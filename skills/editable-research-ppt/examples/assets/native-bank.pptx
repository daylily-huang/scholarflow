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bioicons/simple_cell1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bioicons/ssDNA-single-stranded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lucide/battery-charging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lucide/battery-full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lucide/binoculars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lucide/cloud-fog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lucide/cloud-rain-wind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lucide/compass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lucide/drafting-compass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lucide/flashlight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lucide/footprints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lucide/land-plot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lucide/locate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lucide/locate-fixed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lucide/map-minus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</a:t>
            </a:r>
          </a:p>
        </p:txBody>
      </p:sp>
      <p:grpSp>
        <p:nvGrpSpPr>
          <p:cNvPr id="23" name="probe-bioicons-simple_cell1" descr="simple_cell1 — Marnie-Maddock; Bioicons upstream metadata declares CC0-1.0. Source: https://github.com/duerrsimon/bioicons/blob/d29e766ea7580b8063c4f47b29e872db40a4d979/static/icons/cc-0/Cell_types/Marnie-Maddock/simple_cell1.svg; SVG SHA256: 5021b71fdd602fbca6f488d0e59f49fece197937d05f3ec56745a3dd457f74ed; native DrawingML derivative; original colors retained"/>
          <p:cNvGrpSpPr/>
          <p:nvPr/>
        </p:nvGrpSpPr>
        <p:grpSpPr>
          <a:xfrm>
            <a:off x="733425" y="858082"/>
            <a:ext cx="1333500" cy="760336"/>
            <a:chOff x="0" y="0"/>
            <a:chExt cx="2084852" cy="1188743"/>
          </a:xfrm>
        </p:grpSpPr>
        <p:sp>
          <p:nvSpPr>
            <p:cNvPr id="24" name="probe-bioicons-simple_cell1-part-1"/>
            <p:cNvSpPr/>
            <p:nvPr/>
          </p:nvSpPr>
          <p:spPr>
            <a:xfrm>
              <a:off x="15936" y="8802"/>
              <a:ext cx="2052981" cy="1171139"/>
            </a:xfrm>
            <a:custGeom>
              <a:avLst/>
              <a:gdLst/>
              <a:ahLst/>
              <a:cxnLst/>
              <a:rect l="0" t="0" r="r" b="b"/>
              <a:pathLst>
                <a:path w="2052981" h="1171139">
                  <a:moveTo>
                    <a:pt x="52451" y="401879"/>
                  </a:moveTo>
                  <a:lnTo>
                    <a:pt x="0" y="779769"/>
                  </a:lnTo>
                  <a:cubicBezTo>
                    <a:pt x="43" y="788022"/>
                    <a:pt x="346" y="796272"/>
                    <a:pt x="908" y="804507"/>
                  </a:cubicBezTo>
                  <a:cubicBezTo>
                    <a:pt x="1469" y="812741"/>
                    <a:pt x="2289" y="820956"/>
                    <a:pt x="3367" y="829139"/>
                  </a:cubicBezTo>
                  <a:cubicBezTo>
                    <a:pt x="4444" y="837322"/>
                    <a:pt x="5778" y="845469"/>
                    <a:pt x="7367" y="853569"/>
                  </a:cubicBezTo>
                  <a:cubicBezTo>
                    <a:pt x="8957" y="861668"/>
                    <a:pt x="10800" y="869715"/>
                    <a:pt x="12894" y="877699"/>
                  </a:cubicBezTo>
                  <a:cubicBezTo>
                    <a:pt x="14989" y="885682"/>
                    <a:pt x="17334" y="893598"/>
                    <a:pt x="19925" y="901434"/>
                  </a:cubicBezTo>
                  <a:cubicBezTo>
                    <a:pt x="22517" y="909270"/>
                    <a:pt x="25354" y="917023"/>
                    <a:pt x="28433" y="924681"/>
                  </a:cubicBezTo>
                  <a:cubicBezTo>
                    <a:pt x="31512" y="932339"/>
                    <a:pt x="34830" y="939898"/>
                    <a:pt x="38384" y="947348"/>
                  </a:cubicBezTo>
                  <a:cubicBezTo>
                    <a:pt x="41937" y="954797"/>
                    <a:pt x="45724" y="962133"/>
                    <a:pt x="49738" y="969345"/>
                  </a:cubicBezTo>
                  <a:cubicBezTo>
                    <a:pt x="53752" y="976557"/>
                    <a:pt x="57992" y="983640"/>
                    <a:pt x="62451" y="990586"/>
                  </a:cubicBezTo>
                  <a:cubicBezTo>
                    <a:pt x="66910" y="997531"/>
                    <a:pt x="71586" y="1004335"/>
                    <a:pt x="76472" y="1010987"/>
                  </a:cubicBezTo>
                  <a:cubicBezTo>
                    <a:pt x="81359" y="1017638"/>
                    <a:pt x="86453" y="1024135"/>
                    <a:pt x="91747" y="1030467"/>
                  </a:cubicBezTo>
                  <a:cubicBezTo>
                    <a:pt x="97042" y="1036799"/>
                    <a:pt x="102534" y="1042963"/>
                    <a:pt x="108215" y="1048949"/>
                  </a:cubicBezTo>
                  <a:cubicBezTo>
                    <a:pt x="113897" y="1054936"/>
                    <a:pt x="119765" y="1060743"/>
                    <a:pt x="125811" y="1066362"/>
                  </a:cubicBezTo>
                  <a:cubicBezTo>
                    <a:pt x="131857" y="1071980"/>
                    <a:pt x="138079" y="1077407"/>
                    <a:pt x="144466" y="1082634"/>
                  </a:cubicBezTo>
                  <a:cubicBezTo>
                    <a:pt x="150853" y="1087862"/>
                    <a:pt x="157402" y="1092888"/>
                    <a:pt x="164105" y="1097704"/>
                  </a:cubicBezTo>
                  <a:cubicBezTo>
                    <a:pt x="170808" y="1102520"/>
                    <a:pt x="177660" y="1107125"/>
                    <a:pt x="184652" y="1111510"/>
                  </a:cubicBezTo>
                  <a:cubicBezTo>
                    <a:pt x="191644" y="1115896"/>
                    <a:pt x="198772" y="1120061"/>
                    <a:pt x="206026" y="1123999"/>
                  </a:cubicBezTo>
                  <a:cubicBezTo>
                    <a:pt x="213279" y="1127938"/>
                    <a:pt x="220655" y="1131647"/>
                    <a:pt x="228141" y="1135122"/>
                  </a:cubicBezTo>
                  <a:cubicBezTo>
                    <a:pt x="235627" y="1138597"/>
                    <a:pt x="243221" y="1141836"/>
                    <a:pt x="250911" y="1144834"/>
                  </a:cubicBezTo>
                  <a:cubicBezTo>
                    <a:pt x="258601" y="1147832"/>
                    <a:pt x="266383" y="1150587"/>
                    <a:pt x="274246" y="1153097"/>
                  </a:cubicBezTo>
                  <a:cubicBezTo>
                    <a:pt x="282109" y="1155606"/>
                    <a:pt x="290049" y="1157867"/>
                    <a:pt x="298054" y="1159878"/>
                  </a:cubicBezTo>
                  <a:cubicBezTo>
                    <a:pt x="306059" y="1161889"/>
                    <a:pt x="314125" y="1163647"/>
                    <a:pt x="322241" y="1165151"/>
                  </a:cubicBezTo>
                  <a:cubicBezTo>
                    <a:pt x="330356" y="1166655"/>
                    <a:pt x="338517" y="1167904"/>
                    <a:pt x="346711" y="1168895"/>
                  </a:cubicBezTo>
                  <a:cubicBezTo>
                    <a:pt x="354904" y="1169887"/>
                    <a:pt x="363127" y="1170620"/>
                    <a:pt x="371367" y="1171095"/>
                  </a:cubicBezTo>
                  <a:cubicBezTo>
                    <a:pt x="379607" y="1171570"/>
                    <a:pt x="331616" y="1168050"/>
                    <a:pt x="339870" y="1168007"/>
                  </a:cubicBezTo>
                  <a:lnTo>
                    <a:pt x="1552312" y="1161638"/>
                  </a:lnTo>
                  <a:cubicBezTo>
                    <a:pt x="1560487" y="1162773"/>
                    <a:pt x="1568696" y="1163650"/>
                    <a:pt x="1576927" y="1164269"/>
                  </a:cubicBezTo>
                  <a:cubicBezTo>
                    <a:pt x="1585157" y="1164889"/>
                    <a:pt x="1593405" y="1165249"/>
                    <a:pt x="1601658" y="1165350"/>
                  </a:cubicBezTo>
                  <a:cubicBezTo>
                    <a:pt x="1609911" y="1165451"/>
                    <a:pt x="1618165" y="1165293"/>
                    <a:pt x="1626408" y="1164876"/>
                  </a:cubicBezTo>
                  <a:cubicBezTo>
                    <a:pt x="1634651" y="1164459"/>
                    <a:pt x="1642879" y="1163782"/>
                    <a:pt x="1651080" y="1162848"/>
                  </a:cubicBezTo>
                  <a:cubicBezTo>
                    <a:pt x="1659280" y="1161914"/>
                    <a:pt x="1667449" y="1160723"/>
                    <a:pt x="1675575" y="1159276"/>
                  </a:cubicBezTo>
                  <a:cubicBezTo>
                    <a:pt x="1683701" y="1157829"/>
                    <a:pt x="1691779" y="1156127"/>
                    <a:pt x="1699798" y="1154172"/>
                  </a:cubicBezTo>
                  <a:cubicBezTo>
                    <a:pt x="1707817" y="1152218"/>
                    <a:pt x="1715773" y="1150012"/>
                    <a:pt x="1723653" y="1147558"/>
                  </a:cubicBezTo>
                  <a:cubicBezTo>
                    <a:pt x="1731533" y="1145103"/>
                    <a:pt x="1739334" y="1142402"/>
                    <a:pt x="1747045" y="1139458"/>
                  </a:cubicBezTo>
                  <a:cubicBezTo>
                    <a:pt x="1754756" y="1136514"/>
                    <a:pt x="1762372" y="1133328"/>
                    <a:pt x="1769883" y="1129906"/>
                  </a:cubicBezTo>
                  <a:cubicBezTo>
                    <a:pt x="1777393" y="1126484"/>
                    <a:pt x="1784795" y="1122826"/>
                    <a:pt x="1792075" y="1118939"/>
                  </a:cubicBezTo>
                  <a:cubicBezTo>
                    <a:pt x="1799356" y="1115051"/>
                    <a:pt x="1806513" y="1110936"/>
                    <a:pt x="1813536" y="1106600"/>
                  </a:cubicBezTo>
                  <a:cubicBezTo>
                    <a:pt x="1820558" y="1102263"/>
                    <a:pt x="1827443" y="1097706"/>
                    <a:pt x="1834179" y="1092937"/>
                  </a:cubicBezTo>
                  <a:cubicBezTo>
                    <a:pt x="1840915" y="1088168"/>
                    <a:pt x="1847500" y="1083188"/>
                    <a:pt x="1853923" y="1078006"/>
                  </a:cubicBezTo>
                  <a:cubicBezTo>
                    <a:pt x="1860347" y="1072823"/>
                    <a:pt x="1866606" y="1067440"/>
                    <a:pt x="1872691" y="1061864"/>
                  </a:cubicBezTo>
                  <a:cubicBezTo>
                    <a:pt x="1878777" y="1056288"/>
                    <a:pt x="1884686" y="1050522"/>
                    <a:pt x="1890409" y="1044575"/>
                  </a:cubicBezTo>
                  <a:cubicBezTo>
                    <a:pt x="1896132" y="1038628"/>
                    <a:pt x="1901667" y="1032503"/>
                    <a:pt x="1907006" y="1026208"/>
                  </a:cubicBezTo>
                  <a:cubicBezTo>
                    <a:pt x="1912344" y="1019914"/>
                    <a:pt x="1917484" y="1013453"/>
                    <a:pt x="1922417" y="1006836"/>
                  </a:cubicBezTo>
                  <a:cubicBezTo>
                    <a:pt x="1927350" y="1000218"/>
                    <a:pt x="1932073" y="993448"/>
                    <a:pt x="1936581" y="986534"/>
                  </a:cubicBezTo>
                  <a:cubicBezTo>
                    <a:pt x="1941088" y="979619"/>
                    <a:pt x="1945378" y="972566"/>
                    <a:pt x="1949442" y="965382"/>
                  </a:cubicBezTo>
                  <a:cubicBezTo>
                    <a:pt x="1953507" y="958199"/>
                    <a:pt x="1957345" y="950889"/>
                    <a:pt x="1960950" y="943465"/>
                  </a:cubicBezTo>
                  <a:cubicBezTo>
                    <a:pt x="1964556" y="936040"/>
                    <a:pt x="1967927" y="928504"/>
                    <a:pt x="1971059" y="920868"/>
                  </a:cubicBezTo>
                  <a:cubicBezTo>
                    <a:pt x="1974191" y="913232"/>
                    <a:pt x="1977083" y="905499"/>
                    <a:pt x="1979729" y="897681"/>
                  </a:cubicBezTo>
                  <a:cubicBezTo>
                    <a:pt x="1982376" y="889864"/>
                    <a:pt x="1984776" y="881964"/>
                    <a:pt x="1986926" y="873996"/>
                  </a:cubicBezTo>
                  <a:cubicBezTo>
                    <a:pt x="1989077" y="866027"/>
                    <a:pt x="1990976" y="857993"/>
                    <a:pt x="1992622" y="849905"/>
                  </a:cubicBezTo>
                  <a:cubicBezTo>
                    <a:pt x="1994268" y="841817"/>
                    <a:pt x="1999395" y="777436"/>
                    <a:pt x="2000530" y="769261"/>
                  </a:cubicBezTo>
                  <a:lnTo>
                    <a:pt x="2052981" y="391371"/>
                  </a:lnTo>
                  <a:cubicBezTo>
                    <a:pt x="2052937" y="383117"/>
                    <a:pt x="2052635" y="374867"/>
                    <a:pt x="2052073" y="366632"/>
                  </a:cubicBezTo>
                  <a:cubicBezTo>
                    <a:pt x="2051512" y="358398"/>
                    <a:pt x="2050692" y="350183"/>
                    <a:pt x="2049614" y="342000"/>
                  </a:cubicBezTo>
                  <a:cubicBezTo>
                    <a:pt x="2048537" y="333817"/>
                    <a:pt x="2047202" y="325670"/>
                    <a:pt x="2045613" y="317571"/>
                  </a:cubicBezTo>
                  <a:cubicBezTo>
                    <a:pt x="2044024" y="309472"/>
                    <a:pt x="2042181" y="301424"/>
                    <a:pt x="2040086" y="293441"/>
                  </a:cubicBezTo>
                  <a:cubicBezTo>
                    <a:pt x="2037992" y="285457"/>
                    <a:pt x="2035647" y="277542"/>
                    <a:pt x="2033055" y="269706"/>
                  </a:cubicBezTo>
                  <a:cubicBezTo>
                    <a:pt x="2030463" y="261869"/>
                    <a:pt x="2027626" y="254117"/>
                    <a:pt x="2024548" y="246459"/>
                  </a:cubicBezTo>
                  <a:cubicBezTo>
                    <a:pt x="2021469" y="238801"/>
                    <a:pt x="2018150" y="231241"/>
                    <a:pt x="2014597" y="223792"/>
                  </a:cubicBezTo>
                  <a:cubicBezTo>
                    <a:pt x="2011044" y="216342"/>
                    <a:pt x="2007257" y="209006"/>
                    <a:pt x="2003243" y="201794"/>
                  </a:cubicBezTo>
                  <a:cubicBezTo>
                    <a:pt x="1999229" y="194583"/>
                    <a:pt x="1994989" y="187499"/>
                    <a:pt x="1990530" y="180554"/>
                  </a:cubicBezTo>
                  <a:cubicBezTo>
                    <a:pt x="1986071" y="173608"/>
                    <a:pt x="1981395" y="166804"/>
                    <a:pt x="1976508" y="160153"/>
                  </a:cubicBezTo>
                  <a:cubicBezTo>
                    <a:pt x="1971622" y="153501"/>
                    <a:pt x="1966528" y="147004"/>
                    <a:pt x="1961233" y="140673"/>
                  </a:cubicBezTo>
                  <a:cubicBezTo>
                    <a:pt x="1955939" y="134341"/>
                    <a:pt x="1950447" y="128177"/>
                    <a:pt x="1944766" y="122190"/>
                  </a:cubicBezTo>
                  <a:cubicBezTo>
                    <a:pt x="1939084" y="116203"/>
                    <a:pt x="1933216" y="110396"/>
                    <a:pt x="1927170" y="104778"/>
                  </a:cubicBezTo>
                  <a:cubicBezTo>
                    <a:pt x="1921123" y="99160"/>
                    <a:pt x="1914902" y="93733"/>
                    <a:pt x="1908515" y="88505"/>
                  </a:cubicBezTo>
                  <a:cubicBezTo>
                    <a:pt x="1902128" y="83277"/>
                    <a:pt x="1895578" y="78252"/>
                    <a:pt x="1888875" y="73436"/>
                  </a:cubicBezTo>
                  <a:cubicBezTo>
                    <a:pt x="1882173" y="68619"/>
                    <a:pt x="1875320" y="64015"/>
                    <a:pt x="1868328" y="59629"/>
                  </a:cubicBezTo>
                  <a:cubicBezTo>
                    <a:pt x="1861337" y="55243"/>
                    <a:pt x="1854209" y="51078"/>
                    <a:pt x="1846955" y="47140"/>
                  </a:cubicBezTo>
                  <a:cubicBezTo>
                    <a:pt x="1839702" y="43202"/>
                    <a:pt x="1832326" y="39492"/>
                    <a:pt x="1824840" y="36018"/>
                  </a:cubicBezTo>
                  <a:cubicBezTo>
                    <a:pt x="1817353" y="32543"/>
                    <a:pt x="1809759" y="29304"/>
                    <a:pt x="1802070" y="26306"/>
                  </a:cubicBezTo>
                  <a:cubicBezTo>
                    <a:pt x="1794380" y="23308"/>
                    <a:pt x="1786597" y="20552"/>
                    <a:pt x="1778735" y="18043"/>
                  </a:cubicBezTo>
                  <a:cubicBezTo>
                    <a:pt x="1770872" y="15534"/>
                    <a:pt x="1762932" y="13272"/>
                    <a:pt x="1754927" y="11261"/>
                  </a:cubicBezTo>
                  <a:cubicBezTo>
                    <a:pt x="1746922" y="9251"/>
                    <a:pt x="1738856" y="7492"/>
                    <a:pt x="1730740" y="5988"/>
                  </a:cubicBezTo>
                  <a:cubicBezTo>
                    <a:pt x="1722625" y="4484"/>
                    <a:pt x="1714464" y="3236"/>
                    <a:pt x="1706270" y="2244"/>
                  </a:cubicBezTo>
                  <a:cubicBezTo>
                    <a:pt x="1698076" y="1253"/>
                    <a:pt x="1689853" y="519"/>
                    <a:pt x="1681613" y="44"/>
                  </a:cubicBezTo>
                  <a:cubicBezTo>
                    <a:pt x="1673373" y="-431"/>
                    <a:pt x="1721364" y="3089"/>
                    <a:pt x="1713111" y="3133"/>
                  </a:cubicBezTo>
                  <a:lnTo>
                    <a:pt x="500669" y="9501"/>
                  </a:lnTo>
                  <a:cubicBezTo>
                    <a:pt x="492493" y="8367"/>
                    <a:pt x="484285" y="7489"/>
                    <a:pt x="476054" y="6870"/>
                  </a:cubicBezTo>
                  <a:cubicBezTo>
                    <a:pt x="467824" y="6251"/>
                    <a:pt x="459576" y="5890"/>
                    <a:pt x="451323" y="5789"/>
                  </a:cubicBezTo>
                  <a:cubicBezTo>
                    <a:pt x="443070" y="5688"/>
                    <a:pt x="434816" y="5846"/>
                    <a:pt x="426573" y="6264"/>
                  </a:cubicBezTo>
                  <a:cubicBezTo>
                    <a:pt x="418330" y="6681"/>
                    <a:pt x="410102" y="7357"/>
                    <a:pt x="401901" y="8291"/>
                  </a:cubicBezTo>
                  <a:cubicBezTo>
                    <a:pt x="393701" y="9225"/>
                    <a:pt x="385531" y="10417"/>
                    <a:pt x="377405" y="11864"/>
                  </a:cubicBezTo>
                  <a:cubicBezTo>
                    <a:pt x="369280" y="13311"/>
                    <a:pt x="361201" y="15013"/>
                    <a:pt x="353183" y="16967"/>
                  </a:cubicBezTo>
                  <a:cubicBezTo>
                    <a:pt x="345164" y="18922"/>
                    <a:pt x="337208" y="21128"/>
                    <a:pt x="329328" y="23582"/>
                  </a:cubicBezTo>
                  <a:cubicBezTo>
                    <a:pt x="321448" y="26036"/>
                    <a:pt x="313646" y="28737"/>
                    <a:pt x="305936" y="31681"/>
                  </a:cubicBezTo>
                  <a:cubicBezTo>
                    <a:pt x="298225" y="34625"/>
                    <a:pt x="290609" y="37811"/>
                    <a:pt x="283098" y="41233"/>
                  </a:cubicBezTo>
                  <a:cubicBezTo>
                    <a:pt x="275587" y="44656"/>
                    <a:pt x="268186" y="48313"/>
                    <a:pt x="260905" y="52201"/>
                  </a:cubicBezTo>
                  <a:cubicBezTo>
                    <a:pt x="253624" y="56088"/>
                    <a:pt x="246467" y="60203"/>
                    <a:pt x="239445" y="64540"/>
                  </a:cubicBezTo>
                  <a:cubicBezTo>
                    <a:pt x="232423" y="68877"/>
                    <a:pt x="225538" y="73433"/>
                    <a:pt x="218802" y="78202"/>
                  </a:cubicBezTo>
                  <a:cubicBezTo>
                    <a:pt x="212066" y="82971"/>
                    <a:pt x="205481" y="87951"/>
                    <a:pt x="199057" y="93134"/>
                  </a:cubicBezTo>
                  <a:cubicBezTo>
                    <a:pt x="192634" y="98317"/>
                    <a:pt x="186375" y="103700"/>
                    <a:pt x="180289" y="109276"/>
                  </a:cubicBezTo>
                  <a:cubicBezTo>
                    <a:pt x="174204" y="114852"/>
                    <a:pt x="168295" y="120617"/>
                    <a:pt x="162572" y="126564"/>
                  </a:cubicBezTo>
                  <a:cubicBezTo>
                    <a:pt x="156848" y="132511"/>
                    <a:pt x="151313" y="138636"/>
                    <a:pt x="145975" y="144931"/>
                  </a:cubicBezTo>
                  <a:cubicBezTo>
                    <a:pt x="140636" y="151226"/>
                    <a:pt x="135497" y="157686"/>
                    <a:pt x="130564" y="164304"/>
                  </a:cubicBezTo>
                  <a:cubicBezTo>
                    <a:pt x="125631" y="170921"/>
                    <a:pt x="120907" y="177692"/>
                    <a:pt x="116400" y="184606"/>
                  </a:cubicBezTo>
                  <a:cubicBezTo>
                    <a:pt x="111892" y="191520"/>
                    <a:pt x="107603" y="198574"/>
                    <a:pt x="103538" y="205757"/>
                  </a:cubicBezTo>
                  <a:cubicBezTo>
                    <a:pt x="99474" y="212941"/>
                    <a:pt x="95636" y="220250"/>
                    <a:pt x="92031" y="227675"/>
                  </a:cubicBezTo>
                  <a:cubicBezTo>
                    <a:pt x="88425" y="235099"/>
                    <a:pt x="85054" y="242635"/>
                    <a:pt x="81922" y="250271"/>
                  </a:cubicBezTo>
                  <a:cubicBezTo>
                    <a:pt x="78790" y="257907"/>
                    <a:pt x="75898" y="265640"/>
                    <a:pt x="73252" y="273458"/>
                  </a:cubicBezTo>
                  <a:cubicBezTo>
                    <a:pt x="70605" y="281276"/>
                    <a:pt x="68205" y="289175"/>
                    <a:pt x="66054" y="297144"/>
                  </a:cubicBezTo>
                  <a:cubicBezTo>
                    <a:pt x="63904" y="305112"/>
                    <a:pt x="62004" y="313146"/>
                    <a:pt x="60359" y="321234"/>
                  </a:cubicBezTo>
                  <a:cubicBezTo>
                    <a:pt x="58713" y="329322"/>
                    <a:pt x="53585" y="393704"/>
                    <a:pt x="52451" y="401879"/>
                  </a:cubicBezTo>
                  <a:close/>
                </a:path>
              </a:pathLst>
            </a:custGeom>
            <a:solidFill>
              <a:srgbClr val="785EF0"/>
            </a:solidFill>
            <a:ln w="4076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probe-bioicons-simple_cell1-part-2"/>
            <p:cNvSpPr/>
            <p:nvPr/>
          </p:nvSpPr>
          <p:spPr>
            <a:xfrm>
              <a:off x="179048" y="95191"/>
              <a:ext cx="799422" cy="535557"/>
            </a:xfrm>
            <a:custGeom>
              <a:avLst/>
              <a:gdLst/>
              <a:ahLst/>
              <a:cxnLst/>
              <a:rect l="0" t="0" r="r" b="b"/>
              <a:pathLst>
                <a:path w="799422" h="535557">
                  <a:moveTo>
                    <a:pt x="363335" y="529857"/>
                  </a:moveTo>
                  <a:cubicBezTo>
                    <a:pt x="371628" y="531008"/>
                    <a:pt x="379942" y="531987"/>
                    <a:pt x="388267" y="532791"/>
                  </a:cubicBezTo>
                  <a:cubicBezTo>
                    <a:pt x="396591" y="533595"/>
                    <a:pt x="404921" y="534224"/>
                    <a:pt x="413244" y="534678"/>
                  </a:cubicBezTo>
                  <a:cubicBezTo>
                    <a:pt x="421566" y="535132"/>
                    <a:pt x="429878" y="535410"/>
                    <a:pt x="438167" y="535512"/>
                  </a:cubicBezTo>
                  <a:cubicBezTo>
                    <a:pt x="446456" y="535614"/>
                    <a:pt x="454717" y="535540"/>
                    <a:pt x="462939" y="535290"/>
                  </a:cubicBezTo>
                  <a:cubicBezTo>
                    <a:pt x="471161" y="535040"/>
                    <a:pt x="479339" y="534613"/>
                    <a:pt x="487461" y="534012"/>
                  </a:cubicBezTo>
                  <a:cubicBezTo>
                    <a:pt x="495584" y="533410"/>
                    <a:pt x="503646" y="532634"/>
                    <a:pt x="511637" y="531683"/>
                  </a:cubicBezTo>
                  <a:cubicBezTo>
                    <a:pt x="519628" y="530732"/>
                    <a:pt x="527544" y="529608"/>
                    <a:pt x="535372" y="528313"/>
                  </a:cubicBezTo>
                  <a:cubicBezTo>
                    <a:pt x="543200" y="527017"/>
                    <a:pt x="550936" y="525550"/>
                    <a:pt x="558571" y="523914"/>
                  </a:cubicBezTo>
                  <a:cubicBezTo>
                    <a:pt x="566205" y="522278"/>
                    <a:pt x="573732" y="520474"/>
                    <a:pt x="581142" y="518504"/>
                  </a:cubicBezTo>
                  <a:cubicBezTo>
                    <a:pt x="588553" y="516535"/>
                    <a:pt x="595841" y="514401"/>
                    <a:pt x="602998" y="512105"/>
                  </a:cubicBezTo>
                  <a:cubicBezTo>
                    <a:pt x="610155" y="509810"/>
                    <a:pt x="617177" y="507354"/>
                    <a:pt x="624052" y="504742"/>
                  </a:cubicBezTo>
                  <a:cubicBezTo>
                    <a:pt x="630927" y="502130"/>
                    <a:pt x="637653" y="499363"/>
                    <a:pt x="644220" y="496444"/>
                  </a:cubicBezTo>
                  <a:cubicBezTo>
                    <a:pt x="650787" y="493525"/>
                    <a:pt x="657191" y="490457"/>
                    <a:pt x="663424" y="487243"/>
                  </a:cubicBezTo>
                  <a:cubicBezTo>
                    <a:pt x="669656" y="484029"/>
                    <a:pt x="675713" y="480672"/>
                    <a:pt x="681586" y="477176"/>
                  </a:cubicBezTo>
                  <a:cubicBezTo>
                    <a:pt x="687459" y="473680"/>
                    <a:pt x="693145" y="470047"/>
                    <a:pt x="698636" y="466283"/>
                  </a:cubicBezTo>
                  <a:cubicBezTo>
                    <a:pt x="704127" y="462518"/>
                    <a:pt x="709420" y="458624"/>
                    <a:pt x="714507" y="454606"/>
                  </a:cubicBezTo>
                  <a:cubicBezTo>
                    <a:pt x="719593" y="450588"/>
                    <a:pt x="724472" y="446448"/>
                    <a:pt x="729135" y="442192"/>
                  </a:cubicBezTo>
                  <a:cubicBezTo>
                    <a:pt x="733797" y="437936"/>
                    <a:pt x="738242" y="433566"/>
                    <a:pt x="742463" y="429089"/>
                  </a:cubicBezTo>
                  <a:cubicBezTo>
                    <a:pt x="746683" y="424612"/>
                    <a:pt x="750677" y="420031"/>
                    <a:pt x="754438" y="415350"/>
                  </a:cubicBezTo>
                  <a:cubicBezTo>
                    <a:pt x="758199" y="410670"/>
                    <a:pt x="761726" y="405894"/>
                    <a:pt x="765013" y="401029"/>
                  </a:cubicBezTo>
                  <a:cubicBezTo>
                    <a:pt x="768300" y="396164"/>
                    <a:pt x="771346" y="391212"/>
                    <a:pt x="774147" y="386182"/>
                  </a:cubicBezTo>
                  <a:cubicBezTo>
                    <a:pt x="776947" y="381151"/>
                    <a:pt x="779500" y="376043"/>
                    <a:pt x="781803" y="370867"/>
                  </a:cubicBezTo>
                  <a:cubicBezTo>
                    <a:pt x="784105" y="365690"/>
                    <a:pt x="786155" y="360447"/>
                    <a:pt x="787951" y="355146"/>
                  </a:cubicBezTo>
                  <a:cubicBezTo>
                    <a:pt x="789746" y="349844"/>
                    <a:pt x="791285" y="344486"/>
                    <a:pt x="792566" y="339079"/>
                  </a:cubicBezTo>
                  <a:cubicBezTo>
                    <a:pt x="793848" y="333673"/>
                    <a:pt x="798660" y="271168"/>
                    <a:pt x="799422" y="265679"/>
                  </a:cubicBezTo>
                  <a:cubicBezTo>
                    <a:pt x="798402" y="260070"/>
                    <a:pt x="792005" y="254491"/>
                    <a:pt x="790468" y="248896"/>
                  </a:cubicBezTo>
                  <a:cubicBezTo>
                    <a:pt x="788931" y="243302"/>
                    <a:pt x="787137" y="237720"/>
                    <a:pt x="785089" y="232162"/>
                  </a:cubicBezTo>
                  <a:cubicBezTo>
                    <a:pt x="783041" y="226603"/>
                    <a:pt x="780740" y="221068"/>
                    <a:pt x="778189" y="215567"/>
                  </a:cubicBezTo>
                  <a:cubicBezTo>
                    <a:pt x="775639" y="210066"/>
                    <a:pt x="772839" y="204601"/>
                    <a:pt x="769796" y="199179"/>
                  </a:cubicBezTo>
                  <a:cubicBezTo>
                    <a:pt x="766752" y="193757"/>
                    <a:pt x="763466" y="188382"/>
                    <a:pt x="759942" y="183062"/>
                  </a:cubicBezTo>
                  <a:cubicBezTo>
                    <a:pt x="756417" y="177741"/>
                    <a:pt x="752657" y="172477"/>
                    <a:pt x="748666" y="167278"/>
                  </a:cubicBezTo>
                  <a:cubicBezTo>
                    <a:pt x="744675" y="162080"/>
                    <a:pt x="740455" y="156948"/>
                    <a:pt x="736013" y="151892"/>
                  </a:cubicBezTo>
                  <a:cubicBezTo>
                    <a:pt x="731571" y="146836"/>
                    <a:pt x="726908" y="141857"/>
                    <a:pt x="722033" y="136963"/>
                  </a:cubicBezTo>
                  <a:cubicBezTo>
                    <a:pt x="717157" y="132069"/>
                    <a:pt x="712071" y="127262"/>
                    <a:pt x="706781" y="122550"/>
                  </a:cubicBezTo>
                  <a:cubicBezTo>
                    <a:pt x="701491" y="117838"/>
                    <a:pt x="696000" y="113222"/>
                    <a:pt x="690316" y="108710"/>
                  </a:cubicBezTo>
                  <a:cubicBezTo>
                    <a:pt x="684633" y="104198"/>
                    <a:pt x="678760" y="99792"/>
                    <a:pt x="672706" y="95498"/>
                  </a:cubicBezTo>
                  <a:cubicBezTo>
                    <a:pt x="666651" y="91204"/>
                    <a:pt x="660419" y="87025"/>
                    <a:pt x="654017" y="82966"/>
                  </a:cubicBezTo>
                  <a:cubicBezTo>
                    <a:pt x="647616" y="78907"/>
                    <a:pt x="641048" y="74971"/>
                    <a:pt x="634325" y="71163"/>
                  </a:cubicBezTo>
                  <a:cubicBezTo>
                    <a:pt x="627602" y="67356"/>
                    <a:pt x="620726" y="63678"/>
                    <a:pt x="613707" y="60137"/>
                  </a:cubicBezTo>
                  <a:cubicBezTo>
                    <a:pt x="606689" y="56595"/>
                    <a:pt x="599531" y="53191"/>
                    <a:pt x="592245" y="49929"/>
                  </a:cubicBezTo>
                  <a:cubicBezTo>
                    <a:pt x="584959" y="46668"/>
                    <a:pt x="577548" y="43550"/>
                    <a:pt x="570023" y="40582"/>
                  </a:cubicBezTo>
                  <a:cubicBezTo>
                    <a:pt x="562497" y="37613"/>
                    <a:pt x="554862" y="34795"/>
                    <a:pt x="547128" y="32131"/>
                  </a:cubicBezTo>
                  <a:cubicBezTo>
                    <a:pt x="539394" y="29467"/>
                    <a:pt x="531565" y="26959"/>
                    <a:pt x="523652" y="24610"/>
                  </a:cubicBezTo>
                  <a:cubicBezTo>
                    <a:pt x="515739" y="22261"/>
                    <a:pt x="507747" y="20073"/>
                    <a:pt x="499686" y="18049"/>
                  </a:cubicBezTo>
                  <a:cubicBezTo>
                    <a:pt x="491626" y="16024"/>
                    <a:pt x="483502" y="14165"/>
                    <a:pt x="475327" y="12473"/>
                  </a:cubicBezTo>
                  <a:cubicBezTo>
                    <a:pt x="467151" y="10781"/>
                    <a:pt x="458927" y="9258"/>
                    <a:pt x="450668" y="7905"/>
                  </a:cubicBezTo>
                  <a:cubicBezTo>
                    <a:pt x="442409" y="6552"/>
                    <a:pt x="434119" y="5371"/>
                    <a:pt x="425809" y="4363"/>
                  </a:cubicBezTo>
                  <a:cubicBezTo>
                    <a:pt x="417499" y="3354"/>
                    <a:pt x="409174" y="2520"/>
                    <a:pt x="400846" y="1860"/>
                  </a:cubicBezTo>
                  <a:cubicBezTo>
                    <a:pt x="392519" y="1200"/>
                    <a:pt x="384192" y="715"/>
                    <a:pt x="375879" y="406"/>
                  </a:cubicBezTo>
                  <a:cubicBezTo>
                    <a:pt x="367567" y="97"/>
                    <a:pt x="444352" y="5656"/>
                    <a:pt x="436087" y="5699"/>
                  </a:cubicBezTo>
                  <a:cubicBezTo>
                    <a:pt x="427794" y="4548"/>
                    <a:pt x="419480" y="3570"/>
                    <a:pt x="411155" y="2766"/>
                  </a:cubicBezTo>
                  <a:cubicBezTo>
                    <a:pt x="402831" y="1962"/>
                    <a:pt x="394501" y="1332"/>
                    <a:pt x="386178" y="878"/>
                  </a:cubicBezTo>
                  <a:cubicBezTo>
                    <a:pt x="377855" y="425"/>
                    <a:pt x="369543" y="146"/>
                    <a:pt x="361255" y="44"/>
                  </a:cubicBezTo>
                  <a:cubicBezTo>
                    <a:pt x="352966" y="-58"/>
                    <a:pt x="344705" y="16"/>
                    <a:pt x="336483" y="267"/>
                  </a:cubicBezTo>
                  <a:cubicBezTo>
                    <a:pt x="328261" y="517"/>
                    <a:pt x="320083" y="943"/>
                    <a:pt x="311960" y="1545"/>
                  </a:cubicBezTo>
                  <a:cubicBezTo>
                    <a:pt x="303838" y="2147"/>
                    <a:pt x="295775" y="2923"/>
                    <a:pt x="287784" y="3874"/>
                  </a:cubicBezTo>
                  <a:cubicBezTo>
                    <a:pt x="279793" y="4824"/>
                    <a:pt x="271878" y="5948"/>
                    <a:pt x="264050" y="7244"/>
                  </a:cubicBezTo>
                  <a:cubicBezTo>
                    <a:pt x="256222" y="8540"/>
                    <a:pt x="248485" y="10007"/>
                    <a:pt x="240851" y="11643"/>
                  </a:cubicBezTo>
                  <a:cubicBezTo>
                    <a:pt x="233217" y="13279"/>
                    <a:pt x="225689" y="15083"/>
                    <a:pt x="218279" y="17052"/>
                  </a:cubicBezTo>
                  <a:cubicBezTo>
                    <a:pt x="210869" y="19022"/>
                    <a:pt x="203580" y="21156"/>
                    <a:pt x="196423" y="23451"/>
                  </a:cubicBezTo>
                  <a:cubicBezTo>
                    <a:pt x="189267" y="25747"/>
                    <a:pt x="182245" y="28202"/>
                    <a:pt x="175370" y="30815"/>
                  </a:cubicBezTo>
                  <a:cubicBezTo>
                    <a:pt x="168494" y="33427"/>
                    <a:pt x="161768" y="36194"/>
                    <a:pt x="155202" y="39113"/>
                  </a:cubicBezTo>
                  <a:cubicBezTo>
                    <a:pt x="148635" y="42032"/>
                    <a:pt x="142230" y="45100"/>
                    <a:pt x="135998" y="48314"/>
                  </a:cubicBezTo>
                  <a:cubicBezTo>
                    <a:pt x="129766" y="51527"/>
                    <a:pt x="123709" y="54885"/>
                    <a:pt x="117836" y="58381"/>
                  </a:cubicBezTo>
                  <a:cubicBezTo>
                    <a:pt x="111963" y="61877"/>
                    <a:pt x="106276" y="65510"/>
                    <a:pt x="100786" y="69274"/>
                  </a:cubicBezTo>
                  <a:cubicBezTo>
                    <a:pt x="95295" y="73039"/>
                    <a:pt x="90002" y="76933"/>
                    <a:pt x="84915" y="80951"/>
                  </a:cubicBezTo>
                  <a:cubicBezTo>
                    <a:pt x="79828" y="84969"/>
                    <a:pt x="74950" y="89109"/>
                    <a:pt x="70287" y="93365"/>
                  </a:cubicBezTo>
                  <a:cubicBezTo>
                    <a:pt x="65624" y="97621"/>
                    <a:pt x="61180" y="101990"/>
                    <a:pt x="56959" y="106467"/>
                  </a:cubicBezTo>
                  <a:cubicBezTo>
                    <a:pt x="52739" y="110944"/>
                    <a:pt x="48745" y="115526"/>
                    <a:pt x="44984" y="120206"/>
                  </a:cubicBezTo>
                  <a:cubicBezTo>
                    <a:pt x="41223" y="124887"/>
                    <a:pt x="37696" y="129663"/>
                    <a:pt x="34409" y="134528"/>
                  </a:cubicBezTo>
                  <a:cubicBezTo>
                    <a:pt x="31121" y="139393"/>
                    <a:pt x="28075" y="144344"/>
                    <a:pt x="25275" y="149375"/>
                  </a:cubicBezTo>
                  <a:cubicBezTo>
                    <a:pt x="22475" y="154406"/>
                    <a:pt x="19921" y="159513"/>
                    <a:pt x="17619" y="164690"/>
                  </a:cubicBezTo>
                  <a:cubicBezTo>
                    <a:pt x="15317" y="169866"/>
                    <a:pt x="13266" y="175109"/>
                    <a:pt x="11471" y="180411"/>
                  </a:cubicBezTo>
                  <a:cubicBezTo>
                    <a:pt x="9676" y="185713"/>
                    <a:pt x="8136" y="191071"/>
                    <a:pt x="6855" y="196477"/>
                  </a:cubicBezTo>
                  <a:cubicBezTo>
                    <a:pt x="5574" y="201884"/>
                    <a:pt x="762" y="264389"/>
                    <a:pt x="0" y="269878"/>
                  </a:cubicBezTo>
                  <a:cubicBezTo>
                    <a:pt x="1020" y="275487"/>
                    <a:pt x="7417" y="281066"/>
                    <a:pt x="8954" y="286660"/>
                  </a:cubicBezTo>
                  <a:cubicBezTo>
                    <a:pt x="10491" y="292255"/>
                    <a:pt x="12285" y="297836"/>
                    <a:pt x="14333" y="303395"/>
                  </a:cubicBezTo>
                  <a:cubicBezTo>
                    <a:pt x="16381" y="308954"/>
                    <a:pt x="18682" y="314488"/>
                    <a:pt x="21232" y="319990"/>
                  </a:cubicBezTo>
                  <a:cubicBezTo>
                    <a:pt x="23783" y="325491"/>
                    <a:pt x="26582" y="330956"/>
                    <a:pt x="29626" y="336378"/>
                  </a:cubicBezTo>
                  <a:cubicBezTo>
                    <a:pt x="32670" y="341799"/>
                    <a:pt x="35956" y="347175"/>
                    <a:pt x="39480" y="352495"/>
                  </a:cubicBezTo>
                  <a:cubicBezTo>
                    <a:pt x="43004" y="357816"/>
                    <a:pt x="46765" y="363080"/>
                    <a:pt x="50756" y="368278"/>
                  </a:cubicBezTo>
                  <a:cubicBezTo>
                    <a:pt x="54747" y="373477"/>
                    <a:pt x="58967" y="378609"/>
                    <a:pt x="63409" y="383665"/>
                  </a:cubicBezTo>
                  <a:cubicBezTo>
                    <a:pt x="67851" y="388721"/>
                    <a:pt x="72513" y="393700"/>
                    <a:pt x="77389" y="398594"/>
                  </a:cubicBezTo>
                  <a:cubicBezTo>
                    <a:pt x="82265" y="403488"/>
                    <a:pt x="87351" y="408295"/>
                    <a:pt x="92641" y="413007"/>
                  </a:cubicBezTo>
                  <a:cubicBezTo>
                    <a:pt x="97931" y="417719"/>
                    <a:pt x="103422" y="422335"/>
                    <a:pt x="109105" y="426847"/>
                  </a:cubicBezTo>
                  <a:cubicBezTo>
                    <a:pt x="114789" y="431359"/>
                    <a:pt x="120662" y="435765"/>
                    <a:pt x="126716" y="440059"/>
                  </a:cubicBezTo>
                  <a:cubicBezTo>
                    <a:pt x="132771" y="444353"/>
                    <a:pt x="139003" y="448532"/>
                    <a:pt x="145405" y="452591"/>
                  </a:cubicBezTo>
                  <a:cubicBezTo>
                    <a:pt x="151806" y="456650"/>
                    <a:pt x="158373" y="460586"/>
                    <a:pt x="165097" y="464393"/>
                  </a:cubicBezTo>
                  <a:cubicBezTo>
                    <a:pt x="171820" y="468201"/>
                    <a:pt x="178696" y="471879"/>
                    <a:pt x="185715" y="475420"/>
                  </a:cubicBezTo>
                  <a:cubicBezTo>
                    <a:pt x="192733" y="478962"/>
                    <a:pt x="199891" y="482366"/>
                    <a:pt x="207177" y="485627"/>
                  </a:cubicBezTo>
                  <a:cubicBezTo>
                    <a:pt x="214463" y="488889"/>
                    <a:pt x="221874" y="492006"/>
                    <a:pt x="229399" y="494975"/>
                  </a:cubicBezTo>
                  <a:cubicBezTo>
                    <a:pt x="236924" y="497944"/>
                    <a:pt x="244560" y="500762"/>
                    <a:pt x="252294" y="503426"/>
                  </a:cubicBezTo>
                  <a:cubicBezTo>
                    <a:pt x="260028" y="506090"/>
                    <a:pt x="267857" y="508598"/>
                    <a:pt x="275770" y="510947"/>
                  </a:cubicBezTo>
                  <a:cubicBezTo>
                    <a:pt x="283683" y="513296"/>
                    <a:pt x="291675" y="515484"/>
                    <a:pt x="299735" y="517508"/>
                  </a:cubicBezTo>
                  <a:cubicBezTo>
                    <a:pt x="307795" y="519532"/>
                    <a:pt x="315919" y="521392"/>
                    <a:pt x="324095" y="523084"/>
                  </a:cubicBezTo>
                  <a:cubicBezTo>
                    <a:pt x="332271" y="524776"/>
                    <a:pt x="340494" y="526299"/>
                    <a:pt x="348754" y="527652"/>
                  </a:cubicBezTo>
                  <a:cubicBezTo>
                    <a:pt x="357013" y="529004"/>
                    <a:pt x="365303" y="530186"/>
                    <a:pt x="373613" y="531194"/>
                  </a:cubicBezTo>
                  <a:cubicBezTo>
                    <a:pt x="381923" y="532202"/>
                    <a:pt x="390248" y="533037"/>
                    <a:pt x="398575" y="533697"/>
                  </a:cubicBezTo>
                  <a:cubicBezTo>
                    <a:pt x="406903" y="534357"/>
                    <a:pt x="415230" y="534842"/>
                    <a:pt x="423542" y="535151"/>
                  </a:cubicBezTo>
                  <a:cubicBezTo>
                    <a:pt x="431855" y="535459"/>
                    <a:pt x="355070" y="529901"/>
                    <a:pt x="363335" y="529857"/>
                  </a:cubicBezTo>
                  <a:close/>
                </a:path>
              </a:pathLst>
            </a:custGeom>
            <a:solidFill>
              <a:srgbClr val="FFB000"/>
            </a:solidFill>
            <a:ln w="4076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probe-bioicons-simple_cell1-part-3"/>
            <p:cNvSpPr/>
            <p:nvPr/>
          </p:nvSpPr>
          <p:spPr>
            <a:xfrm>
              <a:off x="496554" y="259131"/>
              <a:ext cx="398346" cy="266864"/>
            </a:xfrm>
            <a:custGeom>
              <a:avLst/>
              <a:gdLst/>
              <a:ahLst/>
              <a:cxnLst/>
              <a:rect l="0" t="0" r="r" b="b"/>
              <a:pathLst>
                <a:path w="398346" h="266864">
                  <a:moveTo>
                    <a:pt x="181047" y="264024"/>
                  </a:moveTo>
                  <a:cubicBezTo>
                    <a:pt x="185179" y="264597"/>
                    <a:pt x="189322" y="265085"/>
                    <a:pt x="193470" y="265486"/>
                  </a:cubicBezTo>
                  <a:cubicBezTo>
                    <a:pt x="197618" y="265886"/>
                    <a:pt x="201769" y="266200"/>
                    <a:pt x="205916" y="266426"/>
                  </a:cubicBezTo>
                  <a:cubicBezTo>
                    <a:pt x="210063" y="266652"/>
                    <a:pt x="214205" y="266791"/>
                    <a:pt x="218335" y="266842"/>
                  </a:cubicBezTo>
                  <a:cubicBezTo>
                    <a:pt x="222466" y="266893"/>
                    <a:pt x="226582" y="266856"/>
                    <a:pt x="230679" y="266731"/>
                  </a:cubicBezTo>
                  <a:cubicBezTo>
                    <a:pt x="234776" y="266606"/>
                    <a:pt x="238851" y="266394"/>
                    <a:pt x="242898" y="266094"/>
                  </a:cubicBezTo>
                  <a:cubicBezTo>
                    <a:pt x="246946" y="265794"/>
                    <a:pt x="250963" y="265407"/>
                    <a:pt x="254945" y="264933"/>
                  </a:cubicBezTo>
                  <a:cubicBezTo>
                    <a:pt x="258927" y="264460"/>
                    <a:pt x="262871" y="263900"/>
                    <a:pt x="266772" y="263254"/>
                  </a:cubicBezTo>
                  <a:cubicBezTo>
                    <a:pt x="270672" y="262608"/>
                    <a:pt x="274527" y="261877"/>
                    <a:pt x="278331" y="261062"/>
                  </a:cubicBezTo>
                  <a:cubicBezTo>
                    <a:pt x="282135" y="260247"/>
                    <a:pt x="285886" y="259348"/>
                    <a:pt x="289579" y="258367"/>
                  </a:cubicBezTo>
                  <a:cubicBezTo>
                    <a:pt x="293271" y="257385"/>
                    <a:pt x="296903" y="256322"/>
                    <a:pt x="300469" y="255178"/>
                  </a:cubicBezTo>
                  <a:cubicBezTo>
                    <a:pt x="304036" y="254034"/>
                    <a:pt x="307534" y="252811"/>
                    <a:pt x="310960" y="251509"/>
                  </a:cubicBezTo>
                  <a:cubicBezTo>
                    <a:pt x="314386" y="250208"/>
                    <a:pt x="317738" y="248828"/>
                    <a:pt x="321010" y="247374"/>
                  </a:cubicBezTo>
                  <a:cubicBezTo>
                    <a:pt x="324282" y="245920"/>
                    <a:pt x="327473" y="244391"/>
                    <a:pt x="330579" y="242789"/>
                  </a:cubicBezTo>
                  <a:cubicBezTo>
                    <a:pt x="333684" y="241188"/>
                    <a:pt x="336703" y="239515"/>
                    <a:pt x="339629" y="237773"/>
                  </a:cubicBezTo>
                  <a:cubicBezTo>
                    <a:pt x="342556" y="236031"/>
                    <a:pt x="345389" y="234221"/>
                    <a:pt x="348125" y="232345"/>
                  </a:cubicBezTo>
                  <a:cubicBezTo>
                    <a:pt x="350861" y="230469"/>
                    <a:pt x="353498" y="228529"/>
                    <a:pt x="356033" y="226527"/>
                  </a:cubicBezTo>
                  <a:cubicBezTo>
                    <a:pt x="358568" y="224524"/>
                    <a:pt x="360999" y="222461"/>
                    <a:pt x="363322" y="220341"/>
                  </a:cubicBezTo>
                  <a:cubicBezTo>
                    <a:pt x="365646" y="218220"/>
                    <a:pt x="367860" y="216043"/>
                    <a:pt x="369963" y="213812"/>
                  </a:cubicBezTo>
                  <a:cubicBezTo>
                    <a:pt x="372066" y="211581"/>
                    <a:pt x="374056" y="209298"/>
                    <a:pt x="375931" y="206966"/>
                  </a:cubicBezTo>
                  <a:cubicBezTo>
                    <a:pt x="377805" y="204634"/>
                    <a:pt x="379562" y="202254"/>
                    <a:pt x="381200" y="199830"/>
                  </a:cubicBezTo>
                  <a:cubicBezTo>
                    <a:pt x="382838" y="197405"/>
                    <a:pt x="384356" y="194938"/>
                    <a:pt x="385751" y="192431"/>
                  </a:cubicBezTo>
                  <a:cubicBezTo>
                    <a:pt x="387147" y="189925"/>
                    <a:pt x="388419" y="187380"/>
                    <a:pt x="389566" y="184800"/>
                  </a:cubicBezTo>
                  <a:cubicBezTo>
                    <a:pt x="390713" y="182221"/>
                    <a:pt x="391735" y="179608"/>
                    <a:pt x="392630" y="176966"/>
                  </a:cubicBezTo>
                  <a:cubicBezTo>
                    <a:pt x="393524" y="174324"/>
                    <a:pt x="394291" y="171655"/>
                    <a:pt x="394930" y="168961"/>
                  </a:cubicBezTo>
                  <a:cubicBezTo>
                    <a:pt x="395568" y="166267"/>
                    <a:pt x="397966" y="135121"/>
                    <a:pt x="398346" y="132386"/>
                  </a:cubicBezTo>
                  <a:cubicBezTo>
                    <a:pt x="397837" y="129591"/>
                    <a:pt x="394650" y="126811"/>
                    <a:pt x="393884" y="124023"/>
                  </a:cubicBezTo>
                  <a:cubicBezTo>
                    <a:pt x="393118" y="121235"/>
                    <a:pt x="392224" y="118454"/>
                    <a:pt x="391204" y="115684"/>
                  </a:cubicBezTo>
                  <a:cubicBezTo>
                    <a:pt x="390183" y="112914"/>
                    <a:pt x="389037" y="110157"/>
                    <a:pt x="387766" y="107415"/>
                  </a:cubicBezTo>
                  <a:cubicBezTo>
                    <a:pt x="386495" y="104674"/>
                    <a:pt x="385100" y="101951"/>
                    <a:pt x="383583" y="99249"/>
                  </a:cubicBezTo>
                  <a:cubicBezTo>
                    <a:pt x="382067" y="96548"/>
                    <a:pt x="380429" y="93869"/>
                    <a:pt x="378673" y="91218"/>
                  </a:cubicBezTo>
                  <a:cubicBezTo>
                    <a:pt x="376917" y="88567"/>
                    <a:pt x="375043" y="85944"/>
                    <a:pt x="373054" y="83354"/>
                  </a:cubicBezTo>
                  <a:cubicBezTo>
                    <a:pt x="371066" y="80763"/>
                    <a:pt x="368963" y="78206"/>
                    <a:pt x="366750" y="75687"/>
                  </a:cubicBezTo>
                  <a:cubicBezTo>
                    <a:pt x="364536" y="73167"/>
                    <a:pt x="362213" y="70686"/>
                    <a:pt x="359783" y="68247"/>
                  </a:cubicBezTo>
                  <a:cubicBezTo>
                    <a:pt x="357354" y="65809"/>
                    <a:pt x="354819" y="63414"/>
                    <a:pt x="352183" y="61066"/>
                  </a:cubicBezTo>
                  <a:cubicBezTo>
                    <a:pt x="349547" y="58718"/>
                    <a:pt x="346811" y="56418"/>
                    <a:pt x="343979" y="54169"/>
                  </a:cubicBezTo>
                  <a:cubicBezTo>
                    <a:pt x="341147" y="51921"/>
                    <a:pt x="338221" y="49726"/>
                    <a:pt x="335204" y="47586"/>
                  </a:cubicBezTo>
                  <a:cubicBezTo>
                    <a:pt x="332187" y="45446"/>
                    <a:pt x="329081" y="43364"/>
                    <a:pt x="325892" y="41341"/>
                  </a:cubicBezTo>
                  <a:cubicBezTo>
                    <a:pt x="322702" y="39319"/>
                    <a:pt x="319429" y="37357"/>
                    <a:pt x="316079" y="35460"/>
                  </a:cubicBezTo>
                  <a:cubicBezTo>
                    <a:pt x="312729" y="33563"/>
                    <a:pt x="309303" y="31730"/>
                    <a:pt x="305806" y="29966"/>
                  </a:cubicBezTo>
                  <a:cubicBezTo>
                    <a:pt x="302308" y="28201"/>
                    <a:pt x="298742" y="26505"/>
                    <a:pt x="295111" y="24879"/>
                  </a:cubicBezTo>
                  <a:cubicBezTo>
                    <a:pt x="291480" y="23254"/>
                    <a:pt x="287787" y="21701"/>
                    <a:pt x="284038" y="20222"/>
                  </a:cubicBezTo>
                  <a:cubicBezTo>
                    <a:pt x="280288" y="18742"/>
                    <a:pt x="276484" y="17338"/>
                    <a:pt x="272630" y="16011"/>
                  </a:cubicBezTo>
                  <a:cubicBezTo>
                    <a:pt x="268776" y="14683"/>
                    <a:pt x="264875" y="13433"/>
                    <a:pt x="260932" y="12263"/>
                  </a:cubicBezTo>
                  <a:cubicBezTo>
                    <a:pt x="256989" y="11093"/>
                    <a:pt x="253006" y="10002"/>
                    <a:pt x="248990" y="8994"/>
                  </a:cubicBezTo>
                  <a:cubicBezTo>
                    <a:pt x="244974" y="7985"/>
                    <a:pt x="240925" y="7058"/>
                    <a:pt x="236852" y="6215"/>
                  </a:cubicBezTo>
                  <a:cubicBezTo>
                    <a:pt x="232778" y="5372"/>
                    <a:pt x="228680" y="4613"/>
                    <a:pt x="224564" y="3939"/>
                  </a:cubicBezTo>
                  <a:cubicBezTo>
                    <a:pt x="220449" y="3265"/>
                    <a:pt x="216318" y="2676"/>
                    <a:pt x="212177" y="2174"/>
                  </a:cubicBezTo>
                  <a:cubicBezTo>
                    <a:pt x="208037" y="1671"/>
                    <a:pt x="203888" y="1255"/>
                    <a:pt x="199739" y="927"/>
                  </a:cubicBezTo>
                  <a:cubicBezTo>
                    <a:pt x="195589" y="598"/>
                    <a:pt x="191440" y="356"/>
                    <a:pt x="187298" y="202"/>
                  </a:cubicBezTo>
                  <a:cubicBezTo>
                    <a:pt x="183156" y="49"/>
                    <a:pt x="221417" y="2818"/>
                    <a:pt x="217299" y="2840"/>
                  </a:cubicBezTo>
                  <a:cubicBezTo>
                    <a:pt x="213167" y="2266"/>
                    <a:pt x="209023" y="1779"/>
                    <a:pt x="204875" y="1378"/>
                  </a:cubicBezTo>
                  <a:cubicBezTo>
                    <a:pt x="200728" y="978"/>
                    <a:pt x="196577" y="664"/>
                    <a:pt x="192430" y="438"/>
                  </a:cubicBezTo>
                  <a:cubicBezTo>
                    <a:pt x="188282" y="212"/>
                    <a:pt x="184141" y="73"/>
                    <a:pt x="180010" y="22"/>
                  </a:cubicBezTo>
                  <a:cubicBezTo>
                    <a:pt x="175880" y="-29"/>
                    <a:pt x="171764" y="8"/>
                    <a:pt x="167667" y="133"/>
                  </a:cubicBezTo>
                  <a:cubicBezTo>
                    <a:pt x="163570" y="258"/>
                    <a:pt x="159495" y="470"/>
                    <a:pt x="155447" y="770"/>
                  </a:cubicBezTo>
                  <a:cubicBezTo>
                    <a:pt x="151400" y="1070"/>
                    <a:pt x="147383" y="1457"/>
                    <a:pt x="143401" y="1930"/>
                  </a:cubicBezTo>
                  <a:cubicBezTo>
                    <a:pt x="139419" y="2404"/>
                    <a:pt x="135475" y="2964"/>
                    <a:pt x="131574" y="3610"/>
                  </a:cubicBezTo>
                  <a:cubicBezTo>
                    <a:pt x="127674" y="4255"/>
                    <a:pt x="123818" y="4986"/>
                    <a:pt x="120014" y="5802"/>
                  </a:cubicBezTo>
                  <a:cubicBezTo>
                    <a:pt x="116210" y="6617"/>
                    <a:pt x="112459" y="7516"/>
                    <a:pt x="108767" y="8497"/>
                  </a:cubicBezTo>
                  <a:cubicBezTo>
                    <a:pt x="105074" y="9478"/>
                    <a:pt x="101442" y="10542"/>
                    <a:pt x="97876" y="11686"/>
                  </a:cubicBezTo>
                  <a:cubicBezTo>
                    <a:pt x="94310" y="12829"/>
                    <a:pt x="90811" y="14053"/>
                    <a:pt x="87385" y="15355"/>
                  </a:cubicBezTo>
                  <a:cubicBezTo>
                    <a:pt x="83959" y="16656"/>
                    <a:pt x="80608" y="18035"/>
                    <a:pt x="77336" y="19490"/>
                  </a:cubicBezTo>
                  <a:cubicBezTo>
                    <a:pt x="74064" y="20944"/>
                    <a:pt x="70872" y="22473"/>
                    <a:pt x="67767" y="24074"/>
                  </a:cubicBezTo>
                  <a:cubicBezTo>
                    <a:pt x="64661" y="25676"/>
                    <a:pt x="61643" y="27349"/>
                    <a:pt x="58717" y="29091"/>
                  </a:cubicBezTo>
                  <a:cubicBezTo>
                    <a:pt x="55790" y="30833"/>
                    <a:pt x="52957" y="32643"/>
                    <a:pt x="50221" y="34519"/>
                  </a:cubicBezTo>
                  <a:cubicBezTo>
                    <a:pt x="47485" y="36395"/>
                    <a:pt x="44847" y="38335"/>
                    <a:pt x="42313" y="40337"/>
                  </a:cubicBezTo>
                  <a:cubicBezTo>
                    <a:pt x="39778" y="42339"/>
                    <a:pt x="37347" y="44402"/>
                    <a:pt x="35024" y="46523"/>
                  </a:cubicBezTo>
                  <a:cubicBezTo>
                    <a:pt x="32700" y="48644"/>
                    <a:pt x="30485" y="50821"/>
                    <a:pt x="28382" y="53052"/>
                  </a:cubicBezTo>
                  <a:cubicBezTo>
                    <a:pt x="26279" y="55283"/>
                    <a:pt x="24289" y="57566"/>
                    <a:pt x="22415" y="59898"/>
                  </a:cubicBezTo>
                  <a:cubicBezTo>
                    <a:pt x="20541" y="62230"/>
                    <a:pt x="18784" y="64610"/>
                    <a:pt x="17146" y="67034"/>
                  </a:cubicBezTo>
                  <a:cubicBezTo>
                    <a:pt x="15508" y="69458"/>
                    <a:pt x="13990" y="71926"/>
                    <a:pt x="12594" y="74433"/>
                  </a:cubicBezTo>
                  <a:cubicBezTo>
                    <a:pt x="11199" y="76939"/>
                    <a:pt x="9927" y="79484"/>
                    <a:pt x="8779" y="82064"/>
                  </a:cubicBezTo>
                  <a:cubicBezTo>
                    <a:pt x="7632" y="84643"/>
                    <a:pt x="6611" y="87256"/>
                    <a:pt x="5716" y="89898"/>
                  </a:cubicBezTo>
                  <a:cubicBezTo>
                    <a:pt x="4821" y="92539"/>
                    <a:pt x="4054" y="95209"/>
                    <a:pt x="3416" y="97903"/>
                  </a:cubicBezTo>
                  <a:cubicBezTo>
                    <a:pt x="2778" y="100597"/>
                    <a:pt x="380" y="131743"/>
                    <a:pt x="0" y="134478"/>
                  </a:cubicBezTo>
                  <a:cubicBezTo>
                    <a:pt x="508" y="137273"/>
                    <a:pt x="3696" y="140053"/>
                    <a:pt x="4462" y="142841"/>
                  </a:cubicBezTo>
                  <a:cubicBezTo>
                    <a:pt x="5227" y="145629"/>
                    <a:pt x="6121" y="148410"/>
                    <a:pt x="7142" y="151180"/>
                  </a:cubicBezTo>
                  <a:cubicBezTo>
                    <a:pt x="8162" y="153949"/>
                    <a:pt x="9309" y="156707"/>
                    <a:pt x="10580" y="159448"/>
                  </a:cubicBezTo>
                  <a:cubicBezTo>
                    <a:pt x="11851" y="162189"/>
                    <a:pt x="13246" y="164913"/>
                    <a:pt x="14762" y="167614"/>
                  </a:cubicBezTo>
                  <a:cubicBezTo>
                    <a:pt x="16279" y="170316"/>
                    <a:pt x="17917" y="172994"/>
                    <a:pt x="19673" y="175646"/>
                  </a:cubicBezTo>
                  <a:cubicBezTo>
                    <a:pt x="21429" y="178297"/>
                    <a:pt x="23303" y="180920"/>
                    <a:pt x="25291" y="183510"/>
                  </a:cubicBezTo>
                  <a:cubicBezTo>
                    <a:pt x="27280" y="186101"/>
                    <a:pt x="29383" y="188658"/>
                    <a:pt x="31596" y="191177"/>
                  </a:cubicBezTo>
                  <a:cubicBezTo>
                    <a:pt x="33810" y="193697"/>
                    <a:pt x="36133" y="196178"/>
                    <a:pt x="38562" y="198616"/>
                  </a:cubicBezTo>
                  <a:cubicBezTo>
                    <a:pt x="40992" y="201055"/>
                    <a:pt x="43526" y="203450"/>
                    <a:pt x="46162" y="205798"/>
                  </a:cubicBezTo>
                  <a:cubicBezTo>
                    <a:pt x="48798" y="208146"/>
                    <a:pt x="51534" y="210446"/>
                    <a:pt x="54366" y="212694"/>
                  </a:cubicBezTo>
                  <a:cubicBezTo>
                    <a:pt x="57198" y="214943"/>
                    <a:pt x="60125" y="217138"/>
                    <a:pt x="63142" y="219278"/>
                  </a:cubicBezTo>
                  <a:cubicBezTo>
                    <a:pt x="66159" y="221417"/>
                    <a:pt x="69264" y="223500"/>
                    <a:pt x="72454" y="225522"/>
                  </a:cubicBezTo>
                  <a:cubicBezTo>
                    <a:pt x="75644" y="227545"/>
                    <a:pt x="78916" y="229506"/>
                    <a:pt x="82266" y="231404"/>
                  </a:cubicBezTo>
                  <a:cubicBezTo>
                    <a:pt x="85617" y="233301"/>
                    <a:pt x="89043" y="235133"/>
                    <a:pt x="92540" y="236898"/>
                  </a:cubicBezTo>
                  <a:cubicBezTo>
                    <a:pt x="96037" y="238663"/>
                    <a:pt x="99604" y="240359"/>
                    <a:pt x="103235" y="241984"/>
                  </a:cubicBezTo>
                  <a:cubicBezTo>
                    <a:pt x="106865" y="243610"/>
                    <a:pt x="110558" y="245163"/>
                    <a:pt x="114308" y="246642"/>
                  </a:cubicBezTo>
                  <a:cubicBezTo>
                    <a:pt x="118058" y="248121"/>
                    <a:pt x="121862" y="249526"/>
                    <a:pt x="125716" y="250853"/>
                  </a:cubicBezTo>
                  <a:cubicBezTo>
                    <a:pt x="129570" y="252181"/>
                    <a:pt x="133471" y="253430"/>
                    <a:pt x="137414" y="254601"/>
                  </a:cubicBezTo>
                  <a:cubicBezTo>
                    <a:pt x="141357" y="255771"/>
                    <a:pt x="145339" y="256862"/>
                    <a:pt x="149356" y="257870"/>
                  </a:cubicBezTo>
                  <a:cubicBezTo>
                    <a:pt x="153372" y="258879"/>
                    <a:pt x="157420" y="259805"/>
                    <a:pt x="161494" y="260649"/>
                  </a:cubicBezTo>
                  <a:cubicBezTo>
                    <a:pt x="165568" y="261492"/>
                    <a:pt x="169666" y="262251"/>
                    <a:pt x="173781" y="262925"/>
                  </a:cubicBezTo>
                  <a:cubicBezTo>
                    <a:pt x="177897" y="263599"/>
                    <a:pt x="182028" y="264188"/>
                    <a:pt x="186168" y="264690"/>
                  </a:cubicBezTo>
                  <a:cubicBezTo>
                    <a:pt x="190309" y="265192"/>
                    <a:pt x="194457" y="265608"/>
                    <a:pt x="198607" y="265937"/>
                  </a:cubicBezTo>
                  <a:cubicBezTo>
                    <a:pt x="202757" y="266266"/>
                    <a:pt x="206906" y="266507"/>
                    <a:pt x="211048" y="266661"/>
                  </a:cubicBezTo>
                  <a:cubicBezTo>
                    <a:pt x="215190" y="266815"/>
                    <a:pt x="176928" y="264045"/>
                    <a:pt x="181047" y="264024"/>
                  </a:cubicBezTo>
                  <a:close/>
                </a:path>
              </a:pathLst>
            </a:custGeom>
            <a:solidFill>
              <a:srgbClr val="FFD371"/>
            </a:solidFill>
            <a:ln w="2031" cap="rnd">
              <a:noFill/>
              <a:prstDash val="solid"/>
              <a:miter/>
            </a:ln>
          </p:spPr>
        </p:sp>
      </p:grpSp>
      <p:grpSp>
        <p:nvGrpSpPr>
          <p:cNvPr id="27" name="probe-bioicons-ssDNA-single-stranded" descr="ssDNA-single-stranded — Samuel-Nestor-Meckoni; Bioicons upstream metadata declares CC0-1.0. Source: https://github.com/duerrsimon/bioicons/blob/d29e766ea7580b8063c4f47b29e872db40a4d979/static/icons/cc-0/Nucleic_acids/Samuel-Nestor-Meckoni/ssDNA-single-stranded.svg; SVG SHA256: 3cbc3942a939bf31bea1077ef834e0d2dd1b47fec34045d3b286cea16d2a382a; native DrawingML derivative; original colors retained"/>
          <p:cNvGrpSpPr/>
          <p:nvPr/>
        </p:nvGrpSpPr>
        <p:grpSpPr>
          <a:xfrm>
            <a:off x="3076575" y="1195543"/>
            <a:ext cx="1333500" cy="85415"/>
            <a:chOff x="0" y="0"/>
            <a:chExt cx="4947103" cy="316877"/>
          </a:xfrm>
        </p:grpSpPr>
        <p:sp>
          <p:nvSpPr>
            <p:cNvPr id="28" name="probe-bioicons-ssDNA-single-stranded-part-1"/>
            <p:cNvSpPr/>
            <p:nvPr/>
          </p:nvSpPr>
          <p:spPr>
            <a:xfrm>
              <a:off x="0" y="244102"/>
              <a:ext cx="4947103" cy="72776"/>
            </a:xfrm>
            <a:custGeom>
              <a:avLst/>
              <a:gdLst/>
              <a:ahLst/>
              <a:cxnLst/>
              <a:rect l="0" t="0" r="r" b="b"/>
              <a:pathLst>
                <a:path w="4947103" h="72776">
                  <a:moveTo>
                    <a:pt x="0" y="0"/>
                  </a:moveTo>
                  <a:lnTo>
                    <a:pt x="4947103" y="0"/>
                  </a:lnTo>
                  <a:lnTo>
                    <a:pt x="4947103" y="72776"/>
                  </a:lnTo>
                  <a:lnTo>
                    <a:pt x="0" y="72776"/>
                  </a:lnTo>
                  <a:close/>
                </a:path>
              </a:pathLst>
            </a:custGeom>
            <a:solidFill>
              <a:srgbClr val="000A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29" name="probe-bioicons-ssDNA-single-stranded-part-2"/>
            <p:cNvSpPr/>
            <p:nvPr/>
          </p:nvSpPr>
          <p:spPr>
            <a:xfrm>
              <a:off x="299669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89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0" name="probe-bioicons-ssDNA-single-stranded-part-3"/>
            <p:cNvSpPr/>
            <p:nvPr/>
          </p:nvSpPr>
          <p:spPr>
            <a:xfrm>
              <a:off x="162151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1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1" name="probe-bioicons-ssDNA-single-stranded-part-4"/>
            <p:cNvSpPr/>
            <p:nvPr/>
          </p:nvSpPr>
          <p:spPr>
            <a:xfrm>
              <a:off x="437174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1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2" name="probe-bioicons-ssDNA-single-stranded-part-5"/>
            <p:cNvSpPr/>
            <p:nvPr/>
          </p:nvSpPr>
          <p:spPr>
            <a:xfrm>
              <a:off x="2495848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1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3" name="probe-bioicons-ssDNA-single-stranded-part-6"/>
            <p:cNvSpPr/>
            <p:nvPr/>
          </p:nvSpPr>
          <p:spPr>
            <a:xfrm>
              <a:off x="574692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2" y="70352"/>
                  </a:lnTo>
                  <a:lnTo>
                    <a:pt x="83885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4" name="probe-bioicons-ssDNA-single-stranded-part-7"/>
            <p:cNvSpPr/>
            <p:nvPr/>
          </p:nvSpPr>
          <p:spPr>
            <a:xfrm>
              <a:off x="711706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20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79" y="0"/>
                  </a:lnTo>
                  <a:lnTo>
                    <a:pt x="83888" y="36934"/>
                  </a:lnTo>
                  <a:lnTo>
                    <a:pt x="45978" y="70332"/>
                  </a:lnTo>
                  <a:lnTo>
                    <a:pt x="7990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5" name="probe-bioicons-ssDNA-single-stranded-part-8"/>
            <p:cNvSpPr/>
            <p:nvPr/>
          </p:nvSpPr>
          <p:spPr>
            <a:xfrm>
              <a:off x="1123249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89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6" name="probe-bioicons-ssDNA-single-stranded-part-9"/>
            <p:cNvSpPr/>
            <p:nvPr/>
          </p:nvSpPr>
          <p:spPr>
            <a:xfrm>
              <a:off x="985730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1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7" name="probe-bioicons-ssDNA-single-stranded-part-10"/>
            <p:cNvSpPr/>
            <p:nvPr/>
          </p:nvSpPr>
          <p:spPr>
            <a:xfrm>
              <a:off x="1397767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2" y="70352"/>
                  </a:lnTo>
                  <a:lnTo>
                    <a:pt x="83885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8" name="probe-bioicons-ssDNA-single-stranded-part-11"/>
            <p:cNvSpPr/>
            <p:nvPr/>
          </p:nvSpPr>
          <p:spPr>
            <a:xfrm>
              <a:off x="1260753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2" y="70352"/>
                  </a:lnTo>
                  <a:lnTo>
                    <a:pt x="83885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39" name="probe-bioicons-ssDNA-single-stranded-part-12"/>
            <p:cNvSpPr/>
            <p:nvPr/>
          </p:nvSpPr>
          <p:spPr>
            <a:xfrm>
              <a:off x="848716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2" y="70352"/>
                  </a:lnTo>
                  <a:lnTo>
                    <a:pt x="83885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0" name="probe-bioicons-ssDNA-single-stranded-part-13"/>
            <p:cNvSpPr/>
            <p:nvPr/>
          </p:nvSpPr>
          <p:spPr>
            <a:xfrm>
              <a:off x="25137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2" y="70352"/>
                  </a:lnTo>
                  <a:lnTo>
                    <a:pt x="83885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1" name="probe-bioicons-ssDNA-single-stranded-part-14"/>
            <p:cNvSpPr/>
            <p:nvPr/>
          </p:nvSpPr>
          <p:spPr>
            <a:xfrm>
              <a:off x="1534781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20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79" y="0"/>
                  </a:lnTo>
                  <a:lnTo>
                    <a:pt x="83888" y="36934"/>
                  </a:lnTo>
                  <a:lnTo>
                    <a:pt x="45978" y="70332"/>
                  </a:lnTo>
                  <a:lnTo>
                    <a:pt x="7990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2" name="probe-bioicons-ssDNA-single-stranded-part-15"/>
            <p:cNvSpPr/>
            <p:nvPr/>
          </p:nvSpPr>
          <p:spPr>
            <a:xfrm>
              <a:off x="1946815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89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3" name="probe-bioicons-ssDNA-single-stranded-part-16"/>
            <p:cNvSpPr/>
            <p:nvPr/>
          </p:nvSpPr>
          <p:spPr>
            <a:xfrm>
              <a:off x="1809296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1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4" name="probe-bioicons-ssDNA-single-stranded-part-17"/>
            <p:cNvSpPr/>
            <p:nvPr/>
          </p:nvSpPr>
          <p:spPr>
            <a:xfrm>
              <a:off x="2084319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2" y="70352"/>
                  </a:lnTo>
                  <a:lnTo>
                    <a:pt x="83885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5" name="probe-bioicons-ssDNA-single-stranded-part-18"/>
            <p:cNvSpPr/>
            <p:nvPr/>
          </p:nvSpPr>
          <p:spPr>
            <a:xfrm>
              <a:off x="2221333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20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79" y="0"/>
                  </a:lnTo>
                  <a:lnTo>
                    <a:pt x="83888" y="36934"/>
                  </a:lnTo>
                  <a:lnTo>
                    <a:pt x="45978" y="70332"/>
                  </a:lnTo>
                  <a:lnTo>
                    <a:pt x="7990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6" name="probe-bioicons-ssDNA-single-stranded-part-19"/>
            <p:cNvSpPr/>
            <p:nvPr/>
          </p:nvSpPr>
          <p:spPr>
            <a:xfrm>
              <a:off x="2633367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20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79" y="0"/>
                  </a:lnTo>
                  <a:lnTo>
                    <a:pt x="83888" y="36934"/>
                  </a:lnTo>
                  <a:lnTo>
                    <a:pt x="45978" y="70332"/>
                  </a:lnTo>
                  <a:lnTo>
                    <a:pt x="7990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7" name="probe-bioicons-ssDNA-single-stranded-part-20"/>
            <p:cNvSpPr/>
            <p:nvPr/>
          </p:nvSpPr>
          <p:spPr>
            <a:xfrm>
              <a:off x="4006962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20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82" y="0"/>
                  </a:lnTo>
                  <a:lnTo>
                    <a:pt x="83892" y="36934"/>
                  </a:lnTo>
                  <a:lnTo>
                    <a:pt x="45982" y="70332"/>
                  </a:lnTo>
                  <a:lnTo>
                    <a:pt x="7994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8" name="probe-bioicons-ssDNA-single-stranded-part-21"/>
            <p:cNvSpPr/>
            <p:nvPr/>
          </p:nvSpPr>
          <p:spPr>
            <a:xfrm>
              <a:off x="2907895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49" name="probe-bioicons-ssDNA-single-stranded-part-22"/>
            <p:cNvSpPr/>
            <p:nvPr/>
          </p:nvSpPr>
          <p:spPr>
            <a:xfrm>
              <a:off x="2770377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1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0" name="probe-bioicons-ssDNA-single-stranded-part-23"/>
            <p:cNvSpPr/>
            <p:nvPr/>
          </p:nvSpPr>
          <p:spPr>
            <a:xfrm>
              <a:off x="3182905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6" y="70352"/>
                  </a:lnTo>
                  <a:lnTo>
                    <a:pt x="83889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1" name="probe-bioicons-ssDNA-single-stranded-part-24"/>
            <p:cNvSpPr/>
            <p:nvPr/>
          </p:nvSpPr>
          <p:spPr>
            <a:xfrm>
              <a:off x="3319919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19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82" y="0"/>
                  </a:lnTo>
                  <a:lnTo>
                    <a:pt x="83892" y="36934"/>
                  </a:lnTo>
                  <a:lnTo>
                    <a:pt x="45981" y="70332"/>
                  </a:lnTo>
                  <a:lnTo>
                    <a:pt x="7993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2" name="probe-bioicons-ssDNA-single-stranded-part-25"/>
            <p:cNvSpPr/>
            <p:nvPr/>
          </p:nvSpPr>
          <p:spPr>
            <a:xfrm>
              <a:off x="3869457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89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3" name="probe-bioicons-ssDNA-single-stranded-part-26"/>
            <p:cNvSpPr/>
            <p:nvPr/>
          </p:nvSpPr>
          <p:spPr>
            <a:xfrm>
              <a:off x="3731938" y="33418"/>
              <a:ext cx="92442" cy="210684"/>
            </a:xfrm>
            <a:custGeom>
              <a:avLst/>
              <a:gdLst/>
              <a:ahLst/>
              <a:cxnLst/>
              <a:rect l="0" t="0" r="r" b="b"/>
              <a:pathLst>
                <a:path w="92442" h="210684">
                  <a:moveTo>
                    <a:pt x="92442" y="0"/>
                  </a:moveTo>
                  <a:cubicBezTo>
                    <a:pt x="92444" y="11880"/>
                    <a:pt x="71755" y="31137"/>
                    <a:pt x="46230" y="31133"/>
                  </a:cubicBezTo>
                  <a:cubicBezTo>
                    <a:pt x="21105" y="31137"/>
                    <a:pt x="649" y="12482"/>
                    <a:pt x="20" y="566"/>
                  </a:cubicBezTo>
                  <a:lnTo>
                    <a:pt x="20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2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4" name="probe-bioicons-ssDNA-single-stranded-part-27"/>
            <p:cNvSpPr/>
            <p:nvPr/>
          </p:nvSpPr>
          <p:spPr>
            <a:xfrm>
              <a:off x="4143972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6" y="70352"/>
                  </a:lnTo>
                  <a:lnTo>
                    <a:pt x="83889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5" name="probe-bioicons-ssDNA-single-stranded-part-28"/>
            <p:cNvSpPr/>
            <p:nvPr/>
          </p:nvSpPr>
          <p:spPr>
            <a:xfrm>
              <a:off x="4280986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20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82" y="0"/>
                  </a:lnTo>
                  <a:lnTo>
                    <a:pt x="83892" y="36934"/>
                  </a:lnTo>
                  <a:lnTo>
                    <a:pt x="45982" y="70332"/>
                  </a:lnTo>
                  <a:lnTo>
                    <a:pt x="7993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6" name="probe-bioicons-ssDNA-single-stranded-part-29"/>
            <p:cNvSpPr/>
            <p:nvPr/>
          </p:nvSpPr>
          <p:spPr>
            <a:xfrm>
              <a:off x="4555515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7" name="probe-bioicons-ssDNA-single-stranded-part-30"/>
            <p:cNvSpPr/>
            <p:nvPr/>
          </p:nvSpPr>
          <p:spPr>
            <a:xfrm>
              <a:off x="3594434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8" name="probe-bioicons-ssDNA-single-stranded-part-31"/>
            <p:cNvSpPr/>
            <p:nvPr/>
          </p:nvSpPr>
          <p:spPr>
            <a:xfrm>
              <a:off x="3456929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59" name="probe-bioicons-ssDNA-single-stranded-part-32"/>
            <p:cNvSpPr/>
            <p:nvPr/>
          </p:nvSpPr>
          <p:spPr>
            <a:xfrm>
              <a:off x="3045400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60" name="probe-bioicons-ssDNA-single-stranded-part-33"/>
            <p:cNvSpPr/>
            <p:nvPr/>
          </p:nvSpPr>
          <p:spPr>
            <a:xfrm>
              <a:off x="1671792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61" name="probe-bioicons-ssDNA-single-stranded-part-34"/>
            <p:cNvSpPr/>
            <p:nvPr/>
          </p:nvSpPr>
          <p:spPr>
            <a:xfrm>
              <a:off x="2358344" y="20214"/>
              <a:ext cx="92428" cy="223887"/>
            </a:xfrm>
            <a:custGeom>
              <a:avLst/>
              <a:gdLst/>
              <a:ahLst/>
              <a:cxnLst/>
              <a:rect l="0" t="0" r="r" b="b"/>
              <a:pathLst>
                <a:path w="92428" h="223887">
                  <a:moveTo>
                    <a:pt x="46214" y="0"/>
                  </a:moveTo>
                  <a:cubicBezTo>
                    <a:pt x="20690" y="-4"/>
                    <a:pt x="-3" y="19244"/>
                    <a:pt x="0" y="31124"/>
                  </a:cubicBezTo>
                  <a:lnTo>
                    <a:pt x="3" y="223887"/>
                  </a:lnTo>
                  <a:lnTo>
                    <a:pt x="92425" y="223887"/>
                  </a:lnTo>
                  <a:lnTo>
                    <a:pt x="92428" y="31124"/>
                  </a:lnTo>
                  <a:cubicBezTo>
                    <a:pt x="92431" y="19244"/>
                    <a:pt x="71738" y="-4"/>
                    <a:pt x="46214" y="0"/>
                  </a:cubicBezTo>
                  <a:close/>
                </a:path>
              </a:pathLst>
            </a:custGeom>
            <a:solidFill>
              <a:srgbClr val="45F0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62" name="probe-bioicons-ssDNA-single-stranded-part-35"/>
            <p:cNvSpPr/>
            <p:nvPr/>
          </p:nvSpPr>
          <p:spPr>
            <a:xfrm>
              <a:off x="4417996" y="33418"/>
              <a:ext cx="92441" cy="210684"/>
            </a:xfrm>
            <a:custGeom>
              <a:avLst/>
              <a:gdLst/>
              <a:ahLst/>
              <a:cxnLst/>
              <a:rect l="0" t="0" r="r" b="b"/>
              <a:pathLst>
                <a:path w="92441" h="210684">
                  <a:moveTo>
                    <a:pt x="92441" y="0"/>
                  </a:moveTo>
                  <a:cubicBezTo>
                    <a:pt x="92444" y="11880"/>
                    <a:pt x="71755" y="31137"/>
                    <a:pt x="46230" y="31133"/>
                  </a:cubicBezTo>
                  <a:cubicBezTo>
                    <a:pt x="21105" y="31137"/>
                    <a:pt x="649" y="12482"/>
                    <a:pt x="19" y="566"/>
                  </a:cubicBezTo>
                  <a:lnTo>
                    <a:pt x="19" y="98730"/>
                  </a:lnTo>
                  <a:lnTo>
                    <a:pt x="0" y="98730"/>
                  </a:lnTo>
                  <a:lnTo>
                    <a:pt x="0" y="210684"/>
                  </a:lnTo>
                  <a:lnTo>
                    <a:pt x="92422" y="210684"/>
                  </a:lnTo>
                  <a:lnTo>
                    <a:pt x="92422" y="136777"/>
                  </a:lnTo>
                  <a:lnTo>
                    <a:pt x="92441" y="136777"/>
                  </a:lnTo>
                  <a:close/>
                </a:path>
              </a:pathLst>
            </a:custGeom>
            <a:solidFill>
              <a:srgbClr val="F04D0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63" name="probe-bioicons-ssDNA-single-stranded-part-36"/>
            <p:cNvSpPr/>
            <p:nvPr/>
          </p:nvSpPr>
          <p:spPr>
            <a:xfrm>
              <a:off x="4693019" y="0"/>
              <a:ext cx="91937" cy="244102"/>
            </a:xfrm>
            <a:custGeom>
              <a:avLst/>
              <a:gdLst/>
              <a:ahLst/>
              <a:cxnLst/>
              <a:rect l="0" t="0" r="r" b="b"/>
              <a:pathLst>
                <a:path w="91937" h="244102">
                  <a:moveTo>
                    <a:pt x="45976" y="0"/>
                  </a:moveTo>
                  <a:lnTo>
                    <a:pt x="7992" y="33416"/>
                  </a:lnTo>
                  <a:lnTo>
                    <a:pt x="17" y="70342"/>
                  </a:lnTo>
                  <a:lnTo>
                    <a:pt x="0" y="244102"/>
                  </a:lnTo>
                  <a:lnTo>
                    <a:pt x="91937" y="244102"/>
                  </a:lnTo>
                  <a:lnTo>
                    <a:pt x="91786" y="70352"/>
                  </a:lnTo>
                  <a:lnTo>
                    <a:pt x="83889" y="33416"/>
                  </a:lnTo>
                  <a:close/>
                </a:path>
              </a:pathLst>
            </a:custGeom>
            <a:solidFill>
              <a:srgbClr val="E100F0"/>
            </a:solidFill>
            <a:ln w="10188" cap="flat">
              <a:noFill/>
              <a:prstDash val="solid"/>
              <a:miter/>
            </a:ln>
          </p:spPr>
        </p:sp>
        <p:sp>
          <p:nvSpPr>
            <p:cNvPr id="64" name="probe-bioicons-ssDNA-single-stranded-part-37"/>
            <p:cNvSpPr/>
            <p:nvPr/>
          </p:nvSpPr>
          <p:spPr>
            <a:xfrm>
              <a:off x="4830033" y="20215"/>
              <a:ext cx="91934" cy="223887"/>
            </a:xfrm>
            <a:custGeom>
              <a:avLst/>
              <a:gdLst/>
              <a:ahLst/>
              <a:cxnLst/>
              <a:rect l="0" t="0" r="r" b="b"/>
              <a:pathLst>
                <a:path w="91934" h="223887">
                  <a:moveTo>
                    <a:pt x="19" y="0"/>
                  </a:moveTo>
                  <a:lnTo>
                    <a:pt x="0" y="125430"/>
                  </a:lnTo>
                  <a:lnTo>
                    <a:pt x="0" y="171895"/>
                  </a:lnTo>
                  <a:lnTo>
                    <a:pt x="0" y="223887"/>
                  </a:lnTo>
                  <a:lnTo>
                    <a:pt x="91934" y="223887"/>
                  </a:lnTo>
                  <a:lnTo>
                    <a:pt x="91934" y="171895"/>
                  </a:lnTo>
                  <a:lnTo>
                    <a:pt x="91934" y="125430"/>
                  </a:lnTo>
                  <a:lnTo>
                    <a:pt x="91896" y="125430"/>
                  </a:lnTo>
                  <a:lnTo>
                    <a:pt x="91782" y="0"/>
                  </a:lnTo>
                  <a:lnTo>
                    <a:pt x="83892" y="36934"/>
                  </a:lnTo>
                  <a:lnTo>
                    <a:pt x="45981" y="70332"/>
                  </a:lnTo>
                  <a:lnTo>
                    <a:pt x="7993" y="36934"/>
                  </a:lnTo>
                  <a:close/>
                </a:path>
              </a:pathLst>
            </a:custGeom>
            <a:solidFill>
              <a:srgbClr val="00F0E1"/>
            </a:solidFill>
            <a:ln w="10188" cap="flat">
              <a:noFill/>
              <a:prstDash val="solid"/>
              <a:miter/>
            </a:ln>
          </p:spPr>
        </p:sp>
      </p:grpSp>
      <p:grpSp>
        <p:nvGrpSpPr>
          <p:cNvPr id="65" name="probe-lucide-backpack" descr="野外背包 — Lucide Icons and Contributors; ISC; original SVG unchanged. Source: https://github.com/lucide-icons/lucide/blob/20aef31db93fe4d9f398dbb15b120d99c48eef95/icons/backpack.svg; SVG SHA256: 239fdca9bfe7d550be2dbbbe40f3c62f748a96235cde509d15dd32596e982f95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66" name="probe-lucide-backpack-part-1"/>
            <p:cNvSpPr/>
            <p:nvPr/>
          </p:nvSpPr>
          <p:spPr>
            <a:xfrm>
              <a:off x="40000" y="60000"/>
              <a:ext cx="160000" cy="160000"/>
            </a:xfrm>
            <a:custGeom>
              <a:avLst/>
              <a:gdLst/>
              <a:ahLst/>
              <a:cxnLst/>
              <a:rect l="0" t="0" r="r" b="b"/>
              <a:pathLst>
                <a:path w="160000" h="160000">
                  <a:moveTo>
                    <a:pt x="0" y="40000"/>
                  </a:moveTo>
                  <a:cubicBezTo>
                    <a:pt x="0" y="39162"/>
                    <a:pt x="26" y="38325"/>
                    <a:pt x="79" y="37488"/>
                  </a:cubicBezTo>
                  <a:cubicBezTo>
                    <a:pt x="132" y="36652"/>
                    <a:pt x="210" y="35818"/>
                    <a:pt x="315" y="34987"/>
                  </a:cubicBezTo>
                  <a:cubicBezTo>
                    <a:pt x="420" y="34155"/>
                    <a:pt x="552" y="33328"/>
                    <a:pt x="709" y="32505"/>
                  </a:cubicBezTo>
                  <a:cubicBezTo>
                    <a:pt x="866" y="31682"/>
                    <a:pt x="1048" y="30864"/>
                    <a:pt x="1257" y="30052"/>
                  </a:cubicBezTo>
                  <a:cubicBezTo>
                    <a:pt x="1465" y="29241"/>
                    <a:pt x="1699" y="28436"/>
                    <a:pt x="1958" y="27639"/>
                  </a:cubicBezTo>
                  <a:cubicBezTo>
                    <a:pt x="2217" y="26842"/>
                    <a:pt x="2501" y="26054"/>
                    <a:pt x="2809" y="25275"/>
                  </a:cubicBezTo>
                  <a:cubicBezTo>
                    <a:pt x="3117" y="24496"/>
                    <a:pt x="3450" y="23727"/>
                    <a:pt x="3807" y="22969"/>
                  </a:cubicBezTo>
                  <a:cubicBezTo>
                    <a:pt x="4164" y="22211"/>
                    <a:pt x="4544" y="21464"/>
                    <a:pt x="4948" y="20730"/>
                  </a:cubicBezTo>
                  <a:cubicBezTo>
                    <a:pt x="5351" y="19996"/>
                    <a:pt x="5778" y="19274"/>
                    <a:pt x="6227" y="18567"/>
                  </a:cubicBezTo>
                  <a:cubicBezTo>
                    <a:pt x="6676" y="17860"/>
                    <a:pt x="7147" y="17166"/>
                    <a:pt x="7639" y="16489"/>
                  </a:cubicBezTo>
                  <a:cubicBezTo>
                    <a:pt x="8132" y="15811"/>
                    <a:pt x="8645" y="15149"/>
                    <a:pt x="9179" y="14503"/>
                  </a:cubicBezTo>
                  <a:cubicBezTo>
                    <a:pt x="9714" y="13857"/>
                    <a:pt x="10268" y="13229"/>
                    <a:pt x="10841" y="12618"/>
                  </a:cubicBezTo>
                  <a:cubicBezTo>
                    <a:pt x="11415" y="12007"/>
                    <a:pt x="12007" y="11415"/>
                    <a:pt x="12618" y="10841"/>
                  </a:cubicBezTo>
                  <a:cubicBezTo>
                    <a:pt x="13229" y="10268"/>
                    <a:pt x="13857" y="9714"/>
                    <a:pt x="14503" y="9179"/>
                  </a:cubicBezTo>
                  <a:cubicBezTo>
                    <a:pt x="15149" y="8645"/>
                    <a:pt x="15811" y="8132"/>
                    <a:pt x="16489" y="7639"/>
                  </a:cubicBezTo>
                  <a:cubicBezTo>
                    <a:pt x="17166" y="7147"/>
                    <a:pt x="17860" y="6676"/>
                    <a:pt x="18567" y="6227"/>
                  </a:cubicBezTo>
                  <a:cubicBezTo>
                    <a:pt x="19274" y="5778"/>
                    <a:pt x="19996" y="5351"/>
                    <a:pt x="20730" y="4948"/>
                  </a:cubicBezTo>
                  <a:cubicBezTo>
                    <a:pt x="21464" y="4544"/>
                    <a:pt x="22211" y="4164"/>
                    <a:pt x="22969" y="3807"/>
                  </a:cubicBezTo>
                  <a:cubicBezTo>
                    <a:pt x="23727" y="3450"/>
                    <a:pt x="24496" y="3117"/>
                    <a:pt x="25275" y="2809"/>
                  </a:cubicBezTo>
                  <a:cubicBezTo>
                    <a:pt x="26054" y="2501"/>
                    <a:pt x="26842" y="2217"/>
                    <a:pt x="27639" y="1958"/>
                  </a:cubicBezTo>
                  <a:cubicBezTo>
                    <a:pt x="28436" y="1699"/>
                    <a:pt x="29241" y="1465"/>
                    <a:pt x="30052" y="1257"/>
                  </a:cubicBezTo>
                  <a:cubicBezTo>
                    <a:pt x="30864" y="1048"/>
                    <a:pt x="31682" y="866"/>
                    <a:pt x="32505" y="709"/>
                  </a:cubicBezTo>
                  <a:cubicBezTo>
                    <a:pt x="33328" y="552"/>
                    <a:pt x="34155" y="420"/>
                    <a:pt x="34987" y="315"/>
                  </a:cubicBezTo>
                  <a:cubicBezTo>
                    <a:pt x="35818" y="210"/>
                    <a:pt x="36652" y="132"/>
                    <a:pt x="37488" y="79"/>
                  </a:cubicBezTo>
                  <a:cubicBezTo>
                    <a:pt x="38325" y="26"/>
                    <a:pt x="39162" y="0"/>
                    <a:pt x="40000" y="0"/>
                  </a:cubicBezTo>
                  <a:lnTo>
                    <a:pt x="120000" y="0"/>
                  </a:lnTo>
                  <a:cubicBezTo>
                    <a:pt x="120838" y="0"/>
                    <a:pt x="121675" y="26"/>
                    <a:pt x="122512" y="79"/>
                  </a:cubicBezTo>
                  <a:cubicBezTo>
                    <a:pt x="123348" y="132"/>
                    <a:pt x="124182" y="210"/>
                    <a:pt x="125013" y="315"/>
                  </a:cubicBezTo>
                  <a:cubicBezTo>
                    <a:pt x="125845" y="420"/>
                    <a:pt x="126672" y="552"/>
                    <a:pt x="127495" y="709"/>
                  </a:cubicBezTo>
                  <a:cubicBezTo>
                    <a:pt x="128318" y="866"/>
                    <a:pt x="129136" y="1048"/>
                    <a:pt x="129948" y="1257"/>
                  </a:cubicBezTo>
                  <a:cubicBezTo>
                    <a:pt x="130759" y="1465"/>
                    <a:pt x="131564" y="1699"/>
                    <a:pt x="132361" y="1958"/>
                  </a:cubicBezTo>
                  <a:cubicBezTo>
                    <a:pt x="133158" y="2217"/>
                    <a:pt x="133946" y="2501"/>
                    <a:pt x="134725" y="2809"/>
                  </a:cubicBezTo>
                  <a:cubicBezTo>
                    <a:pt x="135504" y="3117"/>
                    <a:pt x="136273" y="3450"/>
                    <a:pt x="137031" y="3807"/>
                  </a:cubicBezTo>
                  <a:cubicBezTo>
                    <a:pt x="137789" y="4164"/>
                    <a:pt x="138536" y="4544"/>
                    <a:pt x="139270" y="4948"/>
                  </a:cubicBezTo>
                  <a:cubicBezTo>
                    <a:pt x="140004" y="5351"/>
                    <a:pt x="140726" y="5778"/>
                    <a:pt x="141433" y="6227"/>
                  </a:cubicBezTo>
                  <a:cubicBezTo>
                    <a:pt x="142140" y="6676"/>
                    <a:pt x="142834" y="7147"/>
                    <a:pt x="143511" y="7639"/>
                  </a:cubicBezTo>
                  <a:cubicBezTo>
                    <a:pt x="144189" y="8132"/>
                    <a:pt x="144851" y="8645"/>
                    <a:pt x="145497" y="9179"/>
                  </a:cubicBezTo>
                  <a:cubicBezTo>
                    <a:pt x="146143" y="9714"/>
                    <a:pt x="146771" y="10268"/>
                    <a:pt x="147382" y="10841"/>
                  </a:cubicBezTo>
                  <a:cubicBezTo>
                    <a:pt x="147993" y="11415"/>
                    <a:pt x="148585" y="12007"/>
                    <a:pt x="149159" y="12618"/>
                  </a:cubicBezTo>
                  <a:cubicBezTo>
                    <a:pt x="149732" y="13229"/>
                    <a:pt x="150286" y="13857"/>
                    <a:pt x="150821" y="14503"/>
                  </a:cubicBezTo>
                  <a:cubicBezTo>
                    <a:pt x="151355" y="15149"/>
                    <a:pt x="151868" y="15811"/>
                    <a:pt x="152361" y="16489"/>
                  </a:cubicBezTo>
                  <a:cubicBezTo>
                    <a:pt x="152853" y="17166"/>
                    <a:pt x="153324" y="17860"/>
                    <a:pt x="153773" y="18567"/>
                  </a:cubicBezTo>
                  <a:cubicBezTo>
                    <a:pt x="154222" y="19274"/>
                    <a:pt x="154649" y="19996"/>
                    <a:pt x="155052" y="20730"/>
                  </a:cubicBezTo>
                  <a:cubicBezTo>
                    <a:pt x="155456" y="21464"/>
                    <a:pt x="155836" y="22211"/>
                    <a:pt x="156193" y="22969"/>
                  </a:cubicBezTo>
                  <a:cubicBezTo>
                    <a:pt x="156550" y="23727"/>
                    <a:pt x="156883" y="24496"/>
                    <a:pt x="157191" y="25275"/>
                  </a:cubicBezTo>
                  <a:cubicBezTo>
                    <a:pt x="157499" y="26054"/>
                    <a:pt x="157783" y="26842"/>
                    <a:pt x="158042" y="27639"/>
                  </a:cubicBezTo>
                  <a:cubicBezTo>
                    <a:pt x="158301" y="28436"/>
                    <a:pt x="158535" y="29241"/>
                    <a:pt x="158743" y="30052"/>
                  </a:cubicBezTo>
                  <a:cubicBezTo>
                    <a:pt x="158952" y="30864"/>
                    <a:pt x="159134" y="31682"/>
                    <a:pt x="159291" y="32505"/>
                  </a:cubicBezTo>
                  <a:cubicBezTo>
                    <a:pt x="159448" y="33328"/>
                    <a:pt x="159580" y="34155"/>
                    <a:pt x="159685" y="34987"/>
                  </a:cubicBezTo>
                  <a:cubicBezTo>
                    <a:pt x="159790" y="35818"/>
                    <a:pt x="159868" y="36652"/>
                    <a:pt x="159921" y="37488"/>
                  </a:cubicBezTo>
                  <a:cubicBezTo>
                    <a:pt x="159974" y="38325"/>
                    <a:pt x="160000" y="39162"/>
                    <a:pt x="160000" y="40000"/>
                  </a:cubicBezTo>
                  <a:lnTo>
                    <a:pt x="160000" y="140000"/>
                  </a:lnTo>
                  <a:cubicBezTo>
                    <a:pt x="160000" y="140419"/>
                    <a:pt x="159987" y="140838"/>
                    <a:pt x="159961" y="141256"/>
                  </a:cubicBezTo>
                  <a:cubicBezTo>
                    <a:pt x="159934" y="141674"/>
                    <a:pt x="159895" y="142091"/>
                    <a:pt x="159842" y="142507"/>
                  </a:cubicBezTo>
                  <a:cubicBezTo>
                    <a:pt x="159790" y="142922"/>
                    <a:pt x="159724" y="143336"/>
                    <a:pt x="159646" y="143748"/>
                  </a:cubicBezTo>
                  <a:cubicBezTo>
                    <a:pt x="159567" y="144159"/>
                    <a:pt x="159476" y="144568"/>
                    <a:pt x="159372" y="144974"/>
                  </a:cubicBezTo>
                  <a:cubicBezTo>
                    <a:pt x="159267" y="145380"/>
                    <a:pt x="159151" y="145782"/>
                    <a:pt x="159021" y="146180"/>
                  </a:cubicBezTo>
                  <a:cubicBezTo>
                    <a:pt x="158892" y="146579"/>
                    <a:pt x="158750" y="146973"/>
                    <a:pt x="158596" y="147362"/>
                  </a:cubicBezTo>
                  <a:cubicBezTo>
                    <a:pt x="158441" y="147752"/>
                    <a:pt x="158275" y="148137"/>
                    <a:pt x="158097" y="148516"/>
                  </a:cubicBezTo>
                  <a:cubicBezTo>
                    <a:pt x="157918" y="148895"/>
                    <a:pt x="157728" y="149268"/>
                    <a:pt x="157526" y="149635"/>
                  </a:cubicBezTo>
                  <a:cubicBezTo>
                    <a:pt x="157324" y="150002"/>
                    <a:pt x="157111" y="150363"/>
                    <a:pt x="156887" y="150717"/>
                  </a:cubicBezTo>
                  <a:cubicBezTo>
                    <a:pt x="156662" y="151070"/>
                    <a:pt x="156427" y="151417"/>
                    <a:pt x="156180" y="151756"/>
                  </a:cubicBezTo>
                  <a:cubicBezTo>
                    <a:pt x="155934" y="152095"/>
                    <a:pt x="155677" y="152426"/>
                    <a:pt x="155410" y="152748"/>
                  </a:cubicBezTo>
                  <a:cubicBezTo>
                    <a:pt x="155143" y="153071"/>
                    <a:pt x="154866" y="153386"/>
                    <a:pt x="154579" y="153691"/>
                  </a:cubicBezTo>
                  <a:cubicBezTo>
                    <a:pt x="154293" y="153996"/>
                    <a:pt x="153996" y="154293"/>
                    <a:pt x="153691" y="154579"/>
                  </a:cubicBezTo>
                  <a:cubicBezTo>
                    <a:pt x="153386" y="154866"/>
                    <a:pt x="153071" y="155143"/>
                    <a:pt x="152748" y="155410"/>
                  </a:cubicBezTo>
                  <a:cubicBezTo>
                    <a:pt x="152426" y="155677"/>
                    <a:pt x="152095" y="155934"/>
                    <a:pt x="151756" y="156180"/>
                  </a:cubicBezTo>
                  <a:cubicBezTo>
                    <a:pt x="151417" y="156427"/>
                    <a:pt x="151070" y="156662"/>
                    <a:pt x="150717" y="156887"/>
                  </a:cubicBezTo>
                  <a:cubicBezTo>
                    <a:pt x="150363" y="157111"/>
                    <a:pt x="150002" y="157324"/>
                    <a:pt x="149635" y="157526"/>
                  </a:cubicBezTo>
                  <a:cubicBezTo>
                    <a:pt x="149268" y="157728"/>
                    <a:pt x="148895" y="157918"/>
                    <a:pt x="148516" y="158097"/>
                  </a:cubicBezTo>
                  <a:cubicBezTo>
                    <a:pt x="148137" y="158275"/>
                    <a:pt x="147752" y="158441"/>
                    <a:pt x="147362" y="158596"/>
                  </a:cubicBezTo>
                  <a:cubicBezTo>
                    <a:pt x="146973" y="158750"/>
                    <a:pt x="146579" y="158892"/>
                    <a:pt x="146180" y="159021"/>
                  </a:cubicBezTo>
                  <a:cubicBezTo>
                    <a:pt x="145782" y="159151"/>
                    <a:pt x="145380" y="159267"/>
                    <a:pt x="144974" y="159372"/>
                  </a:cubicBezTo>
                  <a:cubicBezTo>
                    <a:pt x="144568" y="159476"/>
                    <a:pt x="144159" y="159567"/>
                    <a:pt x="143748" y="159646"/>
                  </a:cubicBezTo>
                  <a:cubicBezTo>
                    <a:pt x="143336" y="159724"/>
                    <a:pt x="142922" y="159790"/>
                    <a:pt x="142507" y="159842"/>
                  </a:cubicBezTo>
                  <a:cubicBezTo>
                    <a:pt x="142091" y="159895"/>
                    <a:pt x="141674" y="159934"/>
                    <a:pt x="141256" y="159961"/>
                  </a:cubicBezTo>
                  <a:cubicBezTo>
                    <a:pt x="140838" y="159987"/>
                    <a:pt x="140419" y="160000"/>
                    <a:pt x="140000" y="160000"/>
                  </a:cubicBezTo>
                  <a:lnTo>
                    <a:pt x="20000" y="160000"/>
                  </a:lnTo>
                  <a:cubicBezTo>
                    <a:pt x="19581" y="160000"/>
                    <a:pt x="19162" y="159987"/>
                    <a:pt x="18744" y="159961"/>
                  </a:cubicBezTo>
                  <a:cubicBezTo>
                    <a:pt x="18326" y="159934"/>
                    <a:pt x="17909" y="159895"/>
                    <a:pt x="17493" y="159842"/>
                  </a:cubicBezTo>
                  <a:cubicBezTo>
                    <a:pt x="17078" y="159790"/>
                    <a:pt x="16664" y="159724"/>
                    <a:pt x="16252" y="159646"/>
                  </a:cubicBezTo>
                  <a:cubicBezTo>
                    <a:pt x="15841" y="159567"/>
                    <a:pt x="15432" y="159476"/>
                    <a:pt x="15026" y="159372"/>
                  </a:cubicBezTo>
                  <a:cubicBezTo>
                    <a:pt x="14620" y="159267"/>
                    <a:pt x="14218" y="159151"/>
                    <a:pt x="13820" y="159021"/>
                  </a:cubicBezTo>
                  <a:cubicBezTo>
                    <a:pt x="13421" y="158892"/>
                    <a:pt x="13027" y="158750"/>
                    <a:pt x="12638" y="158596"/>
                  </a:cubicBezTo>
                  <a:cubicBezTo>
                    <a:pt x="12248" y="158441"/>
                    <a:pt x="11863" y="158275"/>
                    <a:pt x="11484" y="158097"/>
                  </a:cubicBezTo>
                  <a:cubicBezTo>
                    <a:pt x="11105" y="157918"/>
                    <a:pt x="10732" y="157728"/>
                    <a:pt x="10365" y="157526"/>
                  </a:cubicBezTo>
                  <a:cubicBezTo>
                    <a:pt x="9998" y="157324"/>
                    <a:pt x="9637" y="157111"/>
                    <a:pt x="9283" y="156887"/>
                  </a:cubicBezTo>
                  <a:cubicBezTo>
                    <a:pt x="8930" y="156662"/>
                    <a:pt x="8583" y="156427"/>
                    <a:pt x="8244" y="156180"/>
                  </a:cubicBezTo>
                  <a:cubicBezTo>
                    <a:pt x="7905" y="155934"/>
                    <a:pt x="7574" y="155677"/>
                    <a:pt x="7252" y="155410"/>
                  </a:cubicBezTo>
                  <a:cubicBezTo>
                    <a:pt x="6929" y="155143"/>
                    <a:pt x="6614" y="154866"/>
                    <a:pt x="6309" y="154579"/>
                  </a:cubicBezTo>
                  <a:cubicBezTo>
                    <a:pt x="6004" y="154293"/>
                    <a:pt x="5707" y="153996"/>
                    <a:pt x="5421" y="153691"/>
                  </a:cubicBezTo>
                  <a:cubicBezTo>
                    <a:pt x="5134" y="153386"/>
                    <a:pt x="4857" y="153071"/>
                    <a:pt x="4590" y="152748"/>
                  </a:cubicBezTo>
                  <a:cubicBezTo>
                    <a:pt x="4323" y="152426"/>
                    <a:pt x="4066" y="152095"/>
                    <a:pt x="3820" y="151756"/>
                  </a:cubicBezTo>
                  <a:cubicBezTo>
                    <a:pt x="3573" y="151417"/>
                    <a:pt x="3338" y="151070"/>
                    <a:pt x="3113" y="150717"/>
                  </a:cubicBezTo>
                  <a:cubicBezTo>
                    <a:pt x="2889" y="150363"/>
                    <a:pt x="2676" y="150002"/>
                    <a:pt x="2474" y="149635"/>
                  </a:cubicBezTo>
                  <a:cubicBezTo>
                    <a:pt x="2272" y="149268"/>
                    <a:pt x="2082" y="148895"/>
                    <a:pt x="1903" y="148516"/>
                  </a:cubicBezTo>
                  <a:cubicBezTo>
                    <a:pt x="1725" y="148137"/>
                    <a:pt x="1559" y="147752"/>
                    <a:pt x="1404" y="147362"/>
                  </a:cubicBezTo>
                  <a:cubicBezTo>
                    <a:pt x="1250" y="146973"/>
                    <a:pt x="1108" y="146579"/>
                    <a:pt x="979" y="146180"/>
                  </a:cubicBezTo>
                  <a:cubicBezTo>
                    <a:pt x="849" y="145782"/>
                    <a:pt x="733" y="145380"/>
                    <a:pt x="628" y="144974"/>
                  </a:cubicBezTo>
                  <a:cubicBezTo>
                    <a:pt x="524" y="144568"/>
                    <a:pt x="433" y="144159"/>
                    <a:pt x="354" y="143748"/>
                  </a:cubicBezTo>
                  <a:cubicBezTo>
                    <a:pt x="276" y="143336"/>
                    <a:pt x="210" y="142922"/>
                    <a:pt x="158" y="142507"/>
                  </a:cubicBezTo>
                  <a:cubicBezTo>
                    <a:pt x="105" y="142091"/>
                    <a:pt x="66" y="141674"/>
                    <a:pt x="39" y="141256"/>
                  </a:cubicBezTo>
                  <a:cubicBezTo>
                    <a:pt x="13" y="140838"/>
                    <a:pt x="0" y="140419"/>
                    <a:pt x="0" y="1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backpack-part-2"/>
            <p:cNvSpPr/>
            <p:nvPr/>
          </p:nvSpPr>
          <p:spPr>
            <a:xfrm>
              <a:off x="80000" y="10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backpack-part-3"/>
            <p:cNvSpPr/>
            <p:nvPr/>
          </p:nvSpPr>
          <p:spPr>
            <a:xfrm>
              <a:off x="80000" y="18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9" name="probe-lucide-backpack-part-4"/>
            <p:cNvSpPr/>
            <p:nvPr/>
          </p:nvSpPr>
          <p:spPr>
            <a:xfrm>
              <a:off x="80000" y="140000"/>
              <a:ext cx="80000" cy="80000"/>
            </a:xfrm>
            <a:custGeom>
              <a:avLst/>
              <a:gdLst/>
              <a:ahLst/>
              <a:cxnLst/>
              <a:rect l="0" t="0" r="r" b="b"/>
              <a:pathLst>
                <a:path w="80000" h="80000">
                  <a:moveTo>
                    <a:pt x="0" y="8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60000" y="0"/>
                  </a:lnTo>
                  <a:cubicBezTo>
                    <a:pt x="60419" y="0"/>
                    <a:pt x="60838" y="13"/>
                    <a:pt x="61256" y="39"/>
                  </a:cubicBezTo>
                  <a:cubicBezTo>
                    <a:pt x="61674" y="66"/>
                    <a:pt x="62091" y="105"/>
                    <a:pt x="62507" y="158"/>
                  </a:cubicBezTo>
                  <a:cubicBezTo>
                    <a:pt x="62922" y="210"/>
                    <a:pt x="63336" y="276"/>
                    <a:pt x="63748" y="354"/>
                  </a:cubicBezTo>
                  <a:cubicBezTo>
                    <a:pt x="64159" y="433"/>
                    <a:pt x="64568" y="524"/>
                    <a:pt x="64974" y="628"/>
                  </a:cubicBezTo>
                  <a:cubicBezTo>
                    <a:pt x="65380" y="733"/>
                    <a:pt x="65782" y="849"/>
                    <a:pt x="66180" y="979"/>
                  </a:cubicBezTo>
                  <a:cubicBezTo>
                    <a:pt x="66579" y="1108"/>
                    <a:pt x="66973" y="1250"/>
                    <a:pt x="67362" y="1404"/>
                  </a:cubicBezTo>
                  <a:cubicBezTo>
                    <a:pt x="67752" y="1559"/>
                    <a:pt x="68137" y="1725"/>
                    <a:pt x="68516" y="1903"/>
                  </a:cubicBezTo>
                  <a:cubicBezTo>
                    <a:pt x="68895" y="2082"/>
                    <a:pt x="69268" y="2272"/>
                    <a:pt x="69635" y="2474"/>
                  </a:cubicBezTo>
                  <a:cubicBezTo>
                    <a:pt x="70002" y="2676"/>
                    <a:pt x="70363" y="2889"/>
                    <a:pt x="70717" y="3113"/>
                  </a:cubicBezTo>
                  <a:cubicBezTo>
                    <a:pt x="71070" y="3338"/>
                    <a:pt x="71417" y="3573"/>
                    <a:pt x="71756" y="3820"/>
                  </a:cubicBezTo>
                  <a:cubicBezTo>
                    <a:pt x="72095" y="4066"/>
                    <a:pt x="72426" y="4323"/>
                    <a:pt x="72748" y="4590"/>
                  </a:cubicBezTo>
                  <a:cubicBezTo>
                    <a:pt x="73071" y="4857"/>
                    <a:pt x="73386" y="5134"/>
                    <a:pt x="73691" y="5421"/>
                  </a:cubicBezTo>
                  <a:cubicBezTo>
                    <a:pt x="73996" y="5707"/>
                    <a:pt x="74293" y="6004"/>
                    <a:pt x="74579" y="6309"/>
                  </a:cubicBezTo>
                  <a:cubicBezTo>
                    <a:pt x="74866" y="6614"/>
                    <a:pt x="75143" y="6929"/>
                    <a:pt x="75410" y="7252"/>
                  </a:cubicBezTo>
                  <a:cubicBezTo>
                    <a:pt x="75677" y="7574"/>
                    <a:pt x="75934" y="7905"/>
                    <a:pt x="76180" y="8244"/>
                  </a:cubicBezTo>
                  <a:cubicBezTo>
                    <a:pt x="76427" y="8583"/>
                    <a:pt x="76662" y="8930"/>
                    <a:pt x="76887" y="9283"/>
                  </a:cubicBezTo>
                  <a:cubicBezTo>
                    <a:pt x="77111" y="9637"/>
                    <a:pt x="77324" y="9998"/>
                    <a:pt x="77526" y="10365"/>
                  </a:cubicBezTo>
                  <a:cubicBezTo>
                    <a:pt x="77728" y="10732"/>
                    <a:pt x="77918" y="11105"/>
                    <a:pt x="78097" y="11484"/>
                  </a:cubicBezTo>
                  <a:cubicBezTo>
                    <a:pt x="78275" y="11863"/>
                    <a:pt x="78441" y="12248"/>
                    <a:pt x="78596" y="12638"/>
                  </a:cubicBezTo>
                  <a:cubicBezTo>
                    <a:pt x="78750" y="13027"/>
                    <a:pt x="78892" y="13421"/>
                    <a:pt x="79021" y="13820"/>
                  </a:cubicBezTo>
                  <a:cubicBezTo>
                    <a:pt x="79151" y="14218"/>
                    <a:pt x="79267" y="14620"/>
                    <a:pt x="79372" y="15026"/>
                  </a:cubicBezTo>
                  <a:cubicBezTo>
                    <a:pt x="79476" y="15432"/>
                    <a:pt x="79567" y="15841"/>
                    <a:pt x="79646" y="16252"/>
                  </a:cubicBezTo>
                  <a:cubicBezTo>
                    <a:pt x="79724" y="16664"/>
                    <a:pt x="79790" y="17078"/>
                    <a:pt x="79842" y="17493"/>
                  </a:cubicBezTo>
                  <a:cubicBezTo>
                    <a:pt x="79895" y="17909"/>
                    <a:pt x="79934" y="18326"/>
                    <a:pt x="79961" y="18744"/>
                  </a:cubicBezTo>
                  <a:cubicBezTo>
                    <a:pt x="79987" y="19162"/>
                    <a:pt x="80000" y="19581"/>
                    <a:pt x="80000" y="20000"/>
                  </a:cubicBezTo>
                  <a:lnTo>
                    <a:pt x="8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0" name="probe-lucide-backpack-part-5"/>
            <p:cNvSpPr/>
            <p:nvPr/>
          </p:nvSpPr>
          <p:spPr>
            <a:xfrm>
              <a:off x="90000" y="2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  <a:cubicBezTo>
                    <a:pt x="40419" y="0"/>
                    <a:pt x="40838" y="13"/>
                    <a:pt x="41256" y="39"/>
                  </a:cubicBezTo>
                  <a:cubicBezTo>
                    <a:pt x="41674" y="66"/>
                    <a:pt x="42091" y="105"/>
                    <a:pt x="42507" y="158"/>
                  </a:cubicBezTo>
                  <a:cubicBezTo>
                    <a:pt x="42922" y="210"/>
                    <a:pt x="43336" y="276"/>
                    <a:pt x="43748" y="354"/>
                  </a:cubicBezTo>
                  <a:cubicBezTo>
                    <a:pt x="44159" y="433"/>
                    <a:pt x="44568" y="524"/>
                    <a:pt x="44974" y="628"/>
                  </a:cubicBezTo>
                  <a:cubicBezTo>
                    <a:pt x="45380" y="733"/>
                    <a:pt x="45782" y="849"/>
                    <a:pt x="46180" y="979"/>
                  </a:cubicBezTo>
                  <a:cubicBezTo>
                    <a:pt x="46579" y="1108"/>
                    <a:pt x="46973" y="1250"/>
                    <a:pt x="47362" y="1404"/>
                  </a:cubicBezTo>
                  <a:cubicBezTo>
                    <a:pt x="47752" y="1559"/>
                    <a:pt x="48137" y="1725"/>
                    <a:pt x="48516" y="1903"/>
                  </a:cubicBezTo>
                  <a:cubicBezTo>
                    <a:pt x="48895" y="2082"/>
                    <a:pt x="49268" y="2272"/>
                    <a:pt x="49635" y="2474"/>
                  </a:cubicBezTo>
                  <a:cubicBezTo>
                    <a:pt x="50002" y="2676"/>
                    <a:pt x="50363" y="2889"/>
                    <a:pt x="50717" y="3113"/>
                  </a:cubicBezTo>
                  <a:cubicBezTo>
                    <a:pt x="51070" y="3338"/>
                    <a:pt x="51417" y="3573"/>
                    <a:pt x="51756" y="3820"/>
                  </a:cubicBezTo>
                  <a:cubicBezTo>
                    <a:pt x="52095" y="4066"/>
                    <a:pt x="52426" y="4323"/>
                    <a:pt x="52748" y="4590"/>
                  </a:cubicBezTo>
                  <a:cubicBezTo>
                    <a:pt x="53071" y="4857"/>
                    <a:pt x="53386" y="5134"/>
                    <a:pt x="53691" y="5421"/>
                  </a:cubicBezTo>
                  <a:cubicBezTo>
                    <a:pt x="53996" y="5707"/>
                    <a:pt x="54293" y="6004"/>
                    <a:pt x="54579" y="6309"/>
                  </a:cubicBezTo>
                  <a:cubicBezTo>
                    <a:pt x="54866" y="6614"/>
                    <a:pt x="55143" y="6929"/>
                    <a:pt x="55410" y="7252"/>
                  </a:cubicBezTo>
                  <a:cubicBezTo>
                    <a:pt x="55677" y="7574"/>
                    <a:pt x="55934" y="7905"/>
                    <a:pt x="56180" y="8244"/>
                  </a:cubicBezTo>
                  <a:cubicBezTo>
                    <a:pt x="56427" y="8583"/>
                    <a:pt x="56662" y="8930"/>
                    <a:pt x="56887" y="9283"/>
                  </a:cubicBezTo>
                  <a:cubicBezTo>
                    <a:pt x="57111" y="9637"/>
                    <a:pt x="57324" y="9998"/>
                    <a:pt x="57526" y="10365"/>
                  </a:cubicBezTo>
                  <a:cubicBezTo>
                    <a:pt x="57728" y="10732"/>
                    <a:pt x="57918" y="11105"/>
                    <a:pt x="58097" y="11484"/>
                  </a:cubicBezTo>
                  <a:cubicBezTo>
                    <a:pt x="58275" y="11863"/>
                    <a:pt x="58441" y="12248"/>
                    <a:pt x="58596" y="12638"/>
                  </a:cubicBezTo>
                  <a:cubicBezTo>
                    <a:pt x="58750" y="13027"/>
                    <a:pt x="58892" y="13421"/>
                    <a:pt x="59021" y="13820"/>
                  </a:cubicBezTo>
                  <a:cubicBezTo>
                    <a:pt x="59151" y="14218"/>
                    <a:pt x="59267" y="14620"/>
                    <a:pt x="59372" y="15026"/>
                  </a:cubicBezTo>
                  <a:cubicBezTo>
                    <a:pt x="59476" y="15432"/>
                    <a:pt x="59567" y="15841"/>
                    <a:pt x="59646" y="16252"/>
                  </a:cubicBezTo>
                  <a:cubicBezTo>
                    <a:pt x="59724" y="16664"/>
                    <a:pt x="59790" y="17078"/>
                    <a:pt x="59842" y="17493"/>
                  </a:cubicBezTo>
                  <a:cubicBezTo>
                    <a:pt x="59895" y="17909"/>
                    <a:pt x="59934" y="18326"/>
                    <a:pt x="59961" y="18744"/>
                  </a:cubicBezTo>
                  <a:cubicBezTo>
                    <a:pt x="59987" y="19162"/>
                    <a:pt x="60000" y="19581"/>
                    <a:pt x="60000" y="20000"/>
                  </a:cubicBezTo>
                  <a:lnTo>
                    <a:pt x="6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1" name="probe-lucide-battery-charging" descr="设备供电 — Lucide Icons and Contributors; ISC; original SVG unchanged. Source: https://github.com/lucide-icons/lucide/blob/20aef31db93fe4d9f398dbb15b120d99c48eef95/icons/battery-charging.svg; SVG SHA256: 6a95bf102235d7070121bb8eb21a4836fa7ea9f0dbe8327eadbdf94253acdcbd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72" name="probe-lucide-battery-charging-part-1"/>
            <p:cNvSpPr/>
            <p:nvPr/>
          </p:nvSpPr>
          <p:spPr>
            <a:xfrm>
              <a:off x="80000" y="70000"/>
              <a:ext cx="40000" cy="100000"/>
            </a:xfrm>
            <a:custGeom>
              <a:avLst/>
              <a:gdLst/>
              <a:ahLst/>
              <a:cxnLst/>
              <a:rect l="0" t="0" r="r" b="b"/>
              <a:pathLst>
                <a:path w="40000" h="100000">
                  <a:moveTo>
                    <a:pt x="30000" y="0"/>
                  </a:moveTo>
                  <a:lnTo>
                    <a:pt x="0" y="50000"/>
                  </a:lnTo>
                  <a:lnTo>
                    <a:pt x="40000" y="50000"/>
                  </a:lnTo>
                  <a:lnTo>
                    <a:pt x="1000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3" name="probe-lucide-battery-charging-part-2"/>
            <p:cNvSpPr/>
            <p:nvPr/>
          </p:nvSpPr>
          <p:spPr>
            <a:xfrm>
              <a:off x="130650" y="60000"/>
              <a:ext cx="49350" cy="120000"/>
            </a:xfrm>
            <a:custGeom>
              <a:avLst/>
              <a:gdLst/>
              <a:ahLst/>
              <a:cxnLst/>
              <a:rect l="0" t="0" r="r" b="b"/>
              <a:pathLst>
                <a:path w="49350" h="120000">
                  <a:moveTo>
                    <a:pt x="17910" y="0"/>
                  </a:moveTo>
                  <a:lnTo>
                    <a:pt x="29350" y="0"/>
                  </a:lnTo>
                  <a:cubicBezTo>
                    <a:pt x="29769" y="0"/>
                    <a:pt x="30188" y="13"/>
                    <a:pt x="30606" y="39"/>
                  </a:cubicBezTo>
                  <a:cubicBezTo>
                    <a:pt x="31024" y="66"/>
                    <a:pt x="31441" y="105"/>
                    <a:pt x="31857" y="158"/>
                  </a:cubicBezTo>
                  <a:cubicBezTo>
                    <a:pt x="32272" y="210"/>
                    <a:pt x="32686" y="276"/>
                    <a:pt x="33098" y="354"/>
                  </a:cubicBezTo>
                  <a:cubicBezTo>
                    <a:pt x="33509" y="433"/>
                    <a:pt x="33918" y="524"/>
                    <a:pt x="34324" y="628"/>
                  </a:cubicBezTo>
                  <a:cubicBezTo>
                    <a:pt x="34730" y="733"/>
                    <a:pt x="35132" y="849"/>
                    <a:pt x="35530" y="979"/>
                  </a:cubicBezTo>
                  <a:cubicBezTo>
                    <a:pt x="35929" y="1108"/>
                    <a:pt x="36323" y="1250"/>
                    <a:pt x="36712" y="1404"/>
                  </a:cubicBezTo>
                  <a:cubicBezTo>
                    <a:pt x="37102" y="1559"/>
                    <a:pt x="37487" y="1725"/>
                    <a:pt x="37866" y="1903"/>
                  </a:cubicBezTo>
                  <a:cubicBezTo>
                    <a:pt x="38245" y="2082"/>
                    <a:pt x="38618" y="2272"/>
                    <a:pt x="38985" y="2474"/>
                  </a:cubicBezTo>
                  <a:cubicBezTo>
                    <a:pt x="39352" y="2676"/>
                    <a:pt x="39713" y="2889"/>
                    <a:pt x="40067" y="3113"/>
                  </a:cubicBezTo>
                  <a:cubicBezTo>
                    <a:pt x="40420" y="3338"/>
                    <a:pt x="40767" y="3573"/>
                    <a:pt x="41106" y="3820"/>
                  </a:cubicBezTo>
                  <a:cubicBezTo>
                    <a:pt x="41445" y="4066"/>
                    <a:pt x="41776" y="4323"/>
                    <a:pt x="42098" y="4590"/>
                  </a:cubicBezTo>
                  <a:cubicBezTo>
                    <a:pt x="42421" y="4857"/>
                    <a:pt x="42736" y="5134"/>
                    <a:pt x="43041" y="5421"/>
                  </a:cubicBezTo>
                  <a:cubicBezTo>
                    <a:pt x="43346" y="5707"/>
                    <a:pt x="43643" y="6004"/>
                    <a:pt x="43929" y="6309"/>
                  </a:cubicBezTo>
                  <a:cubicBezTo>
                    <a:pt x="44216" y="6614"/>
                    <a:pt x="44493" y="6929"/>
                    <a:pt x="44760" y="7252"/>
                  </a:cubicBezTo>
                  <a:cubicBezTo>
                    <a:pt x="45027" y="7574"/>
                    <a:pt x="45284" y="7905"/>
                    <a:pt x="45530" y="8244"/>
                  </a:cubicBezTo>
                  <a:cubicBezTo>
                    <a:pt x="45777" y="8583"/>
                    <a:pt x="46012" y="8930"/>
                    <a:pt x="46237" y="9283"/>
                  </a:cubicBezTo>
                  <a:cubicBezTo>
                    <a:pt x="46461" y="9637"/>
                    <a:pt x="46674" y="9998"/>
                    <a:pt x="46876" y="10365"/>
                  </a:cubicBezTo>
                  <a:cubicBezTo>
                    <a:pt x="47078" y="10732"/>
                    <a:pt x="47268" y="11105"/>
                    <a:pt x="47447" y="11484"/>
                  </a:cubicBezTo>
                  <a:cubicBezTo>
                    <a:pt x="47625" y="11863"/>
                    <a:pt x="47791" y="12248"/>
                    <a:pt x="47946" y="12638"/>
                  </a:cubicBezTo>
                  <a:cubicBezTo>
                    <a:pt x="48100" y="13027"/>
                    <a:pt x="48242" y="13421"/>
                    <a:pt x="48371" y="13820"/>
                  </a:cubicBezTo>
                  <a:cubicBezTo>
                    <a:pt x="48501" y="14218"/>
                    <a:pt x="48617" y="14620"/>
                    <a:pt x="48722" y="15026"/>
                  </a:cubicBezTo>
                  <a:cubicBezTo>
                    <a:pt x="48826" y="15432"/>
                    <a:pt x="48917" y="15841"/>
                    <a:pt x="48996" y="16252"/>
                  </a:cubicBezTo>
                  <a:cubicBezTo>
                    <a:pt x="49074" y="16664"/>
                    <a:pt x="49140" y="17078"/>
                    <a:pt x="49192" y="17493"/>
                  </a:cubicBezTo>
                  <a:cubicBezTo>
                    <a:pt x="49245" y="17909"/>
                    <a:pt x="49284" y="18326"/>
                    <a:pt x="49311" y="18744"/>
                  </a:cubicBezTo>
                  <a:cubicBezTo>
                    <a:pt x="49337" y="19162"/>
                    <a:pt x="49350" y="19581"/>
                    <a:pt x="49350" y="20000"/>
                  </a:cubicBezTo>
                  <a:lnTo>
                    <a:pt x="49350" y="100000"/>
                  </a:lnTo>
                  <a:cubicBezTo>
                    <a:pt x="49350" y="100419"/>
                    <a:pt x="49337" y="100838"/>
                    <a:pt x="49311" y="101256"/>
                  </a:cubicBezTo>
                  <a:cubicBezTo>
                    <a:pt x="49284" y="101674"/>
                    <a:pt x="49245" y="102091"/>
                    <a:pt x="49192" y="102507"/>
                  </a:cubicBezTo>
                  <a:cubicBezTo>
                    <a:pt x="49140" y="102922"/>
                    <a:pt x="49074" y="103336"/>
                    <a:pt x="48996" y="103748"/>
                  </a:cubicBezTo>
                  <a:cubicBezTo>
                    <a:pt x="48917" y="104159"/>
                    <a:pt x="48826" y="104568"/>
                    <a:pt x="48722" y="104974"/>
                  </a:cubicBezTo>
                  <a:cubicBezTo>
                    <a:pt x="48617" y="105380"/>
                    <a:pt x="48501" y="105782"/>
                    <a:pt x="48371" y="106180"/>
                  </a:cubicBezTo>
                  <a:cubicBezTo>
                    <a:pt x="48242" y="106579"/>
                    <a:pt x="48100" y="106973"/>
                    <a:pt x="47946" y="107362"/>
                  </a:cubicBezTo>
                  <a:cubicBezTo>
                    <a:pt x="47791" y="107752"/>
                    <a:pt x="47625" y="108137"/>
                    <a:pt x="47447" y="108516"/>
                  </a:cubicBezTo>
                  <a:cubicBezTo>
                    <a:pt x="47268" y="108895"/>
                    <a:pt x="47078" y="109268"/>
                    <a:pt x="46876" y="109635"/>
                  </a:cubicBezTo>
                  <a:cubicBezTo>
                    <a:pt x="46674" y="110002"/>
                    <a:pt x="46461" y="110363"/>
                    <a:pt x="46237" y="110717"/>
                  </a:cubicBezTo>
                  <a:cubicBezTo>
                    <a:pt x="46012" y="111070"/>
                    <a:pt x="45777" y="111417"/>
                    <a:pt x="45530" y="111756"/>
                  </a:cubicBezTo>
                  <a:cubicBezTo>
                    <a:pt x="45284" y="112095"/>
                    <a:pt x="45027" y="112426"/>
                    <a:pt x="44760" y="112748"/>
                  </a:cubicBezTo>
                  <a:cubicBezTo>
                    <a:pt x="44493" y="113071"/>
                    <a:pt x="44216" y="113386"/>
                    <a:pt x="43929" y="113691"/>
                  </a:cubicBezTo>
                  <a:cubicBezTo>
                    <a:pt x="43643" y="113996"/>
                    <a:pt x="43346" y="114293"/>
                    <a:pt x="43041" y="114579"/>
                  </a:cubicBezTo>
                  <a:cubicBezTo>
                    <a:pt x="42736" y="114866"/>
                    <a:pt x="42421" y="115143"/>
                    <a:pt x="42098" y="115410"/>
                  </a:cubicBezTo>
                  <a:cubicBezTo>
                    <a:pt x="41776" y="115677"/>
                    <a:pt x="41445" y="115934"/>
                    <a:pt x="41106" y="116180"/>
                  </a:cubicBezTo>
                  <a:cubicBezTo>
                    <a:pt x="40767" y="116427"/>
                    <a:pt x="40420" y="116662"/>
                    <a:pt x="40067" y="116887"/>
                  </a:cubicBezTo>
                  <a:cubicBezTo>
                    <a:pt x="39713" y="117111"/>
                    <a:pt x="39352" y="117324"/>
                    <a:pt x="38985" y="117526"/>
                  </a:cubicBezTo>
                  <a:cubicBezTo>
                    <a:pt x="38618" y="117728"/>
                    <a:pt x="38245" y="117918"/>
                    <a:pt x="37866" y="118097"/>
                  </a:cubicBezTo>
                  <a:cubicBezTo>
                    <a:pt x="37487" y="118275"/>
                    <a:pt x="37102" y="118441"/>
                    <a:pt x="36712" y="118596"/>
                  </a:cubicBezTo>
                  <a:cubicBezTo>
                    <a:pt x="36323" y="118750"/>
                    <a:pt x="35929" y="118892"/>
                    <a:pt x="35530" y="119021"/>
                  </a:cubicBezTo>
                  <a:cubicBezTo>
                    <a:pt x="35132" y="119151"/>
                    <a:pt x="34730" y="119267"/>
                    <a:pt x="34324" y="119372"/>
                  </a:cubicBezTo>
                  <a:cubicBezTo>
                    <a:pt x="33918" y="119476"/>
                    <a:pt x="33509" y="119567"/>
                    <a:pt x="33098" y="119646"/>
                  </a:cubicBezTo>
                  <a:cubicBezTo>
                    <a:pt x="32686" y="119724"/>
                    <a:pt x="32272" y="119790"/>
                    <a:pt x="31857" y="119842"/>
                  </a:cubicBezTo>
                  <a:cubicBezTo>
                    <a:pt x="31441" y="119895"/>
                    <a:pt x="31024" y="119934"/>
                    <a:pt x="30606" y="119961"/>
                  </a:cubicBezTo>
                  <a:cubicBezTo>
                    <a:pt x="30188" y="119987"/>
                    <a:pt x="29769" y="120000"/>
                    <a:pt x="29350" y="120000"/>
                  </a:cubicBezTo>
                  <a:lnTo>
                    <a:pt x="0" y="1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4" name="probe-lucide-battery-charging-part-3"/>
            <p:cNvSpPr/>
            <p:nvPr/>
          </p:nvSpPr>
          <p:spPr>
            <a:xfrm>
              <a:off x="22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" name="probe-lucide-battery-charging-part-4"/>
            <p:cNvSpPr/>
            <p:nvPr/>
          </p:nvSpPr>
          <p:spPr>
            <a:xfrm>
              <a:off x="20000" y="60000"/>
              <a:ext cx="49360" cy="120000"/>
            </a:xfrm>
            <a:custGeom>
              <a:avLst/>
              <a:gdLst/>
              <a:ahLst/>
              <a:cxnLst/>
              <a:rect l="0" t="0" r="r" b="b"/>
              <a:pathLst>
                <a:path w="49360" h="120000">
                  <a:moveTo>
                    <a:pt x="31400" y="120000"/>
                  </a:moveTo>
                  <a:lnTo>
                    <a:pt x="20000" y="120000"/>
                  </a:lnTo>
                  <a:cubicBezTo>
                    <a:pt x="19581" y="120000"/>
                    <a:pt x="19162" y="119987"/>
                    <a:pt x="18744" y="119961"/>
                  </a:cubicBezTo>
                  <a:cubicBezTo>
                    <a:pt x="18326" y="119934"/>
                    <a:pt x="17909" y="119895"/>
                    <a:pt x="17493" y="119842"/>
                  </a:cubicBezTo>
                  <a:cubicBezTo>
                    <a:pt x="17078" y="119790"/>
                    <a:pt x="16664" y="119724"/>
                    <a:pt x="16252" y="119646"/>
                  </a:cubicBezTo>
                  <a:cubicBezTo>
                    <a:pt x="15841" y="119567"/>
                    <a:pt x="15432" y="119476"/>
                    <a:pt x="15026" y="119372"/>
                  </a:cubicBezTo>
                  <a:cubicBezTo>
                    <a:pt x="14620" y="119267"/>
                    <a:pt x="14218" y="119151"/>
                    <a:pt x="13820" y="119021"/>
                  </a:cubicBezTo>
                  <a:cubicBezTo>
                    <a:pt x="13421" y="118892"/>
                    <a:pt x="13027" y="118750"/>
                    <a:pt x="12638" y="118596"/>
                  </a:cubicBezTo>
                  <a:cubicBezTo>
                    <a:pt x="12248" y="118441"/>
                    <a:pt x="11863" y="118275"/>
                    <a:pt x="11484" y="118097"/>
                  </a:cubicBezTo>
                  <a:cubicBezTo>
                    <a:pt x="11105" y="117918"/>
                    <a:pt x="10732" y="117728"/>
                    <a:pt x="10365" y="117526"/>
                  </a:cubicBezTo>
                  <a:cubicBezTo>
                    <a:pt x="9998" y="117324"/>
                    <a:pt x="9637" y="117111"/>
                    <a:pt x="9283" y="116887"/>
                  </a:cubicBezTo>
                  <a:cubicBezTo>
                    <a:pt x="8930" y="116662"/>
                    <a:pt x="8583" y="116427"/>
                    <a:pt x="8244" y="116180"/>
                  </a:cubicBezTo>
                  <a:cubicBezTo>
                    <a:pt x="7905" y="115934"/>
                    <a:pt x="7574" y="115677"/>
                    <a:pt x="7252" y="115410"/>
                  </a:cubicBezTo>
                  <a:cubicBezTo>
                    <a:pt x="6929" y="115143"/>
                    <a:pt x="6614" y="114866"/>
                    <a:pt x="6309" y="114579"/>
                  </a:cubicBezTo>
                  <a:cubicBezTo>
                    <a:pt x="6004" y="114293"/>
                    <a:pt x="5707" y="113996"/>
                    <a:pt x="5421" y="113691"/>
                  </a:cubicBezTo>
                  <a:cubicBezTo>
                    <a:pt x="5134" y="113386"/>
                    <a:pt x="4857" y="113071"/>
                    <a:pt x="4590" y="112748"/>
                  </a:cubicBezTo>
                  <a:cubicBezTo>
                    <a:pt x="4323" y="112426"/>
                    <a:pt x="4066" y="112095"/>
                    <a:pt x="3820" y="111756"/>
                  </a:cubicBezTo>
                  <a:cubicBezTo>
                    <a:pt x="3573" y="111417"/>
                    <a:pt x="3338" y="111070"/>
                    <a:pt x="3113" y="110717"/>
                  </a:cubicBezTo>
                  <a:cubicBezTo>
                    <a:pt x="2889" y="110363"/>
                    <a:pt x="2676" y="110002"/>
                    <a:pt x="2474" y="109635"/>
                  </a:cubicBezTo>
                  <a:cubicBezTo>
                    <a:pt x="2272" y="109268"/>
                    <a:pt x="2082" y="108895"/>
                    <a:pt x="1903" y="108516"/>
                  </a:cubicBezTo>
                  <a:cubicBezTo>
                    <a:pt x="1725" y="108137"/>
                    <a:pt x="1559" y="107752"/>
                    <a:pt x="1404" y="107362"/>
                  </a:cubicBezTo>
                  <a:cubicBezTo>
                    <a:pt x="1250" y="106973"/>
                    <a:pt x="1108" y="106579"/>
                    <a:pt x="979" y="106180"/>
                  </a:cubicBezTo>
                  <a:cubicBezTo>
                    <a:pt x="849" y="105782"/>
                    <a:pt x="733" y="105380"/>
                    <a:pt x="628" y="104974"/>
                  </a:cubicBezTo>
                  <a:cubicBezTo>
                    <a:pt x="524" y="104568"/>
                    <a:pt x="433" y="104159"/>
                    <a:pt x="354" y="103748"/>
                  </a:cubicBezTo>
                  <a:cubicBezTo>
                    <a:pt x="276" y="103336"/>
                    <a:pt x="210" y="102922"/>
                    <a:pt x="158" y="102507"/>
                  </a:cubicBezTo>
                  <a:cubicBezTo>
                    <a:pt x="105" y="102091"/>
                    <a:pt x="66" y="101674"/>
                    <a:pt x="39" y="101256"/>
                  </a:cubicBezTo>
                  <a:cubicBezTo>
                    <a:pt x="13" y="100838"/>
                    <a:pt x="0" y="100419"/>
                    <a:pt x="0" y="10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936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6" name="probe-lucide-battery-full" descr="电池 — Lucide Icons and Contributors; ISC; original SVG unchanged. Source: https://github.com/lucide-icons/lucide/blob/20aef31db93fe4d9f398dbb15b120d99c48eef95/icons/battery-full.svg; SVG SHA256: 9ef66bd46e676bbcf1e8befca8e904b93be9214abccea4f8a4d20432a0c5ccf8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77" name="probe-lucide-battery-full-part-1"/>
            <p:cNvSpPr/>
            <p:nvPr/>
          </p:nvSpPr>
          <p:spPr>
            <a:xfrm>
              <a:off x="10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8" name="probe-lucide-battery-full-part-2"/>
            <p:cNvSpPr/>
            <p:nvPr/>
          </p:nvSpPr>
          <p:spPr>
            <a:xfrm>
              <a:off x="14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9" name="probe-lucide-battery-full-part-3"/>
            <p:cNvSpPr/>
            <p:nvPr/>
          </p:nvSpPr>
          <p:spPr>
            <a:xfrm>
              <a:off x="22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0" name="probe-lucide-battery-full-part-4"/>
            <p:cNvSpPr/>
            <p:nvPr/>
          </p:nvSpPr>
          <p:spPr>
            <a:xfrm>
              <a:off x="6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1" name="probe-lucide-battery-full-part-5"/>
            <p:cNvSpPr/>
            <p:nvPr/>
          </p:nvSpPr>
          <p:spPr>
            <a:xfrm>
              <a:off x="20000" y="60000"/>
              <a:ext cx="160000" cy="120000"/>
            </a:xfrm>
            <a:custGeom>
              <a:avLst/>
              <a:gdLst/>
              <a:ahLst/>
              <a:cxnLst/>
              <a:rect l="0" t="0" r="r" b="b"/>
              <a:pathLst>
                <a:path w="160000" h="120000">
                  <a:moveTo>
                    <a:pt x="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00000"/>
                  </a:lnTo>
                  <a:cubicBezTo>
                    <a:pt x="160000" y="100419"/>
                    <a:pt x="159987" y="100838"/>
                    <a:pt x="159961" y="101256"/>
                  </a:cubicBezTo>
                  <a:cubicBezTo>
                    <a:pt x="159934" y="101674"/>
                    <a:pt x="159895" y="102091"/>
                    <a:pt x="159842" y="102507"/>
                  </a:cubicBezTo>
                  <a:cubicBezTo>
                    <a:pt x="159790" y="102922"/>
                    <a:pt x="159724" y="103336"/>
                    <a:pt x="159646" y="103748"/>
                  </a:cubicBezTo>
                  <a:cubicBezTo>
                    <a:pt x="159567" y="104159"/>
                    <a:pt x="159476" y="104568"/>
                    <a:pt x="159372" y="104974"/>
                  </a:cubicBezTo>
                  <a:cubicBezTo>
                    <a:pt x="159267" y="105380"/>
                    <a:pt x="159151" y="105782"/>
                    <a:pt x="159021" y="106180"/>
                  </a:cubicBezTo>
                  <a:cubicBezTo>
                    <a:pt x="158892" y="106579"/>
                    <a:pt x="158750" y="106973"/>
                    <a:pt x="158596" y="107362"/>
                  </a:cubicBezTo>
                  <a:cubicBezTo>
                    <a:pt x="158441" y="107752"/>
                    <a:pt x="158275" y="108137"/>
                    <a:pt x="158097" y="108516"/>
                  </a:cubicBezTo>
                  <a:cubicBezTo>
                    <a:pt x="157918" y="108895"/>
                    <a:pt x="157728" y="109268"/>
                    <a:pt x="157526" y="109635"/>
                  </a:cubicBezTo>
                  <a:cubicBezTo>
                    <a:pt x="157324" y="110002"/>
                    <a:pt x="157111" y="110363"/>
                    <a:pt x="156887" y="110717"/>
                  </a:cubicBezTo>
                  <a:cubicBezTo>
                    <a:pt x="156662" y="111070"/>
                    <a:pt x="156427" y="111417"/>
                    <a:pt x="156180" y="111756"/>
                  </a:cubicBezTo>
                  <a:cubicBezTo>
                    <a:pt x="155934" y="112095"/>
                    <a:pt x="155677" y="112426"/>
                    <a:pt x="155410" y="112748"/>
                  </a:cubicBezTo>
                  <a:cubicBezTo>
                    <a:pt x="155143" y="113071"/>
                    <a:pt x="154866" y="113386"/>
                    <a:pt x="154579" y="113691"/>
                  </a:cubicBezTo>
                  <a:cubicBezTo>
                    <a:pt x="154293" y="113996"/>
                    <a:pt x="153996" y="114293"/>
                    <a:pt x="153691" y="114579"/>
                  </a:cubicBezTo>
                  <a:cubicBezTo>
                    <a:pt x="153386" y="114866"/>
                    <a:pt x="153071" y="115143"/>
                    <a:pt x="152748" y="115410"/>
                  </a:cubicBezTo>
                  <a:cubicBezTo>
                    <a:pt x="152426" y="115677"/>
                    <a:pt x="152095" y="115934"/>
                    <a:pt x="151756" y="116180"/>
                  </a:cubicBezTo>
                  <a:cubicBezTo>
                    <a:pt x="151417" y="116427"/>
                    <a:pt x="151070" y="116662"/>
                    <a:pt x="150717" y="116887"/>
                  </a:cubicBezTo>
                  <a:cubicBezTo>
                    <a:pt x="150363" y="117111"/>
                    <a:pt x="150002" y="117324"/>
                    <a:pt x="149635" y="117526"/>
                  </a:cubicBezTo>
                  <a:cubicBezTo>
                    <a:pt x="149268" y="117728"/>
                    <a:pt x="148895" y="117918"/>
                    <a:pt x="148516" y="118097"/>
                  </a:cubicBezTo>
                  <a:cubicBezTo>
                    <a:pt x="148137" y="118275"/>
                    <a:pt x="147752" y="118441"/>
                    <a:pt x="147362" y="118596"/>
                  </a:cubicBezTo>
                  <a:cubicBezTo>
                    <a:pt x="146973" y="118750"/>
                    <a:pt x="146579" y="118892"/>
                    <a:pt x="146180" y="119021"/>
                  </a:cubicBezTo>
                  <a:cubicBezTo>
                    <a:pt x="145782" y="119151"/>
                    <a:pt x="145380" y="119267"/>
                    <a:pt x="144974" y="119372"/>
                  </a:cubicBezTo>
                  <a:cubicBezTo>
                    <a:pt x="144568" y="119476"/>
                    <a:pt x="144159" y="119567"/>
                    <a:pt x="143748" y="119646"/>
                  </a:cubicBezTo>
                  <a:cubicBezTo>
                    <a:pt x="143336" y="119724"/>
                    <a:pt x="142922" y="119790"/>
                    <a:pt x="142507" y="119842"/>
                  </a:cubicBezTo>
                  <a:cubicBezTo>
                    <a:pt x="142091" y="119895"/>
                    <a:pt x="141674" y="119934"/>
                    <a:pt x="141256" y="119961"/>
                  </a:cubicBezTo>
                  <a:cubicBezTo>
                    <a:pt x="140838" y="119987"/>
                    <a:pt x="140419" y="120000"/>
                    <a:pt x="140000" y="120000"/>
                  </a:cubicBezTo>
                  <a:lnTo>
                    <a:pt x="20000" y="120000"/>
                  </a:lnTo>
                  <a:cubicBezTo>
                    <a:pt x="19581" y="120000"/>
                    <a:pt x="19162" y="119987"/>
                    <a:pt x="18744" y="119961"/>
                  </a:cubicBezTo>
                  <a:cubicBezTo>
                    <a:pt x="18326" y="119934"/>
                    <a:pt x="17909" y="119895"/>
                    <a:pt x="17493" y="119842"/>
                  </a:cubicBezTo>
                  <a:cubicBezTo>
                    <a:pt x="17078" y="119790"/>
                    <a:pt x="16664" y="119724"/>
                    <a:pt x="16252" y="119646"/>
                  </a:cubicBezTo>
                  <a:cubicBezTo>
                    <a:pt x="15841" y="119567"/>
                    <a:pt x="15432" y="119476"/>
                    <a:pt x="15026" y="119372"/>
                  </a:cubicBezTo>
                  <a:cubicBezTo>
                    <a:pt x="14620" y="119267"/>
                    <a:pt x="14218" y="119151"/>
                    <a:pt x="13820" y="119021"/>
                  </a:cubicBezTo>
                  <a:cubicBezTo>
                    <a:pt x="13421" y="118892"/>
                    <a:pt x="13027" y="118750"/>
                    <a:pt x="12638" y="118596"/>
                  </a:cubicBezTo>
                  <a:cubicBezTo>
                    <a:pt x="12248" y="118441"/>
                    <a:pt x="11863" y="118275"/>
                    <a:pt x="11484" y="118097"/>
                  </a:cubicBezTo>
                  <a:cubicBezTo>
                    <a:pt x="11105" y="117918"/>
                    <a:pt x="10732" y="117728"/>
                    <a:pt x="10365" y="117526"/>
                  </a:cubicBezTo>
                  <a:cubicBezTo>
                    <a:pt x="9998" y="117324"/>
                    <a:pt x="9637" y="117111"/>
                    <a:pt x="9283" y="116887"/>
                  </a:cubicBezTo>
                  <a:cubicBezTo>
                    <a:pt x="8930" y="116662"/>
                    <a:pt x="8583" y="116427"/>
                    <a:pt x="8244" y="116180"/>
                  </a:cubicBezTo>
                  <a:cubicBezTo>
                    <a:pt x="7905" y="115934"/>
                    <a:pt x="7574" y="115677"/>
                    <a:pt x="7252" y="115410"/>
                  </a:cubicBezTo>
                  <a:cubicBezTo>
                    <a:pt x="6929" y="115143"/>
                    <a:pt x="6614" y="114866"/>
                    <a:pt x="6309" y="114579"/>
                  </a:cubicBezTo>
                  <a:cubicBezTo>
                    <a:pt x="6004" y="114293"/>
                    <a:pt x="5707" y="113996"/>
                    <a:pt x="5421" y="113691"/>
                  </a:cubicBezTo>
                  <a:cubicBezTo>
                    <a:pt x="5134" y="113386"/>
                    <a:pt x="4857" y="113071"/>
                    <a:pt x="4590" y="112748"/>
                  </a:cubicBezTo>
                  <a:cubicBezTo>
                    <a:pt x="4323" y="112426"/>
                    <a:pt x="4066" y="112095"/>
                    <a:pt x="3820" y="111756"/>
                  </a:cubicBezTo>
                  <a:cubicBezTo>
                    <a:pt x="3573" y="111417"/>
                    <a:pt x="3338" y="111070"/>
                    <a:pt x="3113" y="110717"/>
                  </a:cubicBezTo>
                  <a:cubicBezTo>
                    <a:pt x="2889" y="110363"/>
                    <a:pt x="2676" y="110002"/>
                    <a:pt x="2474" y="109635"/>
                  </a:cubicBezTo>
                  <a:cubicBezTo>
                    <a:pt x="2272" y="109268"/>
                    <a:pt x="2082" y="108895"/>
                    <a:pt x="1903" y="108516"/>
                  </a:cubicBezTo>
                  <a:cubicBezTo>
                    <a:pt x="1725" y="108137"/>
                    <a:pt x="1559" y="107752"/>
                    <a:pt x="1404" y="107362"/>
                  </a:cubicBezTo>
                  <a:cubicBezTo>
                    <a:pt x="1250" y="106973"/>
                    <a:pt x="1108" y="106579"/>
                    <a:pt x="979" y="106180"/>
                  </a:cubicBezTo>
                  <a:cubicBezTo>
                    <a:pt x="849" y="105782"/>
                    <a:pt x="733" y="105380"/>
                    <a:pt x="628" y="104974"/>
                  </a:cubicBezTo>
                  <a:cubicBezTo>
                    <a:pt x="524" y="104568"/>
                    <a:pt x="433" y="104159"/>
                    <a:pt x="354" y="103748"/>
                  </a:cubicBezTo>
                  <a:cubicBezTo>
                    <a:pt x="276" y="103336"/>
                    <a:pt x="210" y="102922"/>
                    <a:pt x="158" y="102507"/>
                  </a:cubicBezTo>
                  <a:cubicBezTo>
                    <a:pt x="105" y="102091"/>
                    <a:pt x="66" y="101674"/>
                    <a:pt x="39" y="101256"/>
                  </a:cubicBezTo>
                  <a:cubicBezTo>
                    <a:pt x="13" y="100838"/>
                    <a:pt x="0" y="100419"/>
                    <a:pt x="0" y="10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2" name="probe-lucide-binoculars" descr="binoculars — Lucide Icons and Contributors; preserve the bundled full upstream license. Source: https://github.com/lucide-icons/lucide/blob/20aef31db93fe4d9f398dbb15b120d99c48eef95/icons/binoculars.svg; SVG SHA256: f438d79e735a710d494cb9098548096e954e38b8f4d6c07fe8061f159f993525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83" name="probe-lucide-binoculars-part-1"/>
            <p:cNvSpPr/>
            <p:nvPr/>
          </p:nvSpPr>
          <p:spPr>
            <a:xfrm>
              <a:off x="100000" y="10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4" name="probe-lucide-binoculars-part-2"/>
            <p:cNvSpPr/>
            <p:nvPr/>
          </p:nvSpPr>
          <p:spPr>
            <a:xfrm>
              <a:off x="15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40000" y="10000"/>
                  </a:lnTo>
                  <a:cubicBezTo>
                    <a:pt x="40000" y="9791"/>
                    <a:pt x="39993" y="9581"/>
                    <a:pt x="39980" y="9372"/>
                  </a:cubicBezTo>
                  <a:cubicBezTo>
                    <a:pt x="39967" y="9163"/>
                    <a:pt x="39947" y="8954"/>
                    <a:pt x="39921" y="8747"/>
                  </a:cubicBezTo>
                  <a:cubicBezTo>
                    <a:pt x="39895" y="8539"/>
                    <a:pt x="39862" y="8332"/>
                    <a:pt x="39823" y="8126"/>
                  </a:cubicBezTo>
                  <a:cubicBezTo>
                    <a:pt x="39784" y="7920"/>
                    <a:pt x="39738" y="7716"/>
                    <a:pt x="39686" y="7513"/>
                  </a:cubicBezTo>
                  <a:cubicBezTo>
                    <a:pt x="39634" y="7310"/>
                    <a:pt x="39575" y="7109"/>
                    <a:pt x="39511" y="6910"/>
                  </a:cubicBezTo>
                  <a:cubicBezTo>
                    <a:pt x="39446" y="6711"/>
                    <a:pt x="39375" y="6514"/>
                    <a:pt x="39298" y="6319"/>
                  </a:cubicBezTo>
                  <a:cubicBezTo>
                    <a:pt x="39221" y="6124"/>
                    <a:pt x="39137" y="5932"/>
                    <a:pt x="39048" y="5742"/>
                  </a:cubicBezTo>
                  <a:cubicBezTo>
                    <a:pt x="38959" y="5553"/>
                    <a:pt x="38864" y="5366"/>
                    <a:pt x="38763" y="5182"/>
                  </a:cubicBezTo>
                  <a:cubicBezTo>
                    <a:pt x="38662" y="4999"/>
                    <a:pt x="38556" y="4819"/>
                    <a:pt x="38443" y="4642"/>
                  </a:cubicBezTo>
                  <a:cubicBezTo>
                    <a:pt x="38331" y="4465"/>
                    <a:pt x="38213" y="4292"/>
                    <a:pt x="38090" y="4122"/>
                  </a:cubicBezTo>
                  <a:cubicBezTo>
                    <a:pt x="37967" y="3953"/>
                    <a:pt x="37839" y="3787"/>
                    <a:pt x="37705" y="3626"/>
                  </a:cubicBezTo>
                  <a:cubicBezTo>
                    <a:pt x="37572" y="3464"/>
                    <a:pt x="37433" y="3307"/>
                    <a:pt x="37290" y="3155"/>
                  </a:cubicBezTo>
                  <a:cubicBezTo>
                    <a:pt x="37146" y="3002"/>
                    <a:pt x="36998" y="2854"/>
                    <a:pt x="36845" y="2710"/>
                  </a:cubicBezTo>
                  <a:cubicBezTo>
                    <a:pt x="36693" y="2567"/>
                    <a:pt x="36536" y="2428"/>
                    <a:pt x="36374" y="2295"/>
                  </a:cubicBezTo>
                  <a:cubicBezTo>
                    <a:pt x="36213" y="2161"/>
                    <a:pt x="36047" y="2033"/>
                    <a:pt x="35878" y="1910"/>
                  </a:cubicBezTo>
                  <a:cubicBezTo>
                    <a:pt x="35708" y="1787"/>
                    <a:pt x="35535" y="1669"/>
                    <a:pt x="35358" y="1557"/>
                  </a:cubicBezTo>
                  <a:cubicBezTo>
                    <a:pt x="35181" y="1444"/>
                    <a:pt x="35001" y="1338"/>
                    <a:pt x="34818" y="1237"/>
                  </a:cubicBezTo>
                  <a:cubicBezTo>
                    <a:pt x="34634" y="1136"/>
                    <a:pt x="34447" y="1041"/>
                    <a:pt x="34258" y="952"/>
                  </a:cubicBezTo>
                  <a:cubicBezTo>
                    <a:pt x="34068" y="863"/>
                    <a:pt x="33876" y="779"/>
                    <a:pt x="33681" y="702"/>
                  </a:cubicBezTo>
                  <a:cubicBezTo>
                    <a:pt x="33486" y="625"/>
                    <a:pt x="33289" y="554"/>
                    <a:pt x="33090" y="489"/>
                  </a:cubicBezTo>
                  <a:cubicBezTo>
                    <a:pt x="32891" y="425"/>
                    <a:pt x="32690" y="366"/>
                    <a:pt x="32487" y="314"/>
                  </a:cubicBezTo>
                  <a:cubicBezTo>
                    <a:pt x="32284" y="262"/>
                    <a:pt x="32080" y="216"/>
                    <a:pt x="31874" y="177"/>
                  </a:cubicBezTo>
                  <a:cubicBezTo>
                    <a:pt x="31668" y="138"/>
                    <a:pt x="31461" y="105"/>
                    <a:pt x="31253" y="79"/>
                  </a:cubicBezTo>
                  <a:cubicBezTo>
                    <a:pt x="31046" y="53"/>
                    <a:pt x="30837" y="33"/>
                    <a:pt x="30628" y="20"/>
                  </a:cubicBezTo>
                  <a:cubicBezTo>
                    <a:pt x="30419" y="7"/>
                    <a:pt x="30209" y="0"/>
                    <a:pt x="30000" y="0"/>
                  </a:cubicBez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5" name="probe-lucide-binoculars-part-3"/>
            <p:cNvSpPr/>
            <p:nvPr/>
          </p:nvSpPr>
          <p:spPr>
            <a:xfrm>
              <a:off x="140000" y="70000"/>
              <a:ext cx="80000" cy="140000"/>
            </a:xfrm>
            <a:custGeom>
              <a:avLst/>
              <a:gdLst/>
              <a:ahLst/>
              <a:cxnLst/>
              <a:rect l="0" t="0" r="r" b="b"/>
              <a:pathLst>
                <a:path w="80000" h="140000">
                  <a:moveTo>
                    <a:pt x="60000" y="140000"/>
                  </a:moveTo>
                  <a:cubicBezTo>
                    <a:pt x="60419" y="140000"/>
                    <a:pt x="60838" y="139987"/>
                    <a:pt x="61256" y="139961"/>
                  </a:cubicBezTo>
                  <a:cubicBezTo>
                    <a:pt x="61674" y="139934"/>
                    <a:pt x="62091" y="139895"/>
                    <a:pt x="62507" y="139842"/>
                  </a:cubicBezTo>
                  <a:cubicBezTo>
                    <a:pt x="62922" y="139790"/>
                    <a:pt x="63336" y="139724"/>
                    <a:pt x="63748" y="139646"/>
                  </a:cubicBezTo>
                  <a:cubicBezTo>
                    <a:pt x="64159" y="139567"/>
                    <a:pt x="64568" y="139476"/>
                    <a:pt x="64974" y="139372"/>
                  </a:cubicBezTo>
                  <a:cubicBezTo>
                    <a:pt x="65380" y="139267"/>
                    <a:pt x="65782" y="139151"/>
                    <a:pt x="66180" y="139021"/>
                  </a:cubicBezTo>
                  <a:cubicBezTo>
                    <a:pt x="66579" y="138892"/>
                    <a:pt x="66973" y="138750"/>
                    <a:pt x="67362" y="138596"/>
                  </a:cubicBezTo>
                  <a:cubicBezTo>
                    <a:pt x="67752" y="138441"/>
                    <a:pt x="68137" y="138275"/>
                    <a:pt x="68516" y="138097"/>
                  </a:cubicBezTo>
                  <a:cubicBezTo>
                    <a:pt x="68895" y="137918"/>
                    <a:pt x="69268" y="137728"/>
                    <a:pt x="69635" y="137526"/>
                  </a:cubicBezTo>
                  <a:cubicBezTo>
                    <a:pt x="70002" y="137324"/>
                    <a:pt x="70363" y="137111"/>
                    <a:pt x="70717" y="136887"/>
                  </a:cubicBezTo>
                  <a:cubicBezTo>
                    <a:pt x="71070" y="136662"/>
                    <a:pt x="71417" y="136427"/>
                    <a:pt x="71756" y="136180"/>
                  </a:cubicBezTo>
                  <a:cubicBezTo>
                    <a:pt x="72095" y="135934"/>
                    <a:pt x="72426" y="135677"/>
                    <a:pt x="72748" y="135410"/>
                  </a:cubicBezTo>
                  <a:cubicBezTo>
                    <a:pt x="73071" y="135143"/>
                    <a:pt x="73386" y="134866"/>
                    <a:pt x="73691" y="134579"/>
                  </a:cubicBezTo>
                  <a:cubicBezTo>
                    <a:pt x="73996" y="134293"/>
                    <a:pt x="74293" y="133996"/>
                    <a:pt x="74579" y="133691"/>
                  </a:cubicBezTo>
                  <a:cubicBezTo>
                    <a:pt x="74866" y="133386"/>
                    <a:pt x="75143" y="133071"/>
                    <a:pt x="75410" y="132748"/>
                  </a:cubicBezTo>
                  <a:cubicBezTo>
                    <a:pt x="75677" y="132426"/>
                    <a:pt x="75934" y="132095"/>
                    <a:pt x="76180" y="131756"/>
                  </a:cubicBezTo>
                  <a:cubicBezTo>
                    <a:pt x="76427" y="131417"/>
                    <a:pt x="76662" y="131070"/>
                    <a:pt x="76887" y="130717"/>
                  </a:cubicBezTo>
                  <a:cubicBezTo>
                    <a:pt x="77111" y="130363"/>
                    <a:pt x="77324" y="130002"/>
                    <a:pt x="77526" y="129635"/>
                  </a:cubicBezTo>
                  <a:cubicBezTo>
                    <a:pt x="77728" y="129268"/>
                    <a:pt x="77918" y="128895"/>
                    <a:pt x="78097" y="128516"/>
                  </a:cubicBezTo>
                  <a:cubicBezTo>
                    <a:pt x="78275" y="128137"/>
                    <a:pt x="78441" y="127752"/>
                    <a:pt x="78596" y="127362"/>
                  </a:cubicBezTo>
                  <a:cubicBezTo>
                    <a:pt x="78750" y="126973"/>
                    <a:pt x="78892" y="126579"/>
                    <a:pt x="79021" y="126180"/>
                  </a:cubicBezTo>
                  <a:cubicBezTo>
                    <a:pt x="79151" y="125782"/>
                    <a:pt x="79267" y="125380"/>
                    <a:pt x="79372" y="124974"/>
                  </a:cubicBezTo>
                  <a:cubicBezTo>
                    <a:pt x="79476" y="124568"/>
                    <a:pt x="79567" y="124159"/>
                    <a:pt x="79646" y="123748"/>
                  </a:cubicBezTo>
                  <a:cubicBezTo>
                    <a:pt x="79724" y="123336"/>
                    <a:pt x="79790" y="122922"/>
                    <a:pt x="79842" y="122507"/>
                  </a:cubicBezTo>
                  <a:cubicBezTo>
                    <a:pt x="79895" y="122091"/>
                    <a:pt x="79934" y="121674"/>
                    <a:pt x="79961" y="121256"/>
                  </a:cubicBezTo>
                  <a:cubicBezTo>
                    <a:pt x="79987" y="120838"/>
                    <a:pt x="80000" y="120419"/>
                    <a:pt x="80000" y="120000"/>
                  </a:cubicBezTo>
                  <a:lnTo>
                    <a:pt x="80000" y="81490"/>
                  </a:lnTo>
                  <a:cubicBezTo>
                    <a:pt x="80000" y="67590"/>
                    <a:pt x="60000" y="51870"/>
                    <a:pt x="60000" y="33200"/>
                  </a:cubicBezTo>
                  <a:lnTo>
                    <a:pt x="60000" y="10000"/>
                  </a:lnTo>
                  <a:cubicBezTo>
                    <a:pt x="60000" y="9791"/>
                    <a:pt x="59993" y="9581"/>
                    <a:pt x="59980" y="9372"/>
                  </a:cubicBezTo>
                  <a:cubicBezTo>
                    <a:pt x="59967" y="9163"/>
                    <a:pt x="59947" y="8954"/>
                    <a:pt x="59921" y="8747"/>
                  </a:cubicBezTo>
                  <a:cubicBezTo>
                    <a:pt x="59895" y="8539"/>
                    <a:pt x="59862" y="8332"/>
                    <a:pt x="59823" y="8126"/>
                  </a:cubicBezTo>
                  <a:cubicBezTo>
                    <a:pt x="59784" y="7920"/>
                    <a:pt x="59738" y="7716"/>
                    <a:pt x="59686" y="7513"/>
                  </a:cubicBezTo>
                  <a:cubicBezTo>
                    <a:pt x="59634" y="7310"/>
                    <a:pt x="59575" y="7109"/>
                    <a:pt x="59511" y="6910"/>
                  </a:cubicBezTo>
                  <a:cubicBezTo>
                    <a:pt x="59446" y="6711"/>
                    <a:pt x="59375" y="6514"/>
                    <a:pt x="59298" y="6319"/>
                  </a:cubicBezTo>
                  <a:cubicBezTo>
                    <a:pt x="59221" y="6124"/>
                    <a:pt x="59137" y="5932"/>
                    <a:pt x="59048" y="5742"/>
                  </a:cubicBezTo>
                  <a:cubicBezTo>
                    <a:pt x="58959" y="5553"/>
                    <a:pt x="58864" y="5366"/>
                    <a:pt x="58763" y="5182"/>
                  </a:cubicBezTo>
                  <a:cubicBezTo>
                    <a:pt x="58662" y="4999"/>
                    <a:pt x="58556" y="4819"/>
                    <a:pt x="58443" y="4642"/>
                  </a:cubicBezTo>
                  <a:cubicBezTo>
                    <a:pt x="58331" y="4465"/>
                    <a:pt x="58213" y="4292"/>
                    <a:pt x="58090" y="4122"/>
                  </a:cubicBezTo>
                  <a:cubicBezTo>
                    <a:pt x="57967" y="3953"/>
                    <a:pt x="57839" y="3787"/>
                    <a:pt x="57705" y="3626"/>
                  </a:cubicBezTo>
                  <a:cubicBezTo>
                    <a:pt x="57572" y="3464"/>
                    <a:pt x="57433" y="3307"/>
                    <a:pt x="57290" y="3155"/>
                  </a:cubicBezTo>
                  <a:cubicBezTo>
                    <a:pt x="57146" y="3002"/>
                    <a:pt x="56998" y="2854"/>
                    <a:pt x="56845" y="2710"/>
                  </a:cubicBezTo>
                  <a:cubicBezTo>
                    <a:pt x="56693" y="2567"/>
                    <a:pt x="56536" y="2428"/>
                    <a:pt x="56374" y="2295"/>
                  </a:cubicBezTo>
                  <a:cubicBezTo>
                    <a:pt x="56213" y="2161"/>
                    <a:pt x="56047" y="2033"/>
                    <a:pt x="55878" y="1910"/>
                  </a:cubicBezTo>
                  <a:cubicBezTo>
                    <a:pt x="55708" y="1787"/>
                    <a:pt x="55535" y="1669"/>
                    <a:pt x="55358" y="1557"/>
                  </a:cubicBezTo>
                  <a:cubicBezTo>
                    <a:pt x="55181" y="1444"/>
                    <a:pt x="55001" y="1338"/>
                    <a:pt x="54818" y="1237"/>
                  </a:cubicBezTo>
                  <a:cubicBezTo>
                    <a:pt x="54634" y="1136"/>
                    <a:pt x="54447" y="1041"/>
                    <a:pt x="54258" y="952"/>
                  </a:cubicBezTo>
                  <a:cubicBezTo>
                    <a:pt x="54068" y="863"/>
                    <a:pt x="53876" y="779"/>
                    <a:pt x="53681" y="702"/>
                  </a:cubicBezTo>
                  <a:cubicBezTo>
                    <a:pt x="53486" y="625"/>
                    <a:pt x="53289" y="554"/>
                    <a:pt x="53090" y="489"/>
                  </a:cubicBezTo>
                  <a:cubicBezTo>
                    <a:pt x="52891" y="425"/>
                    <a:pt x="52690" y="366"/>
                    <a:pt x="52487" y="314"/>
                  </a:cubicBezTo>
                  <a:cubicBezTo>
                    <a:pt x="52284" y="262"/>
                    <a:pt x="52080" y="216"/>
                    <a:pt x="51874" y="177"/>
                  </a:cubicBezTo>
                  <a:cubicBezTo>
                    <a:pt x="51668" y="138"/>
                    <a:pt x="51461" y="105"/>
                    <a:pt x="51253" y="79"/>
                  </a:cubicBezTo>
                  <a:cubicBezTo>
                    <a:pt x="51046" y="53"/>
                    <a:pt x="50837" y="33"/>
                    <a:pt x="50628" y="20"/>
                  </a:cubicBezTo>
                  <a:cubicBezTo>
                    <a:pt x="50419" y="7"/>
                    <a:pt x="50209" y="0"/>
                    <a:pt x="50000" y="0"/>
                  </a:cubicBez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120000"/>
                  </a:lnTo>
                  <a:cubicBezTo>
                    <a:pt x="0" y="120419"/>
                    <a:pt x="13" y="120838"/>
                    <a:pt x="39" y="121256"/>
                  </a:cubicBezTo>
                  <a:cubicBezTo>
                    <a:pt x="66" y="121674"/>
                    <a:pt x="105" y="122091"/>
                    <a:pt x="158" y="122507"/>
                  </a:cubicBezTo>
                  <a:cubicBezTo>
                    <a:pt x="210" y="122922"/>
                    <a:pt x="276" y="123336"/>
                    <a:pt x="354" y="123748"/>
                  </a:cubicBezTo>
                  <a:cubicBezTo>
                    <a:pt x="433" y="124159"/>
                    <a:pt x="524" y="124568"/>
                    <a:pt x="628" y="124974"/>
                  </a:cubicBezTo>
                  <a:cubicBezTo>
                    <a:pt x="733" y="125380"/>
                    <a:pt x="849" y="125782"/>
                    <a:pt x="979" y="126180"/>
                  </a:cubicBezTo>
                  <a:cubicBezTo>
                    <a:pt x="1108" y="126579"/>
                    <a:pt x="1250" y="126973"/>
                    <a:pt x="1404" y="127362"/>
                  </a:cubicBezTo>
                  <a:cubicBezTo>
                    <a:pt x="1559" y="127752"/>
                    <a:pt x="1725" y="128137"/>
                    <a:pt x="1903" y="128516"/>
                  </a:cubicBezTo>
                  <a:cubicBezTo>
                    <a:pt x="2082" y="128895"/>
                    <a:pt x="2272" y="129268"/>
                    <a:pt x="2474" y="129635"/>
                  </a:cubicBezTo>
                  <a:cubicBezTo>
                    <a:pt x="2676" y="130002"/>
                    <a:pt x="2889" y="130363"/>
                    <a:pt x="3113" y="130717"/>
                  </a:cubicBezTo>
                  <a:cubicBezTo>
                    <a:pt x="3338" y="131070"/>
                    <a:pt x="3573" y="131417"/>
                    <a:pt x="3820" y="131756"/>
                  </a:cubicBezTo>
                  <a:cubicBezTo>
                    <a:pt x="4066" y="132095"/>
                    <a:pt x="4323" y="132426"/>
                    <a:pt x="4590" y="132748"/>
                  </a:cubicBezTo>
                  <a:cubicBezTo>
                    <a:pt x="4857" y="133071"/>
                    <a:pt x="5134" y="133386"/>
                    <a:pt x="5421" y="133691"/>
                  </a:cubicBezTo>
                  <a:cubicBezTo>
                    <a:pt x="5707" y="133996"/>
                    <a:pt x="6004" y="134293"/>
                    <a:pt x="6309" y="134579"/>
                  </a:cubicBezTo>
                  <a:cubicBezTo>
                    <a:pt x="6614" y="134866"/>
                    <a:pt x="6929" y="135143"/>
                    <a:pt x="7252" y="135410"/>
                  </a:cubicBezTo>
                  <a:cubicBezTo>
                    <a:pt x="7574" y="135677"/>
                    <a:pt x="7905" y="135934"/>
                    <a:pt x="8244" y="136180"/>
                  </a:cubicBezTo>
                  <a:cubicBezTo>
                    <a:pt x="8583" y="136427"/>
                    <a:pt x="8930" y="136662"/>
                    <a:pt x="9283" y="136887"/>
                  </a:cubicBezTo>
                  <a:cubicBezTo>
                    <a:pt x="9637" y="137111"/>
                    <a:pt x="9998" y="137324"/>
                    <a:pt x="10365" y="137526"/>
                  </a:cubicBezTo>
                  <a:cubicBezTo>
                    <a:pt x="10732" y="137728"/>
                    <a:pt x="11105" y="137918"/>
                    <a:pt x="11484" y="138097"/>
                  </a:cubicBezTo>
                  <a:cubicBezTo>
                    <a:pt x="11863" y="138275"/>
                    <a:pt x="12248" y="138441"/>
                    <a:pt x="12638" y="138596"/>
                  </a:cubicBezTo>
                  <a:cubicBezTo>
                    <a:pt x="13027" y="138750"/>
                    <a:pt x="13421" y="138892"/>
                    <a:pt x="13820" y="139021"/>
                  </a:cubicBezTo>
                  <a:cubicBezTo>
                    <a:pt x="14218" y="139151"/>
                    <a:pt x="14620" y="139267"/>
                    <a:pt x="15026" y="139372"/>
                  </a:cubicBezTo>
                  <a:cubicBezTo>
                    <a:pt x="15432" y="139476"/>
                    <a:pt x="15841" y="139567"/>
                    <a:pt x="16252" y="139646"/>
                  </a:cubicBezTo>
                  <a:cubicBezTo>
                    <a:pt x="16664" y="139724"/>
                    <a:pt x="17078" y="139790"/>
                    <a:pt x="17493" y="139842"/>
                  </a:cubicBezTo>
                  <a:cubicBezTo>
                    <a:pt x="17909" y="139895"/>
                    <a:pt x="18326" y="139934"/>
                    <a:pt x="18744" y="139961"/>
                  </a:cubicBezTo>
                  <a:cubicBezTo>
                    <a:pt x="19162" y="139987"/>
                    <a:pt x="19581" y="140000"/>
                    <a:pt x="20000" y="1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6" name="probe-lucide-binoculars-part-4"/>
            <p:cNvSpPr/>
            <p:nvPr/>
          </p:nvSpPr>
          <p:spPr>
            <a:xfrm>
              <a:off x="20000" y="160000"/>
              <a:ext cx="200000" cy="10"/>
            </a:xfrm>
            <a:custGeom>
              <a:avLst/>
              <a:gdLst/>
              <a:ahLst/>
              <a:cxnLst/>
              <a:rect l="0" t="0" r="r" b="b"/>
              <a:pathLst>
                <a:path w="200000" h="10">
                  <a:moveTo>
                    <a:pt x="20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7" name="probe-lucide-binoculars-part-5"/>
            <p:cNvSpPr/>
            <p:nvPr/>
          </p:nvSpPr>
          <p:spPr>
            <a:xfrm>
              <a:off x="20000" y="70000"/>
              <a:ext cx="80000" cy="140000"/>
            </a:xfrm>
            <a:custGeom>
              <a:avLst/>
              <a:gdLst/>
              <a:ahLst/>
              <a:cxnLst/>
              <a:rect l="0" t="0" r="r" b="b"/>
              <a:pathLst>
                <a:path w="80000" h="140000">
                  <a:moveTo>
                    <a:pt x="20000" y="140000"/>
                  </a:moveTo>
                  <a:cubicBezTo>
                    <a:pt x="19581" y="140000"/>
                    <a:pt x="19162" y="139987"/>
                    <a:pt x="18744" y="139961"/>
                  </a:cubicBezTo>
                  <a:cubicBezTo>
                    <a:pt x="18326" y="139934"/>
                    <a:pt x="17909" y="139895"/>
                    <a:pt x="17493" y="139842"/>
                  </a:cubicBezTo>
                  <a:cubicBezTo>
                    <a:pt x="17078" y="139790"/>
                    <a:pt x="16664" y="139724"/>
                    <a:pt x="16252" y="139646"/>
                  </a:cubicBezTo>
                  <a:cubicBezTo>
                    <a:pt x="15841" y="139567"/>
                    <a:pt x="15432" y="139476"/>
                    <a:pt x="15026" y="139372"/>
                  </a:cubicBezTo>
                  <a:cubicBezTo>
                    <a:pt x="14620" y="139267"/>
                    <a:pt x="14218" y="139151"/>
                    <a:pt x="13820" y="139021"/>
                  </a:cubicBezTo>
                  <a:cubicBezTo>
                    <a:pt x="13421" y="138892"/>
                    <a:pt x="13027" y="138750"/>
                    <a:pt x="12638" y="138596"/>
                  </a:cubicBezTo>
                  <a:cubicBezTo>
                    <a:pt x="12248" y="138441"/>
                    <a:pt x="11863" y="138275"/>
                    <a:pt x="11484" y="138097"/>
                  </a:cubicBezTo>
                  <a:cubicBezTo>
                    <a:pt x="11105" y="137918"/>
                    <a:pt x="10732" y="137728"/>
                    <a:pt x="10365" y="137526"/>
                  </a:cubicBezTo>
                  <a:cubicBezTo>
                    <a:pt x="9998" y="137324"/>
                    <a:pt x="9637" y="137111"/>
                    <a:pt x="9283" y="136887"/>
                  </a:cubicBezTo>
                  <a:cubicBezTo>
                    <a:pt x="8930" y="136662"/>
                    <a:pt x="8583" y="136427"/>
                    <a:pt x="8244" y="136180"/>
                  </a:cubicBezTo>
                  <a:cubicBezTo>
                    <a:pt x="7905" y="135934"/>
                    <a:pt x="7574" y="135677"/>
                    <a:pt x="7252" y="135410"/>
                  </a:cubicBezTo>
                  <a:cubicBezTo>
                    <a:pt x="6929" y="135143"/>
                    <a:pt x="6614" y="134866"/>
                    <a:pt x="6309" y="134579"/>
                  </a:cubicBezTo>
                  <a:cubicBezTo>
                    <a:pt x="6004" y="134293"/>
                    <a:pt x="5707" y="133996"/>
                    <a:pt x="5421" y="133691"/>
                  </a:cubicBezTo>
                  <a:cubicBezTo>
                    <a:pt x="5134" y="133386"/>
                    <a:pt x="4857" y="133071"/>
                    <a:pt x="4590" y="132748"/>
                  </a:cubicBezTo>
                  <a:cubicBezTo>
                    <a:pt x="4323" y="132426"/>
                    <a:pt x="4066" y="132095"/>
                    <a:pt x="3820" y="131756"/>
                  </a:cubicBezTo>
                  <a:cubicBezTo>
                    <a:pt x="3573" y="131417"/>
                    <a:pt x="3338" y="131070"/>
                    <a:pt x="3113" y="130717"/>
                  </a:cubicBezTo>
                  <a:cubicBezTo>
                    <a:pt x="2889" y="130363"/>
                    <a:pt x="2676" y="130002"/>
                    <a:pt x="2474" y="129635"/>
                  </a:cubicBezTo>
                  <a:cubicBezTo>
                    <a:pt x="2272" y="129268"/>
                    <a:pt x="2082" y="128895"/>
                    <a:pt x="1903" y="128516"/>
                  </a:cubicBezTo>
                  <a:cubicBezTo>
                    <a:pt x="1725" y="128137"/>
                    <a:pt x="1559" y="127752"/>
                    <a:pt x="1404" y="127362"/>
                  </a:cubicBezTo>
                  <a:cubicBezTo>
                    <a:pt x="1250" y="126973"/>
                    <a:pt x="1108" y="126579"/>
                    <a:pt x="979" y="126180"/>
                  </a:cubicBezTo>
                  <a:cubicBezTo>
                    <a:pt x="849" y="125782"/>
                    <a:pt x="733" y="125380"/>
                    <a:pt x="628" y="124974"/>
                  </a:cubicBezTo>
                  <a:cubicBezTo>
                    <a:pt x="524" y="124568"/>
                    <a:pt x="433" y="124159"/>
                    <a:pt x="354" y="123748"/>
                  </a:cubicBezTo>
                  <a:cubicBezTo>
                    <a:pt x="276" y="123336"/>
                    <a:pt x="210" y="122922"/>
                    <a:pt x="158" y="122507"/>
                  </a:cubicBezTo>
                  <a:cubicBezTo>
                    <a:pt x="105" y="122091"/>
                    <a:pt x="66" y="121674"/>
                    <a:pt x="39" y="121256"/>
                  </a:cubicBezTo>
                  <a:cubicBezTo>
                    <a:pt x="13" y="120838"/>
                    <a:pt x="0" y="120419"/>
                    <a:pt x="0" y="120000"/>
                  </a:cubicBezTo>
                  <a:lnTo>
                    <a:pt x="0" y="81490"/>
                  </a:lnTo>
                  <a:cubicBezTo>
                    <a:pt x="0" y="67590"/>
                    <a:pt x="20000" y="51870"/>
                    <a:pt x="20000" y="33200"/>
                  </a:cubicBezTo>
                  <a:lnTo>
                    <a:pt x="20000" y="10000"/>
                  </a:lnTo>
                  <a:cubicBezTo>
                    <a:pt x="20000" y="9791"/>
                    <a:pt x="20007" y="9581"/>
                    <a:pt x="20020" y="9372"/>
                  </a:cubicBezTo>
                  <a:cubicBezTo>
                    <a:pt x="20033" y="9163"/>
                    <a:pt x="20053" y="8954"/>
                    <a:pt x="20079" y="8747"/>
                  </a:cubicBezTo>
                  <a:cubicBezTo>
                    <a:pt x="20105" y="8539"/>
                    <a:pt x="20138" y="8332"/>
                    <a:pt x="20177" y="8126"/>
                  </a:cubicBezTo>
                  <a:cubicBezTo>
                    <a:pt x="20216" y="7920"/>
                    <a:pt x="20262" y="7716"/>
                    <a:pt x="20314" y="7513"/>
                  </a:cubicBezTo>
                  <a:cubicBezTo>
                    <a:pt x="20366" y="7310"/>
                    <a:pt x="20425" y="7109"/>
                    <a:pt x="20489" y="6910"/>
                  </a:cubicBezTo>
                  <a:cubicBezTo>
                    <a:pt x="20554" y="6711"/>
                    <a:pt x="20625" y="6514"/>
                    <a:pt x="20702" y="6319"/>
                  </a:cubicBezTo>
                  <a:cubicBezTo>
                    <a:pt x="20779" y="6124"/>
                    <a:pt x="20863" y="5932"/>
                    <a:pt x="20952" y="5742"/>
                  </a:cubicBezTo>
                  <a:cubicBezTo>
                    <a:pt x="21041" y="5553"/>
                    <a:pt x="21136" y="5366"/>
                    <a:pt x="21237" y="5182"/>
                  </a:cubicBezTo>
                  <a:cubicBezTo>
                    <a:pt x="21338" y="4999"/>
                    <a:pt x="21444" y="4819"/>
                    <a:pt x="21557" y="4642"/>
                  </a:cubicBezTo>
                  <a:cubicBezTo>
                    <a:pt x="21669" y="4465"/>
                    <a:pt x="21787" y="4292"/>
                    <a:pt x="21910" y="4122"/>
                  </a:cubicBezTo>
                  <a:cubicBezTo>
                    <a:pt x="22033" y="3953"/>
                    <a:pt x="22161" y="3787"/>
                    <a:pt x="22295" y="3626"/>
                  </a:cubicBezTo>
                  <a:cubicBezTo>
                    <a:pt x="22428" y="3464"/>
                    <a:pt x="22567" y="3307"/>
                    <a:pt x="22710" y="3155"/>
                  </a:cubicBezTo>
                  <a:cubicBezTo>
                    <a:pt x="22854" y="3002"/>
                    <a:pt x="23002" y="2854"/>
                    <a:pt x="23155" y="2710"/>
                  </a:cubicBezTo>
                  <a:cubicBezTo>
                    <a:pt x="23307" y="2567"/>
                    <a:pt x="23464" y="2428"/>
                    <a:pt x="23626" y="2295"/>
                  </a:cubicBezTo>
                  <a:cubicBezTo>
                    <a:pt x="23787" y="2161"/>
                    <a:pt x="23953" y="2033"/>
                    <a:pt x="24122" y="1910"/>
                  </a:cubicBezTo>
                  <a:cubicBezTo>
                    <a:pt x="24292" y="1787"/>
                    <a:pt x="24465" y="1669"/>
                    <a:pt x="24642" y="1557"/>
                  </a:cubicBezTo>
                  <a:cubicBezTo>
                    <a:pt x="24819" y="1444"/>
                    <a:pt x="24999" y="1338"/>
                    <a:pt x="25182" y="1237"/>
                  </a:cubicBezTo>
                  <a:cubicBezTo>
                    <a:pt x="25366" y="1136"/>
                    <a:pt x="25553" y="1041"/>
                    <a:pt x="25742" y="952"/>
                  </a:cubicBezTo>
                  <a:cubicBezTo>
                    <a:pt x="25932" y="863"/>
                    <a:pt x="26124" y="779"/>
                    <a:pt x="26319" y="702"/>
                  </a:cubicBezTo>
                  <a:cubicBezTo>
                    <a:pt x="26514" y="625"/>
                    <a:pt x="26711" y="554"/>
                    <a:pt x="26910" y="489"/>
                  </a:cubicBezTo>
                  <a:cubicBezTo>
                    <a:pt x="27109" y="425"/>
                    <a:pt x="27310" y="366"/>
                    <a:pt x="27513" y="314"/>
                  </a:cubicBezTo>
                  <a:cubicBezTo>
                    <a:pt x="27716" y="262"/>
                    <a:pt x="27920" y="216"/>
                    <a:pt x="28126" y="177"/>
                  </a:cubicBezTo>
                  <a:cubicBezTo>
                    <a:pt x="28332" y="138"/>
                    <a:pt x="28539" y="105"/>
                    <a:pt x="28747" y="79"/>
                  </a:cubicBezTo>
                  <a:cubicBezTo>
                    <a:pt x="28954" y="53"/>
                    <a:pt x="29163" y="33"/>
                    <a:pt x="29372" y="20"/>
                  </a:cubicBezTo>
                  <a:cubicBezTo>
                    <a:pt x="29581" y="7"/>
                    <a:pt x="29791" y="0"/>
                    <a:pt x="30000" y="0"/>
                  </a:cubicBezTo>
                  <a:lnTo>
                    <a:pt x="70000" y="0"/>
                  </a:lnTo>
                  <a:cubicBezTo>
                    <a:pt x="70209" y="0"/>
                    <a:pt x="70419" y="7"/>
                    <a:pt x="70628" y="20"/>
                  </a:cubicBezTo>
                  <a:cubicBezTo>
                    <a:pt x="70837" y="33"/>
                    <a:pt x="71046" y="53"/>
                    <a:pt x="71253" y="79"/>
                  </a:cubicBezTo>
                  <a:cubicBezTo>
                    <a:pt x="71461" y="105"/>
                    <a:pt x="71668" y="138"/>
                    <a:pt x="71874" y="177"/>
                  </a:cubicBezTo>
                  <a:cubicBezTo>
                    <a:pt x="72080" y="216"/>
                    <a:pt x="72284" y="262"/>
                    <a:pt x="72487" y="314"/>
                  </a:cubicBezTo>
                  <a:cubicBezTo>
                    <a:pt x="72690" y="366"/>
                    <a:pt x="72891" y="425"/>
                    <a:pt x="73090" y="489"/>
                  </a:cubicBezTo>
                  <a:cubicBezTo>
                    <a:pt x="73289" y="554"/>
                    <a:pt x="73486" y="625"/>
                    <a:pt x="73681" y="702"/>
                  </a:cubicBezTo>
                  <a:cubicBezTo>
                    <a:pt x="73876" y="779"/>
                    <a:pt x="74068" y="863"/>
                    <a:pt x="74258" y="952"/>
                  </a:cubicBezTo>
                  <a:cubicBezTo>
                    <a:pt x="74447" y="1041"/>
                    <a:pt x="74634" y="1136"/>
                    <a:pt x="74818" y="1237"/>
                  </a:cubicBezTo>
                  <a:cubicBezTo>
                    <a:pt x="75001" y="1338"/>
                    <a:pt x="75181" y="1444"/>
                    <a:pt x="75358" y="1557"/>
                  </a:cubicBezTo>
                  <a:cubicBezTo>
                    <a:pt x="75535" y="1669"/>
                    <a:pt x="75708" y="1787"/>
                    <a:pt x="75878" y="1910"/>
                  </a:cubicBezTo>
                  <a:cubicBezTo>
                    <a:pt x="76047" y="2033"/>
                    <a:pt x="76213" y="2161"/>
                    <a:pt x="76374" y="2295"/>
                  </a:cubicBezTo>
                  <a:cubicBezTo>
                    <a:pt x="76536" y="2428"/>
                    <a:pt x="76693" y="2567"/>
                    <a:pt x="76845" y="2710"/>
                  </a:cubicBezTo>
                  <a:cubicBezTo>
                    <a:pt x="76998" y="2854"/>
                    <a:pt x="77146" y="3002"/>
                    <a:pt x="77290" y="3155"/>
                  </a:cubicBezTo>
                  <a:cubicBezTo>
                    <a:pt x="77433" y="3307"/>
                    <a:pt x="77572" y="3464"/>
                    <a:pt x="77705" y="3626"/>
                  </a:cubicBezTo>
                  <a:cubicBezTo>
                    <a:pt x="77839" y="3787"/>
                    <a:pt x="77967" y="3953"/>
                    <a:pt x="78090" y="4122"/>
                  </a:cubicBezTo>
                  <a:cubicBezTo>
                    <a:pt x="78213" y="4292"/>
                    <a:pt x="78331" y="4465"/>
                    <a:pt x="78443" y="4642"/>
                  </a:cubicBezTo>
                  <a:cubicBezTo>
                    <a:pt x="78556" y="4819"/>
                    <a:pt x="78662" y="4999"/>
                    <a:pt x="78763" y="5182"/>
                  </a:cubicBezTo>
                  <a:cubicBezTo>
                    <a:pt x="78864" y="5366"/>
                    <a:pt x="78959" y="5553"/>
                    <a:pt x="79048" y="5742"/>
                  </a:cubicBezTo>
                  <a:cubicBezTo>
                    <a:pt x="79137" y="5932"/>
                    <a:pt x="79221" y="6124"/>
                    <a:pt x="79298" y="6319"/>
                  </a:cubicBezTo>
                  <a:cubicBezTo>
                    <a:pt x="79375" y="6514"/>
                    <a:pt x="79446" y="6711"/>
                    <a:pt x="79511" y="6910"/>
                  </a:cubicBezTo>
                  <a:cubicBezTo>
                    <a:pt x="79575" y="7109"/>
                    <a:pt x="79634" y="7310"/>
                    <a:pt x="79686" y="7513"/>
                  </a:cubicBezTo>
                  <a:cubicBezTo>
                    <a:pt x="79738" y="7716"/>
                    <a:pt x="79784" y="7920"/>
                    <a:pt x="79823" y="8126"/>
                  </a:cubicBezTo>
                  <a:cubicBezTo>
                    <a:pt x="79862" y="8332"/>
                    <a:pt x="79895" y="8539"/>
                    <a:pt x="79921" y="8747"/>
                  </a:cubicBezTo>
                  <a:cubicBezTo>
                    <a:pt x="79947" y="8954"/>
                    <a:pt x="79967" y="9163"/>
                    <a:pt x="79980" y="9372"/>
                  </a:cubicBezTo>
                  <a:cubicBezTo>
                    <a:pt x="79993" y="9581"/>
                    <a:pt x="80000" y="9791"/>
                    <a:pt x="80000" y="10000"/>
                  </a:cubicBezTo>
                  <a:lnTo>
                    <a:pt x="80000" y="120000"/>
                  </a:lnTo>
                  <a:cubicBezTo>
                    <a:pt x="80000" y="120419"/>
                    <a:pt x="79987" y="120838"/>
                    <a:pt x="79961" y="121256"/>
                  </a:cubicBezTo>
                  <a:cubicBezTo>
                    <a:pt x="79934" y="121674"/>
                    <a:pt x="79895" y="122091"/>
                    <a:pt x="79842" y="122507"/>
                  </a:cubicBezTo>
                  <a:cubicBezTo>
                    <a:pt x="79790" y="122922"/>
                    <a:pt x="79724" y="123336"/>
                    <a:pt x="79646" y="123748"/>
                  </a:cubicBezTo>
                  <a:cubicBezTo>
                    <a:pt x="79567" y="124159"/>
                    <a:pt x="79476" y="124568"/>
                    <a:pt x="79372" y="124974"/>
                  </a:cubicBezTo>
                  <a:cubicBezTo>
                    <a:pt x="79267" y="125380"/>
                    <a:pt x="79151" y="125782"/>
                    <a:pt x="79021" y="126180"/>
                  </a:cubicBezTo>
                  <a:cubicBezTo>
                    <a:pt x="78892" y="126579"/>
                    <a:pt x="78750" y="126973"/>
                    <a:pt x="78596" y="127362"/>
                  </a:cubicBezTo>
                  <a:cubicBezTo>
                    <a:pt x="78441" y="127752"/>
                    <a:pt x="78275" y="128137"/>
                    <a:pt x="78097" y="128516"/>
                  </a:cubicBezTo>
                  <a:cubicBezTo>
                    <a:pt x="77918" y="128895"/>
                    <a:pt x="77728" y="129268"/>
                    <a:pt x="77526" y="129635"/>
                  </a:cubicBezTo>
                  <a:cubicBezTo>
                    <a:pt x="77324" y="130002"/>
                    <a:pt x="77111" y="130363"/>
                    <a:pt x="76887" y="130717"/>
                  </a:cubicBezTo>
                  <a:cubicBezTo>
                    <a:pt x="76662" y="131070"/>
                    <a:pt x="76427" y="131417"/>
                    <a:pt x="76180" y="131756"/>
                  </a:cubicBezTo>
                  <a:cubicBezTo>
                    <a:pt x="75934" y="132095"/>
                    <a:pt x="75677" y="132426"/>
                    <a:pt x="75410" y="132748"/>
                  </a:cubicBezTo>
                  <a:cubicBezTo>
                    <a:pt x="75143" y="133071"/>
                    <a:pt x="74866" y="133386"/>
                    <a:pt x="74579" y="133691"/>
                  </a:cubicBezTo>
                  <a:cubicBezTo>
                    <a:pt x="74293" y="133996"/>
                    <a:pt x="73996" y="134293"/>
                    <a:pt x="73691" y="134579"/>
                  </a:cubicBezTo>
                  <a:cubicBezTo>
                    <a:pt x="73386" y="134866"/>
                    <a:pt x="73071" y="135143"/>
                    <a:pt x="72748" y="135410"/>
                  </a:cubicBezTo>
                  <a:cubicBezTo>
                    <a:pt x="72426" y="135677"/>
                    <a:pt x="72095" y="135934"/>
                    <a:pt x="71756" y="136180"/>
                  </a:cubicBezTo>
                  <a:cubicBezTo>
                    <a:pt x="71417" y="136427"/>
                    <a:pt x="71070" y="136662"/>
                    <a:pt x="70717" y="136887"/>
                  </a:cubicBezTo>
                  <a:cubicBezTo>
                    <a:pt x="70363" y="137111"/>
                    <a:pt x="70002" y="137324"/>
                    <a:pt x="69635" y="137526"/>
                  </a:cubicBezTo>
                  <a:cubicBezTo>
                    <a:pt x="69268" y="137728"/>
                    <a:pt x="68895" y="137918"/>
                    <a:pt x="68516" y="138097"/>
                  </a:cubicBezTo>
                  <a:cubicBezTo>
                    <a:pt x="68137" y="138275"/>
                    <a:pt x="67752" y="138441"/>
                    <a:pt x="67362" y="138596"/>
                  </a:cubicBezTo>
                  <a:cubicBezTo>
                    <a:pt x="66973" y="138750"/>
                    <a:pt x="66579" y="138892"/>
                    <a:pt x="66180" y="139021"/>
                  </a:cubicBezTo>
                  <a:cubicBezTo>
                    <a:pt x="65782" y="139151"/>
                    <a:pt x="65380" y="139267"/>
                    <a:pt x="64974" y="139372"/>
                  </a:cubicBezTo>
                  <a:cubicBezTo>
                    <a:pt x="64568" y="139476"/>
                    <a:pt x="64159" y="139567"/>
                    <a:pt x="63748" y="139646"/>
                  </a:cubicBezTo>
                  <a:cubicBezTo>
                    <a:pt x="63336" y="139724"/>
                    <a:pt x="62922" y="139790"/>
                    <a:pt x="62507" y="139842"/>
                  </a:cubicBezTo>
                  <a:cubicBezTo>
                    <a:pt x="62091" y="139895"/>
                    <a:pt x="61674" y="139934"/>
                    <a:pt x="61256" y="139961"/>
                  </a:cubicBezTo>
                  <a:cubicBezTo>
                    <a:pt x="60838" y="139987"/>
                    <a:pt x="60419" y="140000"/>
                    <a:pt x="60000" y="1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8" name="probe-lucide-binoculars-part-6"/>
            <p:cNvSpPr/>
            <p:nvPr/>
          </p:nvSpPr>
          <p:spPr>
            <a:xfrm>
              <a:off x="5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40000" y="10000"/>
                  </a:lnTo>
                  <a:cubicBezTo>
                    <a:pt x="40000" y="9791"/>
                    <a:pt x="39993" y="9581"/>
                    <a:pt x="39980" y="9372"/>
                  </a:cubicBezTo>
                  <a:cubicBezTo>
                    <a:pt x="39967" y="9163"/>
                    <a:pt x="39947" y="8954"/>
                    <a:pt x="39921" y="8747"/>
                  </a:cubicBezTo>
                  <a:cubicBezTo>
                    <a:pt x="39895" y="8539"/>
                    <a:pt x="39862" y="8332"/>
                    <a:pt x="39823" y="8126"/>
                  </a:cubicBezTo>
                  <a:cubicBezTo>
                    <a:pt x="39784" y="7920"/>
                    <a:pt x="39738" y="7716"/>
                    <a:pt x="39686" y="7513"/>
                  </a:cubicBezTo>
                  <a:cubicBezTo>
                    <a:pt x="39634" y="7310"/>
                    <a:pt x="39575" y="7109"/>
                    <a:pt x="39511" y="6910"/>
                  </a:cubicBezTo>
                  <a:cubicBezTo>
                    <a:pt x="39446" y="6711"/>
                    <a:pt x="39375" y="6514"/>
                    <a:pt x="39298" y="6319"/>
                  </a:cubicBezTo>
                  <a:cubicBezTo>
                    <a:pt x="39221" y="6124"/>
                    <a:pt x="39137" y="5932"/>
                    <a:pt x="39048" y="5742"/>
                  </a:cubicBezTo>
                  <a:cubicBezTo>
                    <a:pt x="38959" y="5553"/>
                    <a:pt x="38864" y="5366"/>
                    <a:pt x="38763" y="5182"/>
                  </a:cubicBezTo>
                  <a:cubicBezTo>
                    <a:pt x="38662" y="4999"/>
                    <a:pt x="38556" y="4819"/>
                    <a:pt x="38443" y="4642"/>
                  </a:cubicBezTo>
                  <a:cubicBezTo>
                    <a:pt x="38331" y="4465"/>
                    <a:pt x="38213" y="4292"/>
                    <a:pt x="38090" y="4122"/>
                  </a:cubicBezTo>
                  <a:cubicBezTo>
                    <a:pt x="37967" y="3953"/>
                    <a:pt x="37839" y="3787"/>
                    <a:pt x="37705" y="3626"/>
                  </a:cubicBezTo>
                  <a:cubicBezTo>
                    <a:pt x="37572" y="3464"/>
                    <a:pt x="37433" y="3307"/>
                    <a:pt x="37290" y="3155"/>
                  </a:cubicBezTo>
                  <a:cubicBezTo>
                    <a:pt x="37146" y="3002"/>
                    <a:pt x="36998" y="2854"/>
                    <a:pt x="36845" y="2710"/>
                  </a:cubicBezTo>
                  <a:cubicBezTo>
                    <a:pt x="36693" y="2567"/>
                    <a:pt x="36536" y="2428"/>
                    <a:pt x="36374" y="2295"/>
                  </a:cubicBezTo>
                  <a:cubicBezTo>
                    <a:pt x="36213" y="2161"/>
                    <a:pt x="36047" y="2033"/>
                    <a:pt x="35878" y="1910"/>
                  </a:cubicBezTo>
                  <a:cubicBezTo>
                    <a:pt x="35708" y="1787"/>
                    <a:pt x="35535" y="1669"/>
                    <a:pt x="35358" y="1557"/>
                  </a:cubicBezTo>
                  <a:cubicBezTo>
                    <a:pt x="35181" y="1444"/>
                    <a:pt x="35001" y="1338"/>
                    <a:pt x="34818" y="1237"/>
                  </a:cubicBezTo>
                  <a:cubicBezTo>
                    <a:pt x="34634" y="1136"/>
                    <a:pt x="34447" y="1041"/>
                    <a:pt x="34258" y="952"/>
                  </a:cubicBezTo>
                  <a:cubicBezTo>
                    <a:pt x="34068" y="863"/>
                    <a:pt x="33876" y="779"/>
                    <a:pt x="33681" y="702"/>
                  </a:cubicBezTo>
                  <a:cubicBezTo>
                    <a:pt x="33486" y="625"/>
                    <a:pt x="33289" y="554"/>
                    <a:pt x="33090" y="489"/>
                  </a:cubicBezTo>
                  <a:cubicBezTo>
                    <a:pt x="32891" y="425"/>
                    <a:pt x="32690" y="366"/>
                    <a:pt x="32487" y="314"/>
                  </a:cubicBezTo>
                  <a:cubicBezTo>
                    <a:pt x="32284" y="262"/>
                    <a:pt x="32080" y="216"/>
                    <a:pt x="31874" y="177"/>
                  </a:cubicBezTo>
                  <a:cubicBezTo>
                    <a:pt x="31668" y="138"/>
                    <a:pt x="31461" y="105"/>
                    <a:pt x="31253" y="79"/>
                  </a:cubicBezTo>
                  <a:cubicBezTo>
                    <a:pt x="31046" y="53"/>
                    <a:pt x="30837" y="33"/>
                    <a:pt x="30628" y="20"/>
                  </a:cubicBezTo>
                  <a:cubicBezTo>
                    <a:pt x="30419" y="7"/>
                    <a:pt x="30209" y="0"/>
                    <a:pt x="30000" y="0"/>
                  </a:cubicBez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9" name="probe-lucide-camera" descr="camera — Lucide Icons and Contributors; preserve the bundled full upstream license. Source: https://github.com/lucide-icons/lucide/blob/20aef31db93fe4d9f398dbb15b120d99c48eef95/icons/camera.svg; SVG SHA256: ebbb3178dd80dfd942770a2237fe7bfc3515c55c7daa9d3666933a656d2790e3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90" name="probe-lucide-camera-part-1"/>
            <p:cNvSpPr/>
            <p:nvPr/>
          </p:nvSpPr>
          <p:spPr>
            <a:xfrm>
              <a:off x="20000" y="40000"/>
              <a:ext cx="200000" cy="160000"/>
            </a:xfrm>
            <a:custGeom>
              <a:avLst/>
              <a:gdLst/>
              <a:ahLst/>
              <a:cxnLst/>
              <a:rect l="0" t="0" r="r" b="b"/>
              <a:pathLst>
                <a:path w="200000" h="160000">
                  <a:moveTo>
                    <a:pt x="119970" y="0"/>
                  </a:moveTo>
                  <a:cubicBezTo>
                    <a:pt x="120368" y="0"/>
                    <a:pt x="120767" y="12"/>
                    <a:pt x="121165" y="36"/>
                  </a:cubicBezTo>
                  <a:cubicBezTo>
                    <a:pt x="121562" y="59"/>
                    <a:pt x="121959" y="95"/>
                    <a:pt x="122355" y="143"/>
                  </a:cubicBezTo>
                  <a:cubicBezTo>
                    <a:pt x="122751" y="190"/>
                    <a:pt x="123145" y="250"/>
                    <a:pt x="123537" y="321"/>
                  </a:cubicBezTo>
                  <a:cubicBezTo>
                    <a:pt x="123929" y="392"/>
                    <a:pt x="124319" y="474"/>
                    <a:pt x="124706" y="569"/>
                  </a:cubicBezTo>
                  <a:cubicBezTo>
                    <a:pt x="125093" y="663"/>
                    <a:pt x="125478" y="769"/>
                    <a:pt x="125858" y="886"/>
                  </a:cubicBezTo>
                  <a:cubicBezTo>
                    <a:pt x="126239" y="1004"/>
                    <a:pt x="126616" y="1132"/>
                    <a:pt x="126990" y="1272"/>
                  </a:cubicBezTo>
                  <a:cubicBezTo>
                    <a:pt x="127363" y="1412"/>
                    <a:pt x="127732" y="1563"/>
                    <a:pt x="128096" y="1725"/>
                  </a:cubicBezTo>
                  <a:cubicBezTo>
                    <a:pt x="128460" y="1887"/>
                    <a:pt x="128819" y="2060"/>
                    <a:pt x="129173" y="2243"/>
                  </a:cubicBezTo>
                  <a:cubicBezTo>
                    <a:pt x="129527" y="2426"/>
                    <a:pt x="129875" y="2620"/>
                    <a:pt x="130217" y="2824"/>
                  </a:cubicBezTo>
                  <a:cubicBezTo>
                    <a:pt x="130559" y="3029"/>
                    <a:pt x="130895" y="3243"/>
                    <a:pt x="131225" y="3467"/>
                  </a:cubicBezTo>
                  <a:cubicBezTo>
                    <a:pt x="131554" y="3691"/>
                    <a:pt x="131877" y="3925"/>
                    <a:pt x="132192" y="4169"/>
                  </a:cubicBezTo>
                  <a:cubicBezTo>
                    <a:pt x="132508" y="4412"/>
                    <a:pt x="132816" y="4665"/>
                    <a:pt x="133116" y="4927"/>
                  </a:cubicBezTo>
                  <a:cubicBezTo>
                    <a:pt x="133416" y="5189"/>
                    <a:pt x="133709" y="5460"/>
                    <a:pt x="133993" y="5739"/>
                  </a:cubicBezTo>
                  <a:cubicBezTo>
                    <a:pt x="134277" y="6019"/>
                    <a:pt x="134553" y="6307"/>
                    <a:pt x="134820" y="6602"/>
                  </a:cubicBezTo>
                  <a:cubicBezTo>
                    <a:pt x="135087" y="6898"/>
                    <a:pt x="135345" y="7202"/>
                    <a:pt x="135594" y="7513"/>
                  </a:cubicBezTo>
                  <a:cubicBezTo>
                    <a:pt x="135842" y="7825"/>
                    <a:pt x="136082" y="8143"/>
                    <a:pt x="136311" y="8469"/>
                  </a:cubicBezTo>
                  <a:cubicBezTo>
                    <a:pt x="136541" y="8795"/>
                    <a:pt x="136761" y="9127"/>
                    <a:pt x="136971" y="9466"/>
                  </a:cubicBezTo>
                  <a:cubicBezTo>
                    <a:pt x="137181" y="9804"/>
                    <a:pt x="137381" y="10149"/>
                    <a:pt x="137570" y="10500"/>
                  </a:cubicBezTo>
                  <a:lnTo>
                    <a:pt x="142430" y="19500"/>
                  </a:lnTo>
                  <a:cubicBezTo>
                    <a:pt x="142619" y="19851"/>
                    <a:pt x="142819" y="20196"/>
                    <a:pt x="143029" y="20534"/>
                  </a:cubicBezTo>
                  <a:cubicBezTo>
                    <a:pt x="143239" y="20873"/>
                    <a:pt x="143459" y="21205"/>
                    <a:pt x="143689" y="21531"/>
                  </a:cubicBezTo>
                  <a:cubicBezTo>
                    <a:pt x="143918" y="21857"/>
                    <a:pt x="144158" y="22175"/>
                    <a:pt x="144406" y="22487"/>
                  </a:cubicBezTo>
                  <a:cubicBezTo>
                    <a:pt x="144655" y="22798"/>
                    <a:pt x="144913" y="23102"/>
                    <a:pt x="145180" y="23398"/>
                  </a:cubicBezTo>
                  <a:cubicBezTo>
                    <a:pt x="145447" y="23693"/>
                    <a:pt x="145723" y="23981"/>
                    <a:pt x="146007" y="24261"/>
                  </a:cubicBezTo>
                  <a:cubicBezTo>
                    <a:pt x="146291" y="24540"/>
                    <a:pt x="146584" y="24811"/>
                    <a:pt x="146884" y="25073"/>
                  </a:cubicBezTo>
                  <a:cubicBezTo>
                    <a:pt x="147184" y="25335"/>
                    <a:pt x="147492" y="25588"/>
                    <a:pt x="147808" y="25831"/>
                  </a:cubicBezTo>
                  <a:cubicBezTo>
                    <a:pt x="148123" y="26075"/>
                    <a:pt x="148446" y="26309"/>
                    <a:pt x="148775" y="26533"/>
                  </a:cubicBezTo>
                  <a:cubicBezTo>
                    <a:pt x="149105" y="26757"/>
                    <a:pt x="149441" y="26971"/>
                    <a:pt x="149783" y="27176"/>
                  </a:cubicBezTo>
                  <a:cubicBezTo>
                    <a:pt x="150125" y="27380"/>
                    <a:pt x="150473" y="27574"/>
                    <a:pt x="150827" y="27757"/>
                  </a:cubicBezTo>
                  <a:cubicBezTo>
                    <a:pt x="151181" y="27940"/>
                    <a:pt x="151540" y="28113"/>
                    <a:pt x="151904" y="28275"/>
                  </a:cubicBezTo>
                  <a:cubicBezTo>
                    <a:pt x="152268" y="28437"/>
                    <a:pt x="152637" y="28588"/>
                    <a:pt x="153010" y="28728"/>
                  </a:cubicBezTo>
                  <a:cubicBezTo>
                    <a:pt x="153384" y="28868"/>
                    <a:pt x="153761" y="28996"/>
                    <a:pt x="154142" y="29114"/>
                  </a:cubicBezTo>
                  <a:cubicBezTo>
                    <a:pt x="154522" y="29231"/>
                    <a:pt x="154907" y="29337"/>
                    <a:pt x="155294" y="29431"/>
                  </a:cubicBezTo>
                  <a:cubicBezTo>
                    <a:pt x="155681" y="29526"/>
                    <a:pt x="156071" y="29608"/>
                    <a:pt x="156463" y="29679"/>
                  </a:cubicBezTo>
                  <a:cubicBezTo>
                    <a:pt x="156855" y="29750"/>
                    <a:pt x="157249" y="29810"/>
                    <a:pt x="157645" y="29857"/>
                  </a:cubicBezTo>
                  <a:cubicBezTo>
                    <a:pt x="158041" y="29905"/>
                    <a:pt x="158438" y="29941"/>
                    <a:pt x="158835" y="29964"/>
                  </a:cubicBezTo>
                  <a:cubicBezTo>
                    <a:pt x="159233" y="29988"/>
                    <a:pt x="159632" y="30000"/>
                    <a:pt x="160030" y="30000"/>
                  </a:cubicBezTo>
                  <a:lnTo>
                    <a:pt x="180000" y="30000"/>
                  </a:lnTo>
                  <a:cubicBezTo>
                    <a:pt x="180419" y="30000"/>
                    <a:pt x="180838" y="30013"/>
                    <a:pt x="181256" y="30039"/>
                  </a:cubicBezTo>
                  <a:cubicBezTo>
                    <a:pt x="181674" y="30066"/>
                    <a:pt x="182091" y="30105"/>
                    <a:pt x="182507" y="30158"/>
                  </a:cubicBezTo>
                  <a:cubicBezTo>
                    <a:pt x="182922" y="30210"/>
                    <a:pt x="183336" y="30276"/>
                    <a:pt x="183748" y="30354"/>
                  </a:cubicBezTo>
                  <a:cubicBezTo>
                    <a:pt x="184159" y="30433"/>
                    <a:pt x="184568" y="30524"/>
                    <a:pt x="184974" y="30628"/>
                  </a:cubicBezTo>
                  <a:cubicBezTo>
                    <a:pt x="185380" y="30733"/>
                    <a:pt x="185782" y="30849"/>
                    <a:pt x="186180" y="30979"/>
                  </a:cubicBezTo>
                  <a:cubicBezTo>
                    <a:pt x="186579" y="31108"/>
                    <a:pt x="186973" y="31250"/>
                    <a:pt x="187362" y="31404"/>
                  </a:cubicBezTo>
                  <a:cubicBezTo>
                    <a:pt x="187752" y="31559"/>
                    <a:pt x="188137" y="31725"/>
                    <a:pt x="188516" y="31903"/>
                  </a:cubicBezTo>
                  <a:cubicBezTo>
                    <a:pt x="188895" y="32082"/>
                    <a:pt x="189268" y="32272"/>
                    <a:pt x="189635" y="32474"/>
                  </a:cubicBezTo>
                  <a:cubicBezTo>
                    <a:pt x="190002" y="32676"/>
                    <a:pt x="190363" y="32889"/>
                    <a:pt x="190717" y="33113"/>
                  </a:cubicBezTo>
                  <a:cubicBezTo>
                    <a:pt x="191070" y="33338"/>
                    <a:pt x="191417" y="33573"/>
                    <a:pt x="191756" y="33820"/>
                  </a:cubicBezTo>
                  <a:cubicBezTo>
                    <a:pt x="192095" y="34066"/>
                    <a:pt x="192426" y="34323"/>
                    <a:pt x="192748" y="34590"/>
                  </a:cubicBezTo>
                  <a:cubicBezTo>
                    <a:pt x="193071" y="34857"/>
                    <a:pt x="193386" y="35134"/>
                    <a:pt x="193691" y="35421"/>
                  </a:cubicBezTo>
                  <a:cubicBezTo>
                    <a:pt x="193996" y="35707"/>
                    <a:pt x="194293" y="36004"/>
                    <a:pt x="194579" y="36309"/>
                  </a:cubicBezTo>
                  <a:cubicBezTo>
                    <a:pt x="194866" y="36614"/>
                    <a:pt x="195143" y="36929"/>
                    <a:pt x="195410" y="37252"/>
                  </a:cubicBezTo>
                  <a:cubicBezTo>
                    <a:pt x="195677" y="37574"/>
                    <a:pt x="195934" y="37905"/>
                    <a:pt x="196180" y="38244"/>
                  </a:cubicBezTo>
                  <a:cubicBezTo>
                    <a:pt x="196427" y="38583"/>
                    <a:pt x="196662" y="38930"/>
                    <a:pt x="196887" y="39283"/>
                  </a:cubicBezTo>
                  <a:cubicBezTo>
                    <a:pt x="197111" y="39637"/>
                    <a:pt x="197324" y="39998"/>
                    <a:pt x="197526" y="40365"/>
                  </a:cubicBezTo>
                  <a:cubicBezTo>
                    <a:pt x="197728" y="40732"/>
                    <a:pt x="197918" y="41105"/>
                    <a:pt x="198097" y="41484"/>
                  </a:cubicBezTo>
                  <a:cubicBezTo>
                    <a:pt x="198275" y="41863"/>
                    <a:pt x="198441" y="42248"/>
                    <a:pt x="198596" y="42638"/>
                  </a:cubicBezTo>
                  <a:cubicBezTo>
                    <a:pt x="198750" y="43027"/>
                    <a:pt x="198892" y="43421"/>
                    <a:pt x="199021" y="43820"/>
                  </a:cubicBezTo>
                  <a:cubicBezTo>
                    <a:pt x="199151" y="44218"/>
                    <a:pt x="199267" y="44620"/>
                    <a:pt x="199372" y="45026"/>
                  </a:cubicBezTo>
                  <a:cubicBezTo>
                    <a:pt x="199476" y="45432"/>
                    <a:pt x="199567" y="45841"/>
                    <a:pt x="199646" y="46252"/>
                  </a:cubicBezTo>
                  <a:cubicBezTo>
                    <a:pt x="199724" y="46664"/>
                    <a:pt x="199790" y="47078"/>
                    <a:pt x="199842" y="47493"/>
                  </a:cubicBezTo>
                  <a:cubicBezTo>
                    <a:pt x="199895" y="47909"/>
                    <a:pt x="199934" y="48326"/>
                    <a:pt x="199961" y="48744"/>
                  </a:cubicBezTo>
                  <a:cubicBezTo>
                    <a:pt x="199987" y="49162"/>
                    <a:pt x="200000" y="49581"/>
                    <a:pt x="200000" y="50000"/>
                  </a:cubicBezTo>
                  <a:lnTo>
                    <a:pt x="200000" y="140000"/>
                  </a:lnTo>
                  <a:cubicBezTo>
                    <a:pt x="200000" y="140419"/>
                    <a:pt x="199987" y="140838"/>
                    <a:pt x="199961" y="141256"/>
                  </a:cubicBezTo>
                  <a:cubicBezTo>
                    <a:pt x="199934" y="141674"/>
                    <a:pt x="199895" y="142091"/>
                    <a:pt x="199842" y="142507"/>
                  </a:cubicBezTo>
                  <a:cubicBezTo>
                    <a:pt x="199790" y="142922"/>
                    <a:pt x="199724" y="143336"/>
                    <a:pt x="199646" y="143748"/>
                  </a:cubicBezTo>
                  <a:cubicBezTo>
                    <a:pt x="199567" y="144159"/>
                    <a:pt x="199476" y="144568"/>
                    <a:pt x="199372" y="144974"/>
                  </a:cubicBezTo>
                  <a:cubicBezTo>
                    <a:pt x="199267" y="145380"/>
                    <a:pt x="199151" y="145782"/>
                    <a:pt x="199021" y="146180"/>
                  </a:cubicBezTo>
                  <a:cubicBezTo>
                    <a:pt x="198892" y="146579"/>
                    <a:pt x="198750" y="146973"/>
                    <a:pt x="198596" y="147362"/>
                  </a:cubicBezTo>
                  <a:cubicBezTo>
                    <a:pt x="198441" y="147752"/>
                    <a:pt x="198275" y="148137"/>
                    <a:pt x="198097" y="148516"/>
                  </a:cubicBezTo>
                  <a:cubicBezTo>
                    <a:pt x="197918" y="148895"/>
                    <a:pt x="197728" y="149268"/>
                    <a:pt x="197526" y="149635"/>
                  </a:cubicBezTo>
                  <a:cubicBezTo>
                    <a:pt x="197324" y="150002"/>
                    <a:pt x="197111" y="150363"/>
                    <a:pt x="196887" y="150717"/>
                  </a:cubicBezTo>
                  <a:cubicBezTo>
                    <a:pt x="196662" y="151070"/>
                    <a:pt x="196427" y="151417"/>
                    <a:pt x="196180" y="151756"/>
                  </a:cubicBezTo>
                  <a:cubicBezTo>
                    <a:pt x="195934" y="152095"/>
                    <a:pt x="195677" y="152426"/>
                    <a:pt x="195410" y="152748"/>
                  </a:cubicBezTo>
                  <a:cubicBezTo>
                    <a:pt x="195143" y="153071"/>
                    <a:pt x="194866" y="153386"/>
                    <a:pt x="194579" y="153691"/>
                  </a:cubicBezTo>
                  <a:cubicBezTo>
                    <a:pt x="194293" y="153996"/>
                    <a:pt x="193996" y="154293"/>
                    <a:pt x="193691" y="154579"/>
                  </a:cubicBezTo>
                  <a:cubicBezTo>
                    <a:pt x="193386" y="154866"/>
                    <a:pt x="193071" y="155143"/>
                    <a:pt x="192748" y="155410"/>
                  </a:cubicBezTo>
                  <a:cubicBezTo>
                    <a:pt x="192426" y="155677"/>
                    <a:pt x="192095" y="155934"/>
                    <a:pt x="191756" y="156180"/>
                  </a:cubicBezTo>
                  <a:cubicBezTo>
                    <a:pt x="191417" y="156427"/>
                    <a:pt x="191070" y="156662"/>
                    <a:pt x="190717" y="156887"/>
                  </a:cubicBezTo>
                  <a:cubicBezTo>
                    <a:pt x="190363" y="157111"/>
                    <a:pt x="190002" y="157324"/>
                    <a:pt x="189635" y="157526"/>
                  </a:cubicBezTo>
                  <a:cubicBezTo>
                    <a:pt x="189268" y="157728"/>
                    <a:pt x="188895" y="157918"/>
                    <a:pt x="188516" y="158097"/>
                  </a:cubicBezTo>
                  <a:cubicBezTo>
                    <a:pt x="188137" y="158275"/>
                    <a:pt x="187752" y="158441"/>
                    <a:pt x="187362" y="158596"/>
                  </a:cubicBezTo>
                  <a:cubicBezTo>
                    <a:pt x="186973" y="158750"/>
                    <a:pt x="186579" y="158892"/>
                    <a:pt x="186180" y="159021"/>
                  </a:cubicBezTo>
                  <a:cubicBezTo>
                    <a:pt x="185782" y="159151"/>
                    <a:pt x="185380" y="159267"/>
                    <a:pt x="184974" y="159372"/>
                  </a:cubicBezTo>
                  <a:cubicBezTo>
                    <a:pt x="184568" y="159476"/>
                    <a:pt x="184159" y="159567"/>
                    <a:pt x="183748" y="159646"/>
                  </a:cubicBezTo>
                  <a:cubicBezTo>
                    <a:pt x="183336" y="159724"/>
                    <a:pt x="182922" y="159790"/>
                    <a:pt x="182507" y="159842"/>
                  </a:cubicBezTo>
                  <a:cubicBezTo>
                    <a:pt x="182091" y="159895"/>
                    <a:pt x="181674" y="159934"/>
                    <a:pt x="181256" y="159961"/>
                  </a:cubicBezTo>
                  <a:cubicBezTo>
                    <a:pt x="180838" y="159987"/>
                    <a:pt x="180419" y="160000"/>
                    <a:pt x="180000" y="160000"/>
                  </a:cubicBezTo>
                  <a:lnTo>
                    <a:pt x="20000" y="160000"/>
                  </a:lnTo>
                  <a:cubicBezTo>
                    <a:pt x="19581" y="160000"/>
                    <a:pt x="19162" y="159987"/>
                    <a:pt x="18744" y="159961"/>
                  </a:cubicBezTo>
                  <a:cubicBezTo>
                    <a:pt x="18326" y="159934"/>
                    <a:pt x="17909" y="159895"/>
                    <a:pt x="17493" y="159842"/>
                  </a:cubicBezTo>
                  <a:cubicBezTo>
                    <a:pt x="17078" y="159790"/>
                    <a:pt x="16664" y="159724"/>
                    <a:pt x="16252" y="159646"/>
                  </a:cubicBezTo>
                  <a:cubicBezTo>
                    <a:pt x="15841" y="159567"/>
                    <a:pt x="15432" y="159476"/>
                    <a:pt x="15026" y="159372"/>
                  </a:cubicBezTo>
                  <a:cubicBezTo>
                    <a:pt x="14620" y="159267"/>
                    <a:pt x="14218" y="159151"/>
                    <a:pt x="13820" y="159021"/>
                  </a:cubicBezTo>
                  <a:cubicBezTo>
                    <a:pt x="13421" y="158892"/>
                    <a:pt x="13027" y="158750"/>
                    <a:pt x="12638" y="158596"/>
                  </a:cubicBezTo>
                  <a:cubicBezTo>
                    <a:pt x="12248" y="158441"/>
                    <a:pt x="11863" y="158275"/>
                    <a:pt x="11484" y="158097"/>
                  </a:cubicBezTo>
                  <a:cubicBezTo>
                    <a:pt x="11105" y="157918"/>
                    <a:pt x="10732" y="157728"/>
                    <a:pt x="10365" y="157526"/>
                  </a:cubicBezTo>
                  <a:cubicBezTo>
                    <a:pt x="9998" y="157324"/>
                    <a:pt x="9637" y="157111"/>
                    <a:pt x="9283" y="156887"/>
                  </a:cubicBezTo>
                  <a:cubicBezTo>
                    <a:pt x="8930" y="156662"/>
                    <a:pt x="8583" y="156427"/>
                    <a:pt x="8244" y="156180"/>
                  </a:cubicBezTo>
                  <a:cubicBezTo>
                    <a:pt x="7905" y="155934"/>
                    <a:pt x="7574" y="155677"/>
                    <a:pt x="7252" y="155410"/>
                  </a:cubicBezTo>
                  <a:cubicBezTo>
                    <a:pt x="6929" y="155143"/>
                    <a:pt x="6614" y="154866"/>
                    <a:pt x="6309" y="154579"/>
                  </a:cubicBezTo>
                  <a:cubicBezTo>
                    <a:pt x="6004" y="154293"/>
                    <a:pt x="5707" y="153996"/>
                    <a:pt x="5421" y="153691"/>
                  </a:cubicBezTo>
                  <a:cubicBezTo>
                    <a:pt x="5134" y="153386"/>
                    <a:pt x="4857" y="153071"/>
                    <a:pt x="4590" y="152748"/>
                  </a:cubicBezTo>
                  <a:cubicBezTo>
                    <a:pt x="4323" y="152426"/>
                    <a:pt x="4066" y="152095"/>
                    <a:pt x="3820" y="151756"/>
                  </a:cubicBezTo>
                  <a:cubicBezTo>
                    <a:pt x="3573" y="151417"/>
                    <a:pt x="3338" y="151070"/>
                    <a:pt x="3113" y="150717"/>
                  </a:cubicBezTo>
                  <a:cubicBezTo>
                    <a:pt x="2889" y="150363"/>
                    <a:pt x="2676" y="150002"/>
                    <a:pt x="2474" y="149635"/>
                  </a:cubicBezTo>
                  <a:cubicBezTo>
                    <a:pt x="2272" y="149268"/>
                    <a:pt x="2082" y="148895"/>
                    <a:pt x="1903" y="148516"/>
                  </a:cubicBezTo>
                  <a:cubicBezTo>
                    <a:pt x="1725" y="148137"/>
                    <a:pt x="1559" y="147752"/>
                    <a:pt x="1404" y="147362"/>
                  </a:cubicBezTo>
                  <a:cubicBezTo>
                    <a:pt x="1250" y="146973"/>
                    <a:pt x="1108" y="146579"/>
                    <a:pt x="979" y="146180"/>
                  </a:cubicBezTo>
                  <a:cubicBezTo>
                    <a:pt x="849" y="145782"/>
                    <a:pt x="733" y="145380"/>
                    <a:pt x="628" y="144974"/>
                  </a:cubicBezTo>
                  <a:cubicBezTo>
                    <a:pt x="524" y="144568"/>
                    <a:pt x="433" y="144159"/>
                    <a:pt x="354" y="143748"/>
                  </a:cubicBezTo>
                  <a:cubicBezTo>
                    <a:pt x="276" y="143336"/>
                    <a:pt x="210" y="142922"/>
                    <a:pt x="158" y="142507"/>
                  </a:cubicBezTo>
                  <a:cubicBezTo>
                    <a:pt x="105" y="142091"/>
                    <a:pt x="66" y="141674"/>
                    <a:pt x="39" y="141256"/>
                  </a:cubicBezTo>
                  <a:cubicBezTo>
                    <a:pt x="13" y="140838"/>
                    <a:pt x="0" y="140419"/>
                    <a:pt x="0" y="140000"/>
                  </a:cubicBezTo>
                  <a:lnTo>
                    <a:pt x="0" y="50000"/>
                  </a:lnTo>
                  <a:cubicBezTo>
                    <a:pt x="0" y="49581"/>
                    <a:pt x="13" y="49162"/>
                    <a:pt x="39" y="48744"/>
                  </a:cubicBezTo>
                  <a:cubicBezTo>
                    <a:pt x="66" y="48326"/>
                    <a:pt x="105" y="47909"/>
                    <a:pt x="158" y="47493"/>
                  </a:cubicBezTo>
                  <a:cubicBezTo>
                    <a:pt x="210" y="47078"/>
                    <a:pt x="276" y="46664"/>
                    <a:pt x="354" y="46252"/>
                  </a:cubicBezTo>
                  <a:cubicBezTo>
                    <a:pt x="433" y="45841"/>
                    <a:pt x="524" y="45432"/>
                    <a:pt x="628" y="45026"/>
                  </a:cubicBezTo>
                  <a:cubicBezTo>
                    <a:pt x="733" y="44620"/>
                    <a:pt x="849" y="44218"/>
                    <a:pt x="979" y="43820"/>
                  </a:cubicBezTo>
                  <a:cubicBezTo>
                    <a:pt x="1108" y="43421"/>
                    <a:pt x="1250" y="43027"/>
                    <a:pt x="1404" y="42638"/>
                  </a:cubicBezTo>
                  <a:cubicBezTo>
                    <a:pt x="1559" y="42248"/>
                    <a:pt x="1725" y="41863"/>
                    <a:pt x="1903" y="41484"/>
                  </a:cubicBezTo>
                  <a:cubicBezTo>
                    <a:pt x="2082" y="41105"/>
                    <a:pt x="2272" y="40732"/>
                    <a:pt x="2474" y="40365"/>
                  </a:cubicBezTo>
                  <a:cubicBezTo>
                    <a:pt x="2676" y="39998"/>
                    <a:pt x="2889" y="39637"/>
                    <a:pt x="3113" y="39283"/>
                  </a:cubicBezTo>
                  <a:cubicBezTo>
                    <a:pt x="3338" y="38930"/>
                    <a:pt x="3573" y="38583"/>
                    <a:pt x="3820" y="38244"/>
                  </a:cubicBezTo>
                  <a:cubicBezTo>
                    <a:pt x="4066" y="37905"/>
                    <a:pt x="4323" y="37574"/>
                    <a:pt x="4590" y="37252"/>
                  </a:cubicBezTo>
                  <a:cubicBezTo>
                    <a:pt x="4857" y="36929"/>
                    <a:pt x="5134" y="36614"/>
                    <a:pt x="5421" y="36309"/>
                  </a:cubicBezTo>
                  <a:cubicBezTo>
                    <a:pt x="5707" y="36004"/>
                    <a:pt x="6004" y="35707"/>
                    <a:pt x="6309" y="35421"/>
                  </a:cubicBezTo>
                  <a:cubicBezTo>
                    <a:pt x="6614" y="35134"/>
                    <a:pt x="6929" y="34857"/>
                    <a:pt x="7252" y="34590"/>
                  </a:cubicBezTo>
                  <a:cubicBezTo>
                    <a:pt x="7574" y="34323"/>
                    <a:pt x="7905" y="34066"/>
                    <a:pt x="8244" y="33820"/>
                  </a:cubicBezTo>
                  <a:cubicBezTo>
                    <a:pt x="8583" y="33573"/>
                    <a:pt x="8930" y="33338"/>
                    <a:pt x="9283" y="33113"/>
                  </a:cubicBezTo>
                  <a:cubicBezTo>
                    <a:pt x="9637" y="32889"/>
                    <a:pt x="9998" y="32676"/>
                    <a:pt x="10365" y="32474"/>
                  </a:cubicBezTo>
                  <a:cubicBezTo>
                    <a:pt x="10732" y="32272"/>
                    <a:pt x="11105" y="32082"/>
                    <a:pt x="11484" y="31903"/>
                  </a:cubicBezTo>
                  <a:cubicBezTo>
                    <a:pt x="11863" y="31725"/>
                    <a:pt x="12248" y="31559"/>
                    <a:pt x="12638" y="31404"/>
                  </a:cubicBezTo>
                  <a:cubicBezTo>
                    <a:pt x="13027" y="31250"/>
                    <a:pt x="13421" y="31108"/>
                    <a:pt x="13820" y="30979"/>
                  </a:cubicBezTo>
                  <a:cubicBezTo>
                    <a:pt x="14218" y="30849"/>
                    <a:pt x="14620" y="30733"/>
                    <a:pt x="15026" y="30628"/>
                  </a:cubicBezTo>
                  <a:cubicBezTo>
                    <a:pt x="15432" y="30524"/>
                    <a:pt x="15841" y="30433"/>
                    <a:pt x="16252" y="30354"/>
                  </a:cubicBezTo>
                  <a:cubicBezTo>
                    <a:pt x="16664" y="30276"/>
                    <a:pt x="17078" y="30210"/>
                    <a:pt x="17493" y="30158"/>
                  </a:cubicBezTo>
                  <a:cubicBezTo>
                    <a:pt x="17909" y="30105"/>
                    <a:pt x="18326" y="30066"/>
                    <a:pt x="18744" y="30039"/>
                  </a:cubicBezTo>
                  <a:cubicBezTo>
                    <a:pt x="19162" y="30013"/>
                    <a:pt x="19581" y="30000"/>
                    <a:pt x="20000" y="30000"/>
                  </a:cubicBezTo>
                  <a:lnTo>
                    <a:pt x="39970" y="30000"/>
                  </a:lnTo>
                  <a:cubicBezTo>
                    <a:pt x="40368" y="30000"/>
                    <a:pt x="40766" y="29988"/>
                    <a:pt x="41163" y="29964"/>
                  </a:cubicBezTo>
                  <a:cubicBezTo>
                    <a:pt x="41561" y="29941"/>
                    <a:pt x="41957" y="29905"/>
                    <a:pt x="42353" y="29858"/>
                  </a:cubicBezTo>
                  <a:cubicBezTo>
                    <a:pt x="42748" y="29810"/>
                    <a:pt x="43142" y="29751"/>
                    <a:pt x="43533" y="29680"/>
                  </a:cubicBezTo>
                  <a:cubicBezTo>
                    <a:pt x="43925" y="29609"/>
                    <a:pt x="44315" y="29527"/>
                    <a:pt x="44701" y="29433"/>
                  </a:cubicBezTo>
                  <a:cubicBezTo>
                    <a:pt x="45088" y="29338"/>
                    <a:pt x="45472" y="29233"/>
                    <a:pt x="45853" y="29116"/>
                  </a:cubicBezTo>
                  <a:cubicBezTo>
                    <a:pt x="46233" y="28999"/>
                    <a:pt x="46610" y="28870"/>
                    <a:pt x="46983" y="28731"/>
                  </a:cubicBezTo>
                  <a:cubicBezTo>
                    <a:pt x="47356" y="28591"/>
                    <a:pt x="47724" y="28440"/>
                    <a:pt x="48088" y="28279"/>
                  </a:cubicBezTo>
                  <a:cubicBezTo>
                    <a:pt x="48452" y="28117"/>
                    <a:pt x="48811" y="27945"/>
                    <a:pt x="49164" y="27762"/>
                  </a:cubicBezTo>
                  <a:cubicBezTo>
                    <a:pt x="49518" y="27579"/>
                    <a:pt x="49866" y="27385"/>
                    <a:pt x="50208" y="27182"/>
                  </a:cubicBezTo>
                  <a:cubicBezTo>
                    <a:pt x="50550" y="26978"/>
                    <a:pt x="50886" y="26764"/>
                    <a:pt x="51215" y="26540"/>
                  </a:cubicBezTo>
                  <a:cubicBezTo>
                    <a:pt x="51544" y="26316"/>
                    <a:pt x="51867" y="26083"/>
                    <a:pt x="52182" y="25840"/>
                  </a:cubicBezTo>
                  <a:cubicBezTo>
                    <a:pt x="52497" y="25597"/>
                    <a:pt x="52805" y="25344"/>
                    <a:pt x="53105" y="25083"/>
                  </a:cubicBezTo>
                  <a:cubicBezTo>
                    <a:pt x="53405" y="24821"/>
                    <a:pt x="53698" y="24551"/>
                    <a:pt x="53982" y="24272"/>
                  </a:cubicBezTo>
                  <a:cubicBezTo>
                    <a:pt x="54266" y="23993"/>
                    <a:pt x="54542" y="23706"/>
                    <a:pt x="54809" y="23411"/>
                  </a:cubicBezTo>
                  <a:cubicBezTo>
                    <a:pt x="55076" y="23115"/>
                    <a:pt x="55334" y="22812"/>
                    <a:pt x="55582" y="22501"/>
                  </a:cubicBezTo>
                  <a:cubicBezTo>
                    <a:pt x="55831" y="22191"/>
                    <a:pt x="56071" y="21873"/>
                    <a:pt x="56301" y="21548"/>
                  </a:cubicBezTo>
                  <a:cubicBezTo>
                    <a:pt x="56530" y="21223"/>
                    <a:pt x="56751" y="20891"/>
                    <a:pt x="56961" y="20553"/>
                  </a:cubicBezTo>
                  <a:cubicBezTo>
                    <a:pt x="57171" y="20214"/>
                    <a:pt x="57371" y="19870"/>
                    <a:pt x="57560" y="19520"/>
                  </a:cubicBezTo>
                  <a:lnTo>
                    <a:pt x="62450" y="10480"/>
                  </a:lnTo>
                  <a:cubicBezTo>
                    <a:pt x="62639" y="10130"/>
                    <a:pt x="62839" y="9786"/>
                    <a:pt x="63049" y="9447"/>
                  </a:cubicBezTo>
                  <a:cubicBezTo>
                    <a:pt x="63259" y="9109"/>
                    <a:pt x="63480" y="8777"/>
                    <a:pt x="63709" y="8452"/>
                  </a:cubicBezTo>
                  <a:cubicBezTo>
                    <a:pt x="63939" y="8127"/>
                    <a:pt x="64179" y="7809"/>
                    <a:pt x="64428" y="7499"/>
                  </a:cubicBezTo>
                  <a:cubicBezTo>
                    <a:pt x="64676" y="7188"/>
                    <a:pt x="64934" y="6885"/>
                    <a:pt x="65201" y="6589"/>
                  </a:cubicBezTo>
                  <a:cubicBezTo>
                    <a:pt x="65468" y="6294"/>
                    <a:pt x="65744" y="6007"/>
                    <a:pt x="66028" y="5728"/>
                  </a:cubicBezTo>
                  <a:cubicBezTo>
                    <a:pt x="66312" y="5449"/>
                    <a:pt x="66605" y="5179"/>
                    <a:pt x="66905" y="4917"/>
                  </a:cubicBezTo>
                  <a:cubicBezTo>
                    <a:pt x="67205" y="4656"/>
                    <a:pt x="67513" y="4403"/>
                    <a:pt x="67828" y="4160"/>
                  </a:cubicBezTo>
                  <a:cubicBezTo>
                    <a:pt x="68143" y="3917"/>
                    <a:pt x="68466" y="3684"/>
                    <a:pt x="68795" y="3460"/>
                  </a:cubicBezTo>
                  <a:cubicBezTo>
                    <a:pt x="69124" y="3236"/>
                    <a:pt x="69460" y="3022"/>
                    <a:pt x="69802" y="2818"/>
                  </a:cubicBezTo>
                  <a:cubicBezTo>
                    <a:pt x="70144" y="2615"/>
                    <a:pt x="70492" y="2421"/>
                    <a:pt x="70846" y="2238"/>
                  </a:cubicBezTo>
                  <a:cubicBezTo>
                    <a:pt x="71199" y="2055"/>
                    <a:pt x="71558" y="1883"/>
                    <a:pt x="71922" y="1721"/>
                  </a:cubicBezTo>
                  <a:cubicBezTo>
                    <a:pt x="72286" y="1560"/>
                    <a:pt x="72654" y="1409"/>
                    <a:pt x="73027" y="1269"/>
                  </a:cubicBezTo>
                  <a:cubicBezTo>
                    <a:pt x="73400" y="1130"/>
                    <a:pt x="73777" y="1001"/>
                    <a:pt x="74157" y="884"/>
                  </a:cubicBezTo>
                  <a:cubicBezTo>
                    <a:pt x="74538" y="767"/>
                    <a:pt x="74922" y="662"/>
                    <a:pt x="75309" y="567"/>
                  </a:cubicBezTo>
                  <a:cubicBezTo>
                    <a:pt x="75695" y="473"/>
                    <a:pt x="76085" y="391"/>
                    <a:pt x="76477" y="320"/>
                  </a:cubicBezTo>
                  <a:cubicBezTo>
                    <a:pt x="76868" y="249"/>
                    <a:pt x="77262" y="190"/>
                    <a:pt x="77657" y="142"/>
                  </a:cubicBezTo>
                  <a:cubicBezTo>
                    <a:pt x="78053" y="95"/>
                    <a:pt x="78449" y="59"/>
                    <a:pt x="78847" y="36"/>
                  </a:cubicBezTo>
                  <a:cubicBezTo>
                    <a:pt x="79244" y="12"/>
                    <a:pt x="79642" y="0"/>
                    <a:pt x="8004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1" name="probe-lucide-camera-part-2"/>
            <p:cNvSpPr/>
            <p:nvPr/>
          </p:nvSpPr>
          <p:spPr>
            <a:xfrm>
              <a:off x="90000" y="10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2" name="probe-lucide-cloud-fog" descr="雾 — Lucide Icons and Contributors; ISC; original SVG unchanged. Source: https://github.com/lucide-icons/lucide/blob/20aef31db93fe4d9f398dbb15b120d99c48eef95/icons/cloud-fog.svg; SVG SHA256: 68a247163f7501be38045284660b2c19b957e197d510e8169313075309da879a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93" name="probe-lucide-cloud-fog-part-1"/>
            <p:cNvSpPr/>
            <p:nvPr/>
          </p:nvSpPr>
          <p:spPr>
            <a:xfrm>
              <a:off x="20026" y="30027"/>
              <a:ext cx="199979" cy="132393"/>
            </a:xfrm>
            <a:custGeom>
              <a:avLst/>
              <a:gdLst/>
              <a:ahLst/>
              <a:cxnLst/>
              <a:rect l="0" t="0" r="r" b="b"/>
              <a:pathLst>
                <a:path w="199979" h="132393">
                  <a:moveTo>
                    <a:pt x="19974" y="118963"/>
                  </a:moveTo>
                  <a:cubicBezTo>
                    <a:pt x="18954" y="117921"/>
                    <a:pt x="17966" y="116846"/>
                    <a:pt x="17013" y="115742"/>
                  </a:cubicBezTo>
                  <a:cubicBezTo>
                    <a:pt x="16059" y="114638"/>
                    <a:pt x="15141" y="113504"/>
                    <a:pt x="14258" y="112342"/>
                  </a:cubicBezTo>
                  <a:cubicBezTo>
                    <a:pt x="13376" y="111180"/>
                    <a:pt x="12530" y="109991"/>
                    <a:pt x="11722" y="108777"/>
                  </a:cubicBezTo>
                  <a:cubicBezTo>
                    <a:pt x="10914" y="107562"/>
                    <a:pt x="10144" y="106323"/>
                    <a:pt x="9413" y="105060"/>
                  </a:cubicBezTo>
                  <a:cubicBezTo>
                    <a:pt x="8682" y="103797"/>
                    <a:pt x="7991" y="102512"/>
                    <a:pt x="7341" y="101206"/>
                  </a:cubicBezTo>
                  <a:cubicBezTo>
                    <a:pt x="6690" y="99900"/>
                    <a:pt x="6081" y="98574"/>
                    <a:pt x="5513" y="97230"/>
                  </a:cubicBezTo>
                  <a:cubicBezTo>
                    <a:pt x="4946" y="95886"/>
                    <a:pt x="4421" y="94525"/>
                    <a:pt x="3938" y="93148"/>
                  </a:cubicBezTo>
                  <a:cubicBezTo>
                    <a:pt x="3456" y="91771"/>
                    <a:pt x="3016" y="90380"/>
                    <a:pt x="2621" y="88975"/>
                  </a:cubicBezTo>
                  <a:cubicBezTo>
                    <a:pt x="2225" y="87571"/>
                    <a:pt x="1874" y="86155"/>
                    <a:pt x="1567" y="84729"/>
                  </a:cubicBezTo>
                  <a:cubicBezTo>
                    <a:pt x="1260" y="83302"/>
                    <a:pt x="998" y="81867"/>
                    <a:pt x="781" y="80424"/>
                  </a:cubicBezTo>
                  <a:cubicBezTo>
                    <a:pt x="563" y="78982"/>
                    <a:pt x="391" y="77533"/>
                    <a:pt x="264" y="76079"/>
                  </a:cubicBezTo>
                  <a:cubicBezTo>
                    <a:pt x="138" y="74626"/>
                    <a:pt x="57" y="73169"/>
                    <a:pt x="21" y="71710"/>
                  </a:cubicBezTo>
                  <a:cubicBezTo>
                    <a:pt x="-15" y="70252"/>
                    <a:pt x="-5" y="68793"/>
                    <a:pt x="51" y="67335"/>
                  </a:cubicBezTo>
                  <a:cubicBezTo>
                    <a:pt x="106" y="65877"/>
                    <a:pt x="207" y="64421"/>
                    <a:pt x="354" y="62970"/>
                  </a:cubicBezTo>
                  <a:cubicBezTo>
                    <a:pt x="500" y="61518"/>
                    <a:pt x="692" y="60072"/>
                    <a:pt x="929" y="58632"/>
                  </a:cubicBezTo>
                  <a:cubicBezTo>
                    <a:pt x="1166" y="57192"/>
                    <a:pt x="1448" y="55761"/>
                    <a:pt x="1774" y="54339"/>
                  </a:cubicBezTo>
                  <a:cubicBezTo>
                    <a:pt x="2101" y="52917"/>
                    <a:pt x="2472" y="51506"/>
                    <a:pt x="2886" y="50107"/>
                  </a:cubicBezTo>
                  <a:cubicBezTo>
                    <a:pt x="3301" y="48708"/>
                    <a:pt x="3759" y="47323"/>
                    <a:pt x="4260" y="45952"/>
                  </a:cubicBezTo>
                  <a:cubicBezTo>
                    <a:pt x="4761" y="44582"/>
                    <a:pt x="5305" y="43228"/>
                    <a:pt x="5891" y="41892"/>
                  </a:cubicBezTo>
                  <a:cubicBezTo>
                    <a:pt x="6477" y="40556"/>
                    <a:pt x="7104" y="39239"/>
                    <a:pt x="7773" y="37942"/>
                  </a:cubicBezTo>
                  <a:cubicBezTo>
                    <a:pt x="8441" y="36645"/>
                    <a:pt x="9149" y="35369"/>
                    <a:pt x="9897" y="34116"/>
                  </a:cubicBezTo>
                  <a:cubicBezTo>
                    <a:pt x="10645" y="32864"/>
                    <a:pt x="11432" y="31635"/>
                    <a:pt x="12256" y="30431"/>
                  </a:cubicBezTo>
                  <a:cubicBezTo>
                    <a:pt x="13081" y="29228"/>
                    <a:pt x="13943" y="28051"/>
                    <a:pt x="14841" y="26901"/>
                  </a:cubicBezTo>
                  <a:cubicBezTo>
                    <a:pt x="15740" y="25751"/>
                    <a:pt x="16674" y="24630"/>
                    <a:pt x="17642" y="23539"/>
                  </a:cubicBezTo>
                  <a:cubicBezTo>
                    <a:pt x="18610" y="22448"/>
                    <a:pt x="19612" y="21387"/>
                    <a:pt x="20647" y="20358"/>
                  </a:cubicBezTo>
                  <a:cubicBezTo>
                    <a:pt x="21682" y="19330"/>
                    <a:pt x="22748" y="18334"/>
                    <a:pt x="23845" y="17372"/>
                  </a:cubicBezTo>
                  <a:cubicBezTo>
                    <a:pt x="24942" y="16410"/>
                    <a:pt x="26068" y="15483"/>
                    <a:pt x="27223" y="14591"/>
                  </a:cubicBezTo>
                  <a:cubicBezTo>
                    <a:pt x="28378" y="13700"/>
                    <a:pt x="29560" y="12844"/>
                    <a:pt x="30769" y="12027"/>
                  </a:cubicBezTo>
                  <a:cubicBezTo>
                    <a:pt x="31977" y="11209"/>
                    <a:pt x="33210" y="10429"/>
                    <a:pt x="34467" y="9689"/>
                  </a:cubicBezTo>
                  <a:cubicBezTo>
                    <a:pt x="35724" y="8948"/>
                    <a:pt x="37004" y="8247"/>
                    <a:pt x="38305" y="7587"/>
                  </a:cubicBezTo>
                  <a:cubicBezTo>
                    <a:pt x="39606" y="6926"/>
                    <a:pt x="40927" y="6306"/>
                    <a:pt x="42266" y="5728"/>
                  </a:cubicBezTo>
                  <a:cubicBezTo>
                    <a:pt x="43606" y="5150"/>
                    <a:pt x="44963" y="4614"/>
                    <a:pt x="46336" y="4121"/>
                  </a:cubicBezTo>
                  <a:cubicBezTo>
                    <a:pt x="47709" y="3628"/>
                    <a:pt x="49097" y="3178"/>
                    <a:pt x="50498" y="2771"/>
                  </a:cubicBezTo>
                  <a:cubicBezTo>
                    <a:pt x="51900" y="2365"/>
                    <a:pt x="53313" y="2002"/>
                    <a:pt x="54737" y="1684"/>
                  </a:cubicBezTo>
                  <a:cubicBezTo>
                    <a:pt x="56161" y="1366"/>
                    <a:pt x="57594" y="1093"/>
                    <a:pt x="59035" y="864"/>
                  </a:cubicBezTo>
                  <a:cubicBezTo>
                    <a:pt x="60476" y="636"/>
                    <a:pt x="61923" y="452"/>
                    <a:pt x="63376" y="314"/>
                  </a:cubicBezTo>
                  <a:cubicBezTo>
                    <a:pt x="64828" y="176"/>
                    <a:pt x="66284" y="83"/>
                    <a:pt x="67743" y="36"/>
                  </a:cubicBezTo>
                  <a:cubicBezTo>
                    <a:pt x="69201" y="-11"/>
                    <a:pt x="70660" y="-12"/>
                    <a:pt x="72118" y="32"/>
                  </a:cubicBezTo>
                  <a:cubicBezTo>
                    <a:pt x="73576" y="76"/>
                    <a:pt x="75033" y="166"/>
                    <a:pt x="76486" y="301"/>
                  </a:cubicBezTo>
                  <a:cubicBezTo>
                    <a:pt x="77938" y="436"/>
                    <a:pt x="79386" y="617"/>
                    <a:pt x="80828" y="842"/>
                  </a:cubicBezTo>
                  <a:cubicBezTo>
                    <a:pt x="82269" y="1068"/>
                    <a:pt x="83703" y="1339"/>
                    <a:pt x="85127" y="1654"/>
                  </a:cubicBezTo>
                  <a:cubicBezTo>
                    <a:pt x="86552" y="1969"/>
                    <a:pt x="87966" y="2329"/>
                    <a:pt x="89368" y="2733"/>
                  </a:cubicBezTo>
                  <a:cubicBezTo>
                    <a:pt x="90770" y="3136"/>
                    <a:pt x="92159" y="3584"/>
                    <a:pt x="93533" y="4074"/>
                  </a:cubicBezTo>
                  <a:cubicBezTo>
                    <a:pt x="94907" y="4565"/>
                    <a:pt x="96265" y="5098"/>
                    <a:pt x="97606" y="5673"/>
                  </a:cubicBezTo>
                  <a:cubicBezTo>
                    <a:pt x="98946" y="6249"/>
                    <a:pt x="100269" y="6866"/>
                    <a:pt x="101571" y="7524"/>
                  </a:cubicBezTo>
                  <a:cubicBezTo>
                    <a:pt x="102873" y="8182"/>
                    <a:pt x="104154" y="8880"/>
                    <a:pt x="105413" y="9618"/>
                  </a:cubicBezTo>
                  <a:cubicBezTo>
                    <a:pt x="106671" y="10356"/>
                    <a:pt x="107906" y="11134"/>
                    <a:pt x="109116" y="11949"/>
                  </a:cubicBezTo>
                  <a:cubicBezTo>
                    <a:pt x="110326" y="12764"/>
                    <a:pt x="111510" y="13617"/>
                    <a:pt x="112666" y="14506"/>
                  </a:cubicBezTo>
                  <a:cubicBezTo>
                    <a:pt x="113823" y="15395"/>
                    <a:pt x="114952" y="16320"/>
                    <a:pt x="116050" y="17280"/>
                  </a:cubicBezTo>
                  <a:cubicBezTo>
                    <a:pt x="117149" y="18240"/>
                    <a:pt x="118218" y="19234"/>
                    <a:pt x="119254" y="20260"/>
                  </a:cubicBezTo>
                  <a:cubicBezTo>
                    <a:pt x="120291" y="21287"/>
                    <a:pt x="121295" y="22346"/>
                    <a:pt x="122266" y="23435"/>
                  </a:cubicBezTo>
                  <a:cubicBezTo>
                    <a:pt x="123236" y="24524"/>
                    <a:pt x="124172" y="25644"/>
                    <a:pt x="125073" y="26791"/>
                  </a:cubicBezTo>
                  <a:cubicBezTo>
                    <a:pt x="125973" y="27939"/>
                    <a:pt x="126838" y="29115"/>
                    <a:pt x="127665" y="30317"/>
                  </a:cubicBezTo>
                  <a:cubicBezTo>
                    <a:pt x="128492" y="31518"/>
                    <a:pt x="129281" y="32746"/>
                    <a:pt x="130031" y="33997"/>
                  </a:cubicBezTo>
                  <a:cubicBezTo>
                    <a:pt x="130782" y="35248"/>
                    <a:pt x="131493" y="36522"/>
                    <a:pt x="132164" y="37818"/>
                  </a:cubicBezTo>
                  <a:cubicBezTo>
                    <a:pt x="132834" y="39114"/>
                    <a:pt x="133464" y="40430"/>
                    <a:pt x="134053" y="41765"/>
                  </a:cubicBezTo>
                  <a:cubicBezTo>
                    <a:pt x="134641" y="43100"/>
                    <a:pt x="135188" y="44453"/>
                    <a:pt x="135692" y="45822"/>
                  </a:cubicBezTo>
                  <a:cubicBezTo>
                    <a:pt x="136196" y="47191"/>
                    <a:pt x="136657" y="48575"/>
                    <a:pt x="137074" y="49973"/>
                  </a:cubicBezTo>
                  <a:lnTo>
                    <a:pt x="154974" y="49973"/>
                  </a:lnTo>
                  <a:cubicBezTo>
                    <a:pt x="155908" y="49973"/>
                    <a:pt x="156842" y="50002"/>
                    <a:pt x="157774" y="50060"/>
                  </a:cubicBezTo>
                  <a:cubicBezTo>
                    <a:pt x="158706" y="50118"/>
                    <a:pt x="159637" y="50205"/>
                    <a:pt x="160563" y="50321"/>
                  </a:cubicBezTo>
                  <a:cubicBezTo>
                    <a:pt x="161490" y="50437"/>
                    <a:pt x="162413" y="50582"/>
                    <a:pt x="163331" y="50755"/>
                  </a:cubicBezTo>
                  <a:cubicBezTo>
                    <a:pt x="164249" y="50928"/>
                    <a:pt x="165161" y="51130"/>
                    <a:pt x="166066" y="51361"/>
                  </a:cubicBezTo>
                  <a:cubicBezTo>
                    <a:pt x="166971" y="51591"/>
                    <a:pt x="167869" y="51849"/>
                    <a:pt x="168758" y="52135"/>
                  </a:cubicBezTo>
                  <a:cubicBezTo>
                    <a:pt x="169648" y="52421"/>
                    <a:pt x="170528" y="52735"/>
                    <a:pt x="171397" y="53075"/>
                  </a:cubicBezTo>
                  <a:cubicBezTo>
                    <a:pt x="172267" y="53416"/>
                    <a:pt x="173126" y="53784"/>
                    <a:pt x="173973" y="54178"/>
                  </a:cubicBezTo>
                  <a:cubicBezTo>
                    <a:pt x="174819" y="54572"/>
                    <a:pt x="175654" y="54993"/>
                    <a:pt x="176474" y="55439"/>
                  </a:cubicBezTo>
                  <a:cubicBezTo>
                    <a:pt x="177295" y="55885"/>
                    <a:pt x="178101" y="56357"/>
                    <a:pt x="178892" y="56853"/>
                  </a:cubicBezTo>
                  <a:cubicBezTo>
                    <a:pt x="179684" y="57349"/>
                    <a:pt x="180459" y="57870"/>
                    <a:pt x="181218" y="58415"/>
                  </a:cubicBezTo>
                  <a:cubicBezTo>
                    <a:pt x="181977" y="58960"/>
                    <a:pt x="182719" y="59528"/>
                    <a:pt x="183442" y="60118"/>
                  </a:cubicBezTo>
                  <a:cubicBezTo>
                    <a:pt x="184166" y="60709"/>
                    <a:pt x="184870" y="61322"/>
                    <a:pt x="185556" y="61957"/>
                  </a:cubicBezTo>
                  <a:cubicBezTo>
                    <a:pt x="186241" y="62592"/>
                    <a:pt x="186906" y="63247"/>
                    <a:pt x="187551" y="63924"/>
                  </a:cubicBezTo>
                  <a:cubicBezTo>
                    <a:pt x="188195" y="64600"/>
                    <a:pt x="188819" y="65296"/>
                    <a:pt x="189420" y="66010"/>
                  </a:cubicBezTo>
                  <a:cubicBezTo>
                    <a:pt x="190021" y="66725"/>
                    <a:pt x="190600" y="67459"/>
                    <a:pt x="191155" y="68210"/>
                  </a:cubicBezTo>
                  <a:cubicBezTo>
                    <a:pt x="191711" y="68960"/>
                    <a:pt x="192243" y="69728"/>
                    <a:pt x="192750" y="70512"/>
                  </a:cubicBezTo>
                  <a:cubicBezTo>
                    <a:pt x="193258" y="71296"/>
                    <a:pt x="193741" y="72096"/>
                    <a:pt x="194199" y="72910"/>
                  </a:cubicBezTo>
                  <a:cubicBezTo>
                    <a:pt x="194657" y="73724"/>
                    <a:pt x="195090" y="74552"/>
                    <a:pt x="195496" y="75393"/>
                  </a:cubicBezTo>
                  <a:cubicBezTo>
                    <a:pt x="195903" y="76234"/>
                    <a:pt x="196283" y="77088"/>
                    <a:pt x="196636" y="77952"/>
                  </a:cubicBezTo>
                  <a:cubicBezTo>
                    <a:pt x="196989" y="78817"/>
                    <a:pt x="197316" y="79692"/>
                    <a:pt x="197614" y="80577"/>
                  </a:cubicBezTo>
                  <a:cubicBezTo>
                    <a:pt x="197913" y="81462"/>
                    <a:pt x="198184" y="82356"/>
                    <a:pt x="198428" y="83258"/>
                  </a:cubicBezTo>
                  <a:cubicBezTo>
                    <a:pt x="198671" y="84160"/>
                    <a:pt x="198886" y="85069"/>
                    <a:pt x="199072" y="85984"/>
                  </a:cubicBezTo>
                  <a:cubicBezTo>
                    <a:pt x="199259" y="86900"/>
                    <a:pt x="199417" y="87820"/>
                    <a:pt x="199546" y="88745"/>
                  </a:cubicBezTo>
                  <a:cubicBezTo>
                    <a:pt x="199675" y="89670"/>
                    <a:pt x="199776" y="90599"/>
                    <a:pt x="199847" y="91531"/>
                  </a:cubicBezTo>
                  <a:cubicBezTo>
                    <a:pt x="199919" y="92462"/>
                    <a:pt x="199961" y="93395"/>
                    <a:pt x="199975" y="94329"/>
                  </a:cubicBezTo>
                  <a:cubicBezTo>
                    <a:pt x="199988" y="95263"/>
                    <a:pt x="199972" y="96197"/>
                    <a:pt x="199927" y="97130"/>
                  </a:cubicBezTo>
                  <a:cubicBezTo>
                    <a:pt x="199883" y="98063"/>
                    <a:pt x="199809" y="98994"/>
                    <a:pt x="199706" y="99923"/>
                  </a:cubicBezTo>
                  <a:cubicBezTo>
                    <a:pt x="199603" y="100851"/>
                    <a:pt x="199472" y="101776"/>
                    <a:pt x="199312" y="102696"/>
                  </a:cubicBezTo>
                  <a:cubicBezTo>
                    <a:pt x="199151" y="103616"/>
                    <a:pt x="198962" y="104531"/>
                    <a:pt x="198745" y="105440"/>
                  </a:cubicBezTo>
                  <a:cubicBezTo>
                    <a:pt x="198528" y="106348"/>
                    <a:pt x="198282" y="107250"/>
                    <a:pt x="198009" y="108143"/>
                  </a:cubicBezTo>
                  <a:cubicBezTo>
                    <a:pt x="197736" y="109036"/>
                    <a:pt x="197435" y="109920"/>
                    <a:pt x="197106" y="110795"/>
                  </a:cubicBezTo>
                  <a:cubicBezTo>
                    <a:pt x="196778" y="111669"/>
                    <a:pt x="196422" y="112533"/>
                    <a:pt x="196040" y="113385"/>
                  </a:cubicBezTo>
                  <a:cubicBezTo>
                    <a:pt x="195658" y="114238"/>
                    <a:pt x="195249" y="115078"/>
                    <a:pt x="194815" y="115905"/>
                  </a:cubicBezTo>
                  <a:cubicBezTo>
                    <a:pt x="194380" y="116731"/>
                    <a:pt x="193920" y="117545"/>
                    <a:pt x="193435" y="118343"/>
                  </a:cubicBezTo>
                  <a:cubicBezTo>
                    <a:pt x="192950" y="119141"/>
                    <a:pt x="192440" y="119924"/>
                    <a:pt x="191907" y="120690"/>
                  </a:cubicBezTo>
                  <a:cubicBezTo>
                    <a:pt x="191373" y="121457"/>
                    <a:pt x="190815" y="122207"/>
                    <a:pt x="190235" y="122938"/>
                  </a:cubicBezTo>
                  <a:cubicBezTo>
                    <a:pt x="189654" y="123670"/>
                    <a:pt x="189051" y="124384"/>
                    <a:pt x="188426" y="125078"/>
                  </a:cubicBezTo>
                  <a:cubicBezTo>
                    <a:pt x="187802" y="125772"/>
                    <a:pt x="187155" y="126447"/>
                    <a:pt x="186488" y="127101"/>
                  </a:cubicBezTo>
                  <a:cubicBezTo>
                    <a:pt x="185822" y="127755"/>
                    <a:pt x="185135" y="128388"/>
                    <a:pt x="184428" y="128999"/>
                  </a:cubicBezTo>
                  <a:cubicBezTo>
                    <a:pt x="183722" y="129610"/>
                    <a:pt x="182997" y="130199"/>
                    <a:pt x="182254" y="130766"/>
                  </a:cubicBezTo>
                  <a:cubicBezTo>
                    <a:pt x="181511" y="131332"/>
                    <a:pt x="180751" y="131875"/>
                    <a:pt x="179974" y="132393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4" name="probe-lucide-cloud-fog-part-2"/>
            <p:cNvSpPr/>
            <p:nvPr/>
          </p:nvSpPr>
          <p:spPr>
            <a:xfrm>
              <a:off x="70000" y="170000"/>
              <a:ext cx="90000" cy="10"/>
            </a:xfrm>
            <a:custGeom>
              <a:avLst/>
              <a:gdLst/>
              <a:ahLst/>
              <a:cxnLst/>
              <a:rect l="0" t="0" r="r" b="b"/>
              <a:pathLst>
                <a:path w="90000" h="10">
                  <a:moveTo>
                    <a:pt x="9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cloud-fog-part-3"/>
            <p:cNvSpPr/>
            <p:nvPr/>
          </p:nvSpPr>
          <p:spPr>
            <a:xfrm>
              <a:off x="90000" y="21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8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6" name="probe-lucide-cloud-rain-wind" descr="风雨 — Lucide Icons and Contributors; ISC; original SVG unchanged. Source: https://github.com/lucide-icons/lucide/blob/20aef31db93fe4d9f398dbb15b120d99c48eef95/icons/cloud-rain-wind.svg; SVG SHA256: 9f7e0b24e7e7d950664843c44f42f2087f547753fbf03a2e27614d15dd5c1b2e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97" name="probe-lucide-cloud-rain-wind-part-1"/>
            <p:cNvSpPr/>
            <p:nvPr/>
          </p:nvSpPr>
          <p:spPr>
            <a:xfrm>
              <a:off x="20026" y="30027"/>
              <a:ext cx="199979" cy="132393"/>
            </a:xfrm>
            <a:custGeom>
              <a:avLst/>
              <a:gdLst/>
              <a:ahLst/>
              <a:cxnLst/>
              <a:rect l="0" t="0" r="r" b="b"/>
              <a:pathLst>
                <a:path w="199979" h="132393">
                  <a:moveTo>
                    <a:pt x="19974" y="118963"/>
                  </a:moveTo>
                  <a:cubicBezTo>
                    <a:pt x="18954" y="117921"/>
                    <a:pt x="17966" y="116846"/>
                    <a:pt x="17013" y="115742"/>
                  </a:cubicBezTo>
                  <a:cubicBezTo>
                    <a:pt x="16059" y="114638"/>
                    <a:pt x="15141" y="113504"/>
                    <a:pt x="14258" y="112342"/>
                  </a:cubicBezTo>
                  <a:cubicBezTo>
                    <a:pt x="13376" y="111180"/>
                    <a:pt x="12530" y="109991"/>
                    <a:pt x="11722" y="108777"/>
                  </a:cubicBezTo>
                  <a:cubicBezTo>
                    <a:pt x="10914" y="107562"/>
                    <a:pt x="10144" y="106323"/>
                    <a:pt x="9413" y="105060"/>
                  </a:cubicBezTo>
                  <a:cubicBezTo>
                    <a:pt x="8682" y="103797"/>
                    <a:pt x="7991" y="102512"/>
                    <a:pt x="7341" y="101206"/>
                  </a:cubicBezTo>
                  <a:cubicBezTo>
                    <a:pt x="6690" y="99900"/>
                    <a:pt x="6081" y="98574"/>
                    <a:pt x="5513" y="97230"/>
                  </a:cubicBezTo>
                  <a:cubicBezTo>
                    <a:pt x="4946" y="95886"/>
                    <a:pt x="4421" y="94525"/>
                    <a:pt x="3938" y="93148"/>
                  </a:cubicBezTo>
                  <a:cubicBezTo>
                    <a:pt x="3456" y="91771"/>
                    <a:pt x="3016" y="90380"/>
                    <a:pt x="2621" y="88975"/>
                  </a:cubicBezTo>
                  <a:cubicBezTo>
                    <a:pt x="2225" y="87571"/>
                    <a:pt x="1874" y="86155"/>
                    <a:pt x="1567" y="84729"/>
                  </a:cubicBezTo>
                  <a:cubicBezTo>
                    <a:pt x="1260" y="83302"/>
                    <a:pt x="998" y="81867"/>
                    <a:pt x="781" y="80424"/>
                  </a:cubicBezTo>
                  <a:cubicBezTo>
                    <a:pt x="563" y="78982"/>
                    <a:pt x="391" y="77533"/>
                    <a:pt x="264" y="76079"/>
                  </a:cubicBezTo>
                  <a:cubicBezTo>
                    <a:pt x="138" y="74626"/>
                    <a:pt x="57" y="73169"/>
                    <a:pt x="21" y="71710"/>
                  </a:cubicBezTo>
                  <a:cubicBezTo>
                    <a:pt x="-15" y="70252"/>
                    <a:pt x="-5" y="68793"/>
                    <a:pt x="51" y="67335"/>
                  </a:cubicBezTo>
                  <a:cubicBezTo>
                    <a:pt x="106" y="65877"/>
                    <a:pt x="207" y="64421"/>
                    <a:pt x="354" y="62970"/>
                  </a:cubicBezTo>
                  <a:cubicBezTo>
                    <a:pt x="500" y="61518"/>
                    <a:pt x="692" y="60072"/>
                    <a:pt x="929" y="58632"/>
                  </a:cubicBezTo>
                  <a:cubicBezTo>
                    <a:pt x="1166" y="57192"/>
                    <a:pt x="1448" y="55761"/>
                    <a:pt x="1774" y="54339"/>
                  </a:cubicBezTo>
                  <a:cubicBezTo>
                    <a:pt x="2101" y="52917"/>
                    <a:pt x="2472" y="51506"/>
                    <a:pt x="2886" y="50107"/>
                  </a:cubicBezTo>
                  <a:cubicBezTo>
                    <a:pt x="3301" y="48708"/>
                    <a:pt x="3759" y="47323"/>
                    <a:pt x="4260" y="45952"/>
                  </a:cubicBezTo>
                  <a:cubicBezTo>
                    <a:pt x="4761" y="44582"/>
                    <a:pt x="5305" y="43228"/>
                    <a:pt x="5891" y="41892"/>
                  </a:cubicBezTo>
                  <a:cubicBezTo>
                    <a:pt x="6477" y="40556"/>
                    <a:pt x="7104" y="39239"/>
                    <a:pt x="7773" y="37942"/>
                  </a:cubicBezTo>
                  <a:cubicBezTo>
                    <a:pt x="8441" y="36645"/>
                    <a:pt x="9149" y="35369"/>
                    <a:pt x="9897" y="34116"/>
                  </a:cubicBezTo>
                  <a:cubicBezTo>
                    <a:pt x="10645" y="32864"/>
                    <a:pt x="11432" y="31635"/>
                    <a:pt x="12256" y="30431"/>
                  </a:cubicBezTo>
                  <a:cubicBezTo>
                    <a:pt x="13081" y="29228"/>
                    <a:pt x="13943" y="28051"/>
                    <a:pt x="14841" y="26901"/>
                  </a:cubicBezTo>
                  <a:cubicBezTo>
                    <a:pt x="15740" y="25751"/>
                    <a:pt x="16674" y="24630"/>
                    <a:pt x="17642" y="23539"/>
                  </a:cubicBezTo>
                  <a:cubicBezTo>
                    <a:pt x="18610" y="22448"/>
                    <a:pt x="19612" y="21387"/>
                    <a:pt x="20647" y="20358"/>
                  </a:cubicBezTo>
                  <a:cubicBezTo>
                    <a:pt x="21682" y="19330"/>
                    <a:pt x="22748" y="18334"/>
                    <a:pt x="23845" y="17372"/>
                  </a:cubicBezTo>
                  <a:cubicBezTo>
                    <a:pt x="24942" y="16410"/>
                    <a:pt x="26068" y="15483"/>
                    <a:pt x="27223" y="14591"/>
                  </a:cubicBezTo>
                  <a:cubicBezTo>
                    <a:pt x="28378" y="13700"/>
                    <a:pt x="29560" y="12844"/>
                    <a:pt x="30769" y="12027"/>
                  </a:cubicBezTo>
                  <a:cubicBezTo>
                    <a:pt x="31977" y="11209"/>
                    <a:pt x="33210" y="10429"/>
                    <a:pt x="34467" y="9689"/>
                  </a:cubicBezTo>
                  <a:cubicBezTo>
                    <a:pt x="35724" y="8948"/>
                    <a:pt x="37004" y="8247"/>
                    <a:pt x="38305" y="7587"/>
                  </a:cubicBezTo>
                  <a:cubicBezTo>
                    <a:pt x="39606" y="6926"/>
                    <a:pt x="40927" y="6306"/>
                    <a:pt x="42266" y="5728"/>
                  </a:cubicBezTo>
                  <a:cubicBezTo>
                    <a:pt x="43606" y="5150"/>
                    <a:pt x="44963" y="4614"/>
                    <a:pt x="46336" y="4121"/>
                  </a:cubicBezTo>
                  <a:cubicBezTo>
                    <a:pt x="47709" y="3628"/>
                    <a:pt x="49097" y="3178"/>
                    <a:pt x="50498" y="2771"/>
                  </a:cubicBezTo>
                  <a:cubicBezTo>
                    <a:pt x="51900" y="2365"/>
                    <a:pt x="53313" y="2002"/>
                    <a:pt x="54737" y="1684"/>
                  </a:cubicBezTo>
                  <a:cubicBezTo>
                    <a:pt x="56161" y="1366"/>
                    <a:pt x="57594" y="1093"/>
                    <a:pt x="59035" y="864"/>
                  </a:cubicBezTo>
                  <a:cubicBezTo>
                    <a:pt x="60476" y="636"/>
                    <a:pt x="61923" y="452"/>
                    <a:pt x="63376" y="314"/>
                  </a:cubicBezTo>
                  <a:cubicBezTo>
                    <a:pt x="64828" y="176"/>
                    <a:pt x="66284" y="83"/>
                    <a:pt x="67743" y="36"/>
                  </a:cubicBezTo>
                  <a:cubicBezTo>
                    <a:pt x="69201" y="-11"/>
                    <a:pt x="70660" y="-12"/>
                    <a:pt x="72118" y="32"/>
                  </a:cubicBezTo>
                  <a:cubicBezTo>
                    <a:pt x="73576" y="76"/>
                    <a:pt x="75033" y="166"/>
                    <a:pt x="76486" y="301"/>
                  </a:cubicBezTo>
                  <a:cubicBezTo>
                    <a:pt x="77938" y="436"/>
                    <a:pt x="79386" y="617"/>
                    <a:pt x="80828" y="842"/>
                  </a:cubicBezTo>
                  <a:cubicBezTo>
                    <a:pt x="82269" y="1068"/>
                    <a:pt x="83703" y="1339"/>
                    <a:pt x="85127" y="1654"/>
                  </a:cubicBezTo>
                  <a:cubicBezTo>
                    <a:pt x="86552" y="1969"/>
                    <a:pt x="87966" y="2329"/>
                    <a:pt x="89368" y="2733"/>
                  </a:cubicBezTo>
                  <a:cubicBezTo>
                    <a:pt x="90770" y="3136"/>
                    <a:pt x="92159" y="3584"/>
                    <a:pt x="93533" y="4074"/>
                  </a:cubicBezTo>
                  <a:cubicBezTo>
                    <a:pt x="94907" y="4565"/>
                    <a:pt x="96265" y="5098"/>
                    <a:pt x="97606" y="5673"/>
                  </a:cubicBezTo>
                  <a:cubicBezTo>
                    <a:pt x="98946" y="6249"/>
                    <a:pt x="100269" y="6866"/>
                    <a:pt x="101571" y="7524"/>
                  </a:cubicBezTo>
                  <a:cubicBezTo>
                    <a:pt x="102873" y="8182"/>
                    <a:pt x="104154" y="8880"/>
                    <a:pt x="105413" y="9618"/>
                  </a:cubicBezTo>
                  <a:cubicBezTo>
                    <a:pt x="106671" y="10356"/>
                    <a:pt x="107906" y="11134"/>
                    <a:pt x="109116" y="11949"/>
                  </a:cubicBezTo>
                  <a:cubicBezTo>
                    <a:pt x="110326" y="12764"/>
                    <a:pt x="111510" y="13617"/>
                    <a:pt x="112666" y="14506"/>
                  </a:cubicBezTo>
                  <a:cubicBezTo>
                    <a:pt x="113823" y="15395"/>
                    <a:pt x="114952" y="16320"/>
                    <a:pt x="116050" y="17280"/>
                  </a:cubicBezTo>
                  <a:cubicBezTo>
                    <a:pt x="117149" y="18240"/>
                    <a:pt x="118218" y="19234"/>
                    <a:pt x="119254" y="20260"/>
                  </a:cubicBezTo>
                  <a:cubicBezTo>
                    <a:pt x="120291" y="21287"/>
                    <a:pt x="121295" y="22346"/>
                    <a:pt x="122266" y="23435"/>
                  </a:cubicBezTo>
                  <a:cubicBezTo>
                    <a:pt x="123236" y="24524"/>
                    <a:pt x="124172" y="25644"/>
                    <a:pt x="125073" y="26791"/>
                  </a:cubicBezTo>
                  <a:cubicBezTo>
                    <a:pt x="125973" y="27939"/>
                    <a:pt x="126838" y="29115"/>
                    <a:pt x="127665" y="30317"/>
                  </a:cubicBezTo>
                  <a:cubicBezTo>
                    <a:pt x="128492" y="31518"/>
                    <a:pt x="129281" y="32746"/>
                    <a:pt x="130031" y="33997"/>
                  </a:cubicBezTo>
                  <a:cubicBezTo>
                    <a:pt x="130782" y="35248"/>
                    <a:pt x="131493" y="36522"/>
                    <a:pt x="132164" y="37818"/>
                  </a:cubicBezTo>
                  <a:cubicBezTo>
                    <a:pt x="132834" y="39114"/>
                    <a:pt x="133464" y="40430"/>
                    <a:pt x="134053" y="41765"/>
                  </a:cubicBezTo>
                  <a:cubicBezTo>
                    <a:pt x="134641" y="43100"/>
                    <a:pt x="135188" y="44453"/>
                    <a:pt x="135692" y="45822"/>
                  </a:cubicBezTo>
                  <a:cubicBezTo>
                    <a:pt x="136196" y="47191"/>
                    <a:pt x="136657" y="48575"/>
                    <a:pt x="137074" y="49973"/>
                  </a:cubicBezTo>
                  <a:lnTo>
                    <a:pt x="154974" y="49973"/>
                  </a:lnTo>
                  <a:cubicBezTo>
                    <a:pt x="155908" y="49973"/>
                    <a:pt x="156842" y="50002"/>
                    <a:pt x="157774" y="50060"/>
                  </a:cubicBezTo>
                  <a:cubicBezTo>
                    <a:pt x="158706" y="50118"/>
                    <a:pt x="159637" y="50205"/>
                    <a:pt x="160563" y="50321"/>
                  </a:cubicBezTo>
                  <a:cubicBezTo>
                    <a:pt x="161490" y="50437"/>
                    <a:pt x="162413" y="50582"/>
                    <a:pt x="163331" y="50755"/>
                  </a:cubicBezTo>
                  <a:cubicBezTo>
                    <a:pt x="164249" y="50928"/>
                    <a:pt x="165161" y="51130"/>
                    <a:pt x="166066" y="51361"/>
                  </a:cubicBezTo>
                  <a:cubicBezTo>
                    <a:pt x="166971" y="51591"/>
                    <a:pt x="167869" y="51849"/>
                    <a:pt x="168758" y="52135"/>
                  </a:cubicBezTo>
                  <a:cubicBezTo>
                    <a:pt x="169648" y="52421"/>
                    <a:pt x="170528" y="52735"/>
                    <a:pt x="171397" y="53075"/>
                  </a:cubicBezTo>
                  <a:cubicBezTo>
                    <a:pt x="172267" y="53416"/>
                    <a:pt x="173126" y="53784"/>
                    <a:pt x="173973" y="54178"/>
                  </a:cubicBezTo>
                  <a:cubicBezTo>
                    <a:pt x="174819" y="54572"/>
                    <a:pt x="175654" y="54993"/>
                    <a:pt x="176474" y="55439"/>
                  </a:cubicBezTo>
                  <a:cubicBezTo>
                    <a:pt x="177295" y="55885"/>
                    <a:pt x="178101" y="56357"/>
                    <a:pt x="178892" y="56853"/>
                  </a:cubicBezTo>
                  <a:cubicBezTo>
                    <a:pt x="179684" y="57349"/>
                    <a:pt x="180459" y="57870"/>
                    <a:pt x="181218" y="58415"/>
                  </a:cubicBezTo>
                  <a:cubicBezTo>
                    <a:pt x="181977" y="58960"/>
                    <a:pt x="182719" y="59528"/>
                    <a:pt x="183442" y="60118"/>
                  </a:cubicBezTo>
                  <a:cubicBezTo>
                    <a:pt x="184166" y="60709"/>
                    <a:pt x="184870" y="61322"/>
                    <a:pt x="185556" y="61957"/>
                  </a:cubicBezTo>
                  <a:cubicBezTo>
                    <a:pt x="186241" y="62592"/>
                    <a:pt x="186906" y="63247"/>
                    <a:pt x="187551" y="63924"/>
                  </a:cubicBezTo>
                  <a:cubicBezTo>
                    <a:pt x="188195" y="64600"/>
                    <a:pt x="188819" y="65296"/>
                    <a:pt x="189420" y="66010"/>
                  </a:cubicBezTo>
                  <a:cubicBezTo>
                    <a:pt x="190021" y="66725"/>
                    <a:pt x="190600" y="67459"/>
                    <a:pt x="191155" y="68210"/>
                  </a:cubicBezTo>
                  <a:cubicBezTo>
                    <a:pt x="191711" y="68960"/>
                    <a:pt x="192243" y="69728"/>
                    <a:pt x="192750" y="70512"/>
                  </a:cubicBezTo>
                  <a:cubicBezTo>
                    <a:pt x="193258" y="71296"/>
                    <a:pt x="193741" y="72096"/>
                    <a:pt x="194199" y="72910"/>
                  </a:cubicBezTo>
                  <a:cubicBezTo>
                    <a:pt x="194657" y="73724"/>
                    <a:pt x="195090" y="74552"/>
                    <a:pt x="195496" y="75393"/>
                  </a:cubicBezTo>
                  <a:cubicBezTo>
                    <a:pt x="195903" y="76234"/>
                    <a:pt x="196283" y="77088"/>
                    <a:pt x="196636" y="77952"/>
                  </a:cubicBezTo>
                  <a:cubicBezTo>
                    <a:pt x="196989" y="78817"/>
                    <a:pt x="197316" y="79692"/>
                    <a:pt x="197614" y="80577"/>
                  </a:cubicBezTo>
                  <a:cubicBezTo>
                    <a:pt x="197913" y="81462"/>
                    <a:pt x="198184" y="82356"/>
                    <a:pt x="198428" y="83258"/>
                  </a:cubicBezTo>
                  <a:cubicBezTo>
                    <a:pt x="198671" y="84160"/>
                    <a:pt x="198886" y="85069"/>
                    <a:pt x="199072" y="85984"/>
                  </a:cubicBezTo>
                  <a:cubicBezTo>
                    <a:pt x="199259" y="86900"/>
                    <a:pt x="199417" y="87820"/>
                    <a:pt x="199546" y="88745"/>
                  </a:cubicBezTo>
                  <a:cubicBezTo>
                    <a:pt x="199675" y="89670"/>
                    <a:pt x="199776" y="90599"/>
                    <a:pt x="199847" y="91531"/>
                  </a:cubicBezTo>
                  <a:cubicBezTo>
                    <a:pt x="199919" y="92462"/>
                    <a:pt x="199961" y="93395"/>
                    <a:pt x="199975" y="94329"/>
                  </a:cubicBezTo>
                  <a:cubicBezTo>
                    <a:pt x="199988" y="95263"/>
                    <a:pt x="199972" y="96197"/>
                    <a:pt x="199927" y="97130"/>
                  </a:cubicBezTo>
                  <a:cubicBezTo>
                    <a:pt x="199883" y="98063"/>
                    <a:pt x="199809" y="98994"/>
                    <a:pt x="199706" y="99923"/>
                  </a:cubicBezTo>
                  <a:cubicBezTo>
                    <a:pt x="199603" y="100851"/>
                    <a:pt x="199472" y="101776"/>
                    <a:pt x="199312" y="102696"/>
                  </a:cubicBezTo>
                  <a:cubicBezTo>
                    <a:pt x="199151" y="103616"/>
                    <a:pt x="198962" y="104531"/>
                    <a:pt x="198745" y="105440"/>
                  </a:cubicBezTo>
                  <a:cubicBezTo>
                    <a:pt x="198528" y="106348"/>
                    <a:pt x="198282" y="107250"/>
                    <a:pt x="198009" y="108143"/>
                  </a:cubicBezTo>
                  <a:cubicBezTo>
                    <a:pt x="197736" y="109036"/>
                    <a:pt x="197435" y="109920"/>
                    <a:pt x="197106" y="110795"/>
                  </a:cubicBezTo>
                  <a:cubicBezTo>
                    <a:pt x="196778" y="111669"/>
                    <a:pt x="196422" y="112533"/>
                    <a:pt x="196040" y="113385"/>
                  </a:cubicBezTo>
                  <a:cubicBezTo>
                    <a:pt x="195658" y="114238"/>
                    <a:pt x="195249" y="115078"/>
                    <a:pt x="194815" y="115905"/>
                  </a:cubicBezTo>
                  <a:cubicBezTo>
                    <a:pt x="194380" y="116731"/>
                    <a:pt x="193920" y="117545"/>
                    <a:pt x="193435" y="118343"/>
                  </a:cubicBezTo>
                  <a:cubicBezTo>
                    <a:pt x="192950" y="119141"/>
                    <a:pt x="192440" y="119924"/>
                    <a:pt x="191907" y="120690"/>
                  </a:cubicBezTo>
                  <a:cubicBezTo>
                    <a:pt x="191373" y="121457"/>
                    <a:pt x="190815" y="122207"/>
                    <a:pt x="190235" y="122938"/>
                  </a:cubicBezTo>
                  <a:cubicBezTo>
                    <a:pt x="189654" y="123670"/>
                    <a:pt x="189051" y="124384"/>
                    <a:pt x="188426" y="125078"/>
                  </a:cubicBezTo>
                  <a:cubicBezTo>
                    <a:pt x="187802" y="125772"/>
                    <a:pt x="187155" y="126447"/>
                    <a:pt x="186488" y="127101"/>
                  </a:cubicBezTo>
                  <a:cubicBezTo>
                    <a:pt x="185822" y="127755"/>
                    <a:pt x="185135" y="128388"/>
                    <a:pt x="184428" y="128999"/>
                  </a:cubicBezTo>
                  <a:cubicBezTo>
                    <a:pt x="183722" y="129610"/>
                    <a:pt x="182997" y="130199"/>
                    <a:pt x="182254" y="130766"/>
                  </a:cubicBezTo>
                  <a:cubicBezTo>
                    <a:pt x="181511" y="131332"/>
                    <a:pt x="180751" y="131875"/>
                    <a:pt x="179974" y="132393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8" name="probe-lucide-cloud-rain-wind-part-2"/>
            <p:cNvSpPr/>
            <p:nvPr/>
          </p:nvSpPr>
          <p:spPr>
            <a:xfrm>
              <a:off x="92000" y="150000"/>
              <a:ext cx="30000" cy="70000"/>
            </a:xfrm>
            <a:custGeom>
              <a:avLst/>
              <a:gdLst/>
              <a:ahLst/>
              <a:cxnLst/>
              <a:rect l="0" t="0" r="r" b="b"/>
              <a:pathLst>
                <a:path w="30000" h="70000">
                  <a:moveTo>
                    <a:pt x="0" y="7000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9" name="probe-lucide-cloud-rain-wind-part-3"/>
            <p:cNvSpPr/>
            <p:nvPr/>
          </p:nvSpPr>
          <p:spPr>
            <a:xfrm>
              <a:off x="60000" y="130000"/>
              <a:ext cx="30000" cy="70000"/>
            </a:xfrm>
            <a:custGeom>
              <a:avLst/>
              <a:gdLst/>
              <a:ahLst/>
              <a:cxnLst/>
              <a:rect l="0" t="0" r="r" b="b"/>
              <a:pathLst>
                <a:path w="30000" h="70000">
                  <a:moveTo>
                    <a:pt x="30000" y="0"/>
                  </a:moveTo>
                  <a:lnTo>
                    <a:pt x="0" y="7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0" name="probe-lucide-cloud-rain-wind-part-4"/>
            <p:cNvSpPr/>
            <p:nvPr/>
          </p:nvSpPr>
          <p:spPr>
            <a:xfrm>
              <a:off x="140000" y="130000"/>
              <a:ext cx="30000" cy="70000"/>
            </a:xfrm>
            <a:custGeom>
              <a:avLst/>
              <a:gdLst/>
              <a:ahLst/>
              <a:cxnLst/>
              <a:rect l="0" t="0" r="r" b="b"/>
              <a:pathLst>
                <a:path w="30000" h="70000">
                  <a:moveTo>
                    <a:pt x="30000" y="0"/>
                  </a:moveTo>
                  <a:lnTo>
                    <a:pt x="0" y="7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1" name="probe-lucide-compass" descr="compass — Cole Bemis; Lucide contributors; preserve the bundled full upstream license. Source: https://github.com/lucide-icons/lucide/blob/20aef31db93fe4d9f398dbb15b120d99c48eef95/icons/compass.svg; SVG SHA256: c5a4d147bf48424f48b514712dd61c1b07cb689612a7baef87c88870092c1659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102" name="probe-lucide-compass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3" name="probe-lucide-compass-part-2"/>
            <p:cNvSpPr/>
            <p:nvPr/>
          </p:nvSpPr>
          <p:spPr>
            <a:xfrm>
              <a:off x="77600" y="77600"/>
              <a:ext cx="84800" cy="84800"/>
            </a:xfrm>
            <a:custGeom>
              <a:avLst/>
              <a:gdLst/>
              <a:ahLst/>
              <a:cxnLst/>
              <a:rect l="0" t="0" r="r" b="b"/>
              <a:pathLst>
                <a:path w="84800" h="84800">
                  <a:moveTo>
                    <a:pt x="84800" y="0"/>
                  </a:moveTo>
                  <a:lnTo>
                    <a:pt x="66760" y="54110"/>
                  </a:lnTo>
                  <a:cubicBezTo>
                    <a:pt x="66630" y="54501"/>
                    <a:pt x="66487" y="54888"/>
                    <a:pt x="66333" y="55270"/>
                  </a:cubicBezTo>
                  <a:cubicBezTo>
                    <a:pt x="66179" y="55652"/>
                    <a:pt x="66013" y="56030"/>
                    <a:pt x="65835" y="56402"/>
                  </a:cubicBezTo>
                  <a:cubicBezTo>
                    <a:pt x="65658" y="56774"/>
                    <a:pt x="65469" y="57140"/>
                    <a:pt x="65268" y="57501"/>
                  </a:cubicBezTo>
                  <a:cubicBezTo>
                    <a:pt x="65068" y="57861"/>
                    <a:pt x="64857" y="58215"/>
                    <a:pt x="64635" y="58562"/>
                  </a:cubicBezTo>
                  <a:cubicBezTo>
                    <a:pt x="64413" y="58909"/>
                    <a:pt x="64180" y="59250"/>
                    <a:pt x="63937" y="59583"/>
                  </a:cubicBezTo>
                  <a:cubicBezTo>
                    <a:pt x="63694" y="59915"/>
                    <a:pt x="63440" y="60241"/>
                    <a:pt x="63177" y="60558"/>
                  </a:cubicBezTo>
                  <a:cubicBezTo>
                    <a:pt x="62914" y="60875"/>
                    <a:pt x="62641" y="61184"/>
                    <a:pt x="62359" y="61484"/>
                  </a:cubicBezTo>
                  <a:cubicBezTo>
                    <a:pt x="62076" y="61785"/>
                    <a:pt x="61785" y="62076"/>
                    <a:pt x="61484" y="62359"/>
                  </a:cubicBezTo>
                  <a:cubicBezTo>
                    <a:pt x="61184" y="62641"/>
                    <a:pt x="60875" y="62914"/>
                    <a:pt x="60558" y="63177"/>
                  </a:cubicBezTo>
                  <a:cubicBezTo>
                    <a:pt x="60241" y="63440"/>
                    <a:pt x="59915" y="63694"/>
                    <a:pt x="59583" y="63937"/>
                  </a:cubicBezTo>
                  <a:cubicBezTo>
                    <a:pt x="59250" y="64180"/>
                    <a:pt x="58909" y="64413"/>
                    <a:pt x="58562" y="64635"/>
                  </a:cubicBezTo>
                  <a:cubicBezTo>
                    <a:pt x="58215" y="64857"/>
                    <a:pt x="57861" y="65068"/>
                    <a:pt x="57501" y="65268"/>
                  </a:cubicBezTo>
                  <a:cubicBezTo>
                    <a:pt x="57140" y="65469"/>
                    <a:pt x="56774" y="65658"/>
                    <a:pt x="56402" y="65835"/>
                  </a:cubicBezTo>
                  <a:cubicBezTo>
                    <a:pt x="56030" y="66013"/>
                    <a:pt x="55652" y="66179"/>
                    <a:pt x="55270" y="66333"/>
                  </a:cubicBezTo>
                  <a:cubicBezTo>
                    <a:pt x="54888" y="66487"/>
                    <a:pt x="54501" y="66630"/>
                    <a:pt x="54110" y="66760"/>
                  </a:cubicBezTo>
                  <a:lnTo>
                    <a:pt x="0" y="84800"/>
                  </a:lnTo>
                  <a:lnTo>
                    <a:pt x="18040" y="30690"/>
                  </a:lnTo>
                  <a:cubicBezTo>
                    <a:pt x="18170" y="30299"/>
                    <a:pt x="18313" y="29912"/>
                    <a:pt x="18467" y="29530"/>
                  </a:cubicBezTo>
                  <a:cubicBezTo>
                    <a:pt x="18621" y="29148"/>
                    <a:pt x="18787" y="28770"/>
                    <a:pt x="18965" y="28398"/>
                  </a:cubicBezTo>
                  <a:cubicBezTo>
                    <a:pt x="19142" y="28026"/>
                    <a:pt x="19331" y="27660"/>
                    <a:pt x="19532" y="27299"/>
                  </a:cubicBezTo>
                  <a:cubicBezTo>
                    <a:pt x="19732" y="26939"/>
                    <a:pt x="19943" y="26585"/>
                    <a:pt x="20165" y="26238"/>
                  </a:cubicBezTo>
                  <a:cubicBezTo>
                    <a:pt x="20387" y="25891"/>
                    <a:pt x="20620" y="25550"/>
                    <a:pt x="20863" y="25217"/>
                  </a:cubicBezTo>
                  <a:cubicBezTo>
                    <a:pt x="21106" y="24885"/>
                    <a:pt x="21360" y="24559"/>
                    <a:pt x="21623" y="24242"/>
                  </a:cubicBezTo>
                  <a:cubicBezTo>
                    <a:pt x="21886" y="23925"/>
                    <a:pt x="22159" y="23616"/>
                    <a:pt x="22441" y="23316"/>
                  </a:cubicBezTo>
                  <a:cubicBezTo>
                    <a:pt x="22724" y="23015"/>
                    <a:pt x="23015" y="22724"/>
                    <a:pt x="23316" y="22441"/>
                  </a:cubicBezTo>
                  <a:cubicBezTo>
                    <a:pt x="23616" y="22159"/>
                    <a:pt x="23925" y="21886"/>
                    <a:pt x="24242" y="21623"/>
                  </a:cubicBezTo>
                  <a:cubicBezTo>
                    <a:pt x="24559" y="21360"/>
                    <a:pt x="24885" y="21106"/>
                    <a:pt x="25217" y="20863"/>
                  </a:cubicBezTo>
                  <a:cubicBezTo>
                    <a:pt x="25550" y="20620"/>
                    <a:pt x="25891" y="20387"/>
                    <a:pt x="26238" y="20165"/>
                  </a:cubicBezTo>
                  <a:cubicBezTo>
                    <a:pt x="26585" y="19943"/>
                    <a:pt x="26939" y="19732"/>
                    <a:pt x="27299" y="19532"/>
                  </a:cubicBezTo>
                  <a:cubicBezTo>
                    <a:pt x="27660" y="19331"/>
                    <a:pt x="28026" y="19142"/>
                    <a:pt x="28398" y="18965"/>
                  </a:cubicBezTo>
                  <a:cubicBezTo>
                    <a:pt x="28770" y="18787"/>
                    <a:pt x="29148" y="18621"/>
                    <a:pt x="29530" y="18467"/>
                  </a:cubicBezTo>
                  <a:cubicBezTo>
                    <a:pt x="29912" y="18313"/>
                    <a:pt x="30299" y="18170"/>
                    <a:pt x="30690" y="1804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4" name="probe-lucide-drafting-compass" descr="制图 — Lucide Icons and Contributors; ISC; original SVG unchanged. Source: https://github.com/lucide-icons/lucide/blob/20aef31db93fe4d9f398dbb15b120d99c48eef95/icons/drafting-compass.svg; SVG SHA256: 6eb85643b215ced765ea3f7d7f115d6bf278f3f6328342e4d2af91cc3a4c3040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105" name="probe-lucide-drafting-compass-part-1"/>
            <p:cNvSpPr/>
            <p:nvPr/>
          </p:nvSpPr>
          <p:spPr>
            <a:xfrm>
              <a:off x="129900" y="67400"/>
              <a:ext cx="19300" cy="34400"/>
            </a:xfrm>
            <a:custGeom>
              <a:avLst/>
              <a:gdLst/>
              <a:ahLst/>
              <a:cxnLst/>
              <a:rect l="0" t="0" r="r" b="b"/>
              <a:pathLst>
                <a:path w="19300" h="34400">
                  <a:moveTo>
                    <a:pt x="0" y="0"/>
                  </a:moveTo>
                  <a:lnTo>
                    <a:pt x="19300" y="344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6" name="probe-lucide-drafting-compass-part-2"/>
            <p:cNvSpPr/>
            <p:nvPr/>
          </p:nvSpPr>
          <p:spPr>
            <a:xfrm>
              <a:off x="48650" y="120000"/>
              <a:ext cx="142710" cy="29940"/>
            </a:xfrm>
            <a:custGeom>
              <a:avLst/>
              <a:gdLst/>
              <a:ahLst/>
              <a:cxnLst/>
              <a:rect l="0" t="0" r="r" b="b"/>
              <a:pathLst>
                <a:path w="142710" h="29940">
                  <a:moveTo>
                    <a:pt x="142710" y="0"/>
                  </a:moveTo>
                  <a:cubicBezTo>
                    <a:pt x="141283" y="1454"/>
                    <a:pt x="139811" y="2864"/>
                    <a:pt x="138297" y="4228"/>
                  </a:cubicBezTo>
                  <a:cubicBezTo>
                    <a:pt x="136784" y="5592"/>
                    <a:pt x="135229" y="6909"/>
                    <a:pt x="133635" y="8178"/>
                  </a:cubicBezTo>
                  <a:cubicBezTo>
                    <a:pt x="132041" y="9447"/>
                    <a:pt x="130408" y="10667"/>
                    <a:pt x="128740" y="11836"/>
                  </a:cubicBezTo>
                  <a:cubicBezTo>
                    <a:pt x="127071" y="13005"/>
                    <a:pt x="125367" y="14123"/>
                    <a:pt x="123630" y="15188"/>
                  </a:cubicBezTo>
                  <a:cubicBezTo>
                    <a:pt x="121893" y="16253"/>
                    <a:pt x="120124" y="17265"/>
                    <a:pt x="118325" y="18222"/>
                  </a:cubicBezTo>
                  <a:cubicBezTo>
                    <a:pt x="116527" y="19179"/>
                    <a:pt x="114699" y="20081"/>
                    <a:pt x="112845" y="20926"/>
                  </a:cubicBezTo>
                  <a:cubicBezTo>
                    <a:pt x="110991" y="21772"/>
                    <a:pt x="109112" y="22560"/>
                    <a:pt x="107210" y="23291"/>
                  </a:cubicBezTo>
                  <a:cubicBezTo>
                    <a:pt x="105308" y="24021"/>
                    <a:pt x="103384" y="24693"/>
                    <a:pt x="101441" y="25306"/>
                  </a:cubicBezTo>
                  <a:cubicBezTo>
                    <a:pt x="99498" y="25919"/>
                    <a:pt x="97537" y="26473"/>
                    <a:pt x="95560" y="26966"/>
                  </a:cubicBezTo>
                  <a:cubicBezTo>
                    <a:pt x="93583" y="27459"/>
                    <a:pt x="91592" y="27892"/>
                    <a:pt x="89588" y="28263"/>
                  </a:cubicBezTo>
                  <a:cubicBezTo>
                    <a:pt x="87585" y="28635"/>
                    <a:pt x="85571" y="28945"/>
                    <a:pt x="83548" y="29193"/>
                  </a:cubicBezTo>
                  <a:cubicBezTo>
                    <a:pt x="81526" y="29442"/>
                    <a:pt x="79497" y="29628"/>
                    <a:pt x="77463" y="29753"/>
                  </a:cubicBezTo>
                  <a:cubicBezTo>
                    <a:pt x="75429" y="29877"/>
                    <a:pt x="73392" y="29940"/>
                    <a:pt x="71355" y="29940"/>
                  </a:cubicBezTo>
                  <a:cubicBezTo>
                    <a:pt x="69318" y="29940"/>
                    <a:pt x="67281" y="29877"/>
                    <a:pt x="65247" y="29753"/>
                  </a:cubicBezTo>
                  <a:cubicBezTo>
                    <a:pt x="63213" y="29628"/>
                    <a:pt x="61184" y="29442"/>
                    <a:pt x="59162" y="29193"/>
                  </a:cubicBezTo>
                  <a:cubicBezTo>
                    <a:pt x="57139" y="28945"/>
                    <a:pt x="55125" y="28635"/>
                    <a:pt x="53122" y="28263"/>
                  </a:cubicBezTo>
                  <a:cubicBezTo>
                    <a:pt x="51118" y="27892"/>
                    <a:pt x="49127" y="27459"/>
                    <a:pt x="47150" y="26966"/>
                  </a:cubicBezTo>
                  <a:cubicBezTo>
                    <a:pt x="45173" y="26473"/>
                    <a:pt x="43212" y="25919"/>
                    <a:pt x="41269" y="25306"/>
                  </a:cubicBezTo>
                  <a:cubicBezTo>
                    <a:pt x="39326" y="24693"/>
                    <a:pt x="37402" y="24021"/>
                    <a:pt x="35500" y="23291"/>
                  </a:cubicBezTo>
                  <a:cubicBezTo>
                    <a:pt x="33598" y="22560"/>
                    <a:pt x="31719" y="21772"/>
                    <a:pt x="29865" y="20926"/>
                  </a:cubicBezTo>
                  <a:cubicBezTo>
                    <a:pt x="28011" y="20081"/>
                    <a:pt x="26183" y="19179"/>
                    <a:pt x="24385" y="18222"/>
                  </a:cubicBezTo>
                  <a:cubicBezTo>
                    <a:pt x="22586" y="17265"/>
                    <a:pt x="20817" y="16253"/>
                    <a:pt x="19080" y="15188"/>
                  </a:cubicBezTo>
                  <a:cubicBezTo>
                    <a:pt x="17343" y="14123"/>
                    <a:pt x="15639" y="13005"/>
                    <a:pt x="13970" y="11836"/>
                  </a:cubicBezTo>
                  <a:cubicBezTo>
                    <a:pt x="12302" y="10667"/>
                    <a:pt x="10669" y="9447"/>
                    <a:pt x="9075" y="8178"/>
                  </a:cubicBezTo>
                  <a:cubicBezTo>
                    <a:pt x="7481" y="6909"/>
                    <a:pt x="5926" y="5592"/>
                    <a:pt x="4413" y="4228"/>
                  </a:cubicBezTo>
                  <a:cubicBezTo>
                    <a:pt x="2899" y="2864"/>
                    <a:pt x="1427" y="1454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7" name="probe-lucide-drafting-compass-part-3"/>
            <p:cNvSpPr/>
            <p:nvPr/>
          </p:nvSpPr>
          <p:spPr>
            <a:xfrm>
              <a:off x="188400" y="171600"/>
              <a:ext cx="21600" cy="38400"/>
            </a:xfrm>
            <a:custGeom>
              <a:avLst/>
              <a:gdLst/>
              <a:ahLst/>
              <a:cxnLst/>
              <a:rect l="0" t="0" r="r" b="b"/>
              <a:pathLst>
                <a:path w="21600" h="38400">
                  <a:moveTo>
                    <a:pt x="21600" y="384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8" name="probe-lucide-drafting-compass-part-4"/>
            <p:cNvSpPr/>
            <p:nvPr/>
          </p:nvSpPr>
          <p:spPr>
            <a:xfrm>
              <a:off x="30000" y="67400"/>
              <a:ext cx="80200" cy="142600"/>
            </a:xfrm>
            <a:custGeom>
              <a:avLst/>
              <a:gdLst/>
              <a:ahLst/>
              <a:cxnLst/>
              <a:rect l="0" t="0" r="r" b="b"/>
              <a:pathLst>
                <a:path w="80200" h="142600">
                  <a:moveTo>
                    <a:pt x="0" y="142600"/>
                  </a:moveTo>
                  <a:lnTo>
                    <a:pt x="802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9" name="probe-lucide-drafting-compass-part-5"/>
            <p:cNvSpPr/>
            <p:nvPr/>
          </p:nvSpPr>
          <p:spPr>
            <a:xfrm>
              <a:off x="10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0" name="probe-lucide-fence" descr="样地围栏 — Lucide Icons and Contributors; ISC; original SVG unchanged. Source: https://github.com/lucide-icons/lucide/blob/20aef31db93fe4d9f398dbb15b120d99c48eef95/icons/fence.svg; SVG SHA256: 05c0bafa899af230f7bd1db3d6fb01ced801281d1bdea72d82ac2847f530bdd2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111" name="probe-lucide-fence-part-1"/>
            <p:cNvSpPr/>
            <p:nvPr/>
          </p:nvSpPr>
          <p:spPr>
            <a:xfrm>
              <a:off x="20000" y="30000"/>
              <a:ext cx="40000" cy="180000"/>
            </a:xfrm>
            <a:custGeom>
              <a:avLst/>
              <a:gdLst/>
              <a:ahLst/>
              <a:cxnLst/>
              <a:rect l="0" t="0" r="r" b="b"/>
              <a:pathLst>
                <a:path w="40000" h="180000">
                  <a:moveTo>
                    <a:pt x="20000" y="0"/>
                  </a:moveTo>
                  <a:lnTo>
                    <a:pt x="0" y="20000"/>
                  </a:lnTo>
                  <a:lnTo>
                    <a:pt x="0" y="170000"/>
                  </a:lnTo>
                  <a:cubicBezTo>
                    <a:pt x="0" y="176000"/>
                    <a:pt x="4000" y="180000"/>
                    <a:pt x="10000" y="180000"/>
                  </a:cubicBezTo>
                  <a:lnTo>
                    <a:pt x="30000" y="180000"/>
                  </a:lnTo>
                  <a:cubicBezTo>
                    <a:pt x="36000" y="180000"/>
                    <a:pt x="40000" y="176000"/>
                    <a:pt x="40000" y="170000"/>
                  </a:cubicBezTo>
                  <a:lnTo>
                    <a:pt x="40000" y="2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2" name="probe-lucide-fence-part-2"/>
            <p:cNvSpPr/>
            <p:nvPr/>
          </p:nvSpPr>
          <p:spPr>
            <a:xfrm>
              <a:off x="60000" y="8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3" name="probe-lucide-fence-part-3"/>
            <p:cNvSpPr/>
            <p:nvPr/>
          </p:nvSpPr>
          <p:spPr>
            <a:xfrm>
              <a:off x="60000" y="18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4" name="probe-lucide-fence-part-4"/>
            <p:cNvSpPr/>
            <p:nvPr/>
          </p:nvSpPr>
          <p:spPr>
            <a:xfrm>
              <a:off x="100000" y="30000"/>
              <a:ext cx="40000" cy="180000"/>
            </a:xfrm>
            <a:custGeom>
              <a:avLst/>
              <a:gdLst/>
              <a:ahLst/>
              <a:cxnLst/>
              <a:rect l="0" t="0" r="r" b="b"/>
              <a:pathLst>
                <a:path w="40000" h="180000">
                  <a:moveTo>
                    <a:pt x="20000" y="0"/>
                  </a:moveTo>
                  <a:lnTo>
                    <a:pt x="0" y="20000"/>
                  </a:lnTo>
                  <a:lnTo>
                    <a:pt x="0" y="170000"/>
                  </a:lnTo>
                  <a:cubicBezTo>
                    <a:pt x="0" y="176000"/>
                    <a:pt x="4000" y="180000"/>
                    <a:pt x="10000" y="180000"/>
                  </a:cubicBezTo>
                  <a:lnTo>
                    <a:pt x="30000" y="180000"/>
                  </a:lnTo>
                  <a:cubicBezTo>
                    <a:pt x="36000" y="180000"/>
                    <a:pt x="40000" y="176000"/>
                    <a:pt x="40000" y="170000"/>
                  </a:cubicBezTo>
                  <a:lnTo>
                    <a:pt x="40000" y="2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5" name="probe-lucide-fence-part-5"/>
            <p:cNvSpPr/>
            <p:nvPr/>
          </p:nvSpPr>
          <p:spPr>
            <a:xfrm>
              <a:off x="140000" y="8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6" name="probe-lucide-fence-part-6"/>
            <p:cNvSpPr/>
            <p:nvPr/>
          </p:nvSpPr>
          <p:spPr>
            <a:xfrm>
              <a:off x="140000" y="18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7" name="probe-lucide-fence-part-7"/>
            <p:cNvSpPr/>
            <p:nvPr/>
          </p:nvSpPr>
          <p:spPr>
            <a:xfrm>
              <a:off x="180000" y="30000"/>
              <a:ext cx="40000" cy="180000"/>
            </a:xfrm>
            <a:custGeom>
              <a:avLst/>
              <a:gdLst/>
              <a:ahLst/>
              <a:cxnLst/>
              <a:rect l="0" t="0" r="r" b="b"/>
              <a:pathLst>
                <a:path w="40000" h="180000">
                  <a:moveTo>
                    <a:pt x="20000" y="0"/>
                  </a:moveTo>
                  <a:lnTo>
                    <a:pt x="0" y="20000"/>
                  </a:lnTo>
                  <a:lnTo>
                    <a:pt x="0" y="170000"/>
                  </a:lnTo>
                  <a:cubicBezTo>
                    <a:pt x="0" y="176000"/>
                    <a:pt x="4000" y="180000"/>
                    <a:pt x="10000" y="180000"/>
                  </a:cubicBezTo>
                  <a:lnTo>
                    <a:pt x="30000" y="180000"/>
                  </a:lnTo>
                  <a:cubicBezTo>
                    <a:pt x="36000" y="180000"/>
                    <a:pt x="40000" y="176000"/>
                    <a:pt x="40000" y="170000"/>
                  </a:cubicBezTo>
                  <a:lnTo>
                    <a:pt x="40000" y="2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8" name="probe-lucide-flashlight" descr="手电筒 — Lucide Icons and Contributors; ISC; original SVG unchanged. Source: https://github.com/lucide-icons/lucide/blob/20aef31db93fe4d9f398dbb15b120d99c48eef95/icons/flashlight.svg; SVG SHA256: f8cf74e5bb8457223e2f1aaa48b2baa02525b2b4e478ae761d62a0d9160a854c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119" name="probe-lucide-flashlight-part-1"/>
            <p:cNvSpPr/>
            <p:nvPr/>
          </p:nvSpPr>
          <p:spPr>
            <a:xfrm>
              <a:off x="120000" y="130000"/>
              <a:ext cx="10" cy="10000"/>
            </a:xfrm>
            <a:custGeom>
              <a:avLst/>
              <a:gdLst/>
              <a:ahLst/>
              <a:cxnLst/>
              <a:rect l="0" t="0" r="r" b="b"/>
              <a:pathLst>
                <a:path w="10" h="10000">
                  <a:moveTo>
                    <a:pt x="0" y="0"/>
                  </a:moveTo>
                  <a:lnTo>
                    <a:pt x="0" y="1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0" name="probe-lucide-flashlight-part-2"/>
            <p:cNvSpPr/>
            <p:nvPr/>
          </p:nvSpPr>
          <p:spPr>
            <a:xfrm>
              <a:off x="60000" y="20000"/>
              <a:ext cx="120000" cy="200000"/>
            </a:xfrm>
            <a:custGeom>
              <a:avLst/>
              <a:gdLst/>
              <a:ahLst/>
              <a:cxnLst/>
              <a:rect l="0" t="0" r="r" b="b"/>
              <a:pathLst>
                <a:path w="120000" h="200000">
                  <a:moveTo>
                    <a:pt x="110000" y="0"/>
                  </a:moveTo>
                  <a:cubicBezTo>
                    <a:pt x="110209" y="0"/>
                    <a:pt x="110419" y="7"/>
                    <a:pt x="110628" y="20"/>
                  </a:cubicBezTo>
                  <a:cubicBezTo>
                    <a:pt x="110837" y="33"/>
                    <a:pt x="111046" y="53"/>
                    <a:pt x="111253" y="79"/>
                  </a:cubicBezTo>
                  <a:cubicBezTo>
                    <a:pt x="111461" y="105"/>
                    <a:pt x="111668" y="138"/>
                    <a:pt x="111874" y="177"/>
                  </a:cubicBezTo>
                  <a:cubicBezTo>
                    <a:pt x="112080" y="216"/>
                    <a:pt x="112284" y="262"/>
                    <a:pt x="112487" y="314"/>
                  </a:cubicBezTo>
                  <a:cubicBezTo>
                    <a:pt x="112690" y="366"/>
                    <a:pt x="112891" y="425"/>
                    <a:pt x="113090" y="489"/>
                  </a:cubicBezTo>
                  <a:cubicBezTo>
                    <a:pt x="113289" y="554"/>
                    <a:pt x="113486" y="625"/>
                    <a:pt x="113681" y="702"/>
                  </a:cubicBezTo>
                  <a:cubicBezTo>
                    <a:pt x="113876" y="779"/>
                    <a:pt x="114068" y="863"/>
                    <a:pt x="114258" y="952"/>
                  </a:cubicBezTo>
                  <a:cubicBezTo>
                    <a:pt x="114447" y="1041"/>
                    <a:pt x="114634" y="1136"/>
                    <a:pt x="114818" y="1237"/>
                  </a:cubicBezTo>
                  <a:cubicBezTo>
                    <a:pt x="115001" y="1338"/>
                    <a:pt x="115181" y="1444"/>
                    <a:pt x="115358" y="1557"/>
                  </a:cubicBezTo>
                  <a:cubicBezTo>
                    <a:pt x="115535" y="1669"/>
                    <a:pt x="115708" y="1787"/>
                    <a:pt x="115878" y="1910"/>
                  </a:cubicBezTo>
                  <a:cubicBezTo>
                    <a:pt x="116047" y="2033"/>
                    <a:pt x="116213" y="2161"/>
                    <a:pt x="116374" y="2295"/>
                  </a:cubicBezTo>
                  <a:cubicBezTo>
                    <a:pt x="116536" y="2428"/>
                    <a:pt x="116693" y="2567"/>
                    <a:pt x="116845" y="2710"/>
                  </a:cubicBezTo>
                  <a:cubicBezTo>
                    <a:pt x="116998" y="2854"/>
                    <a:pt x="117146" y="3002"/>
                    <a:pt x="117290" y="3155"/>
                  </a:cubicBezTo>
                  <a:cubicBezTo>
                    <a:pt x="117433" y="3307"/>
                    <a:pt x="117572" y="3464"/>
                    <a:pt x="117705" y="3626"/>
                  </a:cubicBezTo>
                  <a:cubicBezTo>
                    <a:pt x="117839" y="3787"/>
                    <a:pt x="117967" y="3953"/>
                    <a:pt x="118090" y="4122"/>
                  </a:cubicBezTo>
                  <a:cubicBezTo>
                    <a:pt x="118213" y="4292"/>
                    <a:pt x="118331" y="4465"/>
                    <a:pt x="118443" y="4642"/>
                  </a:cubicBezTo>
                  <a:cubicBezTo>
                    <a:pt x="118556" y="4819"/>
                    <a:pt x="118662" y="4999"/>
                    <a:pt x="118763" y="5182"/>
                  </a:cubicBezTo>
                  <a:cubicBezTo>
                    <a:pt x="118864" y="5366"/>
                    <a:pt x="118959" y="5553"/>
                    <a:pt x="119048" y="5742"/>
                  </a:cubicBezTo>
                  <a:cubicBezTo>
                    <a:pt x="119137" y="5932"/>
                    <a:pt x="119221" y="6124"/>
                    <a:pt x="119298" y="6319"/>
                  </a:cubicBezTo>
                  <a:cubicBezTo>
                    <a:pt x="119375" y="6514"/>
                    <a:pt x="119446" y="6711"/>
                    <a:pt x="119511" y="6910"/>
                  </a:cubicBezTo>
                  <a:cubicBezTo>
                    <a:pt x="119575" y="7109"/>
                    <a:pt x="119634" y="7310"/>
                    <a:pt x="119686" y="7513"/>
                  </a:cubicBezTo>
                  <a:cubicBezTo>
                    <a:pt x="119738" y="7716"/>
                    <a:pt x="119784" y="7920"/>
                    <a:pt x="119823" y="8126"/>
                  </a:cubicBezTo>
                  <a:cubicBezTo>
                    <a:pt x="119862" y="8332"/>
                    <a:pt x="119895" y="8539"/>
                    <a:pt x="119921" y="8747"/>
                  </a:cubicBezTo>
                  <a:cubicBezTo>
                    <a:pt x="119947" y="8954"/>
                    <a:pt x="119967" y="9163"/>
                    <a:pt x="119980" y="9372"/>
                  </a:cubicBezTo>
                  <a:cubicBezTo>
                    <a:pt x="119993" y="9581"/>
                    <a:pt x="120000" y="9791"/>
                    <a:pt x="120000" y="10000"/>
                  </a:cubicBezTo>
                  <a:lnTo>
                    <a:pt x="120000" y="50000"/>
                  </a:lnTo>
                  <a:cubicBezTo>
                    <a:pt x="120000" y="50585"/>
                    <a:pt x="119983" y="51170"/>
                    <a:pt x="119949" y="51754"/>
                  </a:cubicBezTo>
                  <a:cubicBezTo>
                    <a:pt x="119914" y="52338"/>
                    <a:pt x="119863" y="52921"/>
                    <a:pt x="119795" y="53502"/>
                  </a:cubicBezTo>
                  <a:cubicBezTo>
                    <a:pt x="119727" y="54083"/>
                    <a:pt x="119641" y="54662"/>
                    <a:pt x="119539" y="55238"/>
                  </a:cubicBezTo>
                  <a:cubicBezTo>
                    <a:pt x="119437" y="55814"/>
                    <a:pt x="119318" y="56387"/>
                    <a:pt x="119182" y="56956"/>
                  </a:cubicBezTo>
                  <a:cubicBezTo>
                    <a:pt x="119047" y="57525"/>
                    <a:pt x="118894" y="58090"/>
                    <a:pt x="118726" y="58650"/>
                  </a:cubicBezTo>
                  <a:cubicBezTo>
                    <a:pt x="118557" y="59211"/>
                    <a:pt x="118372" y="59766"/>
                    <a:pt x="118171" y="60315"/>
                  </a:cubicBezTo>
                  <a:cubicBezTo>
                    <a:pt x="117970" y="60864"/>
                    <a:pt x="117753" y="61408"/>
                    <a:pt x="117520" y="61945"/>
                  </a:cubicBezTo>
                  <a:cubicBezTo>
                    <a:pt x="117287" y="62481"/>
                    <a:pt x="117038" y="63011"/>
                    <a:pt x="116774" y="63533"/>
                  </a:cubicBezTo>
                  <a:cubicBezTo>
                    <a:pt x="116510" y="64055"/>
                    <a:pt x="116231" y="64570"/>
                    <a:pt x="115937" y="65075"/>
                  </a:cubicBezTo>
                  <a:cubicBezTo>
                    <a:pt x="115643" y="65581"/>
                    <a:pt x="115334" y="66078"/>
                    <a:pt x="115011" y="66566"/>
                  </a:cubicBezTo>
                  <a:cubicBezTo>
                    <a:pt x="114688" y="67054"/>
                    <a:pt x="114351" y="67532"/>
                    <a:pt x="114000" y="68000"/>
                  </a:cubicBezTo>
                  <a:lnTo>
                    <a:pt x="108000" y="76000"/>
                  </a:lnTo>
                  <a:cubicBezTo>
                    <a:pt x="107532" y="76624"/>
                    <a:pt x="107082" y="77262"/>
                    <a:pt x="106652" y="77912"/>
                  </a:cubicBezTo>
                  <a:cubicBezTo>
                    <a:pt x="106221" y="78562"/>
                    <a:pt x="105809" y="79225"/>
                    <a:pt x="105417" y="79900"/>
                  </a:cubicBezTo>
                  <a:cubicBezTo>
                    <a:pt x="105025" y="80574"/>
                    <a:pt x="104653" y="81260"/>
                    <a:pt x="104301" y="81956"/>
                  </a:cubicBezTo>
                  <a:cubicBezTo>
                    <a:pt x="103949" y="82652"/>
                    <a:pt x="103618" y="83358"/>
                    <a:pt x="103307" y="84074"/>
                  </a:cubicBezTo>
                  <a:cubicBezTo>
                    <a:pt x="102997" y="84790"/>
                    <a:pt x="102707" y="85514"/>
                    <a:pt x="102439" y="86246"/>
                  </a:cubicBezTo>
                  <a:cubicBezTo>
                    <a:pt x="102171" y="86979"/>
                    <a:pt x="101924" y="87719"/>
                    <a:pt x="101699" y="88466"/>
                  </a:cubicBezTo>
                  <a:cubicBezTo>
                    <a:pt x="101474" y="89213"/>
                    <a:pt x="101271" y="89966"/>
                    <a:pt x="101090" y="90725"/>
                  </a:cubicBezTo>
                  <a:cubicBezTo>
                    <a:pt x="100909" y="91484"/>
                    <a:pt x="100751" y="92248"/>
                    <a:pt x="100614" y="93016"/>
                  </a:cubicBezTo>
                  <a:cubicBezTo>
                    <a:pt x="100478" y="93784"/>
                    <a:pt x="100365" y="94556"/>
                    <a:pt x="100273" y="95331"/>
                  </a:cubicBezTo>
                  <a:cubicBezTo>
                    <a:pt x="100182" y="96105"/>
                    <a:pt x="100114" y="96883"/>
                    <a:pt x="100068" y="97661"/>
                  </a:cubicBezTo>
                  <a:cubicBezTo>
                    <a:pt x="100023" y="98440"/>
                    <a:pt x="100000" y="99220"/>
                    <a:pt x="100000" y="100000"/>
                  </a:cubicBezTo>
                  <a:lnTo>
                    <a:pt x="100000" y="180000"/>
                  </a:lnTo>
                  <a:cubicBezTo>
                    <a:pt x="100000" y="180419"/>
                    <a:pt x="99987" y="180838"/>
                    <a:pt x="99961" y="181256"/>
                  </a:cubicBezTo>
                  <a:cubicBezTo>
                    <a:pt x="99934" y="181674"/>
                    <a:pt x="99895" y="182091"/>
                    <a:pt x="99842" y="182507"/>
                  </a:cubicBezTo>
                  <a:cubicBezTo>
                    <a:pt x="99790" y="182922"/>
                    <a:pt x="99724" y="183336"/>
                    <a:pt x="99646" y="183748"/>
                  </a:cubicBezTo>
                  <a:cubicBezTo>
                    <a:pt x="99567" y="184159"/>
                    <a:pt x="99476" y="184568"/>
                    <a:pt x="99372" y="184974"/>
                  </a:cubicBezTo>
                  <a:cubicBezTo>
                    <a:pt x="99267" y="185380"/>
                    <a:pt x="99151" y="185782"/>
                    <a:pt x="99021" y="186180"/>
                  </a:cubicBezTo>
                  <a:cubicBezTo>
                    <a:pt x="98892" y="186579"/>
                    <a:pt x="98750" y="186973"/>
                    <a:pt x="98596" y="187362"/>
                  </a:cubicBezTo>
                  <a:cubicBezTo>
                    <a:pt x="98441" y="187752"/>
                    <a:pt x="98275" y="188137"/>
                    <a:pt x="98097" y="188516"/>
                  </a:cubicBezTo>
                  <a:cubicBezTo>
                    <a:pt x="97918" y="188895"/>
                    <a:pt x="97728" y="189268"/>
                    <a:pt x="97526" y="189635"/>
                  </a:cubicBezTo>
                  <a:cubicBezTo>
                    <a:pt x="97324" y="190002"/>
                    <a:pt x="97111" y="190363"/>
                    <a:pt x="96887" y="190717"/>
                  </a:cubicBezTo>
                  <a:cubicBezTo>
                    <a:pt x="96662" y="191070"/>
                    <a:pt x="96427" y="191417"/>
                    <a:pt x="96180" y="191756"/>
                  </a:cubicBezTo>
                  <a:cubicBezTo>
                    <a:pt x="95934" y="192095"/>
                    <a:pt x="95677" y="192426"/>
                    <a:pt x="95410" y="192748"/>
                  </a:cubicBezTo>
                  <a:cubicBezTo>
                    <a:pt x="95143" y="193071"/>
                    <a:pt x="94866" y="193386"/>
                    <a:pt x="94579" y="193691"/>
                  </a:cubicBezTo>
                  <a:cubicBezTo>
                    <a:pt x="94293" y="193996"/>
                    <a:pt x="93996" y="194293"/>
                    <a:pt x="93691" y="194579"/>
                  </a:cubicBezTo>
                  <a:cubicBezTo>
                    <a:pt x="93386" y="194866"/>
                    <a:pt x="93071" y="195143"/>
                    <a:pt x="92748" y="195410"/>
                  </a:cubicBezTo>
                  <a:cubicBezTo>
                    <a:pt x="92426" y="195677"/>
                    <a:pt x="92095" y="195934"/>
                    <a:pt x="91756" y="196180"/>
                  </a:cubicBezTo>
                  <a:cubicBezTo>
                    <a:pt x="91417" y="196427"/>
                    <a:pt x="91070" y="196662"/>
                    <a:pt x="90717" y="196887"/>
                  </a:cubicBezTo>
                  <a:cubicBezTo>
                    <a:pt x="90363" y="197111"/>
                    <a:pt x="90002" y="197324"/>
                    <a:pt x="89635" y="197526"/>
                  </a:cubicBezTo>
                  <a:cubicBezTo>
                    <a:pt x="89268" y="197728"/>
                    <a:pt x="88895" y="197918"/>
                    <a:pt x="88516" y="198097"/>
                  </a:cubicBezTo>
                  <a:cubicBezTo>
                    <a:pt x="88137" y="198275"/>
                    <a:pt x="87752" y="198441"/>
                    <a:pt x="87362" y="198596"/>
                  </a:cubicBezTo>
                  <a:cubicBezTo>
                    <a:pt x="86973" y="198750"/>
                    <a:pt x="86579" y="198892"/>
                    <a:pt x="86180" y="199021"/>
                  </a:cubicBezTo>
                  <a:cubicBezTo>
                    <a:pt x="85782" y="199151"/>
                    <a:pt x="85380" y="199267"/>
                    <a:pt x="84974" y="199372"/>
                  </a:cubicBezTo>
                  <a:cubicBezTo>
                    <a:pt x="84568" y="199476"/>
                    <a:pt x="84159" y="199567"/>
                    <a:pt x="83748" y="199646"/>
                  </a:cubicBezTo>
                  <a:cubicBezTo>
                    <a:pt x="83336" y="199724"/>
                    <a:pt x="82922" y="199790"/>
                    <a:pt x="82507" y="199842"/>
                  </a:cubicBezTo>
                  <a:cubicBezTo>
                    <a:pt x="82091" y="199895"/>
                    <a:pt x="81674" y="199934"/>
                    <a:pt x="81256" y="199961"/>
                  </a:cubicBezTo>
                  <a:cubicBezTo>
                    <a:pt x="80838" y="199987"/>
                    <a:pt x="80419" y="200000"/>
                    <a:pt x="80000" y="200000"/>
                  </a:cubicBezTo>
                  <a:lnTo>
                    <a:pt x="40000" y="200000"/>
                  </a:lnTo>
                  <a:cubicBezTo>
                    <a:pt x="39581" y="200000"/>
                    <a:pt x="39162" y="199987"/>
                    <a:pt x="38744" y="199961"/>
                  </a:cubicBezTo>
                  <a:cubicBezTo>
                    <a:pt x="38326" y="199934"/>
                    <a:pt x="37909" y="199895"/>
                    <a:pt x="37493" y="199842"/>
                  </a:cubicBezTo>
                  <a:cubicBezTo>
                    <a:pt x="37078" y="199790"/>
                    <a:pt x="36664" y="199724"/>
                    <a:pt x="36252" y="199646"/>
                  </a:cubicBezTo>
                  <a:cubicBezTo>
                    <a:pt x="35841" y="199567"/>
                    <a:pt x="35432" y="199476"/>
                    <a:pt x="35026" y="199372"/>
                  </a:cubicBezTo>
                  <a:cubicBezTo>
                    <a:pt x="34620" y="199267"/>
                    <a:pt x="34218" y="199151"/>
                    <a:pt x="33820" y="199021"/>
                  </a:cubicBezTo>
                  <a:cubicBezTo>
                    <a:pt x="33421" y="198892"/>
                    <a:pt x="33027" y="198750"/>
                    <a:pt x="32638" y="198596"/>
                  </a:cubicBezTo>
                  <a:cubicBezTo>
                    <a:pt x="32248" y="198441"/>
                    <a:pt x="31863" y="198275"/>
                    <a:pt x="31484" y="198097"/>
                  </a:cubicBezTo>
                  <a:cubicBezTo>
                    <a:pt x="31105" y="197918"/>
                    <a:pt x="30732" y="197728"/>
                    <a:pt x="30365" y="197526"/>
                  </a:cubicBezTo>
                  <a:cubicBezTo>
                    <a:pt x="29998" y="197324"/>
                    <a:pt x="29637" y="197111"/>
                    <a:pt x="29283" y="196887"/>
                  </a:cubicBezTo>
                  <a:cubicBezTo>
                    <a:pt x="28930" y="196662"/>
                    <a:pt x="28583" y="196427"/>
                    <a:pt x="28244" y="196180"/>
                  </a:cubicBezTo>
                  <a:cubicBezTo>
                    <a:pt x="27905" y="195934"/>
                    <a:pt x="27574" y="195677"/>
                    <a:pt x="27252" y="195410"/>
                  </a:cubicBezTo>
                  <a:cubicBezTo>
                    <a:pt x="26929" y="195143"/>
                    <a:pt x="26614" y="194866"/>
                    <a:pt x="26309" y="194579"/>
                  </a:cubicBezTo>
                  <a:cubicBezTo>
                    <a:pt x="26004" y="194293"/>
                    <a:pt x="25707" y="193996"/>
                    <a:pt x="25421" y="193691"/>
                  </a:cubicBezTo>
                  <a:cubicBezTo>
                    <a:pt x="25134" y="193386"/>
                    <a:pt x="24857" y="193071"/>
                    <a:pt x="24590" y="192748"/>
                  </a:cubicBezTo>
                  <a:cubicBezTo>
                    <a:pt x="24323" y="192426"/>
                    <a:pt x="24066" y="192095"/>
                    <a:pt x="23820" y="191756"/>
                  </a:cubicBezTo>
                  <a:cubicBezTo>
                    <a:pt x="23573" y="191417"/>
                    <a:pt x="23338" y="191070"/>
                    <a:pt x="23113" y="190717"/>
                  </a:cubicBezTo>
                  <a:cubicBezTo>
                    <a:pt x="22889" y="190363"/>
                    <a:pt x="22676" y="190002"/>
                    <a:pt x="22474" y="189635"/>
                  </a:cubicBezTo>
                  <a:cubicBezTo>
                    <a:pt x="22272" y="189268"/>
                    <a:pt x="22082" y="188895"/>
                    <a:pt x="21903" y="188516"/>
                  </a:cubicBezTo>
                  <a:cubicBezTo>
                    <a:pt x="21725" y="188137"/>
                    <a:pt x="21559" y="187752"/>
                    <a:pt x="21404" y="187362"/>
                  </a:cubicBezTo>
                  <a:cubicBezTo>
                    <a:pt x="21250" y="186973"/>
                    <a:pt x="21108" y="186579"/>
                    <a:pt x="20979" y="186180"/>
                  </a:cubicBezTo>
                  <a:cubicBezTo>
                    <a:pt x="20849" y="185782"/>
                    <a:pt x="20733" y="185380"/>
                    <a:pt x="20628" y="184974"/>
                  </a:cubicBezTo>
                  <a:cubicBezTo>
                    <a:pt x="20524" y="184568"/>
                    <a:pt x="20433" y="184159"/>
                    <a:pt x="20354" y="183748"/>
                  </a:cubicBezTo>
                  <a:cubicBezTo>
                    <a:pt x="20276" y="183336"/>
                    <a:pt x="20210" y="182922"/>
                    <a:pt x="20158" y="182507"/>
                  </a:cubicBezTo>
                  <a:cubicBezTo>
                    <a:pt x="20105" y="182091"/>
                    <a:pt x="20066" y="181674"/>
                    <a:pt x="20039" y="181256"/>
                  </a:cubicBezTo>
                  <a:cubicBezTo>
                    <a:pt x="20013" y="180838"/>
                    <a:pt x="20000" y="180419"/>
                    <a:pt x="20000" y="180000"/>
                  </a:cubicBezTo>
                  <a:lnTo>
                    <a:pt x="20000" y="100000"/>
                  </a:lnTo>
                  <a:cubicBezTo>
                    <a:pt x="20000" y="99220"/>
                    <a:pt x="19977" y="98440"/>
                    <a:pt x="19932" y="97661"/>
                  </a:cubicBezTo>
                  <a:cubicBezTo>
                    <a:pt x="19886" y="96883"/>
                    <a:pt x="19818" y="96105"/>
                    <a:pt x="19727" y="95331"/>
                  </a:cubicBezTo>
                  <a:cubicBezTo>
                    <a:pt x="19635" y="94556"/>
                    <a:pt x="19522" y="93784"/>
                    <a:pt x="19386" y="93016"/>
                  </a:cubicBezTo>
                  <a:cubicBezTo>
                    <a:pt x="19249" y="92248"/>
                    <a:pt x="19091" y="91484"/>
                    <a:pt x="18910" y="90725"/>
                  </a:cubicBezTo>
                  <a:cubicBezTo>
                    <a:pt x="18729" y="89966"/>
                    <a:pt x="18526" y="89213"/>
                    <a:pt x="18301" y="88466"/>
                  </a:cubicBezTo>
                  <a:cubicBezTo>
                    <a:pt x="18076" y="87719"/>
                    <a:pt x="17829" y="86979"/>
                    <a:pt x="17561" y="86246"/>
                  </a:cubicBezTo>
                  <a:cubicBezTo>
                    <a:pt x="17293" y="85514"/>
                    <a:pt x="17003" y="84790"/>
                    <a:pt x="16693" y="84074"/>
                  </a:cubicBezTo>
                  <a:cubicBezTo>
                    <a:pt x="16382" y="83358"/>
                    <a:pt x="16051" y="82652"/>
                    <a:pt x="15699" y="81956"/>
                  </a:cubicBezTo>
                  <a:cubicBezTo>
                    <a:pt x="15347" y="81260"/>
                    <a:pt x="14975" y="80574"/>
                    <a:pt x="14583" y="79900"/>
                  </a:cubicBezTo>
                  <a:cubicBezTo>
                    <a:pt x="14191" y="79225"/>
                    <a:pt x="13779" y="78562"/>
                    <a:pt x="13348" y="77912"/>
                  </a:cubicBezTo>
                  <a:cubicBezTo>
                    <a:pt x="12918" y="77262"/>
                    <a:pt x="12468" y="76624"/>
                    <a:pt x="12000" y="76000"/>
                  </a:cubicBezTo>
                  <a:lnTo>
                    <a:pt x="6000" y="68000"/>
                  </a:lnTo>
                  <a:cubicBezTo>
                    <a:pt x="5649" y="67532"/>
                    <a:pt x="5312" y="67054"/>
                    <a:pt x="4989" y="66566"/>
                  </a:cubicBezTo>
                  <a:cubicBezTo>
                    <a:pt x="4666" y="66078"/>
                    <a:pt x="4357" y="65581"/>
                    <a:pt x="4063" y="65075"/>
                  </a:cubicBezTo>
                  <a:cubicBezTo>
                    <a:pt x="3769" y="64570"/>
                    <a:pt x="3490" y="64055"/>
                    <a:pt x="3226" y="63533"/>
                  </a:cubicBezTo>
                  <a:cubicBezTo>
                    <a:pt x="2962" y="63011"/>
                    <a:pt x="2713" y="62481"/>
                    <a:pt x="2480" y="61945"/>
                  </a:cubicBezTo>
                  <a:cubicBezTo>
                    <a:pt x="2247" y="61408"/>
                    <a:pt x="2030" y="60864"/>
                    <a:pt x="1829" y="60315"/>
                  </a:cubicBezTo>
                  <a:cubicBezTo>
                    <a:pt x="1628" y="59766"/>
                    <a:pt x="1443" y="59211"/>
                    <a:pt x="1274" y="58650"/>
                  </a:cubicBezTo>
                  <a:cubicBezTo>
                    <a:pt x="1106" y="58090"/>
                    <a:pt x="953" y="57525"/>
                    <a:pt x="818" y="56956"/>
                  </a:cubicBezTo>
                  <a:cubicBezTo>
                    <a:pt x="682" y="56387"/>
                    <a:pt x="563" y="55814"/>
                    <a:pt x="461" y="55238"/>
                  </a:cubicBezTo>
                  <a:cubicBezTo>
                    <a:pt x="359" y="54662"/>
                    <a:pt x="273" y="54083"/>
                    <a:pt x="205" y="53502"/>
                  </a:cubicBezTo>
                  <a:cubicBezTo>
                    <a:pt x="137" y="52921"/>
                    <a:pt x="86" y="52338"/>
                    <a:pt x="51" y="51754"/>
                  </a:cubicBezTo>
                  <a:cubicBezTo>
                    <a:pt x="17" y="51170"/>
                    <a:pt x="0" y="50585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1" name="probe-lucide-flashlight-part-3"/>
            <p:cNvSpPr/>
            <p:nvPr/>
          </p:nvSpPr>
          <p:spPr>
            <a:xfrm>
              <a:off x="60000" y="60000"/>
              <a:ext cx="120000" cy="10"/>
            </a:xfrm>
            <a:custGeom>
              <a:avLst/>
              <a:gdLst/>
              <a:ahLst/>
              <a:cxnLst/>
              <a:rect l="0" t="0" r="r" b="b"/>
              <a:pathLst>
                <a:path w="120000" h="1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22" name="probe-lucide-footprints" descr="足迹 — Lucide Icons and Contributors; ISC; original SVG unchanged. Source: https://github.com/lucide-icons/lucide/blob/20aef31db93fe4d9f398dbb15b120d99c48eef95/icons/footprints.svg; SVG SHA256: 09ddd9fd4ac7cebfdc91e1096f7b75db019a42fffc493c4adb128a49e1dba04f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123" name="probe-lucide-footprints-part-1"/>
            <p:cNvSpPr/>
            <p:nvPr/>
          </p:nvSpPr>
          <p:spPr>
            <a:xfrm>
              <a:off x="29994" y="20000"/>
              <a:ext cx="70006" cy="160000"/>
            </a:xfrm>
            <a:custGeom>
              <a:avLst/>
              <a:gdLst/>
              <a:ahLst/>
              <a:cxnLst/>
              <a:rect l="0" t="0" r="r" b="b"/>
              <a:pathLst>
                <a:path w="70006" h="160000">
                  <a:moveTo>
                    <a:pt x="10006" y="140000"/>
                  </a:moveTo>
                  <a:lnTo>
                    <a:pt x="10006" y="116200"/>
                  </a:lnTo>
                  <a:cubicBezTo>
                    <a:pt x="10006" y="95000"/>
                    <a:pt x="-294" y="85000"/>
                    <a:pt x="6" y="60000"/>
                  </a:cubicBezTo>
                  <a:cubicBezTo>
                    <a:pt x="306" y="32800"/>
                    <a:pt x="14906" y="0"/>
                    <a:pt x="45006" y="0"/>
                  </a:cubicBezTo>
                  <a:cubicBezTo>
                    <a:pt x="63706" y="0"/>
                    <a:pt x="70006" y="18000"/>
                    <a:pt x="70006" y="35000"/>
                  </a:cubicBezTo>
                  <a:cubicBezTo>
                    <a:pt x="70006" y="66100"/>
                    <a:pt x="50006" y="91600"/>
                    <a:pt x="50006" y="121800"/>
                  </a:cubicBezTo>
                  <a:lnTo>
                    <a:pt x="50006" y="140000"/>
                  </a:lnTo>
                  <a:cubicBezTo>
                    <a:pt x="50006" y="140419"/>
                    <a:pt x="49993" y="140838"/>
                    <a:pt x="49967" y="141256"/>
                  </a:cubicBezTo>
                  <a:cubicBezTo>
                    <a:pt x="49941" y="141674"/>
                    <a:pt x="49901" y="142091"/>
                    <a:pt x="49849" y="142507"/>
                  </a:cubicBezTo>
                  <a:cubicBezTo>
                    <a:pt x="49796" y="142922"/>
                    <a:pt x="49731" y="143336"/>
                    <a:pt x="49652" y="143748"/>
                  </a:cubicBezTo>
                  <a:cubicBezTo>
                    <a:pt x="49574" y="144159"/>
                    <a:pt x="49482" y="144568"/>
                    <a:pt x="49378" y="144974"/>
                  </a:cubicBezTo>
                  <a:cubicBezTo>
                    <a:pt x="49274" y="145380"/>
                    <a:pt x="49157" y="145782"/>
                    <a:pt x="49028" y="146180"/>
                  </a:cubicBezTo>
                  <a:cubicBezTo>
                    <a:pt x="48898" y="146579"/>
                    <a:pt x="48756" y="146973"/>
                    <a:pt x="48602" y="147362"/>
                  </a:cubicBezTo>
                  <a:cubicBezTo>
                    <a:pt x="48448" y="147752"/>
                    <a:pt x="48281" y="148137"/>
                    <a:pt x="48103" y="148516"/>
                  </a:cubicBezTo>
                  <a:cubicBezTo>
                    <a:pt x="47925" y="148895"/>
                    <a:pt x="47734" y="149268"/>
                    <a:pt x="47533" y="149635"/>
                  </a:cubicBezTo>
                  <a:cubicBezTo>
                    <a:pt x="47331" y="150002"/>
                    <a:pt x="47117" y="150363"/>
                    <a:pt x="46893" y="150717"/>
                  </a:cubicBezTo>
                  <a:cubicBezTo>
                    <a:pt x="46669" y="151070"/>
                    <a:pt x="46433" y="151417"/>
                    <a:pt x="46187" y="151756"/>
                  </a:cubicBezTo>
                  <a:cubicBezTo>
                    <a:pt x="45941" y="152095"/>
                    <a:pt x="45684" y="152426"/>
                    <a:pt x="45417" y="152748"/>
                  </a:cubicBezTo>
                  <a:cubicBezTo>
                    <a:pt x="45150" y="153071"/>
                    <a:pt x="44873" y="153386"/>
                    <a:pt x="44586" y="153691"/>
                  </a:cubicBezTo>
                  <a:cubicBezTo>
                    <a:pt x="44299" y="153996"/>
                    <a:pt x="44003" y="154293"/>
                    <a:pt x="43697" y="154579"/>
                  </a:cubicBezTo>
                  <a:cubicBezTo>
                    <a:pt x="43392" y="154866"/>
                    <a:pt x="43078" y="155143"/>
                    <a:pt x="42755" y="155410"/>
                  </a:cubicBezTo>
                  <a:cubicBezTo>
                    <a:pt x="42432" y="155677"/>
                    <a:pt x="42101" y="155934"/>
                    <a:pt x="41762" y="156180"/>
                  </a:cubicBezTo>
                  <a:cubicBezTo>
                    <a:pt x="41423" y="156427"/>
                    <a:pt x="41077" y="156662"/>
                    <a:pt x="40723" y="156887"/>
                  </a:cubicBezTo>
                  <a:cubicBezTo>
                    <a:pt x="40369" y="157111"/>
                    <a:pt x="40009" y="157324"/>
                    <a:pt x="39642" y="157526"/>
                  </a:cubicBezTo>
                  <a:cubicBezTo>
                    <a:pt x="39274" y="157728"/>
                    <a:pt x="38901" y="157918"/>
                    <a:pt x="38522" y="158097"/>
                  </a:cubicBezTo>
                  <a:cubicBezTo>
                    <a:pt x="38143" y="158275"/>
                    <a:pt x="37758" y="158441"/>
                    <a:pt x="37369" y="158596"/>
                  </a:cubicBezTo>
                  <a:cubicBezTo>
                    <a:pt x="36979" y="158750"/>
                    <a:pt x="36585" y="158892"/>
                    <a:pt x="36187" y="159021"/>
                  </a:cubicBezTo>
                  <a:cubicBezTo>
                    <a:pt x="35788" y="159151"/>
                    <a:pt x="35386" y="159267"/>
                    <a:pt x="34980" y="159372"/>
                  </a:cubicBezTo>
                  <a:cubicBezTo>
                    <a:pt x="34574" y="159476"/>
                    <a:pt x="34166" y="159567"/>
                    <a:pt x="33754" y="159646"/>
                  </a:cubicBezTo>
                  <a:cubicBezTo>
                    <a:pt x="33343" y="159724"/>
                    <a:pt x="32929" y="159790"/>
                    <a:pt x="32513" y="159842"/>
                  </a:cubicBezTo>
                  <a:cubicBezTo>
                    <a:pt x="32097" y="159895"/>
                    <a:pt x="31680" y="159934"/>
                    <a:pt x="31262" y="159961"/>
                  </a:cubicBezTo>
                  <a:cubicBezTo>
                    <a:pt x="30844" y="159987"/>
                    <a:pt x="30425" y="160000"/>
                    <a:pt x="30006" y="160000"/>
                  </a:cubicBezTo>
                  <a:cubicBezTo>
                    <a:pt x="29588" y="160000"/>
                    <a:pt x="29169" y="159987"/>
                    <a:pt x="28751" y="159961"/>
                  </a:cubicBezTo>
                  <a:cubicBezTo>
                    <a:pt x="28333" y="159934"/>
                    <a:pt x="27915" y="159895"/>
                    <a:pt x="27500" y="159842"/>
                  </a:cubicBezTo>
                  <a:cubicBezTo>
                    <a:pt x="27084" y="159790"/>
                    <a:pt x="26670" y="159724"/>
                    <a:pt x="26259" y="159646"/>
                  </a:cubicBezTo>
                  <a:cubicBezTo>
                    <a:pt x="25847" y="159567"/>
                    <a:pt x="25438" y="159476"/>
                    <a:pt x="25033" y="159372"/>
                  </a:cubicBezTo>
                  <a:cubicBezTo>
                    <a:pt x="24627" y="159267"/>
                    <a:pt x="24224" y="159151"/>
                    <a:pt x="23826" y="159021"/>
                  </a:cubicBezTo>
                  <a:cubicBezTo>
                    <a:pt x="23428" y="158892"/>
                    <a:pt x="23033" y="158750"/>
                    <a:pt x="22644" y="158596"/>
                  </a:cubicBezTo>
                  <a:cubicBezTo>
                    <a:pt x="22254" y="158441"/>
                    <a:pt x="21870" y="158275"/>
                    <a:pt x="21491" y="158097"/>
                  </a:cubicBezTo>
                  <a:cubicBezTo>
                    <a:pt x="21112" y="157918"/>
                    <a:pt x="20738" y="157728"/>
                    <a:pt x="20371" y="157526"/>
                  </a:cubicBezTo>
                  <a:cubicBezTo>
                    <a:pt x="20004" y="157324"/>
                    <a:pt x="19644" y="157111"/>
                    <a:pt x="19290" y="156887"/>
                  </a:cubicBezTo>
                  <a:cubicBezTo>
                    <a:pt x="18936" y="156662"/>
                    <a:pt x="18590" y="156427"/>
                    <a:pt x="18251" y="156180"/>
                  </a:cubicBezTo>
                  <a:cubicBezTo>
                    <a:pt x="17912" y="155934"/>
                    <a:pt x="17581" y="155677"/>
                    <a:pt x="17258" y="155410"/>
                  </a:cubicBezTo>
                  <a:cubicBezTo>
                    <a:pt x="16935" y="155143"/>
                    <a:pt x="16621" y="154866"/>
                    <a:pt x="16315" y="154579"/>
                  </a:cubicBezTo>
                  <a:cubicBezTo>
                    <a:pt x="16010" y="154293"/>
                    <a:pt x="15714" y="153996"/>
                    <a:pt x="15427" y="153691"/>
                  </a:cubicBezTo>
                  <a:cubicBezTo>
                    <a:pt x="15140" y="153386"/>
                    <a:pt x="14863" y="153071"/>
                    <a:pt x="14596" y="152748"/>
                  </a:cubicBezTo>
                  <a:cubicBezTo>
                    <a:pt x="14329" y="152426"/>
                    <a:pt x="14072" y="152095"/>
                    <a:pt x="13826" y="151756"/>
                  </a:cubicBezTo>
                  <a:cubicBezTo>
                    <a:pt x="13580" y="151417"/>
                    <a:pt x="13344" y="151070"/>
                    <a:pt x="13120" y="150717"/>
                  </a:cubicBezTo>
                  <a:cubicBezTo>
                    <a:pt x="12895" y="150363"/>
                    <a:pt x="12682" y="150002"/>
                    <a:pt x="12480" y="149635"/>
                  </a:cubicBezTo>
                  <a:cubicBezTo>
                    <a:pt x="12278" y="149268"/>
                    <a:pt x="12088" y="148895"/>
                    <a:pt x="11910" y="148516"/>
                  </a:cubicBezTo>
                  <a:cubicBezTo>
                    <a:pt x="11732" y="148137"/>
                    <a:pt x="11565" y="147752"/>
                    <a:pt x="11411" y="147362"/>
                  </a:cubicBezTo>
                  <a:cubicBezTo>
                    <a:pt x="11257" y="146973"/>
                    <a:pt x="11115" y="146579"/>
                    <a:pt x="10985" y="146180"/>
                  </a:cubicBezTo>
                  <a:cubicBezTo>
                    <a:pt x="10856" y="145782"/>
                    <a:pt x="10739" y="145380"/>
                    <a:pt x="10635" y="144974"/>
                  </a:cubicBezTo>
                  <a:cubicBezTo>
                    <a:pt x="10531" y="144568"/>
                    <a:pt x="10439" y="144159"/>
                    <a:pt x="10361" y="143748"/>
                  </a:cubicBezTo>
                  <a:cubicBezTo>
                    <a:pt x="10282" y="143336"/>
                    <a:pt x="10217" y="142922"/>
                    <a:pt x="10164" y="142507"/>
                  </a:cubicBezTo>
                  <a:cubicBezTo>
                    <a:pt x="10112" y="142091"/>
                    <a:pt x="10072" y="141674"/>
                    <a:pt x="10046" y="141256"/>
                  </a:cubicBezTo>
                  <a:cubicBezTo>
                    <a:pt x="10020" y="140838"/>
                    <a:pt x="10006" y="140419"/>
                    <a:pt x="10006" y="1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4" name="probe-lucide-footprints-part-2"/>
            <p:cNvSpPr/>
            <p:nvPr/>
          </p:nvSpPr>
          <p:spPr>
            <a:xfrm>
              <a:off x="140000" y="60000"/>
              <a:ext cx="70006" cy="160000"/>
            </a:xfrm>
            <a:custGeom>
              <a:avLst/>
              <a:gdLst/>
              <a:ahLst/>
              <a:cxnLst/>
              <a:rect l="0" t="0" r="r" b="b"/>
              <a:pathLst>
                <a:path w="70006" h="160000">
                  <a:moveTo>
                    <a:pt x="60000" y="140000"/>
                  </a:moveTo>
                  <a:lnTo>
                    <a:pt x="60000" y="116200"/>
                  </a:lnTo>
                  <a:cubicBezTo>
                    <a:pt x="60000" y="95000"/>
                    <a:pt x="70300" y="85000"/>
                    <a:pt x="70000" y="60000"/>
                  </a:cubicBezTo>
                  <a:cubicBezTo>
                    <a:pt x="69700" y="32800"/>
                    <a:pt x="55100" y="0"/>
                    <a:pt x="25000" y="0"/>
                  </a:cubicBezTo>
                  <a:cubicBezTo>
                    <a:pt x="6300" y="0"/>
                    <a:pt x="0" y="18000"/>
                    <a:pt x="0" y="35000"/>
                  </a:cubicBezTo>
                  <a:cubicBezTo>
                    <a:pt x="0" y="66100"/>
                    <a:pt x="20000" y="91600"/>
                    <a:pt x="20000" y="121800"/>
                  </a:cubicBezTo>
                  <a:lnTo>
                    <a:pt x="20000" y="140000"/>
                  </a:lnTo>
                  <a:cubicBezTo>
                    <a:pt x="20000" y="140419"/>
                    <a:pt x="20013" y="140838"/>
                    <a:pt x="20039" y="141256"/>
                  </a:cubicBezTo>
                  <a:cubicBezTo>
                    <a:pt x="20066" y="141674"/>
                    <a:pt x="20105" y="142091"/>
                    <a:pt x="20158" y="142507"/>
                  </a:cubicBezTo>
                  <a:cubicBezTo>
                    <a:pt x="20210" y="142922"/>
                    <a:pt x="20276" y="143336"/>
                    <a:pt x="20354" y="143748"/>
                  </a:cubicBezTo>
                  <a:cubicBezTo>
                    <a:pt x="20433" y="144159"/>
                    <a:pt x="20524" y="144568"/>
                    <a:pt x="20628" y="144974"/>
                  </a:cubicBezTo>
                  <a:cubicBezTo>
                    <a:pt x="20733" y="145380"/>
                    <a:pt x="20849" y="145782"/>
                    <a:pt x="20979" y="146180"/>
                  </a:cubicBezTo>
                  <a:cubicBezTo>
                    <a:pt x="21108" y="146579"/>
                    <a:pt x="21250" y="146973"/>
                    <a:pt x="21404" y="147362"/>
                  </a:cubicBezTo>
                  <a:cubicBezTo>
                    <a:pt x="21559" y="147752"/>
                    <a:pt x="21725" y="148137"/>
                    <a:pt x="21903" y="148516"/>
                  </a:cubicBezTo>
                  <a:cubicBezTo>
                    <a:pt x="22082" y="148895"/>
                    <a:pt x="22272" y="149268"/>
                    <a:pt x="22474" y="149635"/>
                  </a:cubicBezTo>
                  <a:cubicBezTo>
                    <a:pt x="22676" y="150002"/>
                    <a:pt x="22889" y="150363"/>
                    <a:pt x="23113" y="150717"/>
                  </a:cubicBezTo>
                  <a:cubicBezTo>
                    <a:pt x="23338" y="151070"/>
                    <a:pt x="23573" y="151417"/>
                    <a:pt x="23820" y="151756"/>
                  </a:cubicBezTo>
                  <a:cubicBezTo>
                    <a:pt x="24066" y="152095"/>
                    <a:pt x="24323" y="152426"/>
                    <a:pt x="24590" y="152748"/>
                  </a:cubicBezTo>
                  <a:cubicBezTo>
                    <a:pt x="24857" y="153071"/>
                    <a:pt x="25134" y="153386"/>
                    <a:pt x="25421" y="153691"/>
                  </a:cubicBezTo>
                  <a:cubicBezTo>
                    <a:pt x="25707" y="153996"/>
                    <a:pt x="26004" y="154293"/>
                    <a:pt x="26309" y="154579"/>
                  </a:cubicBezTo>
                  <a:cubicBezTo>
                    <a:pt x="26614" y="154866"/>
                    <a:pt x="26929" y="155143"/>
                    <a:pt x="27252" y="155410"/>
                  </a:cubicBezTo>
                  <a:cubicBezTo>
                    <a:pt x="27574" y="155677"/>
                    <a:pt x="27905" y="155934"/>
                    <a:pt x="28244" y="156180"/>
                  </a:cubicBezTo>
                  <a:cubicBezTo>
                    <a:pt x="28583" y="156427"/>
                    <a:pt x="28930" y="156662"/>
                    <a:pt x="29283" y="156887"/>
                  </a:cubicBezTo>
                  <a:cubicBezTo>
                    <a:pt x="29637" y="157111"/>
                    <a:pt x="29998" y="157324"/>
                    <a:pt x="30365" y="157526"/>
                  </a:cubicBezTo>
                  <a:cubicBezTo>
                    <a:pt x="30732" y="157728"/>
                    <a:pt x="31105" y="157918"/>
                    <a:pt x="31484" y="158097"/>
                  </a:cubicBezTo>
                  <a:cubicBezTo>
                    <a:pt x="31863" y="158275"/>
                    <a:pt x="32248" y="158441"/>
                    <a:pt x="32638" y="158596"/>
                  </a:cubicBezTo>
                  <a:cubicBezTo>
                    <a:pt x="33027" y="158750"/>
                    <a:pt x="33421" y="158892"/>
                    <a:pt x="33820" y="159021"/>
                  </a:cubicBezTo>
                  <a:cubicBezTo>
                    <a:pt x="34218" y="159151"/>
                    <a:pt x="34620" y="159267"/>
                    <a:pt x="35026" y="159372"/>
                  </a:cubicBezTo>
                  <a:cubicBezTo>
                    <a:pt x="35432" y="159476"/>
                    <a:pt x="35841" y="159567"/>
                    <a:pt x="36252" y="159646"/>
                  </a:cubicBezTo>
                  <a:cubicBezTo>
                    <a:pt x="36664" y="159724"/>
                    <a:pt x="37078" y="159790"/>
                    <a:pt x="37493" y="159842"/>
                  </a:cubicBezTo>
                  <a:cubicBezTo>
                    <a:pt x="37909" y="159895"/>
                    <a:pt x="38326" y="159934"/>
                    <a:pt x="38744" y="159961"/>
                  </a:cubicBezTo>
                  <a:cubicBezTo>
                    <a:pt x="39162" y="159987"/>
                    <a:pt x="39581" y="160000"/>
                    <a:pt x="40000" y="160000"/>
                  </a:cubicBezTo>
                  <a:cubicBezTo>
                    <a:pt x="40419" y="160000"/>
                    <a:pt x="40838" y="159987"/>
                    <a:pt x="41256" y="159961"/>
                  </a:cubicBezTo>
                  <a:cubicBezTo>
                    <a:pt x="41674" y="159934"/>
                    <a:pt x="42091" y="159895"/>
                    <a:pt x="42507" y="159842"/>
                  </a:cubicBezTo>
                  <a:cubicBezTo>
                    <a:pt x="42922" y="159790"/>
                    <a:pt x="43336" y="159724"/>
                    <a:pt x="43748" y="159646"/>
                  </a:cubicBezTo>
                  <a:cubicBezTo>
                    <a:pt x="44159" y="159567"/>
                    <a:pt x="44568" y="159476"/>
                    <a:pt x="44974" y="159372"/>
                  </a:cubicBezTo>
                  <a:cubicBezTo>
                    <a:pt x="45380" y="159267"/>
                    <a:pt x="45782" y="159151"/>
                    <a:pt x="46180" y="159021"/>
                  </a:cubicBezTo>
                  <a:cubicBezTo>
                    <a:pt x="46579" y="158892"/>
                    <a:pt x="46973" y="158750"/>
                    <a:pt x="47362" y="158596"/>
                  </a:cubicBezTo>
                  <a:cubicBezTo>
                    <a:pt x="47752" y="158441"/>
                    <a:pt x="48137" y="158275"/>
                    <a:pt x="48516" y="158097"/>
                  </a:cubicBezTo>
                  <a:cubicBezTo>
                    <a:pt x="48895" y="157918"/>
                    <a:pt x="49268" y="157728"/>
                    <a:pt x="49635" y="157526"/>
                  </a:cubicBezTo>
                  <a:cubicBezTo>
                    <a:pt x="50002" y="157324"/>
                    <a:pt x="50363" y="157111"/>
                    <a:pt x="50717" y="156887"/>
                  </a:cubicBezTo>
                  <a:cubicBezTo>
                    <a:pt x="51070" y="156662"/>
                    <a:pt x="51417" y="156427"/>
                    <a:pt x="51756" y="156180"/>
                  </a:cubicBezTo>
                  <a:cubicBezTo>
                    <a:pt x="52095" y="155934"/>
                    <a:pt x="52426" y="155677"/>
                    <a:pt x="52748" y="155410"/>
                  </a:cubicBezTo>
                  <a:cubicBezTo>
                    <a:pt x="53071" y="155143"/>
                    <a:pt x="53386" y="154866"/>
                    <a:pt x="53691" y="154579"/>
                  </a:cubicBezTo>
                  <a:cubicBezTo>
                    <a:pt x="53996" y="154293"/>
                    <a:pt x="54293" y="153996"/>
                    <a:pt x="54579" y="153691"/>
                  </a:cubicBezTo>
                  <a:cubicBezTo>
                    <a:pt x="54866" y="153386"/>
                    <a:pt x="55143" y="153071"/>
                    <a:pt x="55410" y="152748"/>
                  </a:cubicBezTo>
                  <a:cubicBezTo>
                    <a:pt x="55677" y="152426"/>
                    <a:pt x="55934" y="152095"/>
                    <a:pt x="56180" y="151756"/>
                  </a:cubicBezTo>
                  <a:cubicBezTo>
                    <a:pt x="56427" y="151417"/>
                    <a:pt x="56662" y="151070"/>
                    <a:pt x="56887" y="150717"/>
                  </a:cubicBezTo>
                  <a:cubicBezTo>
                    <a:pt x="57111" y="150363"/>
                    <a:pt x="57324" y="150002"/>
                    <a:pt x="57526" y="149635"/>
                  </a:cubicBezTo>
                  <a:cubicBezTo>
                    <a:pt x="57728" y="149268"/>
                    <a:pt x="57918" y="148895"/>
                    <a:pt x="58097" y="148516"/>
                  </a:cubicBezTo>
                  <a:cubicBezTo>
                    <a:pt x="58275" y="148137"/>
                    <a:pt x="58441" y="147752"/>
                    <a:pt x="58596" y="147362"/>
                  </a:cubicBezTo>
                  <a:cubicBezTo>
                    <a:pt x="58750" y="146973"/>
                    <a:pt x="58892" y="146579"/>
                    <a:pt x="59021" y="146180"/>
                  </a:cubicBezTo>
                  <a:cubicBezTo>
                    <a:pt x="59151" y="145782"/>
                    <a:pt x="59267" y="145380"/>
                    <a:pt x="59372" y="144974"/>
                  </a:cubicBezTo>
                  <a:cubicBezTo>
                    <a:pt x="59476" y="144568"/>
                    <a:pt x="59567" y="144159"/>
                    <a:pt x="59646" y="143748"/>
                  </a:cubicBezTo>
                  <a:cubicBezTo>
                    <a:pt x="59724" y="143336"/>
                    <a:pt x="59790" y="142922"/>
                    <a:pt x="59842" y="142507"/>
                  </a:cubicBezTo>
                  <a:cubicBezTo>
                    <a:pt x="59895" y="142091"/>
                    <a:pt x="59934" y="141674"/>
                    <a:pt x="59961" y="141256"/>
                  </a:cubicBezTo>
                  <a:cubicBezTo>
                    <a:pt x="59987" y="140838"/>
                    <a:pt x="60000" y="140419"/>
                    <a:pt x="60000" y="1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5" name="probe-lucide-footprints-part-3"/>
            <p:cNvSpPr/>
            <p:nvPr/>
          </p:nvSpPr>
          <p:spPr>
            <a:xfrm>
              <a:off x="160000" y="17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6" name="probe-lucide-footprints-part-4"/>
            <p:cNvSpPr/>
            <p:nvPr/>
          </p:nvSpPr>
          <p:spPr>
            <a:xfrm>
              <a:off x="40000" y="13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27" name="probe-lucide-land-plot" descr="land-plot — Lucide Icons and Contributors; preserve the bundled full upstream license. Source: https://github.com/lucide-icons/lucide/blob/20aef31db93fe4d9f398dbb15b120d99c48eef95/icons/land-plot.svg; SVG SHA256: faddadf18142235cbba34c967ed7a324fa42d46eda2abc7638bc6d9d9b5f3dcf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128" name="probe-lucide-land-plot-part-1"/>
            <p:cNvSpPr/>
            <p:nvPr/>
          </p:nvSpPr>
          <p:spPr>
            <a:xfrm>
              <a:off x="120000" y="20000"/>
              <a:ext cx="60000" cy="100000"/>
            </a:xfrm>
            <a:custGeom>
              <a:avLst/>
              <a:gdLst/>
              <a:ahLst/>
              <a:cxnLst/>
              <a:rect l="0" t="0" r="r" b="b"/>
              <a:pathLst>
                <a:path w="60000" h="100000">
                  <a:moveTo>
                    <a:pt x="0" y="60000"/>
                  </a:moveTo>
                  <a:lnTo>
                    <a:pt x="60000" y="30000"/>
                  </a:lnTo>
                  <a:lnTo>
                    <a:pt x="0" y="0"/>
                  </a:ln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9" name="probe-lucide-land-plot-part-2"/>
            <p:cNvSpPr/>
            <p:nvPr/>
          </p:nvSpPr>
          <p:spPr>
            <a:xfrm>
              <a:off x="19931" y="119900"/>
              <a:ext cx="200139" cy="100079"/>
            </a:xfrm>
            <a:custGeom>
              <a:avLst/>
              <a:gdLst/>
              <a:ahLst/>
              <a:cxnLst/>
              <a:rect l="0" t="0" r="r" b="b"/>
              <a:pathLst>
                <a:path w="200139" h="100079">
                  <a:moveTo>
                    <a:pt x="60069" y="0"/>
                  </a:moveTo>
                  <a:lnTo>
                    <a:pt x="5069" y="31400"/>
                  </a:lnTo>
                  <a:cubicBezTo>
                    <a:pt x="4889" y="31502"/>
                    <a:pt x="4713" y="31610"/>
                    <a:pt x="4539" y="31723"/>
                  </a:cubicBezTo>
                  <a:cubicBezTo>
                    <a:pt x="4366" y="31836"/>
                    <a:pt x="4196" y="31954"/>
                    <a:pt x="4030" y="32077"/>
                  </a:cubicBezTo>
                  <a:cubicBezTo>
                    <a:pt x="3864" y="32201"/>
                    <a:pt x="3702" y="32330"/>
                    <a:pt x="3544" y="32463"/>
                  </a:cubicBezTo>
                  <a:cubicBezTo>
                    <a:pt x="3386" y="32597"/>
                    <a:pt x="3232" y="32735"/>
                    <a:pt x="3083" y="32878"/>
                  </a:cubicBezTo>
                  <a:cubicBezTo>
                    <a:pt x="2933" y="33022"/>
                    <a:pt x="2788" y="33169"/>
                    <a:pt x="2648" y="33321"/>
                  </a:cubicBezTo>
                  <a:cubicBezTo>
                    <a:pt x="2508" y="33474"/>
                    <a:pt x="2372" y="33630"/>
                    <a:pt x="2242" y="33790"/>
                  </a:cubicBezTo>
                  <a:cubicBezTo>
                    <a:pt x="2111" y="33951"/>
                    <a:pt x="1986" y="34116"/>
                    <a:pt x="1865" y="34284"/>
                  </a:cubicBezTo>
                  <a:cubicBezTo>
                    <a:pt x="1745" y="34452"/>
                    <a:pt x="1630" y="34624"/>
                    <a:pt x="1520" y="34800"/>
                  </a:cubicBezTo>
                  <a:cubicBezTo>
                    <a:pt x="1411" y="34975"/>
                    <a:pt x="1306" y="35154"/>
                    <a:pt x="1208" y="35336"/>
                  </a:cubicBezTo>
                  <a:cubicBezTo>
                    <a:pt x="1109" y="35518"/>
                    <a:pt x="1016" y="35703"/>
                    <a:pt x="929" y="35890"/>
                  </a:cubicBezTo>
                  <a:cubicBezTo>
                    <a:pt x="842" y="36078"/>
                    <a:pt x="761" y="36269"/>
                    <a:pt x="686" y="36461"/>
                  </a:cubicBezTo>
                  <a:cubicBezTo>
                    <a:pt x="610" y="36654"/>
                    <a:pt x="541" y="36849"/>
                    <a:pt x="478" y="37046"/>
                  </a:cubicBezTo>
                  <a:cubicBezTo>
                    <a:pt x="415" y="37243"/>
                    <a:pt x="357" y="37442"/>
                    <a:pt x="307" y="37643"/>
                  </a:cubicBezTo>
                  <a:cubicBezTo>
                    <a:pt x="256" y="37843"/>
                    <a:pt x="211" y="38045"/>
                    <a:pt x="173" y="38249"/>
                  </a:cubicBezTo>
                  <a:cubicBezTo>
                    <a:pt x="135" y="38452"/>
                    <a:pt x="103" y="38656"/>
                    <a:pt x="77" y="38862"/>
                  </a:cubicBezTo>
                  <a:cubicBezTo>
                    <a:pt x="51" y="39067"/>
                    <a:pt x="32" y="39273"/>
                    <a:pt x="19" y="39480"/>
                  </a:cubicBezTo>
                  <a:cubicBezTo>
                    <a:pt x="6" y="39686"/>
                    <a:pt x="0" y="39893"/>
                    <a:pt x="0" y="40100"/>
                  </a:cubicBezTo>
                  <a:cubicBezTo>
                    <a:pt x="0" y="40307"/>
                    <a:pt x="6" y="40514"/>
                    <a:pt x="19" y="40720"/>
                  </a:cubicBezTo>
                  <a:cubicBezTo>
                    <a:pt x="32" y="40927"/>
                    <a:pt x="51" y="41133"/>
                    <a:pt x="77" y="41338"/>
                  </a:cubicBezTo>
                  <a:cubicBezTo>
                    <a:pt x="103" y="41544"/>
                    <a:pt x="135" y="41748"/>
                    <a:pt x="173" y="41951"/>
                  </a:cubicBezTo>
                  <a:cubicBezTo>
                    <a:pt x="211" y="42155"/>
                    <a:pt x="256" y="42357"/>
                    <a:pt x="307" y="42557"/>
                  </a:cubicBezTo>
                  <a:cubicBezTo>
                    <a:pt x="357" y="42758"/>
                    <a:pt x="415" y="42957"/>
                    <a:pt x="478" y="43154"/>
                  </a:cubicBezTo>
                  <a:cubicBezTo>
                    <a:pt x="541" y="43351"/>
                    <a:pt x="610" y="43546"/>
                    <a:pt x="686" y="43739"/>
                  </a:cubicBezTo>
                  <a:cubicBezTo>
                    <a:pt x="761" y="43931"/>
                    <a:pt x="842" y="44122"/>
                    <a:pt x="929" y="44310"/>
                  </a:cubicBezTo>
                  <a:cubicBezTo>
                    <a:pt x="1016" y="44497"/>
                    <a:pt x="1109" y="44682"/>
                    <a:pt x="1208" y="44864"/>
                  </a:cubicBezTo>
                  <a:cubicBezTo>
                    <a:pt x="1306" y="45046"/>
                    <a:pt x="1411" y="45225"/>
                    <a:pt x="1520" y="45400"/>
                  </a:cubicBezTo>
                  <a:cubicBezTo>
                    <a:pt x="1630" y="45576"/>
                    <a:pt x="1745" y="45748"/>
                    <a:pt x="1865" y="45916"/>
                  </a:cubicBezTo>
                  <a:cubicBezTo>
                    <a:pt x="1986" y="46084"/>
                    <a:pt x="2111" y="46249"/>
                    <a:pt x="2242" y="46410"/>
                  </a:cubicBezTo>
                  <a:cubicBezTo>
                    <a:pt x="2372" y="46570"/>
                    <a:pt x="2508" y="46726"/>
                    <a:pt x="2648" y="46879"/>
                  </a:cubicBezTo>
                  <a:cubicBezTo>
                    <a:pt x="2788" y="47031"/>
                    <a:pt x="2933" y="47178"/>
                    <a:pt x="3083" y="47322"/>
                  </a:cubicBezTo>
                  <a:cubicBezTo>
                    <a:pt x="3232" y="47465"/>
                    <a:pt x="3386" y="47603"/>
                    <a:pt x="3544" y="47737"/>
                  </a:cubicBezTo>
                  <a:cubicBezTo>
                    <a:pt x="3702" y="47870"/>
                    <a:pt x="3864" y="47999"/>
                    <a:pt x="4030" y="48123"/>
                  </a:cubicBezTo>
                  <a:cubicBezTo>
                    <a:pt x="4196" y="48246"/>
                    <a:pt x="4366" y="48364"/>
                    <a:pt x="4539" y="48477"/>
                  </a:cubicBezTo>
                  <a:cubicBezTo>
                    <a:pt x="4713" y="48590"/>
                    <a:pt x="4889" y="48698"/>
                    <a:pt x="5069" y="48800"/>
                  </a:cubicBezTo>
                  <a:lnTo>
                    <a:pt x="90069" y="97400"/>
                  </a:lnTo>
                  <a:cubicBezTo>
                    <a:pt x="90425" y="97605"/>
                    <a:pt x="90787" y="97800"/>
                    <a:pt x="91155" y="97983"/>
                  </a:cubicBezTo>
                  <a:cubicBezTo>
                    <a:pt x="91522" y="98166"/>
                    <a:pt x="91896" y="98338"/>
                    <a:pt x="92274" y="98498"/>
                  </a:cubicBezTo>
                  <a:cubicBezTo>
                    <a:pt x="92652" y="98658"/>
                    <a:pt x="93035" y="98806"/>
                    <a:pt x="93422" y="98943"/>
                  </a:cubicBezTo>
                  <a:cubicBezTo>
                    <a:pt x="93810" y="99079"/>
                    <a:pt x="94201" y="99204"/>
                    <a:pt x="94596" y="99316"/>
                  </a:cubicBezTo>
                  <a:cubicBezTo>
                    <a:pt x="94991" y="99428"/>
                    <a:pt x="95390" y="99529"/>
                    <a:pt x="95791" y="99616"/>
                  </a:cubicBezTo>
                  <a:cubicBezTo>
                    <a:pt x="96192" y="99704"/>
                    <a:pt x="96596" y="99780"/>
                    <a:pt x="97002" y="99843"/>
                  </a:cubicBezTo>
                  <a:cubicBezTo>
                    <a:pt x="97407" y="99906"/>
                    <a:pt x="97815" y="99956"/>
                    <a:pt x="98224" y="99994"/>
                  </a:cubicBezTo>
                  <a:cubicBezTo>
                    <a:pt x="98633" y="100032"/>
                    <a:pt x="99043" y="100057"/>
                    <a:pt x="99454" y="100070"/>
                  </a:cubicBezTo>
                  <a:cubicBezTo>
                    <a:pt x="99864" y="100083"/>
                    <a:pt x="100275" y="100083"/>
                    <a:pt x="100685" y="100070"/>
                  </a:cubicBezTo>
                  <a:cubicBezTo>
                    <a:pt x="101096" y="100057"/>
                    <a:pt x="101506" y="100032"/>
                    <a:pt x="101915" y="99994"/>
                  </a:cubicBezTo>
                  <a:cubicBezTo>
                    <a:pt x="102324" y="99956"/>
                    <a:pt x="102731" y="99906"/>
                    <a:pt x="103137" y="99843"/>
                  </a:cubicBezTo>
                  <a:cubicBezTo>
                    <a:pt x="103543" y="99780"/>
                    <a:pt x="103947" y="99704"/>
                    <a:pt x="104348" y="99616"/>
                  </a:cubicBezTo>
                  <a:cubicBezTo>
                    <a:pt x="104749" y="99529"/>
                    <a:pt x="105148" y="99428"/>
                    <a:pt x="105543" y="99316"/>
                  </a:cubicBezTo>
                  <a:cubicBezTo>
                    <a:pt x="105938" y="99204"/>
                    <a:pt x="106329" y="99079"/>
                    <a:pt x="106717" y="98943"/>
                  </a:cubicBezTo>
                  <a:cubicBezTo>
                    <a:pt x="107104" y="98806"/>
                    <a:pt x="107487" y="98658"/>
                    <a:pt x="107865" y="98498"/>
                  </a:cubicBezTo>
                  <a:cubicBezTo>
                    <a:pt x="108243" y="98338"/>
                    <a:pt x="108617" y="98166"/>
                    <a:pt x="108984" y="97983"/>
                  </a:cubicBezTo>
                  <a:cubicBezTo>
                    <a:pt x="109352" y="97800"/>
                    <a:pt x="109714" y="97605"/>
                    <a:pt x="110069" y="97400"/>
                  </a:cubicBezTo>
                  <a:lnTo>
                    <a:pt x="195069" y="48800"/>
                  </a:lnTo>
                  <a:cubicBezTo>
                    <a:pt x="195250" y="48698"/>
                    <a:pt x="195426" y="48590"/>
                    <a:pt x="195600" y="48477"/>
                  </a:cubicBezTo>
                  <a:cubicBezTo>
                    <a:pt x="195773" y="48364"/>
                    <a:pt x="195943" y="48246"/>
                    <a:pt x="196109" y="48123"/>
                  </a:cubicBezTo>
                  <a:cubicBezTo>
                    <a:pt x="196275" y="47999"/>
                    <a:pt x="196437" y="47870"/>
                    <a:pt x="196595" y="47737"/>
                  </a:cubicBezTo>
                  <a:cubicBezTo>
                    <a:pt x="196753" y="47603"/>
                    <a:pt x="196907" y="47465"/>
                    <a:pt x="197056" y="47322"/>
                  </a:cubicBezTo>
                  <a:cubicBezTo>
                    <a:pt x="197206" y="47178"/>
                    <a:pt x="197351" y="47031"/>
                    <a:pt x="197491" y="46879"/>
                  </a:cubicBezTo>
                  <a:cubicBezTo>
                    <a:pt x="197631" y="46726"/>
                    <a:pt x="197767" y="46570"/>
                    <a:pt x="197897" y="46410"/>
                  </a:cubicBezTo>
                  <a:cubicBezTo>
                    <a:pt x="198028" y="46249"/>
                    <a:pt x="198153" y="46084"/>
                    <a:pt x="198274" y="45916"/>
                  </a:cubicBezTo>
                  <a:cubicBezTo>
                    <a:pt x="198394" y="45748"/>
                    <a:pt x="198509" y="45576"/>
                    <a:pt x="198619" y="45400"/>
                  </a:cubicBezTo>
                  <a:cubicBezTo>
                    <a:pt x="198728" y="45225"/>
                    <a:pt x="198833" y="45046"/>
                    <a:pt x="198931" y="44864"/>
                  </a:cubicBezTo>
                  <a:cubicBezTo>
                    <a:pt x="199030" y="44682"/>
                    <a:pt x="199123" y="44497"/>
                    <a:pt x="199210" y="44310"/>
                  </a:cubicBezTo>
                  <a:cubicBezTo>
                    <a:pt x="199297" y="44122"/>
                    <a:pt x="199378" y="43931"/>
                    <a:pt x="199453" y="43739"/>
                  </a:cubicBezTo>
                  <a:cubicBezTo>
                    <a:pt x="199529" y="43546"/>
                    <a:pt x="199598" y="43351"/>
                    <a:pt x="199661" y="43154"/>
                  </a:cubicBezTo>
                  <a:cubicBezTo>
                    <a:pt x="199724" y="42957"/>
                    <a:pt x="199781" y="42758"/>
                    <a:pt x="199832" y="42557"/>
                  </a:cubicBezTo>
                  <a:cubicBezTo>
                    <a:pt x="199883" y="42357"/>
                    <a:pt x="199928" y="42155"/>
                    <a:pt x="199966" y="41951"/>
                  </a:cubicBezTo>
                  <a:cubicBezTo>
                    <a:pt x="200004" y="41748"/>
                    <a:pt x="200036" y="41544"/>
                    <a:pt x="200062" y="41338"/>
                  </a:cubicBezTo>
                  <a:cubicBezTo>
                    <a:pt x="200088" y="41133"/>
                    <a:pt x="200107" y="40927"/>
                    <a:pt x="200120" y="40720"/>
                  </a:cubicBezTo>
                  <a:cubicBezTo>
                    <a:pt x="200133" y="40514"/>
                    <a:pt x="200139" y="40307"/>
                    <a:pt x="200139" y="40100"/>
                  </a:cubicBezTo>
                  <a:cubicBezTo>
                    <a:pt x="200139" y="39893"/>
                    <a:pt x="200133" y="39686"/>
                    <a:pt x="200120" y="39480"/>
                  </a:cubicBezTo>
                  <a:cubicBezTo>
                    <a:pt x="200107" y="39273"/>
                    <a:pt x="200088" y="39067"/>
                    <a:pt x="200062" y="38862"/>
                  </a:cubicBezTo>
                  <a:cubicBezTo>
                    <a:pt x="200036" y="38656"/>
                    <a:pt x="200004" y="38452"/>
                    <a:pt x="199966" y="38249"/>
                  </a:cubicBezTo>
                  <a:cubicBezTo>
                    <a:pt x="199928" y="38045"/>
                    <a:pt x="199883" y="37843"/>
                    <a:pt x="199832" y="37643"/>
                  </a:cubicBezTo>
                  <a:cubicBezTo>
                    <a:pt x="199781" y="37442"/>
                    <a:pt x="199724" y="37243"/>
                    <a:pt x="199661" y="37046"/>
                  </a:cubicBezTo>
                  <a:cubicBezTo>
                    <a:pt x="199598" y="36849"/>
                    <a:pt x="199529" y="36654"/>
                    <a:pt x="199453" y="36461"/>
                  </a:cubicBezTo>
                  <a:cubicBezTo>
                    <a:pt x="199378" y="36269"/>
                    <a:pt x="199297" y="36078"/>
                    <a:pt x="199210" y="35890"/>
                  </a:cubicBezTo>
                  <a:cubicBezTo>
                    <a:pt x="199123" y="35703"/>
                    <a:pt x="199030" y="35518"/>
                    <a:pt x="198931" y="35336"/>
                  </a:cubicBezTo>
                  <a:cubicBezTo>
                    <a:pt x="198833" y="35154"/>
                    <a:pt x="198728" y="34975"/>
                    <a:pt x="198619" y="34800"/>
                  </a:cubicBezTo>
                  <a:cubicBezTo>
                    <a:pt x="198509" y="34624"/>
                    <a:pt x="198394" y="34452"/>
                    <a:pt x="198274" y="34284"/>
                  </a:cubicBezTo>
                  <a:cubicBezTo>
                    <a:pt x="198153" y="34116"/>
                    <a:pt x="198028" y="33951"/>
                    <a:pt x="197897" y="33790"/>
                  </a:cubicBezTo>
                  <a:cubicBezTo>
                    <a:pt x="197767" y="33630"/>
                    <a:pt x="197631" y="33474"/>
                    <a:pt x="197491" y="33321"/>
                  </a:cubicBezTo>
                  <a:cubicBezTo>
                    <a:pt x="197351" y="33169"/>
                    <a:pt x="197206" y="33022"/>
                    <a:pt x="197056" y="32878"/>
                  </a:cubicBezTo>
                  <a:cubicBezTo>
                    <a:pt x="196907" y="32735"/>
                    <a:pt x="196753" y="32597"/>
                    <a:pt x="196595" y="32463"/>
                  </a:cubicBezTo>
                  <a:cubicBezTo>
                    <a:pt x="196437" y="32330"/>
                    <a:pt x="196275" y="32201"/>
                    <a:pt x="196109" y="32077"/>
                  </a:cubicBezTo>
                  <a:cubicBezTo>
                    <a:pt x="195943" y="31954"/>
                    <a:pt x="195773" y="31836"/>
                    <a:pt x="195600" y="31723"/>
                  </a:cubicBezTo>
                  <a:cubicBezTo>
                    <a:pt x="195426" y="31610"/>
                    <a:pt x="195250" y="31502"/>
                    <a:pt x="195069" y="31400"/>
                  </a:cubicBezTo>
                  <a:lnTo>
                    <a:pt x="140069" y="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0" name="probe-lucide-land-plot-part-3"/>
            <p:cNvSpPr/>
            <p:nvPr/>
          </p:nvSpPr>
          <p:spPr>
            <a:xfrm>
              <a:off x="64900" y="128500"/>
              <a:ext cx="110200" cy="63000"/>
            </a:xfrm>
            <a:custGeom>
              <a:avLst/>
              <a:gdLst/>
              <a:ahLst/>
              <a:cxnLst/>
              <a:rect l="0" t="0" r="r" b="b"/>
              <a:pathLst>
                <a:path w="110200" h="63000">
                  <a:moveTo>
                    <a:pt x="0" y="0"/>
                  </a:moveTo>
                  <a:lnTo>
                    <a:pt x="110200" y="63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1" name="probe-lucide-land-plot-part-4"/>
            <p:cNvSpPr/>
            <p:nvPr/>
          </p:nvSpPr>
          <p:spPr>
            <a:xfrm>
              <a:off x="65000" y="128500"/>
              <a:ext cx="110100" cy="63000"/>
            </a:xfrm>
            <a:custGeom>
              <a:avLst/>
              <a:gdLst/>
              <a:ahLst/>
              <a:cxnLst/>
              <a:rect l="0" t="0" r="r" b="b"/>
              <a:pathLst>
                <a:path w="110100" h="63000">
                  <a:moveTo>
                    <a:pt x="110100" y="0"/>
                  </a:moveTo>
                  <a:lnTo>
                    <a:pt x="0" y="63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32" name="probe-lucide-locate" descr="坐标定位 — Lucide Icons and Contributors; ISC; original SVG unchanged. Source: https://github.com/lucide-icons/lucide/blob/20aef31db93fe4d9f398dbb15b120d99c48eef95/icons/locate.svg; SVG SHA256: 359deba220c6348df96b8b0853a50b6e5219ddb02676e96067056577c1b46515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133" name="probe-lucide-locate-part-1"/>
            <p:cNvSpPr/>
            <p:nvPr/>
          </p:nvSpPr>
          <p:spPr>
            <a:xfrm>
              <a:off x="20000" y="120000"/>
              <a:ext cx="30000" cy="10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4" name="probe-lucide-locate-part-2"/>
            <p:cNvSpPr/>
            <p:nvPr/>
          </p:nvSpPr>
          <p:spPr>
            <a:xfrm>
              <a:off x="190000" y="120000"/>
              <a:ext cx="30000" cy="10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5" name="probe-lucide-locate-part-3"/>
            <p:cNvSpPr/>
            <p:nvPr/>
          </p:nvSpPr>
          <p:spPr>
            <a:xfrm>
              <a:off x="12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6" name="probe-lucide-locate-part-4"/>
            <p:cNvSpPr/>
            <p:nvPr/>
          </p:nvSpPr>
          <p:spPr>
            <a:xfrm>
              <a:off x="120000" y="19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7" name="probe-lucide-locate-part-5"/>
            <p:cNvSpPr/>
            <p:nvPr/>
          </p:nvSpPr>
          <p:spPr>
            <a:xfrm>
              <a:off x="50000" y="50000"/>
              <a:ext cx="140000" cy="140000"/>
            </a:xfrm>
            <a:custGeom>
              <a:avLst/>
              <a:gdLst/>
              <a:ahLst/>
              <a:cxnLst/>
              <a:rect l="0" t="0" r="r" b="b"/>
              <a:pathLst>
                <a:path w="140000" h="140000">
                  <a:moveTo>
                    <a:pt x="140000" y="70000"/>
                  </a:moveTo>
                  <a:cubicBezTo>
                    <a:pt x="140000" y="71466"/>
                    <a:pt x="139954" y="72932"/>
                    <a:pt x="139862" y="74395"/>
                  </a:cubicBezTo>
                  <a:cubicBezTo>
                    <a:pt x="139770" y="75859"/>
                    <a:pt x="139632" y="77319"/>
                    <a:pt x="139448" y="78773"/>
                  </a:cubicBezTo>
                  <a:cubicBezTo>
                    <a:pt x="139264" y="80228"/>
                    <a:pt x="139035" y="81676"/>
                    <a:pt x="138760" y="83117"/>
                  </a:cubicBezTo>
                  <a:cubicBezTo>
                    <a:pt x="138485" y="84557"/>
                    <a:pt x="138165" y="85988"/>
                    <a:pt x="137801" y="87408"/>
                  </a:cubicBezTo>
                  <a:cubicBezTo>
                    <a:pt x="137436" y="88828"/>
                    <a:pt x="137027" y="90237"/>
                    <a:pt x="136574" y="91631"/>
                  </a:cubicBezTo>
                  <a:cubicBezTo>
                    <a:pt x="136121" y="93026"/>
                    <a:pt x="135624" y="94405"/>
                    <a:pt x="135084" y="95769"/>
                  </a:cubicBezTo>
                  <a:cubicBezTo>
                    <a:pt x="134545" y="97132"/>
                    <a:pt x="133962" y="98478"/>
                    <a:pt x="133338" y="99805"/>
                  </a:cubicBezTo>
                  <a:cubicBezTo>
                    <a:pt x="132714" y="101131"/>
                    <a:pt x="132048" y="102438"/>
                    <a:pt x="131341" y="103723"/>
                  </a:cubicBezTo>
                  <a:cubicBezTo>
                    <a:pt x="130635" y="105008"/>
                    <a:pt x="129889" y="106270"/>
                    <a:pt x="129103" y="107508"/>
                  </a:cubicBezTo>
                  <a:cubicBezTo>
                    <a:pt x="128317" y="108746"/>
                    <a:pt x="127493" y="109959"/>
                    <a:pt x="126631" y="111145"/>
                  </a:cubicBezTo>
                  <a:cubicBezTo>
                    <a:pt x="125769" y="112331"/>
                    <a:pt x="124871" y="113490"/>
                    <a:pt x="123936" y="114620"/>
                  </a:cubicBezTo>
                  <a:cubicBezTo>
                    <a:pt x="123001" y="115749"/>
                    <a:pt x="122031" y="116849"/>
                    <a:pt x="121028" y="117918"/>
                  </a:cubicBezTo>
                  <a:cubicBezTo>
                    <a:pt x="120024" y="118987"/>
                    <a:pt x="118987" y="120024"/>
                    <a:pt x="117918" y="121028"/>
                  </a:cubicBezTo>
                  <a:cubicBezTo>
                    <a:pt x="116849" y="122031"/>
                    <a:pt x="115749" y="123001"/>
                    <a:pt x="114620" y="123936"/>
                  </a:cubicBezTo>
                  <a:cubicBezTo>
                    <a:pt x="113490" y="124871"/>
                    <a:pt x="112331" y="125769"/>
                    <a:pt x="111145" y="126631"/>
                  </a:cubicBezTo>
                  <a:cubicBezTo>
                    <a:pt x="109959" y="127493"/>
                    <a:pt x="108746" y="128317"/>
                    <a:pt x="107508" y="129103"/>
                  </a:cubicBezTo>
                  <a:cubicBezTo>
                    <a:pt x="106270" y="129889"/>
                    <a:pt x="105008" y="130635"/>
                    <a:pt x="103723" y="131341"/>
                  </a:cubicBezTo>
                  <a:cubicBezTo>
                    <a:pt x="102438" y="132048"/>
                    <a:pt x="101131" y="132714"/>
                    <a:pt x="99805" y="133338"/>
                  </a:cubicBezTo>
                  <a:cubicBezTo>
                    <a:pt x="98478" y="133962"/>
                    <a:pt x="97132" y="134545"/>
                    <a:pt x="95769" y="135084"/>
                  </a:cubicBezTo>
                  <a:cubicBezTo>
                    <a:pt x="94405" y="135624"/>
                    <a:pt x="93026" y="136121"/>
                    <a:pt x="91631" y="136574"/>
                  </a:cubicBezTo>
                  <a:cubicBezTo>
                    <a:pt x="90237" y="137027"/>
                    <a:pt x="88828" y="137436"/>
                    <a:pt x="87408" y="137801"/>
                  </a:cubicBezTo>
                  <a:cubicBezTo>
                    <a:pt x="85988" y="138165"/>
                    <a:pt x="84557" y="138485"/>
                    <a:pt x="83117" y="138760"/>
                  </a:cubicBezTo>
                  <a:cubicBezTo>
                    <a:pt x="81676" y="139035"/>
                    <a:pt x="80228" y="139264"/>
                    <a:pt x="78773" y="139448"/>
                  </a:cubicBezTo>
                  <a:cubicBezTo>
                    <a:pt x="77319" y="139632"/>
                    <a:pt x="75859" y="139770"/>
                    <a:pt x="74395" y="139862"/>
                  </a:cubicBezTo>
                  <a:cubicBezTo>
                    <a:pt x="72932" y="139954"/>
                    <a:pt x="71466" y="140000"/>
                    <a:pt x="70000" y="140000"/>
                  </a:cubicBezTo>
                  <a:cubicBezTo>
                    <a:pt x="68534" y="140000"/>
                    <a:pt x="67068" y="139954"/>
                    <a:pt x="65605" y="139862"/>
                  </a:cubicBezTo>
                  <a:cubicBezTo>
                    <a:pt x="64141" y="139770"/>
                    <a:pt x="62681" y="139632"/>
                    <a:pt x="61227" y="139448"/>
                  </a:cubicBezTo>
                  <a:cubicBezTo>
                    <a:pt x="59772" y="139264"/>
                    <a:pt x="58324" y="139035"/>
                    <a:pt x="56883" y="138760"/>
                  </a:cubicBezTo>
                  <a:cubicBezTo>
                    <a:pt x="55443" y="138485"/>
                    <a:pt x="54012" y="138165"/>
                    <a:pt x="52592" y="137801"/>
                  </a:cubicBezTo>
                  <a:cubicBezTo>
                    <a:pt x="51172" y="137436"/>
                    <a:pt x="49763" y="137027"/>
                    <a:pt x="48369" y="136574"/>
                  </a:cubicBezTo>
                  <a:cubicBezTo>
                    <a:pt x="46974" y="136121"/>
                    <a:pt x="45595" y="135624"/>
                    <a:pt x="44231" y="135084"/>
                  </a:cubicBezTo>
                  <a:cubicBezTo>
                    <a:pt x="42868" y="134545"/>
                    <a:pt x="41522" y="133962"/>
                    <a:pt x="40195" y="133338"/>
                  </a:cubicBezTo>
                  <a:cubicBezTo>
                    <a:pt x="38869" y="132714"/>
                    <a:pt x="37562" y="132048"/>
                    <a:pt x="36277" y="131341"/>
                  </a:cubicBezTo>
                  <a:cubicBezTo>
                    <a:pt x="34992" y="130635"/>
                    <a:pt x="33730" y="129889"/>
                    <a:pt x="32492" y="129103"/>
                  </a:cubicBezTo>
                  <a:cubicBezTo>
                    <a:pt x="31254" y="128317"/>
                    <a:pt x="30041" y="127493"/>
                    <a:pt x="28855" y="126631"/>
                  </a:cubicBezTo>
                  <a:cubicBezTo>
                    <a:pt x="27669" y="125769"/>
                    <a:pt x="26510" y="124871"/>
                    <a:pt x="25380" y="123936"/>
                  </a:cubicBezTo>
                  <a:cubicBezTo>
                    <a:pt x="24251" y="123001"/>
                    <a:pt x="23151" y="122031"/>
                    <a:pt x="22082" y="121028"/>
                  </a:cubicBezTo>
                  <a:cubicBezTo>
                    <a:pt x="21013" y="120024"/>
                    <a:pt x="19976" y="118987"/>
                    <a:pt x="18972" y="117918"/>
                  </a:cubicBezTo>
                  <a:cubicBezTo>
                    <a:pt x="17969" y="116849"/>
                    <a:pt x="16999" y="115749"/>
                    <a:pt x="16064" y="114620"/>
                  </a:cubicBezTo>
                  <a:cubicBezTo>
                    <a:pt x="15129" y="113490"/>
                    <a:pt x="14231" y="112331"/>
                    <a:pt x="13369" y="111145"/>
                  </a:cubicBezTo>
                  <a:cubicBezTo>
                    <a:pt x="12507" y="109959"/>
                    <a:pt x="11683" y="108746"/>
                    <a:pt x="10897" y="107508"/>
                  </a:cubicBezTo>
                  <a:cubicBezTo>
                    <a:pt x="10111" y="106270"/>
                    <a:pt x="9365" y="105008"/>
                    <a:pt x="8659" y="103723"/>
                  </a:cubicBezTo>
                  <a:cubicBezTo>
                    <a:pt x="7952" y="102438"/>
                    <a:pt x="7286" y="101131"/>
                    <a:pt x="6662" y="99805"/>
                  </a:cubicBezTo>
                  <a:cubicBezTo>
                    <a:pt x="6038" y="98478"/>
                    <a:pt x="5455" y="97132"/>
                    <a:pt x="4916" y="95769"/>
                  </a:cubicBezTo>
                  <a:cubicBezTo>
                    <a:pt x="4376" y="94405"/>
                    <a:pt x="3879" y="93026"/>
                    <a:pt x="3426" y="91631"/>
                  </a:cubicBezTo>
                  <a:cubicBezTo>
                    <a:pt x="2973" y="90237"/>
                    <a:pt x="2564" y="88828"/>
                    <a:pt x="2199" y="87408"/>
                  </a:cubicBezTo>
                  <a:cubicBezTo>
                    <a:pt x="1835" y="85988"/>
                    <a:pt x="1515" y="84557"/>
                    <a:pt x="1240" y="83117"/>
                  </a:cubicBezTo>
                  <a:cubicBezTo>
                    <a:pt x="965" y="81676"/>
                    <a:pt x="736" y="80228"/>
                    <a:pt x="552" y="78773"/>
                  </a:cubicBezTo>
                  <a:cubicBezTo>
                    <a:pt x="368" y="77319"/>
                    <a:pt x="230" y="75859"/>
                    <a:pt x="138" y="74395"/>
                  </a:cubicBezTo>
                  <a:cubicBezTo>
                    <a:pt x="46" y="72932"/>
                    <a:pt x="0" y="71466"/>
                    <a:pt x="0" y="70000"/>
                  </a:cubicBezTo>
                  <a:cubicBezTo>
                    <a:pt x="0" y="68534"/>
                    <a:pt x="46" y="67068"/>
                    <a:pt x="138" y="65605"/>
                  </a:cubicBezTo>
                  <a:cubicBezTo>
                    <a:pt x="230" y="64141"/>
                    <a:pt x="368" y="62681"/>
                    <a:pt x="552" y="61227"/>
                  </a:cubicBezTo>
                  <a:cubicBezTo>
                    <a:pt x="736" y="59772"/>
                    <a:pt x="965" y="58324"/>
                    <a:pt x="1240" y="56883"/>
                  </a:cubicBezTo>
                  <a:cubicBezTo>
                    <a:pt x="1515" y="55443"/>
                    <a:pt x="1835" y="54012"/>
                    <a:pt x="2199" y="52592"/>
                  </a:cubicBezTo>
                  <a:cubicBezTo>
                    <a:pt x="2564" y="51172"/>
                    <a:pt x="2973" y="49763"/>
                    <a:pt x="3426" y="48369"/>
                  </a:cubicBezTo>
                  <a:cubicBezTo>
                    <a:pt x="3879" y="46974"/>
                    <a:pt x="4376" y="45595"/>
                    <a:pt x="4916" y="44231"/>
                  </a:cubicBezTo>
                  <a:cubicBezTo>
                    <a:pt x="5455" y="42868"/>
                    <a:pt x="6038" y="41522"/>
                    <a:pt x="6662" y="40195"/>
                  </a:cubicBezTo>
                  <a:cubicBezTo>
                    <a:pt x="7286" y="38869"/>
                    <a:pt x="7952" y="37562"/>
                    <a:pt x="8659" y="36277"/>
                  </a:cubicBezTo>
                  <a:cubicBezTo>
                    <a:pt x="9365" y="34992"/>
                    <a:pt x="10111" y="33730"/>
                    <a:pt x="10897" y="32492"/>
                  </a:cubicBezTo>
                  <a:cubicBezTo>
                    <a:pt x="11683" y="31254"/>
                    <a:pt x="12507" y="30041"/>
                    <a:pt x="13369" y="28855"/>
                  </a:cubicBezTo>
                  <a:cubicBezTo>
                    <a:pt x="14231" y="27669"/>
                    <a:pt x="15129" y="26510"/>
                    <a:pt x="16064" y="25380"/>
                  </a:cubicBezTo>
                  <a:cubicBezTo>
                    <a:pt x="16999" y="24251"/>
                    <a:pt x="17969" y="23151"/>
                    <a:pt x="18972" y="22082"/>
                  </a:cubicBezTo>
                  <a:cubicBezTo>
                    <a:pt x="19976" y="21013"/>
                    <a:pt x="21013" y="19976"/>
                    <a:pt x="22082" y="18972"/>
                  </a:cubicBezTo>
                  <a:cubicBezTo>
                    <a:pt x="23151" y="17969"/>
                    <a:pt x="24251" y="16999"/>
                    <a:pt x="25380" y="16064"/>
                  </a:cubicBezTo>
                  <a:cubicBezTo>
                    <a:pt x="26510" y="15129"/>
                    <a:pt x="27669" y="14231"/>
                    <a:pt x="28855" y="13369"/>
                  </a:cubicBezTo>
                  <a:cubicBezTo>
                    <a:pt x="30041" y="12507"/>
                    <a:pt x="31254" y="11683"/>
                    <a:pt x="32492" y="10897"/>
                  </a:cubicBezTo>
                  <a:cubicBezTo>
                    <a:pt x="33730" y="10111"/>
                    <a:pt x="34992" y="9365"/>
                    <a:pt x="36277" y="8659"/>
                  </a:cubicBezTo>
                  <a:cubicBezTo>
                    <a:pt x="37562" y="7952"/>
                    <a:pt x="38869" y="7286"/>
                    <a:pt x="40195" y="6662"/>
                  </a:cubicBezTo>
                  <a:cubicBezTo>
                    <a:pt x="41522" y="6038"/>
                    <a:pt x="42868" y="5455"/>
                    <a:pt x="44231" y="4916"/>
                  </a:cubicBezTo>
                  <a:cubicBezTo>
                    <a:pt x="45595" y="4376"/>
                    <a:pt x="46974" y="3879"/>
                    <a:pt x="48369" y="3426"/>
                  </a:cubicBezTo>
                  <a:cubicBezTo>
                    <a:pt x="49763" y="2973"/>
                    <a:pt x="51172" y="2564"/>
                    <a:pt x="52592" y="2199"/>
                  </a:cubicBezTo>
                  <a:cubicBezTo>
                    <a:pt x="54012" y="1835"/>
                    <a:pt x="55443" y="1515"/>
                    <a:pt x="56883" y="1240"/>
                  </a:cubicBezTo>
                  <a:cubicBezTo>
                    <a:pt x="58324" y="965"/>
                    <a:pt x="59772" y="736"/>
                    <a:pt x="61227" y="552"/>
                  </a:cubicBezTo>
                  <a:cubicBezTo>
                    <a:pt x="62681" y="368"/>
                    <a:pt x="64141" y="230"/>
                    <a:pt x="65605" y="138"/>
                  </a:cubicBezTo>
                  <a:cubicBezTo>
                    <a:pt x="67068" y="46"/>
                    <a:pt x="68534" y="0"/>
                    <a:pt x="70000" y="0"/>
                  </a:cubicBezTo>
                  <a:cubicBezTo>
                    <a:pt x="71466" y="0"/>
                    <a:pt x="72932" y="46"/>
                    <a:pt x="74395" y="138"/>
                  </a:cubicBezTo>
                  <a:cubicBezTo>
                    <a:pt x="75859" y="230"/>
                    <a:pt x="77319" y="368"/>
                    <a:pt x="78773" y="552"/>
                  </a:cubicBezTo>
                  <a:cubicBezTo>
                    <a:pt x="80228" y="736"/>
                    <a:pt x="81676" y="965"/>
                    <a:pt x="83117" y="1240"/>
                  </a:cubicBezTo>
                  <a:cubicBezTo>
                    <a:pt x="84557" y="1515"/>
                    <a:pt x="85988" y="1835"/>
                    <a:pt x="87408" y="2199"/>
                  </a:cubicBezTo>
                  <a:cubicBezTo>
                    <a:pt x="88828" y="2564"/>
                    <a:pt x="90237" y="2973"/>
                    <a:pt x="91631" y="3426"/>
                  </a:cubicBezTo>
                  <a:cubicBezTo>
                    <a:pt x="93026" y="3879"/>
                    <a:pt x="94405" y="4376"/>
                    <a:pt x="95769" y="4916"/>
                  </a:cubicBezTo>
                  <a:cubicBezTo>
                    <a:pt x="97132" y="5455"/>
                    <a:pt x="98478" y="6038"/>
                    <a:pt x="99805" y="6662"/>
                  </a:cubicBezTo>
                  <a:cubicBezTo>
                    <a:pt x="101131" y="7286"/>
                    <a:pt x="102438" y="7952"/>
                    <a:pt x="103723" y="8659"/>
                  </a:cubicBezTo>
                  <a:cubicBezTo>
                    <a:pt x="105008" y="9365"/>
                    <a:pt x="106270" y="10111"/>
                    <a:pt x="107508" y="10897"/>
                  </a:cubicBezTo>
                  <a:cubicBezTo>
                    <a:pt x="108746" y="11683"/>
                    <a:pt x="109959" y="12507"/>
                    <a:pt x="111145" y="13369"/>
                  </a:cubicBezTo>
                  <a:cubicBezTo>
                    <a:pt x="112331" y="14231"/>
                    <a:pt x="113490" y="15129"/>
                    <a:pt x="114620" y="16064"/>
                  </a:cubicBezTo>
                  <a:cubicBezTo>
                    <a:pt x="115749" y="16999"/>
                    <a:pt x="116849" y="17969"/>
                    <a:pt x="117918" y="18972"/>
                  </a:cubicBezTo>
                  <a:cubicBezTo>
                    <a:pt x="118987" y="19976"/>
                    <a:pt x="120024" y="21013"/>
                    <a:pt x="121028" y="22082"/>
                  </a:cubicBezTo>
                  <a:cubicBezTo>
                    <a:pt x="122031" y="23151"/>
                    <a:pt x="123001" y="24251"/>
                    <a:pt x="123936" y="25380"/>
                  </a:cubicBezTo>
                  <a:cubicBezTo>
                    <a:pt x="124871" y="26510"/>
                    <a:pt x="125769" y="27669"/>
                    <a:pt x="126631" y="28855"/>
                  </a:cubicBezTo>
                  <a:cubicBezTo>
                    <a:pt x="127493" y="30041"/>
                    <a:pt x="128317" y="31254"/>
                    <a:pt x="129103" y="32492"/>
                  </a:cubicBezTo>
                  <a:cubicBezTo>
                    <a:pt x="129889" y="33730"/>
                    <a:pt x="130635" y="34992"/>
                    <a:pt x="131341" y="36277"/>
                  </a:cubicBezTo>
                  <a:cubicBezTo>
                    <a:pt x="132048" y="37562"/>
                    <a:pt x="132714" y="38869"/>
                    <a:pt x="133338" y="40195"/>
                  </a:cubicBezTo>
                  <a:cubicBezTo>
                    <a:pt x="133962" y="41522"/>
                    <a:pt x="134545" y="42868"/>
                    <a:pt x="135084" y="44231"/>
                  </a:cubicBezTo>
                  <a:cubicBezTo>
                    <a:pt x="135624" y="45595"/>
                    <a:pt x="136121" y="46974"/>
                    <a:pt x="136574" y="48369"/>
                  </a:cubicBezTo>
                  <a:cubicBezTo>
                    <a:pt x="137027" y="49763"/>
                    <a:pt x="137436" y="51172"/>
                    <a:pt x="137801" y="52592"/>
                  </a:cubicBezTo>
                  <a:cubicBezTo>
                    <a:pt x="138165" y="54012"/>
                    <a:pt x="138485" y="55443"/>
                    <a:pt x="138760" y="56883"/>
                  </a:cubicBezTo>
                  <a:cubicBezTo>
                    <a:pt x="139035" y="58324"/>
                    <a:pt x="139264" y="59772"/>
                    <a:pt x="139448" y="61227"/>
                  </a:cubicBezTo>
                  <a:cubicBezTo>
                    <a:pt x="139632" y="62681"/>
                    <a:pt x="139770" y="64141"/>
                    <a:pt x="139862" y="65605"/>
                  </a:cubicBezTo>
                  <a:cubicBezTo>
                    <a:pt x="139954" y="67068"/>
                    <a:pt x="140000" y="68534"/>
                    <a:pt x="140000" y="7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38" name="probe-lucide-locate-fixed" descr="locate-fixed — Lucide Icons and Contributors; preserve the bundled full upstream license. Source: https://github.com/lucide-icons/lucide/blob/20aef31db93fe4d9f398dbb15b120d99c48eef95/icons/locate-fixed.svg; SVG SHA256: 3a10953374c6e811d8da564f87943cf52f47e284c6173ff211ffedc083b90430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39" name="probe-lucide-locate-fixed-part-1"/>
            <p:cNvSpPr/>
            <p:nvPr/>
          </p:nvSpPr>
          <p:spPr>
            <a:xfrm>
              <a:off x="20000" y="120000"/>
              <a:ext cx="30000" cy="10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0" name="probe-lucide-locate-fixed-part-2"/>
            <p:cNvSpPr/>
            <p:nvPr/>
          </p:nvSpPr>
          <p:spPr>
            <a:xfrm>
              <a:off x="190000" y="120000"/>
              <a:ext cx="30000" cy="10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1" name="probe-lucide-locate-fixed-part-3"/>
            <p:cNvSpPr/>
            <p:nvPr/>
          </p:nvSpPr>
          <p:spPr>
            <a:xfrm>
              <a:off x="12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2" name="probe-lucide-locate-fixed-part-4"/>
            <p:cNvSpPr/>
            <p:nvPr/>
          </p:nvSpPr>
          <p:spPr>
            <a:xfrm>
              <a:off x="120000" y="19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3" name="probe-lucide-locate-fixed-part-5"/>
            <p:cNvSpPr/>
            <p:nvPr/>
          </p:nvSpPr>
          <p:spPr>
            <a:xfrm>
              <a:off x="50000" y="50000"/>
              <a:ext cx="140000" cy="140000"/>
            </a:xfrm>
            <a:custGeom>
              <a:avLst/>
              <a:gdLst/>
              <a:ahLst/>
              <a:cxnLst/>
              <a:rect l="0" t="0" r="r" b="b"/>
              <a:pathLst>
                <a:path w="140000" h="140000">
                  <a:moveTo>
                    <a:pt x="140000" y="70000"/>
                  </a:moveTo>
                  <a:cubicBezTo>
                    <a:pt x="140000" y="71466"/>
                    <a:pt x="139954" y="72932"/>
                    <a:pt x="139862" y="74395"/>
                  </a:cubicBezTo>
                  <a:cubicBezTo>
                    <a:pt x="139770" y="75859"/>
                    <a:pt x="139632" y="77319"/>
                    <a:pt x="139448" y="78773"/>
                  </a:cubicBezTo>
                  <a:cubicBezTo>
                    <a:pt x="139264" y="80228"/>
                    <a:pt x="139035" y="81676"/>
                    <a:pt x="138760" y="83117"/>
                  </a:cubicBezTo>
                  <a:cubicBezTo>
                    <a:pt x="138485" y="84557"/>
                    <a:pt x="138165" y="85988"/>
                    <a:pt x="137801" y="87408"/>
                  </a:cubicBezTo>
                  <a:cubicBezTo>
                    <a:pt x="137436" y="88828"/>
                    <a:pt x="137027" y="90237"/>
                    <a:pt x="136574" y="91631"/>
                  </a:cubicBezTo>
                  <a:cubicBezTo>
                    <a:pt x="136121" y="93026"/>
                    <a:pt x="135624" y="94405"/>
                    <a:pt x="135084" y="95769"/>
                  </a:cubicBezTo>
                  <a:cubicBezTo>
                    <a:pt x="134545" y="97132"/>
                    <a:pt x="133962" y="98478"/>
                    <a:pt x="133338" y="99805"/>
                  </a:cubicBezTo>
                  <a:cubicBezTo>
                    <a:pt x="132714" y="101131"/>
                    <a:pt x="132048" y="102438"/>
                    <a:pt x="131341" y="103723"/>
                  </a:cubicBezTo>
                  <a:cubicBezTo>
                    <a:pt x="130635" y="105008"/>
                    <a:pt x="129889" y="106270"/>
                    <a:pt x="129103" y="107508"/>
                  </a:cubicBezTo>
                  <a:cubicBezTo>
                    <a:pt x="128317" y="108746"/>
                    <a:pt x="127493" y="109959"/>
                    <a:pt x="126631" y="111145"/>
                  </a:cubicBezTo>
                  <a:cubicBezTo>
                    <a:pt x="125769" y="112331"/>
                    <a:pt x="124871" y="113490"/>
                    <a:pt x="123936" y="114620"/>
                  </a:cubicBezTo>
                  <a:cubicBezTo>
                    <a:pt x="123001" y="115749"/>
                    <a:pt x="122031" y="116849"/>
                    <a:pt x="121028" y="117918"/>
                  </a:cubicBezTo>
                  <a:cubicBezTo>
                    <a:pt x="120024" y="118987"/>
                    <a:pt x="118987" y="120024"/>
                    <a:pt x="117918" y="121028"/>
                  </a:cubicBezTo>
                  <a:cubicBezTo>
                    <a:pt x="116849" y="122031"/>
                    <a:pt x="115749" y="123001"/>
                    <a:pt x="114620" y="123936"/>
                  </a:cubicBezTo>
                  <a:cubicBezTo>
                    <a:pt x="113490" y="124871"/>
                    <a:pt x="112331" y="125769"/>
                    <a:pt x="111145" y="126631"/>
                  </a:cubicBezTo>
                  <a:cubicBezTo>
                    <a:pt x="109959" y="127493"/>
                    <a:pt x="108746" y="128317"/>
                    <a:pt x="107508" y="129103"/>
                  </a:cubicBezTo>
                  <a:cubicBezTo>
                    <a:pt x="106270" y="129889"/>
                    <a:pt x="105008" y="130635"/>
                    <a:pt x="103723" y="131341"/>
                  </a:cubicBezTo>
                  <a:cubicBezTo>
                    <a:pt x="102438" y="132048"/>
                    <a:pt x="101131" y="132714"/>
                    <a:pt x="99805" y="133338"/>
                  </a:cubicBezTo>
                  <a:cubicBezTo>
                    <a:pt x="98478" y="133962"/>
                    <a:pt x="97132" y="134545"/>
                    <a:pt x="95769" y="135084"/>
                  </a:cubicBezTo>
                  <a:cubicBezTo>
                    <a:pt x="94405" y="135624"/>
                    <a:pt x="93026" y="136121"/>
                    <a:pt x="91631" y="136574"/>
                  </a:cubicBezTo>
                  <a:cubicBezTo>
                    <a:pt x="90237" y="137027"/>
                    <a:pt x="88828" y="137436"/>
                    <a:pt x="87408" y="137801"/>
                  </a:cubicBezTo>
                  <a:cubicBezTo>
                    <a:pt x="85988" y="138165"/>
                    <a:pt x="84557" y="138485"/>
                    <a:pt x="83117" y="138760"/>
                  </a:cubicBezTo>
                  <a:cubicBezTo>
                    <a:pt x="81676" y="139035"/>
                    <a:pt x="80228" y="139264"/>
                    <a:pt x="78773" y="139448"/>
                  </a:cubicBezTo>
                  <a:cubicBezTo>
                    <a:pt x="77319" y="139632"/>
                    <a:pt x="75859" y="139770"/>
                    <a:pt x="74395" y="139862"/>
                  </a:cubicBezTo>
                  <a:cubicBezTo>
                    <a:pt x="72932" y="139954"/>
                    <a:pt x="71466" y="140000"/>
                    <a:pt x="70000" y="140000"/>
                  </a:cubicBezTo>
                  <a:cubicBezTo>
                    <a:pt x="68534" y="140000"/>
                    <a:pt x="67068" y="139954"/>
                    <a:pt x="65605" y="139862"/>
                  </a:cubicBezTo>
                  <a:cubicBezTo>
                    <a:pt x="64141" y="139770"/>
                    <a:pt x="62681" y="139632"/>
                    <a:pt x="61227" y="139448"/>
                  </a:cubicBezTo>
                  <a:cubicBezTo>
                    <a:pt x="59772" y="139264"/>
                    <a:pt x="58324" y="139035"/>
                    <a:pt x="56883" y="138760"/>
                  </a:cubicBezTo>
                  <a:cubicBezTo>
                    <a:pt x="55443" y="138485"/>
                    <a:pt x="54012" y="138165"/>
                    <a:pt x="52592" y="137801"/>
                  </a:cubicBezTo>
                  <a:cubicBezTo>
                    <a:pt x="51172" y="137436"/>
                    <a:pt x="49763" y="137027"/>
                    <a:pt x="48369" y="136574"/>
                  </a:cubicBezTo>
                  <a:cubicBezTo>
                    <a:pt x="46974" y="136121"/>
                    <a:pt x="45595" y="135624"/>
                    <a:pt x="44231" y="135084"/>
                  </a:cubicBezTo>
                  <a:cubicBezTo>
                    <a:pt x="42868" y="134545"/>
                    <a:pt x="41522" y="133962"/>
                    <a:pt x="40195" y="133338"/>
                  </a:cubicBezTo>
                  <a:cubicBezTo>
                    <a:pt x="38869" y="132714"/>
                    <a:pt x="37562" y="132048"/>
                    <a:pt x="36277" y="131341"/>
                  </a:cubicBezTo>
                  <a:cubicBezTo>
                    <a:pt x="34992" y="130635"/>
                    <a:pt x="33730" y="129889"/>
                    <a:pt x="32492" y="129103"/>
                  </a:cubicBezTo>
                  <a:cubicBezTo>
                    <a:pt x="31254" y="128317"/>
                    <a:pt x="30041" y="127493"/>
                    <a:pt x="28855" y="126631"/>
                  </a:cubicBezTo>
                  <a:cubicBezTo>
                    <a:pt x="27669" y="125769"/>
                    <a:pt x="26510" y="124871"/>
                    <a:pt x="25380" y="123936"/>
                  </a:cubicBezTo>
                  <a:cubicBezTo>
                    <a:pt x="24251" y="123001"/>
                    <a:pt x="23151" y="122031"/>
                    <a:pt x="22082" y="121028"/>
                  </a:cubicBezTo>
                  <a:cubicBezTo>
                    <a:pt x="21013" y="120024"/>
                    <a:pt x="19976" y="118987"/>
                    <a:pt x="18972" y="117918"/>
                  </a:cubicBezTo>
                  <a:cubicBezTo>
                    <a:pt x="17969" y="116849"/>
                    <a:pt x="16999" y="115749"/>
                    <a:pt x="16064" y="114620"/>
                  </a:cubicBezTo>
                  <a:cubicBezTo>
                    <a:pt x="15129" y="113490"/>
                    <a:pt x="14231" y="112331"/>
                    <a:pt x="13369" y="111145"/>
                  </a:cubicBezTo>
                  <a:cubicBezTo>
                    <a:pt x="12507" y="109959"/>
                    <a:pt x="11683" y="108746"/>
                    <a:pt x="10897" y="107508"/>
                  </a:cubicBezTo>
                  <a:cubicBezTo>
                    <a:pt x="10111" y="106270"/>
                    <a:pt x="9365" y="105008"/>
                    <a:pt x="8659" y="103723"/>
                  </a:cubicBezTo>
                  <a:cubicBezTo>
                    <a:pt x="7952" y="102438"/>
                    <a:pt x="7286" y="101131"/>
                    <a:pt x="6662" y="99805"/>
                  </a:cubicBezTo>
                  <a:cubicBezTo>
                    <a:pt x="6038" y="98478"/>
                    <a:pt x="5455" y="97132"/>
                    <a:pt x="4916" y="95769"/>
                  </a:cubicBezTo>
                  <a:cubicBezTo>
                    <a:pt x="4376" y="94405"/>
                    <a:pt x="3879" y="93026"/>
                    <a:pt x="3426" y="91631"/>
                  </a:cubicBezTo>
                  <a:cubicBezTo>
                    <a:pt x="2973" y="90237"/>
                    <a:pt x="2564" y="88828"/>
                    <a:pt x="2199" y="87408"/>
                  </a:cubicBezTo>
                  <a:cubicBezTo>
                    <a:pt x="1835" y="85988"/>
                    <a:pt x="1515" y="84557"/>
                    <a:pt x="1240" y="83117"/>
                  </a:cubicBezTo>
                  <a:cubicBezTo>
                    <a:pt x="965" y="81676"/>
                    <a:pt x="736" y="80228"/>
                    <a:pt x="552" y="78773"/>
                  </a:cubicBezTo>
                  <a:cubicBezTo>
                    <a:pt x="368" y="77319"/>
                    <a:pt x="230" y="75859"/>
                    <a:pt x="138" y="74395"/>
                  </a:cubicBezTo>
                  <a:cubicBezTo>
                    <a:pt x="46" y="72932"/>
                    <a:pt x="0" y="71466"/>
                    <a:pt x="0" y="70000"/>
                  </a:cubicBezTo>
                  <a:cubicBezTo>
                    <a:pt x="0" y="68534"/>
                    <a:pt x="46" y="67068"/>
                    <a:pt x="138" y="65605"/>
                  </a:cubicBezTo>
                  <a:cubicBezTo>
                    <a:pt x="230" y="64141"/>
                    <a:pt x="368" y="62681"/>
                    <a:pt x="552" y="61227"/>
                  </a:cubicBezTo>
                  <a:cubicBezTo>
                    <a:pt x="736" y="59772"/>
                    <a:pt x="965" y="58324"/>
                    <a:pt x="1240" y="56883"/>
                  </a:cubicBezTo>
                  <a:cubicBezTo>
                    <a:pt x="1515" y="55443"/>
                    <a:pt x="1835" y="54012"/>
                    <a:pt x="2199" y="52592"/>
                  </a:cubicBezTo>
                  <a:cubicBezTo>
                    <a:pt x="2564" y="51172"/>
                    <a:pt x="2973" y="49763"/>
                    <a:pt x="3426" y="48369"/>
                  </a:cubicBezTo>
                  <a:cubicBezTo>
                    <a:pt x="3879" y="46974"/>
                    <a:pt x="4376" y="45595"/>
                    <a:pt x="4916" y="44231"/>
                  </a:cubicBezTo>
                  <a:cubicBezTo>
                    <a:pt x="5455" y="42868"/>
                    <a:pt x="6038" y="41522"/>
                    <a:pt x="6662" y="40195"/>
                  </a:cubicBezTo>
                  <a:cubicBezTo>
                    <a:pt x="7286" y="38869"/>
                    <a:pt x="7952" y="37562"/>
                    <a:pt x="8659" y="36277"/>
                  </a:cubicBezTo>
                  <a:cubicBezTo>
                    <a:pt x="9365" y="34992"/>
                    <a:pt x="10111" y="33730"/>
                    <a:pt x="10897" y="32492"/>
                  </a:cubicBezTo>
                  <a:cubicBezTo>
                    <a:pt x="11683" y="31254"/>
                    <a:pt x="12507" y="30041"/>
                    <a:pt x="13369" y="28855"/>
                  </a:cubicBezTo>
                  <a:cubicBezTo>
                    <a:pt x="14231" y="27669"/>
                    <a:pt x="15129" y="26510"/>
                    <a:pt x="16064" y="25380"/>
                  </a:cubicBezTo>
                  <a:cubicBezTo>
                    <a:pt x="16999" y="24251"/>
                    <a:pt x="17969" y="23151"/>
                    <a:pt x="18972" y="22082"/>
                  </a:cubicBezTo>
                  <a:cubicBezTo>
                    <a:pt x="19976" y="21013"/>
                    <a:pt x="21013" y="19976"/>
                    <a:pt x="22082" y="18972"/>
                  </a:cubicBezTo>
                  <a:cubicBezTo>
                    <a:pt x="23151" y="17969"/>
                    <a:pt x="24251" y="16999"/>
                    <a:pt x="25380" y="16064"/>
                  </a:cubicBezTo>
                  <a:cubicBezTo>
                    <a:pt x="26510" y="15129"/>
                    <a:pt x="27669" y="14231"/>
                    <a:pt x="28855" y="13369"/>
                  </a:cubicBezTo>
                  <a:cubicBezTo>
                    <a:pt x="30041" y="12507"/>
                    <a:pt x="31254" y="11683"/>
                    <a:pt x="32492" y="10897"/>
                  </a:cubicBezTo>
                  <a:cubicBezTo>
                    <a:pt x="33730" y="10111"/>
                    <a:pt x="34992" y="9365"/>
                    <a:pt x="36277" y="8659"/>
                  </a:cubicBezTo>
                  <a:cubicBezTo>
                    <a:pt x="37562" y="7952"/>
                    <a:pt x="38869" y="7286"/>
                    <a:pt x="40195" y="6662"/>
                  </a:cubicBezTo>
                  <a:cubicBezTo>
                    <a:pt x="41522" y="6038"/>
                    <a:pt x="42868" y="5455"/>
                    <a:pt x="44231" y="4916"/>
                  </a:cubicBezTo>
                  <a:cubicBezTo>
                    <a:pt x="45595" y="4376"/>
                    <a:pt x="46974" y="3879"/>
                    <a:pt x="48369" y="3426"/>
                  </a:cubicBezTo>
                  <a:cubicBezTo>
                    <a:pt x="49763" y="2973"/>
                    <a:pt x="51172" y="2564"/>
                    <a:pt x="52592" y="2199"/>
                  </a:cubicBezTo>
                  <a:cubicBezTo>
                    <a:pt x="54012" y="1835"/>
                    <a:pt x="55443" y="1515"/>
                    <a:pt x="56883" y="1240"/>
                  </a:cubicBezTo>
                  <a:cubicBezTo>
                    <a:pt x="58324" y="965"/>
                    <a:pt x="59772" y="736"/>
                    <a:pt x="61227" y="552"/>
                  </a:cubicBezTo>
                  <a:cubicBezTo>
                    <a:pt x="62681" y="368"/>
                    <a:pt x="64141" y="230"/>
                    <a:pt x="65605" y="138"/>
                  </a:cubicBezTo>
                  <a:cubicBezTo>
                    <a:pt x="67068" y="46"/>
                    <a:pt x="68534" y="0"/>
                    <a:pt x="70000" y="0"/>
                  </a:cubicBezTo>
                  <a:cubicBezTo>
                    <a:pt x="71466" y="0"/>
                    <a:pt x="72932" y="46"/>
                    <a:pt x="74395" y="138"/>
                  </a:cubicBezTo>
                  <a:cubicBezTo>
                    <a:pt x="75859" y="230"/>
                    <a:pt x="77319" y="368"/>
                    <a:pt x="78773" y="552"/>
                  </a:cubicBezTo>
                  <a:cubicBezTo>
                    <a:pt x="80228" y="736"/>
                    <a:pt x="81676" y="965"/>
                    <a:pt x="83117" y="1240"/>
                  </a:cubicBezTo>
                  <a:cubicBezTo>
                    <a:pt x="84557" y="1515"/>
                    <a:pt x="85988" y="1835"/>
                    <a:pt x="87408" y="2199"/>
                  </a:cubicBezTo>
                  <a:cubicBezTo>
                    <a:pt x="88828" y="2564"/>
                    <a:pt x="90237" y="2973"/>
                    <a:pt x="91631" y="3426"/>
                  </a:cubicBezTo>
                  <a:cubicBezTo>
                    <a:pt x="93026" y="3879"/>
                    <a:pt x="94405" y="4376"/>
                    <a:pt x="95769" y="4916"/>
                  </a:cubicBezTo>
                  <a:cubicBezTo>
                    <a:pt x="97132" y="5455"/>
                    <a:pt x="98478" y="6038"/>
                    <a:pt x="99805" y="6662"/>
                  </a:cubicBezTo>
                  <a:cubicBezTo>
                    <a:pt x="101131" y="7286"/>
                    <a:pt x="102438" y="7952"/>
                    <a:pt x="103723" y="8659"/>
                  </a:cubicBezTo>
                  <a:cubicBezTo>
                    <a:pt x="105008" y="9365"/>
                    <a:pt x="106270" y="10111"/>
                    <a:pt x="107508" y="10897"/>
                  </a:cubicBezTo>
                  <a:cubicBezTo>
                    <a:pt x="108746" y="11683"/>
                    <a:pt x="109959" y="12507"/>
                    <a:pt x="111145" y="13369"/>
                  </a:cubicBezTo>
                  <a:cubicBezTo>
                    <a:pt x="112331" y="14231"/>
                    <a:pt x="113490" y="15129"/>
                    <a:pt x="114620" y="16064"/>
                  </a:cubicBezTo>
                  <a:cubicBezTo>
                    <a:pt x="115749" y="16999"/>
                    <a:pt x="116849" y="17969"/>
                    <a:pt x="117918" y="18972"/>
                  </a:cubicBezTo>
                  <a:cubicBezTo>
                    <a:pt x="118987" y="19976"/>
                    <a:pt x="120024" y="21013"/>
                    <a:pt x="121028" y="22082"/>
                  </a:cubicBezTo>
                  <a:cubicBezTo>
                    <a:pt x="122031" y="23151"/>
                    <a:pt x="123001" y="24251"/>
                    <a:pt x="123936" y="25380"/>
                  </a:cubicBezTo>
                  <a:cubicBezTo>
                    <a:pt x="124871" y="26510"/>
                    <a:pt x="125769" y="27669"/>
                    <a:pt x="126631" y="28855"/>
                  </a:cubicBezTo>
                  <a:cubicBezTo>
                    <a:pt x="127493" y="30041"/>
                    <a:pt x="128317" y="31254"/>
                    <a:pt x="129103" y="32492"/>
                  </a:cubicBezTo>
                  <a:cubicBezTo>
                    <a:pt x="129889" y="33730"/>
                    <a:pt x="130635" y="34992"/>
                    <a:pt x="131341" y="36277"/>
                  </a:cubicBezTo>
                  <a:cubicBezTo>
                    <a:pt x="132048" y="37562"/>
                    <a:pt x="132714" y="38869"/>
                    <a:pt x="133338" y="40195"/>
                  </a:cubicBezTo>
                  <a:cubicBezTo>
                    <a:pt x="133962" y="41522"/>
                    <a:pt x="134545" y="42868"/>
                    <a:pt x="135084" y="44231"/>
                  </a:cubicBezTo>
                  <a:cubicBezTo>
                    <a:pt x="135624" y="45595"/>
                    <a:pt x="136121" y="46974"/>
                    <a:pt x="136574" y="48369"/>
                  </a:cubicBezTo>
                  <a:cubicBezTo>
                    <a:pt x="137027" y="49763"/>
                    <a:pt x="137436" y="51172"/>
                    <a:pt x="137801" y="52592"/>
                  </a:cubicBezTo>
                  <a:cubicBezTo>
                    <a:pt x="138165" y="54012"/>
                    <a:pt x="138485" y="55443"/>
                    <a:pt x="138760" y="56883"/>
                  </a:cubicBezTo>
                  <a:cubicBezTo>
                    <a:pt x="139035" y="58324"/>
                    <a:pt x="139264" y="59772"/>
                    <a:pt x="139448" y="61227"/>
                  </a:cubicBezTo>
                  <a:cubicBezTo>
                    <a:pt x="139632" y="62681"/>
                    <a:pt x="139770" y="64141"/>
                    <a:pt x="139862" y="65605"/>
                  </a:cubicBezTo>
                  <a:cubicBezTo>
                    <a:pt x="139954" y="67068"/>
                    <a:pt x="140000" y="68534"/>
                    <a:pt x="140000" y="7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4" name="probe-lucide-locate-fixed-part-6"/>
            <p:cNvSpPr/>
            <p:nvPr/>
          </p:nvSpPr>
          <p:spPr>
            <a:xfrm>
              <a:off x="90000" y="9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45" name="probe-lucide-map" descr="map — Lucide Icons and Contributors; preserve the bundled full upstream license. Source: https://github.com/lucide-icons/lucide/blob/20aef31db93fe4d9f398dbb15b120d99c48eef95/icons/map.svg; SVG SHA256: 41300a8ef2c2a4cf36ec3f8a730bcb4754543889eb23b98e7435de7a0757752d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46" name="probe-lucide-map-part-1"/>
            <p:cNvSpPr/>
            <p:nvPr/>
          </p:nvSpPr>
          <p:spPr>
            <a:xfrm>
              <a:off x="30000" y="32361"/>
              <a:ext cx="180000" cy="175289"/>
            </a:xfrm>
            <a:custGeom>
              <a:avLst/>
              <a:gdLst/>
              <a:ahLst/>
              <a:cxnLst/>
              <a:rect l="0" t="0" r="r" b="b"/>
              <a:pathLst>
                <a:path w="180000" h="175289">
                  <a:moveTo>
                    <a:pt x="111060" y="23169"/>
                  </a:moveTo>
                  <a:cubicBezTo>
                    <a:pt x="111429" y="23353"/>
                    <a:pt x="111803" y="23526"/>
                    <a:pt x="112182" y="23687"/>
                  </a:cubicBezTo>
                  <a:cubicBezTo>
                    <a:pt x="112561" y="23848"/>
                    <a:pt x="112945" y="23998"/>
                    <a:pt x="113333" y="24135"/>
                  </a:cubicBezTo>
                  <a:cubicBezTo>
                    <a:pt x="113722" y="24272"/>
                    <a:pt x="114114" y="24397"/>
                    <a:pt x="114510" y="24511"/>
                  </a:cubicBezTo>
                  <a:cubicBezTo>
                    <a:pt x="114907" y="24624"/>
                    <a:pt x="115306" y="24724"/>
                    <a:pt x="115709" y="24813"/>
                  </a:cubicBezTo>
                  <a:cubicBezTo>
                    <a:pt x="116111" y="24901"/>
                    <a:pt x="116516" y="24977"/>
                    <a:pt x="116923" y="25041"/>
                  </a:cubicBezTo>
                  <a:cubicBezTo>
                    <a:pt x="117330" y="25104"/>
                    <a:pt x="117739" y="25155"/>
                    <a:pt x="118149" y="25193"/>
                  </a:cubicBezTo>
                  <a:cubicBezTo>
                    <a:pt x="118559" y="25231"/>
                    <a:pt x="118970" y="25256"/>
                    <a:pt x="119382" y="25269"/>
                  </a:cubicBezTo>
                  <a:cubicBezTo>
                    <a:pt x="119794" y="25282"/>
                    <a:pt x="120206" y="25282"/>
                    <a:pt x="120618" y="25269"/>
                  </a:cubicBezTo>
                  <a:cubicBezTo>
                    <a:pt x="121030" y="25256"/>
                    <a:pt x="121441" y="25231"/>
                    <a:pt x="121851" y="25193"/>
                  </a:cubicBezTo>
                  <a:cubicBezTo>
                    <a:pt x="122261" y="25155"/>
                    <a:pt x="122670" y="25104"/>
                    <a:pt x="123077" y="25041"/>
                  </a:cubicBezTo>
                  <a:cubicBezTo>
                    <a:pt x="123484" y="24977"/>
                    <a:pt x="123889" y="24901"/>
                    <a:pt x="124292" y="24813"/>
                  </a:cubicBezTo>
                  <a:cubicBezTo>
                    <a:pt x="124694" y="24724"/>
                    <a:pt x="125093" y="24624"/>
                    <a:pt x="125490" y="24511"/>
                  </a:cubicBezTo>
                  <a:cubicBezTo>
                    <a:pt x="125886" y="24397"/>
                    <a:pt x="126278" y="24272"/>
                    <a:pt x="126667" y="24135"/>
                  </a:cubicBezTo>
                  <a:cubicBezTo>
                    <a:pt x="127055" y="23998"/>
                    <a:pt x="127439" y="23848"/>
                    <a:pt x="127818" y="23687"/>
                  </a:cubicBezTo>
                  <a:cubicBezTo>
                    <a:pt x="128197" y="23526"/>
                    <a:pt x="128572" y="23353"/>
                    <a:pt x="128940" y="23169"/>
                  </a:cubicBezTo>
                  <a:lnTo>
                    <a:pt x="165530" y="4869"/>
                  </a:lnTo>
                  <a:cubicBezTo>
                    <a:pt x="165714" y="4777"/>
                    <a:pt x="165901" y="4691"/>
                    <a:pt x="166090" y="4611"/>
                  </a:cubicBezTo>
                  <a:cubicBezTo>
                    <a:pt x="166279" y="4530"/>
                    <a:pt x="166471" y="4456"/>
                    <a:pt x="166665" y="4387"/>
                  </a:cubicBezTo>
                  <a:cubicBezTo>
                    <a:pt x="166859" y="4319"/>
                    <a:pt x="167055" y="4256"/>
                    <a:pt x="167252" y="4200"/>
                  </a:cubicBezTo>
                  <a:cubicBezTo>
                    <a:pt x="167450" y="4143"/>
                    <a:pt x="167650" y="4093"/>
                    <a:pt x="167850" y="4048"/>
                  </a:cubicBezTo>
                  <a:cubicBezTo>
                    <a:pt x="168051" y="4004"/>
                    <a:pt x="168253" y="3966"/>
                    <a:pt x="168456" y="3935"/>
                  </a:cubicBezTo>
                  <a:cubicBezTo>
                    <a:pt x="168660" y="3903"/>
                    <a:pt x="168864" y="3877"/>
                    <a:pt x="169069" y="3858"/>
                  </a:cubicBezTo>
                  <a:cubicBezTo>
                    <a:pt x="169273" y="3839"/>
                    <a:pt x="169479" y="3826"/>
                    <a:pt x="169684" y="3820"/>
                  </a:cubicBezTo>
                  <a:cubicBezTo>
                    <a:pt x="169890" y="3813"/>
                    <a:pt x="170095" y="3813"/>
                    <a:pt x="170301" y="3819"/>
                  </a:cubicBezTo>
                  <a:cubicBezTo>
                    <a:pt x="170506" y="3825"/>
                    <a:pt x="170712" y="3838"/>
                    <a:pt x="170916" y="3857"/>
                  </a:cubicBezTo>
                  <a:cubicBezTo>
                    <a:pt x="171121" y="3876"/>
                    <a:pt x="171325" y="3901"/>
                    <a:pt x="171529" y="3932"/>
                  </a:cubicBezTo>
                  <a:cubicBezTo>
                    <a:pt x="171732" y="3964"/>
                    <a:pt x="171934" y="4001"/>
                    <a:pt x="172135" y="4045"/>
                  </a:cubicBezTo>
                  <a:cubicBezTo>
                    <a:pt x="172336" y="4089"/>
                    <a:pt x="172535" y="4139"/>
                    <a:pt x="172733" y="4195"/>
                  </a:cubicBezTo>
                  <a:cubicBezTo>
                    <a:pt x="172931" y="4252"/>
                    <a:pt x="173127" y="4314"/>
                    <a:pt x="173321" y="4382"/>
                  </a:cubicBezTo>
                  <a:cubicBezTo>
                    <a:pt x="173515" y="4450"/>
                    <a:pt x="173707" y="4525"/>
                    <a:pt x="173896" y="4605"/>
                  </a:cubicBezTo>
                  <a:cubicBezTo>
                    <a:pt x="174086" y="4685"/>
                    <a:pt x="174272" y="4771"/>
                    <a:pt x="174457" y="4863"/>
                  </a:cubicBezTo>
                  <a:cubicBezTo>
                    <a:pt x="174641" y="4954"/>
                    <a:pt x="174822" y="5052"/>
                    <a:pt x="175000" y="5154"/>
                  </a:cubicBezTo>
                  <a:cubicBezTo>
                    <a:pt x="175178" y="5257"/>
                    <a:pt x="175353" y="5365"/>
                    <a:pt x="175524" y="5479"/>
                  </a:cubicBezTo>
                  <a:cubicBezTo>
                    <a:pt x="175696" y="5593"/>
                    <a:pt x="175864" y="5711"/>
                    <a:pt x="176028" y="5835"/>
                  </a:cubicBezTo>
                  <a:cubicBezTo>
                    <a:pt x="176192" y="5959"/>
                    <a:pt x="176352" y="6088"/>
                    <a:pt x="176508" y="6222"/>
                  </a:cubicBezTo>
                  <a:cubicBezTo>
                    <a:pt x="176664" y="6356"/>
                    <a:pt x="176816" y="6495"/>
                    <a:pt x="176964" y="6638"/>
                  </a:cubicBezTo>
                  <a:cubicBezTo>
                    <a:pt x="177111" y="6781"/>
                    <a:pt x="177254" y="6929"/>
                    <a:pt x="177393" y="7081"/>
                  </a:cubicBezTo>
                  <a:cubicBezTo>
                    <a:pt x="177531" y="7233"/>
                    <a:pt x="177665" y="7389"/>
                    <a:pt x="177794" y="7549"/>
                  </a:cubicBezTo>
                  <a:cubicBezTo>
                    <a:pt x="177923" y="7710"/>
                    <a:pt x="178047" y="7874"/>
                    <a:pt x="178165" y="8042"/>
                  </a:cubicBezTo>
                  <a:cubicBezTo>
                    <a:pt x="178284" y="8210"/>
                    <a:pt x="178398" y="8381"/>
                    <a:pt x="178506" y="8556"/>
                  </a:cubicBezTo>
                  <a:cubicBezTo>
                    <a:pt x="178614" y="8731"/>
                    <a:pt x="178717" y="8909"/>
                    <a:pt x="178814" y="9090"/>
                  </a:cubicBezTo>
                  <a:cubicBezTo>
                    <a:pt x="178911" y="9272"/>
                    <a:pt x="179002" y="9456"/>
                    <a:pt x="179088" y="9643"/>
                  </a:cubicBezTo>
                  <a:cubicBezTo>
                    <a:pt x="179174" y="9830"/>
                    <a:pt x="179254" y="10019"/>
                    <a:pt x="179328" y="10211"/>
                  </a:cubicBezTo>
                  <a:cubicBezTo>
                    <a:pt x="179402" y="10403"/>
                    <a:pt x="179470" y="10597"/>
                    <a:pt x="179533" y="10793"/>
                  </a:cubicBezTo>
                  <a:cubicBezTo>
                    <a:pt x="179595" y="10989"/>
                    <a:pt x="179651" y="11187"/>
                    <a:pt x="179701" y="11386"/>
                  </a:cubicBezTo>
                  <a:cubicBezTo>
                    <a:pt x="179751" y="11586"/>
                    <a:pt x="179794" y="11787"/>
                    <a:pt x="179832" y="11989"/>
                  </a:cubicBezTo>
                  <a:cubicBezTo>
                    <a:pt x="179870" y="12191"/>
                    <a:pt x="179901" y="12394"/>
                    <a:pt x="179926" y="12599"/>
                  </a:cubicBezTo>
                  <a:cubicBezTo>
                    <a:pt x="179951" y="12803"/>
                    <a:pt x="179970" y="13008"/>
                    <a:pt x="179982" y="13213"/>
                  </a:cubicBezTo>
                  <a:cubicBezTo>
                    <a:pt x="179994" y="13418"/>
                    <a:pt x="180000" y="13624"/>
                    <a:pt x="180000" y="13829"/>
                  </a:cubicBezTo>
                  <a:lnTo>
                    <a:pt x="180000" y="141469"/>
                  </a:lnTo>
                  <a:cubicBezTo>
                    <a:pt x="180000" y="141674"/>
                    <a:pt x="179994" y="141879"/>
                    <a:pt x="179981" y="142084"/>
                  </a:cubicBezTo>
                  <a:cubicBezTo>
                    <a:pt x="179968" y="142288"/>
                    <a:pt x="179949" y="142493"/>
                    <a:pt x="179924" y="142696"/>
                  </a:cubicBezTo>
                  <a:cubicBezTo>
                    <a:pt x="179899" y="142899"/>
                    <a:pt x="179867" y="143102"/>
                    <a:pt x="179829" y="143304"/>
                  </a:cubicBezTo>
                  <a:cubicBezTo>
                    <a:pt x="179792" y="143505"/>
                    <a:pt x="179748" y="143705"/>
                    <a:pt x="179698" y="143904"/>
                  </a:cubicBezTo>
                  <a:cubicBezTo>
                    <a:pt x="179648" y="144103"/>
                    <a:pt x="179592" y="144300"/>
                    <a:pt x="179529" y="144495"/>
                  </a:cubicBezTo>
                  <a:cubicBezTo>
                    <a:pt x="179467" y="144691"/>
                    <a:pt x="179399" y="144884"/>
                    <a:pt x="179325" y="145075"/>
                  </a:cubicBezTo>
                  <a:cubicBezTo>
                    <a:pt x="179251" y="145266"/>
                    <a:pt x="179171" y="145455"/>
                    <a:pt x="179086" y="145642"/>
                  </a:cubicBezTo>
                  <a:cubicBezTo>
                    <a:pt x="179000" y="145828"/>
                    <a:pt x="178909" y="146011"/>
                    <a:pt x="178812" y="146192"/>
                  </a:cubicBezTo>
                  <a:cubicBezTo>
                    <a:pt x="178715" y="146373"/>
                    <a:pt x="178612" y="146550"/>
                    <a:pt x="178505" y="146725"/>
                  </a:cubicBezTo>
                  <a:cubicBezTo>
                    <a:pt x="178397" y="146899"/>
                    <a:pt x="178283" y="147070"/>
                    <a:pt x="178165" y="147237"/>
                  </a:cubicBezTo>
                  <a:cubicBezTo>
                    <a:pt x="178047" y="147405"/>
                    <a:pt x="177923" y="147568"/>
                    <a:pt x="177795" y="147728"/>
                  </a:cubicBezTo>
                  <a:cubicBezTo>
                    <a:pt x="177667" y="147888"/>
                    <a:pt x="177533" y="148044"/>
                    <a:pt x="177395" y="148195"/>
                  </a:cubicBezTo>
                  <a:cubicBezTo>
                    <a:pt x="177257" y="148347"/>
                    <a:pt x="177115" y="148494"/>
                    <a:pt x="176968" y="148637"/>
                  </a:cubicBezTo>
                  <a:cubicBezTo>
                    <a:pt x="176821" y="148780"/>
                    <a:pt x="176669" y="148918"/>
                    <a:pt x="176514" y="149052"/>
                  </a:cubicBezTo>
                  <a:cubicBezTo>
                    <a:pt x="176358" y="149185"/>
                    <a:pt x="176198" y="149314"/>
                    <a:pt x="176035" y="149438"/>
                  </a:cubicBezTo>
                  <a:cubicBezTo>
                    <a:pt x="175872" y="149561"/>
                    <a:pt x="175704" y="149680"/>
                    <a:pt x="175534" y="149793"/>
                  </a:cubicBezTo>
                  <a:cubicBezTo>
                    <a:pt x="175363" y="149907"/>
                    <a:pt x="175189" y="150015"/>
                    <a:pt x="175011" y="150118"/>
                  </a:cubicBezTo>
                  <a:cubicBezTo>
                    <a:pt x="174834" y="150220"/>
                    <a:pt x="174653" y="150318"/>
                    <a:pt x="174470" y="150409"/>
                  </a:cubicBezTo>
                  <a:lnTo>
                    <a:pt x="128940" y="173179"/>
                  </a:lnTo>
                  <a:cubicBezTo>
                    <a:pt x="128572" y="173363"/>
                    <a:pt x="128197" y="173536"/>
                    <a:pt x="127818" y="173697"/>
                  </a:cubicBezTo>
                  <a:cubicBezTo>
                    <a:pt x="127439" y="173858"/>
                    <a:pt x="127055" y="174008"/>
                    <a:pt x="126667" y="174145"/>
                  </a:cubicBezTo>
                  <a:cubicBezTo>
                    <a:pt x="126278" y="174282"/>
                    <a:pt x="125886" y="174407"/>
                    <a:pt x="125490" y="174521"/>
                  </a:cubicBezTo>
                  <a:cubicBezTo>
                    <a:pt x="125093" y="174634"/>
                    <a:pt x="124694" y="174734"/>
                    <a:pt x="124292" y="174823"/>
                  </a:cubicBezTo>
                  <a:cubicBezTo>
                    <a:pt x="123889" y="174911"/>
                    <a:pt x="123484" y="174987"/>
                    <a:pt x="123077" y="175051"/>
                  </a:cubicBezTo>
                  <a:cubicBezTo>
                    <a:pt x="122670" y="175114"/>
                    <a:pt x="122261" y="175165"/>
                    <a:pt x="121851" y="175203"/>
                  </a:cubicBezTo>
                  <a:cubicBezTo>
                    <a:pt x="121441" y="175241"/>
                    <a:pt x="121030" y="175266"/>
                    <a:pt x="120618" y="175279"/>
                  </a:cubicBezTo>
                  <a:cubicBezTo>
                    <a:pt x="120206" y="175292"/>
                    <a:pt x="119794" y="175292"/>
                    <a:pt x="119382" y="175279"/>
                  </a:cubicBezTo>
                  <a:cubicBezTo>
                    <a:pt x="118970" y="175266"/>
                    <a:pt x="118559" y="175241"/>
                    <a:pt x="118149" y="175203"/>
                  </a:cubicBezTo>
                  <a:cubicBezTo>
                    <a:pt x="117739" y="175165"/>
                    <a:pt x="117330" y="175114"/>
                    <a:pt x="116923" y="175051"/>
                  </a:cubicBezTo>
                  <a:cubicBezTo>
                    <a:pt x="116516" y="174987"/>
                    <a:pt x="116111" y="174911"/>
                    <a:pt x="115709" y="174823"/>
                  </a:cubicBezTo>
                  <a:cubicBezTo>
                    <a:pt x="115306" y="174734"/>
                    <a:pt x="114907" y="174634"/>
                    <a:pt x="114510" y="174521"/>
                  </a:cubicBezTo>
                  <a:cubicBezTo>
                    <a:pt x="114114" y="174407"/>
                    <a:pt x="113722" y="174282"/>
                    <a:pt x="113333" y="174145"/>
                  </a:cubicBezTo>
                  <a:cubicBezTo>
                    <a:pt x="112945" y="174008"/>
                    <a:pt x="112561" y="173858"/>
                    <a:pt x="112182" y="173697"/>
                  </a:cubicBezTo>
                  <a:cubicBezTo>
                    <a:pt x="111803" y="173536"/>
                    <a:pt x="111429" y="173363"/>
                    <a:pt x="111060" y="173179"/>
                  </a:cubicBezTo>
                  <a:lnTo>
                    <a:pt x="68940" y="152119"/>
                  </a:lnTo>
                  <a:cubicBezTo>
                    <a:pt x="68572" y="151935"/>
                    <a:pt x="68197" y="151762"/>
                    <a:pt x="67818" y="151601"/>
                  </a:cubicBezTo>
                  <a:cubicBezTo>
                    <a:pt x="67439" y="151440"/>
                    <a:pt x="67055" y="151291"/>
                    <a:pt x="66667" y="151154"/>
                  </a:cubicBezTo>
                  <a:cubicBezTo>
                    <a:pt x="66278" y="151016"/>
                    <a:pt x="65886" y="150891"/>
                    <a:pt x="65490" y="150778"/>
                  </a:cubicBezTo>
                  <a:cubicBezTo>
                    <a:pt x="65093" y="150665"/>
                    <a:pt x="64694" y="150564"/>
                    <a:pt x="64292" y="150476"/>
                  </a:cubicBezTo>
                  <a:cubicBezTo>
                    <a:pt x="63889" y="150387"/>
                    <a:pt x="63484" y="150312"/>
                    <a:pt x="63077" y="150248"/>
                  </a:cubicBezTo>
                  <a:cubicBezTo>
                    <a:pt x="62670" y="150185"/>
                    <a:pt x="62261" y="150134"/>
                    <a:pt x="61851" y="150096"/>
                  </a:cubicBezTo>
                  <a:cubicBezTo>
                    <a:pt x="61441" y="150058"/>
                    <a:pt x="61030" y="150032"/>
                    <a:pt x="60618" y="150020"/>
                  </a:cubicBezTo>
                  <a:cubicBezTo>
                    <a:pt x="60206" y="150007"/>
                    <a:pt x="59794" y="150007"/>
                    <a:pt x="59382" y="150020"/>
                  </a:cubicBezTo>
                  <a:cubicBezTo>
                    <a:pt x="58970" y="150032"/>
                    <a:pt x="58559" y="150058"/>
                    <a:pt x="58149" y="150096"/>
                  </a:cubicBezTo>
                  <a:cubicBezTo>
                    <a:pt x="57739" y="150134"/>
                    <a:pt x="57330" y="150185"/>
                    <a:pt x="56923" y="150248"/>
                  </a:cubicBezTo>
                  <a:cubicBezTo>
                    <a:pt x="56516" y="150312"/>
                    <a:pt x="56111" y="150387"/>
                    <a:pt x="55709" y="150476"/>
                  </a:cubicBezTo>
                  <a:cubicBezTo>
                    <a:pt x="55306" y="150564"/>
                    <a:pt x="54907" y="150665"/>
                    <a:pt x="54510" y="150778"/>
                  </a:cubicBezTo>
                  <a:cubicBezTo>
                    <a:pt x="54114" y="150891"/>
                    <a:pt x="53722" y="151016"/>
                    <a:pt x="53333" y="151154"/>
                  </a:cubicBezTo>
                  <a:cubicBezTo>
                    <a:pt x="52945" y="151291"/>
                    <a:pt x="52561" y="151440"/>
                    <a:pt x="52182" y="151601"/>
                  </a:cubicBezTo>
                  <a:cubicBezTo>
                    <a:pt x="51803" y="151762"/>
                    <a:pt x="51429" y="151935"/>
                    <a:pt x="51060" y="152119"/>
                  </a:cubicBezTo>
                  <a:lnTo>
                    <a:pt x="14470" y="170419"/>
                  </a:lnTo>
                  <a:cubicBezTo>
                    <a:pt x="14286" y="170511"/>
                    <a:pt x="14099" y="170598"/>
                    <a:pt x="13910" y="170678"/>
                  </a:cubicBezTo>
                  <a:cubicBezTo>
                    <a:pt x="13720" y="170758"/>
                    <a:pt x="13529" y="170833"/>
                    <a:pt x="13335" y="170902"/>
                  </a:cubicBezTo>
                  <a:cubicBezTo>
                    <a:pt x="13141" y="170970"/>
                    <a:pt x="12945" y="171033"/>
                    <a:pt x="12747" y="171089"/>
                  </a:cubicBezTo>
                  <a:cubicBezTo>
                    <a:pt x="12549" y="171146"/>
                    <a:pt x="12349" y="171196"/>
                    <a:pt x="12149" y="171240"/>
                  </a:cubicBezTo>
                  <a:cubicBezTo>
                    <a:pt x="11948" y="171285"/>
                    <a:pt x="11745" y="171323"/>
                    <a:pt x="11542" y="171354"/>
                  </a:cubicBezTo>
                  <a:cubicBezTo>
                    <a:pt x="11339" y="171386"/>
                    <a:pt x="11135" y="171412"/>
                    <a:pt x="10930" y="171431"/>
                  </a:cubicBezTo>
                  <a:cubicBezTo>
                    <a:pt x="10725" y="171450"/>
                    <a:pt x="10519" y="171463"/>
                    <a:pt x="10314" y="171469"/>
                  </a:cubicBezTo>
                  <a:cubicBezTo>
                    <a:pt x="10108" y="171476"/>
                    <a:pt x="9902" y="171476"/>
                    <a:pt x="9697" y="171469"/>
                  </a:cubicBezTo>
                  <a:cubicBezTo>
                    <a:pt x="9491" y="171463"/>
                    <a:pt x="9286" y="171451"/>
                    <a:pt x="9081" y="171432"/>
                  </a:cubicBezTo>
                  <a:cubicBezTo>
                    <a:pt x="8876" y="171413"/>
                    <a:pt x="8672" y="171388"/>
                    <a:pt x="8468" y="171356"/>
                  </a:cubicBezTo>
                  <a:cubicBezTo>
                    <a:pt x="8265" y="171325"/>
                    <a:pt x="8063" y="171287"/>
                    <a:pt x="7862" y="171243"/>
                  </a:cubicBezTo>
                  <a:cubicBezTo>
                    <a:pt x="7661" y="171199"/>
                    <a:pt x="7461" y="171149"/>
                    <a:pt x="7263" y="171092"/>
                  </a:cubicBezTo>
                  <a:cubicBezTo>
                    <a:pt x="7066" y="171036"/>
                    <a:pt x="6869" y="170974"/>
                    <a:pt x="6675" y="170905"/>
                  </a:cubicBezTo>
                  <a:cubicBezTo>
                    <a:pt x="6481" y="170837"/>
                    <a:pt x="6289" y="170762"/>
                    <a:pt x="6100" y="170682"/>
                  </a:cubicBezTo>
                  <a:cubicBezTo>
                    <a:pt x="5911" y="170602"/>
                    <a:pt x="5724" y="170516"/>
                    <a:pt x="5539" y="170424"/>
                  </a:cubicBezTo>
                  <a:cubicBezTo>
                    <a:pt x="5355" y="170332"/>
                    <a:pt x="5174" y="170235"/>
                    <a:pt x="4996" y="170132"/>
                  </a:cubicBezTo>
                  <a:cubicBezTo>
                    <a:pt x="4818" y="170029"/>
                    <a:pt x="4643" y="169921"/>
                    <a:pt x="4471" y="169807"/>
                  </a:cubicBezTo>
                  <a:cubicBezTo>
                    <a:pt x="4300" y="169693"/>
                    <a:pt x="4132" y="169574"/>
                    <a:pt x="3968" y="169450"/>
                  </a:cubicBezTo>
                  <a:cubicBezTo>
                    <a:pt x="3804" y="169326"/>
                    <a:pt x="3644" y="169197"/>
                    <a:pt x="3488" y="169063"/>
                  </a:cubicBezTo>
                  <a:cubicBezTo>
                    <a:pt x="3331" y="168929"/>
                    <a:pt x="3179" y="168790"/>
                    <a:pt x="3032" y="168647"/>
                  </a:cubicBezTo>
                  <a:cubicBezTo>
                    <a:pt x="2884" y="168503"/>
                    <a:pt x="2741" y="168355"/>
                    <a:pt x="2603" y="168203"/>
                  </a:cubicBezTo>
                  <a:cubicBezTo>
                    <a:pt x="2464" y="168051"/>
                    <a:pt x="2331" y="167895"/>
                    <a:pt x="2202" y="167734"/>
                  </a:cubicBezTo>
                  <a:cubicBezTo>
                    <a:pt x="2073" y="167574"/>
                    <a:pt x="1949" y="167409"/>
                    <a:pt x="1831" y="167241"/>
                  </a:cubicBezTo>
                  <a:cubicBezTo>
                    <a:pt x="1712" y="167073"/>
                    <a:pt x="1598" y="166901"/>
                    <a:pt x="1490" y="166726"/>
                  </a:cubicBezTo>
                  <a:cubicBezTo>
                    <a:pt x="1382" y="166551"/>
                    <a:pt x="1280" y="166373"/>
                    <a:pt x="1183" y="166191"/>
                  </a:cubicBezTo>
                  <a:cubicBezTo>
                    <a:pt x="1086" y="166010"/>
                    <a:pt x="994" y="165826"/>
                    <a:pt x="908" y="165639"/>
                  </a:cubicBezTo>
                  <a:cubicBezTo>
                    <a:pt x="823" y="165452"/>
                    <a:pt x="743" y="165262"/>
                    <a:pt x="669" y="165070"/>
                  </a:cubicBezTo>
                  <a:cubicBezTo>
                    <a:pt x="595" y="164878"/>
                    <a:pt x="527" y="164684"/>
                    <a:pt x="465" y="164488"/>
                  </a:cubicBezTo>
                  <a:cubicBezTo>
                    <a:pt x="403" y="164291"/>
                    <a:pt x="347" y="164093"/>
                    <a:pt x="297" y="163894"/>
                  </a:cubicBezTo>
                  <a:cubicBezTo>
                    <a:pt x="247" y="163694"/>
                    <a:pt x="204" y="163493"/>
                    <a:pt x="166" y="163291"/>
                  </a:cubicBezTo>
                  <a:cubicBezTo>
                    <a:pt x="129" y="163088"/>
                    <a:pt x="98" y="162885"/>
                    <a:pt x="73" y="162681"/>
                  </a:cubicBezTo>
                  <a:cubicBezTo>
                    <a:pt x="48" y="162476"/>
                    <a:pt x="30" y="162272"/>
                    <a:pt x="18" y="162066"/>
                  </a:cubicBezTo>
                  <a:cubicBezTo>
                    <a:pt x="5" y="161861"/>
                    <a:pt x="0" y="161655"/>
                    <a:pt x="0" y="161449"/>
                  </a:cubicBezTo>
                  <a:lnTo>
                    <a:pt x="0" y="33819"/>
                  </a:lnTo>
                  <a:cubicBezTo>
                    <a:pt x="0" y="33614"/>
                    <a:pt x="7" y="33409"/>
                    <a:pt x="19" y="33205"/>
                  </a:cubicBezTo>
                  <a:cubicBezTo>
                    <a:pt x="32" y="33000"/>
                    <a:pt x="51" y="32796"/>
                    <a:pt x="76" y="32593"/>
                  </a:cubicBezTo>
                  <a:cubicBezTo>
                    <a:pt x="101" y="32389"/>
                    <a:pt x="133" y="32187"/>
                    <a:pt x="171" y="31985"/>
                  </a:cubicBezTo>
                  <a:cubicBezTo>
                    <a:pt x="208" y="31784"/>
                    <a:pt x="252" y="31583"/>
                    <a:pt x="302" y="31385"/>
                  </a:cubicBezTo>
                  <a:cubicBezTo>
                    <a:pt x="352" y="31186"/>
                    <a:pt x="408" y="30989"/>
                    <a:pt x="471" y="30793"/>
                  </a:cubicBezTo>
                  <a:cubicBezTo>
                    <a:pt x="533" y="30598"/>
                    <a:pt x="601" y="30404"/>
                    <a:pt x="675" y="30213"/>
                  </a:cubicBezTo>
                  <a:cubicBezTo>
                    <a:pt x="749" y="30022"/>
                    <a:pt x="829" y="29833"/>
                    <a:pt x="914" y="29647"/>
                  </a:cubicBezTo>
                  <a:cubicBezTo>
                    <a:pt x="1000" y="29461"/>
                    <a:pt x="1091" y="29277"/>
                    <a:pt x="1188" y="29097"/>
                  </a:cubicBezTo>
                  <a:cubicBezTo>
                    <a:pt x="1285" y="28916"/>
                    <a:pt x="1388" y="28738"/>
                    <a:pt x="1496" y="28564"/>
                  </a:cubicBezTo>
                  <a:cubicBezTo>
                    <a:pt x="1603" y="28390"/>
                    <a:pt x="1717" y="28219"/>
                    <a:pt x="1835" y="28051"/>
                  </a:cubicBezTo>
                  <a:cubicBezTo>
                    <a:pt x="1953" y="27884"/>
                    <a:pt x="2077" y="27720"/>
                    <a:pt x="2205" y="27561"/>
                  </a:cubicBezTo>
                  <a:cubicBezTo>
                    <a:pt x="2334" y="27401"/>
                    <a:pt x="2467" y="27245"/>
                    <a:pt x="2605" y="27093"/>
                  </a:cubicBezTo>
                  <a:cubicBezTo>
                    <a:pt x="2743" y="26942"/>
                    <a:pt x="2885" y="26794"/>
                    <a:pt x="3032" y="26652"/>
                  </a:cubicBezTo>
                  <a:cubicBezTo>
                    <a:pt x="3179" y="26509"/>
                    <a:pt x="3331" y="26370"/>
                    <a:pt x="3486" y="26237"/>
                  </a:cubicBezTo>
                  <a:cubicBezTo>
                    <a:pt x="3642" y="26103"/>
                    <a:pt x="3802" y="25975"/>
                    <a:pt x="3965" y="25851"/>
                  </a:cubicBezTo>
                  <a:cubicBezTo>
                    <a:pt x="4128" y="25727"/>
                    <a:pt x="4296" y="25609"/>
                    <a:pt x="4466" y="25495"/>
                  </a:cubicBezTo>
                  <a:cubicBezTo>
                    <a:pt x="4637" y="25382"/>
                    <a:pt x="4811" y="25274"/>
                    <a:pt x="4989" y="25171"/>
                  </a:cubicBezTo>
                  <a:cubicBezTo>
                    <a:pt x="5166" y="25068"/>
                    <a:pt x="5347" y="24971"/>
                    <a:pt x="5530" y="24879"/>
                  </a:cubicBezTo>
                  <a:lnTo>
                    <a:pt x="51060" y="2109"/>
                  </a:lnTo>
                  <a:cubicBezTo>
                    <a:pt x="51429" y="1925"/>
                    <a:pt x="51803" y="1752"/>
                    <a:pt x="52182" y="1591"/>
                  </a:cubicBezTo>
                  <a:cubicBezTo>
                    <a:pt x="52561" y="1430"/>
                    <a:pt x="52945" y="1281"/>
                    <a:pt x="53333" y="1144"/>
                  </a:cubicBezTo>
                  <a:cubicBezTo>
                    <a:pt x="53722" y="1006"/>
                    <a:pt x="54114" y="881"/>
                    <a:pt x="54510" y="768"/>
                  </a:cubicBezTo>
                  <a:cubicBezTo>
                    <a:pt x="54907" y="655"/>
                    <a:pt x="55306" y="554"/>
                    <a:pt x="55709" y="466"/>
                  </a:cubicBezTo>
                  <a:cubicBezTo>
                    <a:pt x="56111" y="377"/>
                    <a:pt x="56516" y="302"/>
                    <a:pt x="56923" y="238"/>
                  </a:cubicBezTo>
                  <a:cubicBezTo>
                    <a:pt x="57330" y="175"/>
                    <a:pt x="57739" y="124"/>
                    <a:pt x="58149" y="86"/>
                  </a:cubicBezTo>
                  <a:cubicBezTo>
                    <a:pt x="58559" y="48"/>
                    <a:pt x="58970" y="22"/>
                    <a:pt x="59382" y="10"/>
                  </a:cubicBezTo>
                  <a:cubicBezTo>
                    <a:pt x="59794" y="-3"/>
                    <a:pt x="60206" y="-3"/>
                    <a:pt x="60618" y="10"/>
                  </a:cubicBezTo>
                  <a:cubicBezTo>
                    <a:pt x="61030" y="22"/>
                    <a:pt x="61441" y="48"/>
                    <a:pt x="61851" y="86"/>
                  </a:cubicBezTo>
                  <a:cubicBezTo>
                    <a:pt x="62261" y="124"/>
                    <a:pt x="62670" y="175"/>
                    <a:pt x="63077" y="238"/>
                  </a:cubicBezTo>
                  <a:cubicBezTo>
                    <a:pt x="63484" y="302"/>
                    <a:pt x="63889" y="377"/>
                    <a:pt x="64292" y="466"/>
                  </a:cubicBezTo>
                  <a:cubicBezTo>
                    <a:pt x="64694" y="554"/>
                    <a:pt x="65093" y="655"/>
                    <a:pt x="65490" y="768"/>
                  </a:cubicBezTo>
                  <a:cubicBezTo>
                    <a:pt x="65886" y="881"/>
                    <a:pt x="66278" y="1006"/>
                    <a:pt x="66667" y="1144"/>
                  </a:cubicBezTo>
                  <a:cubicBezTo>
                    <a:pt x="67055" y="1281"/>
                    <a:pt x="67439" y="1430"/>
                    <a:pt x="67818" y="1591"/>
                  </a:cubicBezTo>
                  <a:cubicBezTo>
                    <a:pt x="68197" y="1752"/>
                    <a:pt x="68572" y="1925"/>
                    <a:pt x="68940" y="2109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7" name="probe-lucide-map-part-2"/>
            <p:cNvSpPr/>
            <p:nvPr/>
          </p:nvSpPr>
          <p:spPr>
            <a:xfrm>
              <a:off x="150000" y="57640"/>
              <a:ext cx="10" cy="150000"/>
            </a:xfrm>
            <a:custGeom>
              <a:avLst/>
              <a:gdLst/>
              <a:ahLst/>
              <a:cxnLst/>
              <a:rect l="0" t="0" r="r" b="b"/>
              <a:pathLst>
                <a:path w="10" h="150000">
                  <a:moveTo>
                    <a:pt x="0" y="0"/>
                  </a:moveTo>
                  <a:lnTo>
                    <a:pt x="0" y="1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8" name="probe-lucide-map-part-3"/>
            <p:cNvSpPr/>
            <p:nvPr/>
          </p:nvSpPr>
          <p:spPr>
            <a:xfrm>
              <a:off x="90000" y="32360"/>
              <a:ext cx="10" cy="150000"/>
            </a:xfrm>
            <a:custGeom>
              <a:avLst/>
              <a:gdLst/>
              <a:ahLst/>
              <a:cxnLst/>
              <a:rect l="0" t="0" r="r" b="b"/>
              <a:pathLst>
                <a:path w="10" h="150000">
                  <a:moveTo>
                    <a:pt x="0" y="0"/>
                  </a:moveTo>
                  <a:lnTo>
                    <a:pt x="0" y="1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49" name="probe-lucide-map-minus" descr="调整点位 — Lucide Icons and Contributors; ISC; original SVG unchanged. Source: https://github.com/lucide-icons/lucide/blob/20aef31db93fe4d9f398dbb15b120d99c48eef95/icons/map-minus.svg; SVG SHA256: b5cd664fa48e5a4d6510d74d053740ff0f38d01ae073866a69d9fe78a46a6bbe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50" name="probe-lucide-map-minus-part-1"/>
            <p:cNvSpPr/>
            <p:nvPr/>
          </p:nvSpPr>
          <p:spPr>
            <a:xfrm>
              <a:off x="30000" y="32361"/>
              <a:ext cx="180000" cy="171474"/>
            </a:xfrm>
            <a:custGeom>
              <a:avLst/>
              <a:gdLst/>
              <a:ahLst/>
              <a:cxnLst/>
              <a:rect l="0" t="0" r="r" b="b"/>
              <a:pathLst>
                <a:path w="180000" h="171474">
                  <a:moveTo>
                    <a:pt x="80000" y="157639"/>
                  </a:moveTo>
                  <a:lnTo>
                    <a:pt x="68940" y="152119"/>
                  </a:lnTo>
                  <a:cubicBezTo>
                    <a:pt x="68572" y="151935"/>
                    <a:pt x="68197" y="151762"/>
                    <a:pt x="67818" y="151601"/>
                  </a:cubicBezTo>
                  <a:cubicBezTo>
                    <a:pt x="67439" y="151440"/>
                    <a:pt x="67055" y="151291"/>
                    <a:pt x="66667" y="151154"/>
                  </a:cubicBezTo>
                  <a:cubicBezTo>
                    <a:pt x="66278" y="151016"/>
                    <a:pt x="65886" y="150891"/>
                    <a:pt x="65490" y="150778"/>
                  </a:cubicBezTo>
                  <a:cubicBezTo>
                    <a:pt x="65093" y="150665"/>
                    <a:pt x="64694" y="150564"/>
                    <a:pt x="64292" y="150476"/>
                  </a:cubicBezTo>
                  <a:cubicBezTo>
                    <a:pt x="63889" y="150387"/>
                    <a:pt x="63484" y="150312"/>
                    <a:pt x="63077" y="150248"/>
                  </a:cubicBezTo>
                  <a:cubicBezTo>
                    <a:pt x="62670" y="150185"/>
                    <a:pt x="62261" y="150134"/>
                    <a:pt x="61851" y="150096"/>
                  </a:cubicBezTo>
                  <a:cubicBezTo>
                    <a:pt x="61441" y="150058"/>
                    <a:pt x="61030" y="150032"/>
                    <a:pt x="60618" y="150020"/>
                  </a:cubicBezTo>
                  <a:cubicBezTo>
                    <a:pt x="60206" y="150007"/>
                    <a:pt x="59794" y="150007"/>
                    <a:pt x="59382" y="150020"/>
                  </a:cubicBezTo>
                  <a:cubicBezTo>
                    <a:pt x="58970" y="150032"/>
                    <a:pt x="58559" y="150058"/>
                    <a:pt x="58149" y="150096"/>
                  </a:cubicBezTo>
                  <a:cubicBezTo>
                    <a:pt x="57739" y="150134"/>
                    <a:pt x="57330" y="150185"/>
                    <a:pt x="56923" y="150248"/>
                  </a:cubicBezTo>
                  <a:cubicBezTo>
                    <a:pt x="56516" y="150312"/>
                    <a:pt x="56111" y="150387"/>
                    <a:pt x="55709" y="150476"/>
                  </a:cubicBezTo>
                  <a:cubicBezTo>
                    <a:pt x="55306" y="150564"/>
                    <a:pt x="54907" y="150665"/>
                    <a:pt x="54510" y="150778"/>
                  </a:cubicBezTo>
                  <a:cubicBezTo>
                    <a:pt x="54114" y="150891"/>
                    <a:pt x="53722" y="151016"/>
                    <a:pt x="53333" y="151154"/>
                  </a:cubicBezTo>
                  <a:cubicBezTo>
                    <a:pt x="52945" y="151291"/>
                    <a:pt x="52561" y="151440"/>
                    <a:pt x="52182" y="151601"/>
                  </a:cubicBezTo>
                  <a:cubicBezTo>
                    <a:pt x="51803" y="151762"/>
                    <a:pt x="51429" y="151935"/>
                    <a:pt x="51060" y="152119"/>
                  </a:cubicBezTo>
                  <a:lnTo>
                    <a:pt x="14470" y="170419"/>
                  </a:lnTo>
                  <a:cubicBezTo>
                    <a:pt x="14286" y="170511"/>
                    <a:pt x="14099" y="170598"/>
                    <a:pt x="13910" y="170678"/>
                  </a:cubicBezTo>
                  <a:cubicBezTo>
                    <a:pt x="13720" y="170758"/>
                    <a:pt x="13529" y="170833"/>
                    <a:pt x="13335" y="170902"/>
                  </a:cubicBezTo>
                  <a:cubicBezTo>
                    <a:pt x="13141" y="170970"/>
                    <a:pt x="12945" y="171033"/>
                    <a:pt x="12747" y="171089"/>
                  </a:cubicBezTo>
                  <a:cubicBezTo>
                    <a:pt x="12549" y="171146"/>
                    <a:pt x="12349" y="171196"/>
                    <a:pt x="12149" y="171240"/>
                  </a:cubicBezTo>
                  <a:cubicBezTo>
                    <a:pt x="11948" y="171285"/>
                    <a:pt x="11745" y="171323"/>
                    <a:pt x="11542" y="171354"/>
                  </a:cubicBezTo>
                  <a:cubicBezTo>
                    <a:pt x="11339" y="171386"/>
                    <a:pt x="11135" y="171412"/>
                    <a:pt x="10930" y="171431"/>
                  </a:cubicBezTo>
                  <a:cubicBezTo>
                    <a:pt x="10725" y="171450"/>
                    <a:pt x="10519" y="171463"/>
                    <a:pt x="10314" y="171469"/>
                  </a:cubicBezTo>
                  <a:cubicBezTo>
                    <a:pt x="10108" y="171476"/>
                    <a:pt x="9902" y="171476"/>
                    <a:pt x="9697" y="171469"/>
                  </a:cubicBezTo>
                  <a:cubicBezTo>
                    <a:pt x="9491" y="171463"/>
                    <a:pt x="9286" y="171451"/>
                    <a:pt x="9081" y="171432"/>
                  </a:cubicBezTo>
                  <a:cubicBezTo>
                    <a:pt x="8876" y="171413"/>
                    <a:pt x="8672" y="171388"/>
                    <a:pt x="8468" y="171356"/>
                  </a:cubicBezTo>
                  <a:cubicBezTo>
                    <a:pt x="8265" y="171325"/>
                    <a:pt x="8063" y="171287"/>
                    <a:pt x="7862" y="171243"/>
                  </a:cubicBezTo>
                  <a:cubicBezTo>
                    <a:pt x="7661" y="171199"/>
                    <a:pt x="7461" y="171149"/>
                    <a:pt x="7263" y="171092"/>
                  </a:cubicBezTo>
                  <a:cubicBezTo>
                    <a:pt x="7066" y="171036"/>
                    <a:pt x="6869" y="170974"/>
                    <a:pt x="6675" y="170905"/>
                  </a:cubicBezTo>
                  <a:cubicBezTo>
                    <a:pt x="6481" y="170837"/>
                    <a:pt x="6289" y="170762"/>
                    <a:pt x="6100" y="170682"/>
                  </a:cubicBezTo>
                  <a:cubicBezTo>
                    <a:pt x="5911" y="170602"/>
                    <a:pt x="5724" y="170516"/>
                    <a:pt x="5539" y="170424"/>
                  </a:cubicBezTo>
                  <a:cubicBezTo>
                    <a:pt x="5355" y="170332"/>
                    <a:pt x="5174" y="170235"/>
                    <a:pt x="4996" y="170132"/>
                  </a:cubicBezTo>
                  <a:cubicBezTo>
                    <a:pt x="4818" y="170029"/>
                    <a:pt x="4643" y="169921"/>
                    <a:pt x="4471" y="169807"/>
                  </a:cubicBezTo>
                  <a:cubicBezTo>
                    <a:pt x="4300" y="169693"/>
                    <a:pt x="4132" y="169574"/>
                    <a:pt x="3968" y="169450"/>
                  </a:cubicBezTo>
                  <a:cubicBezTo>
                    <a:pt x="3804" y="169326"/>
                    <a:pt x="3644" y="169197"/>
                    <a:pt x="3488" y="169063"/>
                  </a:cubicBezTo>
                  <a:cubicBezTo>
                    <a:pt x="3331" y="168929"/>
                    <a:pt x="3179" y="168790"/>
                    <a:pt x="3032" y="168647"/>
                  </a:cubicBezTo>
                  <a:cubicBezTo>
                    <a:pt x="2884" y="168503"/>
                    <a:pt x="2741" y="168355"/>
                    <a:pt x="2603" y="168203"/>
                  </a:cubicBezTo>
                  <a:cubicBezTo>
                    <a:pt x="2464" y="168051"/>
                    <a:pt x="2331" y="167895"/>
                    <a:pt x="2202" y="167734"/>
                  </a:cubicBezTo>
                  <a:cubicBezTo>
                    <a:pt x="2073" y="167574"/>
                    <a:pt x="1949" y="167409"/>
                    <a:pt x="1831" y="167241"/>
                  </a:cubicBezTo>
                  <a:cubicBezTo>
                    <a:pt x="1712" y="167073"/>
                    <a:pt x="1598" y="166901"/>
                    <a:pt x="1490" y="166726"/>
                  </a:cubicBezTo>
                  <a:cubicBezTo>
                    <a:pt x="1382" y="166551"/>
                    <a:pt x="1280" y="166373"/>
                    <a:pt x="1183" y="166191"/>
                  </a:cubicBezTo>
                  <a:cubicBezTo>
                    <a:pt x="1086" y="166010"/>
                    <a:pt x="994" y="165826"/>
                    <a:pt x="908" y="165639"/>
                  </a:cubicBezTo>
                  <a:cubicBezTo>
                    <a:pt x="823" y="165452"/>
                    <a:pt x="743" y="165262"/>
                    <a:pt x="669" y="165070"/>
                  </a:cubicBezTo>
                  <a:cubicBezTo>
                    <a:pt x="595" y="164878"/>
                    <a:pt x="527" y="164684"/>
                    <a:pt x="465" y="164488"/>
                  </a:cubicBezTo>
                  <a:cubicBezTo>
                    <a:pt x="403" y="164291"/>
                    <a:pt x="347" y="164093"/>
                    <a:pt x="297" y="163894"/>
                  </a:cubicBezTo>
                  <a:cubicBezTo>
                    <a:pt x="247" y="163694"/>
                    <a:pt x="204" y="163493"/>
                    <a:pt x="166" y="163291"/>
                  </a:cubicBezTo>
                  <a:cubicBezTo>
                    <a:pt x="129" y="163088"/>
                    <a:pt x="98" y="162885"/>
                    <a:pt x="73" y="162681"/>
                  </a:cubicBezTo>
                  <a:cubicBezTo>
                    <a:pt x="48" y="162476"/>
                    <a:pt x="30" y="162272"/>
                    <a:pt x="18" y="162066"/>
                  </a:cubicBezTo>
                  <a:cubicBezTo>
                    <a:pt x="5" y="161861"/>
                    <a:pt x="0" y="161655"/>
                    <a:pt x="0" y="161449"/>
                  </a:cubicBezTo>
                  <a:lnTo>
                    <a:pt x="0" y="33819"/>
                  </a:lnTo>
                  <a:cubicBezTo>
                    <a:pt x="0" y="33614"/>
                    <a:pt x="7" y="33409"/>
                    <a:pt x="19" y="33205"/>
                  </a:cubicBezTo>
                  <a:cubicBezTo>
                    <a:pt x="32" y="33000"/>
                    <a:pt x="51" y="32796"/>
                    <a:pt x="76" y="32593"/>
                  </a:cubicBezTo>
                  <a:cubicBezTo>
                    <a:pt x="101" y="32389"/>
                    <a:pt x="133" y="32187"/>
                    <a:pt x="171" y="31985"/>
                  </a:cubicBezTo>
                  <a:cubicBezTo>
                    <a:pt x="208" y="31784"/>
                    <a:pt x="252" y="31583"/>
                    <a:pt x="302" y="31385"/>
                  </a:cubicBezTo>
                  <a:cubicBezTo>
                    <a:pt x="352" y="31186"/>
                    <a:pt x="408" y="30989"/>
                    <a:pt x="471" y="30793"/>
                  </a:cubicBezTo>
                  <a:cubicBezTo>
                    <a:pt x="533" y="30598"/>
                    <a:pt x="601" y="30404"/>
                    <a:pt x="675" y="30213"/>
                  </a:cubicBezTo>
                  <a:cubicBezTo>
                    <a:pt x="749" y="30022"/>
                    <a:pt x="829" y="29833"/>
                    <a:pt x="914" y="29647"/>
                  </a:cubicBezTo>
                  <a:cubicBezTo>
                    <a:pt x="1000" y="29461"/>
                    <a:pt x="1091" y="29277"/>
                    <a:pt x="1188" y="29097"/>
                  </a:cubicBezTo>
                  <a:cubicBezTo>
                    <a:pt x="1285" y="28916"/>
                    <a:pt x="1388" y="28738"/>
                    <a:pt x="1496" y="28564"/>
                  </a:cubicBezTo>
                  <a:cubicBezTo>
                    <a:pt x="1603" y="28390"/>
                    <a:pt x="1717" y="28219"/>
                    <a:pt x="1835" y="28051"/>
                  </a:cubicBezTo>
                  <a:cubicBezTo>
                    <a:pt x="1953" y="27884"/>
                    <a:pt x="2077" y="27720"/>
                    <a:pt x="2205" y="27561"/>
                  </a:cubicBezTo>
                  <a:cubicBezTo>
                    <a:pt x="2334" y="27401"/>
                    <a:pt x="2467" y="27245"/>
                    <a:pt x="2605" y="27093"/>
                  </a:cubicBezTo>
                  <a:cubicBezTo>
                    <a:pt x="2743" y="26942"/>
                    <a:pt x="2885" y="26794"/>
                    <a:pt x="3032" y="26652"/>
                  </a:cubicBezTo>
                  <a:cubicBezTo>
                    <a:pt x="3179" y="26509"/>
                    <a:pt x="3331" y="26370"/>
                    <a:pt x="3486" y="26237"/>
                  </a:cubicBezTo>
                  <a:cubicBezTo>
                    <a:pt x="3642" y="26103"/>
                    <a:pt x="3802" y="25975"/>
                    <a:pt x="3965" y="25851"/>
                  </a:cubicBezTo>
                  <a:cubicBezTo>
                    <a:pt x="4128" y="25727"/>
                    <a:pt x="4296" y="25609"/>
                    <a:pt x="4466" y="25495"/>
                  </a:cubicBezTo>
                  <a:cubicBezTo>
                    <a:pt x="4637" y="25382"/>
                    <a:pt x="4811" y="25274"/>
                    <a:pt x="4989" y="25171"/>
                  </a:cubicBezTo>
                  <a:cubicBezTo>
                    <a:pt x="5166" y="25068"/>
                    <a:pt x="5347" y="24971"/>
                    <a:pt x="5530" y="24879"/>
                  </a:cubicBezTo>
                  <a:lnTo>
                    <a:pt x="51060" y="2109"/>
                  </a:lnTo>
                  <a:cubicBezTo>
                    <a:pt x="51429" y="1925"/>
                    <a:pt x="51803" y="1752"/>
                    <a:pt x="52182" y="1591"/>
                  </a:cubicBezTo>
                  <a:cubicBezTo>
                    <a:pt x="52561" y="1430"/>
                    <a:pt x="52945" y="1281"/>
                    <a:pt x="53333" y="1144"/>
                  </a:cubicBezTo>
                  <a:cubicBezTo>
                    <a:pt x="53722" y="1006"/>
                    <a:pt x="54114" y="881"/>
                    <a:pt x="54510" y="768"/>
                  </a:cubicBezTo>
                  <a:cubicBezTo>
                    <a:pt x="54907" y="655"/>
                    <a:pt x="55306" y="554"/>
                    <a:pt x="55709" y="466"/>
                  </a:cubicBezTo>
                  <a:cubicBezTo>
                    <a:pt x="56111" y="377"/>
                    <a:pt x="56516" y="302"/>
                    <a:pt x="56923" y="238"/>
                  </a:cubicBezTo>
                  <a:cubicBezTo>
                    <a:pt x="57330" y="175"/>
                    <a:pt x="57739" y="124"/>
                    <a:pt x="58149" y="86"/>
                  </a:cubicBezTo>
                  <a:cubicBezTo>
                    <a:pt x="58559" y="48"/>
                    <a:pt x="58970" y="22"/>
                    <a:pt x="59382" y="10"/>
                  </a:cubicBezTo>
                  <a:cubicBezTo>
                    <a:pt x="59794" y="-3"/>
                    <a:pt x="60206" y="-3"/>
                    <a:pt x="60618" y="10"/>
                  </a:cubicBezTo>
                  <a:cubicBezTo>
                    <a:pt x="61030" y="22"/>
                    <a:pt x="61441" y="48"/>
                    <a:pt x="61851" y="86"/>
                  </a:cubicBezTo>
                  <a:cubicBezTo>
                    <a:pt x="62261" y="124"/>
                    <a:pt x="62670" y="175"/>
                    <a:pt x="63077" y="238"/>
                  </a:cubicBezTo>
                  <a:cubicBezTo>
                    <a:pt x="63484" y="302"/>
                    <a:pt x="63889" y="377"/>
                    <a:pt x="64292" y="466"/>
                  </a:cubicBezTo>
                  <a:cubicBezTo>
                    <a:pt x="64694" y="554"/>
                    <a:pt x="65093" y="655"/>
                    <a:pt x="65490" y="768"/>
                  </a:cubicBezTo>
                  <a:cubicBezTo>
                    <a:pt x="65886" y="881"/>
                    <a:pt x="66278" y="1006"/>
                    <a:pt x="66667" y="1144"/>
                  </a:cubicBezTo>
                  <a:cubicBezTo>
                    <a:pt x="67055" y="1281"/>
                    <a:pt x="67439" y="1430"/>
                    <a:pt x="67818" y="1591"/>
                  </a:cubicBezTo>
                  <a:cubicBezTo>
                    <a:pt x="68197" y="1752"/>
                    <a:pt x="68572" y="1925"/>
                    <a:pt x="68940" y="2109"/>
                  </a:cubicBezTo>
                  <a:lnTo>
                    <a:pt x="111060" y="23169"/>
                  </a:lnTo>
                  <a:cubicBezTo>
                    <a:pt x="111429" y="23353"/>
                    <a:pt x="111803" y="23526"/>
                    <a:pt x="112182" y="23687"/>
                  </a:cubicBezTo>
                  <a:cubicBezTo>
                    <a:pt x="112561" y="23848"/>
                    <a:pt x="112945" y="23998"/>
                    <a:pt x="113333" y="24135"/>
                  </a:cubicBezTo>
                  <a:cubicBezTo>
                    <a:pt x="113722" y="24272"/>
                    <a:pt x="114114" y="24397"/>
                    <a:pt x="114510" y="24511"/>
                  </a:cubicBezTo>
                  <a:cubicBezTo>
                    <a:pt x="114907" y="24624"/>
                    <a:pt x="115306" y="24724"/>
                    <a:pt x="115709" y="24813"/>
                  </a:cubicBezTo>
                  <a:cubicBezTo>
                    <a:pt x="116111" y="24901"/>
                    <a:pt x="116516" y="24977"/>
                    <a:pt x="116923" y="25041"/>
                  </a:cubicBezTo>
                  <a:cubicBezTo>
                    <a:pt x="117330" y="25104"/>
                    <a:pt x="117739" y="25155"/>
                    <a:pt x="118149" y="25193"/>
                  </a:cubicBezTo>
                  <a:cubicBezTo>
                    <a:pt x="118559" y="25231"/>
                    <a:pt x="118970" y="25256"/>
                    <a:pt x="119382" y="25269"/>
                  </a:cubicBezTo>
                  <a:cubicBezTo>
                    <a:pt x="119794" y="25282"/>
                    <a:pt x="120206" y="25282"/>
                    <a:pt x="120618" y="25269"/>
                  </a:cubicBezTo>
                  <a:cubicBezTo>
                    <a:pt x="121030" y="25256"/>
                    <a:pt x="121441" y="25231"/>
                    <a:pt x="121851" y="25193"/>
                  </a:cubicBezTo>
                  <a:cubicBezTo>
                    <a:pt x="122261" y="25155"/>
                    <a:pt x="122670" y="25104"/>
                    <a:pt x="123077" y="25041"/>
                  </a:cubicBezTo>
                  <a:cubicBezTo>
                    <a:pt x="123484" y="24977"/>
                    <a:pt x="123889" y="24901"/>
                    <a:pt x="124292" y="24813"/>
                  </a:cubicBezTo>
                  <a:cubicBezTo>
                    <a:pt x="124694" y="24724"/>
                    <a:pt x="125093" y="24624"/>
                    <a:pt x="125490" y="24511"/>
                  </a:cubicBezTo>
                  <a:cubicBezTo>
                    <a:pt x="125886" y="24397"/>
                    <a:pt x="126278" y="24272"/>
                    <a:pt x="126667" y="24135"/>
                  </a:cubicBezTo>
                  <a:cubicBezTo>
                    <a:pt x="127055" y="23998"/>
                    <a:pt x="127439" y="23848"/>
                    <a:pt x="127818" y="23687"/>
                  </a:cubicBezTo>
                  <a:cubicBezTo>
                    <a:pt x="128197" y="23526"/>
                    <a:pt x="128572" y="23353"/>
                    <a:pt x="128940" y="23169"/>
                  </a:cubicBezTo>
                  <a:lnTo>
                    <a:pt x="165530" y="4869"/>
                  </a:lnTo>
                  <a:cubicBezTo>
                    <a:pt x="165714" y="4777"/>
                    <a:pt x="165901" y="4691"/>
                    <a:pt x="166090" y="4611"/>
                  </a:cubicBezTo>
                  <a:cubicBezTo>
                    <a:pt x="166279" y="4530"/>
                    <a:pt x="166471" y="4456"/>
                    <a:pt x="166665" y="4387"/>
                  </a:cubicBezTo>
                  <a:cubicBezTo>
                    <a:pt x="166859" y="4319"/>
                    <a:pt x="167055" y="4256"/>
                    <a:pt x="167252" y="4200"/>
                  </a:cubicBezTo>
                  <a:cubicBezTo>
                    <a:pt x="167450" y="4143"/>
                    <a:pt x="167650" y="4093"/>
                    <a:pt x="167850" y="4048"/>
                  </a:cubicBezTo>
                  <a:cubicBezTo>
                    <a:pt x="168051" y="4004"/>
                    <a:pt x="168253" y="3966"/>
                    <a:pt x="168456" y="3935"/>
                  </a:cubicBezTo>
                  <a:cubicBezTo>
                    <a:pt x="168660" y="3903"/>
                    <a:pt x="168864" y="3877"/>
                    <a:pt x="169069" y="3858"/>
                  </a:cubicBezTo>
                  <a:cubicBezTo>
                    <a:pt x="169273" y="3839"/>
                    <a:pt x="169479" y="3826"/>
                    <a:pt x="169684" y="3820"/>
                  </a:cubicBezTo>
                  <a:cubicBezTo>
                    <a:pt x="169890" y="3813"/>
                    <a:pt x="170095" y="3813"/>
                    <a:pt x="170301" y="3819"/>
                  </a:cubicBezTo>
                  <a:cubicBezTo>
                    <a:pt x="170506" y="3825"/>
                    <a:pt x="170712" y="3838"/>
                    <a:pt x="170916" y="3857"/>
                  </a:cubicBezTo>
                  <a:cubicBezTo>
                    <a:pt x="171121" y="3876"/>
                    <a:pt x="171325" y="3901"/>
                    <a:pt x="171529" y="3932"/>
                  </a:cubicBezTo>
                  <a:cubicBezTo>
                    <a:pt x="171732" y="3964"/>
                    <a:pt x="171934" y="4001"/>
                    <a:pt x="172135" y="4045"/>
                  </a:cubicBezTo>
                  <a:cubicBezTo>
                    <a:pt x="172336" y="4089"/>
                    <a:pt x="172535" y="4139"/>
                    <a:pt x="172733" y="4195"/>
                  </a:cubicBezTo>
                  <a:cubicBezTo>
                    <a:pt x="172931" y="4252"/>
                    <a:pt x="173127" y="4314"/>
                    <a:pt x="173321" y="4382"/>
                  </a:cubicBezTo>
                  <a:cubicBezTo>
                    <a:pt x="173515" y="4450"/>
                    <a:pt x="173707" y="4525"/>
                    <a:pt x="173896" y="4605"/>
                  </a:cubicBezTo>
                  <a:cubicBezTo>
                    <a:pt x="174086" y="4685"/>
                    <a:pt x="174272" y="4771"/>
                    <a:pt x="174457" y="4863"/>
                  </a:cubicBezTo>
                  <a:cubicBezTo>
                    <a:pt x="174641" y="4954"/>
                    <a:pt x="174822" y="5052"/>
                    <a:pt x="175000" y="5154"/>
                  </a:cubicBezTo>
                  <a:cubicBezTo>
                    <a:pt x="175178" y="5257"/>
                    <a:pt x="175353" y="5365"/>
                    <a:pt x="175524" y="5479"/>
                  </a:cubicBezTo>
                  <a:cubicBezTo>
                    <a:pt x="175696" y="5593"/>
                    <a:pt x="175864" y="5711"/>
                    <a:pt x="176028" y="5835"/>
                  </a:cubicBezTo>
                  <a:cubicBezTo>
                    <a:pt x="176192" y="5959"/>
                    <a:pt x="176352" y="6088"/>
                    <a:pt x="176508" y="6222"/>
                  </a:cubicBezTo>
                  <a:cubicBezTo>
                    <a:pt x="176664" y="6356"/>
                    <a:pt x="176816" y="6495"/>
                    <a:pt x="176964" y="6638"/>
                  </a:cubicBezTo>
                  <a:cubicBezTo>
                    <a:pt x="177111" y="6781"/>
                    <a:pt x="177254" y="6929"/>
                    <a:pt x="177393" y="7081"/>
                  </a:cubicBezTo>
                  <a:cubicBezTo>
                    <a:pt x="177531" y="7233"/>
                    <a:pt x="177665" y="7389"/>
                    <a:pt x="177794" y="7549"/>
                  </a:cubicBezTo>
                  <a:cubicBezTo>
                    <a:pt x="177923" y="7710"/>
                    <a:pt x="178047" y="7874"/>
                    <a:pt x="178165" y="8042"/>
                  </a:cubicBezTo>
                  <a:cubicBezTo>
                    <a:pt x="178284" y="8210"/>
                    <a:pt x="178398" y="8381"/>
                    <a:pt x="178506" y="8556"/>
                  </a:cubicBezTo>
                  <a:cubicBezTo>
                    <a:pt x="178614" y="8731"/>
                    <a:pt x="178717" y="8909"/>
                    <a:pt x="178814" y="9090"/>
                  </a:cubicBezTo>
                  <a:cubicBezTo>
                    <a:pt x="178911" y="9272"/>
                    <a:pt x="179002" y="9456"/>
                    <a:pt x="179088" y="9643"/>
                  </a:cubicBezTo>
                  <a:cubicBezTo>
                    <a:pt x="179174" y="9830"/>
                    <a:pt x="179254" y="10019"/>
                    <a:pt x="179328" y="10211"/>
                  </a:cubicBezTo>
                  <a:cubicBezTo>
                    <a:pt x="179402" y="10403"/>
                    <a:pt x="179470" y="10597"/>
                    <a:pt x="179533" y="10793"/>
                  </a:cubicBezTo>
                  <a:cubicBezTo>
                    <a:pt x="179595" y="10989"/>
                    <a:pt x="179651" y="11187"/>
                    <a:pt x="179701" y="11386"/>
                  </a:cubicBezTo>
                  <a:cubicBezTo>
                    <a:pt x="179751" y="11586"/>
                    <a:pt x="179794" y="11787"/>
                    <a:pt x="179832" y="11989"/>
                  </a:cubicBezTo>
                  <a:cubicBezTo>
                    <a:pt x="179870" y="12191"/>
                    <a:pt x="179901" y="12394"/>
                    <a:pt x="179926" y="12599"/>
                  </a:cubicBezTo>
                  <a:cubicBezTo>
                    <a:pt x="179951" y="12803"/>
                    <a:pt x="179970" y="13008"/>
                    <a:pt x="179982" y="13213"/>
                  </a:cubicBezTo>
                  <a:cubicBezTo>
                    <a:pt x="179994" y="13418"/>
                    <a:pt x="180000" y="13624"/>
                    <a:pt x="180000" y="13829"/>
                  </a:cubicBezTo>
                  <a:lnTo>
                    <a:pt x="180000" y="107639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1" name="probe-lucide-map-minus-part-2"/>
            <p:cNvSpPr/>
            <p:nvPr/>
          </p:nvSpPr>
          <p:spPr>
            <a:xfrm>
              <a:off x="150000" y="57640"/>
              <a:ext cx="10" cy="82360"/>
            </a:xfrm>
            <a:custGeom>
              <a:avLst/>
              <a:gdLst/>
              <a:ahLst/>
              <a:cxnLst/>
              <a:rect l="0" t="0" r="r" b="b"/>
              <a:pathLst>
                <a:path w="10" h="82360">
                  <a:moveTo>
                    <a:pt x="0" y="0"/>
                  </a:moveTo>
                  <a:lnTo>
                    <a:pt x="0" y="8236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2" name="probe-lucide-map-minus-part-3"/>
            <p:cNvSpPr/>
            <p:nvPr/>
          </p:nvSpPr>
          <p:spPr>
            <a:xfrm>
              <a:off x="150000" y="18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6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3" name="probe-lucide-map-minus-part-4"/>
            <p:cNvSpPr/>
            <p:nvPr/>
          </p:nvSpPr>
          <p:spPr>
            <a:xfrm>
              <a:off x="90000" y="32360"/>
              <a:ext cx="10" cy="150000"/>
            </a:xfrm>
            <a:custGeom>
              <a:avLst/>
              <a:gdLst/>
              <a:ahLst/>
              <a:cxnLst/>
              <a:rect l="0" t="0" r="r" b="b"/>
              <a:pathLst>
                <a:path w="10" h="150000">
                  <a:moveTo>
                    <a:pt x="0" y="0"/>
                  </a:moveTo>
                  <a:lnTo>
                    <a:pt x="0" y="1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54" name="probe-lucide-map-pin" descr="map-pin — Lucide Icons and Contributors; preserve the bundled full upstream license. Source: https://github.com/lucide-icons/lucide/blob/20aef31db93fe4d9f398dbb15b120d99c48eef95/icons/map-pin.svg; SVG SHA256: 16f1042a62f1bda20ebab8bfc1cb79c0be285c980dea6c2c733a17902631405b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55" name="probe-lucide-map-pin-part-1"/>
            <p:cNvSpPr/>
            <p:nvPr/>
          </p:nvSpPr>
          <p:spPr>
            <a:xfrm>
              <a:off x="40000" y="20000"/>
              <a:ext cx="160000" cy="199998"/>
            </a:xfrm>
            <a:custGeom>
              <a:avLst/>
              <a:gdLst/>
              <a:ahLst/>
              <a:cxnLst/>
              <a:rect l="0" t="0" r="r" b="b"/>
              <a:pathLst>
                <a:path w="160000" h="199998">
                  <a:moveTo>
                    <a:pt x="160000" y="80000"/>
                  </a:moveTo>
                  <a:cubicBezTo>
                    <a:pt x="160000" y="129930"/>
                    <a:pt x="104610" y="181930"/>
                    <a:pt x="86010" y="197990"/>
                  </a:cubicBezTo>
                  <a:cubicBezTo>
                    <a:pt x="85846" y="198113"/>
                    <a:pt x="85679" y="198231"/>
                    <a:pt x="85508" y="198344"/>
                  </a:cubicBezTo>
                  <a:cubicBezTo>
                    <a:pt x="85337" y="198457"/>
                    <a:pt x="85163" y="198564"/>
                    <a:pt x="84986" y="198666"/>
                  </a:cubicBezTo>
                  <a:cubicBezTo>
                    <a:pt x="84808" y="198768"/>
                    <a:pt x="84628" y="198865"/>
                    <a:pt x="84444" y="198956"/>
                  </a:cubicBezTo>
                  <a:cubicBezTo>
                    <a:pt x="84261" y="199047"/>
                    <a:pt x="84075" y="199132"/>
                    <a:pt x="83886" y="199211"/>
                  </a:cubicBezTo>
                  <a:cubicBezTo>
                    <a:pt x="83698" y="199291"/>
                    <a:pt x="83507" y="199365"/>
                    <a:pt x="83313" y="199433"/>
                  </a:cubicBezTo>
                  <a:cubicBezTo>
                    <a:pt x="83120" y="199500"/>
                    <a:pt x="82925" y="199562"/>
                    <a:pt x="82728" y="199618"/>
                  </a:cubicBezTo>
                  <a:cubicBezTo>
                    <a:pt x="82531" y="199674"/>
                    <a:pt x="82333" y="199724"/>
                    <a:pt x="82133" y="199767"/>
                  </a:cubicBezTo>
                  <a:cubicBezTo>
                    <a:pt x="81933" y="199811"/>
                    <a:pt x="81731" y="199849"/>
                    <a:pt x="81529" y="199880"/>
                  </a:cubicBezTo>
                  <a:cubicBezTo>
                    <a:pt x="81327" y="199911"/>
                    <a:pt x="81124" y="199936"/>
                    <a:pt x="80920" y="199955"/>
                  </a:cubicBezTo>
                  <a:cubicBezTo>
                    <a:pt x="80716" y="199974"/>
                    <a:pt x="80512" y="199987"/>
                    <a:pt x="80307" y="199993"/>
                  </a:cubicBezTo>
                  <a:cubicBezTo>
                    <a:pt x="80102" y="199999"/>
                    <a:pt x="79898" y="199999"/>
                    <a:pt x="79693" y="199993"/>
                  </a:cubicBezTo>
                  <a:cubicBezTo>
                    <a:pt x="79488" y="199987"/>
                    <a:pt x="79284" y="199974"/>
                    <a:pt x="79080" y="199955"/>
                  </a:cubicBezTo>
                  <a:cubicBezTo>
                    <a:pt x="78876" y="199936"/>
                    <a:pt x="78673" y="199911"/>
                    <a:pt x="78471" y="199880"/>
                  </a:cubicBezTo>
                  <a:cubicBezTo>
                    <a:pt x="78269" y="199849"/>
                    <a:pt x="78067" y="199811"/>
                    <a:pt x="77867" y="199767"/>
                  </a:cubicBezTo>
                  <a:cubicBezTo>
                    <a:pt x="77667" y="199724"/>
                    <a:pt x="77469" y="199674"/>
                    <a:pt x="77272" y="199618"/>
                  </a:cubicBezTo>
                  <a:cubicBezTo>
                    <a:pt x="77075" y="199562"/>
                    <a:pt x="76880" y="199500"/>
                    <a:pt x="76687" y="199433"/>
                  </a:cubicBezTo>
                  <a:cubicBezTo>
                    <a:pt x="76493" y="199365"/>
                    <a:pt x="76302" y="199291"/>
                    <a:pt x="76114" y="199211"/>
                  </a:cubicBezTo>
                  <a:cubicBezTo>
                    <a:pt x="75925" y="199132"/>
                    <a:pt x="75739" y="199047"/>
                    <a:pt x="75556" y="198956"/>
                  </a:cubicBezTo>
                  <a:cubicBezTo>
                    <a:pt x="75372" y="198865"/>
                    <a:pt x="75192" y="198768"/>
                    <a:pt x="75014" y="198666"/>
                  </a:cubicBezTo>
                  <a:cubicBezTo>
                    <a:pt x="74837" y="198564"/>
                    <a:pt x="74663" y="198457"/>
                    <a:pt x="74492" y="198344"/>
                  </a:cubicBezTo>
                  <a:cubicBezTo>
                    <a:pt x="74321" y="198231"/>
                    <a:pt x="74154" y="198113"/>
                    <a:pt x="73990" y="197990"/>
                  </a:cubicBezTo>
                  <a:cubicBezTo>
                    <a:pt x="55390" y="181930"/>
                    <a:pt x="0" y="129930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6" name="probe-lucide-map-pin-part-2"/>
            <p:cNvSpPr/>
            <p:nvPr/>
          </p:nvSpPr>
          <p:spPr>
            <a:xfrm>
              <a:off x="90000" y="7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lucide/map-pin-check-inside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lucide/mountain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lucide/mountain-snow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lucide/navigation-2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lucide/notebook-pen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lucide/pencil-ruler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lucide/radio-receiver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lucide/satellite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lucide/satellite-dish</a:t>
            </a:r>
          </a:p>
        </p:txBody>
      </p:sp>
      <p:grpSp>
        <p:nvGrpSpPr>
          <p:cNvPr id="23" name="probe-lucide-map-pin-check" descr="map-pin-check — Lucide Icons and Contributors; preserve the bundled full upstream license. Source: https://github.com/lucide-icons/lucide/blob/20aef31db93fe4d9f398dbb15b120d99c48eef95/icons/map-pin-check.svg; SVG SHA256: c7756f07cfb650e7c43f259f118fdce19dfdc8393f6bc9699f72da09f070cd13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map-pin-check-part-1"/>
            <p:cNvSpPr/>
            <p:nvPr/>
          </p:nvSpPr>
          <p:spPr>
            <a:xfrm>
              <a:off x="40000" y="20000"/>
              <a:ext cx="160000" cy="199998"/>
            </a:xfrm>
            <a:custGeom>
              <a:avLst/>
              <a:gdLst/>
              <a:ahLst/>
              <a:cxnLst/>
              <a:rect l="0" t="0" r="r" b="b"/>
              <a:pathLst>
                <a:path w="160000" h="199998">
                  <a:moveTo>
                    <a:pt x="154300" y="109350"/>
                  </a:moveTo>
                  <a:cubicBezTo>
                    <a:pt x="157870" y="99680"/>
                    <a:pt x="160000" y="89800"/>
                    <a:pt x="160000" y="80000"/>
                  </a:cubicBezTo>
                  <a:cubicBezTo>
                    <a:pt x="160000" y="78324"/>
                    <a:pt x="159947" y="76649"/>
                    <a:pt x="159842" y="74977"/>
                  </a:cubicBezTo>
                  <a:cubicBezTo>
                    <a:pt x="159737" y="73304"/>
                    <a:pt x="159579" y="71636"/>
                    <a:pt x="159369" y="69973"/>
                  </a:cubicBezTo>
                  <a:cubicBezTo>
                    <a:pt x="159159" y="68311"/>
                    <a:pt x="158897" y="66655"/>
                    <a:pt x="158583" y="65009"/>
                  </a:cubicBezTo>
                  <a:cubicBezTo>
                    <a:pt x="158269" y="63364"/>
                    <a:pt x="157903" y="61728"/>
                    <a:pt x="157487" y="60105"/>
                  </a:cubicBezTo>
                  <a:cubicBezTo>
                    <a:pt x="157070" y="58482"/>
                    <a:pt x="156602" y="56872"/>
                    <a:pt x="156085" y="55279"/>
                  </a:cubicBezTo>
                  <a:cubicBezTo>
                    <a:pt x="155567" y="53685"/>
                    <a:pt x="154999" y="52108"/>
                    <a:pt x="154382" y="50550"/>
                  </a:cubicBezTo>
                  <a:cubicBezTo>
                    <a:pt x="153765" y="48992"/>
                    <a:pt x="153100" y="47454"/>
                    <a:pt x="152386" y="45938"/>
                  </a:cubicBezTo>
                  <a:cubicBezTo>
                    <a:pt x="151673" y="44421"/>
                    <a:pt x="150912" y="42928"/>
                    <a:pt x="150105" y="41460"/>
                  </a:cubicBezTo>
                  <a:cubicBezTo>
                    <a:pt x="149297" y="39991"/>
                    <a:pt x="148444" y="38549"/>
                    <a:pt x="147546" y="37134"/>
                  </a:cubicBezTo>
                  <a:cubicBezTo>
                    <a:pt x="146648" y="35719"/>
                    <a:pt x="145706" y="34333"/>
                    <a:pt x="144721" y="32977"/>
                  </a:cubicBezTo>
                  <a:cubicBezTo>
                    <a:pt x="143736" y="31622"/>
                    <a:pt x="142709" y="30297"/>
                    <a:pt x="141641" y="29006"/>
                  </a:cubicBezTo>
                  <a:cubicBezTo>
                    <a:pt x="140573" y="27715"/>
                    <a:pt x="139465" y="26458"/>
                    <a:pt x="138317" y="25236"/>
                  </a:cubicBezTo>
                  <a:cubicBezTo>
                    <a:pt x="137170" y="24015"/>
                    <a:pt x="135985" y="22830"/>
                    <a:pt x="134764" y="21683"/>
                  </a:cubicBezTo>
                  <a:cubicBezTo>
                    <a:pt x="133542" y="20535"/>
                    <a:pt x="132285" y="19427"/>
                    <a:pt x="130994" y="18359"/>
                  </a:cubicBezTo>
                  <a:cubicBezTo>
                    <a:pt x="129703" y="17291"/>
                    <a:pt x="128378" y="16264"/>
                    <a:pt x="127023" y="15279"/>
                  </a:cubicBezTo>
                  <a:cubicBezTo>
                    <a:pt x="125667" y="14294"/>
                    <a:pt x="124281" y="13352"/>
                    <a:pt x="122866" y="12454"/>
                  </a:cubicBezTo>
                  <a:cubicBezTo>
                    <a:pt x="121451" y="11556"/>
                    <a:pt x="120009" y="10703"/>
                    <a:pt x="118540" y="9895"/>
                  </a:cubicBezTo>
                  <a:cubicBezTo>
                    <a:pt x="117072" y="9088"/>
                    <a:pt x="115579" y="8327"/>
                    <a:pt x="114062" y="7614"/>
                  </a:cubicBezTo>
                  <a:cubicBezTo>
                    <a:pt x="112546" y="6900"/>
                    <a:pt x="111008" y="6235"/>
                    <a:pt x="109450" y="5618"/>
                  </a:cubicBezTo>
                  <a:cubicBezTo>
                    <a:pt x="107892" y="5001"/>
                    <a:pt x="106315" y="4433"/>
                    <a:pt x="104721" y="3915"/>
                  </a:cubicBezTo>
                  <a:cubicBezTo>
                    <a:pt x="103128" y="3398"/>
                    <a:pt x="101518" y="2930"/>
                    <a:pt x="99895" y="2513"/>
                  </a:cubicBezTo>
                  <a:cubicBezTo>
                    <a:pt x="98272" y="2097"/>
                    <a:pt x="96636" y="1731"/>
                    <a:pt x="94991" y="1417"/>
                  </a:cubicBezTo>
                  <a:cubicBezTo>
                    <a:pt x="93345" y="1103"/>
                    <a:pt x="91689" y="841"/>
                    <a:pt x="90027" y="631"/>
                  </a:cubicBezTo>
                  <a:cubicBezTo>
                    <a:pt x="88364" y="421"/>
                    <a:pt x="86696" y="263"/>
                    <a:pt x="85023" y="158"/>
                  </a:cubicBezTo>
                  <a:cubicBezTo>
                    <a:pt x="83351" y="53"/>
                    <a:pt x="81676" y="0"/>
                    <a:pt x="80000" y="0"/>
                  </a:cubicBezTo>
                  <a:cubicBezTo>
                    <a:pt x="78324" y="0"/>
                    <a:pt x="76649" y="53"/>
                    <a:pt x="74977" y="158"/>
                  </a:cubicBezTo>
                  <a:cubicBezTo>
                    <a:pt x="73304" y="263"/>
                    <a:pt x="71636" y="421"/>
                    <a:pt x="69973" y="631"/>
                  </a:cubicBezTo>
                  <a:cubicBezTo>
                    <a:pt x="68311" y="841"/>
                    <a:pt x="66655" y="1103"/>
                    <a:pt x="65009" y="1417"/>
                  </a:cubicBezTo>
                  <a:cubicBezTo>
                    <a:pt x="63364" y="1731"/>
                    <a:pt x="61728" y="2097"/>
                    <a:pt x="60105" y="2513"/>
                  </a:cubicBezTo>
                  <a:cubicBezTo>
                    <a:pt x="58482" y="2930"/>
                    <a:pt x="56872" y="3398"/>
                    <a:pt x="55279" y="3915"/>
                  </a:cubicBezTo>
                  <a:cubicBezTo>
                    <a:pt x="53685" y="4433"/>
                    <a:pt x="52108" y="5001"/>
                    <a:pt x="50550" y="5618"/>
                  </a:cubicBezTo>
                  <a:cubicBezTo>
                    <a:pt x="48992" y="6235"/>
                    <a:pt x="47454" y="6900"/>
                    <a:pt x="45938" y="7614"/>
                  </a:cubicBezTo>
                  <a:cubicBezTo>
                    <a:pt x="44421" y="8327"/>
                    <a:pt x="42928" y="9088"/>
                    <a:pt x="41460" y="9895"/>
                  </a:cubicBezTo>
                  <a:cubicBezTo>
                    <a:pt x="39991" y="10703"/>
                    <a:pt x="38549" y="11556"/>
                    <a:pt x="37134" y="12454"/>
                  </a:cubicBezTo>
                  <a:cubicBezTo>
                    <a:pt x="35719" y="13352"/>
                    <a:pt x="34333" y="14294"/>
                    <a:pt x="32977" y="15279"/>
                  </a:cubicBezTo>
                  <a:cubicBezTo>
                    <a:pt x="31622" y="16264"/>
                    <a:pt x="30297" y="17291"/>
                    <a:pt x="29006" y="18359"/>
                  </a:cubicBezTo>
                  <a:cubicBezTo>
                    <a:pt x="27715" y="19427"/>
                    <a:pt x="26458" y="20535"/>
                    <a:pt x="25236" y="21683"/>
                  </a:cubicBezTo>
                  <a:cubicBezTo>
                    <a:pt x="24015" y="22830"/>
                    <a:pt x="22830" y="24015"/>
                    <a:pt x="21683" y="25236"/>
                  </a:cubicBezTo>
                  <a:cubicBezTo>
                    <a:pt x="20535" y="26458"/>
                    <a:pt x="19427" y="27715"/>
                    <a:pt x="18359" y="29006"/>
                  </a:cubicBezTo>
                  <a:cubicBezTo>
                    <a:pt x="17291" y="30297"/>
                    <a:pt x="16264" y="31622"/>
                    <a:pt x="15279" y="32977"/>
                  </a:cubicBezTo>
                  <a:cubicBezTo>
                    <a:pt x="14294" y="34333"/>
                    <a:pt x="13352" y="35719"/>
                    <a:pt x="12454" y="37134"/>
                  </a:cubicBezTo>
                  <a:cubicBezTo>
                    <a:pt x="11556" y="38549"/>
                    <a:pt x="10703" y="39991"/>
                    <a:pt x="9895" y="41460"/>
                  </a:cubicBezTo>
                  <a:cubicBezTo>
                    <a:pt x="9088" y="42928"/>
                    <a:pt x="8327" y="44421"/>
                    <a:pt x="7614" y="45938"/>
                  </a:cubicBezTo>
                  <a:cubicBezTo>
                    <a:pt x="6900" y="47454"/>
                    <a:pt x="6235" y="48992"/>
                    <a:pt x="5618" y="50550"/>
                  </a:cubicBezTo>
                  <a:cubicBezTo>
                    <a:pt x="5001" y="52108"/>
                    <a:pt x="4433" y="53685"/>
                    <a:pt x="3915" y="55279"/>
                  </a:cubicBezTo>
                  <a:cubicBezTo>
                    <a:pt x="3398" y="56872"/>
                    <a:pt x="2930" y="58482"/>
                    <a:pt x="2513" y="60105"/>
                  </a:cubicBezTo>
                  <a:cubicBezTo>
                    <a:pt x="2097" y="61728"/>
                    <a:pt x="1731" y="63364"/>
                    <a:pt x="1417" y="65009"/>
                  </a:cubicBezTo>
                  <a:cubicBezTo>
                    <a:pt x="1103" y="66655"/>
                    <a:pt x="841" y="68311"/>
                    <a:pt x="631" y="69973"/>
                  </a:cubicBezTo>
                  <a:cubicBezTo>
                    <a:pt x="421" y="71636"/>
                    <a:pt x="263" y="73304"/>
                    <a:pt x="158" y="74977"/>
                  </a:cubicBezTo>
                  <a:cubicBezTo>
                    <a:pt x="53" y="76649"/>
                    <a:pt x="0" y="78324"/>
                    <a:pt x="0" y="80000"/>
                  </a:cubicBezTo>
                  <a:cubicBezTo>
                    <a:pt x="0" y="129930"/>
                    <a:pt x="55390" y="181930"/>
                    <a:pt x="73990" y="197990"/>
                  </a:cubicBezTo>
                  <a:cubicBezTo>
                    <a:pt x="74154" y="198113"/>
                    <a:pt x="74321" y="198231"/>
                    <a:pt x="74492" y="198344"/>
                  </a:cubicBezTo>
                  <a:cubicBezTo>
                    <a:pt x="74663" y="198457"/>
                    <a:pt x="74837" y="198564"/>
                    <a:pt x="75014" y="198666"/>
                  </a:cubicBezTo>
                  <a:cubicBezTo>
                    <a:pt x="75192" y="198768"/>
                    <a:pt x="75372" y="198865"/>
                    <a:pt x="75556" y="198956"/>
                  </a:cubicBezTo>
                  <a:cubicBezTo>
                    <a:pt x="75739" y="199047"/>
                    <a:pt x="75925" y="199132"/>
                    <a:pt x="76114" y="199211"/>
                  </a:cubicBezTo>
                  <a:cubicBezTo>
                    <a:pt x="76302" y="199291"/>
                    <a:pt x="76493" y="199365"/>
                    <a:pt x="76687" y="199433"/>
                  </a:cubicBezTo>
                  <a:cubicBezTo>
                    <a:pt x="76880" y="199500"/>
                    <a:pt x="77075" y="199562"/>
                    <a:pt x="77272" y="199618"/>
                  </a:cubicBezTo>
                  <a:cubicBezTo>
                    <a:pt x="77469" y="199674"/>
                    <a:pt x="77667" y="199724"/>
                    <a:pt x="77867" y="199767"/>
                  </a:cubicBezTo>
                  <a:cubicBezTo>
                    <a:pt x="78067" y="199811"/>
                    <a:pt x="78269" y="199849"/>
                    <a:pt x="78471" y="199880"/>
                  </a:cubicBezTo>
                  <a:cubicBezTo>
                    <a:pt x="78673" y="199911"/>
                    <a:pt x="78876" y="199936"/>
                    <a:pt x="79080" y="199955"/>
                  </a:cubicBezTo>
                  <a:cubicBezTo>
                    <a:pt x="79284" y="199974"/>
                    <a:pt x="79488" y="199987"/>
                    <a:pt x="79693" y="199993"/>
                  </a:cubicBezTo>
                  <a:cubicBezTo>
                    <a:pt x="79898" y="199999"/>
                    <a:pt x="80102" y="199999"/>
                    <a:pt x="80307" y="199993"/>
                  </a:cubicBezTo>
                  <a:cubicBezTo>
                    <a:pt x="80512" y="199987"/>
                    <a:pt x="80716" y="199974"/>
                    <a:pt x="80920" y="199955"/>
                  </a:cubicBezTo>
                  <a:cubicBezTo>
                    <a:pt x="81124" y="199936"/>
                    <a:pt x="81327" y="199911"/>
                    <a:pt x="81529" y="199880"/>
                  </a:cubicBezTo>
                  <a:cubicBezTo>
                    <a:pt x="81731" y="199849"/>
                    <a:pt x="81933" y="199811"/>
                    <a:pt x="82133" y="199767"/>
                  </a:cubicBezTo>
                  <a:cubicBezTo>
                    <a:pt x="82333" y="199724"/>
                    <a:pt x="82531" y="199674"/>
                    <a:pt x="82728" y="199618"/>
                  </a:cubicBezTo>
                  <a:cubicBezTo>
                    <a:pt x="82925" y="199562"/>
                    <a:pt x="83120" y="199500"/>
                    <a:pt x="83313" y="199433"/>
                  </a:cubicBezTo>
                  <a:cubicBezTo>
                    <a:pt x="83507" y="199365"/>
                    <a:pt x="83698" y="199291"/>
                    <a:pt x="83886" y="199211"/>
                  </a:cubicBezTo>
                  <a:cubicBezTo>
                    <a:pt x="84075" y="199132"/>
                    <a:pt x="84261" y="199047"/>
                    <a:pt x="84444" y="198956"/>
                  </a:cubicBezTo>
                  <a:cubicBezTo>
                    <a:pt x="84628" y="198865"/>
                    <a:pt x="84808" y="198768"/>
                    <a:pt x="84986" y="198666"/>
                  </a:cubicBezTo>
                  <a:cubicBezTo>
                    <a:pt x="85163" y="198564"/>
                    <a:pt x="85337" y="198457"/>
                    <a:pt x="85508" y="198344"/>
                  </a:cubicBezTo>
                  <a:cubicBezTo>
                    <a:pt x="85679" y="198231"/>
                    <a:pt x="85846" y="198113"/>
                    <a:pt x="86010" y="197990"/>
                  </a:cubicBezTo>
                  <a:cubicBezTo>
                    <a:pt x="88761" y="195609"/>
                    <a:pt x="91471" y="193182"/>
                    <a:pt x="94140" y="19071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map-pin-check-part-2"/>
            <p:cNvSpPr/>
            <p:nvPr/>
          </p:nvSpPr>
          <p:spPr>
            <a:xfrm>
              <a:off x="90000" y="7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map-pin-check-part-3"/>
            <p:cNvSpPr/>
            <p:nvPr/>
          </p:nvSpPr>
          <p:spPr>
            <a:xfrm>
              <a:off x="160000" y="16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7" name="probe-lucide-map-pin-check-inside" descr="样点核验 — Lucide Icons and Contributors; ISC; original SVG unchanged. Source: https://github.com/lucide-icons/lucide/blob/20aef31db93fe4d9f398dbb15b120d99c48eef95/icons/map-pin-check-inside.svg; SVG SHA256: dc4e9b15aec3035806fef726cd17ed1622e18e13e91068a9227732293da8d707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8" name="probe-lucide-map-pin-check-inside-part-1"/>
            <p:cNvSpPr/>
            <p:nvPr/>
          </p:nvSpPr>
          <p:spPr>
            <a:xfrm>
              <a:off x="40000" y="20000"/>
              <a:ext cx="160000" cy="199998"/>
            </a:xfrm>
            <a:custGeom>
              <a:avLst/>
              <a:gdLst/>
              <a:ahLst/>
              <a:cxnLst/>
              <a:rect l="0" t="0" r="r" b="b"/>
              <a:pathLst>
                <a:path w="160000" h="199998">
                  <a:moveTo>
                    <a:pt x="160000" y="80000"/>
                  </a:moveTo>
                  <a:cubicBezTo>
                    <a:pt x="160000" y="129930"/>
                    <a:pt x="104610" y="181930"/>
                    <a:pt x="86010" y="197990"/>
                  </a:cubicBezTo>
                  <a:cubicBezTo>
                    <a:pt x="85846" y="198113"/>
                    <a:pt x="85679" y="198231"/>
                    <a:pt x="85508" y="198344"/>
                  </a:cubicBezTo>
                  <a:cubicBezTo>
                    <a:pt x="85337" y="198457"/>
                    <a:pt x="85163" y="198564"/>
                    <a:pt x="84986" y="198666"/>
                  </a:cubicBezTo>
                  <a:cubicBezTo>
                    <a:pt x="84808" y="198768"/>
                    <a:pt x="84628" y="198865"/>
                    <a:pt x="84444" y="198956"/>
                  </a:cubicBezTo>
                  <a:cubicBezTo>
                    <a:pt x="84261" y="199047"/>
                    <a:pt x="84075" y="199132"/>
                    <a:pt x="83886" y="199211"/>
                  </a:cubicBezTo>
                  <a:cubicBezTo>
                    <a:pt x="83698" y="199291"/>
                    <a:pt x="83507" y="199365"/>
                    <a:pt x="83313" y="199433"/>
                  </a:cubicBezTo>
                  <a:cubicBezTo>
                    <a:pt x="83120" y="199500"/>
                    <a:pt x="82925" y="199562"/>
                    <a:pt x="82728" y="199618"/>
                  </a:cubicBezTo>
                  <a:cubicBezTo>
                    <a:pt x="82531" y="199674"/>
                    <a:pt x="82333" y="199724"/>
                    <a:pt x="82133" y="199767"/>
                  </a:cubicBezTo>
                  <a:cubicBezTo>
                    <a:pt x="81933" y="199811"/>
                    <a:pt x="81731" y="199849"/>
                    <a:pt x="81529" y="199880"/>
                  </a:cubicBezTo>
                  <a:cubicBezTo>
                    <a:pt x="81327" y="199911"/>
                    <a:pt x="81124" y="199936"/>
                    <a:pt x="80920" y="199955"/>
                  </a:cubicBezTo>
                  <a:cubicBezTo>
                    <a:pt x="80716" y="199974"/>
                    <a:pt x="80512" y="199987"/>
                    <a:pt x="80307" y="199993"/>
                  </a:cubicBezTo>
                  <a:cubicBezTo>
                    <a:pt x="80102" y="199999"/>
                    <a:pt x="79898" y="199999"/>
                    <a:pt x="79693" y="199993"/>
                  </a:cubicBezTo>
                  <a:cubicBezTo>
                    <a:pt x="79488" y="199987"/>
                    <a:pt x="79284" y="199974"/>
                    <a:pt x="79080" y="199955"/>
                  </a:cubicBezTo>
                  <a:cubicBezTo>
                    <a:pt x="78876" y="199936"/>
                    <a:pt x="78673" y="199911"/>
                    <a:pt x="78471" y="199880"/>
                  </a:cubicBezTo>
                  <a:cubicBezTo>
                    <a:pt x="78269" y="199849"/>
                    <a:pt x="78067" y="199811"/>
                    <a:pt x="77867" y="199767"/>
                  </a:cubicBezTo>
                  <a:cubicBezTo>
                    <a:pt x="77667" y="199724"/>
                    <a:pt x="77469" y="199674"/>
                    <a:pt x="77272" y="199618"/>
                  </a:cubicBezTo>
                  <a:cubicBezTo>
                    <a:pt x="77075" y="199562"/>
                    <a:pt x="76880" y="199500"/>
                    <a:pt x="76687" y="199433"/>
                  </a:cubicBezTo>
                  <a:cubicBezTo>
                    <a:pt x="76493" y="199365"/>
                    <a:pt x="76302" y="199291"/>
                    <a:pt x="76114" y="199211"/>
                  </a:cubicBezTo>
                  <a:cubicBezTo>
                    <a:pt x="75925" y="199132"/>
                    <a:pt x="75739" y="199047"/>
                    <a:pt x="75556" y="198956"/>
                  </a:cubicBezTo>
                  <a:cubicBezTo>
                    <a:pt x="75372" y="198865"/>
                    <a:pt x="75192" y="198768"/>
                    <a:pt x="75014" y="198666"/>
                  </a:cubicBezTo>
                  <a:cubicBezTo>
                    <a:pt x="74837" y="198564"/>
                    <a:pt x="74663" y="198457"/>
                    <a:pt x="74492" y="198344"/>
                  </a:cubicBezTo>
                  <a:cubicBezTo>
                    <a:pt x="74321" y="198231"/>
                    <a:pt x="74154" y="198113"/>
                    <a:pt x="73990" y="197990"/>
                  </a:cubicBezTo>
                  <a:cubicBezTo>
                    <a:pt x="55390" y="181930"/>
                    <a:pt x="0" y="129930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map-pin-check-inside-part-2"/>
            <p:cNvSpPr/>
            <p:nvPr/>
          </p:nvSpPr>
          <p:spPr>
            <a:xfrm>
              <a:off x="90000" y="8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0" name="probe-lucide-map-pin-pen" descr="记录点位 — Lucide Icons and Contributors; ISC; original SVG unchanged. Source: https://github.com/lucide-icons/lucide/blob/20aef31db93fe4d9f398dbb15b120d99c48eef95/icons/map-pin-pen.svg; SVG SHA256: 92b03a852214db6ccc8ac658e3343460ebae4882e5bd7faf62835518e98cb3ab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1" name="probe-lucide-map-pin-pen-part-1"/>
            <p:cNvSpPr/>
            <p:nvPr/>
          </p:nvSpPr>
          <p:spPr>
            <a:xfrm>
              <a:off x="20000" y="19962"/>
              <a:ext cx="159700" cy="194718"/>
            </a:xfrm>
            <a:custGeom>
              <a:avLst/>
              <a:gdLst/>
              <a:ahLst/>
              <a:cxnLst/>
              <a:rect l="0" t="0" r="r" b="b"/>
              <a:pathLst>
                <a:path w="159700" h="194718">
                  <a:moveTo>
                    <a:pt x="159700" y="73078"/>
                  </a:moveTo>
                  <a:cubicBezTo>
                    <a:pt x="159556" y="71422"/>
                    <a:pt x="159361" y="69770"/>
                    <a:pt x="159114" y="68125"/>
                  </a:cubicBezTo>
                  <a:cubicBezTo>
                    <a:pt x="158867" y="66481"/>
                    <a:pt x="158569" y="64844"/>
                    <a:pt x="158220" y="63218"/>
                  </a:cubicBezTo>
                  <a:cubicBezTo>
                    <a:pt x="157871" y="61592"/>
                    <a:pt x="157472" y="59978"/>
                    <a:pt x="157022" y="58377"/>
                  </a:cubicBezTo>
                  <a:cubicBezTo>
                    <a:pt x="156573" y="56776"/>
                    <a:pt x="156073" y="55189"/>
                    <a:pt x="155525" y="53619"/>
                  </a:cubicBezTo>
                  <a:cubicBezTo>
                    <a:pt x="154977" y="52049"/>
                    <a:pt x="154380" y="50497"/>
                    <a:pt x="153734" y="48964"/>
                  </a:cubicBezTo>
                  <a:cubicBezTo>
                    <a:pt x="153089" y="47431"/>
                    <a:pt x="152396" y="45919"/>
                    <a:pt x="151657" y="44429"/>
                  </a:cubicBezTo>
                  <a:cubicBezTo>
                    <a:pt x="150918" y="42940"/>
                    <a:pt x="150132" y="41474"/>
                    <a:pt x="149301" y="40033"/>
                  </a:cubicBezTo>
                  <a:cubicBezTo>
                    <a:pt x="148470" y="38593"/>
                    <a:pt x="147595" y="37178"/>
                    <a:pt x="146676" y="35792"/>
                  </a:cubicBezTo>
                  <a:cubicBezTo>
                    <a:pt x="145757" y="34406"/>
                    <a:pt x="144795" y="33049"/>
                    <a:pt x="143792" y="31723"/>
                  </a:cubicBezTo>
                  <a:cubicBezTo>
                    <a:pt x="142788" y="30397"/>
                    <a:pt x="141743" y="29103"/>
                    <a:pt x="140659" y="27842"/>
                  </a:cubicBezTo>
                  <a:cubicBezTo>
                    <a:pt x="139575" y="26581"/>
                    <a:pt x="138452" y="25354"/>
                    <a:pt x="137291" y="24163"/>
                  </a:cubicBezTo>
                  <a:cubicBezTo>
                    <a:pt x="136130" y="22972"/>
                    <a:pt x="134933" y="21818"/>
                    <a:pt x="133700" y="20702"/>
                  </a:cubicBezTo>
                  <a:cubicBezTo>
                    <a:pt x="132467" y="19585"/>
                    <a:pt x="131200" y="18508"/>
                    <a:pt x="129901" y="17471"/>
                  </a:cubicBezTo>
                  <a:cubicBezTo>
                    <a:pt x="128601" y="16433"/>
                    <a:pt x="127269" y="15437"/>
                    <a:pt x="125907" y="14482"/>
                  </a:cubicBezTo>
                  <a:cubicBezTo>
                    <a:pt x="124545" y="13528"/>
                    <a:pt x="123154" y="12617"/>
                    <a:pt x="121735" y="11749"/>
                  </a:cubicBezTo>
                  <a:cubicBezTo>
                    <a:pt x="120316" y="10882"/>
                    <a:pt x="118871" y="10058"/>
                    <a:pt x="117401" y="9281"/>
                  </a:cubicBezTo>
                  <a:cubicBezTo>
                    <a:pt x="115931" y="8504"/>
                    <a:pt x="114437" y="7772"/>
                    <a:pt x="112921" y="7088"/>
                  </a:cubicBezTo>
                  <a:cubicBezTo>
                    <a:pt x="111406" y="6403"/>
                    <a:pt x="109869" y="5767"/>
                    <a:pt x="108314" y="5178"/>
                  </a:cubicBezTo>
                  <a:cubicBezTo>
                    <a:pt x="106758" y="4589"/>
                    <a:pt x="105185" y="4049"/>
                    <a:pt x="103596" y="3559"/>
                  </a:cubicBezTo>
                  <a:cubicBezTo>
                    <a:pt x="102007" y="3069"/>
                    <a:pt x="100403" y="2628"/>
                    <a:pt x="98787" y="2237"/>
                  </a:cubicBezTo>
                  <a:cubicBezTo>
                    <a:pt x="97170" y="1847"/>
                    <a:pt x="95542" y="1507"/>
                    <a:pt x="93904" y="1218"/>
                  </a:cubicBezTo>
                  <a:cubicBezTo>
                    <a:pt x="92267" y="929"/>
                    <a:pt x="90620" y="691"/>
                    <a:pt x="88968" y="504"/>
                  </a:cubicBezTo>
                  <a:cubicBezTo>
                    <a:pt x="87315" y="318"/>
                    <a:pt x="85658" y="183"/>
                    <a:pt x="83997" y="100"/>
                  </a:cubicBezTo>
                  <a:cubicBezTo>
                    <a:pt x="82336" y="17"/>
                    <a:pt x="80673" y="-14"/>
                    <a:pt x="79010" y="6"/>
                  </a:cubicBezTo>
                  <a:cubicBezTo>
                    <a:pt x="77347" y="27"/>
                    <a:pt x="75685" y="99"/>
                    <a:pt x="74027" y="223"/>
                  </a:cubicBezTo>
                  <a:cubicBezTo>
                    <a:pt x="72369" y="347"/>
                    <a:pt x="70715" y="523"/>
                    <a:pt x="69067" y="751"/>
                  </a:cubicBezTo>
                  <a:cubicBezTo>
                    <a:pt x="67420" y="978"/>
                    <a:pt x="65780" y="1256"/>
                    <a:pt x="64150" y="1586"/>
                  </a:cubicBezTo>
                  <a:cubicBezTo>
                    <a:pt x="62520" y="1915"/>
                    <a:pt x="60901" y="2296"/>
                    <a:pt x="59294" y="2726"/>
                  </a:cubicBezTo>
                  <a:cubicBezTo>
                    <a:pt x="57688" y="3156"/>
                    <a:pt x="56096" y="3637"/>
                    <a:pt x="54519" y="4166"/>
                  </a:cubicBezTo>
                  <a:cubicBezTo>
                    <a:pt x="52943" y="4696"/>
                    <a:pt x="51383" y="5275"/>
                    <a:pt x="49843" y="5902"/>
                  </a:cubicBezTo>
                  <a:cubicBezTo>
                    <a:pt x="48303" y="6529"/>
                    <a:pt x="46783" y="7203"/>
                    <a:pt x="45284" y="7925"/>
                  </a:cubicBezTo>
                  <a:cubicBezTo>
                    <a:pt x="43786" y="8647"/>
                    <a:pt x="42311" y="9415"/>
                    <a:pt x="40860" y="10228"/>
                  </a:cubicBezTo>
                  <a:cubicBezTo>
                    <a:pt x="39410" y="11042"/>
                    <a:pt x="37985" y="11901"/>
                    <a:pt x="36589" y="12803"/>
                  </a:cubicBezTo>
                  <a:cubicBezTo>
                    <a:pt x="35192" y="13705"/>
                    <a:pt x="33823" y="14651"/>
                    <a:pt x="32486" y="15639"/>
                  </a:cubicBezTo>
                  <a:cubicBezTo>
                    <a:pt x="31148" y="16626"/>
                    <a:pt x="29841" y="17656"/>
                    <a:pt x="28567" y="18725"/>
                  </a:cubicBezTo>
                  <a:cubicBezTo>
                    <a:pt x="27293" y="19794"/>
                    <a:pt x="26053" y="20902"/>
                    <a:pt x="24849" y="22049"/>
                  </a:cubicBezTo>
                  <a:cubicBezTo>
                    <a:pt x="23644" y="23195"/>
                    <a:pt x="22475" y="24379"/>
                    <a:pt x="21345" y="25598"/>
                  </a:cubicBezTo>
                  <a:cubicBezTo>
                    <a:pt x="20214" y="26818"/>
                    <a:pt x="19121" y="28072"/>
                    <a:pt x="18069" y="29359"/>
                  </a:cubicBezTo>
                  <a:cubicBezTo>
                    <a:pt x="17016" y="30647"/>
                    <a:pt x="16004" y="31966"/>
                    <a:pt x="15033" y="33317"/>
                  </a:cubicBezTo>
                  <a:cubicBezTo>
                    <a:pt x="14063" y="34667"/>
                    <a:pt x="13135" y="36048"/>
                    <a:pt x="12250" y="37456"/>
                  </a:cubicBezTo>
                  <a:cubicBezTo>
                    <a:pt x="11366" y="38864"/>
                    <a:pt x="10526" y="40300"/>
                    <a:pt x="9731" y="41761"/>
                  </a:cubicBezTo>
                  <a:cubicBezTo>
                    <a:pt x="8936" y="43221"/>
                    <a:pt x="8187" y="44706"/>
                    <a:pt x="7485" y="46214"/>
                  </a:cubicBezTo>
                  <a:cubicBezTo>
                    <a:pt x="6782" y="47721"/>
                    <a:pt x="6127" y="49250"/>
                    <a:pt x="5520" y="50798"/>
                  </a:cubicBezTo>
                  <a:cubicBezTo>
                    <a:pt x="4913" y="52346"/>
                    <a:pt x="4354" y="53913"/>
                    <a:pt x="3845" y="55496"/>
                  </a:cubicBezTo>
                  <a:cubicBezTo>
                    <a:pt x="3336" y="57079"/>
                    <a:pt x="2876" y="58678"/>
                    <a:pt x="2466" y="60290"/>
                  </a:cubicBezTo>
                  <a:cubicBezTo>
                    <a:pt x="2056" y="61901"/>
                    <a:pt x="1697" y="63525"/>
                    <a:pt x="1389" y="65159"/>
                  </a:cubicBezTo>
                  <a:cubicBezTo>
                    <a:pt x="1080" y="66794"/>
                    <a:pt x="823" y="68437"/>
                    <a:pt x="617" y="70087"/>
                  </a:cubicBezTo>
                  <a:cubicBezTo>
                    <a:pt x="410" y="71737"/>
                    <a:pt x="256" y="73393"/>
                    <a:pt x="153" y="75053"/>
                  </a:cubicBezTo>
                  <a:cubicBezTo>
                    <a:pt x="50" y="76713"/>
                    <a:pt x="-1" y="78375"/>
                    <a:pt x="0" y="80038"/>
                  </a:cubicBezTo>
                  <a:cubicBezTo>
                    <a:pt x="0" y="126938"/>
                    <a:pt x="48870" y="175658"/>
                    <a:pt x="70220" y="194718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probe-lucide-map-pin-pen-part-2"/>
            <p:cNvSpPr/>
            <p:nvPr/>
          </p:nvSpPr>
          <p:spPr>
            <a:xfrm>
              <a:off x="130010" y="129999"/>
              <a:ext cx="89991" cy="89981"/>
            </a:xfrm>
            <a:custGeom>
              <a:avLst/>
              <a:gdLst/>
              <a:ahLst/>
              <a:cxnLst/>
              <a:rect l="0" t="0" r="r" b="b"/>
              <a:pathLst>
                <a:path w="89991" h="89981">
                  <a:moveTo>
                    <a:pt x="83770" y="36261"/>
                  </a:moveTo>
                  <a:cubicBezTo>
                    <a:pt x="84085" y="35947"/>
                    <a:pt x="84389" y="35622"/>
                    <a:pt x="84683" y="35289"/>
                  </a:cubicBezTo>
                  <a:cubicBezTo>
                    <a:pt x="84978" y="34955"/>
                    <a:pt x="85261" y="34612"/>
                    <a:pt x="85534" y="34261"/>
                  </a:cubicBezTo>
                  <a:cubicBezTo>
                    <a:pt x="85807" y="33909"/>
                    <a:pt x="86068" y="33549"/>
                    <a:pt x="86318" y="33181"/>
                  </a:cubicBezTo>
                  <a:cubicBezTo>
                    <a:pt x="86569" y="32813"/>
                    <a:pt x="86807" y="32437"/>
                    <a:pt x="87033" y="32054"/>
                  </a:cubicBezTo>
                  <a:cubicBezTo>
                    <a:pt x="87260" y="31671"/>
                    <a:pt x="87474" y="31281"/>
                    <a:pt x="87676" y="30885"/>
                  </a:cubicBezTo>
                  <a:cubicBezTo>
                    <a:pt x="87878" y="30488"/>
                    <a:pt x="88068" y="30086"/>
                    <a:pt x="88244" y="29677"/>
                  </a:cubicBezTo>
                  <a:cubicBezTo>
                    <a:pt x="88421" y="29269"/>
                    <a:pt x="88585" y="28855"/>
                    <a:pt x="88736" y="28437"/>
                  </a:cubicBezTo>
                  <a:cubicBezTo>
                    <a:pt x="88886" y="28018"/>
                    <a:pt x="89024" y="27595"/>
                    <a:pt x="89148" y="27168"/>
                  </a:cubicBezTo>
                  <a:cubicBezTo>
                    <a:pt x="89272" y="26740"/>
                    <a:pt x="89383" y="26309"/>
                    <a:pt x="89480" y="25875"/>
                  </a:cubicBezTo>
                  <a:cubicBezTo>
                    <a:pt x="89577" y="25441"/>
                    <a:pt x="89660" y="25004"/>
                    <a:pt x="89730" y="24564"/>
                  </a:cubicBezTo>
                  <a:cubicBezTo>
                    <a:pt x="89800" y="24125"/>
                    <a:pt x="89855" y="23683"/>
                    <a:pt x="89897" y="23240"/>
                  </a:cubicBezTo>
                  <a:cubicBezTo>
                    <a:pt x="89939" y="22798"/>
                    <a:pt x="89967" y="22353"/>
                    <a:pt x="89981" y="21909"/>
                  </a:cubicBezTo>
                  <a:cubicBezTo>
                    <a:pt x="89995" y="21464"/>
                    <a:pt x="89995" y="21019"/>
                    <a:pt x="89981" y="20574"/>
                  </a:cubicBezTo>
                  <a:cubicBezTo>
                    <a:pt x="89967" y="20130"/>
                    <a:pt x="89939" y="19685"/>
                    <a:pt x="89897" y="19242"/>
                  </a:cubicBezTo>
                  <a:cubicBezTo>
                    <a:pt x="89855" y="18800"/>
                    <a:pt x="89800" y="18358"/>
                    <a:pt x="89730" y="17919"/>
                  </a:cubicBezTo>
                  <a:cubicBezTo>
                    <a:pt x="89660" y="17479"/>
                    <a:pt x="89577" y="17042"/>
                    <a:pt x="89480" y="16608"/>
                  </a:cubicBezTo>
                  <a:cubicBezTo>
                    <a:pt x="89383" y="16174"/>
                    <a:pt x="89272" y="15743"/>
                    <a:pt x="89148" y="15315"/>
                  </a:cubicBezTo>
                  <a:cubicBezTo>
                    <a:pt x="89024" y="14888"/>
                    <a:pt x="88886" y="14465"/>
                    <a:pt x="88736" y="14046"/>
                  </a:cubicBezTo>
                  <a:cubicBezTo>
                    <a:pt x="88585" y="13628"/>
                    <a:pt x="88421" y="13214"/>
                    <a:pt x="88244" y="12805"/>
                  </a:cubicBezTo>
                  <a:cubicBezTo>
                    <a:pt x="88068" y="12397"/>
                    <a:pt x="87878" y="11994"/>
                    <a:pt x="87676" y="11598"/>
                  </a:cubicBezTo>
                  <a:cubicBezTo>
                    <a:pt x="87474" y="11202"/>
                    <a:pt x="87260" y="10812"/>
                    <a:pt x="87033" y="10429"/>
                  </a:cubicBezTo>
                  <a:cubicBezTo>
                    <a:pt x="86807" y="10046"/>
                    <a:pt x="86569" y="9670"/>
                    <a:pt x="86318" y="9302"/>
                  </a:cubicBezTo>
                  <a:cubicBezTo>
                    <a:pt x="86068" y="8934"/>
                    <a:pt x="85807" y="8574"/>
                    <a:pt x="85534" y="8222"/>
                  </a:cubicBezTo>
                  <a:cubicBezTo>
                    <a:pt x="85261" y="7871"/>
                    <a:pt x="84978" y="7528"/>
                    <a:pt x="84683" y="7194"/>
                  </a:cubicBezTo>
                  <a:cubicBezTo>
                    <a:pt x="84389" y="6861"/>
                    <a:pt x="84085" y="6536"/>
                    <a:pt x="83770" y="6221"/>
                  </a:cubicBezTo>
                  <a:cubicBezTo>
                    <a:pt x="83455" y="5907"/>
                    <a:pt x="83131" y="5602"/>
                    <a:pt x="82797" y="5308"/>
                  </a:cubicBezTo>
                  <a:cubicBezTo>
                    <a:pt x="82464" y="5014"/>
                    <a:pt x="82121" y="4730"/>
                    <a:pt x="81769" y="4457"/>
                  </a:cubicBezTo>
                  <a:cubicBezTo>
                    <a:pt x="81418" y="4185"/>
                    <a:pt x="81057" y="3923"/>
                    <a:pt x="80689" y="3673"/>
                  </a:cubicBezTo>
                  <a:cubicBezTo>
                    <a:pt x="80322" y="3423"/>
                    <a:pt x="79946" y="3185"/>
                    <a:pt x="79563" y="2958"/>
                  </a:cubicBezTo>
                  <a:cubicBezTo>
                    <a:pt x="79180" y="2732"/>
                    <a:pt x="78790" y="2517"/>
                    <a:pt x="78393" y="2315"/>
                  </a:cubicBezTo>
                  <a:cubicBezTo>
                    <a:pt x="77997" y="2113"/>
                    <a:pt x="77594" y="1924"/>
                    <a:pt x="77186" y="1747"/>
                  </a:cubicBezTo>
                  <a:cubicBezTo>
                    <a:pt x="76778" y="1570"/>
                    <a:pt x="76364" y="1406"/>
                    <a:pt x="75945" y="1256"/>
                  </a:cubicBezTo>
                  <a:cubicBezTo>
                    <a:pt x="75527" y="1105"/>
                    <a:pt x="75103" y="968"/>
                    <a:pt x="74676" y="843"/>
                  </a:cubicBezTo>
                  <a:cubicBezTo>
                    <a:pt x="74249" y="719"/>
                    <a:pt x="73818" y="609"/>
                    <a:pt x="73384" y="512"/>
                  </a:cubicBezTo>
                  <a:cubicBezTo>
                    <a:pt x="72949" y="415"/>
                    <a:pt x="72512" y="331"/>
                    <a:pt x="72073" y="262"/>
                  </a:cubicBezTo>
                  <a:cubicBezTo>
                    <a:pt x="71633" y="192"/>
                    <a:pt x="71192" y="136"/>
                    <a:pt x="70749" y="94"/>
                  </a:cubicBezTo>
                  <a:cubicBezTo>
                    <a:pt x="70306" y="52"/>
                    <a:pt x="69862" y="24"/>
                    <a:pt x="69417" y="10"/>
                  </a:cubicBezTo>
                  <a:cubicBezTo>
                    <a:pt x="68973" y="-3"/>
                    <a:pt x="68527" y="-3"/>
                    <a:pt x="68083" y="10"/>
                  </a:cubicBezTo>
                  <a:cubicBezTo>
                    <a:pt x="67638" y="24"/>
                    <a:pt x="67194" y="52"/>
                    <a:pt x="66751" y="94"/>
                  </a:cubicBezTo>
                  <a:cubicBezTo>
                    <a:pt x="66308" y="136"/>
                    <a:pt x="65867" y="192"/>
                    <a:pt x="65427" y="262"/>
                  </a:cubicBezTo>
                  <a:cubicBezTo>
                    <a:pt x="64988" y="331"/>
                    <a:pt x="64551" y="415"/>
                    <a:pt x="64116" y="512"/>
                  </a:cubicBezTo>
                  <a:cubicBezTo>
                    <a:pt x="63682" y="609"/>
                    <a:pt x="63251" y="719"/>
                    <a:pt x="62824" y="843"/>
                  </a:cubicBezTo>
                  <a:cubicBezTo>
                    <a:pt x="62397" y="968"/>
                    <a:pt x="61973" y="1105"/>
                    <a:pt x="61555" y="1256"/>
                  </a:cubicBezTo>
                  <a:cubicBezTo>
                    <a:pt x="61136" y="1406"/>
                    <a:pt x="60722" y="1570"/>
                    <a:pt x="60314" y="1747"/>
                  </a:cubicBezTo>
                  <a:cubicBezTo>
                    <a:pt x="59906" y="1924"/>
                    <a:pt x="59503" y="2113"/>
                    <a:pt x="59107" y="2315"/>
                  </a:cubicBezTo>
                  <a:cubicBezTo>
                    <a:pt x="58710" y="2517"/>
                    <a:pt x="58320" y="2732"/>
                    <a:pt x="57937" y="2958"/>
                  </a:cubicBezTo>
                  <a:cubicBezTo>
                    <a:pt x="57554" y="3185"/>
                    <a:pt x="57178" y="3423"/>
                    <a:pt x="56811" y="3673"/>
                  </a:cubicBezTo>
                  <a:cubicBezTo>
                    <a:pt x="56443" y="3923"/>
                    <a:pt x="56082" y="4185"/>
                    <a:pt x="55731" y="4457"/>
                  </a:cubicBezTo>
                  <a:cubicBezTo>
                    <a:pt x="55379" y="4730"/>
                    <a:pt x="55036" y="5014"/>
                    <a:pt x="54703" y="5308"/>
                  </a:cubicBezTo>
                  <a:cubicBezTo>
                    <a:pt x="54369" y="5602"/>
                    <a:pt x="54045" y="5907"/>
                    <a:pt x="53730" y="6221"/>
                  </a:cubicBezTo>
                  <a:lnTo>
                    <a:pt x="13630" y="46341"/>
                  </a:lnTo>
                  <a:cubicBezTo>
                    <a:pt x="13334" y="46637"/>
                    <a:pt x="13048" y="46942"/>
                    <a:pt x="12771" y="47255"/>
                  </a:cubicBezTo>
                  <a:cubicBezTo>
                    <a:pt x="12495" y="47569"/>
                    <a:pt x="12228" y="47891"/>
                    <a:pt x="11972" y="48221"/>
                  </a:cubicBezTo>
                  <a:cubicBezTo>
                    <a:pt x="11715" y="48551"/>
                    <a:pt x="11470" y="48889"/>
                    <a:pt x="11234" y="49235"/>
                  </a:cubicBezTo>
                  <a:cubicBezTo>
                    <a:pt x="10999" y="49580"/>
                    <a:pt x="10775" y="49933"/>
                    <a:pt x="10562" y="50293"/>
                  </a:cubicBezTo>
                  <a:cubicBezTo>
                    <a:pt x="10349" y="50652"/>
                    <a:pt x="10147" y="51018"/>
                    <a:pt x="9957" y="51391"/>
                  </a:cubicBezTo>
                  <a:cubicBezTo>
                    <a:pt x="9767" y="51763"/>
                    <a:pt x="9588" y="52141"/>
                    <a:pt x="9422" y="52525"/>
                  </a:cubicBezTo>
                  <a:cubicBezTo>
                    <a:pt x="9255" y="52908"/>
                    <a:pt x="9101" y="53297"/>
                    <a:pt x="8959" y="53690"/>
                  </a:cubicBezTo>
                  <a:cubicBezTo>
                    <a:pt x="8817" y="54083"/>
                    <a:pt x="8687" y="54480"/>
                    <a:pt x="8570" y="54881"/>
                  </a:cubicBezTo>
                  <a:lnTo>
                    <a:pt x="200" y="83581"/>
                  </a:lnTo>
                  <a:cubicBezTo>
                    <a:pt x="171" y="83679"/>
                    <a:pt x="146" y="83778"/>
                    <a:pt x="123" y="83877"/>
                  </a:cubicBezTo>
                  <a:cubicBezTo>
                    <a:pt x="101" y="83977"/>
                    <a:pt x="82" y="84076"/>
                    <a:pt x="65" y="84177"/>
                  </a:cubicBezTo>
                  <a:cubicBezTo>
                    <a:pt x="49" y="84278"/>
                    <a:pt x="35" y="84378"/>
                    <a:pt x="25" y="84480"/>
                  </a:cubicBezTo>
                  <a:cubicBezTo>
                    <a:pt x="15" y="84581"/>
                    <a:pt x="8" y="84683"/>
                    <a:pt x="4" y="84785"/>
                  </a:cubicBezTo>
                  <a:cubicBezTo>
                    <a:pt x="0" y="84886"/>
                    <a:pt x="-1" y="84988"/>
                    <a:pt x="1" y="85090"/>
                  </a:cubicBezTo>
                  <a:cubicBezTo>
                    <a:pt x="3" y="85192"/>
                    <a:pt x="9" y="85293"/>
                    <a:pt x="17" y="85395"/>
                  </a:cubicBezTo>
                  <a:cubicBezTo>
                    <a:pt x="26" y="85496"/>
                    <a:pt x="37" y="85598"/>
                    <a:pt x="52" y="85698"/>
                  </a:cubicBezTo>
                  <a:cubicBezTo>
                    <a:pt x="66" y="85799"/>
                    <a:pt x="84" y="85900"/>
                    <a:pt x="105" y="85999"/>
                  </a:cubicBezTo>
                  <a:cubicBezTo>
                    <a:pt x="125" y="86099"/>
                    <a:pt x="149" y="86198"/>
                    <a:pt x="176" y="86296"/>
                  </a:cubicBezTo>
                  <a:cubicBezTo>
                    <a:pt x="203" y="86394"/>
                    <a:pt x="233" y="86492"/>
                    <a:pt x="265" y="86588"/>
                  </a:cubicBezTo>
                  <a:cubicBezTo>
                    <a:pt x="298" y="86685"/>
                    <a:pt x="334" y="86780"/>
                    <a:pt x="372" y="86874"/>
                  </a:cubicBezTo>
                  <a:cubicBezTo>
                    <a:pt x="411" y="86969"/>
                    <a:pt x="452" y="87062"/>
                    <a:pt x="496" y="87153"/>
                  </a:cubicBezTo>
                  <a:cubicBezTo>
                    <a:pt x="541" y="87245"/>
                    <a:pt x="588" y="87336"/>
                    <a:pt x="637" y="87424"/>
                  </a:cubicBezTo>
                  <a:cubicBezTo>
                    <a:pt x="687" y="87513"/>
                    <a:pt x="740" y="87601"/>
                    <a:pt x="795" y="87686"/>
                  </a:cubicBezTo>
                  <a:cubicBezTo>
                    <a:pt x="850" y="87772"/>
                    <a:pt x="907" y="87856"/>
                    <a:pt x="968" y="87938"/>
                  </a:cubicBezTo>
                  <a:cubicBezTo>
                    <a:pt x="1028" y="88020"/>
                    <a:pt x="1091" y="88100"/>
                    <a:pt x="1156" y="88179"/>
                  </a:cubicBezTo>
                  <a:cubicBezTo>
                    <a:pt x="1221" y="88257"/>
                    <a:pt x="1288" y="88333"/>
                    <a:pt x="1358" y="88407"/>
                  </a:cubicBezTo>
                  <a:cubicBezTo>
                    <a:pt x="1428" y="88482"/>
                    <a:pt x="1500" y="88554"/>
                    <a:pt x="1574" y="88623"/>
                  </a:cubicBezTo>
                  <a:cubicBezTo>
                    <a:pt x="1648" y="88693"/>
                    <a:pt x="1725" y="88761"/>
                    <a:pt x="1803" y="88826"/>
                  </a:cubicBezTo>
                  <a:cubicBezTo>
                    <a:pt x="1881" y="88891"/>
                    <a:pt x="1961" y="88954"/>
                    <a:pt x="2044" y="89014"/>
                  </a:cubicBezTo>
                  <a:cubicBezTo>
                    <a:pt x="2126" y="89074"/>
                    <a:pt x="2210" y="89132"/>
                    <a:pt x="2295" y="89187"/>
                  </a:cubicBezTo>
                  <a:cubicBezTo>
                    <a:pt x="2381" y="89242"/>
                    <a:pt x="2468" y="89294"/>
                    <a:pt x="2557" y="89344"/>
                  </a:cubicBezTo>
                  <a:cubicBezTo>
                    <a:pt x="2646" y="89394"/>
                    <a:pt x="2736" y="89441"/>
                    <a:pt x="2828" y="89485"/>
                  </a:cubicBezTo>
                  <a:cubicBezTo>
                    <a:pt x="2920" y="89529"/>
                    <a:pt x="3013" y="89571"/>
                    <a:pt x="3107" y="89609"/>
                  </a:cubicBezTo>
                  <a:cubicBezTo>
                    <a:pt x="3201" y="89648"/>
                    <a:pt x="3297" y="89684"/>
                    <a:pt x="3393" y="89716"/>
                  </a:cubicBezTo>
                  <a:cubicBezTo>
                    <a:pt x="3490" y="89749"/>
                    <a:pt x="3587" y="89779"/>
                    <a:pt x="3685" y="89806"/>
                  </a:cubicBezTo>
                  <a:cubicBezTo>
                    <a:pt x="3784" y="89832"/>
                    <a:pt x="3883" y="89856"/>
                    <a:pt x="3982" y="89877"/>
                  </a:cubicBezTo>
                  <a:cubicBezTo>
                    <a:pt x="4082" y="89898"/>
                    <a:pt x="4182" y="89915"/>
                    <a:pt x="4283" y="89930"/>
                  </a:cubicBezTo>
                  <a:cubicBezTo>
                    <a:pt x="4384" y="89944"/>
                    <a:pt x="4485" y="89956"/>
                    <a:pt x="4587" y="89964"/>
                  </a:cubicBezTo>
                  <a:cubicBezTo>
                    <a:pt x="4688" y="89973"/>
                    <a:pt x="4790" y="89978"/>
                    <a:pt x="4892" y="89980"/>
                  </a:cubicBezTo>
                  <a:cubicBezTo>
                    <a:pt x="4993" y="89983"/>
                    <a:pt x="5095" y="89982"/>
                    <a:pt x="5197" y="89978"/>
                  </a:cubicBezTo>
                  <a:cubicBezTo>
                    <a:pt x="5299" y="89974"/>
                    <a:pt x="5400" y="89966"/>
                    <a:pt x="5502" y="89956"/>
                  </a:cubicBezTo>
                  <a:cubicBezTo>
                    <a:pt x="5603" y="89946"/>
                    <a:pt x="5704" y="89933"/>
                    <a:pt x="5804" y="89916"/>
                  </a:cubicBezTo>
                  <a:cubicBezTo>
                    <a:pt x="5905" y="89900"/>
                    <a:pt x="6005" y="89881"/>
                    <a:pt x="6104" y="89858"/>
                  </a:cubicBezTo>
                  <a:cubicBezTo>
                    <a:pt x="6204" y="89836"/>
                    <a:pt x="6302" y="89810"/>
                    <a:pt x="6400" y="89781"/>
                  </a:cubicBezTo>
                  <a:lnTo>
                    <a:pt x="35100" y="81411"/>
                  </a:lnTo>
                  <a:cubicBezTo>
                    <a:pt x="35501" y="81294"/>
                    <a:pt x="35899" y="81165"/>
                    <a:pt x="36292" y="81023"/>
                  </a:cubicBezTo>
                  <a:cubicBezTo>
                    <a:pt x="36685" y="80880"/>
                    <a:pt x="37074" y="80726"/>
                    <a:pt x="37457" y="80560"/>
                  </a:cubicBezTo>
                  <a:cubicBezTo>
                    <a:pt x="37840" y="80393"/>
                    <a:pt x="38219" y="80215"/>
                    <a:pt x="38591" y="80025"/>
                  </a:cubicBezTo>
                  <a:cubicBezTo>
                    <a:pt x="38963" y="79835"/>
                    <a:pt x="39329" y="79633"/>
                    <a:pt x="39689" y="79420"/>
                  </a:cubicBezTo>
                  <a:cubicBezTo>
                    <a:pt x="40049" y="79207"/>
                    <a:pt x="40401" y="78982"/>
                    <a:pt x="40747" y="78747"/>
                  </a:cubicBezTo>
                  <a:cubicBezTo>
                    <a:pt x="41093" y="78512"/>
                    <a:pt x="41431" y="78266"/>
                    <a:pt x="41761" y="78010"/>
                  </a:cubicBezTo>
                  <a:cubicBezTo>
                    <a:pt x="42091" y="77753"/>
                    <a:pt x="42413" y="77487"/>
                    <a:pt x="42726" y="77210"/>
                  </a:cubicBezTo>
                  <a:cubicBezTo>
                    <a:pt x="43040" y="76933"/>
                    <a:pt x="43345" y="76647"/>
                    <a:pt x="43640" y="76351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map-pin-pen-part-3"/>
            <p:cNvSpPr/>
            <p:nvPr/>
          </p:nvSpPr>
          <p:spPr>
            <a:xfrm>
              <a:off x="70000" y="7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4" name="probe-lucide-map-pin-plus" descr="新采样点 — Lucide Icons and Contributors; ISC; original SVG unchanged. Source: https://github.com/lucide-icons/lucide/blob/20aef31db93fe4d9f398dbb15b120d99c48eef95/icons/map-pin-plus.svg; SVG SHA256: e2ec4736218ab44e0e195b4074e6d87f1329c232cd09d53b002563590b065ce1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5" name="probe-lucide-map-pin-plus-part-1"/>
            <p:cNvSpPr/>
            <p:nvPr/>
          </p:nvSpPr>
          <p:spPr>
            <a:xfrm>
              <a:off x="40000" y="20000"/>
              <a:ext cx="160000" cy="199998"/>
            </a:xfrm>
            <a:custGeom>
              <a:avLst/>
              <a:gdLst/>
              <a:ahLst/>
              <a:cxnLst/>
              <a:rect l="0" t="0" r="r" b="b"/>
              <a:pathLst>
                <a:path w="160000" h="199998">
                  <a:moveTo>
                    <a:pt x="159140" y="91050"/>
                  </a:moveTo>
                  <a:cubicBezTo>
                    <a:pt x="159329" y="89832"/>
                    <a:pt x="159487" y="88609"/>
                    <a:pt x="159613" y="87383"/>
                  </a:cubicBezTo>
                  <a:cubicBezTo>
                    <a:pt x="159740" y="86157"/>
                    <a:pt x="159836" y="84927"/>
                    <a:pt x="159900" y="83696"/>
                  </a:cubicBezTo>
                  <a:cubicBezTo>
                    <a:pt x="159965" y="82465"/>
                    <a:pt x="159998" y="81233"/>
                    <a:pt x="160000" y="80000"/>
                  </a:cubicBezTo>
                  <a:cubicBezTo>
                    <a:pt x="160000" y="78324"/>
                    <a:pt x="159947" y="76649"/>
                    <a:pt x="159842" y="74977"/>
                  </a:cubicBezTo>
                  <a:cubicBezTo>
                    <a:pt x="159737" y="73304"/>
                    <a:pt x="159579" y="71636"/>
                    <a:pt x="159369" y="69973"/>
                  </a:cubicBezTo>
                  <a:cubicBezTo>
                    <a:pt x="159159" y="68311"/>
                    <a:pt x="158897" y="66655"/>
                    <a:pt x="158583" y="65009"/>
                  </a:cubicBezTo>
                  <a:cubicBezTo>
                    <a:pt x="158269" y="63364"/>
                    <a:pt x="157903" y="61728"/>
                    <a:pt x="157487" y="60105"/>
                  </a:cubicBezTo>
                  <a:cubicBezTo>
                    <a:pt x="157070" y="58482"/>
                    <a:pt x="156602" y="56872"/>
                    <a:pt x="156085" y="55279"/>
                  </a:cubicBezTo>
                  <a:cubicBezTo>
                    <a:pt x="155567" y="53685"/>
                    <a:pt x="154999" y="52108"/>
                    <a:pt x="154382" y="50550"/>
                  </a:cubicBezTo>
                  <a:cubicBezTo>
                    <a:pt x="153765" y="48992"/>
                    <a:pt x="153100" y="47454"/>
                    <a:pt x="152386" y="45938"/>
                  </a:cubicBezTo>
                  <a:cubicBezTo>
                    <a:pt x="151673" y="44421"/>
                    <a:pt x="150912" y="42928"/>
                    <a:pt x="150105" y="41460"/>
                  </a:cubicBezTo>
                  <a:cubicBezTo>
                    <a:pt x="149297" y="39991"/>
                    <a:pt x="148444" y="38549"/>
                    <a:pt x="147546" y="37134"/>
                  </a:cubicBezTo>
                  <a:cubicBezTo>
                    <a:pt x="146648" y="35719"/>
                    <a:pt x="145706" y="34333"/>
                    <a:pt x="144721" y="32977"/>
                  </a:cubicBezTo>
                  <a:cubicBezTo>
                    <a:pt x="143736" y="31622"/>
                    <a:pt x="142709" y="30297"/>
                    <a:pt x="141641" y="29006"/>
                  </a:cubicBezTo>
                  <a:cubicBezTo>
                    <a:pt x="140573" y="27715"/>
                    <a:pt x="139465" y="26458"/>
                    <a:pt x="138317" y="25236"/>
                  </a:cubicBezTo>
                  <a:cubicBezTo>
                    <a:pt x="137170" y="24015"/>
                    <a:pt x="135985" y="22830"/>
                    <a:pt x="134764" y="21683"/>
                  </a:cubicBezTo>
                  <a:cubicBezTo>
                    <a:pt x="133542" y="20535"/>
                    <a:pt x="132285" y="19427"/>
                    <a:pt x="130994" y="18359"/>
                  </a:cubicBezTo>
                  <a:cubicBezTo>
                    <a:pt x="129703" y="17291"/>
                    <a:pt x="128378" y="16264"/>
                    <a:pt x="127023" y="15279"/>
                  </a:cubicBezTo>
                  <a:cubicBezTo>
                    <a:pt x="125667" y="14294"/>
                    <a:pt x="124281" y="13352"/>
                    <a:pt x="122866" y="12454"/>
                  </a:cubicBezTo>
                  <a:cubicBezTo>
                    <a:pt x="121451" y="11556"/>
                    <a:pt x="120009" y="10703"/>
                    <a:pt x="118540" y="9895"/>
                  </a:cubicBezTo>
                  <a:cubicBezTo>
                    <a:pt x="117072" y="9088"/>
                    <a:pt x="115579" y="8327"/>
                    <a:pt x="114062" y="7614"/>
                  </a:cubicBezTo>
                  <a:cubicBezTo>
                    <a:pt x="112546" y="6900"/>
                    <a:pt x="111008" y="6235"/>
                    <a:pt x="109450" y="5618"/>
                  </a:cubicBezTo>
                  <a:cubicBezTo>
                    <a:pt x="107892" y="5001"/>
                    <a:pt x="106315" y="4433"/>
                    <a:pt x="104721" y="3915"/>
                  </a:cubicBezTo>
                  <a:cubicBezTo>
                    <a:pt x="103128" y="3398"/>
                    <a:pt x="101518" y="2930"/>
                    <a:pt x="99895" y="2513"/>
                  </a:cubicBezTo>
                  <a:cubicBezTo>
                    <a:pt x="98272" y="2097"/>
                    <a:pt x="96636" y="1731"/>
                    <a:pt x="94991" y="1417"/>
                  </a:cubicBezTo>
                  <a:cubicBezTo>
                    <a:pt x="93345" y="1103"/>
                    <a:pt x="91689" y="841"/>
                    <a:pt x="90027" y="631"/>
                  </a:cubicBezTo>
                  <a:cubicBezTo>
                    <a:pt x="88364" y="421"/>
                    <a:pt x="86696" y="263"/>
                    <a:pt x="85023" y="158"/>
                  </a:cubicBezTo>
                  <a:cubicBezTo>
                    <a:pt x="83351" y="53"/>
                    <a:pt x="81676" y="0"/>
                    <a:pt x="80000" y="0"/>
                  </a:cubicBezTo>
                  <a:cubicBezTo>
                    <a:pt x="78324" y="0"/>
                    <a:pt x="76649" y="53"/>
                    <a:pt x="74977" y="158"/>
                  </a:cubicBezTo>
                  <a:cubicBezTo>
                    <a:pt x="73304" y="263"/>
                    <a:pt x="71636" y="421"/>
                    <a:pt x="69973" y="631"/>
                  </a:cubicBezTo>
                  <a:cubicBezTo>
                    <a:pt x="68311" y="841"/>
                    <a:pt x="66655" y="1103"/>
                    <a:pt x="65009" y="1417"/>
                  </a:cubicBezTo>
                  <a:cubicBezTo>
                    <a:pt x="63364" y="1731"/>
                    <a:pt x="61728" y="2097"/>
                    <a:pt x="60105" y="2513"/>
                  </a:cubicBezTo>
                  <a:cubicBezTo>
                    <a:pt x="58482" y="2930"/>
                    <a:pt x="56872" y="3398"/>
                    <a:pt x="55279" y="3915"/>
                  </a:cubicBezTo>
                  <a:cubicBezTo>
                    <a:pt x="53685" y="4433"/>
                    <a:pt x="52108" y="5001"/>
                    <a:pt x="50550" y="5618"/>
                  </a:cubicBezTo>
                  <a:cubicBezTo>
                    <a:pt x="48992" y="6235"/>
                    <a:pt x="47454" y="6900"/>
                    <a:pt x="45938" y="7614"/>
                  </a:cubicBezTo>
                  <a:cubicBezTo>
                    <a:pt x="44421" y="8327"/>
                    <a:pt x="42928" y="9088"/>
                    <a:pt x="41460" y="9895"/>
                  </a:cubicBezTo>
                  <a:cubicBezTo>
                    <a:pt x="39991" y="10703"/>
                    <a:pt x="38549" y="11556"/>
                    <a:pt x="37134" y="12454"/>
                  </a:cubicBezTo>
                  <a:cubicBezTo>
                    <a:pt x="35719" y="13352"/>
                    <a:pt x="34333" y="14294"/>
                    <a:pt x="32977" y="15279"/>
                  </a:cubicBezTo>
                  <a:cubicBezTo>
                    <a:pt x="31622" y="16264"/>
                    <a:pt x="30297" y="17291"/>
                    <a:pt x="29006" y="18359"/>
                  </a:cubicBezTo>
                  <a:cubicBezTo>
                    <a:pt x="27715" y="19427"/>
                    <a:pt x="26458" y="20535"/>
                    <a:pt x="25236" y="21683"/>
                  </a:cubicBezTo>
                  <a:cubicBezTo>
                    <a:pt x="24015" y="22830"/>
                    <a:pt x="22830" y="24015"/>
                    <a:pt x="21683" y="25236"/>
                  </a:cubicBezTo>
                  <a:cubicBezTo>
                    <a:pt x="20535" y="26458"/>
                    <a:pt x="19427" y="27715"/>
                    <a:pt x="18359" y="29006"/>
                  </a:cubicBezTo>
                  <a:cubicBezTo>
                    <a:pt x="17291" y="30297"/>
                    <a:pt x="16264" y="31622"/>
                    <a:pt x="15279" y="32977"/>
                  </a:cubicBezTo>
                  <a:cubicBezTo>
                    <a:pt x="14294" y="34333"/>
                    <a:pt x="13352" y="35719"/>
                    <a:pt x="12454" y="37134"/>
                  </a:cubicBezTo>
                  <a:cubicBezTo>
                    <a:pt x="11556" y="38549"/>
                    <a:pt x="10703" y="39991"/>
                    <a:pt x="9895" y="41460"/>
                  </a:cubicBezTo>
                  <a:cubicBezTo>
                    <a:pt x="9088" y="42928"/>
                    <a:pt x="8327" y="44421"/>
                    <a:pt x="7614" y="45938"/>
                  </a:cubicBezTo>
                  <a:cubicBezTo>
                    <a:pt x="6900" y="47454"/>
                    <a:pt x="6235" y="48992"/>
                    <a:pt x="5618" y="50550"/>
                  </a:cubicBezTo>
                  <a:cubicBezTo>
                    <a:pt x="5001" y="52108"/>
                    <a:pt x="4433" y="53685"/>
                    <a:pt x="3915" y="55279"/>
                  </a:cubicBezTo>
                  <a:cubicBezTo>
                    <a:pt x="3398" y="56872"/>
                    <a:pt x="2930" y="58482"/>
                    <a:pt x="2513" y="60105"/>
                  </a:cubicBezTo>
                  <a:cubicBezTo>
                    <a:pt x="2097" y="61728"/>
                    <a:pt x="1731" y="63364"/>
                    <a:pt x="1417" y="65009"/>
                  </a:cubicBezTo>
                  <a:cubicBezTo>
                    <a:pt x="1103" y="66655"/>
                    <a:pt x="841" y="68311"/>
                    <a:pt x="631" y="69973"/>
                  </a:cubicBezTo>
                  <a:cubicBezTo>
                    <a:pt x="421" y="71636"/>
                    <a:pt x="263" y="73304"/>
                    <a:pt x="158" y="74977"/>
                  </a:cubicBezTo>
                  <a:cubicBezTo>
                    <a:pt x="53" y="76649"/>
                    <a:pt x="0" y="78324"/>
                    <a:pt x="0" y="80000"/>
                  </a:cubicBezTo>
                  <a:cubicBezTo>
                    <a:pt x="0" y="129930"/>
                    <a:pt x="55390" y="181930"/>
                    <a:pt x="73990" y="197990"/>
                  </a:cubicBezTo>
                  <a:cubicBezTo>
                    <a:pt x="74154" y="198113"/>
                    <a:pt x="74321" y="198231"/>
                    <a:pt x="74492" y="198344"/>
                  </a:cubicBezTo>
                  <a:cubicBezTo>
                    <a:pt x="74663" y="198457"/>
                    <a:pt x="74837" y="198564"/>
                    <a:pt x="75014" y="198666"/>
                  </a:cubicBezTo>
                  <a:cubicBezTo>
                    <a:pt x="75192" y="198768"/>
                    <a:pt x="75372" y="198865"/>
                    <a:pt x="75556" y="198956"/>
                  </a:cubicBezTo>
                  <a:cubicBezTo>
                    <a:pt x="75739" y="199047"/>
                    <a:pt x="75925" y="199132"/>
                    <a:pt x="76114" y="199211"/>
                  </a:cubicBezTo>
                  <a:cubicBezTo>
                    <a:pt x="76302" y="199291"/>
                    <a:pt x="76493" y="199365"/>
                    <a:pt x="76687" y="199433"/>
                  </a:cubicBezTo>
                  <a:cubicBezTo>
                    <a:pt x="76880" y="199500"/>
                    <a:pt x="77075" y="199562"/>
                    <a:pt x="77272" y="199618"/>
                  </a:cubicBezTo>
                  <a:cubicBezTo>
                    <a:pt x="77469" y="199674"/>
                    <a:pt x="77667" y="199724"/>
                    <a:pt x="77867" y="199767"/>
                  </a:cubicBezTo>
                  <a:cubicBezTo>
                    <a:pt x="78067" y="199811"/>
                    <a:pt x="78269" y="199849"/>
                    <a:pt x="78471" y="199880"/>
                  </a:cubicBezTo>
                  <a:cubicBezTo>
                    <a:pt x="78673" y="199911"/>
                    <a:pt x="78876" y="199936"/>
                    <a:pt x="79080" y="199955"/>
                  </a:cubicBezTo>
                  <a:cubicBezTo>
                    <a:pt x="79284" y="199974"/>
                    <a:pt x="79488" y="199987"/>
                    <a:pt x="79693" y="199993"/>
                  </a:cubicBezTo>
                  <a:cubicBezTo>
                    <a:pt x="79898" y="199999"/>
                    <a:pt x="80102" y="199999"/>
                    <a:pt x="80307" y="199993"/>
                  </a:cubicBezTo>
                  <a:cubicBezTo>
                    <a:pt x="80512" y="199987"/>
                    <a:pt x="80716" y="199974"/>
                    <a:pt x="80920" y="199955"/>
                  </a:cubicBezTo>
                  <a:cubicBezTo>
                    <a:pt x="81124" y="199936"/>
                    <a:pt x="81327" y="199911"/>
                    <a:pt x="81529" y="199880"/>
                  </a:cubicBezTo>
                  <a:cubicBezTo>
                    <a:pt x="81731" y="199849"/>
                    <a:pt x="81933" y="199811"/>
                    <a:pt x="82133" y="199767"/>
                  </a:cubicBezTo>
                  <a:cubicBezTo>
                    <a:pt x="82333" y="199724"/>
                    <a:pt x="82531" y="199674"/>
                    <a:pt x="82728" y="199618"/>
                  </a:cubicBezTo>
                  <a:cubicBezTo>
                    <a:pt x="82925" y="199562"/>
                    <a:pt x="83120" y="199500"/>
                    <a:pt x="83313" y="199433"/>
                  </a:cubicBezTo>
                  <a:cubicBezTo>
                    <a:pt x="83507" y="199365"/>
                    <a:pt x="83698" y="199291"/>
                    <a:pt x="83886" y="199211"/>
                  </a:cubicBezTo>
                  <a:cubicBezTo>
                    <a:pt x="84075" y="199132"/>
                    <a:pt x="84261" y="199047"/>
                    <a:pt x="84444" y="198956"/>
                  </a:cubicBezTo>
                  <a:cubicBezTo>
                    <a:pt x="84628" y="198865"/>
                    <a:pt x="84808" y="198768"/>
                    <a:pt x="84986" y="198666"/>
                  </a:cubicBezTo>
                  <a:cubicBezTo>
                    <a:pt x="85163" y="198564"/>
                    <a:pt x="85337" y="198457"/>
                    <a:pt x="85508" y="198344"/>
                  </a:cubicBezTo>
                  <a:cubicBezTo>
                    <a:pt x="85679" y="198231"/>
                    <a:pt x="85846" y="198113"/>
                    <a:pt x="86010" y="197990"/>
                  </a:cubicBezTo>
                  <a:cubicBezTo>
                    <a:pt x="88799" y="195578"/>
                    <a:pt x="91546" y="193117"/>
                    <a:pt x="94250" y="19061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map-pin-plus-part-2"/>
            <p:cNvSpPr/>
            <p:nvPr/>
          </p:nvSpPr>
          <p:spPr>
            <a:xfrm>
              <a:off x="90000" y="7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probe-lucide-map-pin-plus-part-3"/>
            <p:cNvSpPr/>
            <p:nvPr/>
          </p:nvSpPr>
          <p:spPr>
            <a:xfrm>
              <a:off x="160000" y="18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0" y="0"/>
                  </a:move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" name="probe-lucide-map-pin-plus-part-4"/>
            <p:cNvSpPr/>
            <p:nvPr/>
          </p:nvSpPr>
          <p:spPr>
            <a:xfrm>
              <a:off x="190000" y="15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9" name="probe-lucide-map-pin-search" descr="查找点位 — Lucide Icons and Contributors; ISC; original SVG unchanged. Source: https://github.com/lucide-icons/lucide/blob/20aef31db93fe4d9f398dbb15b120d99c48eef95/icons/map-pin-search.svg; SVG SHA256: 8e1e088aa95a9e6498d17a6921d65285c009bf64ad97d216540f3bf0c9da9353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40" name="probe-lucide-map-pin-search-part-1"/>
            <p:cNvSpPr/>
            <p:nvPr/>
          </p:nvSpPr>
          <p:spPr>
            <a:xfrm>
              <a:off x="40000" y="20000"/>
              <a:ext cx="160000" cy="200001"/>
            </a:xfrm>
            <a:custGeom>
              <a:avLst/>
              <a:gdLst/>
              <a:ahLst/>
              <a:cxnLst/>
              <a:rect l="0" t="0" r="r" b="b"/>
              <a:pathLst>
                <a:path w="160000" h="200001">
                  <a:moveTo>
                    <a:pt x="82480" y="199690"/>
                  </a:moveTo>
                  <a:cubicBezTo>
                    <a:pt x="82287" y="199739"/>
                    <a:pt x="82093" y="199783"/>
                    <a:pt x="81898" y="199820"/>
                  </a:cubicBezTo>
                  <a:cubicBezTo>
                    <a:pt x="81702" y="199858"/>
                    <a:pt x="81506" y="199890"/>
                    <a:pt x="81308" y="199916"/>
                  </a:cubicBezTo>
                  <a:cubicBezTo>
                    <a:pt x="81111" y="199942"/>
                    <a:pt x="80913" y="199962"/>
                    <a:pt x="80714" y="199976"/>
                  </a:cubicBezTo>
                  <a:cubicBezTo>
                    <a:pt x="80516" y="199990"/>
                    <a:pt x="80317" y="199998"/>
                    <a:pt x="80118" y="200001"/>
                  </a:cubicBezTo>
                  <a:cubicBezTo>
                    <a:pt x="79919" y="200003"/>
                    <a:pt x="79720" y="199999"/>
                    <a:pt x="79521" y="199989"/>
                  </a:cubicBezTo>
                  <a:cubicBezTo>
                    <a:pt x="79322" y="199980"/>
                    <a:pt x="79124" y="199964"/>
                    <a:pt x="78926" y="199943"/>
                  </a:cubicBezTo>
                  <a:cubicBezTo>
                    <a:pt x="78728" y="199921"/>
                    <a:pt x="78531" y="199894"/>
                    <a:pt x="78335" y="199861"/>
                  </a:cubicBezTo>
                  <a:cubicBezTo>
                    <a:pt x="78139" y="199828"/>
                    <a:pt x="77944" y="199788"/>
                    <a:pt x="77750" y="199744"/>
                  </a:cubicBezTo>
                  <a:cubicBezTo>
                    <a:pt x="77556" y="199699"/>
                    <a:pt x="77363" y="199648"/>
                    <a:pt x="77172" y="199592"/>
                  </a:cubicBezTo>
                  <a:cubicBezTo>
                    <a:pt x="76982" y="199535"/>
                    <a:pt x="76792" y="199473"/>
                    <a:pt x="76605" y="199406"/>
                  </a:cubicBezTo>
                  <a:cubicBezTo>
                    <a:pt x="76418" y="199338"/>
                    <a:pt x="76233" y="199265"/>
                    <a:pt x="76050" y="199186"/>
                  </a:cubicBezTo>
                  <a:cubicBezTo>
                    <a:pt x="75867" y="199107"/>
                    <a:pt x="75687" y="199023"/>
                    <a:pt x="75509" y="198934"/>
                  </a:cubicBezTo>
                  <a:cubicBezTo>
                    <a:pt x="75332" y="198844"/>
                    <a:pt x="75157" y="198749"/>
                    <a:pt x="74984" y="198650"/>
                  </a:cubicBezTo>
                  <a:cubicBezTo>
                    <a:pt x="74812" y="198550"/>
                    <a:pt x="74643" y="198445"/>
                    <a:pt x="74477" y="198335"/>
                  </a:cubicBezTo>
                  <a:cubicBezTo>
                    <a:pt x="74312" y="198225"/>
                    <a:pt x="74149" y="198110"/>
                    <a:pt x="73990" y="197990"/>
                  </a:cubicBezTo>
                  <a:cubicBezTo>
                    <a:pt x="55390" y="181930"/>
                    <a:pt x="0" y="129930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  <a:cubicBezTo>
                    <a:pt x="160000" y="84200"/>
                    <a:pt x="159610" y="88410"/>
                    <a:pt x="158880" y="9262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probe-lucide-map-pin-search-part-2"/>
            <p:cNvSpPr/>
            <p:nvPr/>
          </p:nvSpPr>
          <p:spPr>
            <a:xfrm>
              <a:off x="201200" y="2012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18800" y="188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probe-lucide-map-pin-search-part-3"/>
            <p:cNvSpPr/>
            <p:nvPr/>
          </p:nvSpPr>
          <p:spPr>
            <a:xfrm>
              <a:off x="90000" y="7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probe-lucide-map-pin-search-part-4"/>
            <p:cNvSpPr/>
            <p:nvPr/>
          </p:nvSpPr>
          <p:spPr>
            <a:xfrm>
              <a:off x="150000" y="15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4" name="probe-lucide-map-pin-x" descr="异常点位 — Lucide Icons and Contributors; ISC; original SVG unchanged. Source: https://github.com/lucide-icons/lucide/blob/20aef31db93fe4d9f398dbb15b120d99c48eef95/icons/map-pin-x.svg; SVG SHA256: 20f4243c1aa92afa99c6334a2a2be171512638a80a7826db18761ca58cae236d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45" name="probe-lucide-map-pin-x-part-1"/>
            <p:cNvSpPr/>
            <p:nvPr/>
          </p:nvSpPr>
          <p:spPr>
            <a:xfrm>
              <a:off x="40000" y="20000"/>
              <a:ext cx="160000" cy="199998"/>
            </a:xfrm>
            <a:custGeom>
              <a:avLst/>
              <a:gdLst/>
              <a:ahLst/>
              <a:cxnLst/>
              <a:rect l="0" t="0" r="r" b="b"/>
              <a:pathLst>
                <a:path w="160000" h="199998">
                  <a:moveTo>
                    <a:pt x="157520" y="99010"/>
                  </a:moveTo>
                  <a:cubicBezTo>
                    <a:pt x="157921" y="97459"/>
                    <a:pt x="158275" y="95897"/>
                    <a:pt x="158580" y="94324"/>
                  </a:cubicBezTo>
                  <a:cubicBezTo>
                    <a:pt x="158884" y="92752"/>
                    <a:pt x="159141" y="91170"/>
                    <a:pt x="159348" y="89582"/>
                  </a:cubicBezTo>
                  <a:cubicBezTo>
                    <a:pt x="159555" y="87993"/>
                    <a:pt x="159713" y="86399"/>
                    <a:pt x="159822" y="84801"/>
                  </a:cubicBezTo>
                  <a:cubicBezTo>
                    <a:pt x="159931" y="83203"/>
                    <a:pt x="159990" y="81602"/>
                    <a:pt x="160000" y="80000"/>
                  </a:cubicBezTo>
                  <a:cubicBezTo>
                    <a:pt x="160000" y="78324"/>
                    <a:pt x="159947" y="76649"/>
                    <a:pt x="159842" y="74977"/>
                  </a:cubicBezTo>
                  <a:cubicBezTo>
                    <a:pt x="159737" y="73304"/>
                    <a:pt x="159579" y="71636"/>
                    <a:pt x="159369" y="69973"/>
                  </a:cubicBezTo>
                  <a:cubicBezTo>
                    <a:pt x="159159" y="68311"/>
                    <a:pt x="158897" y="66655"/>
                    <a:pt x="158583" y="65009"/>
                  </a:cubicBezTo>
                  <a:cubicBezTo>
                    <a:pt x="158269" y="63364"/>
                    <a:pt x="157903" y="61728"/>
                    <a:pt x="157487" y="60105"/>
                  </a:cubicBezTo>
                  <a:cubicBezTo>
                    <a:pt x="157070" y="58482"/>
                    <a:pt x="156602" y="56872"/>
                    <a:pt x="156085" y="55279"/>
                  </a:cubicBezTo>
                  <a:cubicBezTo>
                    <a:pt x="155567" y="53685"/>
                    <a:pt x="154999" y="52108"/>
                    <a:pt x="154382" y="50550"/>
                  </a:cubicBezTo>
                  <a:cubicBezTo>
                    <a:pt x="153765" y="48992"/>
                    <a:pt x="153100" y="47454"/>
                    <a:pt x="152386" y="45938"/>
                  </a:cubicBezTo>
                  <a:cubicBezTo>
                    <a:pt x="151673" y="44421"/>
                    <a:pt x="150912" y="42928"/>
                    <a:pt x="150105" y="41460"/>
                  </a:cubicBezTo>
                  <a:cubicBezTo>
                    <a:pt x="149297" y="39991"/>
                    <a:pt x="148444" y="38549"/>
                    <a:pt x="147546" y="37134"/>
                  </a:cubicBezTo>
                  <a:cubicBezTo>
                    <a:pt x="146648" y="35719"/>
                    <a:pt x="145706" y="34333"/>
                    <a:pt x="144721" y="32977"/>
                  </a:cubicBezTo>
                  <a:cubicBezTo>
                    <a:pt x="143736" y="31622"/>
                    <a:pt x="142709" y="30297"/>
                    <a:pt x="141641" y="29006"/>
                  </a:cubicBezTo>
                  <a:cubicBezTo>
                    <a:pt x="140573" y="27715"/>
                    <a:pt x="139465" y="26458"/>
                    <a:pt x="138317" y="25236"/>
                  </a:cubicBezTo>
                  <a:cubicBezTo>
                    <a:pt x="137170" y="24015"/>
                    <a:pt x="135985" y="22830"/>
                    <a:pt x="134764" y="21683"/>
                  </a:cubicBezTo>
                  <a:cubicBezTo>
                    <a:pt x="133542" y="20535"/>
                    <a:pt x="132285" y="19427"/>
                    <a:pt x="130994" y="18359"/>
                  </a:cubicBezTo>
                  <a:cubicBezTo>
                    <a:pt x="129703" y="17291"/>
                    <a:pt x="128378" y="16264"/>
                    <a:pt x="127023" y="15279"/>
                  </a:cubicBezTo>
                  <a:cubicBezTo>
                    <a:pt x="125667" y="14294"/>
                    <a:pt x="124281" y="13352"/>
                    <a:pt x="122866" y="12454"/>
                  </a:cubicBezTo>
                  <a:cubicBezTo>
                    <a:pt x="121451" y="11556"/>
                    <a:pt x="120009" y="10703"/>
                    <a:pt x="118540" y="9895"/>
                  </a:cubicBezTo>
                  <a:cubicBezTo>
                    <a:pt x="117072" y="9088"/>
                    <a:pt x="115579" y="8327"/>
                    <a:pt x="114062" y="7614"/>
                  </a:cubicBezTo>
                  <a:cubicBezTo>
                    <a:pt x="112546" y="6900"/>
                    <a:pt x="111008" y="6235"/>
                    <a:pt x="109450" y="5618"/>
                  </a:cubicBezTo>
                  <a:cubicBezTo>
                    <a:pt x="107892" y="5001"/>
                    <a:pt x="106315" y="4433"/>
                    <a:pt x="104721" y="3915"/>
                  </a:cubicBezTo>
                  <a:cubicBezTo>
                    <a:pt x="103128" y="3398"/>
                    <a:pt x="101518" y="2930"/>
                    <a:pt x="99895" y="2513"/>
                  </a:cubicBezTo>
                  <a:cubicBezTo>
                    <a:pt x="98272" y="2097"/>
                    <a:pt x="96636" y="1731"/>
                    <a:pt x="94991" y="1417"/>
                  </a:cubicBezTo>
                  <a:cubicBezTo>
                    <a:pt x="93345" y="1103"/>
                    <a:pt x="91689" y="841"/>
                    <a:pt x="90027" y="631"/>
                  </a:cubicBezTo>
                  <a:cubicBezTo>
                    <a:pt x="88364" y="421"/>
                    <a:pt x="86696" y="263"/>
                    <a:pt x="85023" y="158"/>
                  </a:cubicBezTo>
                  <a:cubicBezTo>
                    <a:pt x="83351" y="53"/>
                    <a:pt x="81676" y="0"/>
                    <a:pt x="80000" y="0"/>
                  </a:cubicBezTo>
                  <a:cubicBezTo>
                    <a:pt x="78324" y="0"/>
                    <a:pt x="76649" y="53"/>
                    <a:pt x="74977" y="158"/>
                  </a:cubicBezTo>
                  <a:cubicBezTo>
                    <a:pt x="73304" y="263"/>
                    <a:pt x="71636" y="421"/>
                    <a:pt x="69973" y="631"/>
                  </a:cubicBezTo>
                  <a:cubicBezTo>
                    <a:pt x="68311" y="841"/>
                    <a:pt x="66655" y="1103"/>
                    <a:pt x="65009" y="1417"/>
                  </a:cubicBezTo>
                  <a:cubicBezTo>
                    <a:pt x="63364" y="1731"/>
                    <a:pt x="61728" y="2097"/>
                    <a:pt x="60105" y="2513"/>
                  </a:cubicBezTo>
                  <a:cubicBezTo>
                    <a:pt x="58482" y="2930"/>
                    <a:pt x="56872" y="3398"/>
                    <a:pt x="55279" y="3915"/>
                  </a:cubicBezTo>
                  <a:cubicBezTo>
                    <a:pt x="53685" y="4433"/>
                    <a:pt x="52108" y="5001"/>
                    <a:pt x="50550" y="5618"/>
                  </a:cubicBezTo>
                  <a:cubicBezTo>
                    <a:pt x="48992" y="6235"/>
                    <a:pt x="47454" y="6900"/>
                    <a:pt x="45938" y="7614"/>
                  </a:cubicBezTo>
                  <a:cubicBezTo>
                    <a:pt x="44421" y="8327"/>
                    <a:pt x="42928" y="9088"/>
                    <a:pt x="41460" y="9895"/>
                  </a:cubicBezTo>
                  <a:cubicBezTo>
                    <a:pt x="39991" y="10703"/>
                    <a:pt x="38549" y="11556"/>
                    <a:pt x="37134" y="12454"/>
                  </a:cubicBezTo>
                  <a:cubicBezTo>
                    <a:pt x="35719" y="13352"/>
                    <a:pt x="34333" y="14294"/>
                    <a:pt x="32977" y="15279"/>
                  </a:cubicBezTo>
                  <a:cubicBezTo>
                    <a:pt x="31622" y="16264"/>
                    <a:pt x="30297" y="17291"/>
                    <a:pt x="29006" y="18359"/>
                  </a:cubicBezTo>
                  <a:cubicBezTo>
                    <a:pt x="27715" y="19427"/>
                    <a:pt x="26458" y="20535"/>
                    <a:pt x="25236" y="21683"/>
                  </a:cubicBezTo>
                  <a:cubicBezTo>
                    <a:pt x="24015" y="22830"/>
                    <a:pt x="22830" y="24015"/>
                    <a:pt x="21683" y="25236"/>
                  </a:cubicBezTo>
                  <a:cubicBezTo>
                    <a:pt x="20535" y="26458"/>
                    <a:pt x="19427" y="27715"/>
                    <a:pt x="18359" y="29006"/>
                  </a:cubicBezTo>
                  <a:cubicBezTo>
                    <a:pt x="17291" y="30297"/>
                    <a:pt x="16264" y="31622"/>
                    <a:pt x="15279" y="32977"/>
                  </a:cubicBezTo>
                  <a:cubicBezTo>
                    <a:pt x="14294" y="34333"/>
                    <a:pt x="13352" y="35719"/>
                    <a:pt x="12454" y="37134"/>
                  </a:cubicBezTo>
                  <a:cubicBezTo>
                    <a:pt x="11556" y="38549"/>
                    <a:pt x="10703" y="39991"/>
                    <a:pt x="9895" y="41460"/>
                  </a:cubicBezTo>
                  <a:cubicBezTo>
                    <a:pt x="9088" y="42928"/>
                    <a:pt x="8327" y="44421"/>
                    <a:pt x="7614" y="45938"/>
                  </a:cubicBezTo>
                  <a:cubicBezTo>
                    <a:pt x="6900" y="47454"/>
                    <a:pt x="6235" y="48992"/>
                    <a:pt x="5618" y="50550"/>
                  </a:cubicBezTo>
                  <a:cubicBezTo>
                    <a:pt x="5001" y="52108"/>
                    <a:pt x="4433" y="53685"/>
                    <a:pt x="3915" y="55279"/>
                  </a:cubicBezTo>
                  <a:cubicBezTo>
                    <a:pt x="3398" y="56872"/>
                    <a:pt x="2930" y="58482"/>
                    <a:pt x="2513" y="60105"/>
                  </a:cubicBezTo>
                  <a:cubicBezTo>
                    <a:pt x="2097" y="61728"/>
                    <a:pt x="1731" y="63364"/>
                    <a:pt x="1417" y="65009"/>
                  </a:cubicBezTo>
                  <a:cubicBezTo>
                    <a:pt x="1103" y="66655"/>
                    <a:pt x="841" y="68311"/>
                    <a:pt x="631" y="69973"/>
                  </a:cubicBezTo>
                  <a:cubicBezTo>
                    <a:pt x="421" y="71636"/>
                    <a:pt x="263" y="73304"/>
                    <a:pt x="158" y="74977"/>
                  </a:cubicBezTo>
                  <a:cubicBezTo>
                    <a:pt x="53" y="76649"/>
                    <a:pt x="0" y="78324"/>
                    <a:pt x="0" y="80000"/>
                  </a:cubicBezTo>
                  <a:cubicBezTo>
                    <a:pt x="0" y="129930"/>
                    <a:pt x="55390" y="181930"/>
                    <a:pt x="73990" y="197990"/>
                  </a:cubicBezTo>
                  <a:cubicBezTo>
                    <a:pt x="74154" y="198113"/>
                    <a:pt x="74321" y="198231"/>
                    <a:pt x="74492" y="198344"/>
                  </a:cubicBezTo>
                  <a:cubicBezTo>
                    <a:pt x="74663" y="198457"/>
                    <a:pt x="74837" y="198564"/>
                    <a:pt x="75014" y="198666"/>
                  </a:cubicBezTo>
                  <a:cubicBezTo>
                    <a:pt x="75192" y="198768"/>
                    <a:pt x="75372" y="198865"/>
                    <a:pt x="75556" y="198956"/>
                  </a:cubicBezTo>
                  <a:cubicBezTo>
                    <a:pt x="75739" y="199047"/>
                    <a:pt x="75925" y="199132"/>
                    <a:pt x="76114" y="199211"/>
                  </a:cubicBezTo>
                  <a:cubicBezTo>
                    <a:pt x="76302" y="199291"/>
                    <a:pt x="76493" y="199365"/>
                    <a:pt x="76687" y="199433"/>
                  </a:cubicBezTo>
                  <a:cubicBezTo>
                    <a:pt x="76880" y="199500"/>
                    <a:pt x="77075" y="199562"/>
                    <a:pt x="77272" y="199618"/>
                  </a:cubicBezTo>
                  <a:cubicBezTo>
                    <a:pt x="77469" y="199674"/>
                    <a:pt x="77667" y="199724"/>
                    <a:pt x="77867" y="199767"/>
                  </a:cubicBezTo>
                  <a:cubicBezTo>
                    <a:pt x="78067" y="199811"/>
                    <a:pt x="78269" y="199849"/>
                    <a:pt x="78471" y="199880"/>
                  </a:cubicBezTo>
                  <a:cubicBezTo>
                    <a:pt x="78673" y="199911"/>
                    <a:pt x="78876" y="199936"/>
                    <a:pt x="79080" y="199955"/>
                  </a:cubicBezTo>
                  <a:cubicBezTo>
                    <a:pt x="79284" y="199974"/>
                    <a:pt x="79488" y="199987"/>
                    <a:pt x="79693" y="199993"/>
                  </a:cubicBezTo>
                  <a:cubicBezTo>
                    <a:pt x="79898" y="199999"/>
                    <a:pt x="80102" y="199999"/>
                    <a:pt x="80307" y="199993"/>
                  </a:cubicBezTo>
                  <a:cubicBezTo>
                    <a:pt x="80512" y="199987"/>
                    <a:pt x="80716" y="199974"/>
                    <a:pt x="80920" y="199955"/>
                  </a:cubicBezTo>
                  <a:cubicBezTo>
                    <a:pt x="81124" y="199936"/>
                    <a:pt x="81327" y="199911"/>
                    <a:pt x="81529" y="199880"/>
                  </a:cubicBezTo>
                  <a:cubicBezTo>
                    <a:pt x="81731" y="199849"/>
                    <a:pt x="81933" y="199811"/>
                    <a:pt x="82133" y="199767"/>
                  </a:cubicBezTo>
                  <a:cubicBezTo>
                    <a:pt x="82333" y="199724"/>
                    <a:pt x="82531" y="199674"/>
                    <a:pt x="82728" y="199618"/>
                  </a:cubicBezTo>
                  <a:cubicBezTo>
                    <a:pt x="82925" y="199562"/>
                    <a:pt x="83120" y="199500"/>
                    <a:pt x="83313" y="199433"/>
                  </a:cubicBezTo>
                  <a:cubicBezTo>
                    <a:pt x="83507" y="199365"/>
                    <a:pt x="83698" y="199291"/>
                    <a:pt x="83886" y="199211"/>
                  </a:cubicBezTo>
                  <a:cubicBezTo>
                    <a:pt x="84075" y="199132"/>
                    <a:pt x="84261" y="199047"/>
                    <a:pt x="84444" y="198956"/>
                  </a:cubicBezTo>
                  <a:cubicBezTo>
                    <a:pt x="84628" y="198865"/>
                    <a:pt x="84808" y="198768"/>
                    <a:pt x="84986" y="198666"/>
                  </a:cubicBezTo>
                  <a:cubicBezTo>
                    <a:pt x="85163" y="198564"/>
                    <a:pt x="85337" y="198457"/>
                    <a:pt x="85508" y="198344"/>
                  </a:cubicBezTo>
                  <a:cubicBezTo>
                    <a:pt x="85679" y="198231"/>
                    <a:pt x="85846" y="198113"/>
                    <a:pt x="86010" y="197990"/>
                  </a:cubicBezTo>
                  <a:cubicBezTo>
                    <a:pt x="86311" y="197734"/>
                    <a:pt x="86611" y="197478"/>
                    <a:pt x="86910" y="19722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probe-lucide-map-pin-x-part-2"/>
            <p:cNvSpPr/>
            <p:nvPr/>
          </p:nvSpPr>
          <p:spPr>
            <a:xfrm>
              <a:off x="90000" y="7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probe-lucide-map-pin-x-part-3"/>
            <p:cNvSpPr/>
            <p:nvPr/>
          </p:nvSpPr>
          <p:spPr>
            <a:xfrm>
              <a:off x="165000" y="155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0"/>
                  </a:move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8" name="probe-lucide-map-pin-x-part-4"/>
            <p:cNvSpPr/>
            <p:nvPr/>
          </p:nvSpPr>
          <p:spPr>
            <a:xfrm>
              <a:off x="165000" y="155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5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9" name="probe-lucide-map-pinned" descr="map-pinned — Lucide Icons and Contributors; preserve the bundled full upstream license. Source: https://github.com/lucide-icons/lucide/blob/20aef31db93fe4d9f398dbb15b120d99c48eef95/icons/map-pinned.svg; SVG SHA256: 2dedd29b37abb0dfbc24825952e8a9906148c21b428abffc3f52a443e88b799f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50" name="probe-lucide-map-pinned-part-1"/>
            <p:cNvSpPr/>
            <p:nvPr/>
          </p:nvSpPr>
          <p:spPr>
            <a:xfrm>
              <a:off x="60000" y="20000"/>
              <a:ext cx="120000" cy="150003"/>
            </a:xfrm>
            <a:custGeom>
              <a:avLst/>
              <a:gdLst/>
              <a:ahLst/>
              <a:cxnLst/>
              <a:rect l="0" t="0" r="r" b="b"/>
              <a:pathLst>
                <a:path w="120000" h="150003">
                  <a:moveTo>
                    <a:pt x="120000" y="60000"/>
                  </a:moveTo>
                  <a:cubicBezTo>
                    <a:pt x="120000" y="96130"/>
                    <a:pt x="81310" y="134290"/>
                    <a:pt x="66070" y="147950"/>
                  </a:cubicBezTo>
                  <a:cubicBezTo>
                    <a:pt x="65905" y="148076"/>
                    <a:pt x="65737" y="148196"/>
                    <a:pt x="65565" y="148312"/>
                  </a:cubicBezTo>
                  <a:cubicBezTo>
                    <a:pt x="65393" y="148427"/>
                    <a:pt x="65217" y="148537"/>
                    <a:pt x="65038" y="148641"/>
                  </a:cubicBezTo>
                  <a:cubicBezTo>
                    <a:pt x="64859" y="148745"/>
                    <a:pt x="64677" y="148844"/>
                    <a:pt x="64492" y="148937"/>
                  </a:cubicBezTo>
                  <a:cubicBezTo>
                    <a:pt x="64307" y="149030"/>
                    <a:pt x="64120" y="149117"/>
                    <a:pt x="63929" y="149199"/>
                  </a:cubicBezTo>
                  <a:cubicBezTo>
                    <a:pt x="63739" y="149280"/>
                    <a:pt x="63546" y="149356"/>
                    <a:pt x="63351" y="149425"/>
                  </a:cubicBezTo>
                  <a:cubicBezTo>
                    <a:pt x="63155" y="149494"/>
                    <a:pt x="62958" y="149558"/>
                    <a:pt x="62759" y="149615"/>
                  </a:cubicBezTo>
                  <a:cubicBezTo>
                    <a:pt x="62560" y="149672"/>
                    <a:pt x="62359" y="149723"/>
                    <a:pt x="62157" y="149768"/>
                  </a:cubicBezTo>
                  <a:cubicBezTo>
                    <a:pt x="61955" y="149812"/>
                    <a:pt x="61751" y="149851"/>
                    <a:pt x="61547" y="149883"/>
                  </a:cubicBezTo>
                  <a:cubicBezTo>
                    <a:pt x="61342" y="149915"/>
                    <a:pt x="61137" y="149940"/>
                    <a:pt x="60930" y="149960"/>
                  </a:cubicBezTo>
                  <a:cubicBezTo>
                    <a:pt x="60724" y="149979"/>
                    <a:pt x="60518" y="149992"/>
                    <a:pt x="60311" y="149998"/>
                  </a:cubicBezTo>
                  <a:cubicBezTo>
                    <a:pt x="60104" y="150005"/>
                    <a:pt x="59896" y="150005"/>
                    <a:pt x="59689" y="149998"/>
                  </a:cubicBezTo>
                  <a:cubicBezTo>
                    <a:pt x="59482" y="149992"/>
                    <a:pt x="59276" y="149979"/>
                    <a:pt x="59070" y="149960"/>
                  </a:cubicBezTo>
                  <a:cubicBezTo>
                    <a:pt x="58863" y="149940"/>
                    <a:pt x="58658" y="149915"/>
                    <a:pt x="58453" y="149883"/>
                  </a:cubicBezTo>
                  <a:cubicBezTo>
                    <a:pt x="58249" y="149851"/>
                    <a:pt x="58045" y="149812"/>
                    <a:pt x="57843" y="149768"/>
                  </a:cubicBezTo>
                  <a:cubicBezTo>
                    <a:pt x="57641" y="149723"/>
                    <a:pt x="57440" y="149672"/>
                    <a:pt x="57241" y="149615"/>
                  </a:cubicBezTo>
                  <a:cubicBezTo>
                    <a:pt x="57042" y="149558"/>
                    <a:pt x="56845" y="149494"/>
                    <a:pt x="56649" y="149425"/>
                  </a:cubicBezTo>
                  <a:cubicBezTo>
                    <a:pt x="56454" y="149356"/>
                    <a:pt x="56261" y="149280"/>
                    <a:pt x="56071" y="149199"/>
                  </a:cubicBezTo>
                  <a:cubicBezTo>
                    <a:pt x="55880" y="149117"/>
                    <a:pt x="55693" y="149030"/>
                    <a:pt x="55508" y="148937"/>
                  </a:cubicBezTo>
                  <a:cubicBezTo>
                    <a:pt x="55323" y="148844"/>
                    <a:pt x="55141" y="148745"/>
                    <a:pt x="54962" y="148641"/>
                  </a:cubicBezTo>
                  <a:cubicBezTo>
                    <a:pt x="54783" y="148537"/>
                    <a:pt x="54607" y="148427"/>
                    <a:pt x="54435" y="148312"/>
                  </a:cubicBezTo>
                  <a:cubicBezTo>
                    <a:pt x="54263" y="148196"/>
                    <a:pt x="54095" y="148076"/>
                    <a:pt x="53930" y="147950"/>
                  </a:cubicBezTo>
                  <a:cubicBezTo>
                    <a:pt x="38700" y="134290"/>
                    <a:pt x="0" y="96130"/>
                    <a:pt x="0" y="60000"/>
                  </a:cubicBezTo>
                  <a:cubicBezTo>
                    <a:pt x="0" y="58743"/>
                    <a:pt x="39" y="57487"/>
                    <a:pt x="118" y="56233"/>
                  </a:cubicBezTo>
                  <a:cubicBezTo>
                    <a:pt x="197" y="54978"/>
                    <a:pt x="316" y="53727"/>
                    <a:pt x="473" y="52480"/>
                  </a:cubicBezTo>
                  <a:cubicBezTo>
                    <a:pt x="631" y="51233"/>
                    <a:pt x="827" y="49992"/>
                    <a:pt x="1063" y="48757"/>
                  </a:cubicBezTo>
                  <a:cubicBezTo>
                    <a:pt x="1298" y="47523"/>
                    <a:pt x="1572" y="46296"/>
                    <a:pt x="1885" y="45079"/>
                  </a:cubicBezTo>
                  <a:cubicBezTo>
                    <a:pt x="2198" y="43861"/>
                    <a:pt x="2548" y="42654"/>
                    <a:pt x="2937" y="41459"/>
                  </a:cubicBezTo>
                  <a:cubicBezTo>
                    <a:pt x="3325" y="40264"/>
                    <a:pt x="3751" y="39081"/>
                    <a:pt x="4213" y="37913"/>
                  </a:cubicBezTo>
                  <a:cubicBezTo>
                    <a:pt x="4676" y="36744"/>
                    <a:pt x="5175" y="35590"/>
                    <a:pt x="5710" y="34453"/>
                  </a:cubicBezTo>
                  <a:cubicBezTo>
                    <a:pt x="6245" y="33316"/>
                    <a:pt x="6816" y="32196"/>
                    <a:pt x="7422" y="31095"/>
                  </a:cubicBezTo>
                  <a:cubicBezTo>
                    <a:pt x="8027" y="29993"/>
                    <a:pt x="8667" y="28911"/>
                    <a:pt x="9340" y="27850"/>
                  </a:cubicBezTo>
                  <a:cubicBezTo>
                    <a:pt x="10014" y="26789"/>
                    <a:pt x="10720" y="25750"/>
                    <a:pt x="11459" y="24733"/>
                  </a:cubicBezTo>
                  <a:cubicBezTo>
                    <a:pt x="12198" y="23716"/>
                    <a:pt x="12968" y="22723"/>
                    <a:pt x="13769" y="21755"/>
                  </a:cubicBezTo>
                  <a:cubicBezTo>
                    <a:pt x="14570" y="20786"/>
                    <a:pt x="15402" y="19843"/>
                    <a:pt x="16262" y="18927"/>
                  </a:cubicBezTo>
                  <a:cubicBezTo>
                    <a:pt x="17122" y="18011"/>
                    <a:pt x="18011" y="17122"/>
                    <a:pt x="18927" y="16262"/>
                  </a:cubicBezTo>
                  <a:cubicBezTo>
                    <a:pt x="19843" y="15402"/>
                    <a:pt x="20786" y="14570"/>
                    <a:pt x="21755" y="13769"/>
                  </a:cubicBezTo>
                  <a:cubicBezTo>
                    <a:pt x="22723" y="12968"/>
                    <a:pt x="23716" y="12198"/>
                    <a:pt x="24733" y="11459"/>
                  </a:cubicBezTo>
                  <a:cubicBezTo>
                    <a:pt x="25750" y="10720"/>
                    <a:pt x="26789" y="10014"/>
                    <a:pt x="27850" y="9340"/>
                  </a:cubicBezTo>
                  <a:cubicBezTo>
                    <a:pt x="28911" y="8667"/>
                    <a:pt x="29993" y="8027"/>
                    <a:pt x="31095" y="7422"/>
                  </a:cubicBezTo>
                  <a:cubicBezTo>
                    <a:pt x="32196" y="6816"/>
                    <a:pt x="33316" y="6245"/>
                    <a:pt x="34453" y="5710"/>
                  </a:cubicBezTo>
                  <a:cubicBezTo>
                    <a:pt x="35590" y="5175"/>
                    <a:pt x="36744" y="4676"/>
                    <a:pt x="37913" y="4213"/>
                  </a:cubicBezTo>
                  <a:cubicBezTo>
                    <a:pt x="39081" y="3751"/>
                    <a:pt x="40264" y="3325"/>
                    <a:pt x="41459" y="2937"/>
                  </a:cubicBezTo>
                  <a:cubicBezTo>
                    <a:pt x="42654" y="2548"/>
                    <a:pt x="43861" y="2198"/>
                    <a:pt x="45079" y="1885"/>
                  </a:cubicBezTo>
                  <a:cubicBezTo>
                    <a:pt x="46296" y="1572"/>
                    <a:pt x="47523" y="1298"/>
                    <a:pt x="48757" y="1063"/>
                  </a:cubicBezTo>
                  <a:cubicBezTo>
                    <a:pt x="49992" y="827"/>
                    <a:pt x="51233" y="631"/>
                    <a:pt x="52480" y="473"/>
                  </a:cubicBezTo>
                  <a:cubicBezTo>
                    <a:pt x="53727" y="316"/>
                    <a:pt x="54978" y="197"/>
                    <a:pt x="56233" y="118"/>
                  </a:cubicBezTo>
                  <a:cubicBezTo>
                    <a:pt x="57487" y="39"/>
                    <a:pt x="58743" y="0"/>
                    <a:pt x="60000" y="0"/>
                  </a:cubicBezTo>
                  <a:cubicBezTo>
                    <a:pt x="61257" y="0"/>
                    <a:pt x="62513" y="39"/>
                    <a:pt x="63767" y="118"/>
                  </a:cubicBezTo>
                  <a:cubicBezTo>
                    <a:pt x="65022" y="197"/>
                    <a:pt x="66273" y="316"/>
                    <a:pt x="67520" y="473"/>
                  </a:cubicBezTo>
                  <a:cubicBezTo>
                    <a:pt x="68767" y="631"/>
                    <a:pt x="70008" y="827"/>
                    <a:pt x="71243" y="1063"/>
                  </a:cubicBezTo>
                  <a:cubicBezTo>
                    <a:pt x="72477" y="1298"/>
                    <a:pt x="73704" y="1572"/>
                    <a:pt x="74921" y="1885"/>
                  </a:cubicBezTo>
                  <a:cubicBezTo>
                    <a:pt x="76139" y="2198"/>
                    <a:pt x="77346" y="2548"/>
                    <a:pt x="78541" y="2937"/>
                  </a:cubicBezTo>
                  <a:cubicBezTo>
                    <a:pt x="79736" y="3325"/>
                    <a:pt x="80919" y="3751"/>
                    <a:pt x="82087" y="4213"/>
                  </a:cubicBezTo>
                  <a:cubicBezTo>
                    <a:pt x="83256" y="4676"/>
                    <a:pt x="84410" y="5175"/>
                    <a:pt x="85547" y="5710"/>
                  </a:cubicBezTo>
                  <a:cubicBezTo>
                    <a:pt x="86684" y="6245"/>
                    <a:pt x="87804" y="6816"/>
                    <a:pt x="88905" y="7422"/>
                  </a:cubicBezTo>
                  <a:cubicBezTo>
                    <a:pt x="90007" y="8027"/>
                    <a:pt x="91089" y="8667"/>
                    <a:pt x="92150" y="9340"/>
                  </a:cubicBezTo>
                  <a:cubicBezTo>
                    <a:pt x="93211" y="10014"/>
                    <a:pt x="94250" y="10720"/>
                    <a:pt x="95267" y="11459"/>
                  </a:cubicBezTo>
                  <a:cubicBezTo>
                    <a:pt x="96284" y="12198"/>
                    <a:pt x="97277" y="12968"/>
                    <a:pt x="98245" y="13769"/>
                  </a:cubicBezTo>
                  <a:cubicBezTo>
                    <a:pt x="99214" y="14570"/>
                    <a:pt x="100157" y="15402"/>
                    <a:pt x="101073" y="16262"/>
                  </a:cubicBezTo>
                  <a:cubicBezTo>
                    <a:pt x="101989" y="17122"/>
                    <a:pt x="102878" y="18011"/>
                    <a:pt x="103738" y="18927"/>
                  </a:cubicBezTo>
                  <a:cubicBezTo>
                    <a:pt x="104598" y="19843"/>
                    <a:pt x="105430" y="20786"/>
                    <a:pt x="106231" y="21755"/>
                  </a:cubicBezTo>
                  <a:cubicBezTo>
                    <a:pt x="107032" y="22723"/>
                    <a:pt x="107802" y="23716"/>
                    <a:pt x="108541" y="24733"/>
                  </a:cubicBezTo>
                  <a:cubicBezTo>
                    <a:pt x="109280" y="25750"/>
                    <a:pt x="109986" y="26789"/>
                    <a:pt x="110660" y="27850"/>
                  </a:cubicBezTo>
                  <a:cubicBezTo>
                    <a:pt x="111333" y="28911"/>
                    <a:pt x="111973" y="29993"/>
                    <a:pt x="112578" y="31095"/>
                  </a:cubicBezTo>
                  <a:cubicBezTo>
                    <a:pt x="113184" y="32196"/>
                    <a:pt x="113755" y="33316"/>
                    <a:pt x="114290" y="34453"/>
                  </a:cubicBezTo>
                  <a:cubicBezTo>
                    <a:pt x="114825" y="35590"/>
                    <a:pt x="115324" y="36744"/>
                    <a:pt x="115787" y="37913"/>
                  </a:cubicBezTo>
                  <a:cubicBezTo>
                    <a:pt x="116249" y="39081"/>
                    <a:pt x="116675" y="40264"/>
                    <a:pt x="117063" y="41459"/>
                  </a:cubicBezTo>
                  <a:cubicBezTo>
                    <a:pt x="117452" y="42654"/>
                    <a:pt x="117802" y="43861"/>
                    <a:pt x="118115" y="45079"/>
                  </a:cubicBezTo>
                  <a:cubicBezTo>
                    <a:pt x="118428" y="46296"/>
                    <a:pt x="118702" y="47523"/>
                    <a:pt x="118937" y="48757"/>
                  </a:cubicBezTo>
                  <a:cubicBezTo>
                    <a:pt x="119173" y="49992"/>
                    <a:pt x="119369" y="51233"/>
                    <a:pt x="119527" y="52480"/>
                  </a:cubicBezTo>
                  <a:cubicBezTo>
                    <a:pt x="119684" y="53727"/>
                    <a:pt x="119803" y="54978"/>
                    <a:pt x="119882" y="56233"/>
                  </a:cubicBezTo>
                  <a:cubicBezTo>
                    <a:pt x="119961" y="57487"/>
                    <a:pt x="120000" y="58743"/>
                    <a:pt x="120000" y="6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probe-lucide-map-pinned-part-2"/>
            <p:cNvSpPr/>
            <p:nvPr/>
          </p:nvSpPr>
          <p:spPr>
            <a:xfrm>
              <a:off x="21572" y="150000"/>
              <a:ext cx="196863" cy="70010"/>
            </a:xfrm>
            <a:custGeom>
              <a:avLst/>
              <a:gdLst/>
              <a:ahLst/>
              <a:cxnLst/>
              <a:rect l="0" t="0" r="r" b="b"/>
              <a:pathLst>
                <a:path w="196863" h="70010">
                  <a:moveTo>
                    <a:pt x="23168" y="0"/>
                  </a:moveTo>
                  <a:lnTo>
                    <a:pt x="21198" y="0"/>
                  </a:lnTo>
                  <a:cubicBezTo>
                    <a:pt x="20997" y="0"/>
                    <a:pt x="20797" y="6"/>
                    <a:pt x="20597" y="18"/>
                  </a:cubicBezTo>
                  <a:cubicBezTo>
                    <a:pt x="20398" y="30"/>
                    <a:pt x="20198" y="48"/>
                    <a:pt x="19999" y="72"/>
                  </a:cubicBezTo>
                  <a:cubicBezTo>
                    <a:pt x="19801" y="96"/>
                    <a:pt x="19603" y="126"/>
                    <a:pt x="19406" y="162"/>
                  </a:cubicBezTo>
                  <a:cubicBezTo>
                    <a:pt x="19209" y="198"/>
                    <a:pt x="19013" y="240"/>
                    <a:pt x="18819" y="287"/>
                  </a:cubicBezTo>
                  <a:cubicBezTo>
                    <a:pt x="18624" y="335"/>
                    <a:pt x="18431" y="388"/>
                    <a:pt x="18240" y="447"/>
                  </a:cubicBezTo>
                  <a:cubicBezTo>
                    <a:pt x="18049" y="507"/>
                    <a:pt x="17859" y="572"/>
                    <a:pt x="17672" y="642"/>
                  </a:cubicBezTo>
                  <a:cubicBezTo>
                    <a:pt x="17485" y="713"/>
                    <a:pt x="17299" y="789"/>
                    <a:pt x="17117" y="871"/>
                  </a:cubicBezTo>
                  <a:cubicBezTo>
                    <a:pt x="16934" y="952"/>
                    <a:pt x="16754" y="1040"/>
                    <a:pt x="16576" y="1132"/>
                  </a:cubicBezTo>
                  <a:cubicBezTo>
                    <a:pt x="16398" y="1225"/>
                    <a:pt x="16224" y="1322"/>
                    <a:pt x="16052" y="1426"/>
                  </a:cubicBezTo>
                  <a:cubicBezTo>
                    <a:pt x="15880" y="1529"/>
                    <a:pt x="15712" y="1637"/>
                    <a:pt x="15547" y="1750"/>
                  </a:cubicBezTo>
                  <a:cubicBezTo>
                    <a:pt x="15382" y="1863"/>
                    <a:pt x="15220" y="1981"/>
                    <a:pt x="15062" y="2104"/>
                  </a:cubicBezTo>
                  <a:cubicBezTo>
                    <a:pt x="14904" y="2227"/>
                    <a:pt x="14749" y="2354"/>
                    <a:pt x="14599" y="2486"/>
                  </a:cubicBezTo>
                  <a:cubicBezTo>
                    <a:pt x="14449" y="2618"/>
                    <a:pt x="14302" y="2755"/>
                    <a:pt x="14160" y="2896"/>
                  </a:cubicBezTo>
                  <a:cubicBezTo>
                    <a:pt x="14018" y="3037"/>
                    <a:pt x="13880" y="3182"/>
                    <a:pt x="13746" y="3331"/>
                  </a:cubicBezTo>
                  <a:cubicBezTo>
                    <a:pt x="13613" y="3480"/>
                    <a:pt x="13484" y="3633"/>
                    <a:pt x="13359" y="3790"/>
                  </a:cubicBezTo>
                  <a:cubicBezTo>
                    <a:pt x="13235" y="3947"/>
                    <a:pt x="13115" y="4108"/>
                    <a:pt x="13001" y="4272"/>
                  </a:cubicBezTo>
                  <a:cubicBezTo>
                    <a:pt x="12886" y="4436"/>
                    <a:pt x="12776" y="4604"/>
                    <a:pt x="12672" y="4774"/>
                  </a:cubicBezTo>
                  <a:cubicBezTo>
                    <a:pt x="12567" y="4945"/>
                    <a:pt x="12468" y="5119"/>
                    <a:pt x="12374" y="5295"/>
                  </a:cubicBezTo>
                  <a:cubicBezTo>
                    <a:pt x="12279" y="5472"/>
                    <a:pt x="12191" y="5652"/>
                    <a:pt x="12107" y="5834"/>
                  </a:cubicBezTo>
                  <a:cubicBezTo>
                    <a:pt x="12024" y="6016"/>
                    <a:pt x="11946" y="6200"/>
                    <a:pt x="11873" y="6387"/>
                  </a:cubicBezTo>
                  <a:cubicBezTo>
                    <a:pt x="11801" y="6573"/>
                    <a:pt x="11734" y="6762"/>
                    <a:pt x="11673" y="6953"/>
                  </a:cubicBezTo>
                  <a:cubicBezTo>
                    <a:pt x="11612" y="7144"/>
                    <a:pt x="11557" y="7336"/>
                    <a:pt x="11508" y="7530"/>
                  </a:cubicBezTo>
                  <a:lnTo>
                    <a:pt x="538" y="51030"/>
                  </a:lnTo>
                  <a:cubicBezTo>
                    <a:pt x="456" y="51325"/>
                    <a:pt x="384" y="51623"/>
                    <a:pt x="321" y="51923"/>
                  </a:cubicBezTo>
                  <a:cubicBezTo>
                    <a:pt x="258" y="52223"/>
                    <a:pt x="204" y="52524"/>
                    <a:pt x="160" y="52827"/>
                  </a:cubicBezTo>
                  <a:cubicBezTo>
                    <a:pt x="115" y="53130"/>
                    <a:pt x="80" y="53435"/>
                    <a:pt x="54" y="53740"/>
                  </a:cubicBezTo>
                  <a:cubicBezTo>
                    <a:pt x="28" y="54045"/>
                    <a:pt x="11" y="54351"/>
                    <a:pt x="4" y="54658"/>
                  </a:cubicBezTo>
                  <a:cubicBezTo>
                    <a:pt x="-3" y="54964"/>
                    <a:pt x="-1" y="55270"/>
                    <a:pt x="11" y="55576"/>
                  </a:cubicBezTo>
                  <a:cubicBezTo>
                    <a:pt x="22" y="55882"/>
                    <a:pt x="43" y="56188"/>
                    <a:pt x="73" y="56493"/>
                  </a:cubicBezTo>
                  <a:cubicBezTo>
                    <a:pt x="104" y="56798"/>
                    <a:pt x="143" y="57102"/>
                    <a:pt x="192" y="57404"/>
                  </a:cubicBezTo>
                  <a:cubicBezTo>
                    <a:pt x="241" y="57706"/>
                    <a:pt x="299" y="58007"/>
                    <a:pt x="367" y="58306"/>
                  </a:cubicBezTo>
                  <a:cubicBezTo>
                    <a:pt x="434" y="58605"/>
                    <a:pt x="510" y="58902"/>
                    <a:pt x="596" y="59196"/>
                  </a:cubicBezTo>
                  <a:cubicBezTo>
                    <a:pt x="681" y="59490"/>
                    <a:pt x="776" y="59781"/>
                    <a:pt x="879" y="60070"/>
                  </a:cubicBezTo>
                  <a:cubicBezTo>
                    <a:pt x="982" y="60358"/>
                    <a:pt x="1095" y="60643"/>
                    <a:pt x="1215" y="60925"/>
                  </a:cubicBezTo>
                  <a:cubicBezTo>
                    <a:pt x="1336" y="61206"/>
                    <a:pt x="1466" y="61484"/>
                    <a:pt x="1603" y="61758"/>
                  </a:cubicBezTo>
                  <a:cubicBezTo>
                    <a:pt x="1741" y="62031"/>
                    <a:pt x="1887" y="62301"/>
                    <a:pt x="2042" y="62565"/>
                  </a:cubicBezTo>
                  <a:cubicBezTo>
                    <a:pt x="2196" y="62830"/>
                    <a:pt x="2358" y="63090"/>
                    <a:pt x="2529" y="63344"/>
                  </a:cubicBezTo>
                  <a:cubicBezTo>
                    <a:pt x="2699" y="63599"/>
                    <a:pt x="2877" y="63849"/>
                    <a:pt x="3062" y="64092"/>
                  </a:cubicBezTo>
                  <a:cubicBezTo>
                    <a:pt x="3248" y="64336"/>
                    <a:pt x="3441" y="64574"/>
                    <a:pt x="3641" y="64806"/>
                  </a:cubicBezTo>
                  <a:cubicBezTo>
                    <a:pt x="3841" y="65038"/>
                    <a:pt x="4048" y="65264"/>
                    <a:pt x="4262" y="65483"/>
                  </a:cubicBezTo>
                  <a:cubicBezTo>
                    <a:pt x="4476" y="65703"/>
                    <a:pt x="4696" y="65915"/>
                    <a:pt x="4923" y="66121"/>
                  </a:cubicBezTo>
                  <a:cubicBezTo>
                    <a:pt x="5150" y="66327"/>
                    <a:pt x="5383" y="66526"/>
                    <a:pt x="5622" y="66717"/>
                  </a:cubicBezTo>
                  <a:cubicBezTo>
                    <a:pt x="5861" y="66909"/>
                    <a:pt x="6106" y="67093"/>
                    <a:pt x="6357" y="67269"/>
                  </a:cubicBezTo>
                  <a:cubicBezTo>
                    <a:pt x="6607" y="67446"/>
                    <a:pt x="6863" y="67615"/>
                    <a:pt x="7123" y="67776"/>
                  </a:cubicBezTo>
                  <a:cubicBezTo>
                    <a:pt x="7384" y="67936"/>
                    <a:pt x="7650" y="68089"/>
                    <a:pt x="7920" y="68234"/>
                  </a:cubicBezTo>
                  <a:cubicBezTo>
                    <a:pt x="8190" y="68378"/>
                    <a:pt x="8464" y="68515"/>
                    <a:pt x="8743" y="68642"/>
                  </a:cubicBezTo>
                  <a:cubicBezTo>
                    <a:pt x="9021" y="68770"/>
                    <a:pt x="9303" y="68890"/>
                    <a:pt x="9589" y="69000"/>
                  </a:cubicBezTo>
                  <a:cubicBezTo>
                    <a:pt x="9875" y="69111"/>
                    <a:pt x="10164" y="69212"/>
                    <a:pt x="10456" y="69305"/>
                  </a:cubicBezTo>
                  <a:cubicBezTo>
                    <a:pt x="10748" y="69398"/>
                    <a:pt x="11042" y="69482"/>
                    <a:pt x="11339" y="69556"/>
                  </a:cubicBezTo>
                  <a:cubicBezTo>
                    <a:pt x="11636" y="69631"/>
                    <a:pt x="11936" y="69697"/>
                    <a:pt x="12237" y="69753"/>
                  </a:cubicBezTo>
                  <a:cubicBezTo>
                    <a:pt x="12538" y="69810"/>
                    <a:pt x="12841" y="69857"/>
                    <a:pt x="13145" y="69895"/>
                  </a:cubicBezTo>
                  <a:cubicBezTo>
                    <a:pt x="13449" y="69933"/>
                    <a:pt x="13754" y="69961"/>
                    <a:pt x="14059" y="69980"/>
                  </a:cubicBezTo>
                  <a:cubicBezTo>
                    <a:pt x="14365" y="70000"/>
                    <a:pt x="14671" y="70010"/>
                    <a:pt x="14978" y="70010"/>
                  </a:cubicBezTo>
                  <a:lnTo>
                    <a:pt x="181868" y="70000"/>
                  </a:lnTo>
                  <a:cubicBezTo>
                    <a:pt x="182174" y="70000"/>
                    <a:pt x="182480" y="69990"/>
                    <a:pt x="182786" y="69972"/>
                  </a:cubicBezTo>
                  <a:cubicBezTo>
                    <a:pt x="183092" y="69953"/>
                    <a:pt x="183397" y="69924"/>
                    <a:pt x="183701" y="69887"/>
                  </a:cubicBezTo>
                  <a:cubicBezTo>
                    <a:pt x="184005" y="69849"/>
                    <a:pt x="184308" y="69802"/>
                    <a:pt x="184610" y="69746"/>
                  </a:cubicBezTo>
                  <a:cubicBezTo>
                    <a:pt x="184911" y="69690"/>
                    <a:pt x="185210" y="69625"/>
                    <a:pt x="185507" y="69550"/>
                  </a:cubicBezTo>
                  <a:cubicBezTo>
                    <a:pt x="185805" y="69476"/>
                    <a:pt x="186100" y="69392"/>
                    <a:pt x="186392" y="69300"/>
                  </a:cubicBezTo>
                  <a:cubicBezTo>
                    <a:pt x="186684" y="69207"/>
                    <a:pt x="186973" y="69106"/>
                    <a:pt x="187259" y="68996"/>
                  </a:cubicBezTo>
                  <a:cubicBezTo>
                    <a:pt x="187545" y="68885"/>
                    <a:pt x="187827" y="68767"/>
                    <a:pt x="188106" y="68639"/>
                  </a:cubicBezTo>
                  <a:cubicBezTo>
                    <a:pt x="188384" y="68511"/>
                    <a:pt x="188659" y="68375"/>
                    <a:pt x="188929" y="68231"/>
                  </a:cubicBezTo>
                  <a:cubicBezTo>
                    <a:pt x="189200" y="68087"/>
                    <a:pt x="189465" y="67934"/>
                    <a:pt x="189726" y="67773"/>
                  </a:cubicBezTo>
                  <a:cubicBezTo>
                    <a:pt x="189987" y="67613"/>
                    <a:pt x="190243" y="67444"/>
                    <a:pt x="190494" y="67268"/>
                  </a:cubicBezTo>
                  <a:cubicBezTo>
                    <a:pt x="190744" y="67092"/>
                    <a:pt x="190990" y="66908"/>
                    <a:pt x="191229" y="66716"/>
                  </a:cubicBezTo>
                  <a:cubicBezTo>
                    <a:pt x="191468" y="66525"/>
                    <a:pt x="191702" y="66326"/>
                    <a:pt x="191929" y="66121"/>
                  </a:cubicBezTo>
                  <a:cubicBezTo>
                    <a:pt x="192156" y="65915"/>
                    <a:pt x="192377" y="65703"/>
                    <a:pt x="192591" y="65483"/>
                  </a:cubicBezTo>
                  <a:cubicBezTo>
                    <a:pt x="192805" y="65264"/>
                    <a:pt x="193012" y="65039"/>
                    <a:pt x="193213" y="64807"/>
                  </a:cubicBezTo>
                  <a:cubicBezTo>
                    <a:pt x="193413" y="64575"/>
                    <a:pt x="193606" y="64337"/>
                    <a:pt x="193792" y="64093"/>
                  </a:cubicBezTo>
                  <a:cubicBezTo>
                    <a:pt x="193978" y="63850"/>
                    <a:pt x="194156" y="63600"/>
                    <a:pt x="194326" y="63346"/>
                  </a:cubicBezTo>
                  <a:cubicBezTo>
                    <a:pt x="194497" y="63091"/>
                    <a:pt x="194660" y="62831"/>
                    <a:pt x="194814" y="62567"/>
                  </a:cubicBezTo>
                  <a:cubicBezTo>
                    <a:pt x="194969" y="62302"/>
                    <a:pt x="195115" y="62033"/>
                    <a:pt x="195253" y="61759"/>
                  </a:cubicBezTo>
                  <a:cubicBezTo>
                    <a:pt x="195391" y="61486"/>
                    <a:pt x="195521" y="61208"/>
                    <a:pt x="195642" y="60927"/>
                  </a:cubicBezTo>
                  <a:cubicBezTo>
                    <a:pt x="195763" y="60645"/>
                    <a:pt x="195876" y="60360"/>
                    <a:pt x="195979" y="60072"/>
                  </a:cubicBezTo>
                  <a:cubicBezTo>
                    <a:pt x="196083" y="59783"/>
                    <a:pt x="196177" y="59492"/>
                    <a:pt x="196263" y="59198"/>
                  </a:cubicBezTo>
                  <a:cubicBezTo>
                    <a:pt x="196349" y="58904"/>
                    <a:pt x="196426" y="58607"/>
                    <a:pt x="196493" y="58308"/>
                  </a:cubicBezTo>
                  <a:cubicBezTo>
                    <a:pt x="196561" y="58009"/>
                    <a:pt x="196619" y="57708"/>
                    <a:pt x="196668" y="57406"/>
                  </a:cubicBezTo>
                  <a:cubicBezTo>
                    <a:pt x="196718" y="57103"/>
                    <a:pt x="196757" y="56799"/>
                    <a:pt x="196788" y="56495"/>
                  </a:cubicBezTo>
                  <a:cubicBezTo>
                    <a:pt x="196818" y="56190"/>
                    <a:pt x="196840" y="55884"/>
                    <a:pt x="196851" y="55578"/>
                  </a:cubicBezTo>
                  <a:cubicBezTo>
                    <a:pt x="196863" y="55272"/>
                    <a:pt x="196866" y="54965"/>
                    <a:pt x="196859" y="54659"/>
                  </a:cubicBezTo>
                  <a:cubicBezTo>
                    <a:pt x="196852" y="54352"/>
                    <a:pt x="196835" y="54046"/>
                    <a:pt x="196810" y="53741"/>
                  </a:cubicBezTo>
                  <a:cubicBezTo>
                    <a:pt x="196784" y="53436"/>
                    <a:pt x="196749" y="53131"/>
                    <a:pt x="196704" y="52828"/>
                  </a:cubicBezTo>
                  <a:cubicBezTo>
                    <a:pt x="196660" y="52525"/>
                    <a:pt x="196606" y="52223"/>
                    <a:pt x="196544" y="51923"/>
                  </a:cubicBezTo>
                  <a:cubicBezTo>
                    <a:pt x="196481" y="51623"/>
                    <a:pt x="196409" y="51325"/>
                    <a:pt x="196328" y="51030"/>
                  </a:cubicBezTo>
                  <a:lnTo>
                    <a:pt x="185348" y="7530"/>
                  </a:lnTo>
                  <a:cubicBezTo>
                    <a:pt x="185298" y="7336"/>
                    <a:pt x="185243" y="7144"/>
                    <a:pt x="185182" y="6953"/>
                  </a:cubicBezTo>
                  <a:cubicBezTo>
                    <a:pt x="185121" y="6762"/>
                    <a:pt x="185054" y="6573"/>
                    <a:pt x="184982" y="6387"/>
                  </a:cubicBezTo>
                  <a:cubicBezTo>
                    <a:pt x="184910" y="6200"/>
                    <a:pt x="184832" y="6016"/>
                    <a:pt x="184748" y="5834"/>
                  </a:cubicBezTo>
                  <a:cubicBezTo>
                    <a:pt x="184665" y="5652"/>
                    <a:pt x="184576" y="5472"/>
                    <a:pt x="184482" y="5295"/>
                  </a:cubicBezTo>
                  <a:cubicBezTo>
                    <a:pt x="184388" y="5119"/>
                    <a:pt x="184288" y="4945"/>
                    <a:pt x="184184" y="4774"/>
                  </a:cubicBezTo>
                  <a:cubicBezTo>
                    <a:pt x="184079" y="4604"/>
                    <a:pt x="183969" y="4436"/>
                    <a:pt x="183854" y="4272"/>
                  </a:cubicBezTo>
                  <a:cubicBezTo>
                    <a:pt x="183740" y="4108"/>
                    <a:pt x="183620" y="3947"/>
                    <a:pt x="183496" y="3790"/>
                  </a:cubicBezTo>
                  <a:cubicBezTo>
                    <a:pt x="183372" y="3633"/>
                    <a:pt x="183243" y="3480"/>
                    <a:pt x="183109" y="3331"/>
                  </a:cubicBezTo>
                  <a:cubicBezTo>
                    <a:pt x="182976" y="3182"/>
                    <a:pt x="182838" y="3037"/>
                    <a:pt x="182695" y="2896"/>
                  </a:cubicBezTo>
                  <a:cubicBezTo>
                    <a:pt x="182553" y="2755"/>
                    <a:pt x="182407" y="2618"/>
                    <a:pt x="182256" y="2486"/>
                  </a:cubicBezTo>
                  <a:cubicBezTo>
                    <a:pt x="182106" y="2354"/>
                    <a:pt x="181952" y="2227"/>
                    <a:pt x="181794" y="2104"/>
                  </a:cubicBezTo>
                  <a:cubicBezTo>
                    <a:pt x="181635" y="1981"/>
                    <a:pt x="181474" y="1863"/>
                    <a:pt x="181309" y="1750"/>
                  </a:cubicBezTo>
                  <a:cubicBezTo>
                    <a:pt x="181143" y="1637"/>
                    <a:pt x="180975" y="1529"/>
                    <a:pt x="180803" y="1426"/>
                  </a:cubicBezTo>
                  <a:cubicBezTo>
                    <a:pt x="180632" y="1322"/>
                    <a:pt x="180457" y="1225"/>
                    <a:pt x="180279" y="1132"/>
                  </a:cubicBezTo>
                  <a:cubicBezTo>
                    <a:pt x="180102" y="1040"/>
                    <a:pt x="179921" y="952"/>
                    <a:pt x="179739" y="871"/>
                  </a:cubicBezTo>
                  <a:cubicBezTo>
                    <a:pt x="179556" y="789"/>
                    <a:pt x="179371" y="713"/>
                    <a:pt x="179183" y="642"/>
                  </a:cubicBezTo>
                  <a:cubicBezTo>
                    <a:pt x="178996" y="572"/>
                    <a:pt x="178807" y="507"/>
                    <a:pt x="178615" y="447"/>
                  </a:cubicBezTo>
                  <a:cubicBezTo>
                    <a:pt x="178424" y="388"/>
                    <a:pt x="178231" y="335"/>
                    <a:pt x="178037" y="287"/>
                  </a:cubicBezTo>
                  <a:cubicBezTo>
                    <a:pt x="177842" y="240"/>
                    <a:pt x="177647" y="198"/>
                    <a:pt x="177450" y="162"/>
                  </a:cubicBezTo>
                  <a:cubicBezTo>
                    <a:pt x="177253" y="126"/>
                    <a:pt x="177055" y="96"/>
                    <a:pt x="176856" y="72"/>
                  </a:cubicBezTo>
                  <a:cubicBezTo>
                    <a:pt x="176657" y="48"/>
                    <a:pt x="176458" y="30"/>
                    <a:pt x="176258" y="18"/>
                  </a:cubicBezTo>
                  <a:cubicBezTo>
                    <a:pt x="176058" y="6"/>
                    <a:pt x="175858" y="0"/>
                    <a:pt x="175658" y="0"/>
                  </a:cubicBezTo>
                  <a:lnTo>
                    <a:pt x="173688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2" name="probe-lucide-map-pinned-part-3"/>
            <p:cNvSpPr/>
            <p:nvPr/>
          </p:nvSpPr>
          <p:spPr>
            <a:xfrm>
              <a:off x="100000" y="6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3" name="probe-lucide-map-plus" descr="增加点位 — Lucide Icons and Contributors; ISC; original SVG unchanged. Source: https://github.com/lucide-icons/lucide/blob/20aef31db93fe4d9f398dbb15b120d99c48eef95/icons/map-plus.svg; SVG SHA256: ac7df1d74785b081172055da6b1d646a4f13914e8310592a6da84568371012f0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54" name="probe-lucide-map-plus-part-1"/>
            <p:cNvSpPr/>
            <p:nvPr/>
          </p:nvSpPr>
          <p:spPr>
            <a:xfrm>
              <a:off x="30000" y="32361"/>
              <a:ext cx="180000" cy="171474"/>
            </a:xfrm>
            <a:custGeom>
              <a:avLst/>
              <a:gdLst/>
              <a:ahLst/>
              <a:cxnLst/>
              <a:rect l="0" t="0" r="r" b="b"/>
              <a:pathLst>
                <a:path w="180000" h="171474">
                  <a:moveTo>
                    <a:pt x="80000" y="157639"/>
                  </a:moveTo>
                  <a:lnTo>
                    <a:pt x="68940" y="152119"/>
                  </a:lnTo>
                  <a:cubicBezTo>
                    <a:pt x="68572" y="151935"/>
                    <a:pt x="68197" y="151762"/>
                    <a:pt x="67818" y="151601"/>
                  </a:cubicBezTo>
                  <a:cubicBezTo>
                    <a:pt x="67439" y="151440"/>
                    <a:pt x="67055" y="151291"/>
                    <a:pt x="66667" y="151154"/>
                  </a:cubicBezTo>
                  <a:cubicBezTo>
                    <a:pt x="66278" y="151016"/>
                    <a:pt x="65886" y="150891"/>
                    <a:pt x="65490" y="150778"/>
                  </a:cubicBezTo>
                  <a:cubicBezTo>
                    <a:pt x="65093" y="150665"/>
                    <a:pt x="64694" y="150564"/>
                    <a:pt x="64292" y="150476"/>
                  </a:cubicBezTo>
                  <a:cubicBezTo>
                    <a:pt x="63889" y="150387"/>
                    <a:pt x="63484" y="150312"/>
                    <a:pt x="63077" y="150248"/>
                  </a:cubicBezTo>
                  <a:cubicBezTo>
                    <a:pt x="62670" y="150185"/>
                    <a:pt x="62261" y="150134"/>
                    <a:pt x="61851" y="150096"/>
                  </a:cubicBezTo>
                  <a:cubicBezTo>
                    <a:pt x="61441" y="150058"/>
                    <a:pt x="61030" y="150032"/>
                    <a:pt x="60618" y="150020"/>
                  </a:cubicBezTo>
                  <a:cubicBezTo>
                    <a:pt x="60206" y="150007"/>
                    <a:pt x="59794" y="150007"/>
                    <a:pt x="59382" y="150020"/>
                  </a:cubicBezTo>
                  <a:cubicBezTo>
                    <a:pt x="58970" y="150032"/>
                    <a:pt x="58559" y="150058"/>
                    <a:pt x="58149" y="150096"/>
                  </a:cubicBezTo>
                  <a:cubicBezTo>
                    <a:pt x="57739" y="150134"/>
                    <a:pt x="57330" y="150185"/>
                    <a:pt x="56923" y="150248"/>
                  </a:cubicBezTo>
                  <a:cubicBezTo>
                    <a:pt x="56516" y="150312"/>
                    <a:pt x="56111" y="150387"/>
                    <a:pt x="55709" y="150476"/>
                  </a:cubicBezTo>
                  <a:cubicBezTo>
                    <a:pt x="55306" y="150564"/>
                    <a:pt x="54907" y="150665"/>
                    <a:pt x="54510" y="150778"/>
                  </a:cubicBezTo>
                  <a:cubicBezTo>
                    <a:pt x="54114" y="150891"/>
                    <a:pt x="53722" y="151016"/>
                    <a:pt x="53333" y="151154"/>
                  </a:cubicBezTo>
                  <a:cubicBezTo>
                    <a:pt x="52945" y="151291"/>
                    <a:pt x="52561" y="151440"/>
                    <a:pt x="52182" y="151601"/>
                  </a:cubicBezTo>
                  <a:cubicBezTo>
                    <a:pt x="51803" y="151762"/>
                    <a:pt x="51429" y="151935"/>
                    <a:pt x="51060" y="152119"/>
                  </a:cubicBezTo>
                  <a:lnTo>
                    <a:pt x="14470" y="170419"/>
                  </a:lnTo>
                  <a:cubicBezTo>
                    <a:pt x="14286" y="170511"/>
                    <a:pt x="14099" y="170598"/>
                    <a:pt x="13910" y="170678"/>
                  </a:cubicBezTo>
                  <a:cubicBezTo>
                    <a:pt x="13720" y="170758"/>
                    <a:pt x="13529" y="170833"/>
                    <a:pt x="13335" y="170902"/>
                  </a:cubicBezTo>
                  <a:cubicBezTo>
                    <a:pt x="13141" y="170970"/>
                    <a:pt x="12945" y="171033"/>
                    <a:pt x="12747" y="171089"/>
                  </a:cubicBezTo>
                  <a:cubicBezTo>
                    <a:pt x="12549" y="171146"/>
                    <a:pt x="12349" y="171196"/>
                    <a:pt x="12149" y="171240"/>
                  </a:cubicBezTo>
                  <a:cubicBezTo>
                    <a:pt x="11948" y="171285"/>
                    <a:pt x="11745" y="171323"/>
                    <a:pt x="11542" y="171354"/>
                  </a:cubicBezTo>
                  <a:cubicBezTo>
                    <a:pt x="11339" y="171386"/>
                    <a:pt x="11135" y="171412"/>
                    <a:pt x="10930" y="171431"/>
                  </a:cubicBezTo>
                  <a:cubicBezTo>
                    <a:pt x="10725" y="171450"/>
                    <a:pt x="10519" y="171463"/>
                    <a:pt x="10314" y="171469"/>
                  </a:cubicBezTo>
                  <a:cubicBezTo>
                    <a:pt x="10108" y="171476"/>
                    <a:pt x="9902" y="171476"/>
                    <a:pt x="9697" y="171469"/>
                  </a:cubicBezTo>
                  <a:cubicBezTo>
                    <a:pt x="9491" y="171463"/>
                    <a:pt x="9286" y="171451"/>
                    <a:pt x="9081" y="171432"/>
                  </a:cubicBezTo>
                  <a:cubicBezTo>
                    <a:pt x="8876" y="171413"/>
                    <a:pt x="8672" y="171388"/>
                    <a:pt x="8468" y="171356"/>
                  </a:cubicBezTo>
                  <a:cubicBezTo>
                    <a:pt x="8265" y="171325"/>
                    <a:pt x="8063" y="171287"/>
                    <a:pt x="7862" y="171243"/>
                  </a:cubicBezTo>
                  <a:cubicBezTo>
                    <a:pt x="7661" y="171199"/>
                    <a:pt x="7461" y="171149"/>
                    <a:pt x="7263" y="171092"/>
                  </a:cubicBezTo>
                  <a:cubicBezTo>
                    <a:pt x="7066" y="171036"/>
                    <a:pt x="6869" y="170974"/>
                    <a:pt x="6675" y="170905"/>
                  </a:cubicBezTo>
                  <a:cubicBezTo>
                    <a:pt x="6481" y="170837"/>
                    <a:pt x="6289" y="170762"/>
                    <a:pt x="6100" y="170682"/>
                  </a:cubicBezTo>
                  <a:cubicBezTo>
                    <a:pt x="5911" y="170602"/>
                    <a:pt x="5724" y="170516"/>
                    <a:pt x="5539" y="170424"/>
                  </a:cubicBezTo>
                  <a:cubicBezTo>
                    <a:pt x="5355" y="170332"/>
                    <a:pt x="5174" y="170235"/>
                    <a:pt x="4996" y="170132"/>
                  </a:cubicBezTo>
                  <a:cubicBezTo>
                    <a:pt x="4818" y="170029"/>
                    <a:pt x="4643" y="169921"/>
                    <a:pt x="4471" y="169807"/>
                  </a:cubicBezTo>
                  <a:cubicBezTo>
                    <a:pt x="4300" y="169693"/>
                    <a:pt x="4132" y="169574"/>
                    <a:pt x="3968" y="169450"/>
                  </a:cubicBezTo>
                  <a:cubicBezTo>
                    <a:pt x="3804" y="169326"/>
                    <a:pt x="3644" y="169197"/>
                    <a:pt x="3488" y="169063"/>
                  </a:cubicBezTo>
                  <a:cubicBezTo>
                    <a:pt x="3331" y="168929"/>
                    <a:pt x="3179" y="168790"/>
                    <a:pt x="3032" y="168647"/>
                  </a:cubicBezTo>
                  <a:cubicBezTo>
                    <a:pt x="2884" y="168503"/>
                    <a:pt x="2741" y="168355"/>
                    <a:pt x="2603" y="168203"/>
                  </a:cubicBezTo>
                  <a:cubicBezTo>
                    <a:pt x="2464" y="168051"/>
                    <a:pt x="2331" y="167895"/>
                    <a:pt x="2202" y="167734"/>
                  </a:cubicBezTo>
                  <a:cubicBezTo>
                    <a:pt x="2073" y="167574"/>
                    <a:pt x="1949" y="167409"/>
                    <a:pt x="1831" y="167241"/>
                  </a:cubicBezTo>
                  <a:cubicBezTo>
                    <a:pt x="1712" y="167073"/>
                    <a:pt x="1598" y="166901"/>
                    <a:pt x="1490" y="166726"/>
                  </a:cubicBezTo>
                  <a:cubicBezTo>
                    <a:pt x="1382" y="166551"/>
                    <a:pt x="1280" y="166373"/>
                    <a:pt x="1183" y="166191"/>
                  </a:cubicBezTo>
                  <a:cubicBezTo>
                    <a:pt x="1086" y="166010"/>
                    <a:pt x="994" y="165826"/>
                    <a:pt x="908" y="165639"/>
                  </a:cubicBezTo>
                  <a:cubicBezTo>
                    <a:pt x="823" y="165452"/>
                    <a:pt x="743" y="165262"/>
                    <a:pt x="669" y="165070"/>
                  </a:cubicBezTo>
                  <a:cubicBezTo>
                    <a:pt x="595" y="164878"/>
                    <a:pt x="527" y="164684"/>
                    <a:pt x="465" y="164488"/>
                  </a:cubicBezTo>
                  <a:cubicBezTo>
                    <a:pt x="403" y="164291"/>
                    <a:pt x="347" y="164093"/>
                    <a:pt x="297" y="163894"/>
                  </a:cubicBezTo>
                  <a:cubicBezTo>
                    <a:pt x="247" y="163694"/>
                    <a:pt x="204" y="163493"/>
                    <a:pt x="166" y="163291"/>
                  </a:cubicBezTo>
                  <a:cubicBezTo>
                    <a:pt x="129" y="163088"/>
                    <a:pt x="98" y="162885"/>
                    <a:pt x="73" y="162681"/>
                  </a:cubicBezTo>
                  <a:cubicBezTo>
                    <a:pt x="48" y="162476"/>
                    <a:pt x="30" y="162272"/>
                    <a:pt x="18" y="162066"/>
                  </a:cubicBezTo>
                  <a:cubicBezTo>
                    <a:pt x="5" y="161861"/>
                    <a:pt x="0" y="161655"/>
                    <a:pt x="0" y="161449"/>
                  </a:cubicBezTo>
                  <a:lnTo>
                    <a:pt x="0" y="33819"/>
                  </a:lnTo>
                  <a:cubicBezTo>
                    <a:pt x="0" y="33614"/>
                    <a:pt x="7" y="33409"/>
                    <a:pt x="19" y="33205"/>
                  </a:cubicBezTo>
                  <a:cubicBezTo>
                    <a:pt x="32" y="33000"/>
                    <a:pt x="51" y="32796"/>
                    <a:pt x="76" y="32593"/>
                  </a:cubicBezTo>
                  <a:cubicBezTo>
                    <a:pt x="101" y="32389"/>
                    <a:pt x="133" y="32187"/>
                    <a:pt x="171" y="31985"/>
                  </a:cubicBezTo>
                  <a:cubicBezTo>
                    <a:pt x="208" y="31784"/>
                    <a:pt x="252" y="31583"/>
                    <a:pt x="302" y="31385"/>
                  </a:cubicBezTo>
                  <a:cubicBezTo>
                    <a:pt x="352" y="31186"/>
                    <a:pt x="408" y="30989"/>
                    <a:pt x="471" y="30793"/>
                  </a:cubicBezTo>
                  <a:cubicBezTo>
                    <a:pt x="533" y="30598"/>
                    <a:pt x="601" y="30404"/>
                    <a:pt x="675" y="30213"/>
                  </a:cubicBezTo>
                  <a:cubicBezTo>
                    <a:pt x="749" y="30022"/>
                    <a:pt x="829" y="29833"/>
                    <a:pt x="914" y="29647"/>
                  </a:cubicBezTo>
                  <a:cubicBezTo>
                    <a:pt x="1000" y="29461"/>
                    <a:pt x="1091" y="29277"/>
                    <a:pt x="1188" y="29097"/>
                  </a:cubicBezTo>
                  <a:cubicBezTo>
                    <a:pt x="1285" y="28916"/>
                    <a:pt x="1388" y="28738"/>
                    <a:pt x="1496" y="28564"/>
                  </a:cubicBezTo>
                  <a:cubicBezTo>
                    <a:pt x="1603" y="28390"/>
                    <a:pt x="1717" y="28219"/>
                    <a:pt x="1835" y="28051"/>
                  </a:cubicBezTo>
                  <a:cubicBezTo>
                    <a:pt x="1953" y="27884"/>
                    <a:pt x="2077" y="27720"/>
                    <a:pt x="2205" y="27561"/>
                  </a:cubicBezTo>
                  <a:cubicBezTo>
                    <a:pt x="2334" y="27401"/>
                    <a:pt x="2467" y="27245"/>
                    <a:pt x="2605" y="27093"/>
                  </a:cubicBezTo>
                  <a:cubicBezTo>
                    <a:pt x="2743" y="26942"/>
                    <a:pt x="2885" y="26794"/>
                    <a:pt x="3032" y="26652"/>
                  </a:cubicBezTo>
                  <a:cubicBezTo>
                    <a:pt x="3179" y="26509"/>
                    <a:pt x="3331" y="26370"/>
                    <a:pt x="3486" y="26237"/>
                  </a:cubicBezTo>
                  <a:cubicBezTo>
                    <a:pt x="3642" y="26103"/>
                    <a:pt x="3802" y="25975"/>
                    <a:pt x="3965" y="25851"/>
                  </a:cubicBezTo>
                  <a:cubicBezTo>
                    <a:pt x="4128" y="25727"/>
                    <a:pt x="4296" y="25609"/>
                    <a:pt x="4466" y="25495"/>
                  </a:cubicBezTo>
                  <a:cubicBezTo>
                    <a:pt x="4637" y="25382"/>
                    <a:pt x="4811" y="25274"/>
                    <a:pt x="4989" y="25171"/>
                  </a:cubicBezTo>
                  <a:cubicBezTo>
                    <a:pt x="5166" y="25068"/>
                    <a:pt x="5347" y="24971"/>
                    <a:pt x="5530" y="24879"/>
                  </a:cubicBezTo>
                  <a:lnTo>
                    <a:pt x="51060" y="2109"/>
                  </a:lnTo>
                  <a:cubicBezTo>
                    <a:pt x="51429" y="1925"/>
                    <a:pt x="51803" y="1752"/>
                    <a:pt x="52182" y="1591"/>
                  </a:cubicBezTo>
                  <a:cubicBezTo>
                    <a:pt x="52561" y="1430"/>
                    <a:pt x="52945" y="1281"/>
                    <a:pt x="53333" y="1144"/>
                  </a:cubicBezTo>
                  <a:cubicBezTo>
                    <a:pt x="53722" y="1006"/>
                    <a:pt x="54114" y="881"/>
                    <a:pt x="54510" y="768"/>
                  </a:cubicBezTo>
                  <a:cubicBezTo>
                    <a:pt x="54907" y="655"/>
                    <a:pt x="55306" y="554"/>
                    <a:pt x="55709" y="466"/>
                  </a:cubicBezTo>
                  <a:cubicBezTo>
                    <a:pt x="56111" y="377"/>
                    <a:pt x="56516" y="302"/>
                    <a:pt x="56923" y="238"/>
                  </a:cubicBezTo>
                  <a:cubicBezTo>
                    <a:pt x="57330" y="175"/>
                    <a:pt x="57739" y="124"/>
                    <a:pt x="58149" y="86"/>
                  </a:cubicBezTo>
                  <a:cubicBezTo>
                    <a:pt x="58559" y="48"/>
                    <a:pt x="58970" y="22"/>
                    <a:pt x="59382" y="10"/>
                  </a:cubicBezTo>
                  <a:cubicBezTo>
                    <a:pt x="59794" y="-3"/>
                    <a:pt x="60206" y="-3"/>
                    <a:pt x="60618" y="10"/>
                  </a:cubicBezTo>
                  <a:cubicBezTo>
                    <a:pt x="61030" y="22"/>
                    <a:pt x="61441" y="48"/>
                    <a:pt x="61851" y="86"/>
                  </a:cubicBezTo>
                  <a:cubicBezTo>
                    <a:pt x="62261" y="124"/>
                    <a:pt x="62670" y="175"/>
                    <a:pt x="63077" y="238"/>
                  </a:cubicBezTo>
                  <a:cubicBezTo>
                    <a:pt x="63484" y="302"/>
                    <a:pt x="63889" y="377"/>
                    <a:pt x="64292" y="466"/>
                  </a:cubicBezTo>
                  <a:cubicBezTo>
                    <a:pt x="64694" y="554"/>
                    <a:pt x="65093" y="655"/>
                    <a:pt x="65490" y="768"/>
                  </a:cubicBezTo>
                  <a:cubicBezTo>
                    <a:pt x="65886" y="881"/>
                    <a:pt x="66278" y="1006"/>
                    <a:pt x="66667" y="1144"/>
                  </a:cubicBezTo>
                  <a:cubicBezTo>
                    <a:pt x="67055" y="1281"/>
                    <a:pt x="67439" y="1430"/>
                    <a:pt x="67818" y="1591"/>
                  </a:cubicBezTo>
                  <a:cubicBezTo>
                    <a:pt x="68197" y="1752"/>
                    <a:pt x="68572" y="1925"/>
                    <a:pt x="68940" y="2109"/>
                  </a:cubicBezTo>
                  <a:lnTo>
                    <a:pt x="111060" y="23169"/>
                  </a:lnTo>
                  <a:cubicBezTo>
                    <a:pt x="111429" y="23353"/>
                    <a:pt x="111803" y="23526"/>
                    <a:pt x="112182" y="23687"/>
                  </a:cubicBezTo>
                  <a:cubicBezTo>
                    <a:pt x="112561" y="23848"/>
                    <a:pt x="112945" y="23998"/>
                    <a:pt x="113333" y="24135"/>
                  </a:cubicBezTo>
                  <a:cubicBezTo>
                    <a:pt x="113722" y="24272"/>
                    <a:pt x="114114" y="24397"/>
                    <a:pt x="114510" y="24511"/>
                  </a:cubicBezTo>
                  <a:cubicBezTo>
                    <a:pt x="114907" y="24624"/>
                    <a:pt x="115306" y="24724"/>
                    <a:pt x="115709" y="24813"/>
                  </a:cubicBezTo>
                  <a:cubicBezTo>
                    <a:pt x="116111" y="24901"/>
                    <a:pt x="116516" y="24977"/>
                    <a:pt x="116923" y="25041"/>
                  </a:cubicBezTo>
                  <a:cubicBezTo>
                    <a:pt x="117330" y="25104"/>
                    <a:pt x="117739" y="25155"/>
                    <a:pt x="118149" y="25193"/>
                  </a:cubicBezTo>
                  <a:cubicBezTo>
                    <a:pt x="118559" y="25231"/>
                    <a:pt x="118970" y="25256"/>
                    <a:pt x="119382" y="25269"/>
                  </a:cubicBezTo>
                  <a:cubicBezTo>
                    <a:pt x="119794" y="25282"/>
                    <a:pt x="120206" y="25282"/>
                    <a:pt x="120618" y="25269"/>
                  </a:cubicBezTo>
                  <a:cubicBezTo>
                    <a:pt x="121030" y="25256"/>
                    <a:pt x="121441" y="25231"/>
                    <a:pt x="121851" y="25193"/>
                  </a:cubicBezTo>
                  <a:cubicBezTo>
                    <a:pt x="122261" y="25155"/>
                    <a:pt x="122670" y="25104"/>
                    <a:pt x="123077" y="25041"/>
                  </a:cubicBezTo>
                  <a:cubicBezTo>
                    <a:pt x="123484" y="24977"/>
                    <a:pt x="123889" y="24901"/>
                    <a:pt x="124292" y="24813"/>
                  </a:cubicBezTo>
                  <a:cubicBezTo>
                    <a:pt x="124694" y="24724"/>
                    <a:pt x="125093" y="24624"/>
                    <a:pt x="125490" y="24511"/>
                  </a:cubicBezTo>
                  <a:cubicBezTo>
                    <a:pt x="125886" y="24397"/>
                    <a:pt x="126278" y="24272"/>
                    <a:pt x="126667" y="24135"/>
                  </a:cubicBezTo>
                  <a:cubicBezTo>
                    <a:pt x="127055" y="23998"/>
                    <a:pt x="127439" y="23848"/>
                    <a:pt x="127818" y="23687"/>
                  </a:cubicBezTo>
                  <a:cubicBezTo>
                    <a:pt x="128197" y="23526"/>
                    <a:pt x="128572" y="23353"/>
                    <a:pt x="128940" y="23169"/>
                  </a:cubicBezTo>
                  <a:lnTo>
                    <a:pt x="165530" y="4869"/>
                  </a:lnTo>
                  <a:cubicBezTo>
                    <a:pt x="165714" y="4777"/>
                    <a:pt x="165901" y="4691"/>
                    <a:pt x="166090" y="4611"/>
                  </a:cubicBezTo>
                  <a:cubicBezTo>
                    <a:pt x="166279" y="4530"/>
                    <a:pt x="166471" y="4456"/>
                    <a:pt x="166665" y="4387"/>
                  </a:cubicBezTo>
                  <a:cubicBezTo>
                    <a:pt x="166859" y="4319"/>
                    <a:pt x="167055" y="4256"/>
                    <a:pt x="167252" y="4200"/>
                  </a:cubicBezTo>
                  <a:cubicBezTo>
                    <a:pt x="167450" y="4143"/>
                    <a:pt x="167650" y="4093"/>
                    <a:pt x="167850" y="4048"/>
                  </a:cubicBezTo>
                  <a:cubicBezTo>
                    <a:pt x="168051" y="4004"/>
                    <a:pt x="168253" y="3966"/>
                    <a:pt x="168456" y="3935"/>
                  </a:cubicBezTo>
                  <a:cubicBezTo>
                    <a:pt x="168660" y="3903"/>
                    <a:pt x="168864" y="3877"/>
                    <a:pt x="169069" y="3858"/>
                  </a:cubicBezTo>
                  <a:cubicBezTo>
                    <a:pt x="169273" y="3839"/>
                    <a:pt x="169479" y="3826"/>
                    <a:pt x="169684" y="3820"/>
                  </a:cubicBezTo>
                  <a:cubicBezTo>
                    <a:pt x="169890" y="3813"/>
                    <a:pt x="170095" y="3813"/>
                    <a:pt x="170301" y="3819"/>
                  </a:cubicBezTo>
                  <a:cubicBezTo>
                    <a:pt x="170506" y="3825"/>
                    <a:pt x="170712" y="3838"/>
                    <a:pt x="170916" y="3857"/>
                  </a:cubicBezTo>
                  <a:cubicBezTo>
                    <a:pt x="171121" y="3876"/>
                    <a:pt x="171325" y="3901"/>
                    <a:pt x="171529" y="3932"/>
                  </a:cubicBezTo>
                  <a:cubicBezTo>
                    <a:pt x="171732" y="3964"/>
                    <a:pt x="171934" y="4001"/>
                    <a:pt x="172135" y="4045"/>
                  </a:cubicBezTo>
                  <a:cubicBezTo>
                    <a:pt x="172336" y="4089"/>
                    <a:pt x="172535" y="4139"/>
                    <a:pt x="172733" y="4195"/>
                  </a:cubicBezTo>
                  <a:cubicBezTo>
                    <a:pt x="172931" y="4252"/>
                    <a:pt x="173127" y="4314"/>
                    <a:pt x="173321" y="4382"/>
                  </a:cubicBezTo>
                  <a:cubicBezTo>
                    <a:pt x="173515" y="4450"/>
                    <a:pt x="173707" y="4525"/>
                    <a:pt x="173896" y="4605"/>
                  </a:cubicBezTo>
                  <a:cubicBezTo>
                    <a:pt x="174086" y="4685"/>
                    <a:pt x="174272" y="4771"/>
                    <a:pt x="174457" y="4863"/>
                  </a:cubicBezTo>
                  <a:cubicBezTo>
                    <a:pt x="174641" y="4954"/>
                    <a:pt x="174822" y="5052"/>
                    <a:pt x="175000" y="5154"/>
                  </a:cubicBezTo>
                  <a:cubicBezTo>
                    <a:pt x="175178" y="5257"/>
                    <a:pt x="175353" y="5365"/>
                    <a:pt x="175524" y="5479"/>
                  </a:cubicBezTo>
                  <a:cubicBezTo>
                    <a:pt x="175696" y="5593"/>
                    <a:pt x="175864" y="5711"/>
                    <a:pt x="176028" y="5835"/>
                  </a:cubicBezTo>
                  <a:cubicBezTo>
                    <a:pt x="176192" y="5959"/>
                    <a:pt x="176352" y="6088"/>
                    <a:pt x="176508" y="6222"/>
                  </a:cubicBezTo>
                  <a:cubicBezTo>
                    <a:pt x="176664" y="6356"/>
                    <a:pt x="176816" y="6495"/>
                    <a:pt x="176964" y="6638"/>
                  </a:cubicBezTo>
                  <a:cubicBezTo>
                    <a:pt x="177111" y="6781"/>
                    <a:pt x="177254" y="6929"/>
                    <a:pt x="177393" y="7081"/>
                  </a:cubicBezTo>
                  <a:cubicBezTo>
                    <a:pt x="177531" y="7233"/>
                    <a:pt x="177665" y="7389"/>
                    <a:pt x="177794" y="7549"/>
                  </a:cubicBezTo>
                  <a:cubicBezTo>
                    <a:pt x="177923" y="7710"/>
                    <a:pt x="178047" y="7874"/>
                    <a:pt x="178165" y="8042"/>
                  </a:cubicBezTo>
                  <a:cubicBezTo>
                    <a:pt x="178284" y="8210"/>
                    <a:pt x="178398" y="8381"/>
                    <a:pt x="178506" y="8556"/>
                  </a:cubicBezTo>
                  <a:cubicBezTo>
                    <a:pt x="178614" y="8731"/>
                    <a:pt x="178717" y="8909"/>
                    <a:pt x="178814" y="9090"/>
                  </a:cubicBezTo>
                  <a:cubicBezTo>
                    <a:pt x="178911" y="9272"/>
                    <a:pt x="179002" y="9456"/>
                    <a:pt x="179088" y="9643"/>
                  </a:cubicBezTo>
                  <a:cubicBezTo>
                    <a:pt x="179174" y="9830"/>
                    <a:pt x="179254" y="10019"/>
                    <a:pt x="179328" y="10211"/>
                  </a:cubicBezTo>
                  <a:cubicBezTo>
                    <a:pt x="179402" y="10403"/>
                    <a:pt x="179470" y="10597"/>
                    <a:pt x="179533" y="10793"/>
                  </a:cubicBezTo>
                  <a:cubicBezTo>
                    <a:pt x="179595" y="10989"/>
                    <a:pt x="179651" y="11187"/>
                    <a:pt x="179701" y="11386"/>
                  </a:cubicBezTo>
                  <a:cubicBezTo>
                    <a:pt x="179751" y="11586"/>
                    <a:pt x="179794" y="11787"/>
                    <a:pt x="179832" y="11989"/>
                  </a:cubicBezTo>
                  <a:cubicBezTo>
                    <a:pt x="179870" y="12191"/>
                    <a:pt x="179901" y="12394"/>
                    <a:pt x="179926" y="12599"/>
                  </a:cubicBezTo>
                  <a:cubicBezTo>
                    <a:pt x="179951" y="12803"/>
                    <a:pt x="179970" y="13008"/>
                    <a:pt x="179982" y="13213"/>
                  </a:cubicBezTo>
                  <a:cubicBezTo>
                    <a:pt x="179994" y="13418"/>
                    <a:pt x="180000" y="13624"/>
                    <a:pt x="180000" y="13829"/>
                  </a:cubicBezTo>
                  <a:lnTo>
                    <a:pt x="180000" y="87639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5" name="probe-lucide-map-plus-part-2"/>
            <p:cNvSpPr/>
            <p:nvPr/>
          </p:nvSpPr>
          <p:spPr>
            <a:xfrm>
              <a:off x="150000" y="57640"/>
              <a:ext cx="10" cy="62360"/>
            </a:xfrm>
            <a:custGeom>
              <a:avLst/>
              <a:gdLst/>
              <a:ahLst/>
              <a:cxnLst/>
              <a:rect l="0" t="0" r="r" b="b"/>
              <a:pathLst>
                <a:path w="10" h="62360">
                  <a:moveTo>
                    <a:pt x="0" y="0"/>
                  </a:moveTo>
                  <a:lnTo>
                    <a:pt x="0" y="6236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6" name="probe-lucide-map-plus-part-3"/>
            <p:cNvSpPr/>
            <p:nvPr/>
          </p:nvSpPr>
          <p:spPr>
            <a:xfrm>
              <a:off x="180000" y="15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7" name="probe-lucide-map-plus-part-4"/>
            <p:cNvSpPr/>
            <p:nvPr/>
          </p:nvSpPr>
          <p:spPr>
            <a:xfrm>
              <a:off x="150000" y="18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6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map-plus-part-5"/>
            <p:cNvSpPr/>
            <p:nvPr/>
          </p:nvSpPr>
          <p:spPr>
            <a:xfrm>
              <a:off x="90000" y="32360"/>
              <a:ext cx="10" cy="150000"/>
            </a:xfrm>
            <a:custGeom>
              <a:avLst/>
              <a:gdLst/>
              <a:ahLst/>
              <a:cxnLst/>
              <a:rect l="0" t="0" r="r" b="b"/>
              <a:pathLst>
                <a:path w="10" h="150000">
                  <a:moveTo>
                    <a:pt x="0" y="0"/>
                  </a:moveTo>
                  <a:lnTo>
                    <a:pt x="0" y="1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9" name="probe-lucide-mountain" descr="mountain — Lucide Icons and Contributors; preserve the bundled full upstream license. Source: https://github.com/lucide-icons/lucide/blob/20aef31db93fe4d9f398dbb15b120d99c48eef95/icons/mountain.svg; SVG SHA256: fced3dd3ffb1472e62a13d92e72633e9c68a4655da3d8aa801bc65a041fe64be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60" name="probe-lucide-mountain-part-1"/>
            <p:cNvSpPr/>
            <p:nvPr/>
          </p:nvSpPr>
          <p:spPr>
            <a:xfrm>
              <a:off x="20000" y="30000"/>
              <a:ext cx="200000" cy="180000"/>
            </a:xfrm>
            <a:custGeom>
              <a:avLst/>
              <a:gdLst/>
              <a:ahLst/>
              <a:cxnLst/>
              <a:rect l="0" t="0" r="r" b="b"/>
              <a:pathLst>
                <a:path w="200000" h="180000">
                  <a:moveTo>
                    <a:pt x="60000" y="0"/>
                  </a:moveTo>
                  <a:lnTo>
                    <a:pt x="100000" y="80000"/>
                  </a:lnTo>
                  <a:lnTo>
                    <a:pt x="150000" y="30000"/>
                  </a:lnTo>
                  <a:lnTo>
                    <a:pt x="200000" y="180000"/>
                  </a:lnTo>
                  <a:lnTo>
                    <a:pt x="0" y="180000"/>
                  </a:lnTo>
                  <a:lnTo>
                    <a:pt x="60000" y="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1" name="probe-lucide-mountain-snow" descr="mountain-snow — Lucide Icons and Contributors; preserve the bundled full upstream license. Source: https://github.com/lucide-icons/lucide/blob/20aef31db93fe4d9f398dbb15b120d99c48eef95/icons/mountain-snow.svg; SVG SHA256: b83d43a86d951c4e7d3ba1f1aa2e9d197a20c11c7c91eb6d8109024ae029e4a1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62" name="probe-lucide-mountain-snow-part-1"/>
            <p:cNvSpPr/>
            <p:nvPr/>
          </p:nvSpPr>
          <p:spPr>
            <a:xfrm>
              <a:off x="20000" y="30000"/>
              <a:ext cx="200000" cy="180000"/>
            </a:xfrm>
            <a:custGeom>
              <a:avLst/>
              <a:gdLst/>
              <a:ahLst/>
              <a:cxnLst/>
              <a:rect l="0" t="0" r="r" b="b"/>
              <a:pathLst>
                <a:path w="200000" h="180000">
                  <a:moveTo>
                    <a:pt x="60000" y="0"/>
                  </a:moveTo>
                  <a:lnTo>
                    <a:pt x="100000" y="80000"/>
                  </a:lnTo>
                  <a:lnTo>
                    <a:pt x="150000" y="30000"/>
                  </a:lnTo>
                  <a:lnTo>
                    <a:pt x="200000" y="180000"/>
                  </a:lnTo>
                  <a:lnTo>
                    <a:pt x="0" y="180000"/>
                  </a:lnTo>
                  <a:lnTo>
                    <a:pt x="60000" y="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3" name="probe-lucide-mountain-snow-part-2"/>
            <p:cNvSpPr/>
            <p:nvPr/>
          </p:nvSpPr>
          <p:spPr>
            <a:xfrm>
              <a:off x="41400" y="139989"/>
              <a:ext cx="160900" cy="30039"/>
            </a:xfrm>
            <a:custGeom>
              <a:avLst/>
              <a:gdLst/>
              <a:ahLst/>
              <a:cxnLst/>
              <a:rect l="0" t="0" r="r" b="b"/>
              <a:pathLst>
                <a:path w="160900" h="30039">
                  <a:moveTo>
                    <a:pt x="0" y="10811"/>
                  </a:moveTo>
                  <a:cubicBezTo>
                    <a:pt x="26200" y="-4889"/>
                    <a:pt x="52400" y="-3489"/>
                    <a:pt x="78600" y="15011"/>
                  </a:cubicBezTo>
                  <a:cubicBezTo>
                    <a:pt x="106000" y="34411"/>
                    <a:pt x="133500" y="35011"/>
                    <a:pt x="160900" y="16911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4" name="probe-lucide-navigation" descr="navigation — Cole Bemis; Lucide contributors; preserve the bundled full upstream license. Source: https://github.com/lucide-icons/lucide/blob/20aef31db93fe4d9f398dbb15b120d99c48eef95/icons/navigation.svg; SVG SHA256: 3c1adf655f06c733013ddf00848c3efe905ed70d7b3eba7a6be5e60e65880503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65" name="probe-lucide-navigation-part-1"/>
            <p:cNvSpPr/>
            <p:nvPr/>
          </p:nvSpPr>
          <p:spPr>
            <a:xfrm>
              <a:off x="30000" y="20000"/>
              <a:ext cx="190000" cy="190000"/>
            </a:xfrm>
            <a:custGeom>
              <a:avLst/>
              <a:gdLst/>
              <a:ahLst/>
              <a:cxnLst/>
              <a:rect l="0" t="0" r="r" b="b"/>
              <a:pathLst>
                <a:path w="190000" h="190000">
                  <a:moveTo>
                    <a:pt x="0" y="90000"/>
                  </a:moveTo>
                  <a:lnTo>
                    <a:pt x="190000" y="0"/>
                  </a:lnTo>
                  <a:lnTo>
                    <a:pt x="100000" y="190000"/>
                  </a:lnTo>
                  <a:lnTo>
                    <a:pt x="80000" y="110000"/>
                  </a:lnTo>
                  <a:lnTo>
                    <a:pt x="0" y="9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6" name="probe-lucide-navigation-2" descr="行进方向 — Lucide Icons and Contributors; MIT (Feather-derived); original SVG unchanged. Source: https://github.com/lucide-icons/lucide/blob/20aef31db93fe4d9f398dbb15b120d99c48eef95/icons/navigation-2.svg; SVG SHA256: 4d5a208057803d75e818c9b32ec5d5ef471d23dc5e18d9488f6fd85ef769def0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67" name="probe-lucide-navigation-2-part-1"/>
            <p:cNvSpPr/>
            <p:nvPr/>
          </p:nvSpPr>
          <p:spPr>
            <a:xfrm>
              <a:off x="50000" y="20000"/>
              <a:ext cx="140000" cy="190000"/>
            </a:xfrm>
            <a:custGeom>
              <a:avLst/>
              <a:gdLst/>
              <a:ahLst/>
              <a:cxnLst/>
              <a:rect l="0" t="0" r="r" b="b"/>
              <a:pathLst>
                <a:path w="140000" h="190000">
                  <a:moveTo>
                    <a:pt x="70000" y="0"/>
                  </a:moveTo>
                  <a:lnTo>
                    <a:pt x="140000" y="190000"/>
                  </a:lnTo>
                  <a:lnTo>
                    <a:pt x="70000" y="150000"/>
                  </a:lnTo>
                  <a:lnTo>
                    <a:pt x="0" y="190000"/>
                  </a:lnTo>
                  <a:lnTo>
                    <a:pt x="70000" y="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8" name="probe-lucide-notebook-pen" descr="调查记录 — Lucide Icons and Contributors; ISC; original SVG unchanged. Source: https://github.com/lucide-icons/lucide/blob/20aef31db93fe4d9f398dbb15b120d99c48eef95/icons/notebook-pen.svg; SVG SHA256: 56705c35e839977bd6f133d7ca4e9c93a6eea563c89e4be125efd0a32e1fa041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69" name="probe-lucide-notebook-pen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94000" y="0"/>
                  </a:moveTo>
                  <a:lnTo>
                    <a:pt x="20000" y="0"/>
                  </a:ln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180000"/>
                  </a:lnTo>
                  <a:cubicBezTo>
                    <a:pt x="0" y="180419"/>
                    <a:pt x="13" y="180838"/>
                    <a:pt x="39" y="181256"/>
                  </a:cubicBezTo>
                  <a:cubicBezTo>
                    <a:pt x="66" y="181674"/>
                    <a:pt x="105" y="182091"/>
                    <a:pt x="158" y="182507"/>
                  </a:cubicBezTo>
                  <a:cubicBezTo>
                    <a:pt x="210" y="182922"/>
                    <a:pt x="276" y="183336"/>
                    <a:pt x="354" y="183748"/>
                  </a:cubicBezTo>
                  <a:cubicBezTo>
                    <a:pt x="433" y="184159"/>
                    <a:pt x="524" y="184568"/>
                    <a:pt x="628" y="184974"/>
                  </a:cubicBezTo>
                  <a:cubicBezTo>
                    <a:pt x="733" y="185380"/>
                    <a:pt x="849" y="185782"/>
                    <a:pt x="979" y="186180"/>
                  </a:cubicBezTo>
                  <a:cubicBezTo>
                    <a:pt x="1108" y="186579"/>
                    <a:pt x="1250" y="186973"/>
                    <a:pt x="1404" y="187362"/>
                  </a:cubicBezTo>
                  <a:cubicBezTo>
                    <a:pt x="1559" y="187752"/>
                    <a:pt x="1725" y="188137"/>
                    <a:pt x="1903" y="188516"/>
                  </a:cubicBezTo>
                  <a:cubicBezTo>
                    <a:pt x="2082" y="188895"/>
                    <a:pt x="2272" y="189268"/>
                    <a:pt x="2474" y="189635"/>
                  </a:cubicBezTo>
                  <a:cubicBezTo>
                    <a:pt x="2676" y="190002"/>
                    <a:pt x="2889" y="190363"/>
                    <a:pt x="3113" y="190717"/>
                  </a:cubicBezTo>
                  <a:cubicBezTo>
                    <a:pt x="3338" y="191070"/>
                    <a:pt x="3573" y="191417"/>
                    <a:pt x="3820" y="191756"/>
                  </a:cubicBezTo>
                  <a:cubicBezTo>
                    <a:pt x="4066" y="192095"/>
                    <a:pt x="4323" y="192426"/>
                    <a:pt x="4590" y="192748"/>
                  </a:cubicBezTo>
                  <a:cubicBezTo>
                    <a:pt x="4857" y="193071"/>
                    <a:pt x="5134" y="193386"/>
                    <a:pt x="5421" y="193691"/>
                  </a:cubicBezTo>
                  <a:cubicBezTo>
                    <a:pt x="5707" y="193996"/>
                    <a:pt x="6004" y="194293"/>
                    <a:pt x="6309" y="194579"/>
                  </a:cubicBezTo>
                  <a:cubicBezTo>
                    <a:pt x="6614" y="194866"/>
                    <a:pt x="6929" y="195143"/>
                    <a:pt x="7252" y="195410"/>
                  </a:cubicBezTo>
                  <a:cubicBezTo>
                    <a:pt x="7574" y="195677"/>
                    <a:pt x="7905" y="195934"/>
                    <a:pt x="8244" y="196180"/>
                  </a:cubicBezTo>
                  <a:cubicBezTo>
                    <a:pt x="8583" y="196427"/>
                    <a:pt x="8930" y="196662"/>
                    <a:pt x="9283" y="196887"/>
                  </a:cubicBezTo>
                  <a:cubicBezTo>
                    <a:pt x="9637" y="197111"/>
                    <a:pt x="9998" y="197324"/>
                    <a:pt x="10365" y="197526"/>
                  </a:cubicBezTo>
                  <a:cubicBezTo>
                    <a:pt x="10732" y="197728"/>
                    <a:pt x="11105" y="197918"/>
                    <a:pt x="11484" y="198097"/>
                  </a:cubicBezTo>
                  <a:cubicBezTo>
                    <a:pt x="11863" y="198275"/>
                    <a:pt x="12248" y="198441"/>
                    <a:pt x="12638" y="198596"/>
                  </a:cubicBezTo>
                  <a:cubicBezTo>
                    <a:pt x="13027" y="198750"/>
                    <a:pt x="13421" y="198892"/>
                    <a:pt x="13820" y="199021"/>
                  </a:cubicBezTo>
                  <a:cubicBezTo>
                    <a:pt x="14218" y="199151"/>
                    <a:pt x="14620" y="199267"/>
                    <a:pt x="15026" y="199372"/>
                  </a:cubicBezTo>
                  <a:cubicBezTo>
                    <a:pt x="15432" y="199476"/>
                    <a:pt x="15841" y="199567"/>
                    <a:pt x="16252" y="199646"/>
                  </a:cubicBezTo>
                  <a:cubicBezTo>
                    <a:pt x="16664" y="199724"/>
                    <a:pt x="17078" y="199790"/>
                    <a:pt x="17493" y="199842"/>
                  </a:cubicBezTo>
                  <a:cubicBezTo>
                    <a:pt x="17909" y="199895"/>
                    <a:pt x="18326" y="199934"/>
                    <a:pt x="18744" y="199961"/>
                  </a:cubicBezTo>
                  <a:cubicBezTo>
                    <a:pt x="19162" y="199987"/>
                    <a:pt x="19581" y="200000"/>
                    <a:pt x="20000" y="200000"/>
                  </a:cubicBezTo>
                  <a:lnTo>
                    <a:pt x="140000" y="200000"/>
                  </a:lnTo>
                  <a:cubicBezTo>
                    <a:pt x="140419" y="200000"/>
                    <a:pt x="140838" y="199987"/>
                    <a:pt x="141256" y="199961"/>
                  </a:cubicBezTo>
                  <a:cubicBezTo>
                    <a:pt x="141674" y="199934"/>
                    <a:pt x="142091" y="199895"/>
                    <a:pt x="142507" y="199842"/>
                  </a:cubicBezTo>
                  <a:cubicBezTo>
                    <a:pt x="142922" y="199790"/>
                    <a:pt x="143336" y="199724"/>
                    <a:pt x="143748" y="199646"/>
                  </a:cubicBezTo>
                  <a:cubicBezTo>
                    <a:pt x="144159" y="199567"/>
                    <a:pt x="144568" y="199476"/>
                    <a:pt x="144974" y="199372"/>
                  </a:cubicBezTo>
                  <a:cubicBezTo>
                    <a:pt x="145380" y="199267"/>
                    <a:pt x="145782" y="199151"/>
                    <a:pt x="146180" y="199021"/>
                  </a:cubicBezTo>
                  <a:cubicBezTo>
                    <a:pt x="146579" y="198892"/>
                    <a:pt x="146973" y="198750"/>
                    <a:pt x="147362" y="198596"/>
                  </a:cubicBezTo>
                  <a:cubicBezTo>
                    <a:pt x="147752" y="198441"/>
                    <a:pt x="148137" y="198275"/>
                    <a:pt x="148516" y="198097"/>
                  </a:cubicBezTo>
                  <a:cubicBezTo>
                    <a:pt x="148895" y="197918"/>
                    <a:pt x="149268" y="197728"/>
                    <a:pt x="149635" y="197526"/>
                  </a:cubicBezTo>
                  <a:cubicBezTo>
                    <a:pt x="150002" y="197324"/>
                    <a:pt x="150363" y="197111"/>
                    <a:pt x="150717" y="196887"/>
                  </a:cubicBezTo>
                  <a:cubicBezTo>
                    <a:pt x="151070" y="196662"/>
                    <a:pt x="151417" y="196427"/>
                    <a:pt x="151756" y="196180"/>
                  </a:cubicBezTo>
                  <a:cubicBezTo>
                    <a:pt x="152095" y="195934"/>
                    <a:pt x="152426" y="195677"/>
                    <a:pt x="152748" y="195410"/>
                  </a:cubicBezTo>
                  <a:cubicBezTo>
                    <a:pt x="153071" y="195143"/>
                    <a:pt x="153386" y="194866"/>
                    <a:pt x="153691" y="194579"/>
                  </a:cubicBezTo>
                  <a:cubicBezTo>
                    <a:pt x="153996" y="194293"/>
                    <a:pt x="154293" y="193996"/>
                    <a:pt x="154579" y="193691"/>
                  </a:cubicBezTo>
                  <a:cubicBezTo>
                    <a:pt x="154866" y="193386"/>
                    <a:pt x="155143" y="193071"/>
                    <a:pt x="155410" y="192748"/>
                  </a:cubicBezTo>
                  <a:cubicBezTo>
                    <a:pt x="155677" y="192426"/>
                    <a:pt x="155934" y="192095"/>
                    <a:pt x="156180" y="191756"/>
                  </a:cubicBezTo>
                  <a:cubicBezTo>
                    <a:pt x="156427" y="191417"/>
                    <a:pt x="156662" y="191070"/>
                    <a:pt x="156887" y="190717"/>
                  </a:cubicBezTo>
                  <a:cubicBezTo>
                    <a:pt x="157111" y="190363"/>
                    <a:pt x="157324" y="190002"/>
                    <a:pt x="157526" y="189635"/>
                  </a:cubicBezTo>
                  <a:cubicBezTo>
                    <a:pt x="157728" y="189268"/>
                    <a:pt x="157918" y="188895"/>
                    <a:pt x="158097" y="188516"/>
                  </a:cubicBezTo>
                  <a:cubicBezTo>
                    <a:pt x="158275" y="188137"/>
                    <a:pt x="158441" y="187752"/>
                    <a:pt x="158596" y="187362"/>
                  </a:cubicBezTo>
                  <a:cubicBezTo>
                    <a:pt x="158750" y="186973"/>
                    <a:pt x="158892" y="186579"/>
                    <a:pt x="159021" y="186180"/>
                  </a:cubicBezTo>
                  <a:cubicBezTo>
                    <a:pt x="159151" y="185782"/>
                    <a:pt x="159267" y="185380"/>
                    <a:pt x="159372" y="184974"/>
                  </a:cubicBezTo>
                  <a:cubicBezTo>
                    <a:pt x="159476" y="184568"/>
                    <a:pt x="159567" y="184159"/>
                    <a:pt x="159646" y="183748"/>
                  </a:cubicBezTo>
                  <a:cubicBezTo>
                    <a:pt x="159724" y="183336"/>
                    <a:pt x="159790" y="182922"/>
                    <a:pt x="159842" y="182507"/>
                  </a:cubicBezTo>
                  <a:cubicBezTo>
                    <a:pt x="159895" y="182091"/>
                    <a:pt x="159934" y="181674"/>
                    <a:pt x="159961" y="181256"/>
                  </a:cubicBezTo>
                  <a:cubicBezTo>
                    <a:pt x="159987" y="180838"/>
                    <a:pt x="160000" y="180419"/>
                    <a:pt x="160000" y="180000"/>
                  </a:cubicBezTo>
                  <a:lnTo>
                    <a:pt x="160000" y="106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0" name="probe-lucide-notebook-pen-part-2"/>
            <p:cNvSpPr/>
            <p:nvPr/>
          </p:nvSpPr>
          <p:spPr>
            <a:xfrm>
              <a:off x="20000" y="6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notebook-pen-part-3"/>
            <p:cNvSpPr/>
            <p:nvPr/>
          </p:nvSpPr>
          <p:spPr>
            <a:xfrm>
              <a:off x="20000" y="10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notebook-pen-part-4"/>
            <p:cNvSpPr/>
            <p:nvPr/>
          </p:nvSpPr>
          <p:spPr>
            <a:xfrm>
              <a:off x="20000" y="14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3" name="probe-lucide-notebook-pen-part-5"/>
            <p:cNvSpPr/>
            <p:nvPr/>
          </p:nvSpPr>
          <p:spPr>
            <a:xfrm>
              <a:off x="20000" y="18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4" name="probe-lucide-notebook-pen-part-6"/>
            <p:cNvSpPr/>
            <p:nvPr/>
          </p:nvSpPr>
          <p:spPr>
            <a:xfrm>
              <a:off x="120010" y="19999"/>
              <a:ext cx="99991" cy="99981"/>
            </a:xfrm>
            <a:custGeom>
              <a:avLst/>
              <a:gdLst/>
              <a:ahLst/>
              <a:cxnLst/>
              <a:rect l="0" t="0" r="r" b="b"/>
              <a:pathLst>
                <a:path w="99991" h="99981">
                  <a:moveTo>
                    <a:pt x="93770" y="36261"/>
                  </a:moveTo>
                  <a:cubicBezTo>
                    <a:pt x="94078" y="35953"/>
                    <a:pt x="94377" y="35635"/>
                    <a:pt x="94666" y="35308"/>
                  </a:cubicBezTo>
                  <a:cubicBezTo>
                    <a:pt x="94955" y="34982"/>
                    <a:pt x="95234" y="34646"/>
                    <a:pt x="95502" y="34302"/>
                  </a:cubicBezTo>
                  <a:cubicBezTo>
                    <a:pt x="95770" y="33958"/>
                    <a:pt x="96028" y="33606"/>
                    <a:pt x="96274" y="33246"/>
                  </a:cubicBezTo>
                  <a:cubicBezTo>
                    <a:pt x="96521" y="32886"/>
                    <a:pt x="96756" y="32519"/>
                    <a:pt x="96980" y="32144"/>
                  </a:cubicBezTo>
                  <a:cubicBezTo>
                    <a:pt x="97204" y="31770"/>
                    <a:pt x="97416" y="31389"/>
                    <a:pt x="97617" y="31001"/>
                  </a:cubicBezTo>
                  <a:cubicBezTo>
                    <a:pt x="97817" y="30614"/>
                    <a:pt x="98005" y="30220"/>
                    <a:pt x="98182" y="29821"/>
                  </a:cubicBezTo>
                  <a:cubicBezTo>
                    <a:pt x="98358" y="29422"/>
                    <a:pt x="98522" y="29018"/>
                    <a:pt x="98673" y="28609"/>
                  </a:cubicBezTo>
                  <a:cubicBezTo>
                    <a:pt x="98824" y="28200"/>
                    <a:pt x="98963" y="27786"/>
                    <a:pt x="99089" y="27368"/>
                  </a:cubicBezTo>
                  <a:cubicBezTo>
                    <a:pt x="99214" y="26951"/>
                    <a:pt x="99327" y="26529"/>
                    <a:pt x="99427" y="26105"/>
                  </a:cubicBezTo>
                  <a:cubicBezTo>
                    <a:pt x="99527" y="25680"/>
                    <a:pt x="99614" y="25253"/>
                    <a:pt x="99687" y="24823"/>
                  </a:cubicBezTo>
                  <a:cubicBezTo>
                    <a:pt x="99761" y="24393"/>
                    <a:pt x="99821" y="23961"/>
                    <a:pt x="99868" y="23527"/>
                  </a:cubicBezTo>
                  <a:cubicBezTo>
                    <a:pt x="99915" y="23093"/>
                    <a:pt x="99949" y="22658"/>
                    <a:pt x="99969" y="22222"/>
                  </a:cubicBezTo>
                  <a:cubicBezTo>
                    <a:pt x="99989" y="21787"/>
                    <a:pt x="99996" y="21351"/>
                    <a:pt x="99989" y="20914"/>
                  </a:cubicBezTo>
                  <a:cubicBezTo>
                    <a:pt x="99982" y="20478"/>
                    <a:pt x="99962" y="20042"/>
                    <a:pt x="99929" y="19608"/>
                  </a:cubicBezTo>
                  <a:cubicBezTo>
                    <a:pt x="99895" y="19173"/>
                    <a:pt x="99848" y="18739"/>
                    <a:pt x="99788" y="18307"/>
                  </a:cubicBezTo>
                  <a:cubicBezTo>
                    <a:pt x="99728" y="17875"/>
                    <a:pt x="99654" y="17445"/>
                    <a:pt x="99567" y="17017"/>
                  </a:cubicBezTo>
                  <a:cubicBezTo>
                    <a:pt x="99480" y="16590"/>
                    <a:pt x="99381" y="16165"/>
                    <a:pt x="99268" y="15744"/>
                  </a:cubicBezTo>
                  <a:cubicBezTo>
                    <a:pt x="99155" y="15322"/>
                    <a:pt x="99029" y="14905"/>
                    <a:pt x="98890" y="14491"/>
                  </a:cubicBezTo>
                  <a:cubicBezTo>
                    <a:pt x="98752" y="14078"/>
                    <a:pt x="98600" y="13668"/>
                    <a:pt x="98437" y="13264"/>
                  </a:cubicBezTo>
                  <a:cubicBezTo>
                    <a:pt x="98273" y="12860"/>
                    <a:pt x="98097" y="12461"/>
                    <a:pt x="97908" y="12067"/>
                  </a:cubicBezTo>
                  <a:cubicBezTo>
                    <a:pt x="97720" y="11674"/>
                    <a:pt x="97519" y="11286"/>
                    <a:pt x="97307" y="10905"/>
                  </a:cubicBezTo>
                  <a:cubicBezTo>
                    <a:pt x="97095" y="10524"/>
                    <a:pt x="96871" y="10150"/>
                    <a:pt x="96636" y="9783"/>
                  </a:cubicBezTo>
                  <a:cubicBezTo>
                    <a:pt x="96400" y="9415"/>
                    <a:pt x="96154" y="9055"/>
                    <a:pt x="95896" y="8703"/>
                  </a:cubicBezTo>
                  <a:cubicBezTo>
                    <a:pt x="95639" y="8351"/>
                    <a:pt x="95370" y="8007"/>
                    <a:pt x="95092" y="7671"/>
                  </a:cubicBezTo>
                  <a:cubicBezTo>
                    <a:pt x="94813" y="7336"/>
                    <a:pt x="94524" y="7009"/>
                    <a:pt x="94225" y="6691"/>
                  </a:cubicBezTo>
                  <a:cubicBezTo>
                    <a:pt x="93927" y="6373"/>
                    <a:pt x="93618" y="6065"/>
                    <a:pt x="93300" y="5766"/>
                  </a:cubicBezTo>
                  <a:cubicBezTo>
                    <a:pt x="92983" y="5467"/>
                    <a:pt x="92656" y="5178"/>
                    <a:pt x="92320" y="4900"/>
                  </a:cubicBezTo>
                  <a:cubicBezTo>
                    <a:pt x="91984" y="4621"/>
                    <a:pt x="91640" y="4353"/>
                    <a:pt x="91288" y="4095"/>
                  </a:cubicBezTo>
                  <a:cubicBezTo>
                    <a:pt x="90936" y="3838"/>
                    <a:pt x="90576" y="3591"/>
                    <a:pt x="90209" y="3356"/>
                  </a:cubicBezTo>
                  <a:cubicBezTo>
                    <a:pt x="89842" y="3121"/>
                    <a:pt x="89467" y="2897"/>
                    <a:pt x="89086" y="2684"/>
                  </a:cubicBezTo>
                  <a:cubicBezTo>
                    <a:pt x="88705" y="2472"/>
                    <a:pt x="88318" y="2272"/>
                    <a:pt x="87924" y="2083"/>
                  </a:cubicBezTo>
                  <a:cubicBezTo>
                    <a:pt x="87531" y="1895"/>
                    <a:pt x="87132" y="1719"/>
                    <a:pt x="86727" y="1555"/>
                  </a:cubicBezTo>
                  <a:cubicBezTo>
                    <a:pt x="86323" y="1391"/>
                    <a:pt x="85914" y="1240"/>
                    <a:pt x="85500" y="1101"/>
                  </a:cubicBezTo>
                  <a:cubicBezTo>
                    <a:pt x="85087" y="963"/>
                    <a:pt x="84669" y="837"/>
                    <a:pt x="84248" y="724"/>
                  </a:cubicBezTo>
                  <a:cubicBezTo>
                    <a:pt x="83826" y="611"/>
                    <a:pt x="83402" y="511"/>
                    <a:pt x="82974" y="424"/>
                  </a:cubicBezTo>
                  <a:cubicBezTo>
                    <a:pt x="82547" y="338"/>
                    <a:pt x="82117" y="264"/>
                    <a:pt x="81685" y="204"/>
                  </a:cubicBezTo>
                  <a:cubicBezTo>
                    <a:pt x="81253" y="143"/>
                    <a:pt x="80819" y="96"/>
                    <a:pt x="80384" y="63"/>
                  </a:cubicBezTo>
                  <a:cubicBezTo>
                    <a:pt x="79949" y="29"/>
                    <a:pt x="79513" y="9"/>
                    <a:pt x="79077" y="3"/>
                  </a:cubicBezTo>
                  <a:cubicBezTo>
                    <a:pt x="78641" y="-4"/>
                    <a:pt x="78205" y="3"/>
                    <a:pt x="77769" y="23"/>
                  </a:cubicBezTo>
                  <a:cubicBezTo>
                    <a:pt x="77333" y="43"/>
                    <a:pt x="76898" y="76"/>
                    <a:pt x="76465" y="123"/>
                  </a:cubicBezTo>
                  <a:cubicBezTo>
                    <a:pt x="76031" y="170"/>
                    <a:pt x="75599" y="231"/>
                    <a:pt x="75169" y="304"/>
                  </a:cubicBezTo>
                  <a:cubicBezTo>
                    <a:pt x="74739" y="378"/>
                    <a:pt x="74311" y="464"/>
                    <a:pt x="73887" y="564"/>
                  </a:cubicBezTo>
                  <a:cubicBezTo>
                    <a:pt x="73462" y="664"/>
                    <a:pt x="73041" y="777"/>
                    <a:pt x="72623" y="903"/>
                  </a:cubicBezTo>
                  <a:cubicBezTo>
                    <a:pt x="72205" y="1029"/>
                    <a:pt x="71792" y="1167"/>
                    <a:pt x="71383" y="1319"/>
                  </a:cubicBezTo>
                  <a:cubicBezTo>
                    <a:pt x="70974" y="1470"/>
                    <a:pt x="70569" y="1634"/>
                    <a:pt x="70170" y="1810"/>
                  </a:cubicBezTo>
                  <a:cubicBezTo>
                    <a:pt x="69771" y="1986"/>
                    <a:pt x="69378" y="2175"/>
                    <a:pt x="68990" y="2375"/>
                  </a:cubicBezTo>
                  <a:cubicBezTo>
                    <a:pt x="68603" y="2575"/>
                    <a:pt x="68222" y="2788"/>
                    <a:pt x="67847" y="3012"/>
                  </a:cubicBezTo>
                  <a:cubicBezTo>
                    <a:pt x="67473" y="3235"/>
                    <a:pt x="67106" y="3471"/>
                    <a:pt x="66746" y="3717"/>
                  </a:cubicBezTo>
                  <a:cubicBezTo>
                    <a:pt x="66386" y="3964"/>
                    <a:pt x="66034" y="4221"/>
                    <a:pt x="65690" y="4490"/>
                  </a:cubicBezTo>
                  <a:cubicBezTo>
                    <a:pt x="65346" y="4758"/>
                    <a:pt x="65010" y="5036"/>
                    <a:pt x="64683" y="5325"/>
                  </a:cubicBezTo>
                  <a:cubicBezTo>
                    <a:pt x="64356" y="5614"/>
                    <a:pt x="64038" y="5913"/>
                    <a:pt x="63730" y="6221"/>
                  </a:cubicBezTo>
                  <a:lnTo>
                    <a:pt x="13630" y="56341"/>
                  </a:lnTo>
                  <a:cubicBezTo>
                    <a:pt x="13334" y="56637"/>
                    <a:pt x="13048" y="56942"/>
                    <a:pt x="12771" y="57255"/>
                  </a:cubicBezTo>
                  <a:cubicBezTo>
                    <a:pt x="12495" y="57569"/>
                    <a:pt x="12228" y="57891"/>
                    <a:pt x="11972" y="58221"/>
                  </a:cubicBezTo>
                  <a:cubicBezTo>
                    <a:pt x="11715" y="58551"/>
                    <a:pt x="11470" y="58889"/>
                    <a:pt x="11234" y="59235"/>
                  </a:cubicBezTo>
                  <a:cubicBezTo>
                    <a:pt x="10999" y="59580"/>
                    <a:pt x="10775" y="59933"/>
                    <a:pt x="10562" y="60293"/>
                  </a:cubicBezTo>
                  <a:cubicBezTo>
                    <a:pt x="10349" y="60652"/>
                    <a:pt x="10147" y="61018"/>
                    <a:pt x="9957" y="61391"/>
                  </a:cubicBezTo>
                  <a:cubicBezTo>
                    <a:pt x="9767" y="61763"/>
                    <a:pt x="9588" y="62141"/>
                    <a:pt x="9422" y="62525"/>
                  </a:cubicBezTo>
                  <a:cubicBezTo>
                    <a:pt x="9255" y="62908"/>
                    <a:pt x="9101" y="63297"/>
                    <a:pt x="8959" y="63690"/>
                  </a:cubicBezTo>
                  <a:cubicBezTo>
                    <a:pt x="8817" y="64083"/>
                    <a:pt x="8687" y="64480"/>
                    <a:pt x="8570" y="64881"/>
                  </a:cubicBezTo>
                  <a:lnTo>
                    <a:pt x="200" y="93581"/>
                  </a:lnTo>
                  <a:cubicBezTo>
                    <a:pt x="171" y="93679"/>
                    <a:pt x="146" y="93778"/>
                    <a:pt x="123" y="93877"/>
                  </a:cubicBezTo>
                  <a:cubicBezTo>
                    <a:pt x="101" y="93977"/>
                    <a:pt x="82" y="94076"/>
                    <a:pt x="65" y="94177"/>
                  </a:cubicBezTo>
                  <a:cubicBezTo>
                    <a:pt x="49" y="94278"/>
                    <a:pt x="35" y="94378"/>
                    <a:pt x="25" y="94480"/>
                  </a:cubicBezTo>
                  <a:cubicBezTo>
                    <a:pt x="15" y="94581"/>
                    <a:pt x="8" y="94683"/>
                    <a:pt x="4" y="94785"/>
                  </a:cubicBezTo>
                  <a:cubicBezTo>
                    <a:pt x="0" y="94886"/>
                    <a:pt x="-1" y="94988"/>
                    <a:pt x="1" y="95090"/>
                  </a:cubicBezTo>
                  <a:cubicBezTo>
                    <a:pt x="3" y="95192"/>
                    <a:pt x="9" y="95293"/>
                    <a:pt x="17" y="95395"/>
                  </a:cubicBezTo>
                  <a:cubicBezTo>
                    <a:pt x="26" y="95496"/>
                    <a:pt x="37" y="95598"/>
                    <a:pt x="52" y="95698"/>
                  </a:cubicBezTo>
                  <a:cubicBezTo>
                    <a:pt x="66" y="95799"/>
                    <a:pt x="84" y="95900"/>
                    <a:pt x="105" y="95999"/>
                  </a:cubicBezTo>
                  <a:cubicBezTo>
                    <a:pt x="125" y="96099"/>
                    <a:pt x="149" y="96198"/>
                    <a:pt x="176" y="96296"/>
                  </a:cubicBezTo>
                  <a:cubicBezTo>
                    <a:pt x="203" y="96394"/>
                    <a:pt x="233" y="96492"/>
                    <a:pt x="265" y="96588"/>
                  </a:cubicBezTo>
                  <a:cubicBezTo>
                    <a:pt x="298" y="96685"/>
                    <a:pt x="334" y="96780"/>
                    <a:pt x="372" y="96874"/>
                  </a:cubicBezTo>
                  <a:cubicBezTo>
                    <a:pt x="411" y="96969"/>
                    <a:pt x="452" y="97062"/>
                    <a:pt x="496" y="97153"/>
                  </a:cubicBezTo>
                  <a:cubicBezTo>
                    <a:pt x="541" y="97245"/>
                    <a:pt x="588" y="97336"/>
                    <a:pt x="637" y="97424"/>
                  </a:cubicBezTo>
                  <a:cubicBezTo>
                    <a:pt x="687" y="97513"/>
                    <a:pt x="740" y="97601"/>
                    <a:pt x="795" y="97686"/>
                  </a:cubicBezTo>
                  <a:cubicBezTo>
                    <a:pt x="850" y="97772"/>
                    <a:pt x="907" y="97856"/>
                    <a:pt x="968" y="97938"/>
                  </a:cubicBezTo>
                  <a:cubicBezTo>
                    <a:pt x="1028" y="98020"/>
                    <a:pt x="1091" y="98100"/>
                    <a:pt x="1156" y="98179"/>
                  </a:cubicBezTo>
                  <a:cubicBezTo>
                    <a:pt x="1221" y="98257"/>
                    <a:pt x="1288" y="98333"/>
                    <a:pt x="1358" y="98407"/>
                  </a:cubicBezTo>
                  <a:cubicBezTo>
                    <a:pt x="1428" y="98482"/>
                    <a:pt x="1500" y="98554"/>
                    <a:pt x="1574" y="98623"/>
                  </a:cubicBezTo>
                  <a:cubicBezTo>
                    <a:pt x="1648" y="98693"/>
                    <a:pt x="1725" y="98761"/>
                    <a:pt x="1803" y="98826"/>
                  </a:cubicBezTo>
                  <a:cubicBezTo>
                    <a:pt x="1881" y="98891"/>
                    <a:pt x="1961" y="98954"/>
                    <a:pt x="2044" y="99014"/>
                  </a:cubicBezTo>
                  <a:cubicBezTo>
                    <a:pt x="2126" y="99074"/>
                    <a:pt x="2210" y="99132"/>
                    <a:pt x="2295" y="99187"/>
                  </a:cubicBezTo>
                  <a:cubicBezTo>
                    <a:pt x="2381" y="99242"/>
                    <a:pt x="2468" y="99294"/>
                    <a:pt x="2557" y="99344"/>
                  </a:cubicBezTo>
                  <a:cubicBezTo>
                    <a:pt x="2646" y="99394"/>
                    <a:pt x="2736" y="99441"/>
                    <a:pt x="2828" y="99485"/>
                  </a:cubicBezTo>
                  <a:cubicBezTo>
                    <a:pt x="2920" y="99529"/>
                    <a:pt x="3013" y="99571"/>
                    <a:pt x="3107" y="99609"/>
                  </a:cubicBezTo>
                  <a:cubicBezTo>
                    <a:pt x="3201" y="99648"/>
                    <a:pt x="3297" y="99684"/>
                    <a:pt x="3393" y="99716"/>
                  </a:cubicBezTo>
                  <a:cubicBezTo>
                    <a:pt x="3490" y="99749"/>
                    <a:pt x="3587" y="99779"/>
                    <a:pt x="3685" y="99806"/>
                  </a:cubicBezTo>
                  <a:cubicBezTo>
                    <a:pt x="3784" y="99832"/>
                    <a:pt x="3883" y="99856"/>
                    <a:pt x="3982" y="99877"/>
                  </a:cubicBezTo>
                  <a:cubicBezTo>
                    <a:pt x="4082" y="99898"/>
                    <a:pt x="4182" y="99915"/>
                    <a:pt x="4283" y="99930"/>
                  </a:cubicBezTo>
                  <a:cubicBezTo>
                    <a:pt x="4384" y="99944"/>
                    <a:pt x="4485" y="99956"/>
                    <a:pt x="4587" y="99964"/>
                  </a:cubicBezTo>
                  <a:cubicBezTo>
                    <a:pt x="4688" y="99973"/>
                    <a:pt x="4790" y="99978"/>
                    <a:pt x="4892" y="99980"/>
                  </a:cubicBezTo>
                  <a:cubicBezTo>
                    <a:pt x="4993" y="99983"/>
                    <a:pt x="5095" y="99982"/>
                    <a:pt x="5197" y="99978"/>
                  </a:cubicBezTo>
                  <a:cubicBezTo>
                    <a:pt x="5299" y="99974"/>
                    <a:pt x="5400" y="99966"/>
                    <a:pt x="5502" y="99956"/>
                  </a:cubicBezTo>
                  <a:cubicBezTo>
                    <a:pt x="5603" y="99946"/>
                    <a:pt x="5704" y="99933"/>
                    <a:pt x="5804" y="99916"/>
                  </a:cubicBezTo>
                  <a:cubicBezTo>
                    <a:pt x="5905" y="99900"/>
                    <a:pt x="6005" y="99881"/>
                    <a:pt x="6104" y="99858"/>
                  </a:cubicBezTo>
                  <a:cubicBezTo>
                    <a:pt x="6204" y="99836"/>
                    <a:pt x="6302" y="99810"/>
                    <a:pt x="6400" y="99781"/>
                  </a:cubicBezTo>
                  <a:lnTo>
                    <a:pt x="35100" y="91411"/>
                  </a:lnTo>
                  <a:cubicBezTo>
                    <a:pt x="35501" y="91294"/>
                    <a:pt x="35899" y="91165"/>
                    <a:pt x="36292" y="91023"/>
                  </a:cubicBezTo>
                  <a:cubicBezTo>
                    <a:pt x="36685" y="90880"/>
                    <a:pt x="37074" y="90726"/>
                    <a:pt x="37457" y="90560"/>
                  </a:cubicBezTo>
                  <a:cubicBezTo>
                    <a:pt x="37840" y="90393"/>
                    <a:pt x="38219" y="90215"/>
                    <a:pt x="38591" y="90025"/>
                  </a:cubicBezTo>
                  <a:cubicBezTo>
                    <a:pt x="38963" y="89835"/>
                    <a:pt x="39329" y="89633"/>
                    <a:pt x="39689" y="89420"/>
                  </a:cubicBezTo>
                  <a:cubicBezTo>
                    <a:pt x="40049" y="89207"/>
                    <a:pt x="40401" y="88982"/>
                    <a:pt x="40747" y="88747"/>
                  </a:cubicBezTo>
                  <a:cubicBezTo>
                    <a:pt x="41093" y="88512"/>
                    <a:pt x="41431" y="88266"/>
                    <a:pt x="41761" y="88010"/>
                  </a:cubicBezTo>
                  <a:cubicBezTo>
                    <a:pt x="42091" y="87753"/>
                    <a:pt x="42413" y="87487"/>
                    <a:pt x="42726" y="87210"/>
                  </a:cubicBezTo>
                  <a:cubicBezTo>
                    <a:pt x="43040" y="86933"/>
                    <a:pt x="43345" y="86647"/>
                    <a:pt x="43640" y="86351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5" name="probe-lucide-pencil-ruler" descr="测量工具 — Lucide Icons and Contributors; ISC; original SVG unchanged. Source: https://github.com/lucide-icons/lucide/blob/20aef31db93fe4d9f398dbb15b120d99c48eef95/icons/pencil-ruler.svg; SVG SHA256: 5768abf6372740f2e7d9002d9aaa4312ad0e46df6370a9fc833ab40254e7e600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76" name="probe-lucide-pencil-ruler-part-1"/>
            <p:cNvSpPr/>
            <p:nvPr/>
          </p:nvSpPr>
          <p:spPr>
            <a:xfrm>
              <a:off x="19982" y="19982"/>
              <a:ext cx="110018" cy="110018"/>
            </a:xfrm>
            <a:custGeom>
              <a:avLst/>
              <a:gdLst/>
              <a:ahLst/>
              <a:cxnLst/>
              <a:rect l="0" t="0" r="r" b="b"/>
              <a:pathLst>
                <a:path w="110018" h="110018">
                  <a:moveTo>
                    <a:pt x="110018" y="50018"/>
                  </a:moveTo>
                  <a:lnTo>
                    <a:pt x="67018" y="7018"/>
                  </a:lnTo>
                  <a:cubicBezTo>
                    <a:pt x="66661" y="6663"/>
                    <a:pt x="66293" y="6319"/>
                    <a:pt x="65915" y="5987"/>
                  </a:cubicBezTo>
                  <a:cubicBezTo>
                    <a:pt x="65537" y="5655"/>
                    <a:pt x="65148" y="5335"/>
                    <a:pt x="64750" y="5027"/>
                  </a:cubicBezTo>
                  <a:cubicBezTo>
                    <a:pt x="64352" y="4720"/>
                    <a:pt x="63944" y="4425"/>
                    <a:pt x="63527" y="4142"/>
                  </a:cubicBezTo>
                  <a:cubicBezTo>
                    <a:pt x="63110" y="3860"/>
                    <a:pt x="62685" y="3591"/>
                    <a:pt x="62251" y="3336"/>
                  </a:cubicBezTo>
                  <a:cubicBezTo>
                    <a:pt x="61818" y="3081"/>
                    <a:pt x="61376" y="2839"/>
                    <a:pt x="60928" y="2611"/>
                  </a:cubicBezTo>
                  <a:cubicBezTo>
                    <a:pt x="60479" y="2383"/>
                    <a:pt x="60023" y="2169"/>
                    <a:pt x="59561" y="1970"/>
                  </a:cubicBezTo>
                  <a:cubicBezTo>
                    <a:pt x="59099" y="1771"/>
                    <a:pt x="58631" y="1586"/>
                    <a:pt x="58157" y="1416"/>
                  </a:cubicBezTo>
                  <a:cubicBezTo>
                    <a:pt x="57683" y="1246"/>
                    <a:pt x="57204" y="1091"/>
                    <a:pt x="56721" y="951"/>
                  </a:cubicBezTo>
                  <a:cubicBezTo>
                    <a:pt x="56238" y="811"/>
                    <a:pt x="55750" y="686"/>
                    <a:pt x="55259" y="577"/>
                  </a:cubicBezTo>
                  <a:cubicBezTo>
                    <a:pt x="54768" y="467"/>
                    <a:pt x="54273" y="373"/>
                    <a:pt x="53776" y="295"/>
                  </a:cubicBezTo>
                  <a:cubicBezTo>
                    <a:pt x="53279" y="216"/>
                    <a:pt x="52780" y="154"/>
                    <a:pt x="52279" y="106"/>
                  </a:cubicBezTo>
                  <a:cubicBezTo>
                    <a:pt x="51778" y="59"/>
                    <a:pt x="51275" y="28"/>
                    <a:pt x="50772" y="12"/>
                  </a:cubicBezTo>
                  <a:cubicBezTo>
                    <a:pt x="50269" y="-4"/>
                    <a:pt x="49766" y="-4"/>
                    <a:pt x="49263" y="12"/>
                  </a:cubicBezTo>
                  <a:cubicBezTo>
                    <a:pt x="48760" y="28"/>
                    <a:pt x="48258" y="59"/>
                    <a:pt x="47757" y="106"/>
                  </a:cubicBezTo>
                  <a:cubicBezTo>
                    <a:pt x="47255" y="154"/>
                    <a:pt x="46756" y="216"/>
                    <a:pt x="46259" y="295"/>
                  </a:cubicBezTo>
                  <a:cubicBezTo>
                    <a:pt x="45762" y="373"/>
                    <a:pt x="45267" y="467"/>
                    <a:pt x="44776" y="577"/>
                  </a:cubicBezTo>
                  <a:cubicBezTo>
                    <a:pt x="44285" y="686"/>
                    <a:pt x="43797" y="811"/>
                    <a:pt x="43314" y="951"/>
                  </a:cubicBezTo>
                  <a:cubicBezTo>
                    <a:pt x="42831" y="1091"/>
                    <a:pt x="42352" y="1246"/>
                    <a:pt x="41878" y="1416"/>
                  </a:cubicBezTo>
                  <a:cubicBezTo>
                    <a:pt x="41404" y="1586"/>
                    <a:pt x="40936" y="1771"/>
                    <a:pt x="40474" y="1970"/>
                  </a:cubicBezTo>
                  <a:cubicBezTo>
                    <a:pt x="40012" y="2169"/>
                    <a:pt x="39556" y="2383"/>
                    <a:pt x="39108" y="2611"/>
                  </a:cubicBezTo>
                  <a:cubicBezTo>
                    <a:pt x="38659" y="2839"/>
                    <a:pt x="38217" y="3081"/>
                    <a:pt x="37784" y="3336"/>
                  </a:cubicBezTo>
                  <a:cubicBezTo>
                    <a:pt x="37350" y="3591"/>
                    <a:pt x="36925" y="3860"/>
                    <a:pt x="36508" y="4142"/>
                  </a:cubicBezTo>
                  <a:cubicBezTo>
                    <a:pt x="36091" y="4425"/>
                    <a:pt x="35683" y="4720"/>
                    <a:pt x="35285" y="5027"/>
                  </a:cubicBezTo>
                  <a:cubicBezTo>
                    <a:pt x="34887" y="5335"/>
                    <a:pt x="34498" y="5655"/>
                    <a:pt x="34120" y="5987"/>
                  </a:cubicBezTo>
                  <a:cubicBezTo>
                    <a:pt x="33742" y="6319"/>
                    <a:pt x="33374" y="6663"/>
                    <a:pt x="33018" y="7018"/>
                  </a:cubicBezTo>
                  <a:lnTo>
                    <a:pt x="7018" y="33018"/>
                  </a:lnTo>
                  <a:cubicBezTo>
                    <a:pt x="6663" y="33374"/>
                    <a:pt x="6319" y="33742"/>
                    <a:pt x="5987" y="34120"/>
                  </a:cubicBezTo>
                  <a:cubicBezTo>
                    <a:pt x="5655" y="34498"/>
                    <a:pt x="5335" y="34887"/>
                    <a:pt x="5027" y="35285"/>
                  </a:cubicBezTo>
                  <a:cubicBezTo>
                    <a:pt x="4720" y="35683"/>
                    <a:pt x="4425" y="36091"/>
                    <a:pt x="4142" y="36508"/>
                  </a:cubicBezTo>
                  <a:cubicBezTo>
                    <a:pt x="3860" y="36925"/>
                    <a:pt x="3591" y="37350"/>
                    <a:pt x="3336" y="37784"/>
                  </a:cubicBezTo>
                  <a:cubicBezTo>
                    <a:pt x="3081" y="38217"/>
                    <a:pt x="2839" y="38659"/>
                    <a:pt x="2611" y="39108"/>
                  </a:cubicBezTo>
                  <a:cubicBezTo>
                    <a:pt x="2383" y="39556"/>
                    <a:pt x="2169" y="40012"/>
                    <a:pt x="1970" y="40474"/>
                  </a:cubicBezTo>
                  <a:cubicBezTo>
                    <a:pt x="1771" y="40936"/>
                    <a:pt x="1586" y="41404"/>
                    <a:pt x="1416" y="41878"/>
                  </a:cubicBezTo>
                  <a:cubicBezTo>
                    <a:pt x="1246" y="42352"/>
                    <a:pt x="1091" y="42831"/>
                    <a:pt x="951" y="43314"/>
                  </a:cubicBezTo>
                  <a:cubicBezTo>
                    <a:pt x="811" y="43797"/>
                    <a:pt x="686" y="44285"/>
                    <a:pt x="577" y="44776"/>
                  </a:cubicBezTo>
                  <a:cubicBezTo>
                    <a:pt x="467" y="45267"/>
                    <a:pt x="373" y="45762"/>
                    <a:pt x="295" y="46259"/>
                  </a:cubicBezTo>
                  <a:cubicBezTo>
                    <a:pt x="216" y="46756"/>
                    <a:pt x="154" y="47255"/>
                    <a:pt x="106" y="47757"/>
                  </a:cubicBezTo>
                  <a:cubicBezTo>
                    <a:pt x="59" y="48258"/>
                    <a:pt x="28" y="48760"/>
                    <a:pt x="12" y="49263"/>
                  </a:cubicBezTo>
                  <a:cubicBezTo>
                    <a:pt x="-4" y="49766"/>
                    <a:pt x="-4" y="50269"/>
                    <a:pt x="12" y="50772"/>
                  </a:cubicBezTo>
                  <a:cubicBezTo>
                    <a:pt x="28" y="51275"/>
                    <a:pt x="59" y="51778"/>
                    <a:pt x="106" y="52279"/>
                  </a:cubicBezTo>
                  <a:cubicBezTo>
                    <a:pt x="154" y="52780"/>
                    <a:pt x="216" y="53279"/>
                    <a:pt x="295" y="53776"/>
                  </a:cubicBezTo>
                  <a:cubicBezTo>
                    <a:pt x="373" y="54273"/>
                    <a:pt x="467" y="54768"/>
                    <a:pt x="577" y="55259"/>
                  </a:cubicBezTo>
                  <a:cubicBezTo>
                    <a:pt x="686" y="55750"/>
                    <a:pt x="811" y="56238"/>
                    <a:pt x="951" y="56721"/>
                  </a:cubicBezTo>
                  <a:cubicBezTo>
                    <a:pt x="1091" y="57204"/>
                    <a:pt x="1246" y="57683"/>
                    <a:pt x="1416" y="58157"/>
                  </a:cubicBezTo>
                  <a:cubicBezTo>
                    <a:pt x="1586" y="58631"/>
                    <a:pt x="1771" y="59099"/>
                    <a:pt x="1970" y="59561"/>
                  </a:cubicBezTo>
                  <a:cubicBezTo>
                    <a:pt x="2169" y="60023"/>
                    <a:pt x="2383" y="60479"/>
                    <a:pt x="2611" y="60928"/>
                  </a:cubicBezTo>
                  <a:cubicBezTo>
                    <a:pt x="2839" y="61376"/>
                    <a:pt x="3081" y="61818"/>
                    <a:pt x="3336" y="62251"/>
                  </a:cubicBezTo>
                  <a:cubicBezTo>
                    <a:pt x="3591" y="62685"/>
                    <a:pt x="3860" y="63110"/>
                    <a:pt x="4142" y="63527"/>
                  </a:cubicBezTo>
                  <a:cubicBezTo>
                    <a:pt x="4425" y="63944"/>
                    <a:pt x="4720" y="64352"/>
                    <a:pt x="5027" y="64750"/>
                  </a:cubicBezTo>
                  <a:cubicBezTo>
                    <a:pt x="5335" y="65148"/>
                    <a:pt x="5655" y="65537"/>
                    <a:pt x="5987" y="65915"/>
                  </a:cubicBezTo>
                  <a:cubicBezTo>
                    <a:pt x="6319" y="66293"/>
                    <a:pt x="6663" y="66661"/>
                    <a:pt x="7018" y="67018"/>
                  </a:cubicBezTo>
                  <a:lnTo>
                    <a:pt x="50018" y="110018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7" name="probe-lucide-pencil-ruler-part-2"/>
            <p:cNvSpPr/>
            <p:nvPr/>
          </p:nvSpPr>
          <p:spPr>
            <a:xfrm>
              <a:off x="80000" y="40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8" name="probe-lucide-pencil-ruler-part-3"/>
            <p:cNvSpPr/>
            <p:nvPr/>
          </p:nvSpPr>
          <p:spPr>
            <a:xfrm>
              <a:off x="180000" y="140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9" name="probe-lucide-pencil-ruler-part-4"/>
            <p:cNvSpPr/>
            <p:nvPr/>
          </p:nvSpPr>
          <p:spPr>
            <a:xfrm>
              <a:off x="110000" y="110000"/>
              <a:ext cx="110050" cy="110050"/>
            </a:xfrm>
            <a:custGeom>
              <a:avLst/>
              <a:gdLst/>
              <a:ahLst/>
              <a:cxnLst/>
              <a:rect l="0" t="0" r="r" b="b"/>
              <a:pathLst>
                <a:path w="110050" h="110050">
                  <a:moveTo>
                    <a:pt x="60000" y="0"/>
                  </a:moveTo>
                  <a:lnTo>
                    <a:pt x="103000" y="43000"/>
                  </a:lnTo>
                  <a:cubicBezTo>
                    <a:pt x="112400" y="52400"/>
                    <a:pt x="112400" y="67600"/>
                    <a:pt x="103000" y="77000"/>
                  </a:cubicBezTo>
                  <a:lnTo>
                    <a:pt x="77000" y="103000"/>
                  </a:lnTo>
                  <a:cubicBezTo>
                    <a:pt x="67600" y="112400"/>
                    <a:pt x="52400" y="112400"/>
                    <a:pt x="43000" y="103000"/>
                  </a:cubicBez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0" name="probe-lucide-pencil-ruler-part-5"/>
            <p:cNvSpPr/>
            <p:nvPr/>
          </p:nvSpPr>
          <p:spPr>
            <a:xfrm>
              <a:off x="20001" y="19996"/>
              <a:ext cx="199998" cy="199995"/>
            </a:xfrm>
            <a:custGeom>
              <a:avLst/>
              <a:gdLst/>
              <a:ahLst/>
              <a:cxnLst/>
              <a:rect l="0" t="0" r="r" b="b"/>
              <a:pathLst>
                <a:path w="199998" h="199995">
                  <a:moveTo>
                    <a:pt x="191739" y="48124"/>
                  </a:moveTo>
                  <a:cubicBezTo>
                    <a:pt x="192157" y="47706"/>
                    <a:pt x="192561" y="47276"/>
                    <a:pt x="192952" y="46833"/>
                  </a:cubicBezTo>
                  <a:cubicBezTo>
                    <a:pt x="193342" y="46390"/>
                    <a:pt x="193719" y="45935"/>
                    <a:pt x="194081" y="45469"/>
                  </a:cubicBezTo>
                  <a:cubicBezTo>
                    <a:pt x="194443" y="45002"/>
                    <a:pt x="194790" y="44524"/>
                    <a:pt x="195122" y="44036"/>
                  </a:cubicBezTo>
                  <a:cubicBezTo>
                    <a:pt x="195454" y="43548"/>
                    <a:pt x="195770" y="43049"/>
                    <a:pt x="196071" y="42541"/>
                  </a:cubicBezTo>
                  <a:cubicBezTo>
                    <a:pt x="196371" y="42033"/>
                    <a:pt x="196656" y="41515"/>
                    <a:pt x="196924" y="40989"/>
                  </a:cubicBezTo>
                  <a:cubicBezTo>
                    <a:pt x="197192" y="40463"/>
                    <a:pt x="197444" y="39929"/>
                    <a:pt x="197678" y="39387"/>
                  </a:cubicBezTo>
                  <a:cubicBezTo>
                    <a:pt x="197913" y="38845"/>
                    <a:pt x="198130" y="38296"/>
                    <a:pt x="198330" y="37741"/>
                  </a:cubicBezTo>
                  <a:cubicBezTo>
                    <a:pt x="198531" y="37185"/>
                    <a:pt x="198713" y="36624"/>
                    <a:pt x="198878" y="36057"/>
                  </a:cubicBezTo>
                  <a:cubicBezTo>
                    <a:pt x="199043" y="35490"/>
                    <a:pt x="199190" y="34918"/>
                    <a:pt x="199319" y="34341"/>
                  </a:cubicBezTo>
                  <a:cubicBezTo>
                    <a:pt x="199447" y="33765"/>
                    <a:pt x="199558" y="33185"/>
                    <a:pt x="199651" y="32602"/>
                  </a:cubicBezTo>
                  <a:cubicBezTo>
                    <a:pt x="199743" y="32019"/>
                    <a:pt x="199817" y="31433"/>
                    <a:pt x="199873" y="30845"/>
                  </a:cubicBezTo>
                  <a:cubicBezTo>
                    <a:pt x="199928" y="30257"/>
                    <a:pt x="199966" y="29668"/>
                    <a:pt x="199984" y="29078"/>
                  </a:cubicBezTo>
                  <a:cubicBezTo>
                    <a:pt x="200003" y="28488"/>
                    <a:pt x="200003" y="27897"/>
                    <a:pt x="199984" y="27307"/>
                  </a:cubicBezTo>
                  <a:cubicBezTo>
                    <a:pt x="199966" y="26717"/>
                    <a:pt x="199929" y="26127"/>
                    <a:pt x="199873" y="25540"/>
                  </a:cubicBezTo>
                  <a:cubicBezTo>
                    <a:pt x="199818" y="24952"/>
                    <a:pt x="199744" y="24366"/>
                    <a:pt x="199652" y="23783"/>
                  </a:cubicBezTo>
                  <a:cubicBezTo>
                    <a:pt x="199559" y="23199"/>
                    <a:pt x="199449" y="22619"/>
                    <a:pt x="199320" y="22043"/>
                  </a:cubicBezTo>
                  <a:cubicBezTo>
                    <a:pt x="199191" y="21467"/>
                    <a:pt x="199045" y="20895"/>
                    <a:pt x="198880" y="20328"/>
                  </a:cubicBezTo>
                  <a:cubicBezTo>
                    <a:pt x="198715" y="19761"/>
                    <a:pt x="198533" y="19199"/>
                    <a:pt x="198333" y="18644"/>
                  </a:cubicBezTo>
                  <a:cubicBezTo>
                    <a:pt x="198133" y="18088"/>
                    <a:pt x="197916" y="17539"/>
                    <a:pt x="197681" y="16997"/>
                  </a:cubicBezTo>
                  <a:cubicBezTo>
                    <a:pt x="197447" y="16455"/>
                    <a:pt x="197195" y="15921"/>
                    <a:pt x="196927" y="15395"/>
                  </a:cubicBezTo>
                  <a:cubicBezTo>
                    <a:pt x="196659" y="14868"/>
                    <a:pt x="196375" y="14351"/>
                    <a:pt x="196074" y="13843"/>
                  </a:cubicBezTo>
                  <a:cubicBezTo>
                    <a:pt x="195774" y="13334"/>
                    <a:pt x="195458" y="12836"/>
                    <a:pt x="195126" y="12347"/>
                  </a:cubicBezTo>
                  <a:cubicBezTo>
                    <a:pt x="194794" y="11859"/>
                    <a:pt x="194447" y="11381"/>
                    <a:pt x="194085" y="10914"/>
                  </a:cubicBezTo>
                  <a:cubicBezTo>
                    <a:pt x="193723" y="10448"/>
                    <a:pt x="193347" y="9993"/>
                    <a:pt x="192956" y="9550"/>
                  </a:cubicBezTo>
                  <a:cubicBezTo>
                    <a:pt x="192566" y="9107"/>
                    <a:pt x="192162" y="8676"/>
                    <a:pt x="191744" y="8259"/>
                  </a:cubicBezTo>
                  <a:cubicBezTo>
                    <a:pt x="191327" y="7841"/>
                    <a:pt x="190896" y="7437"/>
                    <a:pt x="190454" y="7046"/>
                  </a:cubicBezTo>
                  <a:cubicBezTo>
                    <a:pt x="190011" y="6656"/>
                    <a:pt x="189556" y="6279"/>
                    <a:pt x="189089" y="5917"/>
                  </a:cubicBezTo>
                  <a:cubicBezTo>
                    <a:pt x="188623" y="5556"/>
                    <a:pt x="188145" y="5208"/>
                    <a:pt x="187657" y="4876"/>
                  </a:cubicBezTo>
                  <a:cubicBezTo>
                    <a:pt x="187168" y="4544"/>
                    <a:pt x="186670" y="4228"/>
                    <a:pt x="186162" y="3927"/>
                  </a:cubicBezTo>
                  <a:cubicBezTo>
                    <a:pt x="185653" y="3627"/>
                    <a:pt x="185136" y="3342"/>
                    <a:pt x="184610" y="3074"/>
                  </a:cubicBezTo>
                  <a:cubicBezTo>
                    <a:pt x="184084" y="2806"/>
                    <a:pt x="183550" y="2554"/>
                    <a:pt x="183008" y="2320"/>
                  </a:cubicBezTo>
                  <a:cubicBezTo>
                    <a:pt x="182466" y="2085"/>
                    <a:pt x="181917" y="1868"/>
                    <a:pt x="181361" y="1668"/>
                  </a:cubicBezTo>
                  <a:cubicBezTo>
                    <a:pt x="180806" y="1468"/>
                    <a:pt x="180244" y="1285"/>
                    <a:pt x="179677" y="1120"/>
                  </a:cubicBezTo>
                  <a:cubicBezTo>
                    <a:pt x="179110" y="955"/>
                    <a:pt x="178538" y="809"/>
                    <a:pt x="177962" y="680"/>
                  </a:cubicBezTo>
                  <a:cubicBezTo>
                    <a:pt x="177386" y="551"/>
                    <a:pt x="176806" y="440"/>
                    <a:pt x="176223" y="348"/>
                  </a:cubicBezTo>
                  <a:cubicBezTo>
                    <a:pt x="175639" y="255"/>
                    <a:pt x="175053" y="181"/>
                    <a:pt x="174466" y="125"/>
                  </a:cubicBezTo>
                  <a:cubicBezTo>
                    <a:pt x="173878" y="70"/>
                    <a:pt x="173288" y="33"/>
                    <a:pt x="172698" y="14"/>
                  </a:cubicBezTo>
                  <a:cubicBezTo>
                    <a:pt x="172108" y="-5"/>
                    <a:pt x="171518" y="-5"/>
                    <a:pt x="170927" y="14"/>
                  </a:cubicBezTo>
                  <a:cubicBezTo>
                    <a:pt x="170337" y="32"/>
                    <a:pt x="169748" y="69"/>
                    <a:pt x="169160" y="125"/>
                  </a:cubicBezTo>
                  <a:cubicBezTo>
                    <a:pt x="168572" y="180"/>
                    <a:pt x="167986" y="254"/>
                    <a:pt x="167403" y="346"/>
                  </a:cubicBezTo>
                  <a:cubicBezTo>
                    <a:pt x="166820" y="439"/>
                    <a:pt x="166240" y="549"/>
                    <a:pt x="165664" y="678"/>
                  </a:cubicBezTo>
                  <a:cubicBezTo>
                    <a:pt x="165087" y="807"/>
                    <a:pt x="164515" y="954"/>
                    <a:pt x="163948" y="1118"/>
                  </a:cubicBezTo>
                  <a:cubicBezTo>
                    <a:pt x="163381" y="1283"/>
                    <a:pt x="162820" y="1465"/>
                    <a:pt x="162264" y="1665"/>
                  </a:cubicBezTo>
                  <a:cubicBezTo>
                    <a:pt x="161708" y="1865"/>
                    <a:pt x="161159" y="2083"/>
                    <a:pt x="160617" y="2317"/>
                  </a:cubicBezTo>
                  <a:cubicBezTo>
                    <a:pt x="160076" y="2551"/>
                    <a:pt x="159541" y="2803"/>
                    <a:pt x="159015" y="3071"/>
                  </a:cubicBezTo>
                  <a:cubicBezTo>
                    <a:pt x="158489" y="3339"/>
                    <a:pt x="157971" y="3623"/>
                    <a:pt x="157463" y="3924"/>
                  </a:cubicBezTo>
                  <a:cubicBezTo>
                    <a:pt x="156955" y="4224"/>
                    <a:pt x="156456" y="4541"/>
                    <a:pt x="155968" y="4872"/>
                  </a:cubicBezTo>
                  <a:cubicBezTo>
                    <a:pt x="155479" y="5204"/>
                    <a:pt x="155002" y="5551"/>
                    <a:pt x="154535" y="5913"/>
                  </a:cubicBezTo>
                  <a:cubicBezTo>
                    <a:pt x="154068" y="6275"/>
                    <a:pt x="153613" y="6651"/>
                    <a:pt x="153170" y="7042"/>
                  </a:cubicBezTo>
                  <a:cubicBezTo>
                    <a:pt x="152727" y="7432"/>
                    <a:pt x="152297" y="7836"/>
                    <a:pt x="151879" y="8254"/>
                  </a:cubicBezTo>
                  <a:lnTo>
                    <a:pt x="18419" y="141744"/>
                  </a:lnTo>
                  <a:cubicBezTo>
                    <a:pt x="18131" y="142032"/>
                    <a:pt x="17851" y="142328"/>
                    <a:pt x="17580" y="142634"/>
                  </a:cubicBezTo>
                  <a:cubicBezTo>
                    <a:pt x="17309" y="142939"/>
                    <a:pt x="17048" y="143252"/>
                    <a:pt x="16797" y="143573"/>
                  </a:cubicBezTo>
                  <a:cubicBezTo>
                    <a:pt x="16545" y="143894"/>
                    <a:pt x="16303" y="144223"/>
                    <a:pt x="16072" y="144558"/>
                  </a:cubicBezTo>
                  <a:cubicBezTo>
                    <a:pt x="15841" y="144894"/>
                    <a:pt x="15620" y="145237"/>
                    <a:pt x="15409" y="145586"/>
                  </a:cubicBezTo>
                  <a:cubicBezTo>
                    <a:pt x="15199" y="145936"/>
                    <a:pt x="14999" y="146291"/>
                    <a:pt x="14810" y="146653"/>
                  </a:cubicBezTo>
                  <a:cubicBezTo>
                    <a:pt x="14622" y="147015"/>
                    <a:pt x="14444" y="147382"/>
                    <a:pt x="14278" y="147754"/>
                  </a:cubicBezTo>
                  <a:cubicBezTo>
                    <a:pt x="14111" y="148127"/>
                    <a:pt x="13957" y="148504"/>
                    <a:pt x="13814" y="148886"/>
                  </a:cubicBezTo>
                  <a:cubicBezTo>
                    <a:pt x="13670" y="149268"/>
                    <a:pt x="13539" y="149654"/>
                    <a:pt x="13419" y="150044"/>
                  </a:cubicBezTo>
                  <a:lnTo>
                    <a:pt x="209" y="193564"/>
                  </a:lnTo>
                  <a:cubicBezTo>
                    <a:pt x="180" y="193662"/>
                    <a:pt x="154" y="193761"/>
                    <a:pt x="130" y="193861"/>
                  </a:cubicBezTo>
                  <a:cubicBezTo>
                    <a:pt x="107" y="193961"/>
                    <a:pt x="87" y="194061"/>
                    <a:pt x="70" y="194163"/>
                  </a:cubicBezTo>
                  <a:cubicBezTo>
                    <a:pt x="53" y="194264"/>
                    <a:pt x="39" y="194365"/>
                    <a:pt x="28" y="194467"/>
                  </a:cubicBezTo>
                  <a:cubicBezTo>
                    <a:pt x="17" y="194569"/>
                    <a:pt x="9" y="194672"/>
                    <a:pt x="5" y="194774"/>
                  </a:cubicBezTo>
                  <a:cubicBezTo>
                    <a:pt x="0" y="194876"/>
                    <a:pt x="-1" y="194979"/>
                    <a:pt x="1" y="195081"/>
                  </a:cubicBezTo>
                  <a:cubicBezTo>
                    <a:pt x="3" y="195184"/>
                    <a:pt x="7" y="195286"/>
                    <a:pt x="15" y="195389"/>
                  </a:cubicBezTo>
                  <a:cubicBezTo>
                    <a:pt x="24" y="195491"/>
                    <a:pt x="35" y="195593"/>
                    <a:pt x="49" y="195694"/>
                  </a:cubicBezTo>
                  <a:cubicBezTo>
                    <a:pt x="63" y="195796"/>
                    <a:pt x="81" y="195897"/>
                    <a:pt x="101" y="195997"/>
                  </a:cubicBezTo>
                  <a:cubicBezTo>
                    <a:pt x="122" y="196098"/>
                    <a:pt x="146" y="196198"/>
                    <a:pt x="172" y="196297"/>
                  </a:cubicBezTo>
                  <a:cubicBezTo>
                    <a:pt x="199" y="196396"/>
                    <a:pt x="229" y="196494"/>
                    <a:pt x="261" y="196591"/>
                  </a:cubicBezTo>
                  <a:cubicBezTo>
                    <a:pt x="294" y="196688"/>
                    <a:pt x="330" y="196784"/>
                    <a:pt x="368" y="196879"/>
                  </a:cubicBezTo>
                  <a:cubicBezTo>
                    <a:pt x="407" y="196974"/>
                    <a:pt x="449" y="197068"/>
                    <a:pt x="493" y="197161"/>
                  </a:cubicBezTo>
                  <a:cubicBezTo>
                    <a:pt x="537" y="197253"/>
                    <a:pt x="585" y="197344"/>
                    <a:pt x="635" y="197434"/>
                  </a:cubicBezTo>
                  <a:cubicBezTo>
                    <a:pt x="685" y="197523"/>
                    <a:pt x="737" y="197611"/>
                    <a:pt x="793" y="197697"/>
                  </a:cubicBezTo>
                  <a:cubicBezTo>
                    <a:pt x="848" y="197784"/>
                    <a:pt x="906" y="197868"/>
                    <a:pt x="967" y="197951"/>
                  </a:cubicBezTo>
                  <a:cubicBezTo>
                    <a:pt x="1028" y="198034"/>
                    <a:pt x="1091" y="198114"/>
                    <a:pt x="1156" y="198193"/>
                  </a:cubicBezTo>
                  <a:cubicBezTo>
                    <a:pt x="1222" y="198272"/>
                    <a:pt x="1290" y="198349"/>
                    <a:pt x="1360" y="198424"/>
                  </a:cubicBezTo>
                  <a:cubicBezTo>
                    <a:pt x="1430" y="198498"/>
                    <a:pt x="1503" y="198571"/>
                    <a:pt x="1578" y="198641"/>
                  </a:cubicBezTo>
                  <a:cubicBezTo>
                    <a:pt x="1653" y="198711"/>
                    <a:pt x="1729" y="198779"/>
                    <a:pt x="1808" y="198844"/>
                  </a:cubicBezTo>
                  <a:cubicBezTo>
                    <a:pt x="1887" y="198910"/>
                    <a:pt x="1968" y="198973"/>
                    <a:pt x="2051" y="199033"/>
                  </a:cubicBezTo>
                  <a:cubicBezTo>
                    <a:pt x="2134" y="199094"/>
                    <a:pt x="2219" y="199152"/>
                    <a:pt x="2305" y="199207"/>
                  </a:cubicBezTo>
                  <a:cubicBezTo>
                    <a:pt x="2391" y="199262"/>
                    <a:pt x="2479" y="199315"/>
                    <a:pt x="2569" y="199365"/>
                  </a:cubicBezTo>
                  <a:cubicBezTo>
                    <a:pt x="2659" y="199415"/>
                    <a:pt x="2750" y="199462"/>
                    <a:pt x="2842" y="199506"/>
                  </a:cubicBezTo>
                  <a:cubicBezTo>
                    <a:pt x="2935" y="199550"/>
                    <a:pt x="3028" y="199592"/>
                    <a:pt x="3124" y="199630"/>
                  </a:cubicBezTo>
                  <a:cubicBezTo>
                    <a:pt x="3219" y="199668"/>
                    <a:pt x="3315" y="199704"/>
                    <a:pt x="3412" y="199737"/>
                  </a:cubicBezTo>
                  <a:cubicBezTo>
                    <a:pt x="3509" y="199769"/>
                    <a:pt x="3607" y="199799"/>
                    <a:pt x="3706" y="199825"/>
                  </a:cubicBezTo>
                  <a:cubicBezTo>
                    <a:pt x="3806" y="199852"/>
                    <a:pt x="3905" y="199875"/>
                    <a:pt x="4006" y="199896"/>
                  </a:cubicBezTo>
                  <a:cubicBezTo>
                    <a:pt x="4106" y="199916"/>
                    <a:pt x="4207" y="199933"/>
                    <a:pt x="4309" y="199947"/>
                  </a:cubicBezTo>
                  <a:cubicBezTo>
                    <a:pt x="4411" y="199962"/>
                    <a:pt x="4513" y="199973"/>
                    <a:pt x="4615" y="199981"/>
                  </a:cubicBezTo>
                  <a:cubicBezTo>
                    <a:pt x="4717" y="199989"/>
                    <a:pt x="4819" y="199993"/>
                    <a:pt x="4922" y="199995"/>
                  </a:cubicBezTo>
                  <a:cubicBezTo>
                    <a:pt x="5025" y="199996"/>
                    <a:pt x="5127" y="199995"/>
                    <a:pt x="5230" y="199990"/>
                  </a:cubicBezTo>
                  <a:cubicBezTo>
                    <a:pt x="5332" y="199985"/>
                    <a:pt x="5434" y="199978"/>
                    <a:pt x="5536" y="199967"/>
                  </a:cubicBezTo>
                  <a:cubicBezTo>
                    <a:pt x="5638" y="199956"/>
                    <a:pt x="5740" y="199942"/>
                    <a:pt x="5841" y="199924"/>
                  </a:cubicBezTo>
                  <a:cubicBezTo>
                    <a:pt x="5942" y="199907"/>
                    <a:pt x="6042" y="199887"/>
                    <a:pt x="6142" y="199863"/>
                  </a:cubicBezTo>
                  <a:cubicBezTo>
                    <a:pt x="6242" y="199840"/>
                    <a:pt x="6341" y="199813"/>
                    <a:pt x="6439" y="199784"/>
                  </a:cubicBezTo>
                  <a:lnTo>
                    <a:pt x="49969" y="186584"/>
                  </a:lnTo>
                  <a:cubicBezTo>
                    <a:pt x="50359" y="186465"/>
                    <a:pt x="50745" y="186335"/>
                    <a:pt x="51126" y="186193"/>
                  </a:cubicBezTo>
                  <a:cubicBezTo>
                    <a:pt x="51508" y="186051"/>
                    <a:pt x="51885" y="185897"/>
                    <a:pt x="52257" y="185732"/>
                  </a:cubicBezTo>
                  <a:cubicBezTo>
                    <a:pt x="52629" y="185567"/>
                    <a:pt x="52997" y="185391"/>
                    <a:pt x="53358" y="185203"/>
                  </a:cubicBezTo>
                  <a:cubicBezTo>
                    <a:pt x="53719" y="185016"/>
                    <a:pt x="54075" y="184817"/>
                    <a:pt x="54424" y="184608"/>
                  </a:cubicBezTo>
                  <a:cubicBezTo>
                    <a:pt x="54774" y="184399"/>
                    <a:pt x="55117" y="184179"/>
                    <a:pt x="55452" y="183949"/>
                  </a:cubicBezTo>
                  <a:cubicBezTo>
                    <a:pt x="55788" y="183719"/>
                    <a:pt x="56117" y="183479"/>
                    <a:pt x="56438" y="183229"/>
                  </a:cubicBezTo>
                  <a:cubicBezTo>
                    <a:pt x="56760" y="182978"/>
                    <a:pt x="57073" y="182718"/>
                    <a:pt x="57379" y="182449"/>
                  </a:cubicBezTo>
                  <a:cubicBezTo>
                    <a:pt x="57684" y="182180"/>
                    <a:pt x="57981" y="181901"/>
                    <a:pt x="58269" y="181614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1" name="probe-lucide-pencil-ruler-part-6"/>
            <p:cNvSpPr/>
            <p:nvPr/>
          </p:nvSpPr>
          <p:spPr>
            <a:xfrm>
              <a:off x="150000" y="5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2" name="probe-lucide-radar" descr="radar — Lucide Icons and Contributors; preserve the bundled full upstream license. Source: https://github.com/lucide-icons/lucide/blob/20aef31db93fe4d9f398dbb15b120d99c48eef95/icons/radar.svg; SVG SHA256: b948d2b46e2605b0c0adf35b266a1b3cb4afa47ef3247e710f05e654b2c0a1cf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83" name="probe-lucide-radar-part-1"/>
            <p:cNvSpPr/>
            <p:nvPr/>
          </p:nvSpPr>
          <p:spPr>
            <a:xfrm>
              <a:off x="69900" y="19973"/>
              <a:ext cx="120800" cy="29327"/>
            </a:xfrm>
            <a:custGeom>
              <a:avLst/>
              <a:gdLst/>
              <a:ahLst/>
              <a:cxnLst/>
              <a:rect l="0" t="0" r="r" b="b"/>
              <a:pathLst>
                <a:path w="120800" h="29327">
                  <a:moveTo>
                    <a:pt x="120800" y="29327"/>
                  </a:moveTo>
                  <a:cubicBezTo>
                    <a:pt x="119330" y="27856"/>
                    <a:pt x="117815" y="26431"/>
                    <a:pt x="116256" y="25054"/>
                  </a:cubicBezTo>
                  <a:cubicBezTo>
                    <a:pt x="114697" y="23677"/>
                    <a:pt x="113096" y="22349"/>
                    <a:pt x="111455" y="21072"/>
                  </a:cubicBezTo>
                  <a:cubicBezTo>
                    <a:pt x="109813" y="19795"/>
                    <a:pt x="108132" y="18569"/>
                    <a:pt x="106414" y="17397"/>
                  </a:cubicBezTo>
                  <a:cubicBezTo>
                    <a:pt x="104696" y="16225"/>
                    <a:pt x="102942" y="15107"/>
                    <a:pt x="101155" y="14044"/>
                  </a:cubicBezTo>
                  <a:cubicBezTo>
                    <a:pt x="99367" y="12981"/>
                    <a:pt x="97547" y="11974"/>
                    <a:pt x="95696" y="11025"/>
                  </a:cubicBezTo>
                  <a:cubicBezTo>
                    <a:pt x="93846" y="10076"/>
                    <a:pt x="91966" y="9184"/>
                    <a:pt x="90060" y="8352"/>
                  </a:cubicBezTo>
                  <a:cubicBezTo>
                    <a:pt x="88154" y="7520"/>
                    <a:pt x="86223" y="6748"/>
                    <a:pt x="84268" y="6036"/>
                  </a:cubicBezTo>
                  <a:cubicBezTo>
                    <a:pt x="82314" y="5325"/>
                    <a:pt x="80338" y="4674"/>
                    <a:pt x="78344" y="4086"/>
                  </a:cubicBezTo>
                  <a:cubicBezTo>
                    <a:pt x="76349" y="3497"/>
                    <a:pt x="74336" y="2971"/>
                    <a:pt x="72309" y="2508"/>
                  </a:cubicBezTo>
                  <a:cubicBezTo>
                    <a:pt x="70281" y="2045"/>
                    <a:pt x="68239" y="1646"/>
                    <a:pt x="66187" y="1310"/>
                  </a:cubicBezTo>
                  <a:cubicBezTo>
                    <a:pt x="64135" y="975"/>
                    <a:pt x="62072" y="703"/>
                    <a:pt x="60003" y="496"/>
                  </a:cubicBezTo>
                  <a:cubicBezTo>
                    <a:pt x="57933" y="289"/>
                    <a:pt x="55858" y="147"/>
                    <a:pt x="53780" y="70"/>
                  </a:cubicBezTo>
                  <a:cubicBezTo>
                    <a:pt x="51701" y="-8"/>
                    <a:pt x="49621" y="-21"/>
                    <a:pt x="47542" y="31"/>
                  </a:cubicBezTo>
                  <a:cubicBezTo>
                    <a:pt x="45463" y="84"/>
                    <a:pt x="43386" y="201"/>
                    <a:pt x="41314" y="382"/>
                  </a:cubicBezTo>
                  <a:cubicBezTo>
                    <a:pt x="39242" y="564"/>
                    <a:pt x="37177" y="810"/>
                    <a:pt x="35120" y="1121"/>
                  </a:cubicBezTo>
                  <a:cubicBezTo>
                    <a:pt x="33064" y="1431"/>
                    <a:pt x="31018" y="1806"/>
                    <a:pt x="28985" y="2244"/>
                  </a:cubicBezTo>
                  <a:cubicBezTo>
                    <a:pt x="26952" y="2682"/>
                    <a:pt x="24933" y="3184"/>
                    <a:pt x="22931" y="3748"/>
                  </a:cubicBezTo>
                  <a:cubicBezTo>
                    <a:pt x="20929" y="4312"/>
                    <a:pt x="18945" y="4938"/>
                    <a:pt x="16983" y="5626"/>
                  </a:cubicBezTo>
                  <a:cubicBezTo>
                    <a:pt x="15020" y="6314"/>
                    <a:pt x="13079" y="7063"/>
                    <a:pt x="11163" y="7871"/>
                  </a:cubicBezTo>
                  <a:cubicBezTo>
                    <a:pt x="9247" y="8680"/>
                    <a:pt x="7357" y="9548"/>
                    <a:pt x="5495" y="10475"/>
                  </a:cubicBezTo>
                  <a:cubicBezTo>
                    <a:pt x="3633" y="11402"/>
                    <a:pt x="1800" y="12386"/>
                    <a:pt x="0" y="13427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4" name="probe-lucide-radar-part-2"/>
            <p:cNvSpPr/>
            <p:nvPr/>
          </p:nvSpPr>
          <p:spPr>
            <a:xfrm>
              <a:off x="40000" y="6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5" name="probe-lucide-radar-part-3"/>
            <p:cNvSpPr/>
            <p:nvPr/>
          </p:nvSpPr>
          <p:spPr>
            <a:xfrm>
              <a:off x="20016" y="83500"/>
              <a:ext cx="200000" cy="136543"/>
            </a:xfrm>
            <a:custGeom>
              <a:avLst/>
              <a:gdLst/>
              <a:ahLst/>
              <a:cxnLst/>
              <a:rect l="0" t="0" r="r" b="b"/>
              <a:pathLst>
                <a:path w="200000" h="136543">
                  <a:moveTo>
                    <a:pt x="2884" y="12700"/>
                  </a:moveTo>
                  <a:cubicBezTo>
                    <a:pt x="2386" y="14727"/>
                    <a:pt x="1952" y="16769"/>
                    <a:pt x="1582" y="18823"/>
                  </a:cubicBezTo>
                  <a:cubicBezTo>
                    <a:pt x="1213" y="20877"/>
                    <a:pt x="907" y="22942"/>
                    <a:pt x="667" y="25015"/>
                  </a:cubicBezTo>
                  <a:cubicBezTo>
                    <a:pt x="426" y="27088"/>
                    <a:pt x="250" y="29169"/>
                    <a:pt x="140" y="31253"/>
                  </a:cubicBezTo>
                  <a:cubicBezTo>
                    <a:pt x="30" y="33337"/>
                    <a:pt x="-16" y="35424"/>
                    <a:pt x="5" y="37511"/>
                  </a:cubicBezTo>
                  <a:cubicBezTo>
                    <a:pt x="25" y="39598"/>
                    <a:pt x="110" y="41684"/>
                    <a:pt x="261" y="43765"/>
                  </a:cubicBezTo>
                  <a:cubicBezTo>
                    <a:pt x="412" y="45847"/>
                    <a:pt x="628" y="47923"/>
                    <a:pt x="908" y="49992"/>
                  </a:cubicBezTo>
                  <a:cubicBezTo>
                    <a:pt x="1189" y="52060"/>
                    <a:pt x="1535" y="54118"/>
                    <a:pt x="1944" y="56165"/>
                  </a:cubicBezTo>
                  <a:cubicBezTo>
                    <a:pt x="2354" y="58211"/>
                    <a:pt x="2827" y="60245"/>
                    <a:pt x="3364" y="62262"/>
                  </a:cubicBezTo>
                  <a:cubicBezTo>
                    <a:pt x="3901" y="64278"/>
                    <a:pt x="4500" y="66278"/>
                    <a:pt x="5162" y="68257"/>
                  </a:cubicBezTo>
                  <a:cubicBezTo>
                    <a:pt x="5824" y="70237"/>
                    <a:pt x="6548" y="72195"/>
                    <a:pt x="7332" y="74129"/>
                  </a:cubicBezTo>
                  <a:cubicBezTo>
                    <a:pt x="8117" y="76063"/>
                    <a:pt x="8962" y="77972"/>
                    <a:pt x="9866" y="79853"/>
                  </a:cubicBezTo>
                  <a:cubicBezTo>
                    <a:pt x="10769" y="81734"/>
                    <a:pt x="11732" y="83587"/>
                    <a:pt x="12752" y="85408"/>
                  </a:cubicBezTo>
                  <a:cubicBezTo>
                    <a:pt x="13772" y="87229"/>
                    <a:pt x="14848" y="89017"/>
                    <a:pt x="15980" y="90771"/>
                  </a:cubicBezTo>
                  <a:cubicBezTo>
                    <a:pt x="17112" y="92524"/>
                    <a:pt x="18298" y="94242"/>
                    <a:pt x="19538" y="95921"/>
                  </a:cubicBezTo>
                  <a:cubicBezTo>
                    <a:pt x="20777" y="97601"/>
                    <a:pt x="22068" y="99241"/>
                    <a:pt x="23410" y="100839"/>
                  </a:cubicBezTo>
                  <a:cubicBezTo>
                    <a:pt x="24752" y="102438"/>
                    <a:pt x="26144" y="103994"/>
                    <a:pt x="27583" y="105505"/>
                  </a:cubicBezTo>
                  <a:cubicBezTo>
                    <a:pt x="29022" y="107016"/>
                    <a:pt x="30509" y="108482"/>
                    <a:pt x="32040" y="109901"/>
                  </a:cubicBezTo>
                  <a:cubicBezTo>
                    <a:pt x="33571" y="111319"/>
                    <a:pt x="35146" y="112689"/>
                    <a:pt x="36763" y="114009"/>
                  </a:cubicBezTo>
                  <a:cubicBezTo>
                    <a:pt x="38379" y="115329"/>
                    <a:pt x="40037" y="116598"/>
                    <a:pt x="41733" y="117814"/>
                  </a:cubicBezTo>
                  <a:cubicBezTo>
                    <a:pt x="43430" y="119030"/>
                    <a:pt x="45163" y="120193"/>
                    <a:pt x="46932" y="121300"/>
                  </a:cubicBezTo>
                  <a:cubicBezTo>
                    <a:pt x="48701" y="122408"/>
                    <a:pt x="50504" y="123460"/>
                    <a:pt x="52339" y="124454"/>
                  </a:cubicBezTo>
                  <a:cubicBezTo>
                    <a:pt x="54174" y="125449"/>
                    <a:pt x="56039" y="126386"/>
                    <a:pt x="57933" y="127264"/>
                  </a:cubicBezTo>
                  <a:cubicBezTo>
                    <a:pt x="59826" y="128142"/>
                    <a:pt x="61747" y="128961"/>
                    <a:pt x="63691" y="129718"/>
                  </a:cubicBezTo>
                  <a:cubicBezTo>
                    <a:pt x="65636" y="130476"/>
                    <a:pt x="67604" y="131173"/>
                    <a:pt x="69592" y="131807"/>
                  </a:cubicBezTo>
                  <a:cubicBezTo>
                    <a:pt x="71580" y="132442"/>
                    <a:pt x="73588" y="133014"/>
                    <a:pt x="75612" y="133523"/>
                  </a:cubicBezTo>
                  <a:cubicBezTo>
                    <a:pt x="77636" y="134032"/>
                    <a:pt x="79676" y="134478"/>
                    <a:pt x="81728" y="134859"/>
                  </a:cubicBezTo>
                  <a:cubicBezTo>
                    <a:pt x="83780" y="135241"/>
                    <a:pt x="85843" y="135558"/>
                    <a:pt x="87915" y="135810"/>
                  </a:cubicBezTo>
                  <a:cubicBezTo>
                    <a:pt x="89987" y="136062"/>
                    <a:pt x="92066" y="136249"/>
                    <a:pt x="94149" y="136371"/>
                  </a:cubicBezTo>
                  <a:cubicBezTo>
                    <a:pt x="96233" y="136494"/>
                    <a:pt x="98320" y="136550"/>
                    <a:pt x="100407" y="136542"/>
                  </a:cubicBezTo>
                  <a:cubicBezTo>
                    <a:pt x="102494" y="136533"/>
                    <a:pt x="104580" y="136460"/>
                    <a:pt x="106662" y="136321"/>
                  </a:cubicBezTo>
                  <a:cubicBezTo>
                    <a:pt x="108745" y="136182"/>
                    <a:pt x="110822" y="135977"/>
                    <a:pt x="112892" y="135708"/>
                  </a:cubicBezTo>
                  <a:cubicBezTo>
                    <a:pt x="114962" y="135439"/>
                    <a:pt x="117022" y="135105"/>
                    <a:pt x="119071" y="134707"/>
                  </a:cubicBezTo>
                  <a:cubicBezTo>
                    <a:pt x="121120" y="134309"/>
                    <a:pt x="123156" y="133847"/>
                    <a:pt x="125176" y="133322"/>
                  </a:cubicBezTo>
                  <a:cubicBezTo>
                    <a:pt x="127195" y="132796"/>
                    <a:pt x="129198" y="132208"/>
                    <a:pt x="131181" y="131557"/>
                  </a:cubicBezTo>
                  <a:cubicBezTo>
                    <a:pt x="133164" y="130906"/>
                    <a:pt x="135127" y="130194"/>
                    <a:pt x="137065" y="129420"/>
                  </a:cubicBezTo>
                  <a:cubicBezTo>
                    <a:pt x="139003" y="128646"/>
                    <a:pt x="140917" y="127812"/>
                    <a:pt x="142803" y="126919"/>
                  </a:cubicBezTo>
                  <a:cubicBezTo>
                    <a:pt x="144690" y="126026"/>
                    <a:pt x="146547" y="125074"/>
                    <a:pt x="148374" y="124064"/>
                  </a:cubicBezTo>
                  <a:cubicBezTo>
                    <a:pt x="150201" y="123054"/>
                    <a:pt x="151995" y="121988"/>
                    <a:pt x="153755" y="120866"/>
                  </a:cubicBezTo>
                  <a:cubicBezTo>
                    <a:pt x="155515" y="119744"/>
                    <a:pt x="157239" y="118567"/>
                    <a:pt x="158926" y="117337"/>
                  </a:cubicBezTo>
                  <a:cubicBezTo>
                    <a:pt x="160612" y="116108"/>
                    <a:pt x="162259" y="114825"/>
                    <a:pt x="163865" y="113492"/>
                  </a:cubicBezTo>
                  <a:cubicBezTo>
                    <a:pt x="165471" y="112159"/>
                    <a:pt x="167035" y="110777"/>
                    <a:pt x="168554" y="109346"/>
                  </a:cubicBezTo>
                  <a:cubicBezTo>
                    <a:pt x="170074" y="107915"/>
                    <a:pt x="171548" y="106437"/>
                    <a:pt x="172975" y="104914"/>
                  </a:cubicBezTo>
                  <a:cubicBezTo>
                    <a:pt x="174402" y="103391"/>
                    <a:pt x="175781" y="101824"/>
                    <a:pt x="177110" y="100214"/>
                  </a:cubicBezTo>
                  <a:cubicBezTo>
                    <a:pt x="178439" y="98605"/>
                    <a:pt x="179717" y="96954"/>
                    <a:pt x="180943" y="95265"/>
                  </a:cubicBezTo>
                  <a:cubicBezTo>
                    <a:pt x="182168" y="93576"/>
                    <a:pt x="183341" y="91848"/>
                    <a:pt x="184458" y="90086"/>
                  </a:cubicBezTo>
                  <a:cubicBezTo>
                    <a:pt x="185576" y="88323"/>
                    <a:pt x="186638" y="86526"/>
                    <a:pt x="187643" y="84697"/>
                  </a:cubicBezTo>
                  <a:cubicBezTo>
                    <a:pt x="188648" y="82867"/>
                    <a:pt x="189595" y="81007"/>
                    <a:pt x="190484" y="79119"/>
                  </a:cubicBezTo>
                  <a:cubicBezTo>
                    <a:pt x="191372" y="77230"/>
                    <a:pt x="192201" y="75314"/>
                    <a:pt x="192970" y="73374"/>
                  </a:cubicBezTo>
                  <a:cubicBezTo>
                    <a:pt x="193739" y="71434"/>
                    <a:pt x="194447" y="69470"/>
                    <a:pt x="195092" y="67485"/>
                  </a:cubicBezTo>
                  <a:cubicBezTo>
                    <a:pt x="195738" y="65500"/>
                    <a:pt x="196322" y="63496"/>
                    <a:pt x="196842" y="61475"/>
                  </a:cubicBezTo>
                  <a:cubicBezTo>
                    <a:pt x="197362" y="59454"/>
                    <a:pt x="197819" y="57417"/>
                    <a:pt x="198212" y="55367"/>
                  </a:cubicBezTo>
                  <a:cubicBezTo>
                    <a:pt x="198605" y="53317"/>
                    <a:pt x="198934" y="51256"/>
                    <a:pt x="199198" y="49185"/>
                  </a:cubicBezTo>
                  <a:cubicBezTo>
                    <a:pt x="199461" y="47115"/>
                    <a:pt x="199660" y="45037"/>
                    <a:pt x="199794" y="42954"/>
                  </a:cubicBezTo>
                  <a:cubicBezTo>
                    <a:pt x="199928" y="40871"/>
                    <a:pt x="199997" y="38785"/>
                    <a:pt x="200000" y="36698"/>
                  </a:cubicBezTo>
                  <a:cubicBezTo>
                    <a:pt x="200003" y="34611"/>
                    <a:pt x="199941" y="32524"/>
                    <a:pt x="199814" y="30441"/>
                  </a:cubicBezTo>
                  <a:cubicBezTo>
                    <a:pt x="199686" y="28358"/>
                    <a:pt x="199494" y="26279"/>
                    <a:pt x="199236" y="24208"/>
                  </a:cubicBezTo>
                  <a:cubicBezTo>
                    <a:pt x="198979" y="22137"/>
                    <a:pt x="198657" y="20074"/>
                    <a:pt x="198270" y="18023"/>
                  </a:cubicBezTo>
                  <a:cubicBezTo>
                    <a:pt x="197884" y="15972"/>
                    <a:pt x="197433" y="13934"/>
                    <a:pt x="196919" y="11911"/>
                  </a:cubicBezTo>
                  <a:cubicBezTo>
                    <a:pt x="196405" y="9888"/>
                    <a:pt x="195828" y="7882"/>
                    <a:pt x="195188" y="5896"/>
                  </a:cubicBezTo>
                  <a:cubicBezTo>
                    <a:pt x="194548" y="3909"/>
                    <a:pt x="193847" y="1943"/>
                    <a:pt x="193084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6" name="probe-lucide-radar-part-4"/>
            <p:cNvSpPr/>
            <p:nvPr/>
          </p:nvSpPr>
          <p:spPr>
            <a:xfrm>
              <a:off x="59851" y="59903"/>
              <a:ext cx="102549" cy="106797"/>
            </a:xfrm>
            <a:custGeom>
              <a:avLst/>
              <a:gdLst/>
              <a:ahLst/>
              <a:cxnLst/>
              <a:rect l="0" t="0" r="r" b="b"/>
              <a:pathLst>
                <a:path w="102549" h="106797">
                  <a:moveTo>
                    <a:pt x="102549" y="17697"/>
                  </a:moveTo>
                  <a:cubicBezTo>
                    <a:pt x="101667" y="16809"/>
                    <a:pt x="100757" y="15950"/>
                    <a:pt x="99821" y="15119"/>
                  </a:cubicBezTo>
                  <a:cubicBezTo>
                    <a:pt x="98885" y="14288"/>
                    <a:pt x="97923" y="13487"/>
                    <a:pt x="96937" y="12717"/>
                  </a:cubicBezTo>
                  <a:cubicBezTo>
                    <a:pt x="95950" y="11946"/>
                    <a:pt x="94940" y="11207"/>
                    <a:pt x="93908" y="10500"/>
                  </a:cubicBezTo>
                  <a:cubicBezTo>
                    <a:pt x="92875" y="9793"/>
                    <a:pt x="91821" y="9118"/>
                    <a:pt x="90746" y="8476"/>
                  </a:cubicBezTo>
                  <a:cubicBezTo>
                    <a:pt x="89671" y="7835"/>
                    <a:pt x="88577" y="7228"/>
                    <a:pt x="87464" y="6655"/>
                  </a:cubicBezTo>
                  <a:cubicBezTo>
                    <a:pt x="86351" y="6082"/>
                    <a:pt x="85221" y="5544"/>
                    <a:pt x="84075" y="5042"/>
                  </a:cubicBezTo>
                  <a:cubicBezTo>
                    <a:pt x="82928" y="4540"/>
                    <a:pt x="81767" y="4073"/>
                    <a:pt x="80591" y="3644"/>
                  </a:cubicBezTo>
                  <a:cubicBezTo>
                    <a:pt x="79416" y="3214"/>
                    <a:pt x="78227" y="2822"/>
                    <a:pt x="77027" y="2467"/>
                  </a:cubicBezTo>
                  <a:cubicBezTo>
                    <a:pt x="75827" y="2111"/>
                    <a:pt x="74616" y="1794"/>
                    <a:pt x="73396" y="1515"/>
                  </a:cubicBezTo>
                  <a:cubicBezTo>
                    <a:pt x="72176" y="1235"/>
                    <a:pt x="70948" y="994"/>
                    <a:pt x="69713" y="791"/>
                  </a:cubicBezTo>
                  <a:cubicBezTo>
                    <a:pt x="68478" y="589"/>
                    <a:pt x="67237" y="425"/>
                    <a:pt x="65991" y="300"/>
                  </a:cubicBezTo>
                  <a:cubicBezTo>
                    <a:pt x="64746" y="175"/>
                    <a:pt x="63497" y="89"/>
                    <a:pt x="62247" y="42"/>
                  </a:cubicBezTo>
                  <a:cubicBezTo>
                    <a:pt x="60996" y="-5"/>
                    <a:pt x="59744" y="-13"/>
                    <a:pt x="58493" y="19"/>
                  </a:cubicBezTo>
                  <a:cubicBezTo>
                    <a:pt x="57242" y="50"/>
                    <a:pt x="55992" y="121"/>
                    <a:pt x="54745" y="231"/>
                  </a:cubicBezTo>
                  <a:cubicBezTo>
                    <a:pt x="53499" y="340"/>
                    <a:pt x="52256" y="489"/>
                    <a:pt x="51018" y="676"/>
                  </a:cubicBezTo>
                  <a:cubicBezTo>
                    <a:pt x="49781" y="863"/>
                    <a:pt x="48550" y="1089"/>
                    <a:pt x="47326" y="1354"/>
                  </a:cubicBezTo>
                  <a:cubicBezTo>
                    <a:pt x="46103" y="1618"/>
                    <a:pt x="44888" y="1921"/>
                    <a:pt x="43684" y="2261"/>
                  </a:cubicBezTo>
                  <a:cubicBezTo>
                    <a:pt x="42480" y="2601"/>
                    <a:pt x="41286" y="2979"/>
                    <a:pt x="40105" y="3394"/>
                  </a:cubicBezTo>
                  <a:cubicBezTo>
                    <a:pt x="38925" y="3809"/>
                    <a:pt x="37757" y="4261"/>
                    <a:pt x="36605" y="4749"/>
                  </a:cubicBezTo>
                  <a:cubicBezTo>
                    <a:pt x="35452" y="5237"/>
                    <a:pt x="34315" y="5761"/>
                    <a:pt x="33196" y="6320"/>
                  </a:cubicBezTo>
                  <a:cubicBezTo>
                    <a:pt x="32076" y="6879"/>
                    <a:pt x="30974" y="7473"/>
                    <a:pt x="29892" y="8101"/>
                  </a:cubicBezTo>
                  <a:cubicBezTo>
                    <a:pt x="28809" y="8729"/>
                    <a:pt x="27746" y="9391"/>
                    <a:pt x="26705" y="10085"/>
                  </a:cubicBezTo>
                  <a:cubicBezTo>
                    <a:pt x="25664" y="10780"/>
                    <a:pt x="24645" y="11507"/>
                    <a:pt x="23649" y="12265"/>
                  </a:cubicBezTo>
                  <a:cubicBezTo>
                    <a:pt x="22654" y="13023"/>
                    <a:pt x="21682" y="13812"/>
                    <a:pt x="20736" y="14631"/>
                  </a:cubicBezTo>
                  <a:cubicBezTo>
                    <a:pt x="19789" y="15450"/>
                    <a:pt x="18869" y="16299"/>
                    <a:pt x="17976" y="17175"/>
                  </a:cubicBezTo>
                  <a:cubicBezTo>
                    <a:pt x="17082" y="18052"/>
                    <a:pt x="16217" y="18956"/>
                    <a:pt x="15380" y="19887"/>
                  </a:cubicBezTo>
                  <a:cubicBezTo>
                    <a:pt x="14543" y="20818"/>
                    <a:pt x="13736" y="21774"/>
                    <a:pt x="12959" y="22756"/>
                  </a:cubicBezTo>
                  <a:cubicBezTo>
                    <a:pt x="12182" y="23737"/>
                    <a:pt x="11436" y="24742"/>
                    <a:pt x="10722" y="25770"/>
                  </a:cubicBezTo>
                  <a:cubicBezTo>
                    <a:pt x="10008" y="26798"/>
                    <a:pt x="9327" y="27848"/>
                    <a:pt x="8678" y="28918"/>
                  </a:cubicBezTo>
                  <a:cubicBezTo>
                    <a:pt x="8030" y="29989"/>
                    <a:pt x="7415" y="31079"/>
                    <a:pt x="6835" y="32188"/>
                  </a:cubicBezTo>
                  <a:cubicBezTo>
                    <a:pt x="6255" y="33297"/>
                    <a:pt x="5710" y="34424"/>
                    <a:pt x="5200" y="35567"/>
                  </a:cubicBezTo>
                  <a:cubicBezTo>
                    <a:pt x="4690" y="36710"/>
                    <a:pt x="4217" y="37869"/>
                    <a:pt x="3780" y="39042"/>
                  </a:cubicBezTo>
                  <a:cubicBezTo>
                    <a:pt x="3342" y="40214"/>
                    <a:pt x="2942" y="41400"/>
                    <a:pt x="2579" y="42598"/>
                  </a:cubicBezTo>
                  <a:cubicBezTo>
                    <a:pt x="2216" y="43796"/>
                    <a:pt x="1891" y="45005"/>
                    <a:pt x="1603" y="46223"/>
                  </a:cubicBezTo>
                  <a:cubicBezTo>
                    <a:pt x="1316" y="47441"/>
                    <a:pt x="1067" y="48667"/>
                    <a:pt x="856" y="49901"/>
                  </a:cubicBezTo>
                  <a:cubicBezTo>
                    <a:pt x="645" y="51135"/>
                    <a:pt x="473" y="52375"/>
                    <a:pt x="340" y="53619"/>
                  </a:cubicBezTo>
                  <a:cubicBezTo>
                    <a:pt x="207" y="54864"/>
                    <a:pt x="113" y="56112"/>
                    <a:pt x="58" y="57362"/>
                  </a:cubicBezTo>
                  <a:cubicBezTo>
                    <a:pt x="3" y="58612"/>
                    <a:pt x="-13" y="59864"/>
                    <a:pt x="10" y="61115"/>
                  </a:cubicBezTo>
                  <a:cubicBezTo>
                    <a:pt x="34" y="62367"/>
                    <a:pt x="96" y="63617"/>
                    <a:pt x="198" y="64864"/>
                  </a:cubicBezTo>
                  <a:cubicBezTo>
                    <a:pt x="299" y="66112"/>
                    <a:pt x="439" y="67356"/>
                    <a:pt x="619" y="68594"/>
                  </a:cubicBezTo>
                  <a:cubicBezTo>
                    <a:pt x="798" y="69833"/>
                    <a:pt x="1016" y="71066"/>
                    <a:pt x="1272" y="72291"/>
                  </a:cubicBezTo>
                  <a:cubicBezTo>
                    <a:pt x="1529" y="73516"/>
                    <a:pt x="1823" y="74732"/>
                    <a:pt x="2156" y="75939"/>
                  </a:cubicBezTo>
                  <a:cubicBezTo>
                    <a:pt x="2488" y="77145"/>
                    <a:pt x="2858" y="78341"/>
                    <a:pt x="3266" y="79525"/>
                  </a:cubicBezTo>
                  <a:cubicBezTo>
                    <a:pt x="3673" y="80708"/>
                    <a:pt x="4117" y="81878"/>
                    <a:pt x="4598" y="83034"/>
                  </a:cubicBezTo>
                  <a:cubicBezTo>
                    <a:pt x="5078" y="84190"/>
                    <a:pt x="5594" y="85330"/>
                    <a:pt x="6146" y="86453"/>
                  </a:cubicBezTo>
                  <a:cubicBezTo>
                    <a:pt x="6698" y="87577"/>
                    <a:pt x="7285" y="88682"/>
                    <a:pt x="7906" y="89769"/>
                  </a:cubicBezTo>
                  <a:cubicBezTo>
                    <a:pt x="8527" y="90856"/>
                    <a:pt x="9181" y="91922"/>
                    <a:pt x="9869" y="92968"/>
                  </a:cubicBezTo>
                  <a:cubicBezTo>
                    <a:pt x="10557" y="94014"/>
                    <a:pt x="11277" y="95038"/>
                    <a:pt x="12029" y="96038"/>
                  </a:cubicBezTo>
                  <a:cubicBezTo>
                    <a:pt x="12780" y="97039"/>
                    <a:pt x="13563" y="98016"/>
                    <a:pt x="14376" y="98967"/>
                  </a:cubicBezTo>
                  <a:cubicBezTo>
                    <a:pt x="15189" y="99919"/>
                    <a:pt x="16031" y="100845"/>
                    <a:pt x="16902" y="101744"/>
                  </a:cubicBezTo>
                  <a:cubicBezTo>
                    <a:pt x="17773" y="102643"/>
                    <a:pt x="18671" y="103514"/>
                    <a:pt x="19597" y="104357"/>
                  </a:cubicBezTo>
                  <a:cubicBezTo>
                    <a:pt x="20522" y="105200"/>
                    <a:pt x="21473" y="106014"/>
                    <a:pt x="22449" y="106797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7" name="probe-lucide-radar-part-5"/>
            <p:cNvSpPr/>
            <p:nvPr/>
          </p:nvSpPr>
          <p:spPr>
            <a:xfrm>
              <a:off x="120000" y="18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8" name="probe-lucide-radar-part-6"/>
            <p:cNvSpPr/>
            <p:nvPr/>
          </p:nvSpPr>
          <p:spPr>
            <a:xfrm>
              <a:off x="157700" y="116600"/>
              <a:ext cx="22298" cy="50100"/>
            </a:xfrm>
            <a:custGeom>
              <a:avLst/>
              <a:gdLst/>
              <a:ahLst/>
              <a:cxnLst/>
              <a:rect l="0" t="0" r="r" b="b"/>
              <a:pathLst>
                <a:path w="22298" h="50100">
                  <a:moveTo>
                    <a:pt x="22200" y="0"/>
                  </a:moveTo>
                  <a:cubicBezTo>
                    <a:pt x="22268" y="1184"/>
                    <a:pt x="22300" y="2369"/>
                    <a:pt x="22298" y="3555"/>
                  </a:cubicBezTo>
                  <a:cubicBezTo>
                    <a:pt x="22295" y="4741"/>
                    <a:pt x="22257" y="5926"/>
                    <a:pt x="22185" y="7109"/>
                  </a:cubicBezTo>
                  <a:cubicBezTo>
                    <a:pt x="22112" y="8293"/>
                    <a:pt x="22004" y="9474"/>
                    <a:pt x="21861" y="10651"/>
                  </a:cubicBezTo>
                  <a:cubicBezTo>
                    <a:pt x="21718" y="11828"/>
                    <a:pt x="21541" y="13000"/>
                    <a:pt x="21328" y="14167"/>
                  </a:cubicBezTo>
                  <a:cubicBezTo>
                    <a:pt x="21116" y="15333"/>
                    <a:pt x="20869" y="16493"/>
                    <a:pt x="20588" y="17645"/>
                  </a:cubicBezTo>
                  <a:cubicBezTo>
                    <a:pt x="20307" y="18797"/>
                    <a:pt x="19992" y="19940"/>
                    <a:pt x="19644" y="21073"/>
                  </a:cubicBezTo>
                  <a:cubicBezTo>
                    <a:pt x="19295" y="22207"/>
                    <a:pt x="18913" y="23329"/>
                    <a:pt x="18497" y="24440"/>
                  </a:cubicBezTo>
                  <a:cubicBezTo>
                    <a:pt x="18082" y="25550"/>
                    <a:pt x="17634" y="26648"/>
                    <a:pt x="17154" y="27732"/>
                  </a:cubicBezTo>
                  <a:cubicBezTo>
                    <a:pt x="16673" y="28816"/>
                    <a:pt x="16161" y="29886"/>
                    <a:pt x="15617" y="30940"/>
                  </a:cubicBezTo>
                  <a:cubicBezTo>
                    <a:pt x="15073" y="31993"/>
                    <a:pt x="14499" y="33031"/>
                    <a:pt x="13893" y="34050"/>
                  </a:cubicBezTo>
                  <a:cubicBezTo>
                    <a:pt x="13288" y="35070"/>
                    <a:pt x="12653" y="36071"/>
                    <a:pt x="11988" y="37053"/>
                  </a:cubicBezTo>
                  <a:cubicBezTo>
                    <a:pt x="11324" y="38035"/>
                    <a:pt x="10630" y="38997"/>
                    <a:pt x="9909" y="39938"/>
                  </a:cubicBezTo>
                  <a:cubicBezTo>
                    <a:pt x="9187" y="40879"/>
                    <a:pt x="8438" y="41798"/>
                    <a:pt x="7662" y="42694"/>
                  </a:cubicBezTo>
                  <a:cubicBezTo>
                    <a:pt x="6886" y="43591"/>
                    <a:pt x="6084" y="44464"/>
                    <a:pt x="5256" y="45313"/>
                  </a:cubicBezTo>
                  <a:cubicBezTo>
                    <a:pt x="4428" y="46162"/>
                    <a:pt x="3576" y="46986"/>
                    <a:pt x="2699" y="47784"/>
                  </a:cubicBezTo>
                  <a:cubicBezTo>
                    <a:pt x="1822" y="48583"/>
                    <a:pt x="922" y="49355"/>
                    <a:pt x="0" y="501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9" name="probe-lucide-radar-part-7"/>
            <p:cNvSpPr/>
            <p:nvPr/>
          </p:nvSpPr>
          <p:spPr>
            <a:xfrm>
              <a:off x="100000" y="10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0" name="probe-lucide-radar-part-8"/>
            <p:cNvSpPr/>
            <p:nvPr/>
          </p:nvSpPr>
          <p:spPr>
            <a:xfrm>
              <a:off x="134100" y="49300"/>
              <a:ext cx="56600" cy="56600"/>
            </a:xfrm>
            <a:custGeom>
              <a:avLst/>
              <a:gdLst/>
              <a:ahLst/>
              <a:cxnLst/>
              <a:rect l="0" t="0" r="r" b="b"/>
              <a:pathLst>
                <a:path w="56600" h="56600">
                  <a:moveTo>
                    <a:pt x="0" y="56600"/>
                  </a:moveTo>
                  <a:lnTo>
                    <a:pt x="566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1" name="probe-lucide-radio" descr="野外电台 — Lucide Icons and Contributors; MIT (Feather-derived); original SVG unchanged. Source: https://github.com/lucide-icons/lucide/blob/20aef31db93fe4d9f398dbb15b120d99c48eef95/icons/radio.svg; SVG SHA256: e55ef723902350caaabb68c8814ba57c4c2d237e0747a5f0520624e6f2f8c861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92" name="probe-lucide-radio-part-1"/>
            <p:cNvSpPr/>
            <p:nvPr/>
          </p:nvSpPr>
          <p:spPr>
            <a:xfrm>
              <a:off x="162470" y="77610"/>
              <a:ext cx="17537" cy="84780"/>
            </a:xfrm>
            <a:custGeom>
              <a:avLst/>
              <a:gdLst/>
              <a:ahLst/>
              <a:cxnLst/>
              <a:rect l="0" t="0" r="r" b="b"/>
              <a:pathLst>
                <a:path w="17537" h="84780">
                  <a:moveTo>
                    <a:pt x="0" y="0"/>
                  </a:moveTo>
                  <a:cubicBezTo>
                    <a:pt x="887" y="888"/>
                    <a:pt x="1746" y="1804"/>
                    <a:pt x="2575" y="2747"/>
                  </a:cubicBezTo>
                  <a:cubicBezTo>
                    <a:pt x="3405" y="3689"/>
                    <a:pt x="4204" y="4657"/>
                    <a:pt x="4973" y="5650"/>
                  </a:cubicBezTo>
                  <a:cubicBezTo>
                    <a:pt x="5742" y="6642"/>
                    <a:pt x="6479" y="7659"/>
                    <a:pt x="7184" y="8697"/>
                  </a:cubicBezTo>
                  <a:cubicBezTo>
                    <a:pt x="7889" y="9736"/>
                    <a:pt x="8561" y="10797"/>
                    <a:pt x="9200" y="11878"/>
                  </a:cubicBezTo>
                  <a:cubicBezTo>
                    <a:pt x="9838" y="12959"/>
                    <a:pt x="10442" y="14059"/>
                    <a:pt x="11012" y="15178"/>
                  </a:cubicBezTo>
                  <a:cubicBezTo>
                    <a:pt x="11581" y="16297"/>
                    <a:pt x="12115" y="17433"/>
                    <a:pt x="12613" y="18586"/>
                  </a:cubicBezTo>
                  <a:cubicBezTo>
                    <a:pt x="13111" y="19738"/>
                    <a:pt x="13573" y="20906"/>
                    <a:pt x="13998" y="22087"/>
                  </a:cubicBezTo>
                  <a:cubicBezTo>
                    <a:pt x="14423" y="23268"/>
                    <a:pt x="14810" y="24463"/>
                    <a:pt x="15160" y="25668"/>
                  </a:cubicBezTo>
                  <a:cubicBezTo>
                    <a:pt x="15510" y="26874"/>
                    <a:pt x="15822" y="28090"/>
                    <a:pt x="16095" y="29315"/>
                  </a:cubicBezTo>
                  <a:cubicBezTo>
                    <a:pt x="16369" y="30541"/>
                    <a:pt x="16604" y="31774"/>
                    <a:pt x="16800" y="33014"/>
                  </a:cubicBezTo>
                  <a:cubicBezTo>
                    <a:pt x="16996" y="34254"/>
                    <a:pt x="17154" y="35500"/>
                    <a:pt x="17272" y="36750"/>
                  </a:cubicBezTo>
                  <a:cubicBezTo>
                    <a:pt x="17390" y="37999"/>
                    <a:pt x="17468" y="39253"/>
                    <a:pt x="17508" y="40507"/>
                  </a:cubicBezTo>
                  <a:cubicBezTo>
                    <a:pt x="17547" y="41762"/>
                    <a:pt x="17547" y="43018"/>
                    <a:pt x="17508" y="44273"/>
                  </a:cubicBezTo>
                  <a:cubicBezTo>
                    <a:pt x="17468" y="45527"/>
                    <a:pt x="17390" y="46781"/>
                    <a:pt x="17272" y="48030"/>
                  </a:cubicBezTo>
                  <a:cubicBezTo>
                    <a:pt x="17154" y="49280"/>
                    <a:pt x="16996" y="50526"/>
                    <a:pt x="16800" y="51766"/>
                  </a:cubicBezTo>
                  <a:cubicBezTo>
                    <a:pt x="16604" y="53006"/>
                    <a:pt x="16369" y="54239"/>
                    <a:pt x="16095" y="55465"/>
                  </a:cubicBezTo>
                  <a:cubicBezTo>
                    <a:pt x="15822" y="56690"/>
                    <a:pt x="15510" y="57906"/>
                    <a:pt x="15160" y="59112"/>
                  </a:cubicBezTo>
                  <a:cubicBezTo>
                    <a:pt x="14810" y="60317"/>
                    <a:pt x="14423" y="61512"/>
                    <a:pt x="13998" y="62693"/>
                  </a:cubicBezTo>
                  <a:cubicBezTo>
                    <a:pt x="13573" y="63874"/>
                    <a:pt x="13111" y="65042"/>
                    <a:pt x="12613" y="66194"/>
                  </a:cubicBezTo>
                  <a:cubicBezTo>
                    <a:pt x="12115" y="67347"/>
                    <a:pt x="11581" y="68483"/>
                    <a:pt x="11012" y="69602"/>
                  </a:cubicBezTo>
                  <a:cubicBezTo>
                    <a:pt x="10442" y="70721"/>
                    <a:pt x="9838" y="71821"/>
                    <a:pt x="9200" y="72902"/>
                  </a:cubicBezTo>
                  <a:cubicBezTo>
                    <a:pt x="8561" y="73983"/>
                    <a:pt x="7889" y="75044"/>
                    <a:pt x="7184" y="76083"/>
                  </a:cubicBezTo>
                  <a:cubicBezTo>
                    <a:pt x="6479" y="77121"/>
                    <a:pt x="5742" y="78138"/>
                    <a:pt x="4973" y="79130"/>
                  </a:cubicBezTo>
                  <a:cubicBezTo>
                    <a:pt x="4204" y="80123"/>
                    <a:pt x="3405" y="81091"/>
                    <a:pt x="2575" y="82033"/>
                  </a:cubicBezTo>
                  <a:cubicBezTo>
                    <a:pt x="1746" y="82976"/>
                    <a:pt x="887" y="83892"/>
                    <a:pt x="0" y="8478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3" name="probe-lucide-radio-part-2"/>
            <p:cNvSpPr/>
            <p:nvPr/>
          </p:nvSpPr>
          <p:spPr>
            <a:xfrm>
              <a:off x="190750" y="49330"/>
              <a:ext cx="29249" cy="141340"/>
            </a:xfrm>
            <a:custGeom>
              <a:avLst/>
              <a:gdLst/>
              <a:ahLst/>
              <a:cxnLst/>
              <a:rect l="0" t="0" r="r" b="b"/>
              <a:pathLst>
                <a:path w="29249" h="141340">
                  <a:moveTo>
                    <a:pt x="0" y="0"/>
                  </a:moveTo>
                  <a:cubicBezTo>
                    <a:pt x="1479" y="1481"/>
                    <a:pt x="2911" y="3008"/>
                    <a:pt x="4295" y="4579"/>
                  </a:cubicBezTo>
                  <a:cubicBezTo>
                    <a:pt x="5678" y="6149"/>
                    <a:pt x="7012" y="7763"/>
                    <a:pt x="8294" y="9417"/>
                  </a:cubicBezTo>
                  <a:cubicBezTo>
                    <a:pt x="9576" y="11072"/>
                    <a:pt x="10806" y="12766"/>
                    <a:pt x="11981" y="14498"/>
                  </a:cubicBezTo>
                  <a:cubicBezTo>
                    <a:pt x="13157" y="16229"/>
                    <a:pt x="14278" y="17998"/>
                    <a:pt x="15343" y="19800"/>
                  </a:cubicBezTo>
                  <a:cubicBezTo>
                    <a:pt x="16408" y="21602"/>
                    <a:pt x="17415" y="23436"/>
                    <a:pt x="18365" y="25302"/>
                  </a:cubicBezTo>
                  <a:cubicBezTo>
                    <a:pt x="19315" y="27167"/>
                    <a:pt x="20205" y="29062"/>
                    <a:pt x="21036" y="30983"/>
                  </a:cubicBezTo>
                  <a:cubicBezTo>
                    <a:pt x="21867" y="32904"/>
                    <a:pt x="22637" y="34851"/>
                    <a:pt x="23345" y="36820"/>
                  </a:cubicBezTo>
                  <a:cubicBezTo>
                    <a:pt x="24054" y="38789"/>
                    <a:pt x="24700" y="40781"/>
                    <a:pt x="25284" y="42791"/>
                  </a:cubicBezTo>
                  <a:cubicBezTo>
                    <a:pt x="25867" y="44801"/>
                    <a:pt x="26388" y="46829"/>
                    <a:pt x="26844" y="48871"/>
                  </a:cubicBezTo>
                  <a:cubicBezTo>
                    <a:pt x="27300" y="50914"/>
                    <a:pt x="27692" y="52971"/>
                    <a:pt x="28019" y="55038"/>
                  </a:cubicBezTo>
                  <a:cubicBezTo>
                    <a:pt x="28346" y="57105"/>
                    <a:pt x="28609" y="59182"/>
                    <a:pt x="28806" y="61266"/>
                  </a:cubicBezTo>
                  <a:cubicBezTo>
                    <a:pt x="29002" y="63350"/>
                    <a:pt x="29134" y="65439"/>
                    <a:pt x="29199" y="67531"/>
                  </a:cubicBezTo>
                  <a:cubicBezTo>
                    <a:pt x="29265" y="69623"/>
                    <a:pt x="29265" y="71717"/>
                    <a:pt x="29199" y="73809"/>
                  </a:cubicBezTo>
                  <a:cubicBezTo>
                    <a:pt x="29134" y="75901"/>
                    <a:pt x="29002" y="77990"/>
                    <a:pt x="28806" y="80074"/>
                  </a:cubicBezTo>
                  <a:cubicBezTo>
                    <a:pt x="28609" y="82158"/>
                    <a:pt x="28346" y="84235"/>
                    <a:pt x="28019" y="86302"/>
                  </a:cubicBezTo>
                  <a:cubicBezTo>
                    <a:pt x="27692" y="88369"/>
                    <a:pt x="27300" y="90426"/>
                    <a:pt x="26844" y="92469"/>
                  </a:cubicBezTo>
                  <a:cubicBezTo>
                    <a:pt x="26388" y="94511"/>
                    <a:pt x="25867" y="96539"/>
                    <a:pt x="25284" y="98549"/>
                  </a:cubicBezTo>
                  <a:cubicBezTo>
                    <a:pt x="24700" y="100559"/>
                    <a:pt x="24054" y="102551"/>
                    <a:pt x="23345" y="104520"/>
                  </a:cubicBezTo>
                  <a:cubicBezTo>
                    <a:pt x="22637" y="106489"/>
                    <a:pt x="21867" y="108436"/>
                    <a:pt x="21036" y="110357"/>
                  </a:cubicBezTo>
                  <a:cubicBezTo>
                    <a:pt x="20205" y="112278"/>
                    <a:pt x="19315" y="114173"/>
                    <a:pt x="18365" y="116038"/>
                  </a:cubicBezTo>
                  <a:cubicBezTo>
                    <a:pt x="17415" y="117904"/>
                    <a:pt x="16408" y="119738"/>
                    <a:pt x="15343" y="121540"/>
                  </a:cubicBezTo>
                  <a:cubicBezTo>
                    <a:pt x="14278" y="123342"/>
                    <a:pt x="13157" y="125111"/>
                    <a:pt x="11981" y="126842"/>
                  </a:cubicBezTo>
                  <a:cubicBezTo>
                    <a:pt x="10806" y="128574"/>
                    <a:pt x="9576" y="130268"/>
                    <a:pt x="8294" y="131923"/>
                  </a:cubicBezTo>
                  <a:cubicBezTo>
                    <a:pt x="7012" y="133577"/>
                    <a:pt x="5678" y="135191"/>
                    <a:pt x="4295" y="136761"/>
                  </a:cubicBezTo>
                  <a:cubicBezTo>
                    <a:pt x="2911" y="138332"/>
                    <a:pt x="1479" y="139859"/>
                    <a:pt x="0" y="14134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4" name="probe-lucide-radio-part-3"/>
            <p:cNvSpPr/>
            <p:nvPr/>
          </p:nvSpPr>
          <p:spPr>
            <a:xfrm>
              <a:off x="20001" y="49330"/>
              <a:ext cx="29249" cy="141340"/>
            </a:xfrm>
            <a:custGeom>
              <a:avLst/>
              <a:gdLst/>
              <a:ahLst/>
              <a:cxnLst/>
              <a:rect l="0" t="0" r="r" b="b"/>
              <a:pathLst>
                <a:path w="29249" h="141340">
                  <a:moveTo>
                    <a:pt x="29249" y="141340"/>
                  </a:moveTo>
                  <a:cubicBezTo>
                    <a:pt x="27770" y="139859"/>
                    <a:pt x="26337" y="138332"/>
                    <a:pt x="24954" y="136761"/>
                  </a:cubicBezTo>
                  <a:cubicBezTo>
                    <a:pt x="23571" y="135191"/>
                    <a:pt x="22237" y="133577"/>
                    <a:pt x="20955" y="131923"/>
                  </a:cubicBezTo>
                  <a:cubicBezTo>
                    <a:pt x="19673" y="130268"/>
                    <a:pt x="18443" y="128574"/>
                    <a:pt x="17267" y="126842"/>
                  </a:cubicBezTo>
                  <a:cubicBezTo>
                    <a:pt x="16092" y="125111"/>
                    <a:pt x="14971" y="123342"/>
                    <a:pt x="13906" y="121540"/>
                  </a:cubicBezTo>
                  <a:cubicBezTo>
                    <a:pt x="12841" y="119738"/>
                    <a:pt x="11833" y="117904"/>
                    <a:pt x="10884" y="116038"/>
                  </a:cubicBezTo>
                  <a:cubicBezTo>
                    <a:pt x="9934" y="114173"/>
                    <a:pt x="9043" y="112278"/>
                    <a:pt x="8213" y="110357"/>
                  </a:cubicBezTo>
                  <a:cubicBezTo>
                    <a:pt x="7382" y="108436"/>
                    <a:pt x="6612" y="106489"/>
                    <a:pt x="5903" y="104520"/>
                  </a:cubicBezTo>
                  <a:cubicBezTo>
                    <a:pt x="5195" y="102551"/>
                    <a:pt x="4548" y="100559"/>
                    <a:pt x="3965" y="98549"/>
                  </a:cubicBezTo>
                  <a:cubicBezTo>
                    <a:pt x="3381" y="96539"/>
                    <a:pt x="2861" y="94511"/>
                    <a:pt x="2405" y="92469"/>
                  </a:cubicBezTo>
                  <a:cubicBezTo>
                    <a:pt x="1949" y="90426"/>
                    <a:pt x="1557" y="88369"/>
                    <a:pt x="1229" y="86302"/>
                  </a:cubicBezTo>
                  <a:cubicBezTo>
                    <a:pt x="902" y="84235"/>
                    <a:pt x="640" y="82158"/>
                    <a:pt x="443" y="80074"/>
                  </a:cubicBezTo>
                  <a:cubicBezTo>
                    <a:pt x="246" y="77990"/>
                    <a:pt x="115" y="75901"/>
                    <a:pt x="49" y="73809"/>
                  </a:cubicBezTo>
                  <a:cubicBezTo>
                    <a:pt x="-16" y="71717"/>
                    <a:pt x="-16" y="69623"/>
                    <a:pt x="49" y="67531"/>
                  </a:cubicBezTo>
                  <a:cubicBezTo>
                    <a:pt x="115" y="65439"/>
                    <a:pt x="246" y="63350"/>
                    <a:pt x="443" y="61266"/>
                  </a:cubicBezTo>
                  <a:cubicBezTo>
                    <a:pt x="640" y="59182"/>
                    <a:pt x="902" y="57105"/>
                    <a:pt x="1229" y="55038"/>
                  </a:cubicBezTo>
                  <a:cubicBezTo>
                    <a:pt x="1557" y="52971"/>
                    <a:pt x="1949" y="50914"/>
                    <a:pt x="2405" y="48871"/>
                  </a:cubicBezTo>
                  <a:cubicBezTo>
                    <a:pt x="2861" y="46829"/>
                    <a:pt x="3381" y="44801"/>
                    <a:pt x="3965" y="42791"/>
                  </a:cubicBezTo>
                  <a:cubicBezTo>
                    <a:pt x="4548" y="40781"/>
                    <a:pt x="5195" y="38789"/>
                    <a:pt x="5903" y="36820"/>
                  </a:cubicBezTo>
                  <a:cubicBezTo>
                    <a:pt x="6612" y="34851"/>
                    <a:pt x="7382" y="32904"/>
                    <a:pt x="8213" y="30983"/>
                  </a:cubicBezTo>
                  <a:cubicBezTo>
                    <a:pt x="9043" y="29062"/>
                    <a:pt x="9934" y="27167"/>
                    <a:pt x="10884" y="25302"/>
                  </a:cubicBezTo>
                  <a:cubicBezTo>
                    <a:pt x="11833" y="23436"/>
                    <a:pt x="12841" y="21602"/>
                    <a:pt x="13906" y="19800"/>
                  </a:cubicBezTo>
                  <a:cubicBezTo>
                    <a:pt x="14971" y="17998"/>
                    <a:pt x="16092" y="16229"/>
                    <a:pt x="17267" y="14498"/>
                  </a:cubicBezTo>
                  <a:cubicBezTo>
                    <a:pt x="18443" y="12766"/>
                    <a:pt x="19673" y="11072"/>
                    <a:pt x="20955" y="9417"/>
                  </a:cubicBezTo>
                  <a:cubicBezTo>
                    <a:pt x="22237" y="7763"/>
                    <a:pt x="23571" y="6149"/>
                    <a:pt x="24954" y="4579"/>
                  </a:cubicBezTo>
                  <a:cubicBezTo>
                    <a:pt x="26337" y="3008"/>
                    <a:pt x="27770" y="1481"/>
                    <a:pt x="29249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radio-part-4"/>
            <p:cNvSpPr/>
            <p:nvPr/>
          </p:nvSpPr>
          <p:spPr>
            <a:xfrm>
              <a:off x="59993" y="77610"/>
              <a:ext cx="17537" cy="84780"/>
            </a:xfrm>
            <a:custGeom>
              <a:avLst/>
              <a:gdLst/>
              <a:ahLst/>
              <a:cxnLst/>
              <a:rect l="0" t="0" r="r" b="b"/>
              <a:pathLst>
                <a:path w="17537" h="84780">
                  <a:moveTo>
                    <a:pt x="17537" y="84780"/>
                  </a:moveTo>
                  <a:cubicBezTo>
                    <a:pt x="16650" y="83892"/>
                    <a:pt x="15791" y="82976"/>
                    <a:pt x="14962" y="82033"/>
                  </a:cubicBezTo>
                  <a:cubicBezTo>
                    <a:pt x="14133" y="81091"/>
                    <a:pt x="13333" y="80123"/>
                    <a:pt x="12564" y="79130"/>
                  </a:cubicBezTo>
                  <a:cubicBezTo>
                    <a:pt x="11796" y="78138"/>
                    <a:pt x="11058" y="77121"/>
                    <a:pt x="10353" y="76083"/>
                  </a:cubicBezTo>
                  <a:cubicBezTo>
                    <a:pt x="9648" y="75044"/>
                    <a:pt x="8976" y="73983"/>
                    <a:pt x="8338" y="72902"/>
                  </a:cubicBezTo>
                  <a:cubicBezTo>
                    <a:pt x="7699" y="71821"/>
                    <a:pt x="7095" y="70721"/>
                    <a:pt x="6526" y="69602"/>
                  </a:cubicBezTo>
                  <a:cubicBezTo>
                    <a:pt x="5956" y="68483"/>
                    <a:pt x="5422" y="67347"/>
                    <a:pt x="4924" y="66194"/>
                  </a:cubicBezTo>
                  <a:cubicBezTo>
                    <a:pt x="4426" y="65042"/>
                    <a:pt x="3964" y="63874"/>
                    <a:pt x="3539" y="62693"/>
                  </a:cubicBezTo>
                  <a:cubicBezTo>
                    <a:pt x="3115" y="61512"/>
                    <a:pt x="2727" y="60317"/>
                    <a:pt x="2377" y="59112"/>
                  </a:cubicBezTo>
                  <a:cubicBezTo>
                    <a:pt x="2027" y="57906"/>
                    <a:pt x="1715" y="56690"/>
                    <a:pt x="1442" y="55465"/>
                  </a:cubicBezTo>
                  <a:cubicBezTo>
                    <a:pt x="1168" y="54239"/>
                    <a:pt x="933" y="53006"/>
                    <a:pt x="737" y="51766"/>
                  </a:cubicBezTo>
                  <a:cubicBezTo>
                    <a:pt x="541" y="50526"/>
                    <a:pt x="384" y="49280"/>
                    <a:pt x="266" y="48030"/>
                  </a:cubicBezTo>
                  <a:cubicBezTo>
                    <a:pt x="148" y="46781"/>
                    <a:pt x="69" y="45527"/>
                    <a:pt x="30" y="44273"/>
                  </a:cubicBezTo>
                  <a:cubicBezTo>
                    <a:pt x="-10" y="43018"/>
                    <a:pt x="-10" y="41762"/>
                    <a:pt x="30" y="40507"/>
                  </a:cubicBezTo>
                  <a:cubicBezTo>
                    <a:pt x="69" y="39253"/>
                    <a:pt x="148" y="37999"/>
                    <a:pt x="266" y="36750"/>
                  </a:cubicBezTo>
                  <a:cubicBezTo>
                    <a:pt x="384" y="35500"/>
                    <a:pt x="541" y="34254"/>
                    <a:pt x="737" y="33014"/>
                  </a:cubicBezTo>
                  <a:cubicBezTo>
                    <a:pt x="933" y="31774"/>
                    <a:pt x="1168" y="30541"/>
                    <a:pt x="1442" y="29315"/>
                  </a:cubicBezTo>
                  <a:cubicBezTo>
                    <a:pt x="1715" y="28090"/>
                    <a:pt x="2027" y="26874"/>
                    <a:pt x="2377" y="25668"/>
                  </a:cubicBezTo>
                  <a:cubicBezTo>
                    <a:pt x="2727" y="24463"/>
                    <a:pt x="3115" y="23268"/>
                    <a:pt x="3539" y="22087"/>
                  </a:cubicBezTo>
                  <a:cubicBezTo>
                    <a:pt x="3964" y="20906"/>
                    <a:pt x="4426" y="19738"/>
                    <a:pt x="4924" y="18586"/>
                  </a:cubicBezTo>
                  <a:cubicBezTo>
                    <a:pt x="5422" y="17433"/>
                    <a:pt x="5956" y="16297"/>
                    <a:pt x="6526" y="15178"/>
                  </a:cubicBezTo>
                  <a:cubicBezTo>
                    <a:pt x="7095" y="14059"/>
                    <a:pt x="7699" y="12959"/>
                    <a:pt x="8338" y="11878"/>
                  </a:cubicBezTo>
                  <a:cubicBezTo>
                    <a:pt x="8976" y="10797"/>
                    <a:pt x="9648" y="9736"/>
                    <a:pt x="10353" y="8697"/>
                  </a:cubicBezTo>
                  <a:cubicBezTo>
                    <a:pt x="11058" y="7659"/>
                    <a:pt x="11796" y="6642"/>
                    <a:pt x="12564" y="5650"/>
                  </a:cubicBezTo>
                  <a:cubicBezTo>
                    <a:pt x="13333" y="4657"/>
                    <a:pt x="14133" y="3689"/>
                    <a:pt x="14962" y="2747"/>
                  </a:cubicBezTo>
                  <a:cubicBezTo>
                    <a:pt x="15791" y="1804"/>
                    <a:pt x="16650" y="888"/>
                    <a:pt x="17537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radio-part-5"/>
            <p:cNvSpPr/>
            <p:nvPr/>
          </p:nvSpPr>
          <p:spPr>
            <a:xfrm>
              <a:off x="100000" y="10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7" name="probe-lucide-radio-receiver" descr="接收设备 — Lucide Icons and Contributors; ISC; original SVG unchanged. Source: https://github.com/lucide-icons/lucide/blob/20aef31db93fe4d9f398dbb15b120d99c48eef95/icons/radio-receiver.svg; SVG SHA256: 7bd1df9ddd2472bde70cdcd25747d3dc40e25de6a5883cb596ada6260276caaf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98" name="probe-lucide-radio-receiver-part-1"/>
            <p:cNvSpPr/>
            <p:nvPr/>
          </p:nvSpPr>
          <p:spPr>
            <a:xfrm>
              <a:off x="50000" y="16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9" name="probe-lucide-radio-receiver-part-2"/>
            <p:cNvSpPr/>
            <p:nvPr/>
          </p:nvSpPr>
          <p:spPr>
            <a:xfrm>
              <a:off x="190000" y="16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0" name="probe-lucide-radio-receiver-part-3"/>
            <p:cNvSpPr/>
            <p:nvPr/>
          </p:nvSpPr>
          <p:spPr>
            <a:xfrm>
              <a:off x="20000" y="80000"/>
              <a:ext cx="200000" cy="80000"/>
            </a:xfrm>
            <a:custGeom>
              <a:avLst/>
              <a:gdLst/>
              <a:ahLst/>
              <a:cxnLst/>
              <a:rect l="0" t="0" r="r" b="b"/>
              <a:pathLst>
                <a:path w="200000" h="80000">
                  <a:moveTo>
                    <a:pt x="20000" y="0"/>
                  </a:moveTo>
                  <a:lnTo>
                    <a:pt x="180000" y="0"/>
                  </a:lnTo>
                  <a:cubicBezTo>
                    <a:pt x="180419" y="0"/>
                    <a:pt x="180838" y="13"/>
                    <a:pt x="181256" y="39"/>
                  </a:cubicBezTo>
                  <a:cubicBezTo>
                    <a:pt x="181674" y="66"/>
                    <a:pt x="182091" y="105"/>
                    <a:pt x="182507" y="158"/>
                  </a:cubicBezTo>
                  <a:cubicBezTo>
                    <a:pt x="182922" y="210"/>
                    <a:pt x="183336" y="276"/>
                    <a:pt x="183748" y="354"/>
                  </a:cubicBezTo>
                  <a:cubicBezTo>
                    <a:pt x="184159" y="433"/>
                    <a:pt x="184568" y="524"/>
                    <a:pt x="184974" y="628"/>
                  </a:cubicBezTo>
                  <a:cubicBezTo>
                    <a:pt x="185380" y="733"/>
                    <a:pt x="185782" y="849"/>
                    <a:pt x="186180" y="979"/>
                  </a:cubicBezTo>
                  <a:cubicBezTo>
                    <a:pt x="186579" y="1108"/>
                    <a:pt x="186973" y="1250"/>
                    <a:pt x="187362" y="1404"/>
                  </a:cubicBezTo>
                  <a:cubicBezTo>
                    <a:pt x="187752" y="1559"/>
                    <a:pt x="188137" y="1725"/>
                    <a:pt x="188516" y="1903"/>
                  </a:cubicBezTo>
                  <a:cubicBezTo>
                    <a:pt x="188895" y="2082"/>
                    <a:pt x="189268" y="2272"/>
                    <a:pt x="189635" y="2474"/>
                  </a:cubicBezTo>
                  <a:cubicBezTo>
                    <a:pt x="190002" y="2676"/>
                    <a:pt x="190363" y="2889"/>
                    <a:pt x="190717" y="3113"/>
                  </a:cubicBezTo>
                  <a:cubicBezTo>
                    <a:pt x="191070" y="3338"/>
                    <a:pt x="191417" y="3573"/>
                    <a:pt x="191756" y="3820"/>
                  </a:cubicBezTo>
                  <a:cubicBezTo>
                    <a:pt x="192095" y="4066"/>
                    <a:pt x="192426" y="4323"/>
                    <a:pt x="192748" y="4590"/>
                  </a:cubicBezTo>
                  <a:cubicBezTo>
                    <a:pt x="193071" y="4857"/>
                    <a:pt x="193386" y="5134"/>
                    <a:pt x="193691" y="5421"/>
                  </a:cubicBezTo>
                  <a:cubicBezTo>
                    <a:pt x="193996" y="5707"/>
                    <a:pt x="194293" y="6004"/>
                    <a:pt x="194579" y="6309"/>
                  </a:cubicBezTo>
                  <a:cubicBezTo>
                    <a:pt x="194866" y="6614"/>
                    <a:pt x="195143" y="6929"/>
                    <a:pt x="195410" y="7252"/>
                  </a:cubicBezTo>
                  <a:cubicBezTo>
                    <a:pt x="195677" y="7574"/>
                    <a:pt x="195934" y="7905"/>
                    <a:pt x="196180" y="8244"/>
                  </a:cubicBezTo>
                  <a:cubicBezTo>
                    <a:pt x="196427" y="8583"/>
                    <a:pt x="196662" y="8930"/>
                    <a:pt x="196887" y="9283"/>
                  </a:cubicBezTo>
                  <a:cubicBezTo>
                    <a:pt x="197111" y="9637"/>
                    <a:pt x="197324" y="9998"/>
                    <a:pt x="197526" y="10365"/>
                  </a:cubicBezTo>
                  <a:cubicBezTo>
                    <a:pt x="197728" y="10732"/>
                    <a:pt x="197918" y="11105"/>
                    <a:pt x="198097" y="11484"/>
                  </a:cubicBezTo>
                  <a:cubicBezTo>
                    <a:pt x="198275" y="11863"/>
                    <a:pt x="198441" y="12248"/>
                    <a:pt x="198596" y="12638"/>
                  </a:cubicBezTo>
                  <a:cubicBezTo>
                    <a:pt x="198750" y="13027"/>
                    <a:pt x="198892" y="13421"/>
                    <a:pt x="199021" y="13820"/>
                  </a:cubicBezTo>
                  <a:cubicBezTo>
                    <a:pt x="199151" y="14218"/>
                    <a:pt x="199267" y="14620"/>
                    <a:pt x="199372" y="15026"/>
                  </a:cubicBezTo>
                  <a:cubicBezTo>
                    <a:pt x="199476" y="15432"/>
                    <a:pt x="199567" y="15841"/>
                    <a:pt x="199646" y="16252"/>
                  </a:cubicBezTo>
                  <a:cubicBezTo>
                    <a:pt x="199724" y="16664"/>
                    <a:pt x="199790" y="17078"/>
                    <a:pt x="199842" y="17493"/>
                  </a:cubicBezTo>
                  <a:cubicBezTo>
                    <a:pt x="199895" y="17909"/>
                    <a:pt x="199934" y="18326"/>
                    <a:pt x="199961" y="18744"/>
                  </a:cubicBezTo>
                  <a:cubicBezTo>
                    <a:pt x="199987" y="19162"/>
                    <a:pt x="200000" y="19581"/>
                    <a:pt x="200000" y="20000"/>
                  </a:cubicBezTo>
                  <a:lnTo>
                    <a:pt x="200000" y="60000"/>
                  </a:lnTo>
                  <a:cubicBezTo>
                    <a:pt x="200000" y="60419"/>
                    <a:pt x="199987" y="60838"/>
                    <a:pt x="199961" y="61256"/>
                  </a:cubicBezTo>
                  <a:cubicBezTo>
                    <a:pt x="199934" y="61674"/>
                    <a:pt x="199895" y="62091"/>
                    <a:pt x="199842" y="62507"/>
                  </a:cubicBezTo>
                  <a:cubicBezTo>
                    <a:pt x="199790" y="62922"/>
                    <a:pt x="199724" y="63336"/>
                    <a:pt x="199646" y="63748"/>
                  </a:cubicBezTo>
                  <a:cubicBezTo>
                    <a:pt x="199567" y="64159"/>
                    <a:pt x="199476" y="64568"/>
                    <a:pt x="199372" y="64974"/>
                  </a:cubicBezTo>
                  <a:cubicBezTo>
                    <a:pt x="199267" y="65380"/>
                    <a:pt x="199151" y="65782"/>
                    <a:pt x="199021" y="66180"/>
                  </a:cubicBezTo>
                  <a:cubicBezTo>
                    <a:pt x="198892" y="66579"/>
                    <a:pt x="198750" y="66973"/>
                    <a:pt x="198596" y="67362"/>
                  </a:cubicBezTo>
                  <a:cubicBezTo>
                    <a:pt x="198441" y="67752"/>
                    <a:pt x="198275" y="68137"/>
                    <a:pt x="198097" y="68516"/>
                  </a:cubicBezTo>
                  <a:cubicBezTo>
                    <a:pt x="197918" y="68895"/>
                    <a:pt x="197728" y="69268"/>
                    <a:pt x="197526" y="69635"/>
                  </a:cubicBezTo>
                  <a:cubicBezTo>
                    <a:pt x="197324" y="70002"/>
                    <a:pt x="197111" y="70363"/>
                    <a:pt x="196887" y="70717"/>
                  </a:cubicBezTo>
                  <a:cubicBezTo>
                    <a:pt x="196662" y="71070"/>
                    <a:pt x="196427" y="71417"/>
                    <a:pt x="196180" y="71756"/>
                  </a:cubicBezTo>
                  <a:cubicBezTo>
                    <a:pt x="195934" y="72095"/>
                    <a:pt x="195677" y="72426"/>
                    <a:pt x="195410" y="72748"/>
                  </a:cubicBezTo>
                  <a:cubicBezTo>
                    <a:pt x="195143" y="73071"/>
                    <a:pt x="194866" y="73386"/>
                    <a:pt x="194579" y="73691"/>
                  </a:cubicBezTo>
                  <a:cubicBezTo>
                    <a:pt x="194293" y="73996"/>
                    <a:pt x="193996" y="74293"/>
                    <a:pt x="193691" y="74579"/>
                  </a:cubicBezTo>
                  <a:cubicBezTo>
                    <a:pt x="193386" y="74866"/>
                    <a:pt x="193071" y="75143"/>
                    <a:pt x="192748" y="75410"/>
                  </a:cubicBezTo>
                  <a:cubicBezTo>
                    <a:pt x="192426" y="75677"/>
                    <a:pt x="192095" y="75934"/>
                    <a:pt x="191756" y="76180"/>
                  </a:cubicBezTo>
                  <a:cubicBezTo>
                    <a:pt x="191417" y="76427"/>
                    <a:pt x="191070" y="76662"/>
                    <a:pt x="190717" y="76887"/>
                  </a:cubicBezTo>
                  <a:cubicBezTo>
                    <a:pt x="190363" y="77111"/>
                    <a:pt x="190002" y="77324"/>
                    <a:pt x="189635" y="77526"/>
                  </a:cubicBezTo>
                  <a:cubicBezTo>
                    <a:pt x="189268" y="77728"/>
                    <a:pt x="188895" y="77918"/>
                    <a:pt x="188516" y="78097"/>
                  </a:cubicBezTo>
                  <a:cubicBezTo>
                    <a:pt x="188137" y="78275"/>
                    <a:pt x="187752" y="78441"/>
                    <a:pt x="187362" y="78596"/>
                  </a:cubicBezTo>
                  <a:cubicBezTo>
                    <a:pt x="186973" y="78750"/>
                    <a:pt x="186579" y="78892"/>
                    <a:pt x="186180" y="79021"/>
                  </a:cubicBezTo>
                  <a:cubicBezTo>
                    <a:pt x="185782" y="79151"/>
                    <a:pt x="185380" y="79267"/>
                    <a:pt x="184974" y="79372"/>
                  </a:cubicBezTo>
                  <a:cubicBezTo>
                    <a:pt x="184568" y="79476"/>
                    <a:pt x="184159" y="79567"/>
                    <a:pt x="183748" y="79646"/>
                  </a:cubicBezTo>
                  <a:cubicBezTo>
                    <a:pt x="183336" y="79724"/>
                    <a:pt x="182922" y="79790"/>
                    <a:pt x="182507" y="79842"/>
                  </a:cubicBezTo>
                  <a:cubicBezTo>
                    <a:pt x="182091" y="79895"/>
                    <a:pt x="181674" y="79934"/>
                    <a:pt x="181256" y="79961"/>
                  </a:cubicBezTo>
                  <a:cubicBezTo>
                    <a:pt x="180838" y="79987"/>
                    <a:pt x="180419" y="80000"/>
                    <a:pt x="180000" y="80000"/>
                  </a:cubicBezTo>
                  <a:lnTo>
                    <a:pt x="20000" y="80000"/>
                  </a:lnTo>
                  <a:cubicBezTo>
                    <a:pt x="19581" y="80000"/>
                    <a:pt x="19162" y="79987"/>
                    <a:pt x="18744" y="79961"/>
                  </a:cubicBezTo>
                  <a:cubicBezTo>
                    <a:pt x="18326" y="79934"/>
                    <a:pt x="17909" y="79895"/>
                    <a:pt x="17493" y="79842"/>
                  </a:cubicBezTo>
                  <a:cubicBezTo>
                    <a:pt x="17078" y="79790"/>
                    <a:pt x="16664" y="79724"/>
                    <a:pt x="16252" y="79646"/>
                  </a:cubicBezTo>
                  <a:cubicBezTo>
                    <a:pt x="15841" y="79567"/>
                    <a:pt x="15432" y="79476"/>
                    <a:pt x="15026" y="79372"/>
                  </a:cubicBezTo>
                  <a:cubicBezTo>
                    <a:pt x="14620" y="79267"/>
                    <a:pt x="14218" y="79151"/>
                    <a:pt x="13820" y="79021"/>
                  </a:cubicBezTo>
                  <a:cubicBezTo>
                    <a:pt x="13421" y="78892"/>
                    <a:pt x="13027" y="78750"/>
                    <a:pt x="12638" y="78596"/>
                  </a:cubicBezTo>
                  <a:cubicBezTo>
                    <a:pt x="12248" y="78441"/>
                    <a:pt x="11863" y="78275"/>
                    <a:pt x="11484" y="78097"/>
                  </a:cubicBezTo>
                  <a:cubicBezTo>
                    <a:pt x="11105" y="77918"/>
                    <a:pt x="10732" y="77728"/>
                    <a:pt x="10365" y="77526"/>
                  </a:cubicBezTo>
                  <a:cubicBezTo>
                    <a:pt x="9998" y="77324"/>
                    <a:pt x="9637" y="77111"/>
                    <a:pt x="9283" y="76887"/>
                  </a:cubicBezTo>
                  <a:cubicBezTo>
                    <a:pt x="8930" y="76662"/>
                    <a:pt x="8583" y="76427"/>
                    <a:pt x="8244" y="76180"/>
                  </a:cubicBezTo>
                  <a:cubicBezTo>
                    <a:pt x="7905" y="75934"/>
                    <a:pt x="7574" y="75677"/>
                    <a:pt x="7252" y="75410"/>
                  </a:cubicBezTo>
                  <a:cubicBezTo>
                    <a:pt x="6929" y="75143"/>
                    <a:pt x="6614" y="74866"/>
                    <a:pt x="6309" y="74579"/>
                  </a:cubicBezTo>
                  <a:cubicBezTo>
                    <a:pt x="6004" y="74293"/>
                    <a:pt x="5707" y="73996"/>
                    <a:pt x="5421" y="73691"/>
                  </a:cubicBezTo>
                  <a:cubicBezTo>
                    <a:pt x="5134" y="73386"/>
                    <a:pt x="4857" y="73071"/>
                    <a:pt x="4590" y="72748"/>
                  </a:cubicBezTo>
                  <a:cubicBezTo>
                    <a:pt x="4323" y="72426"/>
                    <a:pt x="4066" y="72095"/>
                    <a:pt x="3820" y="71756"/>
                  </a:cubicBezTo>
                  <a:cubicBezTo>
                    <a:pt x="3573" y="71417"/>
                    <a:pt x="3338" y="71070"/>
                    <a:pt x="3113" y="70717"/>
                  </a:cubicBezTo>
                  <a:cubicBezTo>
                    <a:pt x="2889" y="70363"/>
                    <a:pt x="2676" y="70002"/>
                    <a:pt x="2474" y="69635"/>
                  </a:cubicBezTo>
                  <a:cubicBezTo>
                    <a:pt x="2272" y="69268"/>
                    <a:pt x="2082" y="68895"/>
                    <a:pt x="1903" y="68516"/>
                  </a:cubicBezTo>
                  <a:cubicBezTo>
                    <a:pt x="1725" y="68137"/>
                    <a:pt x="1559" y="67752"/>
                    <a:pt x="1404" y="67362"/>
                  </a:cubicBezTo>
                  <a:cubicBezTo>
                    <a:pt x="1250" y="66973"/>
                    <a:pt x="1108" y="66579"/>
                    <a:pt x="979" y="66180"/>
                  </a:cubicBezTo>
                  <a:cubicBezTo>
                    <a:pt x="849" y="65782"/>
                    <a:pt x="733" y="65380"/>
                    <a:pt x="628" y="64974"/>
                  </a:cubicBezTo>
                  <a:cubicBezTo>
                    <a:pt x="524" y="64568"/>
                    <a:pt x="433" y="64159"/>
                    <a:pt x="354" y="63748"/>
                  </a:cubicBezTo>
                  <a:cubicBezTo>
                    <a:pt x="276" y="63336"/>
                    <a:pt x="210" y="62922"/>
                    <a:pt x="158" y="62507"/>
                  </a:cubicBezTo>
                  <a:cubicBezTo>
                    <a:pt x="105" y="62091"/>
                    <a:pt x="66" y="61674"/>
                    <a:pt x="39" y="61256"/>
                  </a:cubicBezTo>
                  <a:cubicBezTo>
                    <a:pt x="13" y="60838"/>
                    <a:pt x="0" y="60419"/>
                    <a:pt x="0" y="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1" name="probe-lucide-radio-receiver-part-4"/>
            <p:cNvSpPr/>
            <p:nvPr/>
          </p:nvSpPr>
          <p:spPr>
            <a:xfrm>
              <a:off x="180000" y="12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2" name="probe-lucide-ruler" descr="样方测量 — Lucide Icons and Contributors; ISC; original SVG unchanged. Source: https://github.com/lucide-icons/lucide/blob/20aef31db93fe4d9f398dbb15b120d99c48eef95/icons/ruler.svg; SVG SHA256: af9710f70510217ef33773d502d0be2425c3a9cb1e3294ace27da9f0b4c8850b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03" name="probe-lucide-ruler-part-1"/>
            <p:cNvSpPr/>
            <p:nvPr/>
          </p:nvSpPr>
          <p:spPr>
            <a:xfrm>
              <a:off x="19982" y="19982"/>
              <a:ext cx="200076" cy="200076"/>
            </a:xfrm>
            <a:custGeom>
              <a:avLst/>
              <a:gdLst/>
              <a:ahLst/>
              <a:cxnLst/>
              <a:rect l="0" t="0" r="r" b="b"/>
              <a:pathLst>
                <a:path w="200076" h="200076">
                  <a:moveTo>
                    <a:pt x="193018" y="133018"/>
                  </a:moveTo>
                  <a:cubicBezTo>
                    <a:pt x="193361" y="133359"/>
                    <a:pt x="193693" y="133712"/>
                    <a:pt x="194015" y="134074"/>
                  </a:cubicBezTo>
                  <a:cubicBezTo>
                    <a:pt x="194337" y="134436"/>
                    <a:pt x="194648" y="134808"/>
                    <a:pt x="194947" y="135189"/>
                  </a:cubicBezTo>
                  <a:cubicBezTo>
                    <a:pt x="195246" y="135569"/>
                    <a:pt x="195534" y="135959"/>
                    <a:pt x="195810" y="136358"/>
                  </a:cubicBezTo>
                  <a:cubicBezTo>
                    <a:pt x="196086" y="136756"/>
                    <a:pt x="196349" y="137163"/>
                    <a:pt x="196600" y="137577"/>
                  </a:cubicBezTo>
                  <a:cubicBezTo>
                    <a:pt x="196851" y="137991"/>
                    <a:pt x="197090" y="138413"/>
                    <a:pt x="197315" y="138841"/>
                  </a:cubicBezTo>
                  <a:cubicBezTo>
                    <a:pt x="197541" y="139270"/>
                    <a:pt x="197754" y="139706"/>
                    <a:pt x="197953" y="140147"/>
                  </a:cubicBezTo>
                  <a:cubicBezTo>
                    <a:pt x="198152" y="140589"/>
                    <a:pt x="198338" y="141036"/>
                    <a:pt x="198510" y="141489"/>
                  </a:cubicBezTo>
                  <a:cubicBezTo>
                    <a:pt x="198682" y="141942"/>
                    <a:pt x="198841" y="142400"/>
                    <a:pt x="198985" y="142862"/>
                  </a:cubicBezTo>
                  <a:cubicBezTo>
                    <a:pt x="199129" y="143325"/>
                    <a:pt x="199260" y="143791"/>
                    <a:pt x="199376" y="144262"/>
                  </a:cubicBezTo>
                  <a:cubicBezTo>
                    <a:pt x="199492" y="144732"/>
                    <a:pt x="199594" y="145206"/>
                    <a:pt x="199682" y="145682"/>
                  </a:cubicBezTo>
                  <a:cubicBezTo>
                    <a:pt x="199769" y="146158"/>
                    <a:pt x="199842" y="146637"/>
                    <a:pt x="199901" y="147118"/>
                  </a:cubicBezTo>
                  <a:cubicBezTo>
                    <a:pt x="199959" y="147599"/>
                    <a:pt x="200003" y="148082"/>
                    <a:pt x="200032" y="148565"/>
                  </a:cubicBezTo>
                  <a:cubicBezTo>
                    <a:pt x="200062" y="149049"/>
                    <a:pt x="200076" y="149533"/>
                    <a:pt x="200076" y="150018"/>
                  </a:cubicBezTo>
                  <a:cubicBezTo>
                    <a:pt x="200076" y="150502"/>
                    <a:pt x="200062" y="150986"/>
                    <a:pt x="200032" y="151470"/>
                  </a:cubicBezTo>
                  <a:cubicBezTo>
                    <a:pt x="200003" y="151953"/>
                    <a:pt x="199959" y="152436"/>
                    <a:pt x="199901" y="152917"/>
                  </a:cubicBezTo>
                  <a:cubicBezTo>
                    <a:pt x="199842" y="153398"/>
                    <a:pt x="199769" y="153877"/>
                    <a:pt x="199682" y="154353"/>
                  </a:cubicBezTo>
                  <a:cubicBezTo>
                    <a:pt x="199594" y="154830"/>
                    <a:pt x="199492" y="155303"/>
                    <a:pt x="199376" y="155774"/>
                  </a:cubicBezTo>
                  <a:cubicBezTo>
                    <a:pt x="199260" y="156244"/>
                    <a:pt x="199129" y="156711"/>
                    <a:pt x="198985" y="157173"/>
                  </a:cubicBezTo>
                  <a:cubicBezTo>
                    <a:pt x="198841" y="157635"/>
                    <a:pt x="198682" y="158093"/>
                    <a:pt x="198510" y="158546"/>
                  </a:cubicBezTo>
                  <a:cubicBezTo>
                    <a:pt x="198338" y="158999"/>
                    <a:pt x="198152" y="159446"/>
                    <a:pt x="197953" y="159888"/>
                  </a:cubicBezTo>
                  <a:cubicBezTo>
                    <a:pt x="197754" y="160329"/>
                    <a:pt x="197541" y="160765"/>
                    <a:pt x="197315" y="161194"/>
                  </a:cubicBezTo>
                  <a:cubicBezTo>
                    <a:pt x="197090" y="161622"/>
                    <a:pt x="196851" y="162044"/>
                    <a:pt x="196600" y="162458"/>
                  </a:cubicBezTo>
                  <a:cubicBezTo>
                    <a:pt x="196349" y="162873"/>
                    <a:pt x="196086" y="163279"/>
                    <a:pt x="195810" y="163677"/>
                  </a:cubicBezTo>
                  <a:cubicBezTo>
                    <a:pt x="195534" y="164076"/>
                    <a:pt x="195246" y="164466"/>
                    <a:pt x="194947" y="164847"/>
                  </a:cubicBezTo>
                  <a:cubicBezTo>
                    <a:pt x="194648" y="165227"/>
                    <a:pt x="194337" y="165599"/>
                    <a:pt x="194015" y="165961"/>
                  </a:cubicBezTo>
                  <a:cubicBezTo>
                    <a:pt x="193693" y="166323"/>
                    <a:pt x="193361" y="166676"/>
                    <a:pt x="193018" y="167018"/>
                  </a:cubicBezTo>
                  <a:lnTo>
                    <a:pt x="167018" y="193018"/>
                  </a:lnTo>
                  <a:cubicBezTo>
                    <a:pt x="166676" y="193361"/>
                    <a:pt x="166323" y="193693"/>
                    <a:pt x="165961" y="194015"/>
                  </a:cubicBezTo>
                  <a:cubicBezTo>
                    <a:pt x="165599" y="194337"/>
                    <a:pt x="165227" y="194648"/>
                    <a:pt x="164847" y="194947"/>
                  </a:cubicBezTo>
                  <a:cubicBezTo>
                    <a:pt x="164466" y="195246"/>
                    <a:pt x="164076" y="195534"/>
                    <a:pt x="163677" y="195810"/>
                  </a:cubicBezTo>
                  <a:cubicBezTo>
                    <a:pt x="163279" y="196086"/>
                    <a:pt x="162873" y="196349"/>
                    <a:pt x="162458" y="196600"/>
                  </a:cubicBezTo>
                  <a:cubicBezTo>
                    <a:pt x="162044" y="196851"/>
                    <a:pt x="161622" y="197090"/>
                    <a:pt x="161194" y="197315"/>
                  </a:cubicBezTo>
                  <a:cubicBezTo>
                    <a:pt x="160765" y="197541"/>
                    <a:pt x="160329" y="197754"/>
                    <a:pt x="159888" y="197953"/>
                  </a:cubicBezTo>
                  <a:cubicBezTo>
                    <a:pt x="159446" y="198152"/>
                    <a:pt x="158999" y="198338"/>
                    <a:pt x="158546" y="198510"/>
                  </a:cubicBezTo>
                  <a:cubicBezTo>
                    <a:pt x="158093" y="198682"/>
                    <a:pt x="157635" y="198841"/>
                    <a:pt x="157173" y="198985"/>
                  </a:cubicBezTo>
                  <a:cubicBezTo>
                    <a:pt x="156711" y="199129"/>
                    <a:pt x="156244" y="199260"/>
                    <a:pt x="155774" y="199376"/>
                  </a:cubicBezTo>
                  <a:cubicBezTo>
                    <a:pt x="155303" y="199492"/>
                    <a:pt x="154830" y="199594"/>
                    <a:pt x="154353" y="199682"/>
                  </a:cubicBezTo>
                  <a:cubicBezTo>
                    <a:pt x="153877" y="199769"/>
                    <a:pt x="153398" y="199842"/>
                    <a:pt x="152917" y="199901"/>
                  </a:cubicBezTo>
                  <a:cubicBezTo>
                    <a:pt x="152436" y="199959"/>
                    <a:pt x="151953" y="200003"/>
                    <a:pt x="151470" y="200032"/>
                  </a:cubicBezTo>
                  <a:cubicBezTo>
                    <a:pt x="150986" y="200062"/>
                    <a:pt x="150502" y="200076"/>
                    <a:pt x="150018" y="200076"/>
                  </a:cubicBezTo>
                  <a:cubicBezTo>
                    <a:pt x="149533" y="200076"/>
                    <a:pt x="149049" y="200062"/>
                    <a:pt x="148565" y="200032"/>
                  </a:cubicBezTo>
                  <a:cubicBezTo>
                    <a:pt x="148082" y="200003"/>
                    <a:pt x="147599" y="199959"/>
                    <a:pt x="147118" y="199901"/>
                  </a:cubicBezTo>
                  <a:cubicBezTo>
                    <a:pt x="146637" y="199842"/>
                    <a:pt x="146158" y="199769"/>
                    <a:pt x="145682" y="199682"/>
                  </a:cubicBezTo>
                  <a:cubicBezTo>
                    <a:pt x="145206" y="199594"/>
                    <a:pt x="144732" y="199492"/>
                    <a:pt x="144262" y="199376"/>
                  </a:cubicBezTo>
                  <a:cubicBezTo>
                    <a:pt x="143791" y="199260"/>
                    <a:pt x="143325" y="199129"/>
                    <a:pt x="142862" y="198985"/>
                  </a:cubicBezTo>
                  <a:cubicBezTo>
                    <a:pt x="142400" y="198841"/>
                    <a:pt x="141942" y="198682"/>
                    <a:pt x="141489" y="198510"/>
                  </a:cubicBezTo>
                  <a:cubicBezTo>
                    <a:pt x="141036" y="198338"/>
                    <a:pt x="140589" y="198152"/>
                    <a:pt x="140147" y="197953"/>
                  </a:cubicBezTo>
                  <a:cubicBezTo>
                    <a:pt x="139706" y="197754"/>
                    <a:pt x="139270" y="197541"/>
                    <a:pt x="138841" y="197315"/>
                  </a:cubicBezTo>
                  <a:cubicBezTo>
                    <a:pt x="138413" y="197090"/>
                    <a:pt x="137991" y="196851"/>
                    <a:pt x="137577" y="196600"/>
                  </a:cubicBezTo>
                  <a:cubicBezTo>
                    <a:pt x="137163" y="196349"/>
                    <a:pt x="136756" y="196086"/>
                    <a:pt x="136358" y="195810"/>
                  </a:cubicBezTo>
                  <a:cubicBezTo>
                    <a:pt x="135959" y="195534"/>
                    <a:pt x="135569" y="195246"/>
                    <a:pt x="135189" y="194947"/>
                  </a:cubicBezTo>
                  <a:cubicBezTo>
                    <a:pt x="134808" y="194648"/>
                    <a:pt x="134436" y="194337"/>
                    <a:pt x="134074" y="194015"/>
                  </a:cubicBezTo>
                  <a:cubicBezTo>
                    <a:pt x="133712" y="193693"/>
                    <a:pt x="133359" y="193361"/>
                    <a:pt x="133018" y="193018"/>
                  </a:cubicBezTo>
                  <a:lnTo>
                    <a:pt x="7018" y="67018"/>
                  </a:lnTo>
                  <a:cubicBezTo>
                    <a:pt x="6663" y="66661"/>
                    <a:pt x="6319" y="66293"/>
                    <a:pt x="5987" y="65915"/>
                  </a:cubicBezTo>
                  <a:cubicBezTo>
                    <a:pt x="5655" y="65537"/>
                    <a:pt x="5335" y="65148"/>
                    <a:pt x="5027" y="64750"/>
                  </a:cubicBezTo>
                  <a:cubicBezTo>
                    <a:pt x="4720" y="64352"/>
                    <a:pt x="4425" y="63944"/>
                    <a:pt x="4142" y="63527"/>
                  </a:cubicBezTo>
                  <a:cubicBezTo>
                    <a:pt x="3860" y="63110"/>
                    <a:pt x="3591" y="62685"/>
                    <a:pt x="3336" y="62251"/>
                  </a:cubicBezTo>
                  <a:cubicBezTo>
                    <a:pt x="3081" y="61818"/>
                    <a:pt x="2839" y="61376"/>
                    <a:pt x="2611" y="60928"/>
                  </a:cubicBezTo>
                  <a:cubicBezTo>
                    <a:pt x="2383" y="60479"/>
                    <a:pt x="2169" y="60023"/>
                    <a:pt x="1970" y="59561"/>
                  </a:cubicBezTo>
                  <a:cubicBezTo>
                    <a:pt x="1771" y="59099"/>
                    <a:pt x="1586" y="58631"/>
                    <a:pt x="1416" y="58157"/>
                  </a:cubicBezTo>
                  <a:cubicBezTo>
                    <a:pt x="1246" y="57683"/>
                    <a:pt x="1091" y="57204"/>
                    <a:pt x="951" y="56721"/>
                  </a:cubicBezTo>
                  <a:cubicBezTo>
                    <a:pt x="811" y="56238"/>
                    <a:pt x="686" y="55750"/>
                    <a:pt x="577" y="55259"/>
                  </a:cubicBezTo>
                  <a:cubicBezTo>
                    <a:pt x="467" y="54768"/>
                    <a:pt x="373" y="54273"/>
                    <a:pt x="295" y="53776"/>
                  </a:cubicBezTo>
                  <a:cubicBezTo>
                    <a:pt x="216" y="53279"/>
                    <a:pt x="154" y="52780"/>
                    <a:pt x="106" y="52279"/>
                  </a:cubicBezTo>
                  <a:cubicBezTo>
                    <a:pt x="59" y="51778"/>
                    <a:pt x="28" y="51275"/>
                    <a:pt x="12" y="50772"/>
                  </a:cubicBezTo>
                  <a:cubicBezTo>
                    <a:pt x="-4" y="50269"/>
                    <a:pt x="-4" y="49766"/>
                    <a:pt x="12" y="49263"/>
                  </a:cubicBezTo>
                  <a:cubicBezTo>
                    <a:pt x="28" y="48760"/>
                    <a:pt x="59" y="48258"/>
                    <a:pt x="106" y="47757"/>
                  </a:cubicBezTo>
                  <a:cubicBezTo>
                    <a:pt x="154" y="47255"/>
                    <a:pt x="216" y="46756"/>
                    <a:pt x="295" y="46259"/>
                  </a:cubicBezTo>
                  <a:cubicBezTo>
                    <a:pt x="373" y="45762"/>
                    <a:pt x="467" y="45267"/>
                    <a:pt x="577" y="44776"/>
                  </a:cubicBezTo>
                  <a:cubicBezTo>
                    <a:pt x="686" y="44285"/>
                    <a:pt x="811" y="43797"/>
                    <a:pt x="951" y="43314"/>
                  </a:cubicBezTo>
                  <a:cubicBezTo>
                    <a:pt x="1091" y="42831"/>
                    <a:pt x="1246" y="42352"/>
                    <a:pt x="1416" y="41878"/>
                  </a:cubicBezTo>
                  <a:cubicBezTo>
                    <a:pt x="1586" y="41404"/>
                    <a:pt x="1771" y="40936"/>
                    <a:pt x="1970" y="40474"/>
                  </a:cubicBezTo>
                  <a:cubicBezTo>
                    <a:pt x="2169" y="40012"/>
                    <a:pt x="2383" y="39556"/>
                    <a:pt x="2611" y="39108"/>
                  </a:cubicBezTo>
                  <a:cubicBezTo>
                    <a:pt x="2839" y="38659"/>
                    <a:pt x="3081" y="38217"/>
                    <a:pt x="3336" y="37784"/>
                  </a:cubicBezTo>
                  <a:cubicBezTo>
                    <a:pt x="3591" y="37350"/>
                    <a:pt x="3860" y="36925"/>
                    <a:pt x="4142" y="36508"/>
                  </a:cubicBezTo>
                  <a:cubicBezTo>
                    <a:pt x="4425" y="36091"/>
                    <a:pt x="4720" y="35683"/>
                    <a:pt x="5027" y="35285"/>
                  </a:cubicBezTo>
                  <a:cubicBezTo>
                    <a:pt x="5335" y="34887"/>
                    <a:pt x="5655" y="34498"/>
                    <a:pt x="5987" y="34120"/>
                  </a:cubicBezTo>
                  <a:cubicBezTo>
                    <a:pt x="6319" y="33742"/>
                    <a:pt x="6663" y="33374"/>
                    <a:pt x="7018" y="33018"/>
                  </a:cubicBezTo>
                  <a:lnTo>
                    <a:pt x="33018" y="7018"/>
                  </a:lnTo>
                  <a:cubicBezTo>
                    <a:pt x="33374" y="6663"/>
                    <a:pt x="33742" y="6319"/>
                    <a:pt x="34120" y="5987"/>
                  </a:cubicBezTo>
                  <a:cubicBezTo>
                    <a:pt x="34498" y="5655"/>
                    <a:pt x="34887" y="5335"/>
                    <a:pt x="35285" y="5027"/>
                  </a:cubicBezTo>
                  <a:cubicBezTo>
                    <a:pt x="35683" y="4720"/>
                    <a:pt x="36091" y="4425"/>
                    <a:pt x="36508" y="4142"/>
                  </a:cubicBezTo>
                  <a:cubicBezTo>
                    <a:pt x="36925" y="3860"/>
                    <a:pt x="37350" y="3591"/>
                    <a:pt x="37784" y="3336"/>
                  </a:cubicBezTo>
                  <a:cubicBezTo>
                    <a:pt x="38217" y="3081"/>
                    <a:pt x="38659" y="2839"/>
                    <a:pt x="39108" y="2611"/>
                  </a:cubicBezTo>
                  <a:cubicBezTo>
                    <a:pt x="39556" y="2383"/>
                    <a:pt x="40012" y="2169"/>
                    <a:pt x="40474" y="1970"/>
                  </a:cubicBezTo>
                  <a:cubicBezTo>
                    <a:pt x="40936" y="1771"/>
                    <a:pt x="41404" y="1586"/>
                    <a:pt x="41878" y="1416"/>
                  </a:cubicBezTo>
                  <a:cubicBezTo>
                    <a:pt x="42352" y="1246"/>
                    <a:pt x="42831" y="1091"/>
                    <a:pt x="43314" y="951"/>
                  </a:cubicBezTo>
                  <a:cubicBezTo>
                    <a:pt x="43797" y="811"/>
                    <a:pt x="44285" y="686"/>
                    <a:pt x="44776" y="577"/>
                  </a:cubicBezTo>
                  <a:cubicBezTo>
                    <a:pt x="45267" y="467"/>
                    <a:pt x="45762" y="373"/>
                    <a:pt x="46259" y="295"/>
                  </a:cubicBezTo>
                  <a:cubicBezTo>
                    <a:pt x="46756" y="216"/>
                    <a:pt x="47255" y="154"/>
                    <a:pt x="47757" y="106"/>
                  </a:cubicBezTo>
                  <a:cubicBezTo>
                    <a:pt x="48258" y="59"/>
                    <a:pt x="48760" y="28"/>
                    <a:pt x="49263" y="12"/>
                  </a:cubicBezTo>
                  <a:cubicBezTo>
                    <a:pt x="49766" y="-4"/>
                    <a:pt x="50269" y="-4"/>
                    <a:pt x="50772" y="12"/>
                  </a:cubicBezTo>
                  <a:cubicBezTo>
                    <a:pt x="51275" y="28"/>
                    <a:pt x="51778" y="59"/>
                    <a:pt x="52279" y="106"/>
                  </a:cubicBezTo>
                  <a:cubicBezTo>
                    <a:pt x="52780" y="154"/>
                    <a:pt x="53279" y="216"/>
                    <a:pt x="53776" y="295"/>
                  </a:cubicBezTo>
                  <a:cubicBezTo>
                    <a:pt x="54273" y="373"/>
                    <a:pt x="54768" y="467"/>
                    <a:pt x="55259" y="577"/>
                  </a:cubicBezTo>
                  <a:cubicBezTo>
                    <a:pt x="55750" y="686"/>
                    <a:pt x="56238" y="811"/>
                    <a:pt x="56721" y="951"/>
                  </a:cubicBezTo>
                  <a:cubicBezTo>
                    <a:pt x="57204" y="1091"/>
                    <a:pt x="57683" y="1246"/>
                    <a:pt x="58157" y="1416"/>
                  </a:cubicBezTo>
                  <a:cubicBezTo>
                    <a:pt x="58631" y="1586"/>
                    <a:pt x="59099" y="1771"/>
                    <a:pt x="59561" y="1970"/>
                  </a:cubicBezTo>
                  <a:cubicBezTo>
                    <a:pt x="60023" y="2169"/>
                    <a:pt x="60479" y="2383"/>
                    <a:pt x="60928" y="2611"/>
                  </a:cubicBezTo>
                  <a:cubicBezTo>
                    <a:pt x="61376" y="2839"/>
                    <a:pt x="61818" y="3081"/>
                    <a:pt x="62251" y="3336"/>
                  </a:cubicBezTo>
                  <a:cubicBezTo>
                    <a:pt x="62685" y="3591"/>
                    <a:pt x="63110" y="3860"/>
                    <a:pt x="63527" y="4142"/>
                  </a:cubicBezTo>
                  <a:cubicBezTo>
                    <a:pt x="63944" y="4425"/>
                    <a:pt x="64352" y="4720"/>
                    <a:pt x="64750" y="5027"/>
                  </a:cubicBezTo>
                  <a:cubicBezTo>
                    <a:pt x="65148" y="5335"/>
                    <a:pt x="65537" y="5655"/>
                    <a:pt x="65915" y="5987"/>
                  </a:cubicBezTo>
                  <a:cubicBezTo>
                    <a:pt x="66293" y="6319"/>
                    <a:pt x="66661" y="6663"/>
                    <a:pt x="67018" y="7018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4" name="probe-lucide-ruler-part-2"/>
            <p:cNvSpPr/>
            <p:nvPr/>
          </p:nvSpPr>
          <p:spPr>
            <a:xfrm>
              <a:off x="145000" y="105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5" name="probe-lucide-ruler-part-3"/>
            <p:cNvSpPr/>
            <p:nvPr/>
          </p:nvSpPr>
          <p:spPr>
            <a:xfrm>
              <a:off x="115000" y="75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6" name="probe-lucide-ruler-part-4"/>
            <p:cNvSpPr/>
            <p:nvPr/>
          </p:nvSpPr>
          <p:spPr>
            <a:xfrm>
              <a:off x="85000" y="45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7" name="probe-lucide-ruler-part-5"/>
            <p:cNvSpPr/>
            <p:nvPr/>
          </p:nvSpPr>
          <p:spPr>
            <a:xfrm>
              <a:off x="175000" y="135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8" name="probe-lucide-satellite" descr="satellite — Lucide Icons and Contributors; preserve the bundled full upstream license. Source: https://github.com/lucide-icons/lucide/blob/20aef31db93fe4d9f398dbb15b120d99c48eef95/icons/satellite.svg; SVG SHA256: 542eb41b2ea31f42b4bd7992cecdff22a8a4f1c21275036bc3537c64efee8481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09" name="probe-lucide-satellite-part-1"/>
            <p:cNvSpPr/>
            <p:nvPr/>
          </p:nvSpPr>
          <p:spPr>
            <a:xfrm>
              <a:off x="59991" y="29991"/>
              <a:ext cx="75009" cy="75009"/>
            </a:xfrm>
            <a:custGeom>
              <a:avLst/>
              <a:gdLst/>
              <a:ahLst/>
              <a:cxnLst/>
              <a:rect l="0" t="0" r="r" b="b"/>
              <a:pathLst>
                <a:path w="75009" h="75009">
                  <a:moveTo>
                    <a:pt x="75009" y="35009"/>
                  </a:moveTo>
                  <a:lnTo>
                    <a:pt x="43529" y="3529"/>
                  </a:lnTo>
                  <a:cubicBezTo>
                    <a:pt x="43350" y="3350"/>
                    <a:pt x="43166" y="3177"/>
                    <a:pt x="42977" y="3011"/>
                  </a:cubicBezTo>
                  <a:cubicBezTo>
                    <a:pt x="42788" y="2844"/>
                    <a:pt x="42593" y="2683"/>
                    <a:pt x="42394" y="2528"/>
                  </a:cubicBezTo>
                  <a:cubicBezTo>
                    <a:pt x="42194" y="2374"/>
                    <a:pt x="41990" y="2225"/>
                    <a:pt x="41781" y="2083"/>
                  </a:cubicBezTo>
                  <a:cubicBezTo>
                    <a:pt x="41573" y="1941"/>
                    <a:pt x="41359" y="1806"/>
                    <a:pt x="41142" y="1678"/>
                  </a:cubicBezTo>
                  <a:cubicBezTo>
                    <a:pt x="40925" y="1549"/>
                    <a:pt x="40704" y="1428"/>
                    <a:pt x="40479" y="1313"/>
                  </a:cubicBezTo>
                  <a:cubicBezTo>
                    <a:pt x="40254" y="1199"/>
                    <a:pt x="40026" y="1091"/>
                    <a:pt x="39794" y="991"/>
                  </a:cubicBezTo>
                  <a:cubicBezTo>
                    <a:pt x="39562" y="891"/>
                    <a:pt x="39328" y="798"/>
                    <a:pt x="39090" y="712"/>
                  </a:cubicBezTo>
                  <a:cubicBezTo>
                    <a:pt x="38853" y="627"/>
                    <a:pt x="38613" y="549"/>
                    <a:pt x="38370" y="478"/>
                  </a:cubicBezTo>
                  <a:cubicBezTo>
                    <a:pt x="38128" y="408"/>
                    <a:pt x="37883" y="345"/>
                    <a:pt x="37637" y="290"/>
                  </a:cubicBezTo>
                  <a:cubicBezTo>
                    <a:pt x="37391" y="235"/>
                    <a:pt x="37143" y="188"/>
                    <a:pt x="36894" y="148"/>
                  </a:cubicBezTo>
                  <a:cubicBezTo>
                    <a:pt x="36644" y="109"/>
                    <a:pt x="36394" y="77"/>
                    <a:pt x="36143" y="53"/>
                  </a:cubicBezTo>
                  <a:cubicBezTo>
                    <a:pt x="35891" y="30"/>
                    <a:pt x="35639" y="14"/>
                    <a:pt x="35387" y="6"/>
                  </a:cubicBezTo>
                  <a:cubicBezTo>
                    <a:pt x="35135" y="-2"/>
                    <a:pt x="34883" y="-2"/>
                    <a:pt x="34630" y="6"/>
                  </a:cubicBezTo>
                  <a:cubicBezTo>
                    <a:pt x="34378" y="14"/>
                    <a:pt x="34126" y="30"/>
                    <a:pt x="33875" y="53"/>
                  </a:cubicBezTo>
                  <a:cubicBezTo>
                    <a:pt x="33624" y="77"/>
                    <a:pt x="33373" y="109"/>
                    <a:pt x="33124" y="148"/>
                  </a:cubicBezTo>
                  <a:cubicBezTo>
                    <a:pt x="32875" y="188"/>
                    <a:pt x="32627" y="235"/>
                    <a:pt x="32380" y="290"/>
                  </a:cubicBezTo>
                  <a:cubicBezTo>
                    <a:pt x="32134" y="345"/>
                    <a:pt x="31890" y="408"/>
                    <a:pt x="31647" y="478"/>
                  </a:cubicBezTo>
                  <a:cubicBezTo>
                    <a:pt x="31405" y="549"/>
                    <a:pt x="31165" y="627"/>
                    <a:pt x="30927" y="712"/>
                  </a:cubicBezTo>
                  <a:cubicBezTo>
                    <a:pt x="30690" y="798"/>
                    <a:pt x="30455" y="891"/>
                    <a:pt x="30224" y="991"/>
                  </a:cubicBezTo>
                  <a:cubicBezTo>
                    <a:pt x="29992" y="1091"/>
                    <a:pt x="29763" y="1199"/>
                    <a:pt x="29539" y="1313"/>
                  </a:cubicBezTo>
                  <a:cubicBezTo>
                    <a:pt x="29314" y="1428"/>
                    <a:pt x="29093" y="1549"/>
                    <a:pt x="28875" y="1678"/>
                  </a:cubicBezTo>
                  <a:cubicBezTo>
                    <a:pt x="28658" y="1806"/>
                    <a:pt x="28445" y="1941"/>
                    <a:pt x="28236" y="2083"/>
                  </a:cubicBezTo>
                  <a:cubicBezTo>
                    <a:pt x="28027" y="2225"/>
                    <a:pt x="27823" y="2374"/>
                    <a:pt x="27624" y="2528"/>
                  </a:cubicBezTo>
                  <a:cubicBezTo>
                    <a:pt x="27424" y="2683"/>
                    <a:pt x="27230" y="2844"/>
                    <a:pt x="27041" y="3011"/>
                  </a:cubicBezTo>
                  <a:cubicBezTo>
                    <a:pt x="26851" y="3177"/>
                    <a:pt x="26667" y="3350"/>
                    <a:pt x="26489" y="3529"/>
                  </a:cubicBezTo>
                  <a:lnTo>
                    <a:pt x="3529" y="26489"/>
                  </a:lnTo>
                  <a:cubicBezTo>
                    <a:pt x="3350" y="26667"/>
                    <a:pt x="3177" y="26851"/>
                    <a:pt x="3011" y="27041"/>
                  </a:cubicBezTo>
                  <a:cubicBezTo>
                    <a:pt x="2844" y="27230"/>
                    <a:pt x="2683" y="27424"/>
                    <a:pt x="2528" y="27624"/>
                  </a:cubicBezTo>
                  <a:cubicBezTo>
                    <a:pt x="2374" y="27823"/>
                    <a:pt x="2225" y="28027"/>
                    <a:pt x="2083" y="28236"/>
                  </a:cubicBezTo>
                  <a:cubicBezTo>
                    <a:pt x="1941" y="28445"/>
                    <a:pt x="1806" y="28658"/>
                    <a:pt x="1678" y="28875"/>
                  </a:cubicBezTo>
                  <a:cubicBezTo>
                    <a:pt x="1549" y="29093"/>
                    <a:pt x="1428" y="29314"/>
                    <a:pt x="1313" y="29539"/>
                  </a:cubicBezTo>
                  <a:cubicBezTo>
                    <a:pt x="1199" y="29763"/>
                    <a:pt x="1091" y="29992"/>
                    <a:pt x="991" y="30224"/>
                  </a:cubicBezTo>
                  <a:cubicBezTo>
                    <a:pt x="891" y="30455"/>
                    <a:pt x="798" y="30690"/>
                    <a:pt x="712" y="30927"/>
                  </a:cubicBezTo>
                  <a:cubicBezTo>
                    <a:pt x="627" y="31165"/>
                    <a:pt x="549" y="31405"/>
                    <a:pt x="478" y="31647"/>
                  </a:cubicBezTo>
                  <a:cubicBezTo>
                    <a:pt x="408" y="31890"/>
                    <a:pt x="345" y="32134"/>
                    <a:pt x="290" y="32380"/>
                  </a:cubicBezTo>
                  <a:cubicBezTo>
                    <a:pt x="235" y="32627"/>
                    <a:pt x="188" y="32875"/>
                    <a:pt x="148" y="33124"/>
                  </a:cubicBezTo>
                  <a:cubicBezTo>
                    <a:pt x="109" y="33373"/>
                    <a:pt x="77" y="33624"/>
                    <a:pt x="53" y="33875"/>
                  </a:cubicBezTo>
                  <a:cubicBezTo>
                    <a:pt x="30" y="34126"/>
                    <a:pt x="14" y="34378"/>
                    <a:pt x="6" y="34630"/>
                  </a:cubicBezTo>
                  <a:cubicBezTo>
                    <a:pt x="-2" y="34883"/>
                    <a:pt x="-2" y="35135"/>
                    <a:pt x="6" y="35387"/>
                  </a:cubicBezTo>
                  <a:cubicBezTo>
                    <a:pt x="14" y="35639"/>
                    <a:pt x="30" y="35891"/>
                    <a:pt x="53" y="36143"/>
                  </a:cubicBezTo>
                  <a:cubicBezTo>
                    <a:pt x="77" y="36394"/>
                    <a:pt x="109" y="36644"/>
                    <a:pt x="148" y="36894"/>
                  </a:cubicBezTo>
                  <a:cubicBezTo>
                    <a:pt x="188" y="37143"/>
                    <a:pt x="235" y="37391"/>
                    <a:pt x="290" y="37637"/>
                  </a:cubicBezTo>
                  <a:cubicBezTo>
                    <a:pt x="345" y="37883"/>
                    <a:pt x="408" y="38128"/>
                    <a:pt x="478" y="38370"/>
                  </a:cubicBezTo>
                  <a:cubicBezTo>
                    <a:pt x="549" y="38613"/>
                    <a:pt x="627" y="38853"/>
                    <a:pt x="712" y="39090"/>
                  </a:cubicBezTo>
                  <a:cubicBezTo>
                    <a:pt x="798" y="39328"/>
                    <a:pt x="891" y="39562"/>
                    <a:pt x="991" y="39794"/>
                  </a:cubicBezTo>
                  <a:cubicBezTo>
                    <a:pt x="1091" y="40026"/>
                    <a:pt x="1199" y="40254"/>
                    <a:pt x="1313" y="40479"/>
                  </a:cubicBezTo>
                  <a:cubicBezTo>
                    <a:pt x="1428" y="40704"/>
                    <a:pt x="1549" y="40925"/>
                    <a:pt x="1678" y="41142"/>
                  </a:cubicBezTo>
                  <a:cubicBezTo>
                    <a:pt x="1806" y="41359"/>
                    <a:pt x="1941" y="41573"/>
                    <a:pt x="2083" y="41781"/>
                  </a:cubicBezTo>
                  <a:cubicBezTo>
                    <a:pt x="2225" y="41990"/>
                    <a:pt x="2374" y="42194"/>
                    <a:pt x="2528" y="42394"/>
                  </a:cubicBezTo>
                  <a:cubicBezTo>
                    <a:pt x="2683" y="42593"/>
                    <a:pt x="2844" y="42788"/>
                    <a:pt x="3011" y="42977"/>
                  </a:cubicBezTo>
                  <a:cubicBezTo>
                    <a:pt x="3177" y="43166"/>
                    <a:pt x="3350" y="43350"/>
                    <a:pt x="3529" y="43529"/>
                  </a:cubicBezTo>
                  <a:lnTo>
                    <a:pt x="35009" y="75009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0" name="probe-lucide-satellite-part-2"/>
            <p:cNvSpPr/>
            <p:nvPr/>
          </p:nvSpPr>
          <p:spPr>
            <a:xfrm>
              <a:off x="165000" y="50000"/>
              <a:ext cx="25000" cy="25000"/>
            </a:xfrm>
            <a:custGeom>
              <a:avLst/>
              <a:gdLst/>
              <a:ahLst/>
              <a:cxnLst/>
              <a:rect l="0" t="0" r="r" b="b"/>
              <a:pathLst>
                <a:path w="25000" h="25000">
                  <a:moveTo>
                    <a:pt x="0" y="25000"/>
                  </a:moveTo>
                  <a:lnTo>
                    <a:pt x="2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1" name="probe-lucide-satellite-part-3"/>
            <p:cNvSpPr/>
            <p:nvPr/>
          </p:nvSpPr>
          <p:spPr>
            <a:xfrm>
              <a:off x="135000" y="105000"/>
              <a:ext cx="75009" cy="75009"/>
            </a:xfrm>
            <a:custGeom>
              <a:avLst/>
              <a:gdLst/>
              <a:ahLst/>
              <a:cxnLst/>
              <a:rect l="0" t="0" r="r" b="b"/>
              <a:pathLst>
                <a:path w="75009" h="75009">
                  <a:moveTo>
                    <a:pt x="40000" y="0"/>
                  </a:moveTo>
                  <a:lnTo>
                    <a:pt x="71480" y="31480"/>
                  </a:lnTo>
                  <a:cubicBezTo>
                    <a:pt x="71658" y="31658"/>
                    <a:pt x="71831" y="31842"/>
                    <a:pt x="71998" y="32032"/>
                  </a:cubicBezTo>
                  <a:cubicBezTo>
                    <a:pt x="72165" y="32221"/>
                    <a:pt x="72326" y="32416"/>
                    <a:pt x="72481" y="32615"/>
                  </a:cubicBezTo>
                  <a:cubicBezTo>
                    <a:pt x="72635" y="32814"/>
                    <a:pt x="72784" y="33019"/>
                    <a:pt x="72925" y="33227"/>
                  </a:cubicBezTo>
                  <a:cubicBezTo>
                    <a:pt x="73067" y="33436"/>
                    <a:pt x="73203" y="33649"/>
                    <a:pt x="73331" y="33867"/>
                  </a:cubicBezTo>
                  <a:cubicBezTo>
                    <a:pt x="73459" y="34084"/>
                    <a:pt x="73581" y="34305"/>
                    <a:pt x="73696" y="34530"/>
                  </a:cubicBezTo>
                  <a:cubicBezTo>
                    <a:pt x="73810" y="34755"/>
                    <a:pt x="73918" y="34983"/>
                    <a:pt x="74018" y="35215"/>
                  </a:cubicBezTo>
                  <a:cubicBezTo>
                    <a:pt x="74118" y="35446"/>
                    <a:pt x="74211" y="35681"/>
                    <a:pt x="74296" y="35919"/>
                  </a:cubicBezTo>
                  <a:cubicBezTo>
                    <a:pt x="74382" y="36156"/>
                    <a:pt x="74460" y="36396"/>
                    <a:pt x="74530" y="36638"/>
                  </a:cubicBezTo>
                  <a:cubicBezTo>
                    <a:pt x="74601" y="36881"/>
                    <a:pt x="74664" y="37125"/>
                    <a:pt x="74719" y="37372"/>
                  </a:cubicBezTo>
                  <a:cubicBezTo>
                    <a:pt x="74774" y="37618"/>
                    <a:pt x="74821" y="37866"/>
                    <a:pt x="74860" y="38115"/>
                  </a:cubicBezTo>
                  <a:cubicBezTo>
                    <a:pt x="74900" y="38364"/>
                    <a:pt x="74932" y="38615"/>
                    <a:pt x="74955" y="38866"/>
                  </a:cubicBezTo>
                  <a:cubicBezTo>
                    <a:pt x="74979" y="39117"/>
                    <a:pt x="74995" y="39369"/>
                    <a:pt x="75003" y="39622"/>
                  </a:cubicBezTo>
                  <a:cubicBezTo>
                    <a:pt x="75011" y="39874"/>
                    <a:pt x="75011" y="40126"/>
                    <a:pt x="75003" y="40378"/>
                  </a:cubicBezTo>
                  <a:cubicBezTo>
                    <a:pt x="74995" y="40631"/>
                    <a:pt x="74979" y="40883"/>
                    <a:pt x="74955" y="41134"/>
                  </a:cubicBezTo>
                  <a:cubicBezTo>
                    <a:pt x="74932" y="41385"/>
                    <a:pt x="74900" y="41636"/>
                    <a:pt x="74860" y="41885"/>
                  </a:cubicBezTo>
                  <a:cubicBezTo>
                    <a:pt x="74821" y="42134"/>
                    <a:pt x="74774" y="42382"/>
                    <a:pt x="74719" y="42628"/>
                  </a:cubicBezTo>
                  <a:cubicBezTo>
                    <a:pt x="74664" y="42875"/>
                    <a:pt x="74601" y="43119"/>
                    <a:pt x="74530" y="43362"/>
                  </a:cubicBezTo>
                  <a:cubicBezTo>
                    <a:pt x="74460" y="43604"/>
                    <a:pt x="74382" y="43844"/>
                    <a:pt x="74296" y="44081"/>
                  </a:cubicBezTo>
                  <a:cubicBezTo>
                    <a:pt x="74211" y="44319"/>
                    <a:pt x="74118" y="44554"/>
                    <a:pt x="74018" y="44785"/>
                  </a:cubicBezTo>
                  <a:cubicBezTo>
                    <a:pt x="73918" y="45017"/>
                    <a:pt x="73810" y="45245"/>
                    <a:pt x="73696" y="45470"/>
                  </a:cubicBezTo>
                  <a:cubicBezTo>
                    <a:pt x="73581" y="45695"/>
                    <a:pt x="73459" y="45916"/>
                    <a:pt x="73331" y="46133"/>
                  </a:cubicBezTo>
                  <a:cubicBezTo>
                    <a:pt x="73203" y="46351"/>
                    <a:pt x="73067" y="46564"/>
                    <a:pt x="72925" y="46773"/>
                  </a:cubicBezTo>
                  <a:cubicBezTo>
                    <a:pt x="72784" y="46981"/>
                    <a:pt x="72635" y="47186"/>
                    <a:pt x="72481" y="47385"/>
                  </a:cubicBezTo>
                  <a:cubicBezTo>
                    <a:pt x="72326" y="47584"/>
                    <a:pt x="72165" y="47779"/>
                    <a:pt x="71998" y="47968"/>
                  </a:cubicBezTo>
                  <a:cubicBezTo>
                    <a:pt x="71831" y="48158"/>
                    <a:pt x="71658" y="48342"/>
                    <a:pt x="71480" y="48520"/>
                  </a:cubicBezTo>
                  <a:lnTo>
                    <a:pt x="48520" y="71480"/>
                  </a:lnTo>
                  <a:cubicBezTo>
                    <a:pt x="48342" y="71658"/>
                    <a:pt x="48158" y="71831"/>
                    <a:pt x="47968" y="71998"/>
                  </a:cubicBezTo>
                  <a:cubicBezTo>
                    <a:pt x="47779" y="72165"/>
                    <a:pt x="47584" y="72326"/>
                    <a:pt x="47385" y="72481"/>
                  </a:cubicBezTo>
                  <a:cubicBezTo>
                    <a:pt x="47186" y="72635"/>
                    <a:pt x="46981" y="72784"/>
                    <a:pt x="46773" y="72925"/>
                  </a:cubicBezTo>
                  <a:cubicBezTo>
                    <a:pt x="46564" y="73067"/>
                    <a:pt x="46351" y="73203"/>
                    <a:pt x="46133" y="73331"/>
                  </a:cubicBezTo>
                  <a:cubicBezTo>
                    <a:pt x="45916" y="73459"/>
                    <a:pt x="45695" y="73581"/>
                    <a:pt x="45470" y="73696"/>
                  </a:cubicBezTo>
                  <a:cubicBezTo>
                    <a:pt x="45245" y="73810"/>
                    <a:pt x="45017" y="73918"/>
                    <a:pt x="44785" y="74018"/>
                  </a:cubicBezTo>
                  <a:cubicBezTo>
                    <a:pt x="44554" y="74118"/>
                    <a:pt x="44319" y="74211"/>
                    <a:pt x="44081" y="74296"/>
                  </a:cubicBezTo>
                  <a:cubicBezTo>
                    <a:pt x="43844" y="74382"/>
                    <a:pt x="43604" y="74460"/>
                    <a:pt x="43362" y="74530"/>
                  </a:cubicBezTo>
                  <a:cubicBezTo>
                    <a:pt x="43119" y="74601"/>
                    <a:pt x="42875" y="74664"/>
                    <a:pt x="42628" y="74719"/>
                  </a:cubicBezTo>
                  <a:cubicBezTo>
                    <a:pt x="42382" y="74774"/>
                    <a:pt x="42134" y="74821"/>
                    <a:pt x="41885" y="74860"/>
                  </a:cubicBezTo>
                  <a:cubicBezTo>
                    <a:pt x="41636" y="74900"/>
                    <a:pt x="41385" y="74932"/>
                    <a:pt x="41134" y="74955"/>
                  </a:cubicBezTo>
                  <a:cubicBezTo>
                    <a:pt x="40883" y="74979"/>
                    <a:pt x="40631" y="74995"/>
                    <a:pt x="40378" y="75003"/>
                  </a:cubicBezTo>
                  <a:cubicBezTo>
                    <a:pt x="40126" y="75011"/>
                    <a:pt x="39874" y="75011"/>
                    <a:pt x="39622" y="75003"/>
                  </a:cubicBezTo>
                  <a:cubicBezTo>
                    <a:pt x="39369" y="74995"/>
                    <a:pt x="39117" y="74979"/>
                    <a:pt x="38866" y="74955"/>
                  </a:cubicBezTo>
                  <a:cubicBezTo>
                    <a:pt x="38615" y="74932"/>
                    <a:pt x="38364" y="74900"/>
                    <a:pt x="38115" y="74860"/>
                  </a:cubicBezTo>
                  <a:cubicBezTo>
                    <a:pt x="37866" y="74821"/>
                    <a:pt x="37618" y="74774"/>
                    <a:pt x="37372" y="74719"/>
                  </a:cubicBezTo>
                  <a:cubicBezTo>
                    <a:pt x="37125" y="74664"/>
                    <a:pt x="36881" y="74601"/>
                    <a:pt x="36638" y="74530"/>
                  </a:cubicBezTo>
                  <a:cubicBezTo>
                    <a:pt x="36396" y="74460"/>
                    <a:pt x="36156" y="74382"/>
                    <a:pt x="35919" y="74296"/>
                  </a:cubicBezTo>
                  <a:cubicBezTo>
                    <a:pt x="35681" y="74211"/>
                    <a:pt x="35446" y="74118"/>
                    <a:pt x="35215" y="74018"/>
                  </a:cubicBezTo>
                  <a:cubicBezTo>
                    <a:pt x="34983" y="73918"/>
                    <a:pt x="34755" y="73810"/>
                    <a:pt x="34530" y="73696"/>
                  </a:cubicBezTo>
                  <a:cubicBezTo>
                    <a:pt x="34305" y="73581"/>
                    <a:pt x="34084" y="73459"/>
                    <a:pt x="33867" y="73331"/>
                  </a:cubicBezTo>
                  <a:cubicBezTo>
                    <a:pt x="33649" y="73203"/>
                    <a:pt x="33436" y="73067"/>
                    <a:pt x="33227" y="72925"/>
                  </a:cubicBezTo>
                  <a:cubicBezTo>
                    <a:pt x="33019" y="72784"/>
                    <a:pt x="32814" y="72635"/>
                    <a:pt x="32615" y="72481"/>
                  </a:cubicBezTo>
                  <a:cubicBezTo>
                    <a:pt x="32416" y="72326"/>
                    <a:pt x="32221" y="72165"/>
                    <a:pt x="32032" y="71998"/>
                  </a:cubicBezTo>
                  <a:cubicBezTo>
                    <a:pt x="31842" y="71831"/>
                    <a:pt x="31658" y="71658"/>
                    <a:pt x="31480" y="7148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2" name="probe-lucide-satellite-part-4"/>
            <p:cNvSpPr/>
            <p:nvPr/>
          </p:nvSpPr>
          <p:spPr>
            <a:xfrm>
              <a:off x="30000" y="15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60000"/>
                  </a:moveTo>
                  <a:cubicBezTo>
                    <a:pt x="60000" y="58743"/>
                    <a:pt x="59961" y="57487"/>
                    <a:pt x="59882" y="56233"/>
                  </a:cubicBezTo>
                  <a:cubicBezTo>
                    <a:pt x="59803" y="54978"/>
                    <a:pt x="59684" y="53727"/>
                    <a:pt x="59527" y="52480"/>
                  </a:cubicBezTo>
                  <a:cubicBezTo>
                    <a:pt x="59369" y="51233"/>
                    <a:pt x="59173" y="49992"/>
                    <a:pt x="58937" y="48757"/>
                  </a:cubicBezTo>
                  <a:cubicBezTo>
                    <a:pt x="58702" y="47523"/>
                    <a:pt x="58428" y="46296"/>
                    <a:pt x="58115" y="45079"/>
                  </a:cubicBezTo>
                  <a:cubicBezTo>
                    <a:pt x="57802" y="43861"/>
                    <a:pt x="57452" y="42654"/>
                    <a:pt x="57063" y="41459"/>
                  </a:cubicBezTo>
                  <a:cubicBezTo>
                    <a:pt x="56675" y="40264"/>
                    <a:pt x="56249" y="39081"/>
                    <a:pt x="55787" y="37913"/>
                  </a:cubicBezTo>
                  <a:cubicBezTo>
                    <a:pt x="55324" y="36744"/>
                    <a:pt x="54825" y="35590"/>
                    <a:pt x="54290" y="34453"/>
                  </a:cubicBezTo>
                  <a:cubicBezTo>
                    <a:pt x="53755" y="33316"/>
                    <a:pt x="53184" y="32196"/>
                    <a:pt x="52578" y="31095"/>
                  </a:cubicBezTo>
                  <a:cubicBezTo>
                    <a:pt x="51973" y="29993"/>
                    <a:pt x="51333" y="28911"/>
                    <a:pt x="50660" y="27850"/>
                  </a:cubicBezTo>
                  <a:cubicBezTo>
                    <a:pt x="49986" y="26789"/>
                    <a:pt x="49280" y="25750"/>
                    <a:pt x="48541" y="24733"/>
                  </a:cubicBezTo>
                  <a:cubicBezTo>
                    <a:pt x="47802" y="23716"/>
                    <a:pt x="47032" y="22723"/>
                    <a:pt x="46231" y="21755"/>
                  </a:cubicBezTo>
                  <a:cubicBezTo>
                    <a:pt x="45430" y="20786"/>
                    <a:pt x="44598" y="19843"/>
                    <a:pt x="43738" y="18927"/>
                  </a:cubicBezTo>
                  <a:cubicBezTo>
                    <a:pt x="42878" y="18011"/>
                    <a:pt x="41989" y="17122"/>
                    <a:pt x="41073" y="16262"/>
                  </a:cubicBezTo>
                  <a:cubicBezTo>
                    <a:pt x="40157" y="15402"/>
                    <a:pt x="39214" y="14570"/>
                    <a:pt x="38245" y="13769"/>
                  </a:cubicBezTo>
                  <a:cubicBezTo>
                    <a:pt x="37277" y="12968"/>
                    <a:pt x="36284" y="12198"/>
                    <a:pt x="35267" y="11459"/>
                  </a:cubicBezTo>
                  <a:cubicBezTo>
                    <a:pt x="34250" y="10720"/>
                    <a:pt x="33211" y="10014"/>
                    <a:pt x="32150" y="9340"/>
                  </a:cubicBezTo>
                  <a:cubicBezTo>
                    <a:pt x="31089" y="8667"/>
                    <a:pt x="30007" y="8027"/>
                    <a:pt x="28905" y="7422"/>
                  </a:cubicBezTo>
                  <a:cubicBezTo>
                    <a:pt x="27804" y="6816"/>
                    <a:pt x="26684" y="6245"/>
                    <a:pt x="25547" y="5710"/>
                  </a:cubicBezTo>
                  <a:cubicBezTo>
                    <a:pt x="24410" y="5175"/>
                    <a:pt x="23256" y="4676"/>
                    <a:pt x="22087" y="4213"/>
                  </a:cubicBezTo>
                  <a:cubicBezTo>
                    <a:pt x="20919" y="3751"/>
                    <a:pt x="19736" y="3325"/>
                    <a:pt x="18541" y="2937"/>
                  </a:cubicBezTo>
                  <a:cubicBezTo>
                    <a:pt x="17346" y="2548"/>
                    <a:pt x="16139" y="2198"/>
                    <a:pt x="14921" y="1885"/>
                  </a:cubicBezTo>
                  <a:cubicBezTo>
                    <a:pt x="13704" y="1572"/>
                    <a:pt x="12477" y="1298"/>
                    <a:pt x="11243" y="1063"/>
                  </a:cubicBezTo>
                  <a:cubicBezTo>
                    <a:pt x="10008" y="827"/>
                    <a:pt x="8767" y="631"/>
                    <a:pt x="7520" y="473"/>
                  </a:cubicBezTo>
                  <a:cubicBezTo>
                    <a:pt x="6273" y="316"/>
                    <a:pt x="5022" y="197"/>
                    <a:pt x="3767" y="118"/>
                  </a:cubicBezTo>
                  <a:cubicBezTo>
                    <a:pt x="2513" y="39"/>
                    <a:pt x="1257" y="0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3" name="probe-lucide-satellite-part-5"/>
            <p:cNvSpPr/>
            <p:nvPr/>
          </p:nvSpPr>
          <p:spPr>
            <a:xfrm>
              <a:off x="89991" y="59991"/>
              <a:ext cx="90017" cy="90017"/>
            </a:xfrm>
            <a:custGeom>
              <a:avLst/>
              <a:gdLst/>
              <a:ahLst/>
              <a:cxnLst/>
              <a:rect l="0" t="0" r="r" b="b"/>
              <a:pathLst>
                <a:path w="90017" h="90017">
                  <a:moveTo>
                    <a:pt x="3529" y="46489"/>
                  </a:moveTo>
                  <a:cubicBezTo>
                    <a:pt x="3350" y="46667"/>
                    <a:pt x="3177" y="46851"/>
                    <a:pt x="3011" y="47041"/>
                  </a:cubicBezTo>
                  <a:cubicBezTo>
                    <a:pt x="2844" y="47230"/>
                    <a:pt x="2683" y="47424"/>
                    <a:pt x="2528" y="47624"/>
                  </a:cubicBezTo>
                  <a:cubicBezTo>
                    <a:pt x="2374" y="47823"/>
                    <a:pt x="2225" y="48027"/>
                    <a:pt x="2083" y="48236"/>
                  </a:cubicBezTo>
                  <a:cubicBezTo>
                    <a:pt x="1941" y="48445"/>
                    <a:pt x="1806" y="48658"/>
                    <a:pt x="1678" y="48875"/>
                  </a:cubicBezTo>
                  <a:cubicBezTo>
                    <a:pt x="1549" y="49093"/>
                    <a:pt x="1428" y="49314"/>
                    <a:pt x="1313" y="49539"/>
                  </a:cubicBezTo>
                  <a:cubicBezTo>
                    <a:pt x="1199" y="49763"/>
                    <a:pt x="1091" y="49992"/>
                    <a:pt x="991" y="50224"/>
                  </a:cubicBezTo>
                  <a:cubicBezTo>
                    <a:pt x="891" y="50455"/>
                    <a:pt x="798" y="50690"/>
                    <a:pt x="712" y="50927"/>
                  </a:cubicBezTo>
                  <a:cubicBezTo>
                    <a:pt x="627" y="51165"/>
                    <a:pt x="549" y="51405"/>
                    <a:pt x="478" y="51647"/>
                  </a:cubicBezTo>
                  <a:cubicBezTo>
                    <a:pt x="408" y="51890"/>
                    <a:pt x="345" y="52134"/>
                    <a:pt x="290" y="52380"/>
                  </a:cubicBezTo>
                  <a:cubicBezTo>
                    <a:pt x="235" y="52627"/>
                    <a:pt x="188" y="52875"/>
                    <a:pt x="148" y="53124"/>
                  </a:cubicBezTo>
                  <a:cubicBezTo>
                    <a:pt x="109" y="53373"/>
                    <a:pt x="77" y="53624"/>
                    <a:pt x="53" y="53875"/>
                  </a:cubicBezTo>
                  <a:cubicBezTo>
                    <a:pt x="30" y="54126"/>
                    <a:pt x="14" y="54378"/>
                    <a:pt x="6" y="54630"/>
                  </a:cubicBezTo>
                  <a:cubicBezTo>
                    <a:pt x="-2" y="54883"/>
                    <a:pt x="-2" y="55135"/>
                    <a:pt x="6" y="55387"/>
                  </a:cubicBezTo>
                  <a:cubicBezTo>
                    <a:pt x="14" y="55639"/>
                    <a:pt x="30" y="55891"/>
                    <a:pt x="53" y="56143"/>
                  </a:cubicBezTo>
                  <a:cubicBezTo>
                    <a:pt x="77" y="56394"/>
                    <a:pt x="109" y="56644"/>
                    <a:pt x="148" y="56894"/>
                  </a:cubicBezTo>
                  <a:cubicBezTo>
                    <a:pt x="188" y="57143"/>
                    <a:pt x="235" y="57391"/>
                    <a:pt x="290" y="57637"/>
                  </a:cubicBezTo>
                  <a:cubicBezTo>
                    <a:pt x="345" y="57883"/>
                    <a:pt x="408" y="58128"/>
                    <a:pt x="478" y="58370"/>
                  </a:cubicBezTo>
                  <a:cubicBezTo>
                    <a:pt x="549" y="58613"/>
                    <a:pt x="627" y="58853"/>
                    <a:pt x="712" y="59090"/>
                  </a:cubicBezTo>
                  <a:cubicBezTo>
                    <a:pt x="798" y="59328"/>
                    <a:pt x="891" y="59562"/>
                    <a:pt x="991" y="59794"/>
                  </a:cubicBezTo>
                  <a:cubicBezTo>
                    <a:pt x="1091" y="60026"/>
                    <a:pt x="1199" y="60254"/>
                    <a:pt x="1313" y="60479"/>
                  </a:cubicBezTo>
                  <a:cubicBezTo>
                    <a:pt x="1428" y="60704"/>
                    <a:pt x="1549" y="60925"/>
                    <a:pt x="1678" y="61142"/>
                  </a:cubicBezTo>
                  <a:cubicBezTo>
                    <a:pt x="1806" y="61359"/>
                    <a:pt x="1941" y="61573"/>
                    <a:pt x="2083" y="61781"/>
                  </a:cubicBezTo>
                  <a:cubicBezTo>
                    <a:pt x="2225" y="61990"/>
                    <a:pt x="2374" y="62194"/>
                    <a:pt x="2528" y="62394"/>
                  </a:cubicBezTo>
                  <a:cubicBezTo>
                    <a:pt x="2683" y="62593"/>
                    <a:pt x="2844" y="62788"/>
                    <a:pt x="3011" y="62977"/>
                  </a:cubicBezTo>
                  <a:cubicBezTo>
                    <a:pt x="3177" y="63166"/>
                    <a:pt x="3350" y="63350"/>
                    <a:pt x="3529" y="63529"/>
                  </a:cubicBezTo>
                  <a:lnTo>
                    <a:pt x="26489" y="86489"/>
                  </a:lnTo>
                  <a:cubicBezTo>
                    <a:pt x="26667" y="86667"/>
                    <a:pt x="26851" y="86840"/>
                    <a:pt x="27041" y="87007"/>
                  </a:cubicBezTo>
                  <a:cubicBezTo>
                    <a:pt x="27230" y="87174"/>
                    <a:pt x="27424" y="87335"/>
                    <a:pt x="27624" y="87489"/>
                  </a:cubicBezTo>
                  <a:cubicBezTo>
                    <a:pt x="27823" y="87644"/>
                    <a:pt x="28027" y="87792"/>
                    <a:pt x="28236" y="87934"/>
                  </a:cubicBezTo>
                  <a:cubicBezTo>
                    <a:pt x="28445" y="88076"/>
                    <a:pt x="28658" y="88211"/>
                    <a:pt x="28875" y="88340"/>
                  </a:cubicBezTo>
                  <a:cubicBezTo>
                    <a:pt x="29093" y="88468"/>
                    <a:pt x="29314" y="88590"/>
                    <a:pt x="29539" y="88704"/>
                  </a:cubicBezTo>
                  <a:cubicBezTo>
                    <a:pt x="29763" y="88819"/>
                    <a:pt x="29992" y="88926"/>
                    <a:pt x="30224" y="89027"/>
                  </a:cubicBezTo>
                  <a:cubicBezTo>
                    <a:pt x="30455" y="89127"/>
                    <a:pt x="30690" y="89220"/>
                    <a:pt x="30927" y="89305"/>
                  </a:cubicBezTo>
                  <a:cubicBezTo>
                    <a:pt x="31165" y="89391"/>
                    <a:pt x="31405" y="89469"/>
                    <a:pt x="31647" y="89539"/>
                  </a:cubicBezTo>
                  <a:cubicBezTo>
                    <a:pt x="31890" y="89609"/>
                    <a:pt x="32134" y="89672"/>
                    <a:pt x="32380" y="89727"/>
                  </a:cubicBezTo>
                  <a:cubicBezTo>
                    <a:pt x="32627" y="89782"/>
                    <a:pt x="32875" y="89830"/>
                    <a:pt x="33124" y="89869"/>
                  </a:cubicBezTo>
                  <a:cubicBezTo>
                    <a:pt x="33373" y="89909"/>
                    <a:pt x="33624" y="89940"/>
                    <a:pt x="33875" y="89964"/>
                  </a:cubicBezTo>
                  <a:cubicBezTo>
                    <a:pt x="34126" y="89988"/>
                    <a:pt x="34378" y="90004"/>
                    <a:pt x="34630" y="90012"/>
                  </a:cubicBezTo>
                  <a:cubicBezTo>
                    <a:pt x="34883" y="90019"/>
                    <a:pt x="35135" y="90019"/>
                    <a:pt x="35387" y="90012"/>
                  </a:cubicBezTo>
                  <a:cubicBezTo>
                    <a:pt x="35639" y="90004"/>
                    <a:pt x="35891" y="89988"/>
                    <a:pt x="36143" y="89964"/>
                  </a:cubicBezTo>
                  <a:cubicBezTo>
                    <a:pt x="36394" y="89940"/>
                    <a:pt x="36644" y="89909"/>
                    <a:pt x="36894" y="89869"/>
                  </a:cubicBezTo>
                  <a:cubicBezTo>
                    <a:pt x="37143" y="89830"/>
                    <a:pt x="37391" y="89782"/>
                    <a:pt x="37637" y="89727"/>
                  </a:cubicBezTo>
                  <a:cubicBezTo>
                    <a:pt x="37883" y="89672"/>
                    <a:pt x="38128" y="89609"/>
                    <a:pt x="38370" y="89539"/>
                  </a:cubicBezTo>
                  <a:cubicBezTo>
                    <a:pt x="38613" y="89469"/>
                    <a:pt x="38853" y="89391"/>
                    <a:pt x="39090" y="89305"/>
                  </a:cubicBezTo>
                  <a:cubicBezTo>
                    <a:pt x="39328" y="89220"/>
                    <a:pt x="39562" y="89127"/>
                    <a:pt x="39794" y="89027"/>
                  </a:cubicBezTo>
                  <a:cubicBezTo>
                    <a:pt x="40026" y="88926"/>
                    <a:pt x="40254" y="88819"/>
                    <a:pt x="40479" y="88704"/>
                  </a:cubicBezTo>
                  <a:cubicBezTo>
                    <a:pt x="40704" y="88590"/>
                    <a:pt x="40925" y="88468"/>
                    <a:pt x="41142" y="88340"/>
                  </a:cubicBezTo>
                  <a:cubicBezTo>
                    <a:pt x="41359" y="88211"/>
                    <a:pt x="41573" y="88076"/>
                    <a:pt x="41781" y="87934"/>
                  </a:cubicBezTo>
                  <a:cubicBezTo>
                    <a:pt x="41990" y="87792"/>
                    <a:pt x="42194" y="87644"/>
                    <a:pt x="42394" y="87489"/>
                  </a:cubicBezTo>
                  <a:cubicBezTo>
                    <a:pt x="42593" y="87335"/>
                    <a:pt x="42788" y="87174"/>
                    <a:pt x="42977" y="87007"/>
                  </a:cubicBezTo>
                  <a:cubicBezTo>
                    <a:pt x="43166" y="86840"/>
                    <a:pt x="43350" y="86667"/>
                    <a:pt x="43529" y="86489"/>
                  </a:cubicBezTo>
                  <a:lnTo>
                    <a:pt x="86489" y="43529"/>
                  </a:lnTo>
                  <a:cubicBezTo>
                    <a:pt x="86667" y="43350"/>
                    <a:pt x="86840" y="43166"/>
                    <a:pt x="87007" y="42977"/>
                  </a:cubicBezTo>
                  <a:cubicBezTo>
                    <a:pt x="87174" y="42788"/>
                    <a:pt x="87335" y="42593"/>
                    <a:pt x="87489" y="42394"/>
                  </a:cubicBezTo>
                  <a:cubicBezTo>
                    <a:pt x="87644" y="42194"/>
                    <a:pt x="87792" y="41990"/>
                    <a:pt x="87934" y="41781"/>
                  </a:cubicBezTo>
                  <a:cubicBezTo>
                    <a:pt x="88076" y="41573"/>
                    <a:pt x="88211" y="41359"/>
                    <a:pt x="88340" y="41142"/>
                  </a:cubicBezTo>
                  <a:cubicBezTo>
                    <a:pt x="88468" y="40925"/>
                    <a:pt x="88590" y="40704"/>
                    <a:pt x="88704" y="40479"/>
                  </a:cubicBezTo>
                  <a:cubicBezTo>
                    <a:pt x="88819" y="40254"/>
                    <a:pt x="88926" y="40026"/>
                    <a:pt x="89027" y="39794"/>
                  </a:cubicBezTo>
                  <a:cubicBezTo>
                    <a:pt x="89127" y="39562"/>
                    <a:pt x="89220" y="39328"/>
                    <a:pt x="89305" y="39090"/>
                  </a:cubicBezTo>
                  <a:cubicBezTo>
                    <a:pt x="89391" y="38853"/>
                    <a:pt x="89469" y="38613"/>
                    <a:pt x="89539" y="38370"/>
                  </a:cubicBezTo>
                  <a:cubicBezTo>
                    <a:pt x="89609" y="38128"/>
                    <a:pt x="89672" y="37883"/>
                    <a:pt x="89727" y="37637"/>
                  </a:cubicBezTo>
                  <a:cubicBezTo>
                    <a:pt x="89782" y="37391"/>
                    <a:pt x="89830" y="37143"/>
                    <a:pt x="89869" y="36894"/>
                  </a:cubicBezTo>
                  <a:cubicBezTo>
                    <a:pt x="89909" y="36644"/>
                    <a:pt x="89940" y="36394"/>
                    <a:pt x="89964" y="36143"/>
                  </a:cubicBezTo>
                  <a:cubicBezTo>
                    <a:pt x="89988" y="35891"/>
                    <a:pt x="90004" y="35639"/>
                    <a:pt x="90012" y="35387"/>
                  </a:cubicBezTo>
                  <a:cubicBezTo>
                    <a:pt x="90019" y="35135"/>
                    <a:pt x="90019" y="34883"/>
                    <a:pt x="90012" y="34630"/>
                  </a:cubicBezTo>
                  <a:cubicBezTo>
                    <a:pt x="90004" y="34378"/>
                    <a:pt x="89988" y="34126"/>
                    <a:pt x="89964" y="33875"/>
                  </a:cubicBezTo>
                  <a:cubicBezTo>
                    <a:pt x="89940" y="33624"/>
                    <a:pt x="89909" y="33373"/>
                    <a:pt x="89869" y="33124"/>
                  </a:cubicBezTo>
                  <a:cubicBezTo>
                    <a:pt x="89830" y="32875"/>
                    <a:pt x="89782" y="32627"/>
                    <a:pt x="89727" y="32380"/>
                  </a:cubicBezTo>
                  <a:cubicBezTo>
                    <a:pt x="89672" y="32134"/>
                    <a:pt x="89609" y="31890"/>
                    <a:pt x="89539" y="31647"/>
                  </a:cubicBezTo>
                  <a:cubicBezTo>
                    <a:pt x="89469" y="31405"/>
                    <a:pt x="89391" y="31165"/>
                    <a:pt x="89305" y="30927"/>
                  </a:cubicBezTo>
                  <a:cubicBezTo>
                    <a:pt x="89220" y="30690"/>
                    <a:pt x="89127" y="30455"/>
                    <a:pt x="89027" y="30224"/>
                  </a:cubicBezTo>
                  <a:cubicBezTo>
                    <a:pt x="88926" y="29992"/>
                    <a:pt x="88819" y="29763"/>
                    <a:pt x="88704" y="29539"/>
                  </a:cubicBezTo>
                  <a:cubicBezTo>
                    <a:pt x="88590" y="29314"/>
                    <a:pt x="88468" y="29093"/>
                    <a:pt x="88340" y="28875"/>
                  </a:cubicBezTo>
                  <a:cubicBezTo>
                    <a:pt x="88211" y="28658"/>
                    <a:pt x="88076" y="28445"/>
                    <a:pt x="87934" y="28236"/>
                  </a:cubicBezTo>
                  <a:cubicBezTo>
                    <a:pt x="87792" y="28027"/>
                    <a:pt x="87644" y="27823"/>
                    <a:pt x="87489" y="27624"/>
                  </a:cubicBezTo>
                  <a:cubicBezTo>
                    <a:pt x="87335" y="27424"/>
                    <a:pt x="87174" y="27230"/>
                    <a:pt x="87007" y="27041"/>
                  </a:cubicBezTo>
                  <a:cubicBezTo>
                    <a:pt x="86840" y="26851"/>
                    <a:pt x="86667" y="26667"/>
                    <a:pt x="86489" y="26489"/>
                  </a:cubicBezTo>
                  <a:lnTo>
                    <a:pt x="63529" y="3529"/>
                  </a:lnTo>
                  <a:cubicBezTo>
                    <a:pt x="63350" y="3350"/>
                    <a:pt x="63166" y="3177"/>
                    <a:pt x="62977" y="3011"/>
                  </a:cubicBezTo>
                  <a:cubicBezTo>
                    <a:pt x="62788" y="2844"/>
                    <a:pt x="62593" y="2683"/>
                    <a:pt x="62394" y="2528"/>
                  </a:cubicBezTo>
                  <a:cubicBezTo>
                    <a:pt x="62194" y="2374"/>
                    <a:pt x="61990" y="2225"/>
                    <a:pt x="61781" y="2083"/>
                  </a:cubicBezTo>
                  <a:cubicBezTo>
                    <a:pt x="61573" y="1941"/>
                    <a:pt x="61359" y="1806"/>
                    <a:pt x="61142" y="1678"/>
                  </a:cubicBezTo>
                  <a:cubicBezTo>
                    <a:pt x="60925" y="1549"/>
                    <a:pt x="60704" y="1428"/>
                    <a:pt x="60479" y="1313"/>
                  </a:cubicBezTo>
                  <a:cubicBezTo>
                    <a:pt x="60254" y="1199"/>
                    <a:pt x="60026" y="1091"/>
                    <a:pt x="59794" y="991"/>
                  </a:cubicBezTo>
                  <a:cubicBezTo>
                    <a:pt x="59562" y="891"/>
                    <a:pt x="59328" y="798"/>
                    <a:pt x="59090" y="712"/>
                  </a:cubicBezTo>
                  <a:cubicBezTo>
                    <a:pt x="58853" y="627"/>
                    <a:pt x="58613" y="549"/>
                    <a:pt x="58370" y="478"/>
                  </a:cubicBezTo>
                  <a:cubicBezTo>
                    <a:pt x="58128" y="408"/>
                    <a:pt x="57883" y="345"/>
                    <a:pt x="57637" y="290"/>
                  </a:cubicBezTo>
                  <a:cubicBezTo>
                    <a:pt x="57391" y="235"/>
                    <a:pt x="57143" y="188"/>
                    <a:pt x="56894" y="148"/>
                  </a:cubicBezTo>
                  <a:cubicBezTo>
                    <a:pt x="56644" y="109"/>
                    <a:pt x="56394" y="77"/>
                    <a:pt x="56143" y="53"/>
                  </a:cubicBezTo>
                  <a:cubicBezTo>
                    <a:pt x="55891" y="30"/>
                    <a:pt x="55639" y="14"/>
                    <a:pt x="55387" y="6"/>
                  </a:cubicBezTo>
                  <a:cubicBezTo>
                    <a:pt x="55135" y="-2"/>
                    <a:pt x="54883" y="-2"/>
                    <a:pt x="54630" y="6"/>
                  </a:cubicBezTo>
                  <a:cubicBezTo>
                    <a:pt x="54378" y="14"/>
                    <a:pt x="54126" y="30"/>
                    <a:pt x="53875" y="53"/>
                  </a:cubicBezTo>
                  <a:cubicBezTo>
                    <a:pt x="53624" y="77"/>
                    <a:pt x="53373" y="109"/>
                    <a:pt x="53124" y="148"/>
                  </a:cubicBezTo>
                  <a:cubicBezTo>
                    <a:pt x="52875" y="188"/>
                    <a:pt x="52627" y="235"/>
                    <a:pt x="52380" y="290"/>
                  </a:cubicBezTo>
                  <a:cubicBezTo>
                    <a:pt x="52134" y="345"/>
                    <a:pt x="51890" y="408"/>
                    <a:pt x="51647" y="478"/>
                  </a:cubicBezTo>
                  <a:cubicBezTo>
                    <a:pt x="51405" y="549"/>
                    <a:pt x="51165" y="627"/>
                    <a:pt x="50927" y="712"/>
                  </a:cubicBezTo>
                  <a:cubicBezTo>
                    <a:pt x="50690" y="798"/>
                    <a:pt x="50455" y="891"/>
                    <a:pt x="50224" y="991"/>
                  </a:cubicBezTo>
                  <a:cubicBezTo>
                    <a:pt x="49992" y="1091"/>
                    <a:pt x="49763" y="1199"/>
                    <a:pt x="49539" y="1313"/>
                  </a:cubicBezTo>
                  <a:cubicBezTo>
                    <a:pt x="49314" y="1428"/>
                    <a:pt x="49093" y="1549"/>
                    <a:pt x="48875" y="1678"/>
                  </a:cubicBezTo>
                  <a:cubicBezTo>
                    <a:pt x="48658" y="1806"/>
                    <a:pt x="48445" y="1941"/>
                    <a:pt x="48236" y="2083"/>
                  </a:cubicBezTo>
                  <a:cubicBezTo>
                    <a:pt x="48027" y="2225"/>
                    <a:pt x="47823" y="2374"/>
                    <a:pt x="47624" y="2528"/>
                  </a:cubicBezTo>
                  <a:cubicBezTo>
                    <a:pt x="47424" y="2683"/>
                    <a:pt x="47230" y="2844"/>
                    <a:pt x="47041" y="3011"/>
                  </a:cubicBezTo>
                  <a:cubicBezTo>
                    <a:pt x="46851" y="3177"/>
                    <a:pt x="46667" y="3350"/>
                    <a:pt x="46489" y="3529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4" name="probe-lucide-satellite-dish" descr="satellite-dish — Lucide Icons and Contributors; preserve the bundled full upstream license. Source: https://github.com/lucide-icons/lucide/blob/20aef31db93fe4d9f398dbb15b120d99c48eef95/icons/satellite-dish.svg; SVG SHA256: 7ce3938a89d6c2cec3563a1653248c26ad1227ae139b5a2b7d7ae32778928511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15" name="probe-lucide-satellite-dish-part-1"/>
            <p:cNvSpPr/>
            <p:nvPr/>
          </p:nvSpPr>
          <p:spPr>
            <a:xfrm>
              <a:off x="120000" y="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60000"/>
                  </a:moveTo>
                  <a:cubicBezTo>
                    <a:pt x="60000" y="58743"/>
                    <a:pt x="59961" y="57487"/>
                    <a:pt x="59882" y="56233"/>
                  </a:cubicBezTo>
                  <a:cubicBezTo>
                    <a:pt x="59803" y="54978"/>
                    <a:pt x="59684" y="53727"/>
                    <a:pt x="59527" y="52480"/>
                  </a:cubicBezTo>
                  <a:cubicBezTo>
                    <a:pt x="59369" y="51233"/>
                    <a:pt x="59173" y="49992"/>
                    <a:pt x="58937" y="48757"/>
                  </a:cubicBezTo>
                  <a:cubicBezTo>
                    <a:pt x="58702" y="47523"/>
                    <a:pt x="58428" y="46296"/>
                    <a:pt x="58115" y="45079"/>
                  </a:cubicBezTo>
                  <a:cubicBezTo>
                    <a:pt x="57802" y="43861"/>
                    <a:pt x="57452" y="42654"/>
                    <a:pt x="57063" y="41459"/>
                  </a:cubicBezTo>
                  <a:cubicBezTo>
                    <a:pt x="56675" y="40264"/>
                    <a:pt x="56249" y="39081"/>
                    <a:pt x="55787" y="37913"/>
                  </a:cubicBezTo>
                  <a:cubicBezTo>
                    <a:pt x="55324" y="36744"/>
                    <a:pt x="54825" y="35590"/>
                    <a:pt x="54290" y="34453"/>
                  </a:cubicBezTo>
                  <a:cubicBezTo>
                    <a:pt x="53755" y="33316"/>
                    <a:pt x="53184" y="32196"/>
                    <a:pt x="52578" y="31095"/>
                  </a:cubicBezTo>
                  <a:cubicBezTo>
                    <a:pt x="51973" y="29993"/>
                    <a:pt x="51333" y="28911"/>
                    <a:pt x="50660" y="27850"/>
                  </a:cubicBezTo>
                  <a:cubicBezTo>
                    <a:pt x="49986" y="26789"/>
                    <a:pt x="49280" y="25750"/>
                    <a:pt x="48541" y="24733"/>
                  </a:cubicBezTo>
                  <a:cubicBezTo>
                    <a:pt x="47802" y="23716"/>
                    <a:pt x="47032" y="22723"/>
                    <a:pt x="46231" y="21755"/>
                  </a:cubicBezTo>
                  <a:cubicBezTo>
                    <a:pt x="45430" y="20786"/>
                    <a:pt x="44598" y="19843"/>
                    <a:pt x="43738" y="18927"/>
                  </a:cubicBezTo>
                  <a:cubicBezTo>
                    <a:pt x="42878" y="18011"/>
                    <a:pt x="41989" y="17122"/>
                    <a:pt x="41073" y="16262"/>
                  </a:cubicBezTo>
                  <a:cubicBezTo>
                    <a:pt x="40157" y="15402"/>
                    <a:pt x="39214" y="14570"/>
                    <a:pt x="38245" y="13769"/>
                  </a:cubicBezTo>
                  <a:cubicBezTo>
                    <a:pt x="37277" y="12968"/>
                    <a:pt x="36284" y="12198"/>
                    <a:pt x="35267" y="11459"/>
                  </a:cubicBezTo>
                  <a:cubicBezTo>
                    <a:pt x="34250" y="10720"/>
                    <a:pt x="33211" y="10014"/>
                    <a:pt x="32150" y="9340"/>
                  </a:cubicBezTo>
                  <a:cubicBezTo>
                    <a:pt x="31089" y="8667"/>
                    <a:pt x="30007" y="8027"/>
                    <a:pt x="28905" y="7422"/>
                  </a:cubicBezTo>
                  <a:cubicBezTo>
                    <a:pt x="27804" y="6816"/>
                    <a:pt x="26684" y="6245"/>
                    <a:pt x="25547" y="5710"/>
                  </a:cubicBezTo>
                  <a:cubicBezTo>
                    <a:pt x="24410" y="5175"/>
                    <a:pt x="23256" y="4676"/>
                    <a:pt x="22087" y="4213"/>
                  </a:cubicBezTo>
                  <a:cubicBezTo>
                    <a:pt x="20919" y="3751"/>
                    <a:pt x="19736" y="3325"/>
                    <a:pt x="18541" y="2937"/>
                  </a:cubicBezTo>
                  <a:cubicBezTo>
                    <a:pt x="17346" y="2548"/>
                    <a:pt x="16139" y="2198"/>
                    <a:pt x="14921" y="1885"/>
                  </a:cubicBezTo>
                  <a:cubicBezTo>
                    <a:pt x="13704" y="1572"/>
                    <a:pt x="12477" y="1298"/>
                    <a:pt x="11243" y="1063"/>
                  </a:cubicBezTo>
                  <a:cubicBezTo>
                    <a:pt x="10008" y="827"/>
                    <a:pt x="8767" y="631"/>
                    <a:pt x="7520" y="473"/>
                  </a:cubicBezTo>
                  <a:cubicBezTo>
                    <a:pt x="6273" y="316"/>
                    <a:pt x="5022" y="197"/>
                    <a:pt x="3767" y="118"/>
                  </a:cubicBezTo>
                  <a:cubicBezTo>
                    <a:pt x="2513" y="39"/>
                    <a:pt x="1257" y="0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6" name="probe-lucide-satellite-dish-part-2"/>
            <p:cNvSpPr/>
            <p:nvPr/>
          </p:nvSpPr>
          <p:spPr>
            <a:xfrm>
              <a:off x="19954" y="99875"/>
              <a:ext cx="120172" cy="120172"/>
            </a:xfrm>
            <a:custGeom>
              <a:avLst/>
              <a:gdLst/>
              <a:ahLst/>
              <a:cxnLst/>
              <a:rect l="0" t="0" r="r" b="b"/>
              <a:pathLst>
                <a:path w="120172" h="120172">
                  <a:moveTo>
                    <a:pt x="8286" y="4715"/>
                  </a:moveTo>
                  <a:cubicBezTo>
                    <a:pt x="7551" y="6203"/>
                    <a:pt x="6862" y="7713"/>
                    <a:pt x="6220" y="9244"/>
                  </a:cubicBezTo>
                  <a:cubicBezTo>
                    <a:pt x="5579" y="10774"/>
                    <a:pt x="4985" y="12324"/>
                    <a:pt x="4440" y="13892"/>
                  </a:cubicBezTo>
                  <a:cubicBezTo>
                    <a:pt x="3894" y="15459"/>
                    <a:pt x="3398" y="17043"/>
                    <a:pt x="2952" y="18642"/>
                  </a:cubicBezTo>
                  <a:cubicBezTo>
                    <a:pt x="2505" y="20240"/>
                    <a:pt x="2108" y="21852"/>
                    <a:pt x="1762" y="23475"/>
                  </a:cubicBezTo>
                  <a:cubicBezTo>
                    <a:pt x="1415" y="25098"/>
                    <a:pt x="1120" y="26731"/>
                    <a:pt x="875" y="28373"/>
                  </a:cubicBezTo>
                  <a:cubicBezTo>
                    <a:pt x="630" y="30014"/>
                    <a:pt x="436" y="31663"/>
                    <a:pt x="294" y="33316"/>
                  </a:cubicBezTo>
                  <a:cubicBezTo>
                    <a:pt x="152" y="34969"/>
                    <a:pt x="61" y="36627"/>
                    <a:pt x="22" y="38286"/>
                  </a:cubicBezTo>
                  <a:cubicBezTo>
                    <a:pt x="-17" y="39945"/>
                    <a:pt x="-4" y="41605"/>
                    <a:pt x="60" y="43263"/>
                  </a:cubicBezTo>
                  <a:cubicBezTo>
                    <a:pt x="124" y="44922"/>
                    <a:pt x="240" y="46578"/>
                    <a:pt x="407" y="48229"/>
                  </a:cubicBezTo>
                  <a:cubicBezTo>
                    <a:pt x="574" y="49880"/>
                    <a:pt x="792" y="51525"/>
                    <a:pt x="1062" y="53163"/>
                  </a:cubicBezTo>
                  <a:cubicBezTo>
                    <a:pt x="1331" y="54800"/>
                    <a:pt x="1652" y="56429"/>
                    <a:pt x="2023" y="58047"/>
                  </a:cubicBezTo>
                  <a:cubicBezTo>
                    <a:pt x="2393" y="59664"/>
                    <a:pt x="2814" y="61270"/>
                    <a:pt x="3285" y="62861"/>
                  </a:cubicBezTo>
                  <a:cubicBezTo>
                    <a:pt x="3756" y="64453"/>
                    <a:pt x="4276" y="66029"/>
                    <a:pt x="4845" y="67588"/>
                  </a:cubicBezTo>
                  <a:cubicBezTo>
                    <a:pt x="5413" y="69147"/>
                    <a:pt x="6031" y="70688"/>
                    <a:pt x="6695" y="72209"/>
                  </a:cubicBezTo>
                  <a:cubicBezTo>
                    <a:pt x="7360" y="73730"/>
                    <a:pt x="8072" y="75229"/>
                    <a:pt x="8829" y="76706"/>
                  </a:cubicBezTo>
                  <a:cubicBezTo>
                    <a:pt x="9587" y="78182"/>
                    <a:pt x="10391" y="79635"/>
                    <a:pt x="11239" y="81061"/>
                  </a:cubicBezTo>
                  <a:cubicBezTo>
                    <a:pt x="12087" y="82487"/>
                    <a:pt x="12980" y="83887"/>
                    <a:pt x="13915" y="85258"/>
                  </a:cubicBezTo>
                  <a:cubicBezTo>
                    <a:pt x="14850" y="86629"/>
                    <a:pt x="15828" y="87970"/>
                    <a:pt x="16847" y="89280"/>
                  </a:cubicBezTo>
                  <a:cubicBezTo>
                    <a:pt x="17866" y="90590"/>
                    <a:pt x="18925" y="91869"/>
                    <a:pt x="20023" y="93113"/>
                  </a:cubicBezTo>
                  <a:cubicBezTo>
                    <a:pt x="21121" y="94357"/>
                    <a:pt x="22258" y="95567"/>
                    <a:pt x="23431" y="96740"/>
                  </a:cubicBezTo>
                  <a:cubicBezTo>
                    <a:pt x="24605" y="97914"/>
                    <a:pt x="25815" y="99050"/>
                    <a:pt x="27059" y="100149"/>
                  </a:cubicBezTo>
                  <a:cubicBezTo>
                    <a:pt x="28303" y="101247"/>
                    <a:pt x="29581" y="102306"/>
                    <a:pt x="30891" y="103325"/>
                  </a:cubicBezTo>
                  <a:cubicBezTo>
                    <a:pt x="32201" y="104344"/>
                    <a:pt x="33543" y="105321"/>
                    <a:pt x="34914" y="106257"/>
                  </a:cubicBezTo>
                  <a:cubicBezTo>
                    <a:pt x="36285" y="107192"/>
                    <a:pt x="37684" y="108084"/>
                    <a:pt x="39111" y="108932"/>
                  </a:cubicBezTo>
                  <a:cubicBezTo>
                    <a:pt x="40537" y="109781"/>
                    <a:pt x="41989" y="110584"/>
                    <a:pt x="43466" y="111342"/>
                  </a:cubicBezTo>
                  <a:cubicBezTo>
                    <a:pt x="44942" y="112100"/>
                    <a:pt x="46442" y="112812"/>
                    <a:pt x="47963" y="113476"/>
                  </a:cubicBezTo>
                  <a:cubicBezTo>
                    <a:pt x="49483" y="114141"/>
                    <a:pt x="51024" y="114758"/>
                    <a:pt x="52583" y="115327"/>
                  </a:cubicBezTo>
                  <a:cubicBezTo>
                    <a:pt x="54142" y="115896"/>
                    <a:pt x="55719" y="116416"/>
                    <a:pt x="57310" y="116886"/>
                  </a:cubicBezTo>
                  <a:cubicBezTo>
                    <a:pt x="58902" y="117357"/>
                    <a:pt x="60507" y="117778"/>
                    <a:pt x="62125" y="118149"/>
                  </a:cubicBezTo>
                  <a:cubicBezTo>
                    <a:pt x="63742" y="118520"/>
                    <a:pt x="65371" y="118840"/>
                    <a:pt x="67009" y="119110"/>
                  </a:cubicBezTo>
                  <a:cubicBezTo>
                    <a:pt x="68646" y="119379"/>
                    <a:pt x="70292" y="119598"/>
                    <a:pt x="71943" y="119765"/>
                  </a:cubicBezTo>
                  <a:cubicBezTo>
                    <a:pt x="73594" y="119932"/>
                    <a:pt x="75250" y="120048"/>
                    <a:pt x="76908" y="120112"/>
                  </a:cubicBezTo>
                  <a:cubicBezTo>
                    <a:pt x="78567" y="120176"/>
                    <a:pt x="80226" y="120188"/>
                    <a:pt x="81886" y="120149"/>
                  </a:cubicBezTo>
                  <a:cubicBezTo>
                    <a:pt x="83545" y="120110"/>
                    <a:pt x="85202" y="120020"/>
                    <a:pt x="86856" y="119877"/>
                  </a:cubicBezTo>
                  <a:cubicBezTo>
                    <a:pt x="88509" y="119735"/>
                    <a:pt x="90158" y="119541"/>
                    <a:pt x="91799" y="119297"/>
                  </a:cubicBezTo>
                  <a:cubicBezTo>
                    <a:pt x="93440" y="119052"/>
                    <a:pt x="95074" y="118756"/>
                    <a:pt x="96697" y="118410"/>
                  </a:cubicBezTo>
                  <a:cubicBezTo>
                    <a:pt x="98320" y="118063"/>
                    <a:pt x="99932" y="117667"/>
                    <a:pt x="101530" y="117220"/>
                  </a:cubicBezTo>
                  <a:cubicBezTo>
                    <a:pt x="103128" y="116773"/>
                    <a:pt x="104712" y="116277"/>
                    <a:pt x="106280" y="115732"/>
                  </a:cubicBezTo>
                  <a:cubicBezTo>
                    <a:pt x="107847" y="115187"/>
                    <a:pt x="109397" y="114593"/>
                    <a:pt x="110928" y="113951"/>
                  </a:cubicBezTo>
                  <a:cubicBezTo>
                    <a:pt x="112459" y="113310"/>
                    <a:pt x="113969" y="112621"/>
                    <a:pt x="115456" y="111885"/>
                  </a:cubicBezTo>
                  <a:cubicBezTo>
                    <a:pt x="121036" y="109125"/>
                    <a:pt x="121686" y="101765"/>
                    <a:pt x="117286" y="97365"/>
                  </a:cubicBezTo>
                  <a:lnTo>
                    <a:pt x="22806" y="2885"/>
                  </a:lnTo>
                  <a:cubicBezTo>
                    <a:pt x="18406" y="-1515"/>
                    <a:pt x="11046" y="-865"/>
                    <a:pt x="8286" y="4715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7" name="probe-lucide-satellite-dish-part-3"/>
            <p:cNvSpPr/>
            <p:nvPr/>
          </p:nvSpPr>
          <p:spPr>
            <a:xfrm>
              <a:off x="120000" y="20000"/>
              <a:ext cx="100000" cy="100000"/>
            </a:xfrm>
            <a:custGeom>
              <a:avLst/>
              <a:gdLst/>
              <a:ahLst/>
              <a:cxnLst/>
              <a:rect l="0" t="0" r="r" b="b"/>
              <a:pathLst>
                <a:path w="100000" h="100000">
                  <a:moveTo>
                    <a:pt x="100000" y="100000"/>
                  </a:moveTo>
                  <a:cubicBezTo>
                    <a:pt x="100000" y="97905"/>
                    <a:pt x="99934" y="95811"/>
                    <a:pt x="99803" y="93721"/>
                  </a:cubicBezTo>
                  <a:cubicBezTo>
                    <a:pt x="99671" y="91631"/>
                    <a:pt x="99474" y="89545"/>
                    <a:pt x="99211" y="87467"/>
                  </a:cubicBezTo>
                  <a:cubicBezTo>
                    <a:pt x="98949" y="85389"/>
                    <a:pt x="98621" y="83319"/>
                    <a:pt x="98229" y="81262"/>
                  </a:cubicBezTo>
                  <a:cubicBezTo>
                    <a:pt x="97836" y="79204"/>
                    <a:pt x="97379" y="77160"/>
                    <a:pt x="96858" y="75131"/>
                  </a:cubicBezTo>
                  <a:cubicBezTo>
                    <a:pt x="96337" y="73102"/>
                    <a:pt x="95753" y="71090"/>
                    <a:pt x="95106" y="69098"/>
                  </a:cubicBezTo>
                  <a:cubicBezTo>
                    <a:pt x="94458" y="67106"/>
                    <a:pt x="93749" y="65135"/>
                    <a:pt x="92978" y="63188"/>
                  </a:cubicBezTo>
                  <a:cubicBezTo>
                    <a:pt x="92207" y="61240"/>
                    <a:pt x="91375" y="59317"/>
                    <a:pt x="90483" y="57422"/>
                  </a:cubicBezTo>
                  <a:cubicBezTo>
                    <a:pt x="89591" y="55527"/>
                    <a:pt x="88640" y="53660"/>
                    <a:pt x="87631" y="51825"/>
                  </a:cubicBezTo>
                  <a:cubicBezTo>
                    <a:pt x="86622" y="49989"/>
                    <a:pt x="85555" y="48186"/>
                    <a:pt x="84433" y="46417"/>
                  </a:cubicBezTo>
                  <a:cubicBezTo>
                    <a:pt x="83310" y="44649"/>
                    <a:pt x="82133" y="42916"/>
                    <a:pt x="80902" y="41221"/>
                  </a:cubicBezTo>
                  <a:cubicBezTo>
                    <a:pt x="79671" y="39527"/>
                    <a:pt x="78386" y="37871"/>
                    <a:pt x="77051" y="36258"/>
                  </a:cubicBezTo>
                  <a:cubicBezTo>
                    <a:pt x="75716" y="34644"/>
                    <a:pt x="74331" y="33072"/>
                    <a:pt x="72897" y="31545"/>
                  </a:cubicBezTo>
                  <a:cubicBezTo>
                    <a:pt x="71463" y="30018"/>
                    <a:pt x="69982" y="28537"/>
                    <a:pt x="68455" y="27103"/>
                  </a:cubicBezTo>
                  <a:cubicBezTo>
                    <a:pt x="66928" y="25669"/>
                    <a:pt x="65356" y="24284"/>
                    <a:pt x="63742" y="22949"/>
                  </a:cubicBezTo>
                  <a:cubicBezTo>
                    <a:pt x="62129" y="21614"/>
                    <a:pt x="60473" y="20329"/>
                    <a:pt x="58779" y="19098"/>
                  </a:cubicBezTo>
                  <a:cubicBezTo>
                    <a:pt x="57084" y="17867"/>
                    <a:pt x="55351" y="16690"/>
                    <a:pt x="53583" y="15567"/>
                  </a:cubicBezTo>
                  <a:cubicBezTo>
                    <a:pt x="51814" y="14445"/>
                    <a:pt x="50011" y="13378"/>
                    <a:pt x="48175" y="12369"/>
                  </a:cubicBezTo>
                  <a:cubicBezTo>
                    <a:pt x="46340" y="11360"/>
                    <a:pt x="44473" y="10409"/>
                    <a:pt x="42578" y="9517"/>
                  </a:cubicBezTo>
                  <a:cubicBezTo>
                    <a:pt x="40683" y="8625"/>
                    <a:pt x="38760" y="7793"/>
                    <a:pt x="36812" y="7022"/>
                  </a:cubicBezTo>
                  <a:cubicBezTo>
                    <a:pt x="34865" y="6251"/>
                    <a:pt x="32894" y="5542"/>
                    <a:pt x="30902" y="4894"/>
                  </a:cubicBezTo>
                  <a:cubicBezTo>
                    <a:pt x="28910" y="4247"/>
                    <a:pt x="26898" y="3663"/>
                    <a:pt x="24869" y="3142"/>
                  </a:cubicBezTo>
                  <a:cubicBezTo>
                    <a:pt x="22840" y="2621"/>
                    <a:pt x="20796" y="2164"/>
                    <a:pt x="18738" y="1771"/>
                  </a:cubicBezTo>
                  <a:cubicBezTo>
                    <a:pt x="16681" y="1379"/>
                    <a:pt x="14611" y="1051"/>
                    <a:pt x="12533" y="789"/>
                  </a:cubicBezTo>
                  <a:cubicBezTo>
                    <a:pt x="10455" y="526"/>
                    <a:pt x="8369" y="329"/>
                    <a:pt x="6279" y="197"/>
                  </a:cubicBezTo>
                  <a:cubicBezTo>
                    <a:pt x="4189" y="66"/>
                    <a:pt x="2095" y="0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8" name="probe-lucide-satellite-dish-part-4"/>
            <p:cNvSpPr/>
            <p:nvPr/>
          </p:nvSpPr>
          <p:spPr>
            <a:xfrm>
              <a:off x="90000" y="11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lucide/signpost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lucide/signpost-big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lucide/tent-tree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lucide/tree-palm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maki/campsite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maki/drinking-water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maki/entrance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maki/marker-stroked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maki/mountain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maki/observation-tower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maki/park-alt1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maki/picnic-site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maki/ranger-station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maki/shelter</a:t>
            </a:r>
          </a:p>
        </p:txBody>
      </p:sp>
      <p:grpSp>
        <p:nvGrpSpPr>
          <p:cNvPr id="23" name="probe-lucide-signpost" descr="路标 — Lucide Icons and Contributors; ISC; original SVG unchanged. Source: https://github.com/lucide-icons/lucide/blob/20aef31db93fe4d9f398dbb15b120d99c48eef95/icons/signpost.svg; SVG SHA256: 9d611730cd28566263eff7df6d31e41df27fe6d6253c0cdb6da9ba7a912dd339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signpost-part-1"/>
            <p:cNvSpPr/>
            <p:nvPr/>
          </p:nvSpPr>
          <p:spPr>
            <a:xfrm>
              <a:off x="120000" y="130000"/>
              <a:ext cx="10" cy="80000"/>
            </a:xfrm>
            <a:custGeom>
              <a:avLst/>
              <a:gdLst/>
              <a:ahLst/>
              <a:cxnLst/>
              <a:rect l="0" t="0" r="r" b="b"/>
              <a:pathLst>
                <a:path w="10" h="80000">
                  <a:moveTo>
                    <a:pt x="0" y="0"/>
                  </a:moveTo>
                  <a:lnTo>
                    <a:pt x="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signpost-part-2"/>
            <p:cNvSpPr/>
            <p:nvPr/>
          </p:nvSpPr>
          <p:spPr>
            <a:xfrm>
              <a:off x="120000" y="3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signpost-part-3"/>
            <p:cNvSpPr/>
            <p:nvPr/>
          </p:nvSpPr>
          <p:spPr>
            <a:xfrm>
              <a:off x="20000" y="60000"/>
              <a:ext cx="200001" cy="70000"/>
            </a:xfrm>
            <a:custGeom>
              <a:avLst/>
              <a:gdLst/>
              <a:ahLst/>
              <a:cxnLst/>
              <a:rect l="0" t="0" r="r" b="b"/>
              <a:pathLst>
                <a:path w="200001" h="70000">
                  <a:moveTo>
                    <a:pt x="3540" y="43540"/>
                  </a:moveTo>
                  <a:cubicBezTo>
                    <a:pt x="3368" y="43368"/>
                    <a:pt x="3201" y="43191"/>
                    <a:pt x="3040" y="43009"/>
                  </a:cubicBezTo>
                  <a:cubicBezTo>
                    <a:pt x="2879" y="42827"/>
                    <a:pt x="2723" y="42640"/>
                    <a:pt x="2573" y="42449"/>
                  </a:cubicBezTo>
                  <a:cubicBezTo>
                    <a:pt x="2422" y="42257"/>
                    <a:pt x="2278" y="42061"/>
                    <a:pt x="2140" y="41861"/>
                  </a:cubicBezTo>
                  <a:cubicBezTo>
                    <a:pt x="2002" y="41661"/>
                    <a:pt x="1869" y="41457"/>
                    <a:pt x="1743" y="41249"/>
                  </a:cubicBezTo>
                  <a:cubicBezTo>
                    <a:pt x="1617" y="41041"/>
                    <a:pt x="1498" y="40829"/>
                    <a:pt x="1385" y="40613"/>
                  </a:cubicBezTo>
                  <a:cubicBezTo>
                    <a:pt x="1272" y="40398"/>
                    <a:pt x="1165" y="40179"/>
                    <a:pt x="1065" y="39957"/>
                  </a:cubicBezTo>
                  <a:cubicBezTo>
                    <a:pt x="965" y="39735"/>
                    <a:pt x="872" y="39511"/>
                    <a:pt x="786" y="39283"/>
                  </a:cubicBezTo>
                  <a:cubicBezTo>
                    <a:pt x="699" y="39056"/>
                    <a:pt x="620" y="38826"/>
                    <a:pt x="547" y="38594"/>
                  </a:cubicBezTo>
                  <a:cubicBezTo>
                    <a:pt x="475" y="38361"/>
                    <a:pt x="410" y="38127"/>
                    <a:pt x="351" y="37891"/>
                  </a:cubicBezTo>
                  <a:cubicBezTo>
                    <a:pt x="293" y="37655"/>
                    <a:pt x="242" y="37417"/>
                    <a:pt x="198" y="37177"/>
                  </a:cubicBezTo>
                  <a:cubicBezTo>
                    <a:pt x="154" y="36938"/>
                    <a:pt x="117" y="36698"/>
                    <a:pt x="88" y="36456"/>
                  </a:cubicBezTo>
                  <a:cubicBezTo>
                    <a:pt x="59" y="36215"/>
                    <a:pt x="37" y="35972"/>
                    <a:pt x="22" y="35729"/>
                  </a:cubicBezTo>
                  <a:cubicBezTo>
                    <a:pt x="7" y="35487"/>
                    <a:pt x="0" y="35243"/>
                    <a:pt x="0" y="35000"/>
                  </a:cubicBezTo>
                  <a:cubicBezTo>
                    <a:pt x="0" y="34757"/>
                    <a:pt x="7" y="34513"/>
                    <a:pt x="22" y="34271"/>
                  </a:cubicBezTo>
                  <a:cubicBezTo>
                    <a:pt x="37" y="34028"/>
                    <a:pt x="59" y="33785"/>
                    <a:pt x="88" y="33544"/>
                  </a:cubicBezTo>
                  <a:cubicBezTo>
                    <a:pt x="117" y="33302"/>
                    <a:pt x="154" y="33062"/>
                    <a:pt x="198" y="32823"/>
                  </a:cubicBezTo>
                  <a:cubicBezTo>
                    <a:pt x="242" y="32583"/>
                    <a:pt x="293" y="32345"/>
                    <a:pt x="351" y="32109"/>
                  </a:cubicBezTo>
                  <a:cubicBezTo>
                    <a:pt x="410" y="31873"/>
                    <a:pt x="475" y="31639"/>
                    <a:pt x="547" y="31406"/>
                  </a:cubicBezTo>
                  <a:cubicBezTo>
                    <a:pt x="620" y="31174"/>
                    <a:pt x="699" y="30944"/>
                    <a:pt x="786" y="30717"/>
                  </a:cubicBezTo>
                  <a:cubicBezTo>
                    <a:pt x="872" y="30489"/>
                    <a:pt x="965" y="30265"/>
                    <a:pt x="1065" y="30043"/>
                  </a:cubicBezTo>
                  <a:cubicBezTo>
                    <a:pt x="1165" y="29821"/>
                    <a:pt x="1272" y="29602"/>
                    <a:pt x="1385" y="29387"/>
                  </a:cubicBezTo>
                  <a:cubicBezTo>
                    <a:pt x="1498" y="29171"/>
                    <a:pt x="1617" y="28959"/>
                    <a:pt x="1743" y="28751"/>
                  </a:cubicBezTo>
                  <a:cubicBezTo>
                    <a:pt x="1869" y="28543"/>
                    <a:pt x="2002" y="28339"/>
                    <a:pt x="2140" y="28139"/>
                  </a:cubicBezTo>
                  <a:cubicBezTo>
                    <a:pt x="2278" y="27939"/>
                    <a:pt x="2422" y="27743"/>
                    <a:pt x="2573" y="27551"/>
                  </a:cubicBezTo>
                  <a:cubicBezTo>
                    <a:pt x="2723" y="27360"/>
                    <a:pt x="2879" y="27173"/>
                    <a:pt x="3040" y="26991"/>
                  </a:cubicBezTo>
                  <a:cubicBezTo>
                    <a:pt x="3201" y="26809"/>
                    <a:pt x="3368" y="26632"/>
                    <a:pt x="3540" y="26460"/>
                  </a:cubicBezTo>
                  <a:lnTo>
                    <a:pt x="24140" y="5860"/>
                  </a:lnTo>
                  <a:cubicBezTo>
                    <a:pt x="24425" y="5575"/>
                    <a:pt x="24718" y="5299"/>
                    <a:pt x="25020" y="5032"/>
                  </a:cubicBezTo>
                  <a:cubicBezTo>
                    <a:pt x="25321" y="4765"/>
                    <a:pt x="25631" y="4507"/>
                    <a:pt x="25948" y="4258"/>
                  </a:cubicBezTo>
                  <a:cubicBezTo>
                    <a:pt x="26265" y="4010"/>
                    <a:pt x="26589" y="3771"/>
                    <a:pt x="26921" y="3542"/>
                  </a:cubicBezTo>
                  <a:cubicBezTo>
                    <a:pt x="27252" y="3313"/>
                    <a:pt x="27590" y="3095"/>
                    <a:pt x="27935" y="2886"/>
                  </a:cubicBezTo>
                  <a:cubicBezTo>
                    <a:pt x="28280" y="2678"/>
                    <a:pt x="28631" y="2480"/>
                    <a:pt x="28987" y="2293"/>
                  </a:cubicBezTo>
                  <a:cubicBezTo>
                    <a:pt x="29344" y="2105"/>
                    <a:pt x="29706" y="1929"/>
                    <a:pt x="30073" y="1763"/>
                  </a:cubicBezTo>
                  <a:cubicBezTo>
                    <a:pt x="30440" y="1598"/>
                    <a:pt x="30813" y="1444"/>
                    <a:pt x="31189" y="1301"/>
                  </a:cubicBezTo>
                  <a:cubicBezTo>
                    <a:pt x="31566" y="1158"/>
                    <a:pt x="31947" y="1027"/>
                    <a:pt x="32331" y="907"/>
                  </a:cubicBezTo>
                  <a:cubicBezTo>
                    <a:pt x="32716" y="787"/>
                    <a:pt x="33104" y="679"/>
                    <a:pt x="33495" y="582"/>
                  </a:cubicBezTo>
                  <a:cubicBezTo>
                    <a:pt x="33886" y="486"/>
                    <a:pt x="34280" y="401"/>
                    <a:pt x="34676" y="328"/>
                  </a:cubicBezTo>
                  <a:cubicBezTo>
                    <a:pt x="35072" y="256"/>
                    <a:pt x="35470" y="195"/>
                    <a:pt x="35870" y="146"/>
                  </a:cubicBezTo>
                  <a:cubicBezTo>
                    <a:pt x="36270" y="98"/>
                    <a:pt x="36671" y="61"/>
                    <a:pt x="37073" y="37"/>
                  </a:cubicBezTo>
                  <a:cubicBezTo>
                    <a:pt x="37475" y="12"/>
                    <a:pt x="37878" y="0"/>
                    <a:pt x="38280" y="0"/>
                  </a:cubicBezTo>
                  <a:lnTo>
                    <a:pt x="161720" y="0"/>
                  </a:lnTo>
                  <a:cubicBezTo>
                    <a:pt x="162123" y="0"/>
                    <a:pt x="162526" y="12"/>
                    <a:pt x="162928" y="37"/>
                  </a:cubicBezTo>
                  <a:cubicBezTo>
                    <a:pt x="163330" y="61"/>
                    <a:pt x="163731" y="98"/>
                    <a:pt x="164131" y="146"/>
                  </a:cubicBezTo>
                  <a:cubicBezTo>
                    <a:pt x="164531" y="195"/>
                    <a:pt x="164929" y="256"/>
                    <a:pt x="165325" y="328"/>
                  </a:cubicBezTo>
                  <a:cubicBezTo>
                    <a:pt x="165721" y="401"/>
                    <a:pt x="166115" y="486"/>
                    <a:pt x="166506" y="582"/>
                  </a:cubicBezTo>
                  <a:cubicBezTo>
                    <a:pt x="166897" y="679"/>
                    <a:pt x="167285" y="787"/>
                    <a:pt x="167670" y="907"/>
                  </a:cubicBezTo>
                  <a:cubicBezTo>
                    <a:pt x="168054" y="1027"/>
                    <a:pt x="168435" y="1158"/>
                    <a:pt x="168812" y="1301"/>
                  </a:cubicBezTo>
                  <a:cubicBezTo>
                    <a:pt x="169188" y="1444"/>
                    <a:pt x="169560" y="1598"/>
                    <a:pt x="169928" y="1763"/>
                  </a:cubicBezTo>
                  <a:cubicBezTo>
                    <a:pt x="170295" y="1929"/>
                    <a:pt x="170657" y="2105"/>
                    <a:pt x="171014" y="2293"/>
                  </a:cubicBezTo>
                  <a:cubicBezTo>
                    <a:pt x="171370" y="2480"/>
                    <a:pt x="171721" y="2678"/>
                    <a:pt x="172066" y="2886"/>
                  </a:cubicBezTo>
                  <a:cubicBezTo>
                    <a:pt x="172410" y="3095"/>
                    <a:pt x="172749" y="3313"/>
                    <a:pt x="173080" y="3542"/>
                  </a:cubicBezTo>
                  <a:cubicBezTo>
                    <a:pt x="173412" y="3771"/>
                    <a:pt x="173736" y="4010"/>
                    <a:pt x="174053" y="4258"/>
                  </a:cubicBezTo>
                  <a:cubicBezTo>
                    <a:pt x="174370" y="4507"/>
                    <a:pt x="174680" y="4765"/>
                    <a:pt x="174981" y="5032"/>
                  </a:cubicBezTo>
                  <a:cubicBezTo>
                    <a:pt x="175282" y="5299"/>
                    <a:pt x="175576" y="5575"/>
                    <a:pt x="175860" y="5860"/>
                  </a:cubicBezTo>
                  <a:lnTo>
                    <a:pt x="196460" y="26460"/>
                  </a:lnTo>
                  <a:cubicBezTo>
                    <a:pt x="196633" y="26632"/>
                    <a:pt x="196799" y="26809"/>
                    <a:pt x="196961" y="26991"/>
                  </a:cubicBezTo>
                  <a:cubicBezTo>
                    <a:pt x="197122" y="27173"/>
                    <a:pt x="197278" y="27360"/>
                    <a:pt x="197428" y="27551"/>
                  </a:cubicBezTo>
                  <a:cubicBezTo>
                    <a:pt x="197578" y="27743"/>
                    <a:pt x="197723" y="27939"/>
                    <a:pt x="197861" y="28139"/>
                  </a:cubicBezTo>
                  <a:cubicBezTo>
                    <a:pt x="197999" y="28339"/>
                    <a:pt x="198132" y="28543"/>
                    <a:pt x="198258" y="28751"/>
                  </a:cubicBezTo>
                  <a:cubicBezTo>
                    <a:pt x="198383" y="28959"/>
                    <a:pt x="198503" y="29171"/>
                    <a:pt x="198616" y="29387"/>
                  </a:cubicBezTo>
                  <a:cubicBezTo>
                    <a:pt x="198729" y="29602"/>
                    <a:pt x="198836" y="29821"/>
                    <a:pt x="198936" y="30043"/>
                  </a:cubicBezTo>
                  <a:cubicBezTo>
                    <a:pt x="199036" y="30265"/>
                    <a:pt x="199129" y="30489"/>
                    <a:pt x="199215" y="30717"/>
                  </a:cubicBezTo>
                  <a:cubicBezTo>
                    <a:pt x="199302" y="30944"/>
                    <a:pt x="199381" y="31174"/>
                    <a:pt x="199454" y="31406"/>
                  </a:cubicBezTo>
                  <a:cubicBezTo>
                    <a:pt x="199526" y="31639"/>
                    <a:pt x="199591" y="31873"/>
                    <a:pt x="199650" y="32109"/>
                  </a:cubicBezTo>
                  <a:cubicBezTo>
                    <a:pt x="199708" y="32345"/>
                    <a:pt x="199759" y="32583"/>
                    <a:pt x="199803" y="32823"/>
                  </a:cubicBezTo>
                  <a:cubicBezTo>
                    <a:pt x="199847" y="33062"/>
                    <a:pt x="199883" y="33302"/>
                    <a:pt x="199913" y="33544"/>
                  </a:cubicBezTo>
                  <a:cubicBezTo>
                    <a:pt x="199942" y="33785"/>
                    <a:pt x="199964" y="34028"/>
                    <a:pt x="199979" y="34271"/>
                  </a:cubicBezTo>
                  <a:cubicBezTo>
                    <a:pt x="199994" y="34513"/>
                    <a:pt x="200001" y="34757"/>
                    <a:pt x="200001" y="35000"/>
                  </a:cubicBezTo>
                  <a:cubicBezTo>
                    <a:pt x="200001" y="35243"/>
                    <a:pt x="199994" y="35487"/>
                    <a:pt x="199979" y="35729"/>
                  </a:cubicBezTo>
                  <a:cubicBezTo>
                    <a:pt x="199964" y="35972"/>
                    <a:pt x="199942" y="36215"/>
                    <a:pt x="199913" y="36456"/>
                  </a:cubicBezTo>
                  <a:cubicBezTo>
                    <a:pt x="199883" y="36698"/>
                    <a:pt x="199847" y="36938"/>
                    <a:pt x="199803" y="37177"/>
                  </a:cubicBezTo>
                  <a:cubicBezTo>
                    <a:pt x="199759" y="37417"/>
                    <a:pt x="199708" y="37655"/>
                    <a:pt x="199650" y="37891"/>
                  </a:cubicBezTo>
                  <a:cubicBezTo>
                    <a:pt x="199591" y="38127"/>
                    <a:pt x="199526" y="38361"/>
                    <a:pt x="199454" y="38594"/>
                  </a:cubicBezTo>
                  <a:cubicBezTo>
                    <a:pt x="199381" y="38826"/>
                    <a:pt x="199302" y="39056"/>
                    <a:pt x="199215" y="39283"/>
                  </a:cubicBezTo>
                  <a:cubicBezTo>
                    <a:pt x="199129" y="39511"/>
                    <a:pt x="199036" y="39735"/>
                    <a:pt x="198936" y="39957"/>
                  </a:cubicBezTo>
                  <a:cubicBezTo>
                    <a:pt x="198836" y="40179"/>
                    <a:pt x="198729" y="40398"/>
                    <a:pt x="198616" y="40613"/>
                  </a:cubicBezTo>
                  <a:cubicBezTo>
                    <a:pt x="198503" y="40829"/>
                    <a:pt x="198383" y="41041"/>
                    <a:pt x="198258" y="41249"/>
                  </a:cubicBezTo>
                  <a:cubicBezTo>
                    <a:pt x="198132" y="41457"/>
                    <a:pt x="197999" y="41661"/>
                    <a:pt x="197861" y="41861"/>
                  </a:cubicBezTo>
                  <a:cubicBezTo>
                    <a:pt x="197723" y="42061"/>
                    <a:pt x="197578" y="42257"/>
                    <a:pt x="197428" y="42449"/>
                  </a:cubicBezTo>
                  <a:cubicBezTo>
                    <a:pt x="197278" y="42640"/>
                    <a:pt x="197122" y="42827"/>
                    <a:pt x="196961" y="43009"/>
                  </a:cubicBezTo>
                  <a:cubicBezTo>
                    <a:pt x="196799" y="43191"/>
                    <a:pt x="196633" y="43368"/>
                    <a:pt x="196460" y="43540"/>
                  </a:cubicBezTo>
                  <a:lnTo>
                    <a:pt x="175860" y="64140"/>
                  </a:lnTo>
                  <a:cubicBezTo>
                    <a:pt x="175576" y="64425"/>
                    <a:pt x="175282" y="64701"/>
                    <a:pt x="174981" y="64968"/>
                  </a:cubicBezTo>
                  <a:cubicBezTo>
                    <a:pt x="174680" y="65235"/>
                    <a:pt x="174370" y="65493"/>
                    <a:pt x="174053" y="65742"/>
                  </a:cubicBezTo>
                  <a:cubicBezTo>
                    <a:pt x="173736" y="65990"/>
                    <a:pt x="173412" y="66229"/>
                    <a:pt x="173080" y="66458"/>
                  </a:cubicBezTo>
                  <a:cubicBezTo>
                    <a:pt x="172749" y="66687"/>
                    <a:pt x="172410" y="66905"/>
                    <a:pt x="172066" y="67114"/>
                  </a:cubicBezTo>
                  <a:cubicBezTo>
                    <a:pt x="171721" y="67322"/>
                    <a:pt x="171370" y="67520"/>
                    <a:pt x="171014" y="67707"/>
                  </a:cubicBezTo>
                  <a:cubicBezTo>
                    <a:pt x="170657" y="67895"/>
                    <a:pt x="170295" y="68071"/>
                    <a:pt x="169928" y="68237"/>
                  </a:cubicBezTo>
                  <a:cubicBezTo>
                    <a:pt x="169560" y="68402"/>
                    <a:pt x="169188" y="68556"/>
                    <a:pt x="168812" y="68699"/>
                  </a:cubicBezTo>
                  <a:cubicBezTo>
                    <a:pt x="168435" y="68842"/>
                    <a:pt x="168054" y="68973"/>
                    <a:pt x="167670" y="69093"/>
                  </a:cubicBezTo>
                  <a:cubicBezTo>
                    <a:pt x="167285" y="69213"/>
                    <a:pt x="166897" y="69321"/>
                    <a:pt x="166506" y="69418"/>
                  </a:cubicBezTo>
                  <a:cubicBezTo>
                    <a:pt x="166115" y="69514"/>
                    <a:pt x="165721" y="69599"/>
                    <a:pt x="165325" y="69672"/>
                  </a:cubicBezTo>
                  <a:cubicBezTo>
                    <a:pt x="164929" y="69744"/>
                    <a:pt x="164531" y="69805"/>
                    <a:pt x="164131" y="69854"/>
                  </a:cubicBezTo>
                  <a:cubicBezTo>
                    <a:pt x="163731" y="69902"/>
                    <a:pt x="163330" y="69939"/>
                    <a:pt x="162928" y="69963"/>
                  </a:cubicBezTo>
                  <a:cubicBezTo>
                    <a:pt x="162526" y="69988"/>
                    <a:pt x="162123" y="70000"/>
                    <a:pt x="161720" y="70000"/>
                  </a:cubicBezTo>
                  <a:lnTo>
                    <a:pt x="38280" y="70000"/>
                  </a:lnTo>
                  <a:cubicBezTo>
                    <a:pt x="37878" y="70000"/>
                    <a:pt x="37475" y="69988"/>
                    <a:pt x="37073" y="69963"/>
                  </a:cubicBezTo>
                  <a:cubicBezTo>
                    <a:pt x="36671" y="69939"/>
                    <a:pt x="36270" y="69902"/>
                    <a:pt x="35870" y="69854"/>
                  </a:cubicBezTo>
                  <a:cubicBezTo>
                    <a:pt x="35470" y="69805"/>
                    <a:pt x="35072" y="69744"/>
                    <a:pt x="34676" y="69672"/>
                  </a:cubicBezTo>
                  <a:cubicBezTo>
                    <a:pt x="34280" y="69599"/>
                    <a:pt x="33886" y="69514"/>
                    <a:pt x="33495" y="69418"/>
                  </a:cubicBezTo>
                  <a:cubicBezTo>
                    <a:pt x="33104" y="69321"/>
                    <a:pt x="32716" y="69213"/>
                    <a:pt x="32331" y="69093"/>
                  </a:cubicBezTo>
                  <a:cubicBezTo>
                    <a:pt x="31947" y="68973"/>
                    <a:pt x="31566" y="68842"/>
                    <a:pt x="31189" y="68699"/>
                  </a:cubicBezTo>
                  <a:cubicBezTo>
                    <a:pt x="30813" y="68556"/>
                    <a:pt x="30440" y="68402"/>
                    <a:pt x="30073" y="68237"/>
                  </a:cubicBezTo>
                  <a:cubicBezTo>
                    <a:pt x="29706" y="68071"/>
                    <a:pt x="29344" y="67895"/>
                    <a:pt x="28987" y="67707"/>
                  </a:cubicBezTo>
                  <a:cubicBezTo>
                    <a:pt x="28631" y="67520"/>
                    <a:pt x="28280" y="67322"/>
                    <a:pt x="27935" y="67114"/>
                  </a:cubicBezTo>
                  <a:cubicBezTo>
                    <a:pt x="27590" y="66905"/>
                    <a:pt x="27252" y="66687"/>
                    <a:pt x="26921" y="66458"/>
                  </a:cubicBezTo>
                  <a:cubicBezTo>
                    <a:pt x="26589" y="66229"/>
                    <a:pt x="26265" y="65990"/>
                    <a:pt x="25948" y="65742"/>
                  </a:cubicBezTo>
                  <a:cubicBezTo>
                    <a:pt x="25631" y="65493"/>
                    <a:pt x="25321" y="65235"/>
                    <a:pt x="25020" y="64968"/>
                  </a:cubicBezTo>
                  <a:cubicBezTo>
                    <a:pt x="24718" y="64701"/>
                    <a:pt x="24425" y="64425"/>
                    <a:pt x="24140" y="6414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7" name="probe-lucide-signpost-big" descr="指示牌 — Lucide Icons and Contributors; ISC; original SVG unchanged. Source: https://github.com/lucide-icons/lucide/blob/20aef31db93fe4d9f398dbb15b120d99c48eef95/icons/signpost-big.svg; SVG SHA256: c60ddcd20148246bad317083ac38cff870411dfe8a01dd4681296c86977014ee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8" name="probe-lucide-signpost-big-part-1"/>
            <p:cNvSpPr/>
            <p:nvPr/>
          </p:nvSpPr>
          <p:spPr>
            <a:xfrm>
              <a:off x="20000" y="50000"/>
              <a:ext cx="80000" cy="40000"/>
            </a:xfrm>
            <a:custGeom>
              <a:avLst/>
              <a:gdLst/>
              <a:ahLst/>
              <a:cxnLst/>
              <a:rect l="0" t="0" r="r" b="b"/>
              <a:pathLst>
                <a:path w="80000" h="40000">
                  <a:moveTo>
                    <a:pt x="80000" y="40000"/>
                  </a:moveTo>
                  <a:lnTo>
                    <a:pt x="20000" y="40000"/>
                  </a:lnTo>
                  <a:lnTo>
                    <a:pt x="0" y="20000"/>
                  </a:lnTo>
                  <a:lnTo>
                    <a:pt x="20000" y="0"/>
                  </a:ln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signpost-big-part-2"/>
            <p:cNvSpPr/>
            <p:nvPr/>
          </p:nvSpPr>
          <p:spPr>
            <a:xfrm>
              <a:off x="140000" y="50000"/>
              <a:ext cx="80000" cy="40000"/>
            </a:xfrm>
            <a:custGeom>
              <a:avLst/>
              <a:gdLst/>
              <a:ahLst/>
              <a:cxnLst/>
              <a:rect l="0" t="0" r="r" b="b"/>
              <a:pathLst>
                <a:path w="80000" h="40000">
                  <a:moveTo>
                    <a:pt x="0" y="0"/>
                  </a:moveTo>
                  <a:lnTo>
                    <a:pt x="60000" y="0"/>
                  </a:lnTo>
                  <a:lnTo>
                    <a:pt x="80000" y="20000"/>
                  </a:lnTo>
                  <a:lnTo>
                    <a:pt x="60000" y="40000"/>
                  </a:ln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signpost-big-part-3"/>
            <p:cNvSpPr/>
            <p:nvPr/>
          </p:nvSpPr>
          <p:spPr>
            <a:xfrm>
              <a:off x="100000" y="20000"/>
              <a:ext cx="40000" cy="200000"/>
            </a:xfrm>
            <a:custGeom>
              <a:avLst/>
              <a:gdLst/>
              <a:ahLst/>
              <a:cxnLst/>
              <a:rect l="0" t="0" r="r" b="b"/>
              <a:pathLst>
                <a:path w="40000" h="200000">
                  <a:moveTo>
                    <a:pt x="0" y="20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2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probe-lucide-signpost-big-part-4"/>
            <p:cNvSpPr/>
            <p:nvPr/>
          </p:nvSpPr>
          <p:spPr>
            <a:xfrm>
              <a:off x="80000" y="22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2" name="probe-lucide-tent" descr="tent — Lucide Icons and Contributors; preserve the bundled full upstream license. Source: https://github.com/lucide-icons/lucide/blob/20aef31db93fe4d9f398dbb15b120d99c48eef95/icons/tent.svg; SVG SHA256: 6915cac45dc3f1a4490c089c209078eaa44ccfef7b01023d3fd59ea4213a9d0a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3" name="probe-lucide-tent-part-1"/>
            <p:cNvSpPr/>
            <p:nvPr/>
          </p:nvSpPr>
          <p:spPr>
            <a:xfrm>
              <a:off x="35000" y="30000"/>
              <a:ext cx="105000" cy="180000"/>
            </a:xfrm>
            <a:custGeom>
              <a:avLst/>
              <a:gdLst/>
              <a:ahLst/>
              <a:cxnLst/>
              <a:rect l="0" t="0" r="r" b="b"/>
              <a:pathLst>
                <a:path w="105000" h="180000">
                  <a:moveTo>
                    <a:pt x="0" y="180000"/>
                  </a:moveTo>
                  <a:lnTo>
                    <a:pt x="10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tent-part-2"/>
            <p:cNvSpPr/>
            <p:nvPr/>
          </p:nvSpPr>
          <p:spPr>
            <a:xfrm>
              <a:off x="100000" y="30000"/>
              <a:ext cx="105000" cy="180000"/>
            </a:xfrm>
            <a:custGeom>
              <a:avLst/>
              <a:gdLst/>
              <a:ahLst/>
              <a:cxnLst/>
              <a:rect l="0" t="0" r="r" b="b"/>
              <a:pathLst>
                <a:path w="105000" h="180000">
                  <a:moveTo>
                    <a:pt x="105000" y="18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tent-part-3"/>
            <p:cNvSpPr/>
            <p:nvPr/>
          </p:nvSpPr>
          <p:spPr>
            <a:xfrm>
              <a:off x="85000" y="150000"/>
              <a:ext cx="70000" cy="60000"/>
            </a:xfrm>
            <a:custGeom>
              <a:avLst/>
              <a:gdLst/>
              <a:ahLst/>
              <a:cxnLst/>
              <a:rect l="0" t="0" r="r" b="b"/>
              <a:pathLst>
                <a:path w="70000" h="60000">
                  <a:moveTo>
                    <a:pt x="70000" y="60000"/>
                  </a:moveTo>
                  <a:lnTo>
                    <a:pt x="35000" y="0"/>
                  </a:ln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tent-part-4"/>
            <p:cNvSpPr/>
            <p:nvPr/>
          </p:nvSpPr>
          <p:spPr>
            <a:xfrm>
              <a:off x="20000" y="210000"/>
              <a:ext cx="200000" cy="10"/>
            </a:xfrm>
            <a:custGeom>
              <a:avLst/>
              <a:gdLst/>
              <a:ahLst/>
              <a:cxnLst/>
              <a:rect l="0" t="0" r="r" b="b"/>
              <a:pathLst>
                <a:path w="200000" h="10">
                  <a:moveTo>
                    <a:pt x="0" y="0"/>
                  </a:moveTo>
                  <a:lnTo>
                    <a:pt x="2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7" name="probe-lucide-tent-tree" descr="林间营地 — Lucide Icons and Contributors; ISC; original SVG unchanged. Source: https://github.com/lucide-icons/lucide/blob/20aef31db93fe4d9f398dbb15b120d99c48eef95/icons/tent-tree.svg; SVG SHA256: c0ded288a36ce712cea5632bd65e8dc4c79fb8dca65cb9b8b47451874f35152b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8" name="probe-lucide-tent-tree-part-1"/>
            <p:cNvSpPr/>
            <p:nvPr/>
          </p:nvSpPr>
          <p:spPr>
            <a:xfrm>
              <a:off x="20000" y="2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probe-lucide-tent-tree-part-2"/>
            <p:cNvSpPr/>
            <p:nvPr/>
          </p:nvSpPr>
          <p:spPr>
            <a:xfrm>
              <a:off x="140000" y="20000"/>
              <a:ext cx="60000" cy="30000"/>
            </a:xfrm>
            <a:custGeom>
              <a:avLst/>
              <a:gdLst/>
              <a:ahLst/>
              <a:cxnLst/>
              <a:rect l="0" t="0" r="r" b="b"/>
              <a:pathLst>
                <a:path w="60000" h="30000">
                  <a:moveTo>
                    <a:pt x="0" y="30000"/>
                  </a:moveTo>
                  <a:lnTo>
                    <a:pt x="30000" y="0"/>
                  </a:lnTo>
                  <a:lnTo>
                    <a:pt x="6000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probe-lucide-tent-tree-part-3"/>
            <p:cNvSpPr/>
            <p:nvPr/>
          </p:nvSpPr>
          <p:spPr>
            <a:xfrm>
              <a:off x="140000" y="70000"/>
              <a:ext cx="60000" cy="30000"/>
            </a:xfrm>
            <a:custGeom>
              <a:avLst/>
              <a:gdLst/>
              <a:ahLst/>
              <a:cxnLst/>
              <a:rect l="0" t="0" r="r" b="b"/>
              <a:pathLst>
                <a:path w="60000" h="30000">
                  <a:moveTo>
                    <a:pt x="0" y="30000"/>
                  </a:moveTo>
                  <a:lnTo>
                    <a:pt x="30000" y="0"/>
                  </a:lnTo>
                  <a:lnTo>
                    <a:pt x="6000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probe-lucide-tent-tree-part-4"/>
            <p:cNvSpPr/>
            <p:nvPr/>
          </p:nvSpPr>
          <p:spPr>
            <a:xfrm>
              <a:off x="170000" y="20000"/>
              <a:ext cx="10" cy="120000"/>
            </a:xfrm>
            <a:custGeom>
              <a:avLst/>
              <a:gdLst/>
              <a:ahLst/>
              <a:cxnLst/>
              <a:rect l="0" t="0" r="r" b="b"/>
              <a:pathLst>
                <a:path w="10" h="120000">
                  <a:moveTo>
                    <a:pt x="0" y="12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probe-lucide-tent-tree-part-5"/>
            <p:cNvSpPr/>
            <p:nvPr/>
          </p:nvSpPr>
          <p:spPr>
            <a:xfrm>
              <a:off x="20000" y="140000"/>
              <a:ext cx="200000" cy="80000"/>
            </a:xfrm>
            <a:custGeom>
              <a:avLst/>
              <a:gdLst/>
              <a:ahLst/>
              <a:cxnLst/>
              <a:rect l="0" t="0" r="r" b="b"/>
              <a:pathLst>
                <a:path w="200000" h="80000">
                  <a:moveTo>
                    <a:pt x="150000" y="0"/>
                  </a:moveTo>
                  <a:lnTo>
                    <a:pt x="50000" y="0"/>
                  </a:lnTo>
                  <a:lnTo>
                    <a:pt x="0" y="80000"/>
                  </a:lnTo>
                  <a:lnTo>
                    <a:pt x="200000" y="8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probe-lucide-tent-tree-part-6"/>
            <p:cNvSpPr/>
            <p:nvPr/>
          </p:nvSpPr>
          <p:spPr>
            <a:xfrm>
              <a:off x="80000" y="140000"/>
              <a:ext cx="10" cy="80000"/>
            </a:xfrm>
            <a:custGeom>
              <a:avLst/>
              <a:gdLst/>
              <a:ahLst/>
              <a:cxnLst/>
              <a:rect l="0" t="0" r="r" b="b"/>
              <a:pathLst>
                <a:path w="10" h="80000">
                  <a:moveTo>
                    <a:pt x="0" y="0"/>
                  </a:moveTo>
                  <a:lnTo>
                    <a:pt x="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probe-lucide-tent-tree-part-7"/>
            <p:cNvSpPr/>
            <p:nvPr/>
          </p:nvSpPr>
          <p:spPr>
            <a:xfrm>
              <a:off x="90000" y="140000"/>
              <a:ext cx="50000" cy="80000"/>
            </a:xfrm>
            <a:custGeom>
              <a:avLst/>
              <a:gdLst/>
              <a:ahLst/>
              <a:cxnLst/>
              <a:rect l="0" t="0" r="r" b="b"/>
              <a:pathLst>
                <a:path w="50000" h="80000">
                  <a:moveTo>
                    <a:pt x="0" y="0"/>
                  </a:moveTo>
                  <a:lnTo>
                    <a:pt x="5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5" name="probe-lucide-tree-palm" descr="棕榈树 — Lucide Icons and Contributors; ISC; original SVG unchanged. Source: https://github.com/lucide-icons/lucide/blob/20aef31db93fe4d9f398dbb15b120d99c48eef95/icons/tree-palm.svg; SVG SHA256: da3fce30fcf17b747b65434c11a7661628b8ca1e40d69090ee3e7c8f7528673a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46" name="probe-lucide-tree-palm-part-1"/>
            <p:cNvSpPr/>
            <p:nvPr/>
          </p:nvSpPr>
          <p:spPr>
            <a:xfrm>
              <a:off x="20000" y="30000"/>
              <a:ext cx="110000" cy="50000"/>
            </a:xfrm>
            <a:custGeom>
              <a:avLst/>
              <a:gdLst/>
              <a:ahLst/>
              <a:cxnLst/>
              <a:rect l="0" t="0" r="r" b="b"/>
              <a:pathLst>
                <a:path w="110000" h="50000">
                  <a:moveTo>
                    <a:pt x="110000" y="50000"/>
                  </a:moveTo>
                  <a:cubicBezTo>
                    <a:pt x="110000" y="22400"/>
                    <a:pt x="85400" y="0"/>
                    <a:pt x="55000" y="0"/>
                  </a:cubicBezTo>
                  <a:cubicBezTo>
                    <a:pt x="24600" y="0"/>
                    <a:pt x="0" y="22400"/>
                    <a:pt x="0" y="50000"/>
                  </a:cubicBezTo>
                  <a:lnTo>
                    <a:pt x="20000" y="50000"/>
                  </a:lnTo>
                  <a:lnTo>
                    <a:pt x="30000" y="40000"/>
                  </a:lnTo>
                  <a:lnTo>
                    <a:pt x="40000" y="50000"/>
                  </a:lnTo>
                  <a:lnTo>
                    <a:pt x="8000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probe-lucide-tree-palm-part-2"/>
            <p:cNvSpPr/>
            <p:nvPr/>
          </p:nvSpPr>
          <p:spPr>
            <a:xfrm>
              <a:off x="130000" y="59999"/>
              <a:ext cx="90000" cy="50001"/>
            </a:xfrm>
            <a:custGeom>
              <a:avLst/>
              <a:gdLst/>
              <a:ahLst/>
              <a:cxnLst/>
              <a:rect l="0" t="0" r="r" b="b"/>
              <a:pathLst>
                <a:path w="90000" h="50001">
                  <a:moveTo>
                    <a:pt x="0" y="11401"/>
                  </a:moveTo>
                  <a:cubicBezTo>
                    <a:pt x="913" y="10727"/>
                    <a:pt x="1845" y="10079"/>
                    <a:pt x="2795" y="9458"/>
                  </a:cubicBezTo>
                  <a:cubicBezTo>
                    <a:pt x="3746" y="8838"/>
                    <a:pt x="4714" y="8246"/>
                    <a:pt x="5700" y="7682"/>
                  </a:cubicBezTo>
                  <a:cubicBezTo>
                    <a:pt x="6685" y="7119"/>
                    <a:pt x="7686" y="6584"/>
                    <a:pt x="8703" y="6079"/>
                  </a:cubicBezTo>
                  <a:cubicBezTo>
                    <a:pt x="9719" y="5574"/>
                    <a:pt x="10750" y="5099"/>
                    <a:pt x="11794" y="4654"/>
                  </a:cubicBezTo>
                  <a:cubicBezTo>
                    <a:pt x="12839" y="4209"/>
                    <a:pt x="13896" y="3795"/>
                    <a:pt x="14964" y="3412"/>
                  </a:cubicBezTo>
                  <a:cubicBezTo>
                    <a:pt x="16033" y="3029"/>
                    <a:pt x="17112" y="2678"/>
                    <a:pt x="18201" y="2358"/>
                  </a:cubicBezTo>
                  <a:cubicBezTo>
                    <a:pt x="19290" y="2038"/>
                    <a:pt x="20388" y="1750"/>
                    <a:pt x="21494" y="1495"/>
                  </a:cubicBezTo>
                  <a:cubicBezTo>
                    <a:pt x="22600" y="1239"/>
                    <a:pt x="23713" y="1016"/>
                    <a:pt x="24832" y="825"/>
                  </a:cubicBezTo>
                  <a:cubicBezTo>
                    <a:pt x="25951" y="635"/>
                    <a:pt x="27075" y="477"/>
                    <a:pt x="28203" y="353"/>
                  </a:cubicBezTo>
                  <a:cubicBezTo>
                    <a:pt x="29332" y="228"/>
                    <a:pt x="30463" y="136"/>
                    <a:pt x="31597" y="78"/>
                  </a:cubicBezTo>
                  <a:cubicBezTo>
                    <a:pt x="32730" y="19"/>
                    <a:pt x="33865" y="-6"/>
                    <a:pt x="35000" y="1"/>
                  </a:cubicBezTo>
                  <a:cubicBezTo>
                    <a:pt x="65400" y="1"/>
                    <a:pt x="90000" y="22401"/>
                    <a:pt x="90000" y="50001"/>
                  </a:cubicBezTo>
                  <a:lnTo>
                    <a:pt x="60000" y="50001"/>
                  </a:lnTo>
                  <a:lnTo>
                    <a:pt x="50000" y="40001"/>
                  </a:lnTo>
                  <a:lnTo>
                    <a:pt x="40000" y="50001"/>
                  </a:lnTo>
                  <a:lnTo>
                    <a:pt x="10000" y="50001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8" name="probe-lucide-tree-palm-part-3"/>
            <p:cNvSpPr/>
            <p:nvPr/>
          </p:nvSpPr>
          <p:spPr>
            <a:xfrm>
              <a:off x="41718" y="79878"/>
              <a:ext cx="91382" cy="91522"/>
            </a:xfrm>
            <a:custGeom>
              <a:avLst/>
              <a:gdLst/>
              <a:ahLst/>
              <a:cxnLst/>
              <a:rect l="0" t="0" r="r" b="b"/>
              <a:pathLst>
                <a:path w="91382" h="91522">
                  <a:moveTo>
                    <a:pt x="17182" y="17222"/>
                  </a:moveTo>
                  <a:cubicBezTo>
                    <a:pt x="-4318" y="38722"/>
                    <a:pt x="-5818" y="71922"/>
                    <a:pt x="13682" y="91522"/>
                  </a:cubicBezTo>
                  <a:lnTo>
                    <a:pt x="56082" y="49022"/>
                  </a:lnTo>
                  <a:lnTo>
                    <a:pt x="63082" y="42022"/>
                  </a:lnTo>
                  <a:lnTo>
                    <a:pt x="70182" y="34922"/>
                  </a:lnTo>
                  <a:lnTo>
                    <a:pt x="91382" y="13722"/>
                  </a:lnTo>
                  <a:cubicBezTo>
                    <a:pt x="71882" y="-5878"/>
                    <a:pt x="38682" y="-4278"/>
                    <a:pt x="17182" y="17222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probe-lucide-tree-palm-part-4"/>
            <p:cNvSpPr/>
            <p:nvPr/>
          </p:nvSpPr>
          <p:spPr>
            <a:xfrm>
              <a:off x="100000" y="80000"/>
              <a:ext cx="47643" cy="140000"/>
            </a:xfrm>
            <a:custGeom>
              <a:avLst/>
              <a:gdLst/>
              <a:ahLst/>
              <a:cxnLst/>
              <a:rect l="0" t="0" r="r" b="b"/>
              <a:pathLst>
                <a:path w="47643" h="140000">
                  <a:moveTo>
                    <a:pt x="10000" y="75000"/>
                  </a:moveTo>
                  <a:cubicBezTo>
                    <a:pt x="15000" y="100000"/>
                    <a:pt x="8300" y="120000"/>
                    <a:pt x="0" y="140000"/>
                  </a:cubicBezTo>
                  <a:lnTo>
                    <a:pt x="40000" y="140000"/>
                  </a:lnTo>
                  <a:cubicBezTo>
                    <a:pt x="60000" y="85000"/>
                    <a:pt x="35000" y="20000"/>
                    <a:pt x="3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0" name="probe-maki-bridge" descr="桥梁 — Mapbox Maki contributors; CC0-1.0; original SVG unchanged. Source: https://github.com/mapbox/maki/blob/28e2a3602e4bde033a1dd388e86e9c117b425e34/icons/bridge.svg; SVG SHA256: dc1c671d1c66d3520fb354528e01e5d0dfc5c21ec2a00859fef8e4e22dc868df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150000" cy="150000"/>
          </a:xfrm>
        </p:grpSpPr>
        <p:sp>
          <p:nvSpPr>
            <p:cNvPr id="51" name="probe-maki-bridge-part-1"/>
            <p:cNvSpPr/>
            <p:nvPr/>
          </p:nvSpPr>
          <p:spPr>
            <a:xfrm>
              <a:off x="0" y="30004"/>
              <a:ext cx="150000" cy="79996"/>
            </a:xfrm>
            <a:custGeom>
              <a:avLst/>
              <a:gdLst/>
              <a:ahLst/>
              <a:cxnLst/>
              <a:rect l="0" t="0" r="r" b="b"/>
              <a:pathLst>
                <a:path w="150000" h="79996">
                  <a:moveTo>
                    <a:pt x="0" y="38416"/>
                  </a:moveTo>
                  <a:lnTo>
                    <a:pt x="0" y="79996"/>
                  </a:lnTo>
                  <a:lnTo>
                    <a:pt x="20000" y="79996"/>
                  </a:lnTo>
                  <a:lnTo>
                    <a:pt x="20000" y="69996"/>
                  </a:lnTo>
                  <a:cubicBezTo>
                    <a:pt x="20360" y="59106"/>
                    <a:pt x="29110" y="50356"/>
                    <a:pt x="40000" y="49996"/>
                  </a:cubicBezTo>
                  <a:cubicBezTo>
                    <a:pt x="50890" y="50356"/>
                    <a:pt x="59640" y="59106"/>
                    <a:pt x="60000" y="69996"/>
                  </a:cubicBezTo>
                  <a:lnTo>
                    <a:pt x="60000" y="79996"/>
                  </a:lnTo>
                  <a:lnTo>
                    <a:pt x="90000" y="79996"/>
                  </a:lnTo>
                  <a:lnTo>
                    <a:pt x="90000" y="69996"/>
                  </a:lnTo>
                  <a:cubicBezTo>
                    <a:pt x="90360" y="59106"/>
                    <a:pt x="99110" y="50356"/>
                    <a:pt x="110000" y="49996"/>
                  </a:cubicBezTo>
                  <a:cubicBezTo>
                    <a:pt x="120890" y="50356"/>
                    <a:pt x="129640" y="59106"/>
                    <a:pt x="130000" y="69996"/>
                  </a:cubicBezTo>
                  <a:lnTo>
                    <a:pt x="130000" y="79996"/>
                  </a:lnTo>
                  <a:lnTo>
                    <a:pt x="150000" y="79996"/>
                  </a:lnTo>
                  <a:lnTo>
                    <a:pt x="150000" y="38416"/>
                  </a:lnTo>
                  <a:cubicBezTo>
                    <a:pt x="106000" y="-19184"/>
                    <a:pt x="30710" y="-6004"/>
                    <a:pt x="0" y="38416"/>
                  </a:cubicBezTo>
                  <a:close/>
                  <a:moveTo>
                    <a:pt x="95000" y="7336"/>
                  </a:moveTo>
                  <a:cubicBezTo>
                    <a:pt x="100140" y="8546"/>
                    <a:pt x="105160" y="10226"/>
                    <a:pt x="110000" y="12336"/>
                  </a:cubicBezTo>
                  <a:lnTo>
                    <a:pt x="110000" y="39996"/>
                  </a:lnTo>
                  <a:lnTo>
                    <a:pt x="95000" y="39996"/>
                  </a:lnTo>
                  <a:close/>
                  <a:moveTo>
                    <a:pt x="90000" y="6336"/>
                  </a:moveTo>
                  <a:lnTo>
                    <a:pt x="90000" y="39996"/>
                  </a:lnTo>
                  <a:lnTo>
                    <a:pt x="75000" y="39996"/>
                  </a:lnTo>
                  <a:lnTo>
                    <a:pt x="75000" y="5056"/>
                  </a:lnTo>
                  <a:cubicBezTo>
                    <a:pt x="80030" y="5056"/>
                    <a:pt x="85050" y="5486"/>
                    <a:pt x="90000" y="6336"/>
                  </a:cubicBezTo>
                  <a:close/>
                  <a:moveTo>
                    <a:pt x="35000" y="14766"/>
                  </a:moveTo>
                  <a:cubicBezTo>
                    <a:pt x="39800" y="12286"/>
                    <a:pt x="44820" y="10256"/>
                    <a:pt x="50000" y="8706"/>
                  </a:cubicBezTo>
                  <a:lnTo>
                    <a:pt x="50000" y="39996"/>
                  </a:lnTo>
                  <a:lnTo>
                    <a:pt x="35000" y="39996"/>
                  </a:lnTo>
                  <a:close/>
                  <a:moveTo>
                    <a:pt x="55000" y="39996"/>
                  </a:moveTo>
                  <a:lnTo>
                    <a:pt x="55000" y="7296"/>
                  </a:lnTo>
                  <a:cubicBezTo>
                    <a:pt x="59930" y="6146"/>
                    <a:pt x="64950" y="5426"/>
                    <a:pt x="70000" y="5146"/>
                  </a:cubicBezTo>
                  <a:lnTo>
                    <a:pt x="70000" y="39996"/>
                  </a:lnTo>
                  <a:close/>
                  <a:moveTo>
                    <a:pt x="30000" y="17436"/>
                  </a:moveTo>
                  <a:lnTo>
                    <a:pt x="30000" y="39996"/>
                  </a:lnTo>
                  <a:lnTo>
                    <a:pt x="5000" y="39996"/>
                  </a:lnTo>
                  <a:cubicBezTo>
                    <a:pt x="11760" y="30936"/>
                    <a:pt x="20320" y="23276"/>
                    <a:pt x="30000" y="17436"/>
                  </a:cubicBezTo>
                  <a:close/>
                  <a:moveTo>
                    <a:pt x="115000" y="39996"/>
                  </a:moveTo>
                  <a:lnTo>
                    <a:pt x="115000" y="14996"/>
                  </a:lnTo>
                  <a:lnTo>
                    <a:pt x="114470" y="14466"/>
                  </a:lnTo>
                  <a:cubicBezTo>
                    <a:pt x="126490" y="20496"/>
                    <a:pt x="136940" y="29236"/>
                    <a:pt x="145000" y="39996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52" name="probe-maki-campsite" descr="营地 — Mapbox Maki contributors; CC0-1.0; original SVG unchanged. Source: https://github.com/mapbox/maki/blob/28e2a3602e4bde033a1dd388e86e9c117b425e34/icons/campsite.svg; SVG SHA256: dc9746fc2e504624b19d8d304e04642a7c54976d26705aa7d0af89a621c09d03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150000" cy="150000"/>
          </a:xfrm>
        </p:grpSpPr>
        <p:sp>
          <p:nvSpPr>
            <p:cNvPr id="53" name="probe-maki-campsite-part-1"/>
            <p:cNvSpPr/>
            <p:nvPr/>
          </p:nvSpPr>
          <p:spPr>
            <a:xfrm>
              <a:off x="10000" y="9966"/>
              <a:ext cx="130000" cy="110034"/>
            </a:xfrm>
            <a:custGeom>
              <a:avLst/>
              <a:gdLst/>
              <a:ahLst/>
              <a:cxnLst/>
              <a:rect l="0" t="0" r="r" b="b"/>
              <a:pathLst>
                <a:path w="130000" h="110034">
                  <a:moveTo>
                    <a:pt x="130000" y="90034"/>
                  </a:moveTo>
                  <a:lnTo>
                    <a:pt x="130000" y="100034"/>
                  </a:lnTo>
                  <a:cubicBezTo>
                    <a:pt x="130000" y="105557"/>
                    <a:pt x="125523" y="110034"/>
                    <a:pt x="120000" y="110034"/>
                  </a:cubicBezTo>
                  <a:lnTo>
                    <a:pt x="10000" y="110034"/>
                  </a:lnTo>
                  <a:cubicBezTo>
                    <a:pt x="4477" y="110034"/>
                    <a:pt x="0" y="105557"/>
                    <a:pt x="0" y="100034"/>
                  </a:cubicBezTo>
                  <a:lnTo>
                    <a:pt x="0" y="90034"/>
                  </a:lnTo>
                  <a:cubicBezTo>
                    <a:pt x="0" y="84511"/>
                    <a:pt x="4477" y="80034"/>
                    <a:pt x="10000" y="80034"/>
                  </a:cubicBezTo>
                  <a:lnTo>
                    <a:pt x="12500" y="80034"/>
                  </a:lnTo>
                  <a:lnTo>
                    <a:pt x="60321" y="2610"/>
                  </a:lnTo>
                  <a:cubicBezTo>
                    <a:pt x="62470" y="-870"/>
                    <a:pt x="67530" y="-870"/>
                    <a:pt x="69679" y="2610"/>
                  </a:cubicBezTo>
                  <a:lnTo>
                    <a:pt x="117500" y="80034"/>
                  </a:lnTo>
                  <a:lnTo>
                    <a:pt x="120000" y="80034"/>
                  </a:lnTo>
                  <a:cubicBezTo>
                    <a:pt x="125523" y="80034"/>
                    <a:pt x="130000" y="84511"/>
                    <a:pt x="130000" y="90034"/>
                  </a:cubicBezTo>
                  <a:close/>
                  <a:moveTo>
                    <a:pt x="95000" y="80034"/>
                  </a:moveTo>
                  <a:lnTo>
                    <a:pt x="65000" y="30034"/>
                  </a:lnTo>
                  <a:lnTo>
                    <a:pt x="35000" y="80034"/>
                  </a:lnTo>
                  <a:lnTo>
                    <a:pt x="95000" y="80034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54" name="probe-maki-drinking-water" descr="饮水点 — Mapbox Maki contributors; CC0-1.0; original SVG unchanged. Source: https://github.com/mapbox/maki/blob/28e2a3602e4bde033a1dd388e86e9c117b425e34/icons/drinking-water.svg; SVG SHA256: f20a59e7ebb954664e6b680a01ddef73a93849bc093b6b70164159c5837a6acb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150000" cy="150000"/>
          </a:xfrm>
        </p:grpSpPr>
        <p:sp>
          <p:nvSpPr>
            <p:cNvPr id="55" name="probe-maki-drinking-water-part-1"/>
            <p:cNvSpPr/>
            <p:nvPr/>
          </p:nvSpPr>
          <p:spPr>
            <a:xfrm>
              <a:off x="19852" y="10000"/>
              <a:ext cx="120148" cy="140002"/>
            </a:xfrm>
            <a:custGeom>
              <a:avLst/>
              <a:gdLst/>
              <a:ahLst/>
              <a:cxnLst/>
              <a:rect l="0" t="0" r="r" b="b"/>
              <a:pathLst>
                <a:path w="120148" h="140002">
                  <a:moveTo>
                    <a:pt x="40148" y="0"/>
                  </a:moveTo>
                  <a:cubicBezTo>
                    <a:pt x="39729" y="0"/>
                    <a:pt x="39310" y="13"/>
                    <a:pt x="38892" y="39"/>
                  </a:cubicBezTo>
                  <a:cubicBezTo>
                    <a:pt x="38474" y="66"/>
                    <a:pt x="38057" y="105"/>
                    <a:pt x="37641" y="158"/>
                  </a:cubicBezTo>
                  <a:cubicBezTo>
                    <a:pt x="37226" y="210"/>
                    <a:pt x="36812" y="276"/>
                    <a:pt x="36400" y="354"/>
                  </a:cubicBezTo>
                  <a:cubicBezTo>
                    <a:pt x="35989" y="433"/>
                    <a:pt x="35580" y="524"/>
                    <a:pt x="35174" y="628"/>
                  </a:cubicBezTo>
                  <a:cubicBezTo>
                    <a:pt x="34768" y="733"/>
                    <a:pt x="34366" y="849"/>
                    <a:pt x="33967" y="979"/>
                  </a:cubicBezTo>
                  <a:cubicBezTo>
                    <a:pt x="33569" y="1108"/>
                    <a:pt x="33175" y="1250"/>
                    <a:pt x="32785" y="1404"/>
                  </a:cubicBezTo>
                  <a:cubicBezTo>
                    <a:pt x="32396" y="1559"/>
                    <a:pt x="32011" y="1725"/>
                    <a:pt x="31632" y="1903"/>
                  </a:cubicBezTo>
                  <a:cubicBezTo>
                    <a:pt x="31253" y="2082"/>
                    <a:pt x="30880" y="2272"/>
                    <a:pt x="30513" y="2474"/>
                  </a:cubicBezTo>
                  <a:cubicBezTo>
                    <a:pt x="30146" y="2676"/>
                    <a:pt x="29785" y="2889"/>
                    <a:pt x="29431" y="3113"/>
                  </a:cubicBezTo>
                  <a:cubicBezTo>
                    <a:pt x="29078" y="3338"/>
                    <a:pt x="28731" y="3573"/>
                    <a:pt x="28392" y="3820"/>
                  </a:cubicBezTo>
                  <a:cubicBezTo>
                    <a:pt x="28053" y="4066"/>
                    <a:pt x="27722" y="4323"/>
                    <a:pt x="27399" y="4590"/>
                  </a:cubicBezTo>
                  <a:cubicBezTo>
                    <a:pt x="27077" y="4857"/>
                    <a:pt x="26762" y="5134"/>
                    <a:pt x="26457" y="5421"/>
                  </a:cubicBezTo>
                  <a:cubicBezTo>
                    <a:pt x="26151" y="5707"/>
                    <a:pt x="25855" y="6004"/>
                    <a:pt x="25568" y="6309"/>
                  </a:cubicBezTo>
                  <a:cubicBezTo>
                    <a:pt x="25282" y="6614"/>
                    <a:pt x="25005" y="6929"/>
                    <a:pt x="24738" y="7252"/>
                  </a:cubicBezTo>
                  <a:cubicBezTo>
                    <a:pt x="24471" y="7574"/>
                    <a:pt x="24214" y="7905"/>
                    <a:pt x="23967" y="8244"/>
                  </a:cubicBezTo>
                  <a:cubicBezTo>
                    <a:pt x="23721" y="8583"/>
                    <a:pt x="23486" y="8930"/>
                    <a:pt x="23261" y="9283"/>
                  </a:cubicBezTo>
                  <a:cubicBezTo>
                    <a:pt x="23037" y="9637"/>
                    <a:pt x="22823" y="9998"/>
                    <a:pt x="22622" y="10365"/>
                  </a:cubicBezTo>
                  <a:cubicBezTo>
                    <a:pt x="22420" y="10732"/>
                    <a:pt x="22230" y="11105"/>
                    <a:pt x="22051" y="11484"/>
                  </a:cubicBezTo>
                  <a:cubicBezTo>
                    <a:pt x="21873" y="11863"/>
                    <a:pt x="21706" y="12248"/>
                    <a:pt x="21552" y="12638"/>
                  </a:cubicBezTo>
                  <a:cubicBezTo>
                    <a:pt x="21398" y="13027"/>
                    <a:pt x="21256" y="13421"/>
                    <a:pt x="21127" y="13820"/>
                  </a:cubicBezTo>
                  <a:cubicBezTo>
                    <a:pt x="20997" y="14218"/>
                    <a:pt x="20880" y="14620"/>
                    <a:pt x="20776" y="15026"/>
                  </a:cubicBezTo>
                  <a:cubicBezTo>
                    <a:pt x="20672" y="15432"/>
                    <a:pt x="20581" y="15841"/>
                    <a:pt x="20502" y="16252"/>
                  </a:cubicBezTo>
                  <a:cubicBezTo>
                    <a:pt x="20424" y="16664"/>
                    <a:pt x="20358" y="17078"/>
                    <a:pt x="20305" y="17493"/>
                  </a:cubicBezTo>
                  <a:cubicBezTo>
                    <a:pt x="20253" y="17909"/>
                    <a:pt x="20214" y="18326"/>
                    <a:pt x="20187" y="18744"/>
                  </a:cubicBezTo>
                  <a:cubicBezTo>
                    <a:pt x="20161" y="19162"/>
                    <a:pt x="20148" y="19581"/>
                    <a:pt x="20148" y="20000"/>
                  </a:cubicBezTo>
                  <a:lnTo>
                    <a:pt x="20148" y="55000"/>
                  </a:lnTo>
                  <a:cubicBezTo>
                    <a:pt x="20148" y="55105"/>
                    <a:pt x="20151" y="55209"/>
                    <a:pt x="20158" y="55314"/>
                  </a:cubicBezTo>
                  <a:cubicBezTo>
                    <a:pt x="20164" y="55418"/>
                    <a:pt x="20174" y="55523"/>
                    <a:pt x="20187" y="55627"/>
                  </a:cubicBezTo>
                  <a:cubicBezTo>
                    <a:pt x="20200" y="55731"/>
                    <a:pt x="20217" y="55834"/>
                    <a:pt x="20236" y="55937"/>
                  </a:cubicBezTo>
                  <a:cubicBezTo>
                    <a:pt x="20256" y="56040"/>
                    <a:pt x="20279" y="56142"/>
                    <a:pt x="20305" y="56243"/>
                  </a:cubicBezTo>
                  <a:cubicBezTo>
                    <a:pt x="20331" y="56345"/>
                    <a:pt x="20360" y="56445"/>
                    <a:pt x="20393" y="56545"/>
                  </a:cubicBezTo>
                  <a:cubicBezTo>
                    <a:pt x="20425" y="56645"/>
                    <a:pt x="20460" y="56743"/>
                    <a:pt x="20499" y="56841"/>
                  </a:cubicBezTo>
                  <a:cubicBezTo>
                    <a:pt x="20537" y="56938"/>
                    <a:pt x="20579" y="57034"/>
                    <a:pt x="20624" y="57129"/>
                  </a:cubicBezTo>
                  <a:cubicBezTo>
                    <a:pt x="20668" y="57224"/>
                    <a:pt x="20716" y="57317"/>
                    <a:pt x="20766" y="57409"/>
                  </a:cubicBezTo>
                  <a:cubicBezTo>
                    <a:pt x="20817" y="57501"/>
                    <a:pt x="20870" y="57591"/>
                    <a:pt x="20926" y="57679"/>
                  </a:cubicBezTo>
                  <a:cubicBezTo>
                    <a:pt x="20982" y="57768"/>
                    <a:pt x="21041" y="57854"/>
                    <a:pt x="21103" y="57939"/>
                  </a:cubicBezTo>
                  <a:cubicBezTo>
                    <a:pt x="21164" y="58024"/>
                    <a:pt x="21228" y="58106"/>
                    <a:pt x="21295" y="58187"/>
                  </a:cubicBezTo>
                  <a:cubicBezTo>
                    <a:pt x="21362" y="58268"/>
                    <a:pt x="21431" y="58346"/>
                    <a:pt x="21503" y="58423"/>
                  </a:cubicBezTo>
                  <a:cubicBezTo>
                    <a:pt x="21575" y="58499"/>
                    <a:pt x="21649" y="58573"/>
                    <a:pt x="21725" y="58645"/>
                  </a:cubicBezTo>
                  <a:cubicBezTo>
                    <a:pt x="21801" y="58717"/>
                    <a:pt x="21880" y="58786"/>
                    <a:pt x="21961" y="58853"/>
                  </a:cubicBezTo>
                  <a:cubicBezTo>
                    <a:pt x="22041" y="58919"/>
                    <a:pt x="22124" y="58984"/>
                    <a:pt x="22209" y="59045"/>
                  </a:cubicBezTo>
                  <a:cubicBezTo>
                    <a:pt x="22294" y="59107"/>
                    <a:pt x="22380" y="59166"/>
                    <a:pt x="22469" y="59222"/>
                  </a:cubicBezTo>
                  <a:cubicBezTo>
                    <a:pt x="22557" y="59278"/>
                    <a:pt x="22647" y="59331"/>
                    <a:pt x="22739" y="59382"/>
                  </a:cubicBezTo>
                  <a:cubicBezTo>
                    <a:pt x="22831" y="59432"/>
                    <a:pt x="22924" y="59480"/>
                    <a:pt x="23019" y="59524"/>
                  </a:cubicBezTo>
                  <a:cubicBezTo>
                    <a:pt x="23114" y="59569"/>
                    <a:pt x="23210" y="59610"/>
                    <a:pt x="23307" y="59649"/>
                  </a:cubicBezTo>
                  <a:cubicBezTo>
                    <a:pt x="23405" y="59687"/>
                    <a:pt x="23503" y="59723"/>
                    <a:pt x="23603" y="59755"/>
                  </a:cubicBezTo>
                  <a:cubicBezTo>
                    <a:pt x="23702" y="59788"/>
                    <a:pt x="23803" y="59817"/>
                    <a:pt x="23904" y="59843"/>
                  </a:cubicBezTo>
                  <a:cubicBezTo>
                    <a:pt x="24006" y="59869"/>
                    <a:pt x="24108" y="59892"/>
                    <a:pt x="24211" y="59911"/>
                  </a:cubicBezTo>
                  <a:cubicBezTo>
                    <a:pt x="24314" y="59931"/>
                    <a:pt x="24417" y="59947"/>
                    <a:pt x="24521" y="59961"/>
                  </a:cubicBezTo>
                  <a:cubicBezTo>
                    <a:pt x="24625" y="59974"/>
                    <a:pt x="24729" y="59984"/>
                    <a:pt x="24834" y="59990"/>
                  </a:cubicBezTo>
                  <a:cubicBezTo>
                    <a:pt x="24938" y="59997"/>
                    <a:pt x="25043" y="60000"/>
                    <a:pt x="25148" y="60000"/>
                  </a:cubicBezTo>
                  <a:lnTo>
                    <a:pt x="45148" y="60000"/>
                  </a:lnTo>
                  <a:cubicBezTo>
                    <a:pt x="45253" y="60000"/>
                    <a:pt x="45357" y="59997"/>
                    <a:pt x="45462" y="59990"/>
                  </a:cubicBezTo>
                  <a:cubicBezTo>
                    <a:pt x="45566" y="59984"/>
                    <a:pt x="45671" y="59974"/>
                    <a:pt x="45774" y="59961"/>
                  </a:cubicBezTo>
                  <a:cubicBezTo>
                    <a:pt x="45878" y="59947"/>
                    <a:pt x="45982" y="59931"/>
                    <a:pt x="46085" y="59911"/>
                  </a:cubicBezTo>
                  <a:cubicBezTo>
                    <a:pt x="46188" y="59892"/>
                    <a:pt x="46290" y="59869"/>
                    <a:pt x="46391" y="59843"/>
                  </a:cubicBezTo>
                  <a:cubicBezTo>
                    <a:pt x="46493" y="59817"/>
                    <a:pt x="46593" y="59788"/>
                    <a:pt x="46693" y="59755"/>
                  </a:cubicBezTo>
                  <a:cubicBezTo>
                    <a:pt x="46792" y="59723"/>
                    <a:pt x="46891" y="59687"/>
                    <a:pt x="46988" y="59649"/>
                  </a:cubicBezTo>
                  <a:cubicBezTo>
                    <a:pt x="47086" y="59610"/>
                    <a:pt x="47182" y="59569"/>
                    <a:pt x="47277" y="59524"/>
                  </a:cubicBezTo>
                  <a:cubicBezTo>
                    <a:pt x="47371" y="59480"/>
                    <a:pt x="47465" y="59432"/>
                    <a:pt x="47557" y="59382"/>
                  </a:cubicBezTo>
                  <a:cubicBezTo>
                    <a:pt x="47648" y="59331"/>
                    <a:pt x="47739" y="59278"/>
                    <a:pt x="47827" y="59222"/>
                  </a:cubicBezTo>
                  <a:cubicBezTo>
                    <a:pt x="47915" y="59166"/>
                    <a:pt x="48002" y="59107"/>
                    <a:pt x="48087" y="59045"/>
                  </a:cubicBezTo>
                  <a:cubicBezTo>
                    <a:pt x="48171" y="58984"/>
                    <a:pt x="48254" y="58919"/>
                    <a:pt x="48335" y="58853"/>
                  </a:cubicBezTo>
                  <a:cubicBezTo>
                    <a:pt x="48416" y="58786"/>
                    <a:pt x="48494" y="58717"/>
                    <a:pt x="48571" y="58645"/>
                  </a:cubicBezTo>
                  <a:cubicBezTo>
                    <a:pt x="48647" y="58573"/>
                    <a:pt x="48721" y="58499"/>
                    <a:pt x="48793" y="58423"/>
                  </a:cubicBezTo>
                  <a:cubicBezTo>
                    <a:pt x="48864" y="58346"/>
                    <a:pt x="48934" y="58268"/>
                    <a:pt x="49000" y="58187"/>
                  </a:cubicBezTo>
                  <a:cubicBezTo>
                    <a:pt x="49067" y="58106"/>
                    <a:pt x="49131" y="58024"/>
                    <a:pt x="49193" y="57939"/>
                  </a:cubicBezTo>
                  <a:cubicBezTo>
                    <a:pt x="49254" y="57854"/>
                    <a:pt x="49313" y="57768"/>
                    <a:pt x="49369" y="57679"/>
                  </a:cubicBezTo>
                  <a:cubicBezTo>
                    <a:pt x="49426" y="57591"/>
                    <a:pt x="49479" y="57501"/>
                    <a:pt x="49529" y="57409"/>
                  </a:cubicBezTo>
                  <a:cubicBezTo>
                    <a:pt x="49580" y="57317"/>
                    <a:pt x="49627" y="57224"/>
                    <a:pt x="49672" y="57129"/>
                  </a:cubicBezTo>
                  <a:cubicBezTo>
                    <a:pt x="49717" y="57034"/>
                    <a:pt x="49758" y="56938"/>
                    <a:pt x="49797" y="56841"/>
                  </a:cubicBezTo>
                  <a:cubicBezTo>
                    <a:pt x="49835" y="56743"/>
                    <a:pt x="49871" y="56645"/>
                    <a:pt x="49903" y="56545"/>
                  </a:cubicBezTo>
                  <a:cubicBezTo>
                    <a:pt x="49935" y="56445"/>
                    <a:pt x="49965" y="56345"/>
                    <a:pt x="49991" y="56243"/>
                  </a:cubicBezTo>
                  <a:cubicBezTo>
                    <a:pt x="50017" y="56142"/>
                    <a:pt x="50040" y="56040"/>
                    <a:pt x="50059" y="55937"/>
                  </a:cubicBezTo>
                  <a:cubicBezTo>
                    <a:pt x="50079" y="55834"/>
                    <a:pt x="50095" y="55731"/>
                    <a:pt x="50108" y="55627"/>
                  </a:cubicBezTo>
                  <a:cubicBezTo>
                    <a:pt x="50121" y="55523"/>
                    <a:pt x="50131" y="55418"/>
                    <a:pt x="50138" y="55314"/>
                  </a:cubicBezTo>
                  <a:cubicBezTo>
                    <a:pt x="50145" y="55209"/>
                    <a:pt x="50148" y="55105"/>
                    <a:pt x="50148" y="55000"/>
                  </a:cubicBezTo>
                  <a:lnTo>
                    <a:pt x="50148" y="35000"/>
                  </a:lnTo>
                  <a:cubicBezTo>
                    <a:pt x="50148" y="34895"/>
                    <a:pt x="50151" y="34791"/>
                    <a:pt x="50158" y="34686"/>
                  </a:cubicBezTo>
                  <a:cubicBezTo>
                    <a:pt x="50164" y="34582"/>
                    <a:pt x="50174" y="34477"/>
                    <a:pt x="50187" y="34373"/>
                  </a:cubicBezTo>
                  <a:cubicBezTo>
                    <a:pt x="50200" y="34269"/>
                    <a:pt x="50217" y="34166"/>
                    <a:pt x="50236" y="34063"/>
                  </a:cubicBezTo>
                  <a:cubicBezTo>
                    <a:pt x="50256" y="33960"/>
                    <a:pt x="50279" y="33858"/>
                    <a:pt x="50305" y="33757"/>
                  </a:cubicBezTo>
                  <a:cubicBezTo>
                    <a:pt x="50331" y="33655"/>
                    <a:pt x="50360" y="33555"/>
                    <a:pt x="50393" y="33455"/>
                  </a:cubicBezTo>
                  <a:cubicBezTo>
                    <a:pt x="50425" y="33355"/>
                    <a:pt x="50460" y="33257"/>
                    <a:pt x="50499" y="33159"/>
                  </a:cubicBezTo>
                  <a:cubicBezTo>
                    <a:pt x="50537" y="33062"/>
                    <a:pt x="50579" y="32966"/>
                    <a:pt x="50624" y="32871"/>
                  </a:cubicBezTo>
                  <a:cubicBezTo>
                    <a:pt x="50668" y="32776"/>
                    <a:pt x="50716" y="32683"/>
                    <a:pt x="50766" y="32591"/>
                  </a:cubicBezTo>
                  <a:cubicBezTo>
                    <a:pt x="50817" y="32499"/>
                    <a:pt x="50870" y="32409"/>
                    <a:pt x="50926" y="32321"/>
                  </a:cubicBezTo>
                  <a:cubicBezTo>
                    <a:pt x="50982" y="32232"/>
                    <a:pt x="51041" y="32146"/>
                    <a:pt x="51103" y="32061"/>
                  </a:cubicBezTo>
                  <a:cubicBezTo>
                    <a:pt x="51164" y="31976"/>
                    <a:pt x="51228" y="31894"/>
                    <a:pt x="51295" y="31813"/>
                  </a:cubicBezTo>
                  <a:cubicBezTo>
                    <a:pt x="51362" y="31732"/>
                    <a:pt x="51431" y="31654"/>
                    <a:pt x="51503" y="31577"/>
                  </a:cubicBezTo>
                  <a:cubicBezTo>
                    <a:pt x="51575" y="31501"/>
                    <a:pt x="51649" y="31427"/>
                    <a:pt x="51725" y="31355"/>
                  </a:cubicBezTo>
                  <a:cubicBezTo>
                    <a:pt x="51801" y="31283"/>
                    <a:pt x="51880" y="31214"/>
                    <a:pt x="51961" y="31147"/>
                  </a:cubicBezTo>
                  <a:cubicBezTo>
                    <a:pt x="52041" y="31081"/>
                    <a:pt x="52124" y="31016"/>
                    <a:pt x="52209" y="30955"/>
                  </a:cubicBezTo>
                  <a:cubicBezTo>
                    <a:pt x="52294" y="30893"/>
                    <a:pt x="52380" y="30834"/>
                    <a:pt x="52469" y="30778"/>
                  </a:cubicBezTo>
                  <a:cubicBezTo>
                    <a:pt x="52557" y="30722"/>
                    <a:pt x="52647" y="30669"/>
                    <a:pt x="52739" y="30618"/>
                  </a:cubicBezTo>
                  <a:cubicBezTo>
                    <a:pt x="52831" y="30568"/>
                    <a:pt x="52924" y="30520"/>
                    <a:pt x="53019" y="30476"/>
                  </a:cubicBezTo>
                  <a:cubicBezTo>
                    <a:pt x="53114" y="30431"/>
                    <a:pt x="53210" y="30390"/>
                    <a:pt x="53307" y="30351"/>
                  </a:cubicBezTo>
                  <a:cubicBezTo>
                    <a:pt x="53405" y="30313"/>
                    <a:pt x="53503" y="30277"/>
                    <a:pt x="53603" y="30245"/>
                  </a:cubicBezTo>
                  <a:cubicBezTo>
                    <a:pt x="53702" y="30212"/>
                    <a:pt x="53803" y="30183"/>
                    <a:pt x="53904" y="30157"/>
                  </a:cubicBezTo>
                  <a:cubicBezTo>
                    <a:pt x="54006" y="30131"/>
                    <a:pt x="54108" y="30108"/>
                    <a:pt x="54211" y="30089"/>
                  </a:cubicBezTo>
                  <a:cubicBezTo>
                    <a:pt x="54314" y="30069"/>
                    <a:pt x="54417" y="30053"/>
                    <a:pt x="54521" y="30039"/>
                  </a:cubicBezTo>
                  <a:cubicBezTo>
                    <a:pt x="54625" y="30026"/>
                    <a:pt x="54729" y="30016"/>
                    <a:pt x="54834" y="30010"/>
                  </a:cubicBezTo>
                  <a:cubicBezTo>
                    <a:pt x="54938" y="30003"/>
                    <a:pt x="55043" y="30000"/>
                    <a:pt x="55148" y="30000"/>
                  </a:cubicBezTo>
                  <a:lnTo>
                    <a:pt x="120148" y="30000"/>
                  </a:lnTo>
                  <a:lnTo>
                    <a:pt x="120148" y="0"/>
                  </a:lnTo>
                  <a:close/>
                  <a:moveTo>
                    <a:pt x="50148" y="140000"/>
                  </a:moveTo>
                  <a:lnTo>
                    <a:pt x="20148" y="140000"/>
                  </a:lnTo>
                  <a:cubicBezTo>
                    <a:pt x="20043" y="139999"/>
                    <a:pt x="19939" y="139994"/>
                    <a:pt x="19834" y="139987"/>
                  </a:cubicBezTo>
                  <a:cubicBezTo>
                    <a:pt x="19730" y="139979"/>
                    <a:pt x="19626" y="139968"/>
                    <a:pt x="19522" y="139954"/>
                  </a:cubicBezTo>
                  <a:cubicBezTo>
                    <a:pt x="19419" y="139940"/>
                    <a:pt x="19316" y="139922"/>
                    <a:pt x="19213" y="139902"/>
                  </a:cubicBezTo>
                  <a:cubicBezTo>
                    <a:pt x="19111" y="139881"/>
                    <a:pt x="19009" y="139857"/>
                    <a:pt x="18908" y="139830"/>
                  </a:cubicBezTo>
                  <a:cubicBezTo>
                    <a:pt x="18807" y="139803"/>
                    <a:pt x="18707" y="139773"/>
                    <a:pt x="18607" y="139739"/>
                  </a:cubicBezTo>
                  <a:cubicBezTo>
                    <a:pt x="18508" y="139706"/>
                    <a:pt x="18410" y="139670"/>
                    <a:pt x="18313" y="139630"/>
                  </a:cubicBezTo>
                  <a:cubicBezTo>
                    <a:pt x="18217" y="139591"/>
                    <a:pt x="18121" y="139548"/>
                    <a:pt x="18027" y="139502"/>
                  </a:cubicBezTo>
                  <a:cubicBezTo>
                    <a:pt x="17933" y="139457"/>
                    <a:pt x="17840" y="139409"/>
                    <a:pt x="17749" y="139357"/>
                  </a:cubicBezTo>
                  <a:cubicBezTo>
                    <a:pt x="17658" y="139306"/>
                    <a:pt x="17568" y="139252"/>
                    <a:pt x="17480" y="139195"/>
                  </a:cubicBezTo>
                  <a:cubicBezTo>
                    <a:pt x="17393" y="139138"/>
                    <a:pt x="17307" y="139078"/>
                    <a:pt x="17223" y="139016"/>
                  </a:cubicBezTo>
                  <a:cubicBezTo>
                    <a:pt x="17139" y="138954"/>
                    <a:pt x="17057" y="138889"/>
                    <a:pt x="16977" y="138821"/>
                  </a:cubicBezTo>
                  <a:cubicBezTo>
                    <a:pt x="16897" y="138754"/>
                    <a:pt x="16819" y="138684"/>
                    <a:pt x="16744" y="138611"/>
                  </a:cubicBezTo>
                  <a:cubicBezTo>
                    <a:pt x="16668" y="138539"/>
                    <a:pt x="16595" y="138464"/>
                    <a:pt x="16524" y="138388"/>
                  </a:cubicBezTo>
                  <a:cubicBezTo>
                    <a:pt x="16453" y="138311"/>
                    <a:pt x="16385" y="138231"/>
                    <a:pt x="16319" y="138150"/>
                  </a:cubicBezTo>
                  <a:cubicBezTo>
                    <a:pt x="16253" y="138069"/>
                    <a:pt x="16189" y="137986"/>
                    <a:pt x="16129" y="137901"/>
                  </a:cubicBezTo>
                  <a:cubicBezTo>
                    <a:pt x="16068" y="137815"/>
                    <a:pt x="16010" y="137728"/>
                    <a:pt x="15955" y="137639"/>
                  </a:cubicBezTo>
                  <a:cubicBezTo>
                    <a:pt x="15900" y="137551"/>
                    <a:pt x="15847" y="137460"/>
                    <a:pt x="15798" y="137368"/>
                  </a:cubicBezTo>
                  <a:cubicBezTo>
                    <a:pt x="15748" y="137276"/>
                    <a:pt x="15702" y="137182"/>
                    <a:pt x="15658" y="137087"/>
                  </a:cubicBezTo>
                  <a:cubicBezTo>
                    <a:pt x="15614" y="136992"/>
                    <a:pt x="15574" y="136896"/>
                    <a:pt x="15536" y="136798"/>
                  </a:cubicBezTo>
                  <a:cubicBezTo>
                    <a:pt x="15499" y="136701"/>
                    <a:pt x="15464" y="136602"/>
                    <a:pt x="15433" y="136502"/>
                  </a:cubicBezTo>
                  <a:cubicBezTo>
                    <a:pt x="15401" y="136402"/>
                    <a:pt x="15373" y="136302"/>
                    <a:pt x="15348" y="136200"/>
                  </a:cubicBezTo>
                  <a:lnTo>
                    <a:pt x="148" y="76200"/>
                  </a:lnTo>
                  <a:cubicBezTo>
                    <a:pt x="123" y="76102"/>
                    <a:pt x="102" y="76004"/>
                    <a:pt x="84" y="75905"/>
                  </a:cubicBezTo>
                  <a:cubicBezTo>
                    <a:pt x="65" y="75806"/>
                    <a:pt x="50" y="75706"/>
                    <a:pt x="38" y="75606"/>
                  </a:cubicBezTo>
                  <a:cubicBezTo>
                    <a:pt x="25" y="75506"/>
                    <a:pt x="16" y="75406"/>
                    <a:pt x="10" y="75305"/>
                  </a:cubicBezTo>
                  <a:cubicBezTo>
                    <a:pt x="3" y="75205"/>
                    <a:pt x="0" y="75104"/>
                    <a:pt x="0" y="75003"/>
                  </a:cubicBezTo>
                  <a:cubicBezTo>
                    <a:pt x="0" y="74902"/>
                    <a:pt x="3" y="74802"/>
                    <a:pt x="9" y="74701"/>
                  </a:cubicBezTo>
                  <a:cubicBezTo>
                    <a:pt x="14" y="74600"/>
                    <a:pt x="23" y="74500"/>
                    <a:pt x="35" y="74400"/>
                  </a:cubicBezTo>
                  <a:cubicBezTo>
                    <a:pt x="47" y="74300"/>
                    <a:pt x="62" y="74200"/>
                    <a:pt x="80" y="74101"/>
                  </a:cubicBezTo>
                  <a:cubicBezTo>
                    <a:pt x="98" y="74002"/>
                    <a:pt x="119" y="73903"/>
                    <a:pt x="143" y="73805"/>
                  </a:cubicBezTo>
                  <a:cubicBezTo>
                    <a:pt x="167" y="73708"/>
                    <a:pt x="194" y="73610"/>
                    <a:pt x="224" y="73514"/>
                  </a:cubicBezTo>
                  <a:cubicBezTo>
                    <a:pt x="254" y="73418"/>
                    <a:pt x="286" y="73323"/>
                    <a:pt x="322" y="73228"/>
                  </a:cubicBezTo>
                  <a:cubicBezTo>
                    <a:pt x="357" y="73134"/>
                    <a:pt x="396" y="73041"/>
                    <a:pt x="437" y="72949"/>
                  </a:cubicBezTo>
                  <a:cubicBezTo>
                    <a:pt x="478" y="72857"/>
                    <a:pt x="522" y="72766"/>
                    <a:pt x="569" y="72677"/>
                  </a:cubicBezTo>
                  <a:cubicBezTo>
                    <a:pt x="616" y="72588"/>
                    <a:pt x="665" y="72500"/>
                    <a:pt x="717" y="72414"/>
                  </a:cubicBezTo>
                  <a:cubicBezTo>
                    <a:pt x="769" y="72327"/>
                    <a:pt x="823" y="72243"/>
                    <a:pt x="881" y="72160"/>
                  </a:cubicBezTo>
                  <a:cubicBezTo>
                    <a:pt x="938" y="72077"/>
                    <a:pt x="997" y="71995"/>
                    <a:pt x="1059" y="71916"/>
                  </a:cubicBezTo>
                  <a:cubicBezTo>
                    <a:pt x="1121" y="71836"/>
                    <a:pt x="1186" y="71759"/>
                    <a:pt x="1252" y="71683"/>
                  </a:cubicBezTo>
                  <a:cubicBezTo>
                    <a:pt x="1319" y="71608"/>
                    <a:pt x="1388" y="71534"/>
                    <a:pt x="1459" y="71463"/>
                  </a:cubicBezTo>
                  <a:cubicBezTo>
                    <a:pt x="1530" y="71392"/>
                    <a:pt x="1604" y="71322"/>
                    <a:pt x="1679" y="71256"/>
                  </a:cubicBezTo>
                  <a:cubicBezTo>
                    <a:pt x="1754" y="71189"/>
                    <a:pt x="1832" y="71124"/>
                    <a:pt x="1911" y="71062"/>
                  </a:cubicBezTo>
                  <a:cubicBezTo>
                    <a:pt x="1990" y="70999"/>
                    <a:pt x="2071" y="70940"/>
                    <a:pt x="2154" y="70882"/>
                  </a:cubicBezTo>
                  <a:cubicBezTo>
                    <a:pt x="2237" y="70825"/>
                    <a:pt x="2321" y="70770"/>
                    <a:pt x="2408" y="70718"/>
                  </a:cubicBezTo>
                  <a:cubicBezTo>
                    <a:pt x="2494" y="70666"/>
                    <a:pt x="2581" y="70616"/>
                    <a:pt x="2671" y="70569"/>
                  </a:cubicBezTo>
                  <a:cubicBezTo>
                    <a:pt x="2760" y="70522"/>
                    <a:pt x="2850" y="70478"/>
                    <a:pt x="2942" y="70436"/>
                  </a:cubicBezTo>
                  <a:cubicBezTo>
                    <a:pt x="3034" y="70395"/>
                    <a:pt x="3127" y="70356"/>
                    <a:pt x="3221" y="70320"/>
                  </a:cubicBezTo>
                  <a:cubicBezTo>
                    <a:pt x="3315" y="70285"/>
                    <a:pt x="3411" y="70252"/>
                    <a:pt x="3507" y="70221"/>
                  </a:cubicBezTo>
                  <a:cubicBezTo>
                    <a:pt x="3603" y="70191"/>
                    <a:pt x="3700" y="70164"/>
                    <a:pt x="3798" y="70140"/>
                  </a:cubicBezTo>
                  <a:cubicBezTo>
                    <a:pt x="3908" y="70115"/>
                    <a:pt x="4020" y="70093"/>
                    <a:pt x="4131" y="70074"/>
                  </a:cubicBezTo>
                  <a:cubicBezTo>
                    <a:pt x="4243" y="70056"/>
                    <a:pt x="4356" y="70040"/>
                    <a:pt x="4469" y="70029"/>
                  </a:cubicBezTo>
                  <a:cubicBezTo>
                    <a:pt x="4581" y="70017"/>
                    <a:pt x="4694" y="70009"/>
                    <a:pt x="4808" y="70004"/>
                  </a:cubicBezTo>
                  <a:cubicBezTo>
                    <a:pt x="4921" y="69999"/>
                    <a:pt x="5034" y="69998"/>
                    <a:pt x="5148" y="70000"/>
                  </a:cubicBezTo>
                  <a:lnTo>
                    <a:pt x="65148" y="70000"/>
                  </a:lnTo>
                  <a:cubicBezTo>
                    <a:pt x="65252" y="69997"/>
                    <a:pt x="65357" y="69997"/>
                    <a:pt x="65462" y="70001"/>
                  </a:cubicBezTo>
                  <a:cubicBezTo>
                    <a:pt x="65566" y="70005"/>
                    <a:pt x="65671" y="70011"/>
                    <a:pt x="65775" y="70022"/>
                  </a:cubicBezTo>
                  <a:cubicBezTo>
                    <a:pt x="65879" y="70032"/>
                    <a:pt x="65983" y="70045"/>
                    <a:pt x="66086" y="70062"/>
                  </a:cubicBezTo>
                  <a:cubicBezTo>
                    <a:pt x="66189" y="70078"/>
                    <a:pt x="66292" y="70098"/>
                    <a:pt x="66394" y="70121"/>
                  </a:cubicBezTo>
                  <a:cubicBezTo>
                    <a:pt x="66496" y="70145"/>
                    <a:pt x="66598" y="70171"/>
                    <a:pt x="66698" y="70200"/>
                  </a:cubicBezTo>
                  <a:cubicBezTo>
                    <a:pt x="66799" y="70230"/>
                    <a:pt x="66898" y="70262"/>
                    <a:pt x="66996" y="70298"/>
                  </a:cubicBezTo>
                  <a:cubicBezTo>
                    <a:pt x="67095" y="70334"/>
                    <a:pt x="67192" y="70373"/>
                    <a:pt x="67288" y="70414"/>
                  </a:cubicBezTo>
                  <a:cubicBezTo>
                    <a:pt x="67384" y="70456"/>
                    <a:pt x="67478" y="70501"/>
                    <a:pt x="67572" y="70549"/>
                  </a:cubicBezTo>
                  <a:cubicBezTo>
                    <a:pt x="67665" y="70597"/>
                    <a:pt x="67756" y="70647"/>
                    <a:pt x="67846" y="70701"/>
                  </a:cubicBezTo>
                  <a:cubicBezTo>
                    <a:pt x="67936" y="70754"/>
                    <a:pt x="68024" y="70811"/>
                    <a:pt x="68111" y="70870"/>
                  </a:cubicBezTo>
                  <a:cubicBezTo>
                    <a:pt x="68197" y="70929"/>
                    <a:pt x="68282" y="70990"/>
                    <a:pt x="68364" y="71055"/>
                  </a:cubicBezTo>
                  <a:cubicBezTo>
                    <a:pt x="68447" y="71119"/>
                    <a:pt x="68527" y="71186"/>
                    <a:pt x="68606" y="71255"/>
                  </a:cubicBezTo>
                  <a:cubicBezTo>
                    <a:pt x="68684" y="71325"/>
                    <a:pt x="68760" y="71397"/>
                    <a:pt x="68834" y="71471"/>
                  </a:cubicBezTo>
                  <a:cubicBezTo>
                    <a:pt x="68908" y="71545"/>
                    <a:pt x="68979" y="71621"/>
                    <a:pt x="69048" y="71700"/>
                  </a:cubicBezTo>
                  <a:cubicBezTo>
                    <a:pt x="69117" y="71779"/>
                    <a:pt x="69184" y="71860"/>
                    <a:pt x="69248" y="71942"/>
                  </a:cubicBezTo>
                  <a:cubicBezTo>
                    <a:pt x="69312" y="72025"/>
                    <a:pt x="69373" y="72110"/>
                    <a:pt x="69432" y="72197"/>
                  </a:cubicBezTo>
                  <a:cubicBezTo>
                    <a:pt x="69490" y="72283"/>
                    <a:pt x="69546" y="72372"/>
                    <a:pt x="69599" y="72462"/>
                  </a:cubicBezTo>
                  <a:cubicBezTo>
                    <a:pt x="69652" y="72552"/>
                    <a:pt x="69703" y="72644"/>
                    <a:pt x="69750" y="72738"/>
                  </a:cubicBezTo>
                  <a:cubicBezTo>
                    <a:pt x="69797" y="72831"/>
                    <a:pt x="69842" y="72926"/>
                    <a:pt x="69883" y="73022"/>
                  </a:cubicBezTo>
                  <a:cubicBezTo>
                    <a:pt x="69924" y="73118"/>
                    <a:pt x="69963" y="73215"/>
                    <a:pt x="69998" y="73314"/>
                  </a:cubicBezTo>
                  <a:cubicBezTo>
                    <a:pt x="70033" y="73412"/>
                    <a:pt x="70065" y="73512"/>
                    <a:pt x="70094" y="73613"/>
                  </a:cubicBezTo>
                  <a:cubicBezTo>
                    <a:pt x="70123" y="73713"/>
                    <a:pt x="70149" y="73815"/>
                    <a:pt x="70172" y="73917"/>
                  </a:cubicBezTo>
                  <a:cubicBezTo>
                    <a:pt x="70194" y="74019"/>
                    <a:pt x="70214" y="74122"/>
                    <a:pt x="70230" y="74225"/>
                  </a:cubicBezTo>
                  <a:cubicBezTo>
                    <a:pt x="70246" y="74329"/>
                    <a:pt x="70259" y="74433"/>
                    <a:pt x="70269" y="74537"/>
                  </a:cubicBezTo>
                  <a:cubicBezTo>
                    <a:pt x="70278" y="74641"/>
                    <a:pt x="70285" y="74745"/>
                    <a:pt x="70288" y="74850"/>
                  </a:cubicBezTo>
                  <a:cubicBezTo>
                    <a:pt x="70292" y="74941"/>
                    <a:pt x="70293" y="75032"/>
                    <a:pt x="70291" y="75122"/>
                  </a:cubicBezTo>
                  <a:cubicBezTo>
                    <a:pt x="70290" y="75213"/>
                    <a:pt x="70286" y="75304"/>
                    <a:pt x="70279" y="75394"/>
                  </a:cubicBezTo>
                  <a:cubicBezTo>
                    <a:pt x="70272" y="75485"/>
                    <a:pt x="70263" y="75575"/>
                    <a:pt x="70251" y="75665"/>
                  </a:cubicBezTo>
                  <a:cubicBezTo>
                    <a:pt x="70239" y="75755"/>
                    <a:pt x="70224" y="75845"/>
                    <a:pt x="70207" y="75934"/>
                  </a:cubicBezTo>
                  <a:cubicBezTo>
                    <a:pt x="70190" y="76023"/>
                    <a:pt x="70170" y="76112"/>
                    <a:pt x="70148" y="76200"/>
                  </a:cubicBezTo>
                  <a:lnTo>
                    <a:pt x="55148" y="136200"/>
                  </a:lnTo>
                  <a:cubicBezTo>
                    <a:pt x="55123" y="136300"/>
                    <a:pt x="55095" y="136399"/>
                    <a:pt x="55065" y="136497"/>
                  </a:cubicBezTo>
                  <a:cubicBezTo>
                    <a:pt x="55034" y="136595"/>
                    <a:pt x="55000" y="136693"/>
                    <a:pt x="54963" y="136789"/>
                  </a:cubicBezTo>
                  <a:cubicBezTo>
                    <a:pt x="54927" y="136885"/>
                    <a:pt x="54887" y="136980"/>
                    <a:pt x="54844" y="137073"/>
                  </a:cubicBezTo>
                  <a:cubicBezTo>
                    <a:pt x="54802" y="137167"/>
                    <a:pt x="54756" y="137259"/>
                    <a:pt x="54708" y="137350"/>
                  </a:cubicBezTo>
                  <a:cubicBezTo>
                    <a:pt x="54659" y="137441"/>
                    <a:pt x="54608" y="137530"/>
                    <a:pt x="54555" y="137618"/>
                  </a:cubicBezTo>
                  <a:cubicBezTo>
                    <a:pt x="54501" y="137706"/>
                    <a:pt x="54444" y="137792"/>
                    <a:pt x="54385" y="137876"/>
                  </a:cubicBezTo>
                  <a:cubicBezTo>
                    <a:pt x="54326" y="137960"/>
                    <a:pt x="54264" y="138042"/>
                    <a:pt x="54200" y="138123"/>
                  </a:cubicBezTo>
                  <a:cubicBezTo>
                    <a:pt x="54136" y="138203"/>
                    <a:pt x="54069" y="138282"/>
                    <a:pt x="54000" y="138358"/>
                  </a:cubicBezTo>
                  <a:cubicBezTo>
                    <a:pt x="53931" y="138434"/>
                    <a:pt x="53860" y="138508"/>
                    <a:pt x="53786" y="138580"/>
                  </a:cubicBezTo>
                  <a:cubicBezTo>
                    <a:pt x="53712" y="138652"/>
                    <a:pt x="53637" y="138722"/>
                    <a:pt x="53559" y="138789"/>
                  </a:cubicBezTo>
                  <a:cubicBezTo>
                    <a:pt x="53481" y="138856"/>
                    <a:pt x="53401" y="138921"/>
                    <a:pt x="53319" y="138983"/>
                  </a:cubicBezTo>
                  <a:cubicBezTo>
                    <a:pt x="53237" y="139045"/>
                    <a:pt x="53153" y="139105"/>
                    <a:pt x="53067" y="139162"/>
                  </a:cubicBezTo>
                  <a:cubicBezTo>
                    <a:pt x="52982" y="139219"/>
                    <a:pt x="52895" y="139273"/>
                    <a:pt x="52806" y="139325"/>
                  </a:cubicBezTo>
                  <a:cubicBezTo>
                    <a:pt x="52717" y="139377"/>
                    <a:pt x="52626" y="139426"/>
                    <a:pt x="52534" y="139472"/>
                  </a:cubicBezTo>
                  <a:cubicBezTo>
                    <a:pt x="52442" y="139518"/>
                    <a:pt x="52349" y="139561"/>
                    <a:pt x="52254" y="139602"/>
                  </a:cubicBezTo>
                  <a:cubicBezTo>
                    <a:pt x="52159" y="139642"/>
                    <a:pt x="52064" y="139679"/>
                    <a:pt x="51967" y="139714"/>
                  </a:cubicBezTo>
                  <a:cubicBezTo>
                    <a:pt x="51870" y="139748"/>
                    <a:pt x="51772" y="139780"/>
                    <a:pt x="51673" y="139808"/>
                  </a:cubicBezTo>
                  <a:cubicBezTo>
                    <a:pt x="51574" y="139836"/>
                    <a:pt x="51474" y="139862"/>
                    <a:pt x="51374" y="139884"/>
                  </a:cubicBezTo>
                  <a:cubicBezTo>
                    <a:pt x="51273" y="139906"/>
                    <a:pt x="51172" y="139925"/>
                    <a:pt x="51071" y="139941"/>
                  </a:cubicBezTo>
                  <a:cubicBezTo>
                    <a:pt x="50969" y="139957"/>
                    <a:pt x="50867" y="139970"/>
                    <a:pt x="50764" y="139980"/>
                  </a:cubicBezTo>
                  <a:cubicBezTo>
                    <a:pt x="50662" y="139990"/>
                    <a:pt x="50559" y="139996"/>
                    <a:pt x="50456" y="139999"/>
                  </a:cubicBezTo>
                  <a:cubicBezTo>
                    <a:pt x="50354" y="140003"/>
                    <a:pt x="50251" y="140003"/>
                    <a:pt x="50148" y="140000"/>
                  </a:cubicBezTo>
                  <a:close/>
                  <a:moveTo>
                    <a:pt x="16648" y="100000"/>
                  </a:moveTo>
                  <a:lnTo>
                    <a:pt x="53748" y="100000"/>
                  </a:lnTo>
                  <a:lnTo>
                    <a:pt x="58748" y="80000"/>
                  </a:lnTo>
                  <a:lnTo>
                    <a:pt x="11548" y="80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56" name="probe-maki-entrance" descr="入口 — Mapbox Maki contributors; CC0-1.0; original SVG unchanged. Source: https://github.com/mapbox/maki/blob/28e2a3602e4bde033a1dd388e86e9c117b425e34/icons/entrance.svg; SVG SHA256: 9ac6f935d890f7b1c42344046d2f2beab00140409b4d0677ffa37e68ffcbdf9c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150000" cy="150000"/>
          </a:xfrm>
        </p:grpSpPr>
        <p:sp>
          <p:nvSpPr>
            <p:cNvPr id="57" name="probe-maki-entrance-part-1"/>
            <p:cNvSpPr/>
            <p:nvPr/>
          </p:nvSpPr>
          <p:spPr>
            <a:xfrm>
              <a:off x="20000" y="20000"/>
              <a:ext cx="130000" cy="110000"/>
            </a:xfrm>
            <a:custGeom>
              <a:avLst/>
              <a:gdLst/>
              <a:ahLst/>
              <a:cxnLst/>
              <a:rect l="0" t="0" r="r" b="b"/>
              <a:pathLst>
                <a:path w="130000" h="110000">
                  <a:moveTo>
                    <a:pt x="60000" y="45000"/>
                  </a:moveTo>
                  <a:lnTo>
                    <a:pt x="60000" y="35000"/>
                  </a:lnTo>
                  <a:cubicBezTo>
                    <a:pt x="60000" y="32348"/>
                    <a:pt x="58946" y="29804"/>
                    <a:pt x="57071" y="27929"/>
                  </a:cubicBezTo>
                  <a:cubicBezTo>
                    <a:pt x="55196" y="26054"/>
                    <a:pt x="52652" y="25000"/>
                    <a:pt x="50000" y="25000"/>
                  </a:cubicBezTo>
                  <a:cubicBezTo>
                    <a:pt x="47348" y="25000"/>
                    <a:pt x="44804" y="26054"/>
                    <a:pt x="42929" y="27929"/>
                  </a:cubicBezTo>
                  <a:cubicBezTo>
                    <a:pt x="41054" y="29804"/>
                    <a:pt x="40000" y="32348"/>
                    <a:pt x="40000" y="35000"/>
                  </a:cubicBezTo>
                  <a:lnTo>
                    <a:pt x="40000" y="65000"/>
                  </a:lnTo>
                  <a:close/>
                  <a:moveTo>
                    <a:pt x="40000" y="10000"/>
                  </a:moveTo>
                  <a:cubicBezTo>
                    <a:pt x="40000" y="8022"/>
                    <a:pt x="40587" y="6089"/>
                    <a:pt x="41685" y="4444"/>
                  </a:cubicBezTo>
                  <a:cubicBezTo>
                    <a:pt x="42784" y="2800"/>
                    <a:pt x="44346" y="1518"/>
                    <a:pt x="46173" y="761"/>
                  </a:cubicBezTo>
                  <a:cubicBezTo>
                    <a:pt x="48000" y="4"/>
                    <a:pt x="50011" y="-194"/>
                    <a:pt x="51951" y="192"/>
                  </a:cubicBezTo>
                  <a:cubicBezTo>
                    <a:pt x="53891" y="578"/>
                    <a:pt x="55673" y="1530"/>
                    <a:pt x="57071" y="2929"/>
                  </a:cubicBezTo>
                  <a:cubicBezTo>
                    <a:pt x="58470" y="4327"/>
                    <a:pt x="59422" y="6109"/>
                    <a:pt x="59808" y="8049"/>
                  </a:cubicBezTo>
                  <a:cubicBezTo>
                    <a:pt x="60194" y="9989"/>
                    <a:pt x="59996" y="12000"/>
                    <a:pt x="59239" y="13827"/>
                  </a:cubicBezTo>
                  <a:cubicBezTo>
                    <a:pt x="58482" y="15654"/>
                    <a:pt x="57200" y="17216"/>
                    <a:pt x="55556" y="18315"/>
                  </a:cubicBezTo>
                  <a:cubicBezTo>
                    <a:pt x="53911" y="19413"/>
                    <a:pt x="51978" y="20000"/>
                    <a:pt x="50000" y="20000"/>
                  </a:cubicBezTo>
                  <a:cubicBezTo>
                    <a:pt x="47348" y="20000"/>
                    <a:pt x="44804" y="18946"/>
                    <a:pt x="42929" y="17071"/>
                  </a:cubicBezTo>
                  <a:cubicBezTo>
                    <a:pt x="41054" y="15196"/>
                    <a:pt x="40000" y="12652"/>
                    <a:pt x="40000" y="10000"/>
                  </a:cubicBezTo>
                  <a:close/>
                  <a:moveTo>
                    <a:pt x="130000" y="40000"/>
                  </a:moveTo>
                  <a:cubicBezTo>
                    <a:pt x="130000" y="42652"/>
                    <a:pt x="128946" y="45196"/>
                    <a:pt x="127071" y="47071"/>
                  </a:cubicBezTo>
                  <a:cubicBezTo>
                    <a:pt x="125196" y="48946"/>
                    <a:pt x="122652" y="50000"/>
                    <a:pt x="120000" y="50000"/>
                  </a:cubicBezTo>
                  <a:lnTo>
                    <a:pt x="104200" y="50000"/>
                  </a:lnTo>
                  <a:cubicBezTo>
                    <a:pt x="102884" y="49992"/>
                    <a:pt x="101579" y="50245"/>
                    <a:pt x="100361" y="50742"/>
                  </a:cubicBezTo>
                  <a:cubicBezTo>
                    <a:pt x="99143" y="51240"/>
                    <a:pt x="98034" y="51973"/>
                    <a:pt x="97100" y="52900"/>
                  </a:cubicBezTo>
                  <a:lnTo>
                    <a:pt x="42900" y="107100"/>
                  </a:lnTo>
                  <a:cubicBezTo>
                    <a:pt x="41037" y="108947"/>
                    <a:pt x="38523" y="109989"/>
                    <a:pt x="35900" y="110000"/>
                  </a:cubicBezTo>
                  <a:lnTo>
                    <a:pt x="10000" y="110000"/>
                  </a:lnTo>
                  <a:cubicBezTo>
                    <a:pt x="7348" y="110000"/>
                    <a:pt x="4804" y="108946"/>
                    <a:pt x="2929" y="107071"/>
                  </a:cubicBezTo>
                  <a:cubicBezTo>
                    <a:pt x="1054" y="105196"/>
                    <a:pt x="0" y="102652"/>
                    <a:pt x="0" y="100000"/>
                  </a:cubicBezTo>
                  <a:cubicBezTo>
                    <a:pt x="0" y="97348"/>
                    <a:pt x="1054" y="94804"/>
                    <a:pt x="2929" y="92929"/>
                  </a:cubicBezTo>
                  <a:cubicBezTo>
                    <a:pt x="4804" y="91054"/>
                    <a:pt x="7348" y="90000"/>
                    <a:pt x="10000" y="90000"/>
                  </a:cubicBezTo>
                  <a:lnTo>
                    <a:pt x="25900" y="90000"/>
                  </a:lnTo>
                  <a:cubicBezTo>
                    <a:pt x="28523" y="89989"/>
                    <a:pt x="31037" y="88947"/>
                    <a:pt x="32900" y="87100"/>
                  </a:cubicBezTo>
                  <a:lnTo>
                    <a:pt x="87100" y="32900"/>
                  </a:lnTo>
                  <a:cubicBezTo>
                    <a:pt x="88034" y="31973"/>
                    <a:pt x="89143" y="31240"/>
                    <a:pt x="90361" y="30742"/>
                  </a:cubicBezTo>
                  <a:cubicBezTo>
                    <a:pt x="91579" y="30245"/>
                    <a:pt x="92884" y="29992"/>
                    <a:pt x="94200" y="30000"/>
                  </a:cubicBezTo>
                  <a:lnTo>
                    <a:pt x="120000" y="30000"/>
                  </a:lnTo>
                  <a:cubicBezTo>
                    <a:pt x="122652" y="30000"/>
                    <a:pt x="125196" y="31054"/>
                    <a:pt x="127071" y="32929"/>
                  </a:cubicBezTo>
                  <a:cubicBezTo>
                    <a:pt x="128946" y="34804"/>
                    <a:pt x="130000" y="37348"/>
                    <a:pt x="130000" y="400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58" name="probe-maki-fence" descr="围栏 — Mapbox Maki contributors; CC0-1.0; original SVG unchanged. Source: https://github.com/mapbox/maki/blob/28e2a3602e4bde033a1dd388e86e9c117b425e34/icons/fence.svg; SVG SHA256: 42f81f965f79edefcfa95bf1c7a28cc30f66fb9bc5bacd5381d462b843b62dab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150000" cy="150000"/>
          </a:xfrm>
        </p:grpSpPr>
        <p:sp>
          <p:nvSpPr>
            <p:cNvPr id="59" name="probe-maki-fence-part-1"/>
            <p:cNvSpPr/>
            <p:nvPr/>
          </p:nvSpPr>
          <p:spPr>
            <a:xfrm>
              <a:off x="10000" y="23056"/>
              <a:ext cx="130000" cy="96944"/>
            </a:xfrm>
            <a:custGeom>
              <a:avLst/>
              <a:gdLst/>
              <a:ahLst/>
              <a:cxnLst/>
              <a:rect l="0" t="0" r="r" b="b"/>
              <a:pathLst>
                <a:path w="130000" h="96944">
                  <a:moveTo>
                    <a:pt x="125000" y="66944"/>
                  </a:moveTo>
                  <a:lnTo>
                    <a:pt x="120000" y="66944"/>
                  </a:lnTo>
                  <a:lnTo>
                    <a:pt x="120000" y="36944"/>
                  </a:lnTo>
                  <a:lnTo>
                    <a:pt x="125000" y="36944"/>
                  </a:lnTo>
                  <a:cubicBezTo>
                    <a:pt x="126326" y="36944"/>
                    <a:pt x="127598" y="36418"/>
                    <a:pt x="128536" y="35480"/>
                  </a:cubicBezTo>
                  <a:cubicBezTo>
                    <a:pt x="129473" y="34542"/>
                    <a:pt x="130000" y="33271"/>
                    <a:pt x="130000" y="31944"/>
                  </a:cubicBezTo>
                  <a:cubicBezTo>
                    <a:pt x="130000" y="30618"/>
                    <a:pt x="129473" y="29347"/>
                    <a:pt x="128536" y="28409"/>
                  </a:cubicBezTo>
                  <a:cubicBezTo>
                    <a:pt x="127598" y="27471"/>
                    <a:pt x="126326" y="26944"/>
                    <a:pt x="125000" y="26944"/>
                  </a:cubicBezTo>
                  <a:lnTo>
                    <a:pt x="120000" y="26944"/>
                  </a:lnTo>
                  <a:lnTo>
                    <a:pt x="120000" y="6944"/>
                  </a:lnTo>
                  <a:lnTo>
                    <a:pt x="117140" y="1214"/>
                  </a:lnTo>
                  <a:cubicBezTo>
                    <a:pt x="116922" y="849"/>
                    <a:pt x="116615" y="546"/>
                    <a:pt x="116246" y="334"/>
                  </a:cubicBezTo>
                  <a:cubicBezTo>
                    <a:pt x="115878" y="121"/>
                    <a:pt x="115462" y="6"/>
                    <a:pt x="115037" y="0"/>
                  </a:cubicBezTo>
                  <a:cubicBezTo>
                    <a:pt x="114612" y="-6"/>
                    <a:pt x="114192" y="97"/>
                    <a:pt x="113818" y="299"/>
                  </a:cubicBezTo>
                  <a:cubicBezTo>
                    <a:pt x="113444" y="501"/>
                    <a:pt x="113128" y="796"/>
                    <a:pt x="112900" y="1154"/>
                  </a:cubicBezTo>
                  <a:lnTo>
                    <a:pt x="110000" y="6944"/>
                  </a:lnTo>
                  <a:lnTo>
                    <a:pt x="110000" y="26944"/>
                  </a:lnTo>
                  <a:lnTo>
                    <a:pt x="100000" y="26944"/>
                  </a:lnTo>
                  <a:lnTo>
                    <a:pt x="100000" y="6944"/>
                  </a:lnTo>
                  <a:lnTo>
                    <a:pt x="97140" y="1214"/>
                  </a:lnTo>
                  <a:cubicBezTo>
                    <a:pt x="96922" y="849"/>
                    <a:pt x="96615" y="546"/>
                    <a:pt x="96246" y="334"/>
                  </a:cubicBezTo>
                  <a:cubicBezTo>
                    <a:pt x="95878" y="121"/>
                    <a:pt x="95462" y="6"/>
                    <a:pt x="95037" y="0"/>
                  </a:cubicBezTo>
                  <a:cubicBezTo>
                    <a:pt x="94612" y="-6"/>
                    <a:pt x="94192" y="97"/>
                    <a:pt x="93818" y="299"/>
                  </a:cubicBezTo>
                  <a:cubicBezTo>
                    <a:pt x="93444" y="501"/>
                    <a:pt x="93128" y="796"/>
                    <a:pt x="92900" y="1154"/>
                  </a:cubicBezTo>
                  <a:lnTo>
                    <a:pt x="90000" y="6944"/>
                  </a:lnTo>
                  <a:lnTo>
                    <a:pt x="90000" y="26944"/>
                  </a:lnTo>
                  <a:lnTo>
                    <a:pt x="80000" y="26944"/>
                  </a:lnTo>
                  <a:lnTo>
                    <a:pt x="80000" y="6944"/>
                  </a:lnTo>
                  <a:lnTo>
                    <a:pt x="77140" y="1214"/>
                  </a:lnTo>
                  <a:cubicBezTo>
                    <a:pt x="76922" y="849"/>
                    <a:pt x="76615" y="546"/>
                    <a:pt x="76246" y="334"/>
                  </a:cubicBezTo>
                  <a:cubicBezTo>
                    <a:pt x="75878" y="121"/>
                    <a:pt x="75462" y="6"/>
                    <a:pt x="75037" y="0"/>
                  </a:cubicBezTo>
                  <a:cubicBezTo>
                    <a:pt x="74612" y="-6"/>
                    <a:pt x="74192" y="97"/>
                    <a:pt x="73818" y="299"/>
                  </a:cubicBezTo>
                  <a:cubicBezTo>
                    <a:pt x="73444" y="501"/>
                    <a:pt x="73128" y="796"/>
                    <a:pt x="72900" y="1154"/>
                  </a:cubicBezTo>
                  <a:lnTo>
                    <a:pt x="70000" y="6944"/>
                  </a:lnTo>
                  <a:lnTo>
                    <a:pt x="70000" y="26944"/>
                  </a:lnTo>
                  <a:lnTo>
                    <a:pt x="60000" y="26944"/>
                  </a:lnTo>
                  <a:lnTo>
                    <a:pt x="60000" y="6944"/>
                  </a:lnTo>
                  <a:lnTo>
                    <a:pt x="57140" y="1214"/>
                  </a:lnTo>
                  <a:cubicBezTo>
                    <a:pt x="56922" y="849"/>
                    <a:pt x="56615" y="546"/>
                    <a:pt x="56246" y="334"/>
                  </a:cubicBezTo>
                  <a:cubicBezTo>
                    <a:pt x="55878" y="121"/>
                    <a:pt x="55462" y="6"/>
                    <a:pt x="55037" y="0"/>
                  </a:cubicBezTo>
                  <a:cubicBezTo>
                    <a:pt x="54612" y="-6"/>
                    <a:pt x="54192" y="97"/>
                    <a:pt x="53818" y="299"/>
                  </a:cubicBezTo>
                  <a:cubicBezTo>
                    <a:pt x="53444" y="501"/>
                    <a:pt x="53128" y="796"/>
                    <a:pt x="52900" y="1154"/>
                  </a:cubicBezTo>
                  <a:lnTo>
                    <a:pt x="50000" y="6944"/>
                  </a:lnTo>
                  <a:lnTo>
                    <a:pt x="50000" y="26944"/>
                  </a:lnTo>
                  <a:lnTo>
                    <a:pt x="40000" y="26944"/>
                  </a:lnTo>
                  <a:lnTo>
                    <a:pt x="40000" y="6944"/>
                  </a:lnTo>
                  <a:lnTo>
                    <a:pt x="37140" y="1214"/>
                  </a:lnTo>
                  <a:cubicBezTo>
                    <a:pt x="36922" y="849"/>
                    <a:pt x="36615" y="546"/>
                    <a:pt x="36246" y="334"/>
                  </a:cubicBezTo>
                  <a:cubicBezTo>
                    <a:pt x="35878" y="121"/>
                    <a:pt x="35462" y="6"/>
                    <a:pt x="35037" y="0"/>
                  </a:cubicBezTo>
                  <a:cubicBezTo>
                    <a:pt x="34612" y="-6"/>
                    <a:pt x="34192" y="97"/>
                    <a:pt x="33818" y="299"/>
                  </a:cubicBezTo>
                  <a:cubicBezTo>
                    <a:pt x="33444" y="501"/>
                    <a:pt x="33128" y="796"/>
                    <a:pt x="32900" y="1154"/>
                  </a:cubicBezTo>
                  <a:lnTo>
                    <a:pt x="30000" y="6944"/>
                  </a:lnTo>
                  <a:lnTo>
                    <a:pt x="30000" y="26944"/>
                  </a:lnTo>
                  <a:lnTo>
                    <a:pt x="20000" y="26944"/>
                  </a:lnTo>
                  <a:lnTo>
                    <a:pt x="20000" y="6944"/>
                  </a:lnTo>
                  <a:lnTo>
                    <a:pt x="17140" y="1214"/>
                  </a:lnTo>
                  <a:cubicBezTo>
                    <a:pt x="16922" y="849"/>
                    <a:pt x="16615" y="546"/>
                    <a:pt x="16246" y="334"/>
                  </a:cubicBezTo>
                  <a:cubicBezTo>
                    <a:pt x="15878" y="121"/>
                    <a:pt x="15462" y="6"/>
                    <a:pt x="15037" y="0"/>
                  </a:cubicBezTo>
                  <a:cubicBezTo>
                    <a:pt x="14612" y="-6"/>
                    <a:pt x="14192" y="97"/>
                    <a:pt x="13818" y="299"/>
                  </a:cubicBezTo>
                  <a:cubicBezTo>
                    <a:pt x="13444" y="501"/>
                    <a:pt x="13128" y="796"/>
                    <a:pt x="12900" y="1154"/>
                  </a:cubicBezTo>
                  <a:lnTo>
                    <a:pt x="10000" y="6944"/>
                  </a:lnTo>
                  <a:lnTo>
                    <a:pt x="10000" y="26944"/>
                  </a:lnTo>
                  <a:lnTo>
                    <a:pt x="5000" y="26944"/>
                  </a:lnTo>
                  <a:cubicBezTo>
                    <a:pt x="3674" y="26944"/>
                    <a:pt x="2402" y="27471"/>
                    <a:pt x="1464" y="28409"/>
                  </a:cubicBezTo>
                  <a:cubicBezTo>
                    <a:pt x="527" y="29347"/>
                    <a:pt x="0" y="30618"/>
                    <a:pt x="0" y="31944"/>
                  </a:cubicBezTo>
                  <a:cubicBezTo>
                    <a:pt x="0" y="33271"/>
                    <a:pt x="527" y="34542"/>
                    <a:pt x="1464" y="35480"/>
                  </a:cubicBezTo>
                  <a:cubicBezTo>
                    <a:pt x="2402" y="36418"/>
                    <a:pt x="3674" y="36944"/>
                    <a:pt x="5000" y="36944"/>
                  </a:cubicBezTo>
                  <a:lnTo>
                    <a:pt x="10000" y="36944"/>
                  </a:lnTo>
                  <a:lnTo>
                    <a:pt x="10000" y="66944"/>
                  </a:lnTo>
                  <a:lnTo>
                    <a:pt x="5000" y="66944"/>
                  </a:lnTo>
                  <a:cubicBezTo>
                    <a:pt x="3674" y="66944"/>
                    <a:pt x="2402" y="67471"/>
                    <a:pt x="1464" y="68409"/>
                  </a:cubicBezTo>
                  <a:cubicBezTo>
                    <a:pt x="527" y="69347"/>
                    <a:pt x="0" y="70618"/>
                    <a:pt x="0" y="71944"/>
                  </a:cubicBezTo>
                  <a:cubicBezTo>
                    <a:pt x="0" y="73271"/>
                    <a:pt x="527" y="74542"/>
                    <a:pt x="1464" y="75480"/>
                  </a:cubicBezTo>
                  <a:cubicBezTo>
                    <a:pt x="2402" y="76418"/>
                    <a:pt x="3674" y="76944"/>
                    <a:pt x="5000" y="76944"/>
                  </a:cubicBezTo>
                  <a:lnTo>
                    <a:pt x="10000" y="76944"/>
                  </a:lnTo>
                  <a:lnTo>
                    <a:pt x="10000" y="91944"/>
                  </a:lnTo>
                  <a:cubicBezTo>
                    <a:pt x="10000" y="93270"/>
                    <a:pt x="10527" y="94542"/>
                    <a:pt x="11465" y="95480"/>
                  </a:cubicBezTo>
                  <a:cubicBezTo>
                    <a:pt x="12402" y="96417"/>
                    <a:pt x="13674" y="96944"/>
                    <a:pt x="15000" y="96944"/>
                  </a:cubicBezTo>
                  <a:cubicBezTo>
                    <a:pt x="16326" y="96944"/>
                    <a:pt x="17598" y="96417"/>
                    <a:pt x="18535" y="95480"/>
                  </a:cubicBezTo>
                  <a:cubicBezTo>
                    <a:pt x="19473" y="94542"/>
                    <a:pt x="20000" y="93270"/>
                    <a:pt x="20000" y="91944"/>
                  </a:cubicBezTo>
                  <a:lnTo>
                    <a:pt x="20000" y="76944"/>
                  </a:lnTo>
                  <a:lnTo>
                    <a:pt x="30000" y="76944"/>
                  </a:lnTo>
                  <a:lnTo>
                    <a:pt x="30000" y="91944"/>
                  </a:lnTo>
                  <a:cubicBezTo>
                    <a:pt x="30000" y="93270"/>
                    <a:pt x="30527" y="94542"/>
                    <a:pt x="31465" y="95480"/>
                  </a:cubicBezTo>
                  <a:cubicBezTo>
                    <a:pt x="32402" y="96417"/>
                    <a:pt x="33674" y="96944"/>
                    <a:pt x="35000" y="96944"/>
                  </a:cubicBezTo>
                  <a:cubicBezTo>
                    <a:pt x="36326" y="96944"/>
                    <a:pt x="37598" y="96417"/>
                    <a:pt x="38536" y="95480"/>
                  </a:cubicBezTo>
                  <a:cubicBezTo>
                    <a:pt x="39473" y="94542"/>
                    <a:pt x="40000" y="93270"/>
                    <a:pt x="40000" y="91944"/>
                  </a:cubicBezTo>
                  <a:lnTo>
                    <a:pt x="40000" y="76944"/>
                  </a:lnTo>
                  <a:lnTo>
                    <a:pt x="50000" y="76944"/>
                  </a:lnTo>
                  <a:lnTo>
                    <a:pt x="50000" y="91944"/>
                  </a:lnTo>
                  <a:cubicBezTo>
                    <a:pt x="50000" y="93270"/>
                    <a:pt x="50527" y="94542"/>
                    <a:pt x="51464" y="95480"/>
                  </a:cubicBezTo>
                  <a:cubicBezTo>
                    <a:pt x="52402" y="96417"/>
                    <a:pt x="53674" y="96944"/>
                    <a:pt x="55000" y="96944"/>
                  </a:cubicBezTo>
                  <a:cubicBezTo>
                    <a:pt x="56326" y="96944"/>
                    <a:pt x="57598" y="96417"/>
                    <a:pt x="58536" y="95480"/>
                  </a:cubicBezTo>
                  <a:cubicBezTo>
                    <a:pt x="59473" y="94542"/>
                    <a:pt x="60000" y="93270"/>
                    <a:pt x="60000" y="91944"/>
                  </a:cubicBezTo>
                  <a:lnTo>
                    <a:pt x="60000" y="76944"/>
                  </a:lnTo>
                  <a:lnTo>
                    <a:pt x="70000" y="76944"/>
                  </a:lnTo>
                  <a:lnTo>
                    <a:pt x="70000" y="91944"/>
                  </a:lnTo>
                  <a:cubicBezTo>
                    <a:pt x="70000" y="93270"/>
                    <a:pt x="70527" y="94542"/>
                    <a:pt x="71464" y="95480"/>
                  </a:cubicBezTo>
                  <a:cubicBezTo>
                    <a:pt x="72402" y="96417"/>
                    <a:pt x="73674" y="96944"/>
                    <a:pt x="75000" y="96944"/>
                  </a:cubicBezTo>
                  <a:cubicBezTo>
                    <a:pt x="76326" y="96944"/>
                    <a:pt x="77598" y="96417"/>
                    <a:pt x="78536" y="95480"/>
                  </a:cubicBezTo>
                  <a:cubicBezTo>
                    <a:pt x="79473" y="94542"/>
                    <a:pt x="80000" y="93270"/>
                    <a:pt x="80000" y="91944"/>
                  </a:cubicBezTo>
                  <a:lnTo>
                    <a:pt x="80000" y="76944"/>
                  </a:lnTo>
                  <a:lnTo>
                    <a:pt x="90000" y="76944"/>
                  </a:lnTo>
                  <a:lnTo>
                    <a:pt x="90000" y="91944"/>
                  </a:lnTo>
                  <a:cubicBezTo>
                    <a:pt x="90000" y="93270"/>
                    <a:pt x="90527" y="94542"/>
                    <a:pt x="91464" y="95480"/>
                  </a:cubicBezTo>
                  <a:cubicBezTo>
                    <a:pt x="92402" y="96417"/>
                    <a:pt x="93674" y="96944"/>
                    <a:pt x="95000" y="96944"/>
                  </a:cubicBezTo>
                  <a:cubicBezTo>
                    <a:pt x="96326" y="96944"/>
                    <a:pt x="97598" y="96417"/>
                    <a:pt x="98536" y="95480"/>
                  </a:cubicBezTo>
                  <a:cubicBezTo>
                    <a:pt x="99473" y="94542"/>
                    <a:pt x="100000" y="93270"/>
                    <a:pt x="100000" y="91944"/>
                  </a:cubicBezTo>
                  <a:lnTo>
                    <a:pt x="100000" y="76944"/>
                  </a:lnTo>
                  <a:lnTo>
                    <a:pt x="110000" y="76944"/>
                  </a:lnTo>
                  <a:lnTo>
                    <a:pt x="110000" y="91944"/>
                  </a:lnTo>
                  <a:cubicBezTo>
                    <a:pt x="110000" y="93270"/>
                    <a:pt x="110527" y="94542"/>
                    <a:pt x="111464" y="95480"/>
                  </a:cubicBezTo>
                  <a:cubicBezTo>
                    <a:pt x="112402" y="96417"/>
                    <a:pt x="113674" y="96944"/>
                    <a:pt x="115000" y="96944"/>
                  </a:cubicBezTo>
                  <a:cubicBezTo>
                    <a:pt x="116326" y="96944"/>
                    <a:pt x="117598" y="96417"/>
                    <a:pt x="118536" y="95480"/>
                  </a:cubicBezTo>
                  <a:cubicBezTo>
                    <a:pt x="119473" y="94542"/>
                    <a:pt x="120000" y="93270"/>
                    <a:pt x="120000" y="91944"/>
                  </a:cubicBezTo>
                  <a:lnTo>
                    <a:pt x="120000" y="76944"/>
                  </a:lnTo>
                  <a:lnTo>
                    <a:pt x="125000" y="76944"/>
                  </a:lnTo>
                  <a:cubicBezTo>
                    <a:pt x="126326" y="76944"/>
                    <a:pt x="127598" y="76418"/>
                    <a:pt x="128536" y="75480"/>
                  </a:cubicBezTo>
                  <a:cubicBezTo>
                    <a:pt x="129473" y="74542"/>
                    <a:pt x="130000" y="73271"/>
                    <a:pt x="130000" y="71944"/>
                  </a:cubicBezTo>
                  <a:cubicBezTo>
                    <a:pt x="130000" y="70618"/>
                    <a:pt x="129473" y="69347"/>
                    <a:pt x="128536" y="68409"/>
                  </a:cubicBezTo>
                  <a:cubicBezTo>
                    <a:pt x="127598" y="67471"/>
                    <a:pt x="126326" y="66944"/>
                    <a:pt x="125000" y="66944"/>
                  </a:cubicBezTo>
                  <a:close/>
                  <a:moveTo>
                    <a:pt x="20000" y="66944"/>
                  </a:moveTo>
                  <a:lnTo>
                    <a:pt x="20000" y="36944"/>
                  </a:lnTo>
                  <a:lnTo>
                    <a:pt x="30000" y="36944"/>
                  </a:lnTo>
                  <a:lnTo>
                    <a:pt x="30000" y="66944"/>
                  </a:lnTo>
                  <a:close/>
                  <a:moveTo>
                    <a:pt x="40000" y="66944"/>
                  </a:moveTo>
                  <a:lnTo>
                    <a:pt x="40000" y="36944"/>
                  </a:lnTo>
                  <a:lnTo>
                    <a:pt x="50000" y="36944"/>
                  </a:lnTo>
                  <a:lnTo>
                    <a:pt x="50000" y="66944"/>
                  </a:lnTo>
                  <a:close/>
                  <a:moveTo>
                    <a:pt x="60000" y="66944"/>
                  </a:moveTo>
                  <a:lnTo>
                    <a:pt x="60000" y="36944"/>
                  </a:lnTo>
                  <a:lnTo>
                    <a:pt x="70000" y="36944"/>
                  </a:lnTo>
                  <a:lnTo>
                    <a:pt x="70000" y="66944"/>
                  </a:lnTo>
                  <a:close/>
                  <a:moveTo>
                    <a:pt x="80000" y="66944"/>
                  </a:moveTo>
                  <a:lnTo>
                    <a:pt x="80000" y="36944"/>
                  </a:lnTo>
                  <a:lnTo>
                    <a:pt x="90000" y="36944"/>
                  </a:lnTo>
                  <a:lnTo>
                    <a:pt x="90000" y="66944"/>
                  </a:lnTo>
                  <a:close/>
                  <a:moveTo>
                    <a:pt x="100000" y="66944"/>
                  </a:moveTo>
                  <a:lnTo>
                    <a:pt x="100000" y="36944"/>
                  </a:lnTo>
                  <a:lnTo>
                    <a:pt x="110000" y="36944"/>
                  </a:lnTo>
                  <a:lnTo>
                    <a:pt x="110000" y="66944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60" name="probe-maki-information" descr="信息点 — Mapbox Maki contributors; CC0-1.0; original SVG unchanged. Source: https://github.com/mapbox/maki/blob/28e2a3602e4bde033a1dd388e86e9c117b425e34/icons/information.svg; SVG SHA256: bf9e360168db3a6c8a9f07673d7c6aae1564500a39846c885a64688742732481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150000" cy="150000"/>
          </a:xfrm>
        </p:grpSpPr>
        <p:sp>
          <p:nvSpPr>
            <p:cNvPr id="61" name="probe-maki-information-part-1"/>
            <p:cNvSpPr/>
            <p:nvPr/>
          </p:nvSpPr>
          <p:spPr>
            <a:xfrm>
              <a:off x="40000" y="10000"/>
              <a:ext cx="70000" cy="120000"/>
            </a:xfrm>
            <a:custGeom>
              <a:avLst/>
              <a:gdLst/>
              <a:ahLst/>
              <a:cxnLst/>
              <a:rect l="0" t="0" r="r" b="b"/>
              <a:pathLst>
                <a:path w="70000" h="120000">
                  <a:moveTo>
                    <a:pt x="35000" y="0"/>
                  </a:moveTo>
                  <a:cubicBezTo>
                    <a:pt x="27000" y="0"/>
                    <a:pt x="20000" y="7000"/>
                    <a:pt x="20000" y="15000"/>
                  </a:cubicBezTo>
                  <a:cubicBezTo>
                    <a:pt x="20000" y="23000"/>
                    <a:pt x="27000" y="30000"/>
                    <a:pt x="35000" y="30000"/>
                  </a:cubicBezTo>
                  <a:cubicBezTo>
                    <a:pt x="43000" y="30000"/>
                    <a:pt x="50000" y="23000"/>
                    <a:pt x="50000" y="15000"/>
                  </a:cubicBezTo>
                  <a:cubicBezTo>
                    <a:pt x="50000" y="7000"/>
                    <a:pt x="43000" y="0"/>
                    <a:pt x="35000" y="0"/>
                  </a:cubicBezTo>
                  <a:close/>
                  <a:moveTo>
                    <a:pt x="0" y="40000"/>
                  </a:moveTo>
                  <a:lnTo>
                    <a:pt x="0" y="50000"/>
                  </a:lnTo>
                  <a:cubicBezTo>
                    <a:pt x="0" y="50000"/>
                    <a:pt x="20000" y="50000"/>
                    <a:pt x="20000" y="70000"/>
                  </a:cubicBezTo>
                  <a:lnTo>
                    <a:pt x="20000" y="90000"/>
                  </a:lnTo>
                  <a:cubicBezTo>
                    <a:pt x="20000" y="110000"/>
                    <a:pt x="0" y="110000"/>
                    <a:pt x="0" y="110000"/>
                  </a:cubicBezTo>
                  <a:lnTo>
                    <a:pt x="0" y="120000"/>
                  </a:lnTo>
                  <a:lnTo>
                    <a:pt x="70000" y="120000"/>
                  </a:lnTo>
                  <a:lnTo>
                    <a:pt x="70000" y="110000"/>
                  </a:lnTo>
                  <a:cubicBezTo>
                    <a:pt x="70000" y="110000"/>
                    <a:pt x="50000" y="110000"/>
                    <a:pt x="50000" y="90000"/>
                  </a:cubicBezTo>
                  <a:lnTo>
                    <a:pt x="50000" y="50000"/>
                  </a:lnTo>
                  <a:cubicBezTo>
                    <a:pt x="50000" y="45000"/>
                    <a:pt x="45000" y="40000"/>
                    <a:pt x="40000" y="40000"/>
                  </a:cubicBezTo>
                  <a:lnTo>
                    <a:pt x="0" y="40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62" name="probe-maki-marker" descr="点位 — Mapbox Maki contributors; CC0-1.0; original SVG unchanged. Source: https://github.com/mapbox/maki/blob/28e2a3602e4bde033a1dd388e86e9c117b425e34/icons/marker.svg; SVG SHA256: 5350899297309f6864c3c34f532c320d9e9ceafe5fbee48bf337d40fc9ac217c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150000" cy="150000"/>
          </a:xfrm>
        </p:grpSpPr>
        <p:sp>
          <p:nvSpPr>
            <p:cNvPr id="63" name="probe-maki-marker-part-1"/>
            <p:cNvSpPr/>
            <p:nvPr/>
          </p:nvSpPr>
          <p:spPr>
            <a:xfrm>
              <a:off x="30000" y="10000"/>
              <a:ext cx="90000" cy="130000"/>
            </a:xfrm>
            <a:custGeom>
              <a:avLst/>
              <a:gdLst/>
              <a:ahLst/>
              <a:cxnLst/>
              <a:rect l="0" t="0" r="r" b="b"/>
              <a:pathLst>
                <a:path w="90000" h="130000">
                  <a:moveTo>
                    <a:pt x="45000" y="0"/>
                  </a:moveTo>
                  <a:cubicBezTo>
                    <a:pt x="24231" y="0"/>
                    <a:pt x="0" y="12883"/>
                    <a:pt x="0" y="45676"/>
                  </a:cubicBezTo>
                  <a:cubicBezTo>
                    <a:pt x="0" y="67928"/>
                    <a:pt x="34616" y="117117"/>
                    <a:pt x="45000" y="130000"/>
                  </a:cubicBezTo>
                  <a:cubicBezTo>
                    <a:pt x="54231" y="117117"/>
                    <a:pt x="90000" y="69099"/>
                    <a:pt x="90000" y="45676"/>
                  </a:cubicBezTo>
                  <a:cubicBezTo>
                    <a:pt x="90000" y="12883"/>
                    <a:pt x="65769" y="0"/>
                    <a:pt x="45000" y="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64" name="probe-maki-marker-stroked" descr="空心点位 — Mapbox Maki contributors; CC0-1.0; original SVG unchanged. Source: https://github.com/mapbox/maki/blob/28e2a3602e4bde033a1dd388e86e9c117b425e34/icons/marker-stroked.svg; SVG SHA256: a72b12241ff01d8c005bdbe5ee5816816c6afafbc85e249199a3399487af911c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50000" cy="150000"/>
          </a:xfrm>
        </p:grpSpPr>
        <p:sp>
          <p:nvSpPr>
            <p:cNvPr id="65" name="probe-maki-marker-stroked-part-1"/>
            <p:cNvSpPr/>
            <p:nvPr/>
          </p:nvSpPr>
          <p:spPr>
            <a:xfrm>
              <a:off x="30000" y="10000"/>
              <a:ext cx="90000" cy="130000"/>
            </a:xfrm>
            <a:custGeom>
              <a:avLst/>
              <a:gdLst/>
              <a:ahLst/>
              <a:cxnLst/>
              <a:rect l="0" t="0" r="r" b="b"/>
              <a:pathLst>
                <a:path w="90000" h="130000">
                  <a:moveTo>
                    <a:pt x="21170" y="18176"/>
                  </a:moveTo>
                  <a:cubicBezTo>
                    <a:pt x="27695" y="12656"/>
                    <a:pt x="36520" y="10000"/>
                    <a:pt x="45000" y="10000"/>
                  </a:cubicBezTo>
                  <a:cubicBezTo>
                    <a:pt x="53481" y="10000"/>
                    <a:pt x="62305" y="12656"/>
                    <a:pt x="68830" y="18176"/>
                  </a:cubicBezTo>
                  <a:cubicBezTo>
                    <a:pt x="75075" y="23458"/>
                    <a:pt x="80000" y="32002"/>
                    <a:pt x="80000" y="45676"/>
                  </a:cubicBezTo>
                  <a:cubicBezTo>
                    <a:pt x="80000" y="49403"/>
                    <a:pt x="78461" y="55241"/>
                    <a:pt x="75105" y="62914"/>
                  </a:cubicBezTo>
                  <a:cubicBezTo>
                    <a:pt x="71859" y="70335"/>
                    <a:pt x="67352" y="78509"/>
                    <a:pt x="62426" y="86581"/>
                  </a:cubicBezTo>
                  <a:cubicBezTo>
                    <a:pt x="56418" y="96426"/>
                    <a:pt x="49990" y="105793"/>
                    <a:pt x="44820" y="113097"/>
                  </a:cubicBezTo>
                  <a:cubicBezTo>
                    <a:pt x="39602" y="105798"/>
                    <a:pt x="33160" y="96233"/>
                    <a:pt x="27195" y="86230"/>
                  </a:cubicBezTo>
                  <a:cubicBezTo>
                    <a:pt x="22343" y="78093"/>
                    <a:pt x="17930" y="69872"/>
                    <a:pt x="14761" y="62484"/>
                  </a:cubicBezTo>
                  <a:cubicBezTo>
                    <a:pt x="11471" y="54816"/>
                    <a:pt x="10000" y="49122"/>
                    <a:pt x="10000" y="45676"/>
                  </a:cubicBezTo>
                  <a:cubicBezTo>
                    <a:pt x="10000" y="32002"/>
                    <a:pt x="14925" y="23458"/>
                    <a:pt x="21170" y="18176"/>
                  </a:cubicBezTo>
                  <a:close/>
                  <a:moveTo>
                    <a:pt x="51077" y="121554"/>
                  </a:moveTo>
                  <a:cubicBezTo>
                    <a:pt x="64590" y="102632"/>
                    <a:pt x="90000" y="65418"/>
                    <a:pt x="90000" y="45676"/>
                  </a:cubicBezTo>
                  <a:cubicBezTo>
                    <a:pt x="90000" y="12883"/>
                    <a:pt x="65769" y="0"/>
                    <a:pt x="45000" y="0"/>
                  </a:cubicBezTo>
                  <a:cubicBezTo>
                    <a:pt x="24231" y="0"/>
                    <a:pt x="0" y="12883"/>
                    <a:pt x="0" y="45676"/>
                  </a:cubicBezTo>
                  <a:cubicBezTo>
                    <a:pt x="0" y="64493"/>
                    <a:pt x="24753" y="102572"/>
                    <a:pt x="38675" y="121671"/>
                  </a:cubicBezTo>
                  <a:cubicBezTo>
                    <a:pt x="41216" y="125157"/>
                    <a:pt x="43397" y="128011"/>
                    <a:pt x="45000" y="130000"/>
                  </a:cubicBezTo>
                  <a:cubicBezTo>
                    <a:pt x="45563" y="129215"/>
                    <a:pt x="46224" y="128299"/>
                    <a:pt x="46970" y="127266"/>
                  </a:cubicBezTo>
                  <a:cubicBezTo>
                    <a:pt x="48147" y="125636"/>
                    <a:pt x="49534" y="123714"/>
                    <a:pt x="51077" y="121554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66" name="probe-maki-mountain" descr="山峰 — Mapbox Maki contributors; CC0-1.0; original SVG unchanged. Source: https://github.com/mapbox/maki/blob/28e2a3602e4bde033a1dd388e86e9c117b425e34/icons/mountain.svg; SVG SHA256: 9c5f0d06d07eea0c6b983c2f930a6148156acbd92ee4dd4f7f599d0b05b5035f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150000" cy="150000"/>
          </a:xfrm>
        </p:grpSpPr>
        <p:sp>
          <p:nvSpPr>
            <p:cNvPr id="67" name="probe-maki-mountain-part-1"/>
            <p:cNvSpPr/>
            <p:nvPr/>
          </p:nvSpPr>
          <p:spPr>
            <a:xfrm>
              <a:off x="10000" y="10000"/>
              <a:ext cx="130000" cy="110000"/>
            </a:xfrm>
            <a:custGeom>
              <a:avLst/>
              <a:gdLst/>
              <a:ahLst/>
              <a:cxnLst/>
              <a:rect l="0" t="0" r="r" b="b"/>
              <a:pathLst>
                <a:path w="130000" h="110000">
                  <a:moveTo>
                    <a:pt x="65000" y="0"/>
                  </a:moveTo>
                  <a:cubicBezTo>
                    <a:pt x="62000" y="0"/>
                    <a:pt x="61000" y="2000"/>
                    <a:pt x="59000" y="4000"/>
                  </a:cubicBezTo>
                  <a:lnTo>
                    <a:pt x="1000" y="99000"/>
                  </a:lnTo>
                  <a:cubicBezTo>
                    <a:pt x="0" y="100000"/>
                    <a:pt x="0" y="102000"/>
                    <a:pt x="0" y="103000"/>
                  </a:cubicBezTo>
                  <a:cubicBezTo>
                    <a:pt x="0" y="108000"/>
                    <a:pt x="4000" y="110000"/>
                    <a:pt x="7000" y="110000"/>
                  </a:cubicBezTo>
                  <a:lnTo>
                    <a:pt x="123000" y="110000"/>
                  </a:lnTo>
                  <a:cubicBezTo>
                    <a:pt x="127000" y="110000"/>
                    <a:pt x="130000" y="108000"/>
                    <a:pt x="130000" y="103000"/>
                  </a:cubicBezTo>
                  <a:cubicBezTo>
                    <a:pt x="130000" y="101000"/>
                    <a:pt x="130000" y="101000"/>
                    <a:pt x="129000" y="99000"/>
                  </a:cubicBezTo>
                  <a:lnTo>
                    <a:pt x="72000" y="4000"/>
                  </a:lnTo>
                  <a:cubicBezTo>
                    <a:pt x="70000" y="2000"/>
                    <a:pt x="68000" y="0"/>
                    <a:pt x="65000" y="0"/>
                  </a:cubicBezTo>
                  <a:close/>
                  <a:moveTo>
                    <a:pt x="65000" y="15000"/>
                  </a:moveTo>
                  <a:lnTo>
                    <a:pt x="98000" y="70000"/>
                  </a:lnTo>
                  <a:lnTo>
                    <a:pt x="90000" y="70000"/>
                  </a:lnTo>
                  <a:lnTo>
                    <a:pt x="75000" y="55000"/>
                  </a:lnTo>
                  <a:lnTo>
                    <a:pt x="65000" y="70000"/>
                  </a:lnTo>
                  <a:lnTo>
                    <a:pt x="55000" y="55000"/>
                  </a:lnTo>
                  <a:lnTo>
                    <a:pt x="40000" y="70000"/>
                  </a:lnTo>
                  <a:lnTo>
                    <a:pt x="31000" y="70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68" name="probe-maki-observation-tower" descr="观察塔 — Mapbox Maki contributors; CC0-1.0; original SVG unchanged. Source: https://github.com/mapbox/maki/blob/28e2a3602e4bde033a1dd388e86e9c117b425e34/icons/observation-tower.svg; SVG SHA256: c0342ffb8311d27d6b97cc8faa9c8ce0fa91bec69413019121848e8608ea0ccf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150000" cy="150000"/>
          </a:xfrm>
        </p:grpSpPr>
        <p:sp>
          <p:nvSpPr>
            <p:cNvPr id="69" name="probe-maki-observation-tower-part-1"/>
            <p:cNvSpPr/>
            <p:nvPr/>
          </p:nvSpPr>
          <p:spPr>
            <a:xfrm>
              <a:off x="20000" y="5000"/>
              <a:ext cx="110000" cy="135000"/>
            </a:xfrm>
            <a:custGeom>
              <a:avLst/>
              <a:gdLst/>
              <a:ahLst/>
              <a:cxnLst/>
              <a:rect l="0" t="0" r="r" b="b"/>
              <a:pathLst>
                <a:path w="110000" h="135000">
                  <a:moveTo>
                    <a:pt x="100000" y="120000"/>
                  </a:moveTo>
                  <a:lnTo>
                    <a:pt x="95000" y="120000"/>
                  </a:lnTo>
                  <a:lnTo>
                    <a:pt x="80000" y="85000"/>
                  </a:lnTo>
                  <a:lnTo>
                    <a:pt x="80000" y="65000"/>
                  </a:lnTo>
                  <a:cubicBezTo>
                    <a:pt x="89951" y="65000"/>
                    <a:pt x="89951" y="57500"/>
                    <a:pt x="89951" y="57500"/>
                  </a:cubicBezTo>
                  <a:lnTo>
                    <a:pt x="95000" y="25000"/>
                  </a:lnTo>
                  <a:cubicBezTo>
                    <a:pt x="95000" y="25000"/>
                    <a:pt x="95000" y="20000"/>
                    <a:pt x="90000" y="20000"/>
                  </a:cubicBezTo>
                  <a:lnTo>
                    <a:pt x="80000" y="20000"/>
                  </a:lnTo>
                  <a:cubicBezTo>
                    <a:pt x="80000" y="20000"/>
                    <a:pt x="80000" y="15000"/>
                    <a:pt x="75000" y="15000"/>
                  </a:cubicBezTo>
                  <a:lnTo>
                    <a:pt x="65000" y="15000"/>
                  </a:lnTo>
                  <a:lnTo>
                    <a:pt x="65000" y="10000"/>
                  </a:lnTo>
                  <a:cubicBezTo>
                    <a:pt x="65000" y="10000"/>
                    <a:pt x="65000" y="0"/>
                    <a:pt x="55000" y="0"/>
                  </a:cubicBezTo>
                  <a:cubicBezTo>
                    <a:pt x="45000" y="0"/>
                    <a:pt x="45000" y="10000"/>
                    <a:pt x="45000" y="10000"/>
                  </a:cubicBezTo>
                  <a:lnTo>
                    <a:pt x="45000" y="15000"/>
                  </a:lnTo>
                  <a:lnTo>
                    <a:pt x="35000" y="15000"/>
                  </a:lnTo>
                  <a:cubicBezTo>
                    <a:pt x="30000" y="15000"/>
                    <a:pt x="30000" y="20000"/>
                    <a:pt x="30000" y="20000"/>
                  </a:cubicBezTo>
                  <a:lnTo>
                    <a:pt x="20000" y="20000"/>
                  </a:lnTo>
                  <a:cubicBezTo>
                    <a:pt x="15000" y="20000"/>
                    <a:pt x="15000" y="25000"/>
                    <a:pt x="15000" y="25000"/>
                  </a:cubicBezTo>
                  <a:lnTo>
                    <a:pt x="20049" y="57500"/>
                  </a:lnTo>
                  <a:cubicBezTo>
                    <a:pt x="20049" y="57500"/>
                    <a:pt x="20049" y="65000"/>
                    <a:pt x="30000" y="65000"/>
                  </a:cubicBezTo>
                  <a:lnTo>
                    <a:pt x="30000" y="85000"/>
                  </a:lnTo>
                  <a:lnTo>
                    <a:pt x="15000" y="120000"/>
                  </a:lnTo>
                  <a:lnTo>
                    <a:pt x="10000" y="120000"/>
                  </a:lnTo>
                  <a:cubicBezTo>
                    <a:pt x="10000" y="120000"/>
                    <a:pt x="0" y="120000"/>
                    <a:pt x="0" y="127500"/>
                  </a:cubicBezTo>
                  <a:cubicBezTo>
                    <a:pt x="0" y="135000"/>
                    <a:pt x="10000" y="135000"/>
                    <a:pt x="10000" y="135000"/>
                  </a:cubicBezTo>
                  <a:lnTo>
                    <a:pt x="100000" y="135000"/>
                  </a:lnTo>
                  <a:cubicBezTo>
                    <a:pt x="100000" y="135000"/>
                    <a:pt x="110000" y="135000"/>
                    <a:pt x="110000" y="127500"/>
                  </a:cubicBezTo>
                  <a:cubicBezTo>
                    <a:pt x="110000" y="120000"/>
                    <a:pt x="100000" y="120000"/>
                    <a:pt x="100000" y="120000"/>
                  </a:cubicBezTo>
                  <a:close/>
                  <a:moveTo>
                    <a:pt x="82500" y="30000"/>
                  </a:moveTo>
                  <a:lnTo>
                    <a:pt x="80000" y="45000"/>
                  </a:lnTo>
                  <a:lnTo>
                    <a:pt x="30000" y="45000"/>
                  </a:lnTo>
                  <a:lnTo>
                    <a:pt x="27500" y="29971"/>
                  </a:lnTo>
                  <a:lnTo>
                    <a:pt x="82500" y="30000"/>
                  </a:lnTo>
                  <a:close/>
                  <a:moveTo>
                    <a:pt x="65000" y="65000"/>
                  </a:moveTo>
                  <a:lnTo>
                    <a:pt x="65000" y="75000"/>
                  </a:lnTo>
                  <a:lnTo>
                    <a:pt x="45000" y="75000"/>
                  </a:lnTo>
                  <a:lnTo>
                    <a:pt x="45000" y="65000"/>
                  </a:lnTo>
                  <a:lnTo>
                    <a:pt x="65000" y="65000"/>
                  </a:lnTo>
                  <a:close/>
                  <a:moveTo>
                    <a:pt x="45006" y="89971"/>
                  </a:moveTo>
                  <a:lnTo>
                    <a:pt x="64994" y="89971"/>
                  </a:lnTo>
                  <a:lnTo>
                    <a:pt x="75000" y="120000"/>
                  </a:lnTo>
                  <a:lnTo>
                    <a:pt x="35000" y="120000"/>
                  </a:lnTo>
                  <a:lnTo>
                    <a:pt x="45006" y="89971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70" name="probe-maki-park" descr="公园 — Mapbox Maki contributors; CC0-1.0; original SVG unchanged. Source: https://github.com/mapbox/maki/blob/28e2a3602e4bde033a1dd388e86e9c117b425e34/icons/park.svg; SVG SHA256: 9f25e71f59ea90b3ffd974005cb94b704911526832dd157776e36f18ccc9085a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150000" cy="150000"/>
          </a:xfrm>
        </p:grpSpPr>
        <p:sp>
          <p:nvSpPr>
            <p:cNvPr id="71" name="probe-maki-park-part-1"/>
            <p:cNvSpPr/>
            <p:nvPr/>
          </p:nvSpPr>
          <p:spPr>
            <a:xfrm>
              <a:off x="20207" y="10300"/>
              <a:ext cx="119795" cy="129700"/>
            </a:xfrm>
            <a:custGeom>
              <a:avLst/>
              <a:gdLst/>
              <a:ahLst/>
              <a:cxnLst/>
              <a:rect l="0" t="0" r="r" b="b"/>
              <a:pathLst>
                <a:path w="119795" h="129700">
                  <a:moveTo>
                    <a:pt x="119793" y="47200"/>
                  </a:moveTo>
                  <a:cubicBezTo>
                    <a:pt x="119906" y="40337"/>
                    <a:pt x="115995" y="34041"/>
                    <a:pt x="109793" y="31100"/>
                  </a:cubicBezTo>
                  <a:cubicBezTo>
                    <a:pt x="109268" y="24606"/>
                    <a:pt x="103807" y="19626"/>
                    <a:pt x="97293" y="19700"/>
                  </a:cubicBezTo>
                  <a:cubicBezTo>
                    <a:pt x="96305" y="19779"/>
                    <a:pt x="95331" y="19981"/>
                    <a:pt x="94393" y="20300"/>
                  </a:cubicBezTo>
                  <a:cubicBezTo>
                    <a:pt x="93786" y="13700"/>
                    <a:pt x="87944" y="8842"/>
                    <a:pt x="81345" y="9449"/>
                  </a:cubicBezTo>
                  <a:cubicBezTo>
                    <a:pt x="78758" y="9687"/>
                    <a:pt x="76319" y="10758"/>
                    <a:pt x="74393" y="12500"/>
                  </a:cubicBezTo>
                  <a:lnTo>
                    <a:pt x="74393" y="12500"/>
                  </a:lnTo>
                  <a:cubicBezTo>
                    <a:pt x="74393" y="5596"/>
                    <a:pt x="68797" y="0"/>
                    <a:pt x="61893" y="0"/>
                  </a:cubicBezTo>
                  <a:cubicBezTo>
                    <a:pt x="54989" y="0"/>
                    <a:pt x="49393" y="5596"/>
                    <a:pt x="49393" y="12500"/>
                  </a:cubicBezTo>
                  <a:cubicBezTo>
                    <a:pt x="49393" y="12500"/>
                    <a:pt x="49793" y="12700"/>
                    <a:pt x="49793" y="13000"/>
                  </a:cubicBezTo>
                  <a:cubicBezTo>
                    <a:pt x="44679" y="8613"/>
                    <a:pt x="36977" y="9203"/>
                    <a:pt x="32590" y="14318"/>
                  </a:cubicBezTo>
                  <a:cubicBezTo>
                    <a:pt x="31109" y="16045"/>
                    <a:pt x="30140" y="18151"/>
                    <a:pt x="29793" y="20400"/>
                  </a:cubicBezTo>
                  <a:cubicBezTo>
                    <a:pt x="28210" y="19895"/>
                    <a:pt x="26554" y="19659"/>
                    <a:pt x="24893" y="19700"/>
                  </a:cubicBezTo>
                  <a:cubicBezTo>
                    <a:pt x="16609" y="19631"/>
                    <a:pt x="9837" y="26290"/>
                    <a:pt x="9768" y="34574"/>
                  </a:cubicBezTo>
                  <a:cubicBezTo>
                    <a:pt x="9751" y="36572"/>
                    <a:pt x="10134" y="38552"/>
                    <a:pt x="10893" y="40400"/>
                  </a:cubicBezTo>
                  <a:cubicBezTo>
                    <a:pt x="2968" y="42615"/>
                    <a:pt x="-1661" y="50836"/>
                    <a:pt x="554" y="58761"/>
                  </a:cubicBezTo>
                  <a:cubicBezTo>
                    <a:pt x="1956" y="63778"/>
                    <a:pt x="5876" y="67698"/>
                    <a:pt x="10893" y="69100"/>
                  </a:cubicBezTo>
                  <a:cubicBezTo>
                    <a:pt x="13426" y="76929"/>
                    <a:pt x="21827" y="81223"/>
                    <a:pt x="29656" y="78690"/>
                  </a:cubicBezTo>
                  <a:cubicBezTo>
                    <a:pt x="35009" y="76958"/>
                    <a:pt x="38930" y="72359"/>
                    <a:pt x="39793" y="66800"/>
                  </a:cubicBezTo>
                  <a:cubicBezTo>
                    <a:pt x="41623" y="68391"/>
                    <a:pt x="43886" y="69401"/>
                    <a:pt x="46293" y="69700"/>
                  </a:cubicBezTo>
                  <a:lnTo>
                    <a:pt x="46293" y="119700"/>
                  </a:lnTo>
                  <a:lnTo>
                    <a:pt x="29793" y="129700"/>
                  </a:lnTo>
                  <a:lnTo>
                    <a:pt x="79793" y="129700"/>
                  </a:lnTo>
                  <a:lnTo>
                    <a:pt x="63793" y="119700"/>
                  </a:lnTo>
                  <a:lnTo>
                    <a:pt x="63793" y="99700"/>
                  </a:lnTo>
                  <a:cubicBezTo>
                    <a:pt x="71174" y="90785"/>
                    <a:pt x="80708" y="83901"/>
                    <a:pt x="91493" y="79700"/>
                  </a:cubicBezTo>
                  <a:cubicBezTo>
                    <a:pt x="99505" y="81579"/>
                    <a:pt x="107523" y="76608"/>
                    <a:pt x="109402" y="68597"/>
                  </a:cubicBezTo>
                  <a:cubicBezTo>
                    <a:pt x="109686" y="67386"/>
                    <a:pt x="109818" y="66144"/>
                    <a:pt x="109793" y="64900"/>
                  </a:cubicBezTo>
                  <a:cubicBezTo>
                    <a:pt x="109822" y="64367"/>
                    <a:pt x="109822" y="63833"/>
                    <a:pt x="109793" y="63300"/>
                  </a:cubicBezTo>
                  <a:cubicBezTo>
                    <a:pt x="115995" y="60359"/>
                    <a:pt x="119906" y="54063"/>
                    <a:pt x="119793" y="47200"/>
                  </a:cubicBezTo>
                  <a:close/>
                  <a:moveTo>
                    <a:pt x="63793" y="92300"/>
                  </a:moveTo>
                  <a:lnTo>
                    <a:pt x="63793" y="57900"/>
                  </a:lnTo>
                  <a:cubicBezTo>
                    <a:pt x="66496" y="62707"/>
                    <a:pt x="71578" y="65687"/>
                    <a:pt x="77093" y="65700"/>
                  </a:cubicBezTo>
                  <a:lnTo>
                    <a:pt x="79893" y="65700"/>
                  </a:lnTo>
                  <a:cubicBezTo>
                    <a:pt x="80049" y="70091"/>
                    <a:pt x="82135" y="74190"/>
                    <a:pt x="85593" y="76900"/>
                  </a:cubicBezTo>
                  <a:cubicBezTo>
                    <a:pt x="77436" y="80640"/>
                    <a:pt x="70044" y="85862"/>
                    <a:pt x="63793" y="923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72" name="probe-maki-park-alt1" descr="林地 — Mapbox Maki contributors; CC0-1.0; original SVG unchanged. Source: https://github.com/mapbox/maki/blob/28e2a3602e4bde033a1dd388e86e9c117b425e34/icons/park-alt1.svg; SVG SHA256: dda40a2c96350a67de13682d5a8843655af4cd19637c1a0b60b59d853cc662b9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150000" cy="150000"/>
          </a:xfrm>
        </p:grpSpPr>
        <p:sp>
          <p:nvSpPr>
            <p:cNvPr id="73" name="probe-maki-park-alt1-part-1"/>
            <p:cNvSpPr/>
            <p:nvPr/>
          </p:nvSpPr>
          <p:spPr>
            <a:xfrm>
              <a:off x="33522" y="11390"/>
              <a:ext cx="82988" cy="128610"/>
            </a:xfrm>
            <a:custGeom>
              <a:avLst/>
              <a:gdLst/>
              <a:ahLst/>
              <a:cxnLst/>
              <a:rect l="0" t="0" r="r" b="b"/>
              <a:pathLst>
                <a:path w="82988" h="128610">
                  <a:moveTo>
                    <a:pt x="60758" y="92900"/>
                  </a:moveTo>
                  <a:cubicBezTo>
                    <a:pt x="60720" y="92860"/>
                    <a:pt x="60683" y="92819"/>
                    <a:pt x="60647" y="92776"/>
                  </a:cubicBezTo>
                  <a:cubicBezTo>
                    <a:pt x="60612" y="92734"/>
                    <a:pt x="60577" y="92691"/>
                    <a:pt x="60544" y="92646"/>
                  </a:cubicBezTo>
                  <a:cubicBezTo>
                    <a:pt x="60512" y="92602"/>
                    <a:pt x="60480" y="92556"/>
                    <a:pt x="60450" y="92510"/>
                  </a:cubicBezTo>
                  <a:cubicBezTo>
                    <a:pt x="60420" y="92463"/>
                    <a:pt x="60391" y="92416"/>
                    <a:pt x="60364" y="92368"/>
                  </a:cubicBezTo>
                  <a:cubicBezTo>
                    <a:pt x="60337" y="92320"/>
                    <a:pt x="60311" y="92271"/>
                    <a:pt x="60287" y="92221"/>
                  </a:cubicBezTo>
                  <a:cubicBezTo>
                    <a:pt x="60263" y="92171"/>
                    <a:pt x="60240" y="92121"/>
                    <a:pt x="60219" y="92069"/>
                  </a:cubicBezTo>
                  <a:cubicBezTo>
                    <a:pt x="60198" y="92018"/>
                    <a:pt x="60179" y="91966"/>
                    <a:pt x="60161" y="91914"/>
                  </a:cubicBezTo>
                  <a:cubicBezTo>
                    <a:pt x="60143" y="91862"/>
                    <a:pt x="60127" y="91809"/>
                    <a:pt x="60112" y="91755"/>
                  </a:cubicBezTo>
                  <a:cubicBezTo>
                    <a:pt x="60098" y="91702"/>
                    <a:pt x="60085" y="91648"/>
                    <a:pt x="60074" y="91594"/>
                  </a:cubicBezTo>
                  <a:cubicBezTo>
                    <a:pt x="60062" y="91540"/>
                    <a:pt x="60053" y="91485"/>
                    <a:pt x="60045" y="91431"/>
                  </a:cubicBezTo>
                  <a:cubicBezTo>
                    <a:pt x="60037" y="91376"/>
                    <a:pt x="60031" y="91321"/>
                    <a:pt x="60026" y="91266"/>
                  </a:cubicBezTo>
                  <a:cubicBezTo>
                    <a:pt x="60022" y="91211"/>
                    <a:pt x="60019" y="91155"/>
                    <a:pt x="60018" y="91100"/>
                  </a:cubicBezTo>
                  <a:cubicBezTo>
                    <a:pt x="60018" y="91048"/>
                    <a:pt x="60020" y="90997"/>
                    <a:pt x="60023" y="90945"/>
                  </a:cubicBezTo>
                  <a:cubicBezTo>
                    <a:pt x="60027" y="90894"/>
                    <a:pt x="60032" y="90842"/>
                    <a:pt x="60038" y="90791"/>
                  </a:cubicBezTo>
                  <a:cubicBezTo>
                    <a:pt x="60045" y="90739"/>
                    <a:pt x="60053" y="90688"/>
                    <a:pt x="60063" y="90638"/>
                  </a:cubicBezTo>
                  <a:cubicBezTo>
                    <a:pt x="60072" y="90587"/>
                    <a:pt x="60084" y="90536"/>
                    <a:pt x="60097" y="90486"/>
                  </a:cubicBezTo>
                  <a:cubicBezTo>
                    <a:pt x="60110" y="90436"/>
                    <a:pt x="60124" y="90387"/>
                    <a:pt x="60140" y="90337"/>
                  </a:cubicBezTo>
                  <a:cubicBezTo>
                    <a:pt x="60156" y="90288"/>
                    <a:pt x="60173" y="90240"/>
                    <a:pt x="60192" y="90192"/>
                  </a:cubicBezTo>
                  <a:cubicBezTo>
                    <a:pt x="60211" y="90143"/>
                    <a:pt x="60232" y="90096"/>
                    <a:pt x="60254" y="90049"/>
                  </a:cubicBezTo>
                  <a:cubicBezTo>
                    <a:pt x="60276" y="90002"/>
                    <a:pt x="60299" y="89956"/>
                    <a:pt x="60324" y="89911"/>
                  </a:cubicBezTo>
                  <a:cubicBezTo>
                    <a:pt x="60349" y="89865"/>
                    <a:pt x="60375" y="89821"/>
                    <a:pt x="60403" y="89777"/>
                  </a:cubicBezTo>
                  <a:cubicBezTo>
                    <a:pt x="60430" y="89733"/>
                    <a:pt x="60459" y="89690"/>
                    <a:pt x="60489" y="89649"/>
                  </a:cubicBezTo>
                  <a:cubicBezTo>
                    <a:pt x="60519" y="89607"/>
                    <a:pt x="60551" y="89566"/>
                    <a:pt x="60584" y="89526"/>
                  </a:cubicBezTo>
                  <a:cubicBezTo>
                    <a:pt x="60616" y="89486"/>
                    <a:pt x="60650" y="89447"/>
                    <a:pt x="60686" y="89409"/>
                  </a:cubicBezTo>
                  <a:cubicBezTo>
                    <a:pt x="60721" y="89371"/>
                    <a:pt x="60757" y="89334"/>
                    <a:pt x="60795" y="89298"/>
                  </a:cubicBezTo>
                  <a:cubicBezTo>
                    <a:pt x="60832" y="89263"/>
                    <a:pt x="60871" y="89228"/>
                    <a:pt x="60910" y="89195"/>
                  </a:cubicBezTo>
                  <a:cubicBezTo>
                    <a:pt x="60950" y="89162"/>
                    <a:pt x="60990" y="89130"/>
                    <a:pt x="61032" y="89099"/>
                  </a:cubicBezTo>
                  <a:cubicBezTo>
                    <a:pt x="61074" y="89068"/>
                    <a:pt x="61116" y="89039"/>
                    <a:pt x="61160" y="89011"/>
                  </a:cubicBezTo>
                  <a:cubicBezTo>
                    <a:pt x="61203" y="88983"/>
                    <a:pt x="61247" y="88956"/>
                    <a:pt x="61292" y="88931"/>
                  </a:cubicBezTo>
                  <a:cubicBezTo>
                    <a:pt x="61337" y="88905"/>
                    <a:pt x="61383" y="88881"/>
                    <a:pt x="61430" y="88859"/>
                  </a:cubicBezTo>
                  <a:cubicBezTo>
                    <a:pt x="61476" y="88836"/>
                    <a:pt x="61524" y="88815"/>
                    <a:pt x="61571" y="88796"/>
                  </a:cubicBezTo>
                  <a:cubicBezTo>
                    <a:pt x="61619" y="88776"/>
                    <a:pt x="61668" y="88758"/>
                    <a:pt x="61717" y="88742"/>
                  </a:cubicBezTo>
                  <a:cubicBezTo>
                    <a:pt x="61766" y="88725"/>
                    <a:pt x="61815" y="88710"/>
                    <a:pt x="61865" y="88696"/>
                  </a:cubicBezTo>
                  <a:cubicBezTo>
                    <a:pt x="61915" y="88683"/>
                    <a:pt x="61965" y="88671"/>
                    <a:pt x="62016" y="88661"/>
                  </a:cubicBezTo>
                  <a:cubicBezTo>
                    <a:pt x="62067" y="88650"/>
                    <a:pt x="62118" y="88641"/>
                    <a:pt x="62169" y="88634"/>
                  </a:cubicBezTo>
                  <a:cubicBezTo>
                    <a:pt x="62220" y="88627"/>
                    <a:pt x="62271" y="88621"/>
                    <a:pt x="62323" y="88617"/>
                  </a:cubicBezTo>
                  <a:cubicBezTo>
                    <a:pt x="62374" y="88613"/>
                    <a:pt x="62426" y="88611"/>
                    <a:pt x="62478" y="88610"/>
                  </a:cubicBezTo>
                  <a:lnTo>
                    <a:pt x="76948" y="88610"/>
                  </a:lnTo>
                  <a:cubicBezTo>
                    <a:pt x="77000" y="88610"/>
                    <a:pt x="77052" y="88608"/>
                    <a:pt x="77105" y="88605"/>
                  </a:cubicBezTo>
                  <a:cubicBezTo>
                    <a:pt x="77157" y="88602"/>
                    <a:pt x="77209" y="88597"/>
                    <a:pt x="77261" y="88590"/>
                  </a:cubicBezTo>
                  <a:cubicBezTo>
                    <a:pt x="77313" y="88584"/>
                    <a:pt x="77365" y="88576"/>
                    <a:pt x="77416" y="88566"/>
                  </a:cubicBezTo>
                  <a:cubicBezTo>
                    <a:pt x="77468" y="88556"/>
                    <a:pt x="77519" y="88545"/>
                    <a:pt x="77569" y="88532"/>
                  </a:cubicBezTo>
                  <a:cubicBezTo>
                    <a:pt x="77620" y="88519"/>
                    <a:pt x="77670" y="88504"/>
                    <a:pt x="77720" y="88488"/>
                  </a:cubicBezTo>
                  <a:cubicBezTo>
                    <a:pt x="77770" y="88472"/>
                    <a:pt x="77819" y="88454"/>
                    <a:pt x="77868" y="88435"/>
                  </a:cubicBezTo>
                  <a:cubicBezTo>
                    <a:pt x="77917" y="88415"/>
                    <a:pt x="77965" y="88394"/>
                    <a:pt x="78012" y="88372"/>
                  </a:cubicBezTo>
                  <a:cubicBezTo>
                    <a:pt x="78060" y="88350"/>
                    <a:pt x="78106" y="88326"/>
                    <a:pt x="78152" y="88301"/>
                  </a:cubicBezTo>
                  <a:cubicBezTo>
                    <a:pt x="78198" y="88276"/>
                    <a:pt x="78243" y="88249"/>
                    <a:pt x="78287" y="88221"/>
                  </a:cubicBezTo>
                  <a:cubicBezTo>
                    <a:pt x="78332" y="88193"/>
                    <a:pt x="78375" y="88163"/>
                    <a:pt x="78417" y="88133"/>
                  </a:cubicBezTo>
                  <a:cubicBezTo>
                    <a:pt x="78460" y="88102"/>
                    <a:pt x="78501" y="88070"/>
                    <a:pt x="78541" y="88036"/>
                  </a:cubicBezTo>
                  <a:cubicBezTo>
                    <a:pt x="78582" y="88003"/>
                    <a:pt x="78621" y="87968"/>
                    <a:pt x="78659" y="87932"/>
                  </a:cubicBezTo>
                  <a:cubicBezTo>
                    <a:pt x="78697" y="87897"/>
                    <a:pt x="78734" y="87860"/>
                    <a:pt x="78770" y="87821"/>
                  </a:cubicBezTo>
                  <a:cubicBezTo>
                    <a:pt x="78806" y="87783"/>
                    <a:pt x="78841" y="87744"/>
                    <a:pt x="78874" y="87704"/>
                  </a:cubicBezTo>
                  <a:cubicBezTo>
                    <a:pt x="78907" y="87663"/>
                    <a:pt x="78940" y="87622"/>
                    <a:pt x="78970" y="87580"/>
                  </a:cubicBezTo>
                  <a:cubicBezTo>
                    <a:pt x="79001" y="87537"/>
                    <a:pt x="79031" y="87494"/>
                    <a:pt x="79059" y="87450"/>
                  </a:cubicBezTo>
                  <a:cubicBezTo>
                    <a:pt x="79087" y="87405"/>
                    <a:pt x="79113" y="87360"/>
                    <a:pt x="79139" y="87314"/>
                  </a:cubicBezTo>
                  <a:cubicBezTo>
                    <a:pt x="79164" y="87269"/>
                    <a:pt x="79188" y="87222"/>
                    <a:pt x="79210" y="87175"/>
                  </a:cubicBezTo>
                  <a:cubicBezTo>
                    <a:pt x="79232" y="87127"/>
                    <a:pt x="79253" y="87079"/>
                    <a:pt x="79272" y="87030"/>
                  </a:cubicBezTo>
                  <a:cubicBezTo>
                    <a:pt x="79291" y="86982"/>
                    <a:pt x="79309" y="86932"/>
                    <a:pt x="79325" y="86883"/>
                  </a:cubicBezTo>
                  <a:cubicBezTo>
                    <a:pt x="79342" y="86833"/>
                    <a:pt x="79356" y="86783"/>
                    <a:pt x="79369" y="86732"/>
                  </a:cubicBezTo>
                  <a:cubicBezTo>
                    <a:pt x="79382" y="86681"/>
                    <a:pt x="79394" y="86630"/>
                    <a:pt x="79403" y="86579"/>
                  </a:cubicBezTo>
                  <a:cubicBezTo>
                    <a:pt x="79413" y="86527"/>
                    <a:pt x="79421" y="86475"/>
                    <a:pt x="79428" y="86423"/>
                  </a:cubicBezTo>
                  <a:cubicBezTo>
                    <a:pt x="79435" y="86371"/>
                    <a:pt x="79440" y="86319"/>
                    <a:pt x="79443" y="86267"/>
                  </a:cubicBezTo>
                  <a:cubicBezTo>
                    <a:pt x="79446" y="86215"/>
                    <a:pt x="79448" y="86162"/>
                    <a:pt x="79448" y="86110"/>
                  </a:cubicBezTo>
                  <a:cubicBezTo>
                    <a:pt x="79446" y="86059"/>
                    <a:pt x="79443" y="86007"/>
                    <a:pt x="79439" y="85956"/>
                  </a:cubicBezTo>
                  <a:cubicBezTo>
                    <a:pt x="79435" y="85905"/>
                    <a:pt x="79429" y="85854"/>
                    <a:pt x="79421" y="85803"/>
                  </a:cubicBezTo>
                  <a:cubicBezTo>
                    <a:pt x="79414" y="85752"/>
                    <a:pt x="79405" y="85701"/>
                    <a:pt x="79394" y="85651"/>
                  </a:cubicBezTo>
                  <a:cubicBezTo>
                    <a:pt x="79383" y="85600"/>
                    <a:pt x="79371" y="85550"/>
                    <a:pt x="79358" y="85501"/>
                  </a:cubicBezTo>
                  <a:cubicBezTo>
                    <a:pt x="79344" y="85451"/>
                    <a:pt x="79329" y="85402"/>
                    <a:pt x="79313" y="85353"/>
                  </a:cubicBezTo>
                  <a:cubicBezTo>
                    <a:pt x="79296" y="85304"/>
                    <a:pt x="79278" y="85256"/>
                    <a:pt x="79259" y="85208"/>
                  </a:cubicBezTo>
                  <a:cubicBezTo>
                    <a:pt x="79240" y="85161"/>
                    <a:pt x="79219" y="85114"/>
                    <a:pt x="79197" y="85067"/>
                  </a:cubicBezTo>
                  <a:cubicBezTo>
                    <a:pt x="79175" y="85021"/>
                    <a:pt x="79151" y="84975"/>
                    <a:pt x="79126" y="84930"/>
                  </a:cubicBezTo>
                  <a:cubicBezTo>
                    <a:pt x="79101" y="84885"/>
                    <a:pt x="79075" y="84841"/>
                    <a:pt x="79047" y="84797"/>
                  </a:cubicBezTo>
                  <a:cubicBezTo>
                    <a:pt x="79020" y="84754"/>
                    <a:pt x="78991" y="84711"/>
                    <a:pt x="78961" y="84669"/>
                  </a:cubicBezTo>
                  <a:cubicBezTo>
                    <a:pt x="78931" y="84628"/>
                    <a:pt x="78899" y="84587"/>
                    <a:pt x="78867" y="84547"/>
                  </a:cubicBezTo>
                  <a:cubicBezTo>
                    <a:pt x="78834" y="84507"/>
                    <a:pt x="78801" y="84468"/>
                    <a:pt x="78766" y="84430"/>
                  </a:cubicBezTo>
                  <a:cubicBezTo>
                    <a:pt x="78731" y="84393"/>
                    <a:pt x="78695" y="84356"/>
                    <a:pt x="78658" y="84320"/>
                  </a:cubicBezTo>
                  <a:lnTo>
                    <a:pt x="57178" y="62800"/>
                  </a:lnTo>
                  <a:cubicBezTo>
                    <a:pt x="57140" y="62752"/>
                    <a:pt x="57104" y="62702"/>
                    <a:pt x="57069" y="62651"/>
                  </a:cubicBezTo>
                  <a:cubicBezTo>
                    <a:pt x="57034" y="62601"/>
                    <a:pt x="57001" y="62549"/>
                    <a:pt x="56970" y="62496"/>
                  </a:cubicBezTo>
                  <a:cubicBezTo>
                    <a:pt x="56938" y="62444"/>
                    <a:pt x="56908" y="62390"/>
                    <a:pt x="56880" y="62335"/>
                  </a:cubicBezTo>
                  <a:cubicBezTo>
                    <a:pt x="56852" y="62281"/>
                    <a:pt x="56825" y="62226"/>
                    <a:pt x="56801" y="62169"/>
                  </a:cubicBezTo>
                  <a:cubicBezTo>
                    <a:pt x="56776" y="62113"/>
                    <a:pt x="56753" y="62056"/>
                    <a:pt x="56731" y="61999"/>
                  </a:cubicBezTo>
                  <a:cubicBezTo>
                    <a:pt x="56710" y="61941"/>
                    <a:pt x="56690" y="61883"/>
                    <a:pt x="56673" y="61824"/>
                  </a:cubicBezTo>
                  <a:cubicBezTo>
                    <a:pt x="56655" y="61765"/>
                    <a:pt x="56639" y="61706"/>
                    <a:pt x="56625" y="61646"/>
                  </a:cubicBezTo>
                  <a:cubicBezTo>
                    <a:pt x="56611" y="61587"/>
                    <a:pt x="56598" y="61527"/>
                    <a:pt x="56588" y="61466"/>
                  </a:cubicBezTo>
                  <a:cubicBezTo>
                    <a:pt x="56577" y="61405"/>
                    <a:pt x="56569" y="61345"/>
                    <a:pt x="56562" y="61284"/>
                  </a:cubicBezTo>
                  <a:cubicBezTo>
                    <a:pt x="56556" y="61223"/>
                    <a:pt x="56551" y="61161"/>
                    <a:pt x="56548" y="61100"/>
                  </a:cubicBezTo>
                  <a:cubicBezTo>
                    <a:pt x="56548" y="61050"/>
                    <a:pt x="56549" y="61000"/>
                    <a:pt x="56552" y="60949"/>
                  </a:cubicBezTo>
                  <a:cubicBezTo>
                    <a:pt x="56555" y="60899"/>
                    <a:pt x="56560" y="60849"/>
                    <a:pt x="56566" y="60799"/>
                  </a:cubicBezTo>
                  <a:cubicBezTo>
                    <a:pt x="56572" y="60749"/>
                    <a:pt x="56580" y="60700"/>
                    <a:pt x="56589" y="60650"/>
                  </a:cubicBezTo>
                  <a:cubicBezTo>
                    <a:pt x="56598" y="60601"/>
                    <a:pt x="56608" y="60551"/>
                    <a:pt x="56620" y="60503"/>
                  </a:cubicBezTo>
                  <a:cubicBezTo>
                    <a:pt x="56633" y="60454"/>
                    <a:pt x="56646" y="60405"/>
                    <a:pt x="56661" y="60357"/>
                  </a:cubicBezTo>
                  <a:cubicBezTo>
                    <a:pt x="56676" y="60309"/>
                    <a:pt x="56693" y="60262"/>
                    <a:pt x="56710" y="60215"/>
                  </a:cubicBezTo>
                  <a:cubicBezTo>
                    <a:pt x="56728" y="60168"/>
                    <a:pt x="56748" y="60122"/>
                    <a:pt x="56768" y="60076"/>
                  </a:cubicBezTo>
                  <a:cubicBezTo>
                    <a:pt x="56789" y="60030"/>
                    <a:pt x="56811" y="59985"/>
                    <a:pt x="56834" y="59940"/>
                  </a:cubicBezTo>
                  <a:cubicBezTo>
                    <a:pt x="56858" y="59896"/>
                    <a:pt x="56883" y="59852"/>
                    <a:pt x="56909" y="59809"/>
                  </a:cubicBezTo>
                  <a:cubicBezTo>
                    <a:pt x="56935" y="59766"/>
                    <a:pt x="56962" y="59724"/>
                    <a:pt x="56991" y="59682"/>
                  </a:cubicBezTo>
                  <a:cubicBezTo>
                    <a:pt x="57019" y="59641"/>
                    <a:pt x="57049" y="59601"/>
                    <a:pt x="57080" y="59561"/>
                  </a:cubicBezTo>
                  <a:cubicBezTo>
                    <a:pt x="57111" y="59522"/>
                    <a:pt x="57144" y="59483"/>
                    <a:pt x="57177" y="59445"/>
                  </a:cubicBezTo>
                  <a:cubicBezTo>
                    <a:pt x="57210" y="59408"/>
                    <a:pt x="57245" y="59371"/>
                    <a:pt x="57281" y="59336"/>
                  </a:cubicBezTo>
                  <a:cubicBezTo>
                    <a:pt x="57316" y="59300"/>
                    <a:pt x="57353" y="59266"/>
                    <a:pt x="57391" y="59233"/>
                  </a:cubicBezTo>
                  <a:cubicBezTo>
                    <a:pt x="57428" y="59199"/>
                    <a:pt x="57467" y="59167"/>
                    <a:pt x="57507" y="59136"/>
                  </a:cubicBezTo>
                  <a:cubicBezTo>
                    <a:pt x="57546" y="59106"/>
                    <a:pt x="57587" y="59076"/>
                    <a:pt x="57628" y="59047"/>
                  </a:cubicBezTo>
                  <a:cubicBezTo>
                    <a:pt x="57670" y="59019"/>
                    <a:pt x="57712" y="58992"/>
                    <a:pt x="57755" y="58966"/>
                  </a:cubicBezTo>
                  <a:cubicBezTo>
                    <a:pt x="57798" y="58940"/>
                    <a:pt x="57842" y="58915"/>
                    <a:pt x="57887" y="58892"/>
                  </a:cubicBezTo>
                  <a:cubicBezTo>
                    <a:pt x="57931" y="58869"/>
                    <a:pt x="57977" y="58847"/>
                    <a:pt x="58022" y="58826"/>
                  </a:cubicBezTo>
                  <a:cubicBezTo>
                    <a:pt x="58068" y="58806"/>
                    <a:pt x="58115" y="58787"/>
                    <a:pt x="58162" y="58769"/>
                  </a:cubicBezTo>
                  <a:cubicBezTo>
                    <a:pt x="58209" y="58751"/>
                    <a:pt x="58257" y="58735"/>
                    <a:pt x="58305" y="58720"/>
                  </a:cubicBezTo>
                  <a:cubicBezTo>
                    <a:pt x="58353" y="58706"/>
                    <a:pt x="58401" y="58692"/>
                    <a:pt x="58450" y="58680"/>
                  </a:cubicBezTo>
                  <a:cubicBezTo>
                    <a:pt x="58499" y="58669"/>
                    <a:pt x="58548" y="58658"/>
                    <a:pt x="58598" y="58649"/>
                  </a:cubicBezTo>
                  <a:cubicBezTo>
                    <a:pt x="58647" y="58640"/>
                    <a:pt x="58697" y="58633"/>
                    <a:pt x="58747" y="58627"/>
                  </a:cubicBezTo>
                  <a:cubicBezTo>
                    <a:pt x="58797" y="58621"/>
                    <a:pt x="58847" y="58617"/>
                    <a:pt x="58897" y="58614"/>
                  </a:cubicBezTo>
                  <a:cubicBezTo>
                    <a:pt x="58947" y="58611"/>
                    <a:pt x="58997" y="58610"/>
                    <a:pt x="59048" y="58610"/>
                  </a:cubicBezTo>
                  <a:lnTo>
                    <a:pt x="70478" y="58610"/>
                  </a:lnTo>
                  <a:cubicBezTo>
                    <a:pt x="70530" y="58610"/>
                    <a:pt x="70583" y="58608"/>
                    <a:pt x="70635" y="58605"/>
                  </a:cubicBezTo>
                  <a:cubicBezTo>
                    <a:pt x="70687" y="58601"/>
                    <a:pt x="70739" y="58596"/>
                    <a:pt x="70791" y="58589"/>
                  </a:cubicBezTo>
                  <a:cubicBezTo>
                    <a:pt x="70843" y="58582"/>
                    <a:pt x="70895" y="58574"/>
                    <a:pt x="70947" y="58564"/>
                  </a:cubicBezTo>
                  <a:cubicBezTo>
                    <a:pt x="70998" y="58554"/>
                    <a:pt x="71049" y="58542"/>
                    <a:pt x="71100" y="58529"/>
                  </a:cubicBezTo>
                  <a:cubicBezTo>
                    <a:pt x="71151" y="58516"/>
                    <a:pt x="71201" y="58501"/>
                    <a:pt x="71251" y="58485"/>
                  </a:cubicBezTo>
                  <a:cubicBezTo>
                    <a:pt x="71301" y="58468"/>
                    <a:pt x="71350" y="58450"/>
                    <a:pt x="71399" y="58431"/>
                  </a:cubicBezTo>
                  <a:cubicBezTo>
                    <a:pt x="71448" y="58412"/>
                    <a:pt x="71496" y="58391"/>
                    <a:pt x="71543" y="58368"/>
                  </a:cubicBezTo>
                  <a:cubicBezTo>
                    <a:pt x="71590" y="58346"/>
                    <a:pt x="71637" y="58322"/>
                    <a:pt x="71683" y="58296"/>
                  </a:cubicBezTo>
                  <a:cubicBezTo>
                    <a:pt x="71729" y="58271"/>
                    <a:pt x="71774" y="58244"/>
                    <a:pt x="71818" y="58216"/>
                  </a:cubicBezTo>
                  <a:cubicBezTo>
                    <a:pt x="71862" y="58188"/>
                    <a:pt x="71906" y="58158"/>
                    <a:pt x="71948" y="58127"/>
                  </a:cubicBezTo>
                  <a:cubicBezTo>
                    <a:pt x="71990" y="58096"/>
                    <a:pt x="72032" y="58064"/>
                    <a:pt x="72072" y="58031"/>
                  </a:cubicBezTo>
                  <a:cubicBezTo>
                    <a:pt x="72112" y="57997"/>
                    <a:pt x="72152" y="57962"/>
                    <a:pt x="72190" y="57926"/>
                  </a:cubicBezTo>
                  <a:cubicBezTo>
                    <a:pt x="72228" y="57890"/>
                    <a:pt x="72265" y="57853"/>
                    <a:pt x="72301" y="57815"/>
                  </a:cubicBezTo>
                  <a:cubicBezTo>
                    <a:pt x="72337" y="57776"/>
                    <a:pt x="72371" y="57737"/>
                    <a:pt x="72405" y="57697"/>
                  </a:cubicBezTo>
                  <a:cubicBezTo>
                    <a:pt x="72438" y="57656"/>
                    <a:pt x="72470" y="57615"/>
                    <a:pt x="72501" y="57572"/>
                  </a:cubicBezTo>
                  <a:cubicBezTo>
                    <a:pt x="72531" y="57530"/>
                    <a:pt x="72561" y="57486"/>
                    <a:pt x="72589" y="57442"/>
                  </a:cubicBezTo>
                  <a:cubicBezTo>
                    <a:pt x="72617" y="57398"/>
                    <a:pt x="72644" y="57352"/>
                    <a:pt x="72669" y="57306"/>
                  </a:cubicBezTo>
                  <a:cubicBezTo>
                    <a:pt x="72694" y="57260"/>
                    <a:pt x="72718" y="57214"/>
                    <a:pt x="72740" y="57166"/>
                  </a:cubicBezTo>
                  <a:cubicBezTo>
                    <a:pt x="72762" y="57119"/>
                    <a:pt x="72783" y="57071"/>
                    <a:pt x="72802" y="57022"/>
                  </a:cubicBezTo>
                  <a:cubicBezTo>
                    <a:pt x="72822" y="56973"/>
                    <a:pt x="72839" y="56924"/>
                    <a:pt x="72856" y="56874"/>
                  </a:cubicBezTo>
                  <a:cubicBezTo>
                    <a:pt x="72872" y="56824"/>
                    <a:pt x="72886" y="56774"/>
                    <a:pt x="72899" y="56723"/>
                  </a:cubicBezTo>
                  <a:cubicBezTo>
                    <a:pt x="72912" y="56672"/>
                    <a:pt x="72924" y="56621"/>
                    <a:pt x="72934" y="56569"/>
                  </a:cubicBezTo>
                  <a:cubicBezTo>
                    <a:pt x="72943" y="56518"/>
                    <a:pt x="72952" y="56466"/>
                    <a:pt x="72958" y="56414"/>
                  </a:cubicBezTo>
                  <a:cubicBezTo>
                    <a:pt x="72965" y="56362"/>
                    <a:pt x="72970" y="56310"/>
                    <a:pt x="72973" y="56257"/>
                  </a:cubicBezTo>
                  <a:cubicBezTo>
                    <a:pt x="72976" y="56205"/>
                    <a:pt x="72978" y="56153"/>
                    <a:pt x="72978" y="56100"/>
                  </a:cubicBezTo>
                  <a:cubicBezTo>
                    <a:pt x="72978" y="56049"/>
                    <a:pt x="72976" y="55998"/>
                    <a:pt x="72972" y="55947"/>
                  </a:cubicBezTo>
                  <a:cubicBezTo>
                    <a:pt x="72969" y="55896"/>
                    <a:pt x="72964" y="55845"/>
                    <a:pt x="72957" y="55794"/>
                  </a:cubicBezTo>
                  <a:cubicBezTo>
                    <a:pt x="72951" y="55744"/>
                    <a:pt x="72943" y="55693"/>
                    <a:pt x="72933" y="55643"/>
                  </a:cubicBezTo>
                  <a:cubicBezTo>
                    <a:pt x="72923" y="55593"/>
                    <a:pt x="72912" y="55543"/>
                    <a:pt x="72899" y="55493"/>
                  </a:cubicBezTo>
                  <a:cubicBezTo>
                    <a:pt x="72886" y="55444"/>
                    <a:pt x="72872" y="55395"/>
                    <a:pt x="72856" y="55346"/>
                  </a:cubicBezTo>
                  <a:cubicBezTo>
                    <a:pt x="72840" y="55298"/>
                    <a:pt x="72823" y="55250"/>
                    <a:pt x="72804" y="55202"/>
                  </a:cubicBezTo>
                  <a:cubicBezTo>
                    <a:pt x="72785" y="55155"/>
                    <a:pt x="72765" y="55108"/>
                    <a:pt x="72743" y="55061"/>
                  </a:cubicBezTo>
                  <a:cubicBezTo>
                    <a:pt x="72722" y="55015"/>
                    <a:pt x="72698" y="54970"/>
                    <a:pt x="72674" y="54925"/>
                  </a:cubicBezTo>
                  <a:cubicBezTo>
                    <a:pt x="72649" y="54880"/>
                    <a:pt x="72623" y="54836"/>
                    <a:pt x="72596" y="54793"/>
                  </a:cubicBezTo>
                  <a:cubicBezTo>
                    <a:pt x="72569" y="54750"/>
                    <a:pt x="72540" y="54707"/>
                    <a:pt x="72510" y="54666"/>
                  </a:cubicBezTo>
                  <a:cubicBezTo>
                    <a:pt x="72480" y="54624"/>
                    <a:pt x="72449" y="54584"/>
                    <a:pt x="72417" y="54544"/>
                  </a:cubicBezTo>
                  <a:cubicBezTo>
                    <a:pt x="72384" y="54505"/>
                    <a:pt x="72350" y="54466"/>
                    <a:pt x="72316" y="54429"/>
                  </a:cubicBezTo>
                  <a:cubicBezTo>
                    <a:pt x="72281" y="54392"/>
                    <a:pt x="72245" y="54355"/>
                    <a:pt x="72208" y="54320"/>
                  </a:cubicBezTo>
                  <a:lnTo>
                    <a:pt x="50798" y="32950"/>
                  </a:lnTo>
                  <a:lnTo>
                    <a:pt x="50658" y="32810"/>
                  </a:lnTo>
                  <a:cubicBezTo>
                    <a:pt x="50623" y="32771"/>
                    <a:pt x="50590" y="32732"/>
                    <a:pt x="50558" y="32691"/>
                  </a:cubicBezTo>
                  <a:cubicBezTo>
                    <a:pt x="50526" y="32650"/>
                    <a:pt x="50495" y="32609"/>
                    <a:pt x="50466" y="32566"/>
                  </a:cubicBezTo>
                  <a:cubicBezTo>
                    <a:pt x="50436" y="32524"/>
                    <a:pt x="50408" y="32480"/>
                    <a:pt x="50381" y="32436"/>
                  </a:cubicBezTo>
                  <a:cubicBezTo>
                    <a:pt x="50354" y="32392"/>
                    <a:pt x="50329" y="32347"/>
                    <a:pt x="50304" y="32301"/>
                  </a:cubicBezTo>
                  <a:cubicBezTo>
                    <a:pt x="50280" y="32256"/>
                    <a:pt x="50257" y="32209"/>
                    <a:pt x="50235" y="32162"/>
                  </a:cubicBezTo>
                  <a:cubicBezTo>
                    <a:pt x="50214" y="32115"/>
                    <a:pt x="50194" y="32068"/>
                    <a:pt x="50175" y="32019"/>
                  </a:cubicBezTo>
                  <a:cubicBezTo>
                    <a:pt x="50156" y="31971"/>
                    <a:pt x="50139" y="31922"/>
                    <a:pt x="50123" y="31873"/>
                  </a:cubicBezTo>
                  <a:cubicBezTo>
                    <a:pt x="50107" y="31824"/>
                    <a:pt x="50093" y="31774"/>
                    <a:pt x="50080" y="31724"/>
                  </a:cubicBezTo>
                  <a:cubicBezTo>
                    <a:pt x="50067" y="31674"/>
                    <a:pt x="50056" y="31623"/>
                    <a:pt x="50046" y="31573"/>
                  </a:cubicBezTo>
                  <a:cubicBezTo>
                    <a:pt x="50036" y="31522"/>
                    <a:pt x="50028" y="31471"/>
                    <a:pt x="50021" y="31419"/>
                  </a:cubicBezTo>
                  <a:cubicBezTo>
                    <a:pt x="50014" y="31368"/>
                    <a:pt x="50008" y="31317"/>
                    <a:pt x="50005" y="31265"/>
                  </a:cubicBezTo>
                  <a:cubicBezTo>
                    <a:pt x="50001" y="31214"/>
                    <a:pt x="49999" y="31162"/>
                    <a:pt x="49998" y="31110"/>
                  </a:cubicBezTo>
                  <a:cubicBezTo>
                    <a:pt x="49998" y="31058"/>
                    <a:pt x="49999" y="31006"/>
                    <a:pt x="50003" y="30954"/>
                  </a:cubicBezTo>
                  <a:cubicBezTo>
                    <a:pt x="50006" y="30902"/>
                    <a:pt x="50011" y="30850"/>
                    <a:pt x="50017" y="30798"/>
                  </a:cubicBezTo>
                  <a:cubicBezTo>
                    <a:pt x="50024" y="30747"/>
                    <a:pt x="50032" y="30695"/>
                    <a:pt x="50042" y="30644"/>
                  </a:cubicBezTo>
                  <a:cubicBezTo>
                    <a:pt x="50051" y="30593"/>
                    <a:pt x="50063" y="30542"/>
                    <a:pt x="50075" y="30491"/>
                  </a:cubicBezTo>
                  <a:cubicBezTo>
                    <a:pt x="50088" y="30441"/>
                    <a:pt x="50103" y="30391"/>
                    <a:pt x="50119" y="30341"/>
                  </a:cubicBezTo>
                  <a:cubicBezTo>
                    <a:pt x="50135" y="30292"/>
                    <a:pt x="50152" y="30243"/>
                    <a:pt x="50172" y="30194"/>
                  </a:cubicBezTo>
                  <a:cubicBezTo>
                    <a:pt x="50191" y="30146"/>
                    <a:pt x="50211" y="30098"/>
                    <a:pt x="50233" y="30051"/>
                  </a:cubicBezTo>
                  <a:cubicBezTo>
                    <a:pt x="50255" y="30003"/>
                    <a:pt x="50279" y="29957"/>
                    <a:pt x="50304" y="29911"/>
                  </a:cubicBezTo>
                  <a:cubicBezTo>
                    <a:pt x="50329" y="29866"/>
                    <a:pt x="50355" y="29821"/>
                    <a:pt x="50383" y="29777"/>
                  </a:cubicBezTo>
                  <a:cubicBezTo>
                    <a:pt x="50411" y="29732"/>
                    <a:pt x="50440" y="29689"/>
                    <a:pt x="50470" y="29647"/>
                  </a:cubicBezTo>
                  <a:cubicBezTo>
                    <a:pt x="50501" y="29605"/>
                    <a:pt x="50533" y="29564"/>
                    <a:pt x="50566" y="29523"/>
                  </a:cubicBezTo>
                  <a:cubicBezTo>
                    <a:pt x="50599" y="29483"/>
                    <a:pt x="50633" y="29444"/>
                    <a:pt x="50669" y="29406"/>
                  </a:cubicBezTo>
                  <a:cubicBezTo>
                    <a:pt x="50704" y="29368"/>
                    <a:pt x="50741" y="29331"/>
                    <a:pt x="50779" y="29295"/>
                  </a:cubicBezTo>
                  <a:cubicBezTo>
                    <a:pt x="50817" y="29259"/>
                    <a:pt x="50856" y="29224"/>
                    <a:pt x="50896" y="29191"/>
                  </a:cubicBezTo>
                  <a:cubicBezTo>
                    <a:pt x="50936" y="29158"/>
                    <a:pt x="50977" y="29125"/>
                    <a:pt x="51019" y="29095"/>
                  </a:cubicBezTo>
                  <a:cubicBezTo>
                    <a:pt x="51061" y="29064"/>
                    <a:pt x="51104" y="29034"/>
                    <a:pt x="51147" y="29006"/>
                  </a:cubicBezTo>
                  <a:cubicBezTo>
                    <a:pt x="51191" y="28978"/>
                    <a:pt x="51236" y="28951"/>
                    <a:pt x="51281" y="28926"/>
                  </a:cubicBezTo>
                  <a:cubicBezTo>
                    <a:pt x="51327" y="28900"/>
                    <a:pt x="51373" y="28877"/>
                    <a:pt x="51420" y="28854"/>
                  </a:cubicBezTo>
                  <a:cubicBezTo>
                    <a:pt x="51467" y="28832"/>
                    <a:pt x="51515" y="28811"/>
                    <a:pt x="51563" y="28791"/>
                  </a:cubicBezTo>
                  <a:cubicBezTo>
                    <a:pt x="51612" y="28772"/>
                    <a:pt x="51661" y="28754"/>
                    <a:pt x="51710" y="28737"/>
                  </a:cubicBezTo>
                  <a:cubicBezTo>
                    <a:pt x="51759" y="28721"/>
                    <a:pt x="51809" y="28706"/>
                    <a:pt x="51860" y="28693"/>
                  </a:cubicBezTo>
                  <a:cubicBezTo>
                    <a:pt x="51910" y="28679"/>
                    <a:pt x="51961" y="28668"/>
                    <a:pt x="52012" y="28658"/>
                  </a:cubicBezTo>
                  <a:cubicBezTo>
                    <a:pt x="52063" y="28648"/>
                    <a:pt x="52115" y="28639"/>
                    <a:pt x="52166" y="28632"/>
                  </a:cubicBezTo>
                  <a:cubicBezTo>
                    <a:pt x="52218" y="28625"/>
                    <a:pt x="52270" y="28620"/>
                    <a:pt x="52322" y="28616"/>
                  </a:cubicBezTo>
                  <a:cubicBezTo>
                    <a:pt x="52374" y="28613"/>
                    <a:pt x="52426" y="28610"/>
                    <a:pt x="52478" y="28610"/>
                  </a:cubicBezTo>
                  <a:lnTo>
                    <a:pt x="61138" y="28610"/>
                  </a:lnTo>
                  <a:cubicBezTo>
                    <a:pt x="61190" y="28610"/>
                    <a:pt x="61242" y="28608"/>
                    <a:pt x="61295" y="28605"/>
                  </a:cubicBezTo>
                  <a:cubicBezTo>
                    <a:pt x="61347" y="28602"/>
                    <a:pt x="61399" y="28597"/>
                    <a:pt x="61451" y="28590"/>
                  </a:cubicBezTo>
                  <a:cubicBezTo>
                    <a:pt x="61503" y="28584"/>
                    <a:pt x="61555" y="28576"/>
                    <a:pt x="61606" y="28566"/>
                  </a:cubicBezTo>
                  <a:cubicBezTo>
                    <a:pt x="61658" y="28556"/>
                    <a:pt x="61709" y="28545"/>
                    <a:pt x="61759" y="28532"/>
                  </a:cubicBezTo>
                  <a:cubicBezTo>
                    <a:pt x="61810" y="28519"/>
                    <a:pt x="61860" y="28504"/>
                    <a:pt x="61910" y="28488"/>
                  </a:cubicBezTo>
                  <a:cubicBezTo>
                    <a:pt x="61960" y="28472"/>
                    <a:pt x="62009" y="28454"/>
                    <a:pt x="62058" y="28435"/>
                  </a:cubicBezTo>
                  <a:cubicBezTo>
                    <a:pt x="62107" y="28415"/>
                    <a:pt x="62155" y="28394"/>
                    <a:pt x="62202" y="28372"/>
                  </a:cubicBezTo>
                  <a:cubicBezTo>
                    <a:pt x="62250" y="28350"/>
                    <a:pt x="62296" y="28326"/>
                    <a:pt x="62342" y="28301"/>
                  </a:cubicBezTo>
                  <a:cubicBezTo>
                    <a:pt x="62388" y="28276"/>
                    <a:pt x="62433" y="28249"/>
                    <a:pt x="62477" y="28221"/>
                  </a:cubicBezTo>
                  <a:cubicBezTo>
                    <a:pt x="62522" y="28193"/>
                    <a:pt x="62565" y="28163"/>
                    <a:pt x="62607" y="28133"/>
                  </a:cubicBezTo>
                  <a:cubicBezTo>
                    <a:pt x="62650" y="28102"/>
                    <a:pt x="62691" y="28070"/>
                    <a:pt x="62731" y="28036"/>
                  </a:cubicBezTo>
                  <a:cubicBezTo>
                    <a:pt x="62772" y="28003"/>
                    <a:pt x="62811" y="27968"/>
                    <a:pt x="62849" y="27932"/>
                  </a:cubicBezTo>
                  <a:cubicBezTo>
                    <a:pt x="62887" y="27897"/>
                    <a:pt x="62924" y="27860"/>
                    <a:pt x="62960" y="27821"/>
                  </a:cubicBezTo>
                  <a:cubicBezTo>
                    <a:pt x="62996" y="27783"/>
                    <a:pt x="63031" y="27744"/>
                    <a:pt x="63064" y="27704"/>
                  </a:cubicBezTo>
                  <a:cubicBezTo>
                    <a:pt x="63097" y="27663"/>
                    <a:pt x="63130" y="27622"/>
                    <a:pt x="63160" y="27580"/>
                  </a:cubicBezTo>
                  <a:cubicBezTo>
                    <a:pt x="63191" y="27537"/>
                    <a:pt x="63221" y="27494"/>
                    <a:pt x="63249" y="27450"/>
                  </a:cubicBezTo>
                  <a:cubicBezTo>
                    <a:pt x="63277" y="27405"/>
                    <a:pt x="63303" y="27360"/>
                    <a:pt x="63329" y="27314"/>
                  </a:cubicBezTo>
                  <a:cubicBezTo>
                    <a:pt x="63354" y="27269"/>
                    <a:pt x="63378" y="27222"/>
                    <a:pt x="63400" y="27175"/>
                  </a:cubicBezTo>
                  <a:cubicBezTo>
                    <a:pt x="63422" y="27127"/>
                    <a:pt x="63443" y="27079"/>
                    <a:pt x="63462" y="27030"/>
                  </a:cubicBezTo>
                  <a:cubicBezTo>
                    <a:pt x="63481" y="26982"/>
                    <a:pt x="63499" y="26932"/>
                    <a:pt x="63515" y="26883"/>
                  </a:cubicBezTo>
                  <a:cubicBezTo>
                    <a:pt x="63532" y="26833"/>
                    <a:pt x="63546" y="26783"/>
                    <a:pt x="63559" y="26732"/>
                  </a:cubicBezTo>
                  <a:cubicBezTo>
                    <a:pt x="63572" y="26681"/>
                    <a:pt x="63584" y="26630"/>
                    <a:pt x="63593" y="26579"/>
                  </a:cubicBezTo>
                  <a:cubicBezTo>
                    <a:pt x="63603" y="26527"/>
                    <a:pt x="63611" y="26475"/>
                    <a:pt x="63618" y="26423"/>
                  </a:cubicBezTo>
                  <a:cubicBezTo>
                    <a:pt x="63625" y="26371"/>
                    <a:pt x="63630" y="26319"/>
                    <a:pt x="63633" y="26267"/>
                  </a:cubicBezTo>
                  <a:cubicBezTo>
                    <a:pt x="63636" y="26215"/>
                    <a:pt x="63638" y="26162"/>
                    <a:pt x="63638" y="26110"/>
                  </a:cubicBezTo>
                  <a:cubicBezTo>
                    <a:pt x="63637" y="26060"/>
                    <a:pt x="63634" y="26009"/>
                    <a:pt x="63629" y="25959"/>
                  </a:cubicBezTo>
                  <a:cubicBezTo>
                    <a:pt x="63625" y="25909"/>
                    <a:pt x="63619" y="25859"/>
                    <a:pt x="63612" y="25809"/>
                  </a:cubicBezTo>
                  <a:cubicBezTo>
                    <a:pt x="63605" y="25759"/>
                    <a:pt x="63596" y="25709"/>
                    <a:pt x="63585" y="25660"/>
                  </a:cubicBezTo>
                  <a:cubicBezTo>
                    <a:pt x="63575" y="25610"/>
                    <a:pt x="63563" y="25561"/>
                    <a:pt x="63549" y="25513"/>
                  </a:cubicBezTo>
                  <a:cubicBezTo>
                    <a:pt x="63536" y="25464"/>
                    <a:pt x="63521" y="25416"/>
                    <a:pt x="63504" y="25368"/>
                  </a:cubicBezTo>
                  <a:cubicBezTo>
                    <a:pt x="63488" y="25320"/>
                    <a:pt x="63470" y="25273"/>
                    <a:pt x="63451" y="25227"/>
                  </a:cubicBezTo>
                  <a:cubicBezTo>
                    <a:pt x="63432" y="25180"/>
                    <a:pt x="63411" y="25134"/>
                    <a:pt x="63389" y="25089"/>
                  </a:cubicBezTo>
                  <a:cubicBezTo>
                    <a:pt x="63366" y="25043"/>
                    <a:pt x="63343" y="24999"/>
                    <a:pt x="63318" y="24955"/>
                  </a:cubicBezTo>
                  <a:cubicBezTo>
                    <a:pt x="63293" y="24911"/>
                    <a:pt x="63267" y="24868"/>
                    <a:pt x="63239" y="24826"/>
                  </a:cubicBezTo>
                  <a:cubicBezTo>
                    <a:pt x="63212" y="24783"/>
                    <a:pt x="63183" y="24742"/>
                    <a:pt x="63153" y="24701"/>
                  </a:cubicBezTo>
                  <a:cubicBezTo>
                    <a:pt x="63123" y="24661"/>
                    <a:pt x="63091" y="24621"/>
                    <a:pt x="63059" y="24583"/>
                  </a:cubicBezTo>
                  <a:cubicBezTo>
                    <a:pt x="63026" y="24544"/>
                    <a:pt x="62993" y="24507"/>
                    <a:pt x="62958" y="24470"/>
                  </a:cubicBezTo>
                  <a:lnTo>
                    <a:pt x="63018" y="24470"/>
                  </a:lnTo>
                  <a:lnTo>
                    <a:pt x="43478" y="990"/>
                  </a:lnTo>
                  <a:cubicBezTo>
                    <a:pt x="43447" y="949"/>
                    <a:pt x="43416" y="910"/>
                    <a:pt x="43383" y="871"/>
                  </a:cubicBezTo>
                  <a:cubicBezTo>
                    <a:pt x="43350" y="832"/>
                    <a:pt x="43316" y="794"/>
                    <a:pt x="43281" y="757"/>
                  </a:cubicBezTo>
                  <a:cubicBezTo>
                    <a:pt x="43246" y="721"/>
                    <a:pt x="43210" y="685"/>
                    <a:pt x="43173" y="650"/>
                  </a:cubicBezTo>
                  <a:cubicBezTo>
                    <a:pt x="43135" y="616"/>
                    <a:pt x="43097" y="582"/>
                    <a:pt x="43058" y="550"/>
                  </a:cubicBezTo>
                  <a:cubicBezTo>
                    <a:pt x="43017" y="518"/>
                    <a:pt x="42976" y="487"/>
                    <a:pt x="42934" y="457"/>
                  </a:cubicBezTo>
                  <a:cubicBezTo>
                    <a:pt x="42892" y="427"/>
                    <a:pt x="42849" y="398"/>
                    <a:pt x="42805" y="371"/>
                  </a:cubicBezTo>
                  <a:cubicBezTo>
                    <a:pt x="42761" y="344"/>
                    <a:pt x="42716" y="318"/>
                    <a:pt x="42670" y="294"/>
                  </a:cubicBezTo>
                  <a:cubicBezTo>
                    <a:pt x="42625" y="269"/>
                    <a:pt x="42578" y="247"/>
                    <a:pt x="42531" y="225"/>
                  </a:cubicBezTo>
                  <a:cubicBezTo>
                    <a:pt x="42484" y="204"/>
                    <a:pt x="42436" y="184"/>
                    <a:pt x="42388" y="165"/>
                  </a:cubicBezTo>
                  <a:cubicBezTo>
                    <a:pt x="42340" y="147"/>
                    <a:pt x="42291" y="130"/>
                    <a:pt x="42242" y="114"/>
                  </a:cubicBezTo>
                  <a:cubicBezTo>
                    <a:pt x="42192" y="99"/>
                    <a:pt x="42143" y="85"/>
                    <a:pt x="42092" y="72"/>
                  </a:cubicBezTo>
                  <a:cubicBezTo>
                    <a:pt x="42042" y="60"/>
                    <a:pt x="41992" y="49"/>
                    <a:pt x="41941" y="40"/>
                  </a:cubicBezTo>
                  <a:cubicBezTo>
                    <a:pt x="41890" y="31"/>
                    <a:pt x="41839" y="23"/>
                    <a:pt x="41787" y="17"/>
                  </a:cubicBezTo>
                  <a:cubicBezTo>
                    <a:pt x="41736" y="11"/>
                    <a:pt x="41684" y="7"/>
                    <a:pt x="41633" y="4"/>
                  </a:cubicBezTo>
                  <a:cubicBezTo>
                    <a:pt x="41581" y="1"/>
                    <a:pt x="41529" y="0"/>
                    <a:pt x="41478" y="0"/>
                  </a:cubicBezTo>
                  <a:lnTo>
                    <a:pt x="41478" y="0"/>
                  </a:lnTo>
                  <a:cubicBezTo>
                    <a:pt x="41426" y="0"/>
                    <a:pt x="41374" y="1"/>
                    <a:pt x="41323" y="4"/>
                  </a:cubicBezTo>
                  <a:cubicBezTo>
                    <a:pt x="41271" y="7"/>
                    <a:pt x="41220" y="11"/>
                    <a:pt x="41168" y="17"/>
                  </a:cubicBezTo>
                  <a:cubicBezTo>
                    <a:pt x="41117" y="23"/>
                    <a:pt x="41066" y="31"/>
                    <a:pt x="41015" y="40"/>
                  </a:cubicBezTo>
                  <a:cubicBezTo>
                    <a:pt x="40964" y="49"/>
                    <a:pt x="40913" y="60"/>
                    <a:pt x="40863" y="72"/>
                  </a:cubicBezTo>
                  <a:cubicBezTo>
                    <a:pt x="40813" y="85"/>
                    <a:pt x="40763" y="99"/>
                    <a:pt x="40714" y="114"/>
                  </a:cubicBezTo>
                  <a:cubicBezTo>
                    <a:pt x="40664" y="130"/>
                    <a:pt x="40616" y="147"/>
                    <a:pt x="40567" y="165"/>
                  </a:cubicBezTo>
                  <a:cubicBezTo>
                    <a:pt x="40519" y="184"/>
                    <a:pt x="40471" y="204"/>
                    <a:pt x="40424" y="225"/>
                  </a:cubicBezTo>
                  <a:cubicBezTo>
                    <a:pt x="40377" y="247"/>
                    <a:pt x="40331" y="269"/>
                    <a:pt x="40285" y="294"/>
                  </a:cubicBezTo>
                  <a:cubicBezTo>
                    <a:pt x="40240" y="318"/>
                    <a:pt x="40195" y="344"/>
                    <a:pt x="40151" y="371"/>
                  </a:cubicBezTo>
                  <a:cubicBezTo>
                    <a:pt x="40107" y="398"/>
                    <a:pt x="40064" y="427"/>
                    <a:pt x="40022" y="457"/>
                  </a:cubicBezTo>
                  <a:cubicBezTo>
                    <a:pt x="39979" y="487"/>
                    <a:pt x="39938" y="518"/>
                    <a:pt x="39898" y="550"/>
                  </a:cubicBezTo>
                  <a:cubicBezTo>
                    <a:pt x="39858" y="582"/>
                    <a:pt x="39820" y="616"/>
                    <a:pt x="39783" y="650"/>
                  </a:cubicBezTo>
                  <a:cubicBezTo>
                    <a:pt x="39746" y="685"/>
                    <a:pt x="39710" y="721"/>
                    <a:pt x="39674" y="757"/>
                  </a:cubicBezTo>
                  <a:cubicBezTo>
                    <a:pt x="39639" y="794"/>
                    <a:pt x="39605" y="832"/>
                    <a:pt x="39573" y="871"/>
                  </a:cubicBezTo>
                  <a:cubicBezTo>
                    <a:pt x="39540" y="910"/>
                    <a:pt x="39508" y="949"/>
                    <a:pt x="39478" y="990"/>
                  </a:cubicBezTo>
                  <a:lnTo>
                    <a:pt x="19998" y="24470"/>
                  </a:lnTo>
                  <a:cubicBezTo>
                    <a:pt x="19963" y="24507"/>
                    <a:pt x="19929" y="24544"/>
                    <a:pt x="19897" y="24583"/>
                  </a:cubicBezTo>
                  <a:cubicBezTo>
                    <a:pt x="19864" y="24621"/>
                    <a:pt x="19833" y="24661"/>
                    <a:pt x="19803" y="24701"/>
                  </a:cubicBezTo>
                  <a:cubicBezTo>
                    <a:pt x="19773" y="24742"/>
                    <a:pt x="19744" y="24783"/>
                    <a:pt x="19716" y="24826"/>
                  </a:cubicBezTo>
                  <a:cubicBezTo>
                    <a:pt x="19689" y="24868"/>
                    <a:pt x="19662" y="24911"/>
                    <a:pt x="19637" y="24955"/>
                  </a:cubicBezTo>
                  <a:cubicBezTo>
                    <a:pt x="19613" y="24999"/>
                    <a:pt x="19589" y="25043"/>
                    <a:pt x="19567" y="25089"/>
                  </a:cubicBezTo>
                  <a:cubicBezTo>
                    <a:pt x="19545" y="25134"/>
                    <a:pt x="19524" y="25180"/>
                    <a:pt x="19505" y="25227"/>
                  </a:cubicBezTo>
                  <a:cubicBezTo>
                    <a:pt x="19485" y="25273"/>
                    <a:pt x="19467" y="25320"/>
                    <a:pt x="19451" y="25368"/>
                  </a:cubicBezTo>
                  <a:cubicBezTo>
                    <a:pt x="19435" y="25416"/>
                    <a:pt x="19420" y="25464"/>
                    <a:pt x="19406" y="25513"/>
                  </a:cubicBezTo>
                  <a:cubicBezTo>
                    <a:pt x="19393" y="25561"/>
                    <a:pt x="19381" y="25610"/>
                    <a:pt x="19370" y="25660"/>
                  </a:cubicBezTo>
                  <a:cubicBezTo>
                    <a:pt x="19360" y="25709"/>
                    <a:pt x="19351" y="25759"/>
                    <a:pt x="19344" y="25809"/>
                  </a:cubicBezTo>
                  <a:cubicBezTo>
                    <a:pt x="19336" y="25859"/>
                    <a:pt x="19330" y="25909"/>
                    <a:pt x="19326" y="25959"/>
                  </a:cubicBezTo>
                  <a:cubicBezTo>
                    <a:pt x="19322" y="26009"/>
                    <a:pt x="19319" y="26060"/>
                    <a:pt x="19318" y="26110"/>
                  </a:cubicBezTo>
                  <a:cubicBezTo>
                    <a:pt x="19318" y="26162"/>
                    <a:pt x="19319" y="26215"/>
                    <a:pt x="19323" y="26267"/>
                  </a:cubicBezTo>
                  <a:cubicBezTo>
                    <a:pt x="19326" y="26319"/>
                    <a:pt x="19331" y="26371"/>
                    <a:pt x="19337" y="26423"/>
                  </a:cubicBezTo>
                  <a:cubicBezTo>
                    <a:pt x="19344" y="26475"/>
                    <a:pt x="19352" y="26527"/>
                    <a:pt x="19362" y="26579"/>
                  </a:cubicBezTo>
                  <a:cubicBezTo>
                    <a:pt x="19372" y="26630"/>
                    <a:pt x="19383" y="26681"/>
                    <a:pt x="19396" y="26732"/>
                  </a:cubicBezTo>
                  <a:cubicBezTo>
                    <a:pt x="19409" y="26783"/>
                    <a:pt x="19424" y="26833"/>
                    <a:pt x="19440" y="26883"/>
                  </a:cubicBezTo>
                  <a:cubicBezTo>
                    <a:pt x="19456" y="26932"/>
                    <a:pt x="19474" y="26982"/>
                    <a:pt x="19493" y="27030"/>
                  </a:cubicBezTo>
                  <a:cubicBezTo>
                    <a:pt x="19513" y="27079"/>
                    <a:pt x="19533" y="27127"/>
                    <a:pt x="19556" y="27175"/>
                  </a:cubicBezTo>
                  <a:cubicBezTo>
                    <a:pt x="19578" y="27222"/>
                    <a:pt x="19602" y="27269"/>
                    <a:pt x="19627" y="27314"/>
                  </a:cubicBezTo>
                  <a:cubicBezTo>
                    <a:pt x="19652" y="27360"/>
                    <a:pt x="19679" y="27405"/>
                    <a:pt x="19707" y="27450"/>
                  </a:cubicBezTo>
                  <a:cubicBezTo>
                    <a:pt x="19735" y="27494"/>
                    <a:pt x="19764" y="27537"/>
                    <a:pt x="19795" y="27580"/>
                  </a:cubicBezTo>
                  <a:cubicBezTo>
                    <a:pt x="19826" y="27622"/>
                    <a:pt x="19858" y="27663"/>
                    <a:pt x="19891" y="27704"/>
                  </a:cubicBezTo>
                  <a:cubicBezTo>
                    <a:pt x="19925" y="27744"/>
                    <a:pt x="19959" y="27783"/>
                    <a:pt x="19995" y="27821"/>
                  </a:cubicBezTo>
                  <a:cubicBezTo>
                    <a:pt x="20031" y="27860"/>
                    <a:pt x="20068" y="27897"/>
                    <a:pt x="20106" y="27932"/>
                  </a:cubicBezTo>
                  <a:cubicBezTo>
                    <a:pt x="20145" y="27968"/>
                    <a:pt x="20184" y="28003"/>
                    <a:pt x="20224" y="28036"/>
                  </a:cubicBezTo>
                  <a:cubicBezTo>
                    <a:pt x="20265" y="28070"/>
                    <a:pt x="20306" y="28102"/>
                    <a:pt x="20348" y="28133"/>
                  </a:cubicBezTo>
                  <a:cubicBezTo>
                    <a:pt x="20391" y="28163"/>
                    <a:pt x="20434" y="28193"/>
                    <a:pt x="20478" y="28221"/>
                  </a:cubicBezTo>
                  <a:cubicBezTo>
                    <a:pt x="20522" y="28249"/>
                    <a:pt x="20567" y="28276"/>
                    <a:pt x="20613" y="28301"/>
                  </a:cubicBezTo>
                  <a:cubicBezTo>
                    <a:pt x="20659" y="28326"/>
                    <a:pt x="20706" y="28350"/>
                    <a:pt x="20753" y="28372"/>
                  </a:cubicBezTo>
                  <a:cubicBezTo>
                    <a:pt x="20801" y="28394"/>
                    <a:pt x="20849" y="28415"/>
                    <a:pt x="20897" y="28435"/>
                  </a:cubicBezTo>
                  <a:cubicBezTo>
                    <a:pt x="20946" y="28454"/>
                    <a:pt x="20995" y="28472"/>
                    <a:pt x="21045" y="28488"/>
                  </a:cubicBezTo>
                  <a:cubicBezTo>
                    <a:pt x="21095" y="28504"/>
                    <a:pt x="21145" y="28519"/>
                    <a:pt x="21196" y="28532"/>
                  </a:cubicBezTo>
                  <a:cubicBezTo>
                    <a:pt x="21247" y="28545"/>
                    <a:pt x="21298" y="28556"/>
                    <a:pt x="21349" y="28566"/>
                  </a:cubicBezTo>
                  <a:cubicBezTo>
                    <a:pt x="21401" y="28576"/>
                    <a:pt x="21452" y="28584"/>
                    <a:pt x="21504" y="28590"/>
                  </a:cubicBezTo>
                  <a:cubicBezTo>
                    <a:pt x="21556" y="28597"/>
                    <a:pt x="21609" y="28602"/>
                    <a:pt x="21661" y="28605"/>
                  </a:cubicBezTo>
                  <a:cubicBezTo>
                    <a:pt x="21713" y="28608"/>
                    <a:pt x="21765" y="28610"/>
                    <a:pt x="21818" y="28610"/>
                  </a:cubicBezTo>
                  <a:lnTo>
                    <a:pt x="30478" y="28610"/>
                  </a:lnTo>
                  <a:cubicBezTo>
                    <a:pt x="30527" y="28605"/>
                    <a:pt x="30576" y="28602"/>
                    <a:pt x="30625" y="28600"/>
                  </a:cubicBezTo>
                  <a:cubicBezTo>
                    <a:pt x="30674" y="28598"/>
                    <a:pt x="30724" y="28598"/>
                    <a:pt x="30773" y="28599"/>
                  </a:cubicBezTo>
                  <a:cubicBezTo>
                    <a:pt x="30822" y="28600"/>
                    <a:pt x="30872" y="28603"/>
                    <a:pt x="30921" y="28607"/>
                  </a:cubicBezTo>
                  <a:cubicBezTo>
                    <a:pt x="30970" y="28611"/>
                    <a:pt x="31019" y="28617"/>
                    <a:pt x="31067" y="28624"/>
                  </a:cubicBezTo>
                  <a:cubicBezTo>
                    <a:pt x="31116" y="28631"/>
                    <a:pt x="31165" y="28639"/>
                    <a:pt x="31213" y="28650"/>
                  </a:cubicBezTo>
                  <a:cubicBezTo>
                    <a:pt x="31261" y="28660"/>
                    <a:pt x="31309" y="28671"/>
                    <a:pt x="31357" y="28684"/>
                  </a:cubicBezTo>
                  <a:cubicBezTo>
                    <a:pt x="31404" y="28698"/>
                    <a:pt x="31451" y="28712"/>
                    <a:pt x="31498" y="28728"/>
                  </a:cubicBezTo>
                  <a:cubicBezTo>
                    <a:pt x="31544" y="28744"/>
                    <a:pt x="31591" y="28761"/>
                    <a:pt x="31636" y="28780"/>
                  </a:cubicBezTo>
                  <a:cubicBezTo>
                    <a:pt x="31682" y="28799"/>
                    <a:pt x="31727" y="28819"/>
                    <a:pt x="31771" y="28841"/>
                  </a:cubicBezTo>
                  <a:cubicBezTo>
                    <a:pt x="31815" y="28862"/>
                    <a:pt x="31859" y="28885"/>
                    <a:pt x="31902" y="28909"/>
                  </a:cubicBezTo>
                  <a:cubicBezTo>
                    <a:pt x="31945" y="28934"/>
                    <a:pt x="31987" y="28959"/>
                    <a:pt x="32028" y="28986"/>
                  </a:cubicBezTo>
                  <a:cubicBezTo>
                    <a:pt x="32070" y="29013"/>
                    <a:pt x="32110" y="29041"/>
                    <a:pt x="32150" y="29070"/>
                  </a:cubicBezTo>
                  <a:cubicBezTo>
                    <a:pt x="32189" y="29099"/>
                    <a:pt x="32228" y="29130"/>
                    <a:pt x="32266" y="29161"/>
                  </a:cubicBezTo>
                  <a:cubicBezTo>
                    <a:pt x="32304" y="29193"/>
                    <a:pt x="32341" y="29226"/>
                    <a:pt x="32376" y="29260"/>
                  </a:cubicBezTo>
                  <a:cubicBezTo>
                    <a:pt x="32412" y="29294"/>
                    <a:pt x="32447" y="29329"/>
                    <a:pt x="32480" y="29365"/>
                  </a:cubicBezTo>
                  <a:cubicBezTo>
                    <a:pt x="32514" y="29401"/>
                    <a:pt x="32546" y="29438"/>
                    <a:pt x="32578" y="29476"/>
                  </a:cubicBezTo>
                  <a:cubicBezTo>
                    <a:pt x="32609" y="29514"/>
                    <a:pt x="32639" y="29553"/>
                    <a:pt x="32668" y="29593"/>
                  </a:cubicBezTo>
                  <a:cubicBezTo>
                    <a:pt x="32697" y="29633"/>
                    <a:pt x="32725" y="29674"/>
                    <a:pt x="32751" y="29715"/>
                  </a:cubicBezTo>
                  <a:cubicBezTo>
                    <a:pt x="32778" y="29757"/>
                    <a:pt x="32803" y="29799"/>
                    <a:pt x="32827" y="29842"/>
                  </a:cubicBezTo>
                  <a:cubicBezTo>
                    <a:pt x="32851" y="29885"/>
                    <a:pt x="32873" y="29929"/>
                    <a:pt x="32894" y="29974"/>
                  </a:cubicBezTo>
                  <a:cubicBezTo>
                    <a:pt x="32915" y="30018"/>
                    <a:pt x="32935" y="30063"/>
                    <a:pt x="32953" y="30109"/>
                  </a:cubicBezTo>
                  <a:cubicBezTo>
                    <a:pt x="32972" y="30155"/>
                    <a:pt x="32989" y="30201"/>
                    <a:pt x="33004" y="30248"/>
                  </a:cubicBezTo>
                  <a:cubicBezTo>
                    <a:pt x="33020" y="30295"/>
                    <a:pt x="33034" y="30342"/>
                    <a:pt x="33047" y="30390"/>
                  </a:cubicBezTo>
                  <a:cubicBezTo>
                    <a:pt x="33059" y="30437"/>
                    <a:pt x="33071" y="30485"/>
                    <a:pt x="33080" y="30534"/>
                  </a:cubicBezTo>
                  <a:cubicBezTo>
                    <a:pt x="33090" y="30582"/>
                    <a:pt x="33098" y="30630"/>
                    <a:pt x="33105" y="30679"/>
                  </a:cubicBezTo>
                  <a:cubicBezTo>
                    <a:pt x="33112" y="30728"/>
                    <a:pt x="33117" y="30777"/>
                    <a:pt x="33121" y="30826"/>
                  </a:cubicBezTo>
                  <a:cubicBezTo>
                    <a:pt x="33124" y="30875"/>
                    <a:pt x="33126" y="30925"/>
                    <a:pt x="33127" y="30974"/>
                  </a:cubicBezTo>
                  <a:cubicBezTo>
                    <a:pt x="33128" y="31023"/>
                    <a:pt x="33127" y="31072"/>
                    <a:pt x="33125" y="31122"/>
                  </a:cubicBezTo>
                  <a:cubicBezTo>
                    <a:pt x="33122" y="31171"/>
                    <a:pt x="33119" y="31220"/>
                    <a:pt x="33113" y="31269"/>
                  </a:cubicBezTo>
                  <a:cubicBezTo>
                    <a:pt x="33108" y="31318"/>
                    <a:pt x="33101" y="31367"/>
                    <a:pt x="33093" y="31415"/>
                  </a:cubicBezTo>
                  <a:cubicBezTo>
                    <a:pt x="33084" y="31464"/>
                    <a:pt x="33075" y="31512"/>
                    <a:pt x="33063" y="31560"/>
                  </a:cubicBezTo>
                  <a:cubicBezTo>
                    <a:pt x="33052" y="31608"/>
                    <a:pt x="33039" y="31656"/>
                    <a:pt x="33025" y="31703"/>
                  </a:cubicBezTo>
                  <a:cubicBezTo>
                    <a:pt x="33011" y="31750"/>
                    <a:pt x="32995" y="31797"/>
                    <a:pt x="32978" y="31843"/>
                  </a:cubicBezTo>
                  <a:cubicBezTo>
                    <a:pt x="32961" y="31889"/>
                    <a:pt x="32943" y="31935"/>
                    <a:pt x="32923" y="31980"/>
                  </a:cubicBezTo>
                  <a:cubicBezTo>
                    <a:pt x="32903" y="32025"/>
                    <a:pt x="32882" y="32070"/>
                    <a:pt x="32859" y="32114"/>
                  </a:cubicBezTo>
                  <a:cubicBezTo>
                    <a:pt x="32836" y="32157"/>
                    <a:pt x="32812" y="32200"/>
                    <a:pt x="32787" y="32243"/>
                  </a:cubicBezTo>
                  <a:cubicBezTo>
                    <a:pt x="32762" y="32285"/>
                    <a:pt x="32735" y="32327"/>
                    <a:pt x="32708" y="32367"/>
                  </a:cubicBezTo>
                  <a:cubicBezTo>
                    <a:pt x="32680" y="32408"/>
                    <a:pt x="32651" y="32448"/>
                    <a:pt x="32620" y="32487"/>
                  </a:cubicBezTo>
                  <a:cubicBezTo>
                    <a:pt x="32590" y="32526"/>
                    <a:pt x="32559" y="32564"/>
                    <a:pt x="32526" y="32601"/>
                  </a:cubicBezTo>
                  <a:cubicBezTo>
                    <a:pt x="32494" y="32638"/>
                    <a:pt x="32460" y="32674"/>
                    <a:pt x="32425" y="32709"/>
                  </a:cubicBezTo>
                  <a:cubicBezTo>
                    <a:pt x="32390" y="32744"/>
                    <a:pt x="32355" y="32777"/>
                    <a:pt x="32318" y="32810"/>
                  </a:cubicBezTo>
                  <a:lnTo>
                    <a:pt x="32178" y="32950"/>
                  </a:lnTo>
                  <a:lnTo>
                    <a:pt x="10788" y="54320"/>
                  </a:lnTo>
                  <a:cubicBezTo>
                    <a:pt x="10751" y="54355"/>
                    <a:pt x="10715" y="54392"/>
                    <a:pt x="10680" y="54429"/>
                  </a:cubicBezTo>
                  <a:cubicBezTo>
                    <a:pt x="10645" y="54466"/>
                    <a:pt x="10611" y="54505"/>
                    <a:pt x="10579" y="54544"/>
                  </a:cubicBezTo>
                  <a:cubicBezTo>
                    <a:pt x="10547" y="54584"/>
                    <a:pt x="10515" y="54624"/>
                    <a:pt x="10485" y="54666"/>
                  </a:cubicBezTo>
                  <a:cubicBezTo>
                    <a:pt x="10455" y="54707"/>
                    <a:pt x="10427" y="54750"/>
                    <a:pt x="10400" y="54793"/>
                  </a:cubicBezTo>
                  <a:cubicBezTo>
                    <a:pt x="10372" y="54836"/>
                    <a:pt x="10346" y="54880"/>
                    <a:pt x="10322" y="54925"/>
                  </a:cubicBezTo>
                  <a:cubicBezTo>
                    <a:pt x="10297" y="54970"/>
                    <a:pt x="10274" y="55015"/>
                    <a:pt x="10252" y="55061"/>
                  </a:cubicBezTo>
                  <a:cubicBezTo>
                    <a:pt x="10231" y="55108"/>
                    <a:pt x="10210" y="55155"/>
                    <a:pt x="10191" y="55202"/>
                  </a:cubicBezTo>
                  <a:cubicBezTo>
                    <a:pt x="10173" y="55250"/>
                    <a:pt x="10155" y="55298"/>
                    <a:pt x="10139" y="55346"/>
                  </a:cubicBezTo>
                  <a:cubicBezTo>
                    <a:pt x="10124" y="55395"/>
                    <a:pt x="10109" y="55444"/>
                    <a:pt x="10096" y="55493"/>
                  </a:cubicBezTo>
                  <a:cubicBezTo>
                    <a:pt x="10084" y="55543"/>
                    <a:pt x="10072" y="55593"/>
                    <a:pt x="10063" y="55643"/>
                  </a:cubicBezTo>
                  <a:cubicBezTo>
                    <a:pt x="10053" y="55693"/>
                    <a:pt x="10045" y="55744"/>
                    <a:pt x="10038" y="55794"/>
                  </a:cubicBezTo>
                  <a:cubicBezTo>
                    <a:pt x="10032" y="55845"/>
                    <a:pt x="10027" y="55896"/>
                    <a:pt x="10023" y="55947"/>
                  </a:cubicBezTo>
                  <a:cubicBezTo>
                    <a:pt x="10020" y="55998"/>
                    <a:pt x="10018" y="56049"/>
                    <a:pt x="10018" y="56100"/>
                  </a:cubicBezTo>
                  <a:cubicBezTo>
                    <a:pt x="10018" y="56152"/>
                    <a:pt x="10019" y="56204"/>
                    <a:pt x="10023" y="56256"/>
                  </a:cubicBezTo>
                  <a:cubicBezTo>
                    <a:pt x="10026" y="56308"/>
                    <a:pt x="10031" y="56359"/>
                    <a:pt x="10037" y="56411"/>
                  </a:cubicBezTo>
                  <a:cubicBezTo>
                    <a:pt x="10043" y="56462"/>
                    <a:pt x="10051" y="56514"/>
                    <a:pt x="10061" y="56565"/>
                  </a:cubicBezTo>
                  <a:cubicBezTo>
                    <a:pt x="10071" y="56616"/>
                    <a:pt x="10082" y="56666"/>
                    <a:pt x="10095" y="56717"/>
                  </a:cubicBezTo>
                  <a:cubicBezTo>
                    <a:pt x="10107" y="56767"/>
                    <a:pt x="10122" y="56817"/>
                    <a:pt x="10137" y="56866"/>
                  </a:cubicBezTo>
                  <a:cubicBezTo>
                    <a:pt x="10153" y="56916"/>
                    <a:pt x="10171" y="56965"/>
                    <a:pt x="10189" y="57013"/>
                  </a:cubicBezTo>
                  <a:cubicBezTo>
                    <a:pt x="10208" y="57061"/>
                    <a:pt x="10229" y="57109"/>
                    <a:pt x="10251" y="57156"/>
                  </a:cubicBezTo>
                  <a:cubicBezTo>
                    <a:pt x="10272" y="57203"/>
                    <a:pt x="10296" y="57250"/>
                    <a:pt x="10320" y="57295"/>
                  </a:cubicBezTo>
                  <a:cubicBezTo>
                    <a:pt x="10345" y="57341"/>
                    <a:pt x="10371" y="57386"/>
                    <a:pt x="10399" y="57430"/>
                  </a:cubicBezTo>
                  <a:cubicBezTo>
                    <a:pt x="10426" y="57474"/>
                    <a:pt x="10455" y="57517"/>
                    <a:pt x="10485" y="57559"/>
                  </a:cubicBezTo>
                  <a:cubicBezTo>
                    <a:pt x="10515" y="57602"/>
                    <a:pt x="10547" y="57643"/>
                    <a:pt x="10580" y="57683"/>
                  </a:cubicBezTo>
                  <a:cubicBezTo>
                    <a:pt x="10612" y="57724"/>
                    <a:pt x="10646" y="57763"/>
                    <a:pt x="10682" y="57801"/>
                  </a:cubicBezTo>
                  <a:cubicBezTo>
                    <a:pt x="10717" y="57839"/>
                    <a:pt x="10753" y="57876"/>
                    <a:pt x="10791" y="57912"/>
                  </a:cubicBezTo>
                  <a:cubicBezTo>
                    <a:pt x="10828" y="57948"/>
                    <a:pt x="10867" y="57983"/>
                    <a:pt x="10906" y="58016"/>
                  </a:cubicBezTo>
                  <a:cubicBezTo>
                    <a:pt x="10946" y="58050"/>
                    <a:pt x="10986" y="58082"/>
                    <a:pt x="11028" y="58113"/>
                  </a:cubicBezTo>
                  <a:cubicBezTo>
                    <a:pt x="11070" y="58144"/>
                    <a:pt x="11112" y="58174"/>
                    <a:pt x="11156" y="58202"/>
                  </a:cubicBezTo>
                  <a:cubicBezTo>
                    <a:pt x="11199" y="58231"/>
                    <a:pt x="11244" y="58258"/>
                    <a:pt x="11289" y="58283"/>
                  </a:cubicBezTo>
                  <a:cubicBezTo>
                    <a:pt x="11334" y="58309"/>
                    <a:pt x="11380" y="58333"/>
                    <a:pt x="11426" y="58356"/>
                  </a:cubicBezTo>
                  <a:cubicBezTo>
                    <a:pt x="11473" y="58379"/>
                    <a:pt x="11520" y="58400"/>
                    <a:pt x="11568" y="58420"/>
                  </a:cubicBezTo>
                  <a:cubicBezTo>
                    <a:pt x="11616" y="58440"/>
                    <a:pt x="11665" y="58458"/>
                    <a:pt x="11714" y="58475"/>
                  </a:cubicBezTo>
                  <a:cubicBezTo>
                    <a:pt x="11763" y="58492"/>
                    <a:pt x="11813" y="58507"/>
                    <a:pt x="11863" y="58521"/>
                  </a:cubicBezTo>
                  <a:cubicBezTo>
                    <a:pt x="11913" y="58535"/>
                    <a:pt x="11963" y="58547"/>
                    <a:pt x="12014" y="58557"/>
                  </a:cubicBezTo>
                  <a:cubicBezTo>
                    <a:pt x="12065" y="58568"/>
                    <a:pt x="12116" y="58577"/>
                    <a:pt x="12168" y="58585"/>
                  </a:cubicBezTo>
                  <a:cubicBezTo>
                    <a:pt x="12219" y="58592"/>
                    <a:pt x="12271" y="58598"/>
                    <a:pt x="12322" y="58602"/>
                  </a:cubicBezTo>
                  <a:cubicBezTo>
                    <a:pt x="12374" y="58606"/>
                    <a:pt x="12426" y="58609"/>
                    <a:pt x="12478" y="58610"/>
                  </a:cubicBezTo>
                  <a:lnTo>
                    <a:pt x="23928" y="58610"/>
                  </a:lnTo>
                  <a:cubicBezTo>
                    <a:pt x="23978" y="58610"/>
                    <a:pt x="24028" y="58611"/>
                    <a:pt x="24078" y="58614"/>
                  </a:cubicBezTo>
                  <a:cubicBezTo>
                    <a:pt x="24129" y="58617"/>
                    <a:pt x="24179" y="58621"/>
                    <a:pt x="24229" y="58627"/>
                  </a:cubicBezTo>
                  <a:cubicBezTo>
                    <a:pt x="24279" y="58633"/>
                    <a:pt x="24328" y="58640"/>
                    <a:pt x="24378" y="58649"/>
                  </a:cubicBezTo>
                  <a:cubicBezTo>
                    <a:pt x="24427" y="58658"/>
                    <a:pt x="24477" y="58669"/>
                    <a:pt x="24525" y="58680"/>
                  </a:cubicBezTo>
                  <a:cubicBezTo>
                    <a:pt x="24574" y="58692"/>
                    <a:pt x="24623" y="58706"/>
                    <a:pt x="24671" y="58720"/>
                  </a:cubicBezTo>
                  <a:cubicBezTo>
                    <a:pt x="24719" y="58735"/>
                    <a:pt x="24766" y="58751"/>
                    <a:pt x="24814" y="58769"/>
                  </a:cubicBezTo>
                  <a:cubicBezTo>
                    <a:pt x="24861" y="58787"/>
                    <a:pt x="24907" y="58806"/>
                    <a:pt x="24953" y="58826"/>
                  </a:cubicBezTo>
                  <a:cubicBezTo>
                    <a:pt x="24999" y="58847"/>
                    <a:pt x="25044" y="58869"/>
                    <a:pt x="25089" y="58892"/>
                  </a:cubicBezTo>
                  <a:cubicBezTo>
                    <a:pt x="25133" y="58915"/>
                    <a:pt x="25177" y="58940"/>
                    <a:pt x="25220" y="58966"/>
                  </a:cubicBezTo>
                  <a:cubicBezTo>
                    <a:pt x="25263" y="58992"/>
                    <a:pt x="25306" y="59019"/>
                    <a:pt x="25347" y="59047"/>
                  </a:cubicBezTo>
                  <a:cubicBezTo>
                    <a:pt x="25389" y="59076"/>
                    <a:pt x="25429" y="59106"/>
                    <a:pt x="25469" y="59136"/>
                  </a:cubicBezTo>
                  <a:cubicBezTo>
                    <a:pt x="25508" y="59167"/>
                    <a:pt x="25547" y="59199"/>
                    <a:pt x="25585" y="59233"/>
                  </a:cubicBezTo>
                  <a:cubicBezTo>
                    <a:pt x="25623" y="59266"/>
                    <a:pt x="25659" y="59300"/>
                    <a:pt x="25695" y="59336"/>
                  </a:cubicBezTo>
                  <a:cubicBezTo>
                    <a:pt x="25731" y="59371"/>
                    <a:pt x="25765" y="59408"/>
                    <a:pt x="25798" y="59445"/>
                  </a:cubicBezTo>
                  <a:cubicBezTo>
                    <a:pt x="25832" y="59483"/>
                    <a:pt x="25864" y="59522"/>
                    <a:pt x="25895" y="59561"/>
                  </a:cubicBezTo>
                  <a:cubicBezTo>
                    <a:pt x="25926" y="59601"/>
                    <a:pt x="25956" y="59641"/>
                    <a:pt x="25985" y="59682"/>
                  </a:cubicBezTo>
                  <a:cubicBezTo>
                    <a:pt x="26013" y="59724"/>
                    <a:pt x="26041" y="59766"/>
                    <a:pt x="26067" y="59809"/>
                  </a:cubicBezTo>
                  <a:cubicBezTo>
                    <a:pt x="26093" y="59852"/>
                    <a:pt x="26118" y="59896"/>
                    <a:pt x="26141" y="59940"/>
                  </a:cubicBezTo>
                  <a:cubicBezTo>
                    <a:pt x="26165" y="59985"/>
                    <a:pt x="26187" y="60030"/>
                    <a:pt x="26207" y="60076"/>
                  </a:cubicBezTo>
                  <a:cubicBezTo>
                    <a:pt x="26228" y="60122"/>
                    <a:pt x="26247" y="60168"/>
                    <a:pt x="26265" y="60215"/>
                  </a:cubicBezTo>
                  <a:cubicBezTo>
                    <a:pt x="26283" y="60262"/>
                    <a:pt x="26299" y="60309"/>
                    <a:pt x="26314" y="60357"/>
                  </a:cubicBezTo>
                  <a:cubicBezTo>
                    <a:pt x="26329" y="60405"/>
                    <a:pt x="26343" y="60454"/>
                    <a:pt x="26355" y="60503"/>
                  </a:cubicBezTo>
                  <a:cubicBezTo>
                    <a:pt x="26367" y="60551"/>
                    <a:pt x="26378" y="60601"/>
                    <a:pt x="26387" y="60650"/>
                  </a:cubicBezTo>
                  <a:cubicBezTo>
                    <a:pt x="26396" y="60700"/>
                    <a:pt x="26403" y="60749"/>
                    <a:pt x="26410" y="60799"/>
                  </a:cubicBezTo>
                  <a:cubicBezTo>
                    <a:pt x="26416" y="60849"/>
                    <a:pt x="26420" y="60899"/>
                    <a:pt x="26423" y="60949"/>
                  </a:cubicBezTo>
                  <a:cubicBezTo>
                    <a:pt x="26426" y="61000"/>
                    <a:pt x="26428" y="61050"/>
                    <a:pt x="26428" y="61100"/>
                  </a:cubicBezTo>
                  <a:cubicBezTo>
                    <a:pt x="26425" y="61161"/>
                    <a:pt x="26420" y="61223"/>
                    <a:pt x="26413" y="61284"/>
                  </a:cubicBezTo>
                  <a:cubicBezTo>
                    <a:pt x="26407" y="61345"/>
                    <a:pt x="26398" y="61405"/>
                    <a:pt x="26388" y="61466"/>
                  </a:cubicBezTo>
                  <a:cubicBezTo>
                    <a:pt x="26377" y="61527"/>
                    <a:pt x="26365" y="61587"/>
                    <a:pt x="26351" y="61646"/>
                  </a:cubicBezTo>
                  <a:cubicBezTo>
                    <a:pt x="26337" y="61706"/>
                    <a:pt x="26321" y="61765"/>
                    <a:pt x="26303" y="61824"/>
                  </a:cubicBezTo>
                  <a:cubicBezTo>
                    <a:pt x="26285" y="61883"/>
                    <a:pt x="26266" y="61941"/>
                    <a:pt x="26244" y="61999"/>
                  </a:cubicBezTo>
                  <a:cubicBezTo>
                    <a:pt x="26223" y="62056"/>
                    <a:pt x="26200" y="62113"/>
                    <a:pt x="26175" y="62169"/>
                  </a:cubicBezTo>
                  <a:cubicBezTo>
                    <a:pt x="26150" y="62226"/>
                    <a:pt x="26124" y="62281"/>
                    <a:pt x="26095" y="62335"/>
                  </a:cubicBezTo>
                  <a:cubicBezTo>
                    <a:pt x="26067" y="62390"/>
                    <a:pt x="26037" y="62444"/>
                    <a:pt x="26006" y="62496"/>
                  </a:cubicBezTo>
                  <a:cubicBezTo>
                    <a:pt x="25974" y="62549"/>
                    <a:pt x="25941" y="62601"/>
                    <a:pt x="25906" y="62651"/>
                  </a:cubicBezTo>
                  <a:cubicBezTo>
                    <a:pt x="25872" y="62702"/>
                    <a:pt x="25835" y="62752"/>
                    <a:pt x="25798" y="62800"/>
                  </a:cubicBezTo>
                  <a:lnTo>
                    <a:pt x="4298" y="84320"/>
                  </a:lnTo>
                  <a:cubicBezTo>
                    <a:pt x="4260" y="84355"/>
                    <a:pt x="4223" y="84392"/>
                    <a:pt x="4187" y="84429"/>
                  </a:cubicBezTo>
                  <a:cubicBezTo>
                    <a:pt x="4152" y="84467"/>
                    <a:pt x="4117" y="84505"/>
                    <a:pt x="4084" y="84545"/>
                  </a:cubicBezTo>
                  <a:cubicBezTo>
                    <a:pt x="4050" y="84585"/>
                    <a:pt x="4018" y="84625"/>
                    <a:pt x="3987" y="84667"/>
                  </a:cubicBezTo>
                  <a:cubicBezTo>
                    <a:pt x="3956" y="84708"/>
                    <a:pt x="3926" y="84751"/>
                    <a:pt x="3898" y="84794"/>
                  </a:cubicBezTo>
                  <a:cubicBezTo>
                    <a:pt x="3870" y="84837"/>
                    <a:pt x="3843" y="84882"/>
                    <a:pt x="3817" y="84927"/>
                  </a:cubicBezTo>
                  <a:cubicBezTo>
                    <a:pt x="3791" y="84971"/>
                    <a:pt x="3767" y="85017"/>
                    <a:pt x="3744" y="85064"/>
                  </a:cubicBezTo>
                  <a:cubicBezTo>
                    <a:pt x="3721" y="85110"/>
                    <a:pt x="3699" y="85157"/>
                    <a:pt x="3679" y="85205"/>
                  </a:cubicBezTo>
                  <a:cubicBezTo>
                    <a:pt x="3659" y="85253"/>
                    <a:pt x="3640" y="85301"/>
                    <a:pt x="3623" y="85350"/>
                  </a:cubicBezTo>
                  <a:cubicBezTo>
                    <a:pt x="3606" y="85399"/>
                    <a:pt x="3590" y="85448"/>
                    <a:pt x="3576" y="85498"/>
                  </a:cubicBezTo>
                  <a:cubicBezTo>
                    <a:pt x="3561" y="85548"/>
                    <a:pt x="3549" y="85598"/>
                    <a:pt x="3537" y="85648"/>
                  </a:cubicBezTo>
                  <a:cubicBezTo>
                    <a:pt x="3526" y="85699"/>
                    <a:pt x="3516" y="85750"/>
                    <a:pt x="3508" y="85801"/>
                  </a:cubicBezTo>
                  <a:cubicBezTo>
                    <a:pt x="3500" y="85852"/>
                    <a:pt x="3493" y="85904"/>
                    <a:pt x="3488" y="85955"/>
                  </a:cubicBezTo>
                  <a:cubicBezTo>
                    <a:pt x="3483" y="86007"/>
                    <a:pt x="3480" y="86058"/>
                    <a:pt x="3478" y="86110"/>
                  </a:cubicBezTo>
                  <a:cubicBezTo>
                    <a:pt x="3478" y="86162"/>
                    <a:pt x="3479" y="86215"/>
                    <a:pt x="3483" y="86267"/>
                  </a:cubicBezTo>
                  <a:cubicBezTo>
                    <a:pt x="3486" y="86319"/>
                    <a:pt x="3491" y="86371"/>
                    <a:pt x="3497" y="86423"/>
                  </a:cubicBezTo>
                  <a:cubicBezTo>
                    <a:pt x="3504" y="86475"/>
                    <a:pt x="3512" y="86527"/>
                    <a:pt x="3522" y="86579"/>
                  </a:cubicBezTo>
                  <a:cubicBezTo>
                    <a:pt x="3532" y="86630"/>
                    <a:pt x="3543" y="86681"/>
                    <a:pt x="3556" y="86732"/>
                  </a:cubicBezTo>
                  <a:cubicBezTo>
                    <a:pt x="3569" y="86783"/>
                    <a:pt x="3584" y="86833"/>
                    <a:pt x="3600" y="86883"/>
                  </a:cubicBezTo>
                  <a:cubicBezTo>
                    <a:pt x="3616" y="86932"/>
                    <a:pt x="3634" y="86982"/>
                    <a:pt x="3653" y="87030"/>
                  </a:cubicBezTo>
                  <a:cubicBezTo>
                    <a:pt x="3673" y="87079"/>
                    <a:pt x="3693" y="87127"/>
                    <a:pt x="3716" y="87175"/>
                  </a:cubicBezTo>
                  <a:cubicBezTo>
                    <a:pt x="3738" y="87222"/>
                    <a:pt x="3762" y="87269"/>
                    <a:pt x="3787" y="87314"/>
                  </a:cubicBezTo>
                  <a:cubicBezTo>
                    <a:pt x="3812" y="87360"/>
                    <a:pt x="3839" y="87405"/>
                    <a:pt x="3867" y="87450"/>
                  </a:cubicBezTo>
                  <a:cubicBezTo>
                    <a:pt x="3895" y="87494"/>
                    <a:pt x="3924" y="87537"/>
                    <a:pt x="3955" y="87580"/>
                  </a:cubicBezTo>
                  <a:cubicBezTo>
                    <a:pt x="3986" y="87622"/>
                    <a:pt x="4018" y="87663"/>
                    <a:pt x="4051" y="87704"/>
                  </a:cubicBezTo>
                  <a:cubicBezTo>
                    <a:pt x="4085" y="87744"/>
                    <a:pt x="4119" y="87783"/>
                    <a:pt x="4155" y="87821"/>
                  </a:cubicBezTo>
                  <a:cubicBezTo>
                    <a:pt x="4191" y="87860"/>
                    <a:pt x="4228" y="87897"/>
                    <a:pt x="4266" y="87932"/>
                  </a:cubicBezTo>
                  <a:cubicBezTo>
                    <a:pt x="4305" y="87968"/>
                    <a:pt x="4344" y="88003"/>
                    <a:pt x="4384" y="88036"/>
                  </a:cubicBezTo>
                  <a:cubicBezTo>
                    <a:pt x="4425" y="88070"/>
                    <a:pt x="4466" y="88102"/>
                    <a:pt x="4508" y="88133"/>
                  </a:cubicBezTo>
                  <a:cubicBezTo>
                    <a:pt x="4551" y="88163"/>
                    <a:pt x="4594" y="88193"/>
                    <a:pt x="4638" y="88221"/>
                  </a:cubicBezTo>
                  <a:cubicBezTo>
                    <a:pt x="4682" y="88249"/>
                    <a:pt x="4727" y="88276"/>
                    <a:pt x="4773" y="88301"/>
                  </a:cubicBezTo>
                  <a:cubicBezTo>
                    <a:pt x="4819" y="88326"/>
                    <a:pt x="4866" y="88350"/>
                    <a:pt x="4913" y="88372"/>
                  </a:cubicBezTo>
                  <a:cubicBezTo>
                    <a:pt x="4961" y="88394"/>
                    <a:pt x="5009" y="88415"/>
                    <a:pt x="5057" y="88435"/>
                  </a:cubicBezTo>
                  <a:cubicBezTo>
                    <a:pt x="5106" y="88454"/>
                    <a:pt x="5155" y="88472"/>
                    <a:pt x="5205" y="88488"/>
                  </a:cubicBezTo>
                  <a:cubicBezTo>
                    <a:pt x="5255" y="88504"/>
                    <a:pt x="5305" y="88519"/>
                    <a:pt x="5356" y="88532"/>
                  </a:cubicBezTo>
                  <a:cubicBezTo>
                    <a:pt x="5407" y="88545"/>
                    <a:pt x="5458" y="88556"/>
                    <a:pt x="5509" y="88566"/>
                  </a:cubicBezTo>
                  <a:cubicBezTo>
                    <a:pt x="5561" y="88576"/>
                    <a:pt x="5612" y="88584"/>
                    <a:pt x="5664" y="88590"/>
                  </a:cubicBezTo>
                  <a:cubicBezTo>
                    <a:pt x="5716" y="88597"/>
                    <a:pt x="5769" y="88602"/>
                    <a:pt x="5821" y="88605"/>
                  </a:cubicBezTo>
                  <a:cubicBezTo>
                    <a:pt x="5873" y="88608"/>
                    <a:pt x="5925" y="88610"/>
                    <a:pt x="5978" y="88610"/>
                  </a:cubicBezTo>
                  <a:lnTo>
                    <a:pt x="20478" y="88610"/>
                  </a:lnTo>
                  <a:cubicBezTo>
                    <a:pt x="20530" y="88610"/>
                    <a:pt x="20582" y="88613"/>
                    <a:pt x="20633" y="88616"/>
                  </a:cubicBezTo>
                  <a:cubicBezTo>
                    <a:pt x="20685" y="88620"/>
                    <a:pt x="20737" y="88625"/>
                    <a:pt x="20789" y="88632"/>
                  </a:cubicBezTo>
                  <a:cubicBezTo>
                    <a:pt x="20840" y="88639"/>
                    <a:pt x="20891" y="88647"/>
                    <a:pt x="20942" y="88657"/>
                  </a:cubicBezTo>
                  <a:cubicBezTo>
                    <a:pt x="20993" y="88667"/>
                    <a:pt x="21044" y="88679"/>
                    <a:pt x="21094" y="88692"/>
                  </a:cubicBezTo>
                  <a:cubicBezTo>
                    <a:pt x="21144" y="88706"/>
                    <a:pt x="21194" y="88720"/>
                    <a:pt x="21244" y="88737"/>
                  </a:cubicBezTo>
                  <a:cubicBezTo>
                    <a:pt x="21293" y="88753"/>
                    <a:pt x="21342" y="88771"/>
                    <a:pt x="21390" y="88790"/>
                  </a:cubicBezTo>
                  <a:cubicBezTo>
                    <a:pt x="21438" y="88810"/>
                    <a:pt x="21486" y="88831"/>
                    <a:pt x="21533" y="88853"/>
                  </a:cubicBezTo>
                  <a:cubicBezTo>
                    <a:pt x="21580" y="88875"/>
                    <a:pt x="21626" y="88899"/>
                    <a:pt x="21671" y="88924"/>
                  </a:cubicBezTo>
                  <a:cubicBezTo>
                    <a:pt x="21717" y="88949"/>
                    <a:pt x="21761" y="88976"/>
                    <a:pt x="21805" y="89004"/>
                  </a:cubicBezTo>
                  <a:cubicBezTo>
                    <a:pt x="21849" y="89032"/>
                    <a:pt x="21892" y="89061"/>
                    <a:pt x="21934" y="89092"/>
                  </a:cubicBezTo>
                  <a:cubicBezTo>
                    <a:pt x="21976" y="89123"/>
                    <a:pt x="22017" y="89155"/>
                    <a:pt x="22057" y="89188"/>
                  </a:cubicBezTo>
                  <a:cubicBezTo>
                    <a:pt x="22097" y="89221"/>
                    <a:pt x="22135" y="89256"/>
                    <a:pt x="22173" y="89291"/>
                  </a:cubicBezTo>
                  <a:cubicBezTo>
                    <a:pt x="22211" y="89327"/>
                    <a:pt x="22248" y="89364"/>
                    <a:pt x="22283" y="89402"/>
                  </a:cubicBezTo>
                  <a:cubicBezTo>
                    <a:pt x="22319" y="89440"/>
                    <a:pt x="22353" y="89479"/>
                    <a:pt x="22386" y="89519"/>
                  </a:cubicBezTo>
                  <a:cubicBezTo>
                    <a:pt x="22419" y="89559"/>
                    <a:pt x="22451" y="89600"/>
                    <a:pt x="22482" y="89642"/>
                  </a:cubicBezTo>
                  <a:cubicBezTo>
                    <a:pt x="22512" y="89684"/>
                    <a:pt x="22541" y="89727"/>
                    <a:pt x="22569" y="89771"/>
                  </a:cubicBezTo>
                  <a:cubicBezTo>
                    <a:pt x="22597" y="89815"/>
                    <a:pt x="22623" y="89860"/>
                    <a:pt x="22648" y="89905"/>
                  </a:cubicBezTo>
                  <a:cubicBezTo>
                    <a:pt x="22673" y="89951"/>
                    <a:pt x="22697" y="89997"/>
                    <a:pt x="22719" y="90044"/>
                  </a:cubicBezTo>
                  <a:cubicBezTo>
                    <a:pt x="22741" y="90091"/>
                    <a:pt x="22762" y="90139"/>
                    <a:pt x="22781" y="90187"/>
                  </a:cubicBezTo>
                  <a:cubicBezTo>
                    <a:pt x="22800" y="90235"/>
                    <a:pt x="22818" y="90284"/>
                    <a:pt x="22834" y="90334"/>
                  </a:cubicBezTo>
                  <a:cubicBezTo>
                    <a:pt x="22850" y="90383"/>
                    <a:pt x="22865" y="90433"/>
                    <a:pt x="22878" y="90483"/>
                  </a:cubicBezTo>
                  <a:cubicBezTo>
                    <a:pt x="22891" y="90534"/>
                    <a:pt x="22902" y="90584"/>
                    <a:pt x="22912" y="90635"/>
                  </a:cubicBezTo>
                  <a:cubicBezTo>
                    <a:pt x="22922" y="90686"/>
                    <a:pt x="22930" y="90738"/>
                    <a:pt x="22937" y="90789"/>
                  </a:cubicBezTo>
                  <a:cubicBezTo>
                    <a:pt x="22944" y="90841"/>
                    <a:pt x="22949" y="90892"/>
                    <a:pt x="22952" y="90944"/>
                  </a:cubicBezTo>
                  <a:cubicBezTo>
                    <a:pt x="22956" y="90996"/>
                    <a:pt x="22958" y="91048"/>
                    <a:pt x="22958" y="91100"/>
                  </a:cubicBezTo>
                  <a:cubicBezTo>
                    <a:pt x="22957" y="91155"/>
                    <a:pt x="22954" y="91211"/>
                    <a:pt x="22949" y="91266"/>
                  </a:cubicBezTo>
                  <a:cubicBezTo>
                    <a:pt x="22945" y="91321"/>
                    <a:pt x="22939" y="91376"/>
                    <a:pt x="22931" y="91431"/>
                  </a:cubicBezTo>
                  <a:cubicBezTo>
                    <a:pt x="22923" y="91485"/>
                    <a:pt x="22913" y="91540"/>
                    <a:pt x="22902" y="91594"/>
                  </a:cubicBezTo>
                  <a:cubicBezTo>
                    <a:pt x="22891" y="91648"/>
                    <a:pt x="22878" y="91702"/>
                    <a:pt x="22863" y="91755"/>
                  </a:cubicBezTo>
                  <a:cubicBezTo>
                    <a:pt x="22849" y="91809"/>
                    <a:pt x="22832" y="91862"/>
                    <a:pt x="22815" y="91914"/>
                  </a:cubicBezTo>
                  <a:cubicBezTo>
                    <a:pt x="22797" y="91966"/>
                    <a:pt x="22777" y="92018"/>
                    <a:pt x="22756" y="92069"/>
                  </a:cubicBezTo>
                  <a:cubicBezTo>
                    <a:pt x="22735" y="92121"/>
                    <a:pt x="22713" y="92171"/>
                    <a:pt x="22688" y="92221"/>
                  </a:cubicBezTo>
                  <a:cubicBezTo>
                    <a:pt x="22664" y="92271"/>
                    <a:pt x="22639" y="92320"/>
                    <a:pt x="22611" y="92368"/>
                  </a:cubicBezTo>
                  <a:cubicBezTo>
                    <a:pt x="22584" y="92416"/>
                    <a:pt x="22556" y="92463"/>
                    <a:pt x="22526" y="92510"/>
                  </a:cubicBezTo>
                  <a:cubicBezTo>
                    <a:pt x="22495" y="92556"/>
                    <a:pt x="22464" y="92602"/>
                    <a:pt x="22431" y="92646"/>
                  </a:cubicBezTo>
                  <a:cubicBezTo>
                    <a:pt x="22398" y="92691"/>
                    <a:pt x="22364" y="92734"/>
                    <a:pt x="22328" y="92776"/>
                  </a:cubicBezTo>
                  <a:cubicBezTo>
                    <a:pt x="22293" y="92819"/>
                    <a:pt x="22256" y="92860"/>
                    <a:pt x="22218" y="92900"/>
                  </a:cubicBezTo>
                  <a:lnTo>
                    <a:pt x="818" y="114220"/>
                  </a:lnTo>
                  <a:lnTo>
                    <a:pt x="728" y="114310"/>
                  </a:lnTo>
                  <a:cubicBezTo>
                    <a:pt x="692" y="114345"/>
                    <a:pt x="658" y="114382"/>
                    <a:pt x="625" y="114419"/>
                  </a:cubicBezTo>
                  <a:cubicBezTo>
                    <a:pt x="592" y="114457"/>
                    <a:pt x="560" y="114495"/>
                    <a:pt x="529" y="114534"/>
                  </a:cubicBezTo>
                  <a:cubicBezTo>
                    <a:pt x="498" y="114574"/>
                    <a:pt x="468" y="114614"/>
                    <a:pt x="440" y="114655"/>
                  </a:cubicBezTo>
                  <a:cubicBezTo>
                    <a:pt x="411" y="114696"/>
                    <a:pt x="384" y="114738"/>
                    <a:pt x="358" y="114781"/>
                  </a:cubicBezTo>
                  <a:cubicBezTo>
                    <a:pt x="332" y="114824"/>
                    <a:pt x="308" y="114867"/>
                    <a:pt x="285" y="114911"/>
                  </a:cubicBezTo>
                  <a:cubicBezTo>
                    <a:pt x="261" y="114956"/>
                    <a:pt x="239" y="115001"/>
                    <a:pt x="219" y="115046"/>
                  </a:cubicBezTo>
                  <a:cubicBezTo>
                    <a:pt x="198" y="115092"/>
                    <a:pt x="179" y="115138"/>
                    <a:pt x="161" y="115185"/>
                  </a:cubicBezTo>
                  <a:cubicBezTo>
                    <a:pt x="144" y="115232"/>
                    <a:pt x="127" y="115279"/>
                    <a:pt x="113" y="115327"/>
                  </a:cubicBezTo>
                  <a:cubicBezTo>
                    <a:pt x="98" y="115374"/>
                    <a:pt x="84" y="115422"/>
                    <a:pt x="72" y="115471"/>
                  </a:cubicBezTo>
                  <a:cubicBezTo>
                    <a:pt x="60" y="115520"/>
                    <a:pt x="50" y="115568"/>
                    <a:pt x="41" y="115618"/>
                  </a:cubicBezTo>
                  <a:cubicBezTo>
                    <a:pt x="32" y="115667"/>
                    <a:pt x="24" y="115716"/>
                    <a:pt x="18" y="115766"/>
                  </a:cubicBezTo>
                  <a:cubicBezTo>
                    <a:pt x="12" y="115815"/>
                    <a:pt x="8" y="115865"/>
                    <a:pt x="5" y="115915"/>
                  </a:cubicBezTo>
                  <a:cubicBezTo>
                    <a:pt x="2" y="115965"/>
                    <a:pt x="0" y="116015"/>
                    <a:pt x="0" y="116065"/>
                  </a:cubicBezTo>
                  <a:cubicBezTo>
                    <a:pt x="0" y="116115"/>
                    <a:pt x="2" y="116165"/>
                    <a:pt x="5" y="116215"/>
                  </a:cubicBezTo>
                  <a:cubicBezTo>
                    <a:pt x="8" y="116265"/>
                    <a:pt x="12" y="116315"/>
                    <a:pt x="18" y="116364"/>
                  </a:cubicBezTo>
                  <a:cubicBezTo>
                    <a:pt x="24" y="116414"/>
                    <a:pt x="32" y="116463"/>
                    <a:pt x="41" y="116513"/>
                  </a:cubicBezTo>
                  <a:cubicBezTo>
                    <a:pt x="50" y="116562"/>
                    <a:pt x="60" y="116611"/>
                    <a:pt x="72" y="116659"/>
                  </a:cubicBezTo>
                  <a:cubicBezTo>
                    <a:pt x="84" y="116708"/>
                    <a:pt x="98" y="116756"/>
                    <a:pt x="113" y="116804"/>
                  </a:cubicBezTo>
                  <a:cubicBezTo>
                    <a:pt x="127" y="116851"/>
                    <a:pt x="144" y="116899"/>
                    <a:pt x="161" y="116945"/>
                  </a:cubicBezTo>
                  <a:cubicBezTo>
                    <a:pt x="179" y="116992"/>
                    <a:pt x="198" y="117038"/>
                    <a:pt x="219" y="117084"/>
                  </a:cubicBezTo>
                  <a:cubicBezTo>
                    <a:pt x="239" y="117129"/>
                    <a:pt x="261" y="117174"/>
                    <a:pt x="285" y="117219"/>
                  </a:cubicBezTo>
                  <a:cubicBezTo>
                    <a:pt x="308" y="117263"/>
                    <a:pt x="332" y="117306"/>
                    <a:pt x="358" y="117349"/>
                  </a:cubicBezTo>
                  <a:cubicBezTo>
                    <a:pt x="384" y="117392"/>
                    <a:pt x="411" y="117434"/>
                    <a:pt x="440" y="117475"/>
                  </a:cubicBezTo>
                  <a:cubicBezTo>
                    <a:pt x="468" y="117516"/>
                    <a:pt x="498" y="117556"/>
                    <a:pt x="529" y="117596"/>
                  </a:cubicBezTo>
                  <a:cubicBezTo>
                    <a:pt x="560" y="117635"/>
                    <a:pt x="592" y="117674"/>
                    <a:pt x="625" y="117711"/>
                  </a:cubicBezTo>
                  <a:cubicBezTo>
                    <a:pt x="658" y="117748"/>
                    <a:pt x="692" y="117785"/>
                    <a:pt x="728" y="117820"/>
                  </a:cubicBezTo>
                  <a:cubicBezTo>
                    <a:pt x="764" y="117857"/>
                    <a:pt x="800" y="117894"/>
                    <a:pt x="838" y="117929"/>
                  </a:cubicBezTo>
                  <a:cubicBezTo>
                    <a:pt x="876" y="117964"/>
                    <a:pt x="915" y="117998"/>
                    <a:pt x="955" y="118031"/>
                  </a:cubicBezTo>
                  <a:cubicBezTo>
                    <a:pt x="995" y="118064"/>
                    <a:pt x="1036" y="118095"/>
                    <a:pt x="1078" y="118125"/>
                  </a:cubicBezTo>
                  <a:cubicBezTo>
                    <a:pt x="1120" y="118156"/>
                    <a:pt x="1163" y="118185"/>
                    <a:pt x="1207" y="118213"/>
                  </a:cubicBezTo>
                  <a:cubicBezTo>
                    <a:pt x="1250" y="118240"/>
                    <a:pt x="1295" y="118267"/>
                    <a:pt x="1340" y="118292"/>
                  </a:cubicBezTo>
                  <a:cubicBezTo>
                    <a:pt x="1386" y="118317"/>
                    <a:pt x="1432" y="118340"/>
                    <a:pt x="1478" y="118362"/>
                  </a:cubicBezTo>
                  <a:cubicBezTo>
                    <a:pt x="1525" y="118385"/>
                    <a:pt x="1572" y="118405"/>
                    <a:pt x="1620" y="118425"/>
                  </a:cubicBezTo>
                  <a:cubicBezTo>
                    <a:pt x="1668" y="118444"/>
                    <a:pt x="1717" y="118462"/>
                    <a:pt x="1766" y="118478"/>
                  </a:cubicBezTo>
                  <a:cubicBezTo>
                    <a:pt x="1815" y="118495"/>
                    <a:pt x="1865" y="118510"/>
                    <a:pt x="1915" y="118523"/>
                  </a:cubicBezTo>
                  <a:cubicBezTo>
                    <a:pt x="1965" y="118537"/>
                    <a:pt x="2015" y="118548"/>
                    <a:pt x="2066" y="118559"/>
                  </a:cubicBezTo>
                  <a:cubicBezTo>
                    <a:pt x="2116" y="118569"/>
                    <a:pt x="2167" y="118578"/>
                    <a:pt x="2219" y="118585"/>
                  </a:cubicBezTo>
                  <a:cubicBezTo>
                    <a:pt x="2270" y="118592"/>
                    <a:pt x="2321" y="118598"/>
                    <a:pt x="2373" y="118602"/>
                  </a:cubicBezTo>
                  <a:cubicBezTo>
                    <a:pt x="2424" y="118606"/>
                    <a:pt x="2476" y="118609"/>
                    <a:pt x="2528" y="118610"/>
                  </a:cubicBezTo>
                  <a:lnTo>
                    <a:pt x="36478" y="118610"/>
                  </a:lnTo>
                  <a:lnTo>
                    <a:pt x="36478" y="128610"/>
                  </a:lnTo>
                  <a:lnTo>
                    <a:pt x="46478" y="128530"/>
                  </a:lnTo>
                  <a:lnTo>
                    <a:pt x="46478" y="118610"/>
                  </a:lnTo>
                  <a:lnTo>
                    <a:pt x="80388" y="118610"/>
                  </a:lnTo>
                  <a:cubicBezTo>
                    <a:pt x="80441" y="118609"/>
                    <a:pt x="80495" y="118607"/>
                    <a:pt x="80548" y="118603"/>
                  </a:cubicBezTo>
                  <a:cubicBezTo>
                    <a:pt x="80601" y="118600"/>
                    <a:pt x="80655" y="118594"/>
                    <a:pt x="80708" y="118587"/>
                  </a:cubicBezTo>
                  <a:cubicBezTo>
                    <a:pt x="80761" y="118580"/>
                    <a:pt x="80814" y="118571"/>
                    <a:pt x="80866" y="118561"/>
                  </a:cubicBezTo>
                  <a:cubicBezTo>
                    <a:pt x="80919" y="118551"/>
                    <a:pt x="80971" y="118539"/>
                    <a:pt x="81023" y="118525"/>
                  </a:cubicBezTo>
                  <a:cubicBezTo>
                    <a:pt x="81074" y="118512"/>
                    <a:pt x="81126" y="118497"/>
                    <a:pt x="81177" y="118480"/>
                  </a:cubicBezTo>
                  <a:cubicBezTo>
                    <a:pt x="81227" y="118463"/>
                    <a:pt x="81278" y="118445"/>
                    <a:pt x="81328" y="118426"/>
                  </a:cubicBezTo>
                  <a:cubicBezTo>
                    <a:pt x="81377" y="118406"/>
                    <a:pt x="81426" y="118385"/>
                    <a:pt x="81475" y="118362"/>
                  </a:cubicBezTo>
                  <a:cubicBezTo>
                    <a:pt x="81523" y="118339"/>
                    <a:pt x="81571" y="118315"/>
                    <a:pt x="81618" y="118289"/>
                  </a:cubicBezTo>
                  <a:cubicBezTo>
                    <a:pt x="81665" y="118264"/>
                    <a:pt x="81711" y="118237"/>
                    <a:pt x="81757" y="118208"/>
                  </a:cubicBezTo>
                  <a:cubicBezTo>
                    <a:pt x="81802" y="118180"/>
                    <a:pt x="81846" y="118150"/>
                    <a:pt x="81890" y="118119"/>
                  </a:cubicBezTo>
                  <a:cubicBezTo>
                    <a:pt x="81933" y="118088"/>
                    <a:pt x="81976" y="118055"/>
                    <a:pt x="82017" y="118022"/>
                  </a:cubicBezTo>
                  <a:cubicBezTo>
                    <a:pt x="82059" y="117988"/>
                    <a:pt x="82099" y="117953"/>
                    <a:pt x="82139" y="117917"/>
                  </a:cubicBezTo>
                  <a:cubicBezTo>
                    <a:pt x="82178" y="117880"/>
                    <a:pt x="82217" y="117843"/>
                    <a:pt x="82254" y="117805"/>
                  </a:cubicBezTo>
                  <a:cubicBezTo>
                    <a:pt x="82291" y="117766"/>
                    <a:pt x="82327" y="117726"/>
                    <a:pt x="82361" y="117686"/>
                  </a:cubicBezTo>
                  <a:cubicBezTo>
                    <a:pt x="82396" y="117645"/>
                    <a:pt x="82430" y="117603"/>
                    <a:pt x="82462" y="117560"/>
                  </a:cubicBezTo>
                  <a:cubicBezTo>
                    <a:pt x="82494" y="117518"/>
                    <a:pt x="82525" y="117474"/>
                    <a:pt x="82554" y="117429"/>
                  </a:cubicBezTo>
                  <a:cubicBezTo>
                    <a:pt x="82584" y="117384"/>
                    <a:pt x="82612" y="117339"/>
                    <a:pt x="82638" y="117293"/>
                  </a:cubicBezTo>
                  <a:cubicBezTo>
                    <a:pt x="82665" y="117246"/>
                    <a:pt x="82690" y="117199"/>
                    <a:pt x="82714" y="117151"/>
                  </a:cubicBezTo>
                  <a:cubicBezTo>
                    <a:pt x="82738" y="117103"/>
                    <a:pt x="82760" y="117055"/>
                    <a:pt x="82781" y="117005"/>
                  </a:cubicBezTo>
                  <a:cubicBezTo>
                    <a:pt x="82802" y="116956"/>
                    <a:pt x="82822" y="116906"/>
                    <a:pt x="82839" y="116856"/>
                  </a:cubicBezTo>
                  <a:cubicBezTo>
                    <a:pt x="82857" y="116805"/>
                    <a:pt x="82873" y="116754"/>
                    <a:pt x="82888" y="116703"/>
                  </a:cubicBezTo>
                  <a:cubicBezTo>
                    <a:pt x="82903" y="116651"/>
                    <a:pt x="82916" y="116599"/>
                    <a:pt x="82927" y="116547"/>
                  </a:cubicBezTo>
                  <a:cubicBezTo>
                    <a:pt x="82939" y="116495"/>
                    <a:pt x="82949" y="116442"/>
                    <a:pt x="82957" y="116389"/>
                  </a:cubicBezTo>
                  <a:cubicBezTo>
                    <a:pt x="82966" y="116337"/>
                    <a:pt x="82972" y="116283"/>
                    <a:pt x="82977" y="116230"/>
                  </a:cubicBezTo>
                  <a:cubicBezTo>
                    <a:pt x="82982" y="116177"/>
                    <a:pt x="82986" y="116124"/>
                    <a:pt x="82988" y="116070"/>
                  </a:cubicBezTo>
                  <a:cubicBezTo>
                    <a:pt x="82988" y="116020"/>
                    <a:pt x="82988" y="115970"/>
                    <a:pt x="82985" y="115920"/>
                  </a:cubicBezTo>
                  <a:cubicBezTo>
                    <a:pt x="82983" y="115869"/>
                    <a:pt x="82979" y="115819"/>
                    <a:pt x="82973" y="115769"/>
                  </a:cubicBezTo>
                  <a:cubicBezTo>
                    <a:pt x="82968" y="115720"/>
                    <a:pt x="82961" y="115670"/>
                    <a:pt x="82953" y="115620"/>
                  </a:cubicBezTo>
                  <a:cubicBezTo>
                    <a:pt x="82944" y="115571"/>
                    <a:pt x="82934" y="115522"/>
                    <a:pt x="82923" y="115473"/>
                  </a:cubicBezTo>
                  <a:cubicBezTo>
                    <a:pt x="82911" y="115424"/>
                    <a:pt x="82898" y="115375"/>
                    <a:pt x="82884" y="115327"/>
                  </a:cubicBezTo>
                  <a:cubicBezTo>
                    <a:pt x="82870" y="115279"/>
                    <a:pt x="82854" y="115232"/>
                    <a:pt x="82837" y="115184"/>
                  </a:cubicBezTo>
                  <a:cubicBezTo>
                    <a:pt x="82819" y="115137"/>
                    <a:pt x="82801" y="115091"/>
                    <a:pt x="82781" y="115045"/>
                  </a:cubicBezTo>
                  <a:cubicBezTo>
                    <a:pt x="82761" y="114999"/>
                    <a:pt x="82739" y="114953"/>
                    <a:pt x="82716" y="114909"/>
                  </a:cubicBezTo>
                  <a:cubicBezTo>
                    <a:pt x="82693" y="114864"/>
                    <a:pt x="82669" y="114820"/>
                    <a:pt x="82644" y="114777"/>
                  </a:cubicBezTo>
                  <a:cubicBezTo>
                    <a:pt x="82618" y="114733"/>
                    <a:pt x="82591" y="114691"/>
                    <a:pt x="82563" y="114649"/>
                  </a:cubicBezTo>
                  <a:cubicBezTo>
                    <a:pt x="82535" y="114608"/>
                    <a:pt x="82506" y="114567"/>
                    <a:pt x="82475" y="114527"/>
                  </a:cubicBezTo>
                  <a:cubicBezTo>
                    <a:pt x="82445" y="114487"/>
                    <a:pt x="82413" y="114449"/>
                    <a:pt x="82380" y="114411"/>
                  </a:cubicBezTo>
                  <a:cubicBezTo>
                    <a:pt x="82347" y="114373"/>
                    <a:pt x="82313" y="114336"/>
                    <a:pt x="82278" y="1143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74" name="probe-maki-picnic-site" descr="野外休憩 — Mapbox Maki contributors; CC0-1.0; original SVG unchanged. Source: https://github.com/mapbox/maki/blob/28e2a3602e4bde033a1dd388e86e9c117b425e34/icons/picnic-site.svg; SVG SHA256: 64302b04fbc41441efc2fcfb1cb64f5df4f2dcb622b955d92e79c1744a541ada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150000" cy="150000"/>
          </a:xfrm>
        </p:grpSpPr>
        <p:sp>
          <p:nvSpPr>
            <p:cNvPr id="75" name="probe-maki-picnic-site-part-1"/>
            <p:cNvSpPr/>
            <p:nvPr/>
          </p:nvSpPr>
          <p:spPr>
            <a:xfrm>
              <a:off x="15000" y="30000"/>
              <a:ext cx="120000" cy="99926"/>
            </a:xfrm>
            <a:custGeom>
              <a:avLst/>
              <a:gdLst/>
              <a:ahLst/>
              <a:cxnLst/>
              <a:rect l="0" t="0" r="r" b="b"/>
              <a:pathLst>
                <a:path w="120000" h="99926">
                  <a:moveTo>
                    <a:pt x="25000" y="0"/>
                  </a:moveTo>
                  <a:cubicBezTo>
                    <a:pt x="19460" y="0"/>
                    <a:pt x="15000" y="4460"/>
                    <a:pt x="15000" y="10000"/>
                  </a:cubicBezTo>
                  <a:cubicBezTo>
                    <a:pt x="15000" y="15540"/>
                    <a:pt x="19460" y="20000"/>
                    <a:pt x="25000" y="20000"/>
                  </a:cubicBezTo>
                  <a:lnTo>
                    <a:pt x="37969" y="20000"/>
                  </a:lnTo>
                  <a:lnTo>
                    <a:pt x="31523" y="40000"/>
                  </a:lnTo>
                  <a:lnTo>
                    <a:pt x="10000" y="40000"/>
                  </a:lnTo>
                  <a:cubicBezTo>
                    <a:pt x="4460" y="40000"/>
                    <a:pt x="0" y="44460"/>
                    <a:pt x="0" y="50000"/>
                  </a:cubicBezTo>
                  <a:cubicBezTo>
                    <a:pt x="0" y="55540"/>
                    <a:pt x="4460" y="60000"/>
                    <a:pt x="10000" y="60000"/>
                  </a:cubicBezTo>
                  <a:lnTo>
                    <a:pt x="25098" y="60000"/>
                  </a:lnTo>
                  <a:lnTo>
                    <a:pt x="15410" y="90098"/>
                  </a:lnTo>
                  <a:cubicBezTo>
                    <a:pt x="14126" y="94037"/>
                    <a:pt x="16278" y="98271"/>
                    <a:pt x="20217" y="99555"/>
                  </a:cubicBezTo>
                  <a:cubicBezTo>
                    <a:pt x="24156" y="100839"/>
                    <a:pt x="28390" y="98687"/>
                    <a:pt x="29674" y="94748"/>
                  </a:cubicBezTo>
                  <a:cubicBezTo>
                    <a:pt x="29679" y="94735"/>
                    <a:pt x="29683" y="94721"/>
                    <a:pt x="29687" y="94708"/>
                  </a:cubicBezTo>
                  <a:lnTo>
                    <a:pt x="40859" y="60000"/>
                  </a:lnTo>
                  <a:lnTo>
                    <a:pt x="79140" y="60000"/>
                  </a:lnTo>
                  <a:lnTo>
                    <a:pt x="90312" y="94707"/>
                  </a:lnTo>
                  <a:cubicBezTo>
                    <a:pt x="91585" y="98650"/>
                    <a:pt x="95813" y="100814"/>
                    <a:pt x="99755" y="99541"/>
                  </a:cubicBezTo>
                  <a:cubicBezTo>
                    <a:pt x="103697" y="98268"/>
                    <a:pt x="105862" y="94040"/>
                    <a:pt x="104589" y="90098"/>
                  </a:cubicBezTo>
                  <a:lnTo>
                    <a:pt x="104589" y="90098"/>
                  </a:lnTo>
                  <a:lnTo>
                    <a:pt x="94902" y="60000"/>
                  </a:lnTo>
                  <a:lnTo>
                    <a:pt x="110000" y="60000"/>
                  </a:lnTo>
                  <a:cubicBezTo>
                    <a:pt x="115540" y="60000"/>
                    <a:pt x="120000" y="55540"/>
                    <a:pt x="120000" y="50000"/>
                  </a:cubicBezTo>
                  <a:cubicBezTo>
                    <a:pt x="120000" y="44460"/>
                    <a:pt x="115540" y="40000"/>
                    <a:pt x="110000" y="40000"/>
                  </a:cubicBezTo>
                  <a:lnTo>
                    <a:pt x="88477" y="40000"/>
                  </a:lnTo>
                  <a:lnTo>
                    <a:pt x="82031" y="20000"/>
                  </a:lnTo>
                  <a:lnTo>
                    <a:pt x="95000" y="20000"/>
                  </a:lnTo>
                  <a:cubicBezTo>
                    <a:pt x="100540" y="20000"/>
                    <a:pt x="105000" y="15540"/>
                    <a:pt x="105000" y="10000"/>
                  </a:cubicBezTo>
                  <a:cubicBezTo>
                    <a:pt x="105000" y="4460"/>
                    <a:pt x="100540" y="0"/>
                    <a:pt x="95000" y="0"/>
                  </a:cubicBezTo>
                  <a:lnTo>
                    <a:pt x="25000" y="0"/>
                  </a:lnTo>
                  <a:close/>
                  <a:moveTo>
                    <a:pt x="53730" y="20000"/>
                  </a:moveTo>
                  <a:lnTo>
                    <a:pt x="66270" y="20000"/>
                  </a:lnTo>
                  <a:lnTo>
                    <a:pt x="72715" y="40000"/>
                  </a:lnTo>
                  <a:lnTo>
                    <a:pt x="47285" y="40000"/>
                  </a:lnTo>
                  <a:lnTo>
                    <a:pt x="53730" y="20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76" name="probe-maki-ranger-station" descr="管护站 — Mapbox Maki contributors; CC0-1.0; original SVG unchanged. Source: https://github.com/mapbox/maki/blob/28e2a3602e4bde033a1dd388e86e9c117b425e34/icons/ranger-station.svg; SVG SHA256: 1b10945492a03796e1c5b15a9851abfbb58b45e37ebde67e1507d63acdffe699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150000" cy="150000"/>
          </a:xfrm>
        </p:grpSpPr>
        <p:sp>
          <p:nvSpPr>
            <p:cNvPr id="77" name="probe-maki-ranger-station-part-1"/>
            <p:cNvSpPr/>
            <p:nvPr/>
          </p:nvSpPr>
          <p:spPr>
            <a:xfrm>
              <a:off x="20000" y="5000"/>
              <a:ext cx="110000" cy="135000"/>
            </a:xfrm>
            <a:custGeom>
              <a:avLst/>
              <a:gdLst/>
              <a:ahLst/>
              <a:cxnLst/>
              <a:rect l="0" t="0" r="r" b="b"/>
              <a:pathLst>
                <a:path w="110000" h="135000">
                  <a:moveTo>
                    <a:pt x="70000" y="0"/>
                  </a:moveTo>
                  <a:lnTo>
                    <a:pt x="50000" y="10000"/>
                  </a:lnTo>
                  <a:lnTo>
                    <a:pt x="50000" y="47734"/>
                  </a:lnTo>
                  <a:lnTo>
                    <a:pt x="0" y="75000"/>
                  </a:lnTo>
                  <a:lnTo>
                    <a:pt x="0" y="135000"/>
                  </a:lnTo>
                  <a:lnTo>
                    <a:pt x="40000" y="135000"/>
                  </a:lnTo>
                  <a:lnTo>
                    <a:pt x="40000" y="95000"/>
                  </a:lnTo>
                  <a:lnTo>
                    <a:pt x="70000" y="95000"/>
                  </a:lnTo>
                  <a:lnTo>
                    <a:pt x="70000" y="135000"/>
                  </a:lnTo>
                  <a:lnTo>
                    <a:pt x="110000" y="135000"/>
                  </a:lnTo>
                  <a:lnTo>
                    <a:pt x="110000" y="75000"/>
                  </a:lnTo>
                  <a:lnTo>
                    <a:pt x="60000" y="47734"/>
                  </a:lnTo>
                  <a:lnTo>
                    <a:pt x="60000" y="35000"/>
                  </a:lnTo>
                  <a:lnTo>
                    <a:pt x="70000" y="30000"/>
                  </a:lnTo>
                  <a:lnTo>
                    <a:pt x="90000" y="40000"/>
                  </a:lnTo>
                  <a:lnTo>
                    <a:pt x="110000" y="30000"/>
                  </a:lnTo>
                  <a:lnTo>
                    <a:pt x="110000" y="0"/>
                  </a:lnTo>
                  <a:lnTo>
                    <a:pt x="90000" y="10000"/>
                  </a:lnTo>
                  <a:lnTo>
                    <a:pt x="70000" y="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78" name="probe-maki-shelter" descr="庇护所 — Mapbox Maki contributors; CC0-1.0; original SVG unchanged. Source: https://github.com/mapbox/maki/blob/28e2a3602e4bde033a1dd388e86e9c117b425e34/icons/shelter.svg; SVG SHA256: c0df9d7d6d7e860557180d73c7a9fdd4337e2dab996e0dc5a5f0339d2f712966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150000" cy="150000"/>
          </a:xfrm>
        </p:grpSpPr>
        <p:sp>
          <p:nvSpPr>
            <p:cNvPr id="79" name="probe-maki-shelter-part-1"/>
            <p:cNvSpPr/>
            <p:nvPr/>
          </p:nvSpPr>
          <p:spPr>
            <a:xfrm>
              <a:off x="10000" y="20000"/>
              <a:ext cx="120000" cy="110000"/>
            </a:xfrm>
            <a:custGeom>
              <a:avLst/>
              <a:gdLst/>
              <a:ahLst/>
              <a:cxnLst/>
              <a:rect l="0" t="0" r="r" b="b"/>
              <a:pathLst>
                <a:path w="120000" h="110000">
                  <a:moveTo>
                    <a:pt x="120000" y="0"/>
                  </a:moveTo>
                  <a:lnTo>
                    <a:pt x="0" y="40000"/>
                  </a:lnTo>
                  <a:lnTo>
                    <a:pt x="0" y="60000"/>
                  </a:lnTo>
                  <a:lnTo>
                    <a:pt x="10000" y="56667"/>
                  </a:lnTo>
                  <a:lnTo>
                    <a:pt x="10000" y="110000"/>
                  </a:lnTo>
                  <a:lnTo>
                    <a:pt x="110000" y="110000"/>
                  </a:lnTo>
                  <a:lnTo>
                    <a:pt x="110000" y="90000"/>
                  </a:lnTo>
                  <a:lnTo>
                    <a:pt x="30000" y="90000"/>
                  </a:lnTo>
                  <a:lnTo>
                    <a:pt x="30000" y="50000"/>
                  </a:lnTo>
                  <a:lnTo>
                    <a:pt x="120000" y="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maki/viewpoint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maki/volcano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maki/wetland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noto/emoji_u1f3d4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noto/emoji_u1f3d6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noto/emoji_u1f3e0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noto/emoji_u1f4f7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noto/emoji_u1f4fb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noto/emoji_u1f6b2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noto/emoji_u1f6f0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noto/emoji_u1f97e</a:t>
            </a:r>
          </a:p>
        </p:txBody>
      </p:sp>
      <p:grpSp>
        <p:nvGrpSpPr>
          <p:cNvPr id="23" name="probe-maki-viewpoint" descr="观测点 — Mapbox Maki contributors; CC0-1.0; original SVG unchanged. Source: https://github.com/mapbox/maki/blob/28e2a3602e4bde033a1dd388e86e9c117b425e34/icons/viewpoint.svg; SVG SHA256: b542353205c6b6e86756dbbf62e480fb723d998de8187c7c1787b4e4a7fdcd82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150000" cy="150000"/>
          </a:xfrm>
        </p:grpSpPr>
        <p:sp>
          <p:nvSpPr>
            <p:cNvPr id="24" name="probe-maki-viewpoint-part-1"/>
            <p:cNvSpPr/>
            <p:nvPr/>
          </p:nvSpPr>
          <p:spPr>
            <a:xfrm>
              <a:off x="10100" y="22350"/>
              <a:ext cx="129800" cy="107651"/>
            </a:xfrm>
            <a:custGeom>
              <a:avLst/>
              <a:gdLst/>
              <a:ahLst/>
              <a:cxnLst/>
              <a:rect l="0" t="0" r="r" b="b"/>
              <a:pathLst>
                <a:path w="129800" h="107651">
                  <a:moveTo>
                    <a:pt x="50100" y="61900"/>
                  </a:moveTo>
                  <a:cubicBezTo>
                    <a:pt x="49756" y="62151"/>
                    <a:pt x="49419" y="62410"/>
                    <a:pt x="49088" y="62679"/>
                  </a:cubicBezTo>
                  <a:cubicBezTo>
                    <a:pt x="48758" y="62948"/>
                    <a:pt x="48435" y="63225"/>
                    <a:pt x="48120" y="63511"/>
                  </a:cubicBezTo>
                  <a:cubicBezTo>
                    <a:pt x="47804" y="63797"/>
                    <a:pt x="47497" y="64091"/>
                    <a:pt x="47197" y="64393"/>
                  </a:cubicBezTo>
                  <a:cubicBezTo>
                    <a:pt x="46898" y="64696"/>
                    <a:pt x="46606" y="65006"/>
                    <a:pt x="46323" y="65324"/>
                  </a:cubicBezTo>
                  <a:cubicBezTo>
                    <a:pt x="46040" y="65642"/>
                    <a:pt x="45766" y="65967"/>
                    <a:pt x="45500" y="66300"/>
                  </a:cubicBezTo>
                  <a:lnTo>
                    <a:pt x="0" y="31300"/>
                  </a:lnTo>
                  <a:cubicBezTo>
                    <a:pt x="866" y="30164"/>
                    <a:pt x="1762" y="29052"/>
                    <a:pt x="2687" y="27965"/>
                  </a:cubicBezTo>
                  <a:cubicBezTo>
                    <a:pt x="3613" y="26877"/>
                    <a:pt x="4567" y="25815"/>
                    <a:pt x="5550" y="24778"/>
                  </a:cubicBezTo>
                  <a:cubicBezTo>
                    <a:pt x="6532" y="23742"/>
                    <a:pt x="7542" y="22732"/>
                    <a:pt x="8578" y="21750"/>
                  </a:cubicBezTo>
                  <a:cubicBezTo>
                    <a:pt x="9615" y="20767"/>
                    <a:pt x="10677" y="19813"/>
                    <a:pt x="11765" y="18887"/>
                  </a:cubicBezTo>
                  <a:cubicBezTo>
                    <a:pt x="12852" y="17962"/>
                    <a:pt x="13964" y="17066"/>
                    <a:pt x="15100" y="16200"/>
                  </a:cubicBezTo>
                  <a:close/>
                  <a:moveTo>
                    <a:pt x="114700" y="16300"/>
                  </a:moveTo>
                  <a:lnTo>
                    <a:pt x="79700" y="61800"/>
                  </a:lnTo>
                  <a:cubicBezTo>
                    <a:pt x="80038" y="62058"/>
                    <a:pt x="80369" y="62326"/>
                    <a:pt x="80693" y="62601"/>
                  </a:cubicBezTo>
                  <a:cubicBezTo>
                    <a:pt x="81017" y="62877"/>
                    <a:pt x="81334" y="63162"/>
                    <a:pt x="81643" y="63455"/>
                  </a:cubicBezTo>
                  <a:cubicBezTo>
                    <a:pt x="81952" y="63748"/>
                    <a:pt x="82252" y="64048"/>
                    <a:pt x="82545" y="64357"/>
                  </a:cubicBezTo>
                  <a:cubicBezTo>
                    <a:pt x="82838" y="64666"/>
                    <a:pt x="83123" y="64983"/>
                    <a:pt x="83399" y="65307"/>
                  </a:cubicBezTo>
                  <a:cubicBezTo>
                    <a:pt x="83674" y="65631"/>
                    <a:pt x="83942" y="65962"/>
                    <a:pt x="84200" y="66300"/>
                  </a:cubicBezTo>
                  <a:lnTo>
                    <a:pt x="129800" y="31300"/>
                  </a:lnTo>
                  <a:cubicBezTo>
                    <a:pt x="128934" y="30171"/>
                    <a:pt x="128037" y="29065"/>
                    <a:pt x="127111" y="27984"/>
                  </a:cubicBezTo>
                  <a:cubicBezTo>
                    <a:pt x="126186" y="26903"/>
                    <a:pt x="125231" y="25847"/>
                    <a:pt x="124249" y="24817"/>
                  </a:cubicBezTo>
                  <a:cubicBezTo>
                    <a:pt x="123266" y="23787"/>
                    <a:pt x="122256" y="22784"/>
                    <a:pt x="121220" y="21808"/>
                  </a:cubicBezTo>
                  <a:cubicBezTo>
                    <a:pt x="120184" y="20832"/>
                    <a:pt x="119121" y="19885"/>
                    <a:pt x="118034" y="18966"/>
                  </a:cubicBezTo>
                  <a:cubicBezTo>
                    <a:pt x="116947" y="18048"/>
                    <a:pt x="115835" y="17159"/>
                    <a:pt x="114700" y="16300"/>
                  </a:cubicBezTo>
                  <a:close/>
                  <a:moveTo>
                    <a:pt x="62942" y="77779"/>
                  </a:moveTo>
                  <a:cubicBezTo>
                    <a:pt x="62635" y="77819"/>
                    <a:pt x="62329" y="77869"/>
                    <a:pt x="62024" y="77929"/>
                  </a:cubicBezTo>
                  <a:cubicBezTo>
                    <a:pt x="61720" y="77988"/>
                    <a:pt x="61418" y="78057"/>
                    <a:pt x="61117" y="78135"/>
                  </a:cubicBezTo>
                  <a:cubicBezTo>
                    <a:pt x="60817" y="78213"/>
                    <a:pt x="60520" y="78301"/>
                    <a:pt x="60225" y="78398"/>
                  </a:cubicBezTo>
                  <a:cubicBezTo>
                    <a:pt x="59931" y="78494"/>
                    <a:pt x="59639" y="78600"/>
                    <a:pt x="59351" y="78715"/>
                  </a:cubicBezTo>
                  <a:cubicBezTo>
                    <a:pt x="59063" y="78829"/>
                    <a:pt x="58779" y="78953"/>
                    <a:pt x="58498" y="79085"/>
                  </a:cubicBezTo>
                  <a:cubicBezTo>
                    <a:pt x="58218" y="79217"/>
                    <a:pt x="57942" y="79358"/>
                    <a:pt x="57670" y="79508"/>
                  </a:cubicBezTo>
                  <a:cubicBezTo>
                    <a:pt x="57398" y="79657"/>
                    <a:pt x="57131" y="79815"/>
                    <a:pt x="56869" y="79981"/>
                  </a:cubicBezTo>
                  <a:cubicBezTo>
                    <a:pt x="56607" y="80147"/>
                    <a:pt x="56351" y="80321"/>
                    <a:pt x="56100" y="80503"/>
                  </a:cubicBezTo>
                  <a:cubicBezTo>
                    <a:pt x="55849" y="80685"/>
                    <a:pt x="55603" y="80875"/>
                    <a:pt x="55364" y="81072"/>
                  </a:cubicBezTo>
                  <a:cubicBezTo>
                    <a:pt x="55125" y="81269"/>
                    <a:pt x="54891" y="81473"/>
                    <a:pt x="54665" y="81685"/>
                  </a:cubicBezTo>
                  <a:cubicBezTo>
                    <a:pt x="54438" y="81896"/>
                    <a:pt x="54218" y="82115"/>
                    <a:pt x="54005" y="82340"/>
                  </a:cubicBezTo>
                  <a:cubicBezTo>
                    <a:pt x="53792" y="82565"/>
                    <a:pt x="53586" y="82797"/>
                    <a:pt x="53387" y="83035"/>
                  </a:cubicBezTo>
                  <a:cubicBezTo>
                    <a:pt x="53188" y="83273"/>
                    <a:pt x="52997" y="83517"/>
                    <a:pt x="52813" y="83767"/>
                  </a:cubicBezTo>
                  <a:cubicBezTo>
                    <a:pt x="52630" y="84017"/>
                    <a:pt x="52454" y="84272"/>
                    <a:pt x="52286" y="84533"/>
                  </a:cubicBezTo>
                  <a:cubicBezTo>
                    <a:pt x="52118" y="84794"/>
                    <a:pt x="51958" y="85059"/>
                    <a:pt x="51807" y="85330"/>
                  </a:cubicBezTo>
                  <a:cubicBezTo>
                    <a:pt x="51656" y="85601"/>
                    <a:pt x="51513" y="85876"/>
                    <a:pt x="51379" y="86155"/>
                  </a:cubicBezTo>
                  <a:cubicBezTo>
                    <a:pt x="51244" y="86435"/>
                    <a:pt x="51119" y="86718"/>
                    <a:pt x="51002" y="87006"/>
                  </a:cubicBezTo>
                  <a:cubicBezTo>
                    <a:pt x="50885" y="87293"/>
                    <a:pt x="50778" y="87584"/>
                    <a:pt x="50679" y="87878"/>
                  </a:cubicBezTo>
                  <a:cubicBezTo>
                    <a:pt x="50580" y="88172"/>
                    <a:pt x="50491" y="88469"/>
                    <a:pt x="50411" y="88768"/>
                  </a:cubicBezTo>
                  <a:cubicBezTo>
                    <a:pt x="50330" y="89067"/>
                    <a:pt x="50259" y="89369"/>
                    <a:pt x="50198" y="89673"/>
                  </a:cubicBezTo>
                  <a:cubicBezTo>
                    <a:pt x="50136" y="89977"/>
                    <a:pt x="50084" y="90283"/>
                    <a:pt x="50042" y="90590"/>
                  </a:cubicBezTo>
                  <a:cubicBezTo>
                    <a:pt x="49999" y="90897"/>
                    <a:pt x="49966" y="91205"/>
                    <a:pt x="49942" y="91515"/>
                  </a:cubicBezTo>
                  <a:cubicBezTo>
                    <a:pt x="49919" y="91824"/>
                    <a:pt x="49905" y="92134"/>
                    <a:pt x="49901" y="92444"/>
                  </a:cubicBezTo>
                  <a:cubicBezTo>
                    <a:pt x="49896" y="92754"/>
                    <a:pt x="49902" y="93064"/>
                    <a:pt x="49917" y="93373"/>
                  </a:cubicBezTo>
                  <a:cubicBezTo>
                    <a:pt x="49932" y="93683"/>
                    <a:pt x="49956" y="93992"/>
                    <a:pt x="49990" y="94300"/>
                  </a:cubicBezTo>
                  <a:cubicBezTo>
                    <a:pt x="50024" y="94609"/>
                    <a:pt x="50068" y="94916"/>
                    <a:pt x="50121" y="95221"/>
                  </a:cubicBezTo>
                  <a:cubicBezTo>
                    <a:pt x="50174" y="95527"/>
                    <a:pt x="50237" y="95830"/>
                    <a:pt x="50309" y="96132"/>
                  </a:cubicBezTo>
                  <a:cubicBezTo>
                    <a:pt x="50381" y="96433"/>
                    <a:pt x="50462" y="96733"/>
                    <a:pt x="50553" y="97029"/>
                  </a:cubicBezTo>
                  <a:cubicBezTo>
                    <a:pt x="50643" y="97326"/>
                    <a:pt x="50743" y="97620"/>
                    <a:pt x="50851" y="97910"/>
                  </a:cubicBezTo>
                  <a:cubicBezTo>
                    <a:pt x="50960" y="98200"/>
                    <a:pt x="51078" y="98487"/>
                    <a:pt x="51204" y="98770"/>
                  </a:cubicBezTo>
                  <a:cubicBezTo>
                    <a:pt x="51331" y="99053"/>
                    <a:pt x="51466" y="99332"/>
                    <a:pt x="51610" y="99607"/>
                  </a:cubicBezTo>
                  <a:cubicBezTo>
                    <a:pt x="51754" y="99882"/>
                    <a:pt x="51906" y="100152"/>
                    <a:pt x="52066" y="100417"/>
                  </a:cubicBezTo>
                  <a:cubicBezTo>
                    <a:pt x="52227" y="100683"/>
                    <a:pt x="52396" y="100943"/>
                    <a:pt x="52572" y="101198"/>
                  </a:cubicBezTo>
                  <a:cubicBezTo>
                    <a:pt x="52749" y="101452"/>
                    <a:pt x="52934" y="101702"/>
                    <a:pt x="53126" y="101945"/>
                  </a:cubicBezTo>
                  <a:cubicBezTo>
                    <a:pt x="53318" y="102188"/>
                    <a:pt x="53517" y="102426"/>
                    <a:pt x="53724" y="102657"/>
                  </a:cubicBezTo>
                  <a:cubicBezTo>
                    <a:pt x="53931" y="102888"/>
                    <a:pt x="54145" y="103112"/>
                    <a:pt x="54366" y="103330"/>
                  </a:cubicBezTo>
                  <a:cubicBezTo>
                    <a:pt x="54587" y="103548"/>
                    <a:pt x="54814" y="103758"/>
                    <a:pt x="55048" y="103962"/>
                  </a:cubicBezTo>
                  <a:cubicBezTo>
                    <a:pt x="55282" y="104166"/>
                    <a:pt x="55522" y="104362"/>
                    <a:pt x="55768" y="104551"/>
                  </a:cubicBezTo>
                  <a:cubicBezTo>
                    <a:pt x="56014" y="104740"/>
                    <a:pt x="56265" y="104921"/>
                    <a:pt x="56523" y="105094"/>
                  </a:cubicBezTo>
                  <a:cubicBezTo>
                    <a:pt x="56780" y="105267"/>
                    <a:pt x="57042" y="105432"/>
                    <a:pt x="57310" y="105589"/>
                  </a:cubicBezTo>
                  <a:cubicBezTo>
                    <a:pt x="57577" y="105746"/>
                    <a:pt x="57849" y="105894"/>
                    <a:pt x="58126" y="106034"/>
                  </a:cubicBezTo>
                  <a:cubicBezTo>
                    <a:pt x="58403" y="106174"/>
                    <a:pt x="58684" y="106306"/>
                    <a:pt x="58968" y="106428"/>
                  </a:cubicBezTo>
                  <a:cubicBezTo>
                    <a:pt x="59253" y="106551"/>
                    <a:pt x="59542" y="106665"/>
                    <a:pt x="59833" y="106769"/>
                  </a:cubicBezTo>
                  <a:cubicBezTo>
                    <a:pt x="60125" y="106874"/>
                    <a:pt x="60420" y="106970"/>
                    <a:pt x="60718" y="107056"/>
                  </a:cubicBezTo>
                  <a:cubicBezTo>
                    <a:pt x="61016" y="107143"/>
                    <a:pt x="61316" y="107220"/>
                    <a:pt x="61619" y="107288"/>
                  </a:cubicBezTo>
                  <a:cubicBezTo>
                    <a:pt x="61921" y="107355"/>
                    <a:pt x="62226" y="107414"/>
                    <a:pt x="62532" y="107463"/>
                  </a:cubicBezTo>
                  <a:cubicBezTo>
                    <a:pt x="62838" y="107512"/>
                    <a:pt x="63146" y="107551"/>
                    <a:pt x="63454" y="107581"/>
                  </a:cubicBezTo>
                  <a:cubicBezTo>
                    <a:pt x="63763" y="107611"/>
                    <a:pt x="64073" y="107631"/>
                    <a:pt x="64382" y="107642"/>
                  </a:cubicBezTo>
                  <a:cubicBezTo>
                    <a:pt x="64692" y="107653"/>
                    <a:pt x="65002" y="107654"/>
                    <a:pt x="65312" y="107645"/>
                  </a:cubicBezTo>
                  <a:cubicBezTo>
                    <a:pt x="65622" y="107637"/>
                    <a:pt x="65932" y="107618"/>
                    <a:pt x="66241" y="107591"/>
                  </a:cubicBezTo>
                  <a:cubicBezTo>
                    <a:pt x="66549" y="107563"/>
                    <a:pt x="66857" y="107526"/>
                    <a:pt x="67164" y="107479"/>
                  </a:cubicBezTo>
                  <a:cubicBezTo>
                    <a:pt x="67470" y="107432"/>
                    <a:pt x="67775" y="107376"/>
                    <a:pt x="68078" y="107310"/>
                  </a:cubicBezTo>
                  <a:cubicBezTo>
                    <a:pt x="68381" y="107244"/>
                    <a:pt x="68682" y="107169"/>
                    <a:pt x="68981" y="107085"/>
                  </a:cubicBezTo>
                  <a:cubicBezTo>
                    <a:pt x="69279" y="107000"/>
                    <a:pt x="69575" y="106907"/>
                    <a:pt x="69867" y="106804"/>
                  </a:cubicBezTo>
                  <a:cubicBezTo>
                    <a:pt x="70160" y="106702"/>
                    <a:pt x="70449" y="106590"/>
                    <a:pt x="70735" y="106469"/>
                  </a:cubicBezTo>
                  <a:cubicBezTo>
                    <a:pt x="71020" y="106349"/>
                    <a:pt x="71302" y="106219"/>
                    <a:pt x="71580" y="106081"/>
                  </a:cubicBezTo>
                  <a:cubicBezTo>
                    <a:pt x="71857" y="105943"/>
                    <a:pt x="72131" y="105796"/>
                    <a:pt x="72399" y="105641"/>
                  </a:cubicBezTo>
                  <a:cubicBezTo>
                    <a:pt x="72668" y="105486"/>
                    <a:pt x="72931" y="105323"/>
                    <a:pt x="73190" y="105152"/>
                  </a:cubicBezTo>
                  <a:cubicBezTo>
                    <a:pt x="73448" y="104980"/>
                    <a:pt x="73701" y="104801"/>
                    <a:pt x="73948" y="104614"/>
                  </a:cubicBezTo>
                  <a:cubicBezTo>
                    <a:pt x="74196" y="104427"/>
                    <a:pt x="74437" y="104232"/>
                    <a:pt x="74672" y="104030"/>
                  </a:cubicBezTo>
                  <a:cubicBezTo>
                    <a:pt x="74907" y="103828"/>
                    <a:pt x="75136" y="103619"/>
                    <a:pt x="75359" y="103403"/>
                  </a:cubicBezTo>
                  <a:cubicBezTo>
                    <a:pt x="75581" y="103186"/>
                    <a:pt x="75796" y="102963"/>
                    <a:pt x="76005" y="102734"/>
                  </a:cubicBezTo>
                  <a:cubicBezTo>
                    <a:pt x="76213" y="102504"/>
                    <a:pt x="76414" y="102268"/>
                    <a:pt x="76608" y="102026"/>
                  </a:cubicBezTo>
                  <a:cubicBezTo>
                    <a:pt x="76802" y="101784"/>
                    <a:pt x="76988" y="101536"/>
                    <a:pt x="77167" y="101283"/>
                  </a:cubicBezTo>
                  <a:cubicBezTo>
                    <a:pt x="77345" y="101029"/>
                    <a:pt x="77516" y="100770"/>
                    <a:pt x="77678" y="100506"/>
                  </a:cubicBezTo>
                  <a:cubicBezTo>
                    <a:pt x="77840" y="100242"/>
                    <a:pt x="77995" y="99973"/>
                    <a:pt x="78140" y="99699"/>
                  </a:cubicBezTo>
                  <a:cubicBezTo>
                    <a:pt x="78286" y="99425"/>
                    <a:pt x="78423" y="99147"/>
                    <a:pt x="78552" y="98865"/>
                  </a:cubicBezTo>
                  <a:cubicBezTo>
                    <a:pt x="78680" y="98583"/>
                    <a:pt x="78800" y="98297"/>
                    <a:pt x="78910" y="98007"/>
                  </a:cubicBezTo>
                  <a:cubicBezTo>
                    <a:pt x="79021" y="97718"/>
                    <a:pt x="79123" y="97425"/>
                    <a:pt x="79215" y="97129"/>
                  </a:cubicBezTo>
                  <a:cubicBezTo>
                    <a:pt x="79308" y="96833"/>
                    <a:pt x="79391" y="96534"/>
                    <a:pt x="79465" y="96233"/>
                  </a:cubicBezTo>
                  <a:cubicBezTo>
                    <a:pt x="79539" y="95932"/>
                    <a:pt x="79604" y="95629"/>
                    <a:pt x="79659" y="95323"/>
                  </a:cubicBezTo>
                  <a:cubicBezTo>
                    <a:pt x="79715" y="95018"/>
                    <a:pt x="79760" y="94712"/>
                    <a:pt x="79797" y="94404"/>
                  </a:cubicBezTo>
                  <a:cubicBezTo>
                    <a:pt x="79833" y="94096"/>
                    <a:pt x="79859" y="93787"/>
                    <a:pt x="79877" y="93477"/>
                  </a:cubicBezTo>
                  <a:cubicBezTo>
                    <a:pt x="79894" y="93168"/>
                    <a:pt x="79901" y="92858"/>
                    <a:pt x="79899" y="92548"/>
                  </a:cubicBezTo>
                  <a:cubicBezTo>
                    <a:pt x="79897" y="92238"/>
                    <a:pt x="79885" y="91928"/>
                    <a:pt x="79864" y="91618"/>
                  </a:cubicBezTo>
                  <a:cubicBezTo>
                    <a:pt x="79842" y="91309"/>
                    <a:pt x="79811" y="91000"/>
                    <a:pt x="79771" y="90693"/>
                  </a:cubicBezTo>
                  <a:lnTo>
                    <a:pt x="79771" y="90693"/>
                  </a:lnTo>
                  <a:cubicBezTo>
                    <a:pt x="79730" y="90382"/>
                    <a:pt x="79679" y="90071"/>
                    <a:pt x="79619" y="89763"/>
                  </a:cubicBezTo>
                  <a:cubicBezTo>
                    <a:pt x="79558" y="89455"/>
                    <a:pt x="79488" y="89148"/>
                    <a:pt x="79408" y="88845"/>
                  </a:cubicBezTo>
                  <a:cubicBezTo>
                    <a:pt x="79329" y="88541"/>
                    <a:pt x="79239" y="88239"/>
                    <a:pt x="79141" y="87941"/>
                  </a:cubicBezTo>
                  <a:cubicBezTo>
                    <a:pt x="79042" y="87643"/>
                    <a:pt x="78934" y="87348"/>
                    <a:pt x="78817" y="87056"/>
                  </a:cubicBezTo>
                  <a:cubicBezTo>
                    <a:pt x="78700" y="86765"/>
                    <a:pt x="78573" y="86477"/>
                    <a:pt x="78438" y="86193"/>
                  </a:cubicBezTo>
                  <a:cubicBezTo>
                    <a:pt x="78303" y="85910"/>
                    <a:pt x="78159" y="85630"/>
                    <a:pt x="78006" y="85356"/>
                  </a:cubicBezTo>
                  <a:cubicBezTo>
                    <a:pt x="77853" y="85081"/>
                    <a:pt x="77692" y="84812"/>
                    <a:pt x="77522" y="84547"/>
                  </a:cubicBezTo>
                  <a:cubicBezTo>
                    <a:pt x="77352" y="84283"/>
                    <a:pt x="77174" y="84024"/>
                    <a:pt x="76988" y="83771"/>
                  </a:cubicBezTo>
                  <a:cubicBezTo>
                    <a:pt x="76802" y="83518"/>
                    <a:pt x="76609" y="83270"/>
                    <a:pt x="76407" y="83029"/>
                  </a:cubicBezTo>
                  <a:cubicBezTo>
                    <a:pt x="76205" y="82788"/>
                    <a:pt x="75996" y="82554"/>
                    <a:pt x="75780" y="82326"/>
                  </a:cubicBezTo>
                  <a:cubicBezTo>
                    <a:pt x="75564" y="82098"/>
                    <a:pt x="75341" y="81877"/>
                    <a:pt x="75110" y="81663"/>
                  </a:cubicBezTo>
                  <a:cubicBezTo>
                    <a:pt x="74880" y="81449"/>
                    <a:pt x="74643" y="81242"/>
                    <a:pt x="74400" y="81043"/>
                  </a:cubicBezTo>
                  <a:cubicBezTo>
                    <a:pt x="74157" y="80844"/>
                    <a:pt x="73908" y="80653"/>
                    <a:pt x="73653" y="80470"/>
                  </a:cubicBezTo>
                  <a:cubicBezTo>
                    <a:pt x="73398" y="80286"/>
                    <a:pt x="73137" y="80111"/>
                    <a:pt x="72871" y="79944"/>
                  </a:cubicBezTo>
                  <a:cubicBezTo>
                    <a:pt x="72604" y="79777"/>
                    <a:pt x="72333" y="79619"/>
                    <a:pt x="72057" y="79469"/>
                  </a:cubicBezTo>
                  <a:cubicBezTo>
                    <a:pt x="71781" y="79319"/>
                    <a:pt x="71500" y="79178"/>
                    <a:pt x="71215" y="79045"/>
                  </a:cubicBezTo>
                  <a:cubicBezTo>
                    <a:pt x="70930" y="78913"/>
                    <a:pt x="70641" y="78790"/>
                    <a:pt x="70348" y="78676"/>
                  </a:cubicBezTo>
                  <a:cubicBezTo>
                    <a:pt x="70056" y="78561"/>
                    <a:pt x="69760" y="78456"/>
                    <a:pt x="69460" y="78361"/>
                  </a:cubicBezTo>
                  <a:cubicBezTo>
                    <a:pt x="69161" y="78265"/>
                    <a:pt x="68859" y="78179"/>
                    <a:pt x="68554" y="78103"/>
                  </a:cubicBezTo>
                  <a:cubicBezTo>
                    <a:pt x="68249" y="78026"/>
                    <a:pt x="67942" y="77959"/>
                    <a:pt x="67633" y="77902"/>
                  </a:cubicBezTo>
                  <a:cubicBezTo>
                    <a:pt x="67324" y="77845"/>
                    <a:pt x="67014" y="77797"/>
                    <a:pt x="66702" y="77759"/>
                  </a:cubicBezTo>
                  <a:cubicBezTo>
                    <a:pt x="66390" y="77722"/>
                    <a:pt x="66077" y="77694"/>
                    <a:pt x="65763" y="77676"/>
                  </a:cubicBezTo>
                  <a:cubicBezTo>
                    <a:pt x="65450" y="77658"/>
                    <a:pt x="65135" y="77649"/>
                    <a:pt x="64821" y="77651"/>
                  </a:cubicBezTo>
                  <a:cubicBezTo>
                    <a:pt x="64507" y="77653"/>
                    <a:pt x="64193" y="77664"/>
                    <a:pt x="63880" y="77685"/>
                  </a:cubicBezTo>
                  <a:cubicBezTo>
                    <a:pt x="63566" y="77707"/>
                    <a:pt x="63253" y="77738"/>
                    <a:pt x="62942" y="77779"/>
                  </a:cubicBezTo>
                  <a:close/>
                  <a:moveTo>
                    <a:pt x="54200" y="0"/>
                  </a:moveTo>
                  <a:cubicBezTo>
                    <a:pt x="52785" y="179"/>
                    <a:pt x="51376" y="397"/>
                    <a:pt x="49973" y="652"/>
                  </a:cubicBezTo>
                  <a:cubicBezTo>
                    <a:pt x="48570" y="907"/>
                    <a:pt x="47175" y="1200"/>
                    <a:pt x="45788" y="1531"/>
                  </a:cubicBezTo>
                  <a:cubicBezTo>
                    <a:pt x="44401" y="1862"/>
                    <a:pt x="43023" y="2229"/>
                    <a:pt x="41656" y="2634"/>
                  </a:cubicBezTo>
                  <a:cubicBezTo>
                    <a:pt x="40289" y="3039"/>
                    <a:pt x="38933" y="3481"/>
                    <a:pt x="37589" y="3958"/>
                  </a:cubicBezTo>
                  <a:cubicBezTo>
                    <a:pt x="36246" y="4436"/>
                    <a:pt x="34916" y="4950"/>
                    <a:pt x="33600" y="5500"/>
                  </a:cubicBezTo>
                  <a:lnTo>
                    <a:pt x="55600" y="58700"/>
                  </a:lnTo>
                  <a:cubicBezTo>
                    <a:pt x="55986" y="58524"/>
                    <a:pt x="56377" y="58361"/>
                    <a:pt x="56773" y="58209"/>
                  </a:cubicBezTo>
                  <a:cubicBezTo>
                    <a:pt x="57169" y="58058"/>
                    <a:pt x="57569" y="57919"/>
                    <a:pt x="57974" y="57793"/>
                  </a:cubicBezTo>
                  <a:cubicBezTo>
                    <a:pt x="58379" y="57666"/>
                    <a:pt x="58787" y="57552"/>
                    <a:pt x="59199" y="57451"/>
                  </a:cubicBezTo>
                  <a:cubicBezTo>
                    <a:pt x="59610" y="57350"/>
                    <a:pt x="60025" y="57262"/>
                    <a:pt x="60442" y="57187"/>
                  </a:cubicBezTo>
                  <a:cubicBezTo>
                    <a:pt x="60860" y="57111"/>
                    <a:pt x="61279" y="57049"/>
                    <a:pt x="61700" y="57000"/>
                  </a:cubicBezTo>
                  <a:close/>
                  <a:moveTo>
                    <a:pt x="75600" y="100"/>
                  </a:moveTo>
                  <a:lnTo>
                    <a:pt x="68100" y="57000"/>
                  </a:lnTo>
                  <a:cubicBezTo>
                    <a:pt x="68518" y="57054"/>
                    <a:pt x="68935" y="57120"/>
                    <a:pt x="69349" y="57195"/>
                  </a:cubicBezTo>
                  <a:cubicBezTo>
                    <a:pt x="69764" y="57271"/>
                    <a:pt x="70177" y="57357"/>
                    <a:pt x="70587" y="57453"/>
                  </a:cubicBezTo>
                  <a:cubicBezTo>
                    <a:pt x="70998" y="57550"/>
                    <a:pt x="71405" y="57657"/>
                    <a:pt x="71810" y="57774"/>
                  </a:cubicBezTo>
                  <a:cubicBezTo>
                    <a:pt x="72215" y="57892"/>
                    <a:pt x="72617" y="58019"/>
                    <a:pt x="73016" y="58157"/>
                  </a:cubicBezTo>
                  <a:cubicBezTo>
                    <a:pt x="73414" y="58294"/>
                    <a:pt x="73809" y="58442"/>
                    <a:pt x="74200" y="58600"/>
                  </a:cubicBezTo>
                  <a:lnTo>
                    <a:pt x="96200" y="5600"/>
                  </a:lnTo>
                  <a:cubicBezTo>
                    <a:pt x="94891" y="5032"/>
                    <a:pt x="93566" y="4503"/>
                    <a:pt x="92225" y="4014"/>
                  </a:cubicBezTo>
                  <a:cubicBezTo>
                    <a:pt x="90885" y="3525"/>
                    <a:pt x="89530" y="3076"/>
                    <a:pt x="88163" y="2667"/>
                  </a:cubicBezTo>
                  <a:cubicBezTo>
                    <a:pt x="86796" y="2258"/>
                    <a:pt x="85418" y="1890"/>
                    <a:pt x="84029" y="1563"/>
                  </a:cubicBezTo>
                  <a:cubicBezTo>
                    <a:pt x="82640" y="1236"/>
                    <a:pt x="81242" y="951"/>
                    <a:pt x="79836" y="707"/>
                  </a:cubicBezTo>
                  <a:cubicBezTo>
                    <a:pt x="78430" y="463"/>
                    <a:pt x="77018" y="260"/>
                    <a:pt x="75600" y="1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25" name="probe-maki-volcano" descr="火山 — Mapbox Maki contributors; CC0-1.0; original SVG unchanged. Source: https://github.com/mapbox/maki/blob/28e2a3602e4bde033a1dd388e86e9c117b425e34/icons/volcano.svg; SVG SHA256: 7d46fbf2eaed93680c73ad52bd779f6f56b9146c4aa3033ad6f53860e4453d12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150000" cy="150000"/>
          </a:xfrm>
        </p:grpSpPr>
        <p:sp>
          <p:nvSpPr>
            <p:cNvPr id="26" name="probe-maki-volcano-part-1"/>
            <p:cNvSpPr/>
            <p:nvPr/>
          </p:nvSpPr>
          <p:spPr>
            <a:xfrm>
              <a:off x="20000" y="10000"/>
              <a:ext cx="110000" cy="120002"/>
            </a:xfrm>
            <a:custGeom>
              <a:avLst/>
              <a:gdLst/>
              <a:ahLst/>
              <a:cxnLst/>
              <a:rect l="0" t="0" r="r" b="b"/>
              <a:pathLst>
                <a:path w="110000" h="120002">
                  <a:moveTo>
                    <a:pt x="64844" y="2"/>
                  </a:moveTo>
                  <a:cubicBezTo>
                    <a:pt x="63380" y="52"/>
                    <a:pt x="62009" y="733"/>
                    <a:pt x="61094" y="1877"/>
                  </a:cubicBezTo>
                  <a:lnTo>
                    <a:pt x="44492" y="22619"/>
                  </a:lnTo>
                  <a:lnTo>
                    <a:pt x="28438" y="7385"/>
                  </a:lnTo>
                  <a:cubicBezTo>
                    <a:pt x="24079" y="3374"/>
                    <a:pt x="17599" y="8930"/>
                    <a:pt x="20899" y="13850"/>
                  </a:cubicBezTo>
                  <a:lnTo>
                    <a:pt x="37559" y="37854"/>
                  </a:lnTo>
                  <a:cubicBezTo>
                    <a:pt x="39472" y="40610"/>
                    <a:pt x="43503" y="40737"/>
                    <a:pt x="45586" y="38108"/>
                  </a:cubicBezTo>
                  <a:cubicBezTo>
                    <a:pt x="47249" y="36009"/>
                    <a:pt x="50000" y="31330"/>
                    <a:pt x="55000" y="31330"/>
                  </a:cubicBezTo>
                  <a:cubicBezTo>
                    <a:pt x="60000" y="31330"/>
                    <a:pt x="62929" y="36237"/>
                    <a:pt x="64414" y="38107"/>
                  </a:cubicBezTo>
                  <a:cubicBezTo>
                    <a:pt x="66164" y="40311"/>
                    <a:pt x="69387" y="40638"/>
                    <a:pt x="71543" y="38830"/>
                  </a:cubicBezTo>
                  <a:lnTo>
                    <a:pt x="88223" y="24826"/>
                  </a:lnTo>
                  <a:cubicBezTo>
                    <a:pt x="92631" y="21085"/>
                    <a:pt x="88229" y="14091"/>
                    <a:pt x="82950" y="16447"/>
                  </a:cubicBezTo>
                  <a:lnTo>
                    <a:pt x="70000" y="22268"/>
                  </a:lnTo>
                  <a:lnTo>
                    <a:pt x="70000" y="5002"/>
                  </a:lnTo>
                  <a:cubicBezTo>
                    <a:pt x="70002" y="2179"/>
                    <a:pt x="67666" y="-85"/>
                    <a:pt x="64844" y="2"/>
                  </a:cubicBezTo>
                  <a:lnTo>
                    <a:pt x="64844" y="2"/>
                  </a:lnTo>
                  <a:close/>
                  <a:moveTo>
                    <a:pt x="30000" y="50002"/>
                  </a:moveTo>
                  <a:lnTo>
                    <a:pt x="762" y="109240"/>
                  </a:lnTo>
                  <a:cubicBezTo>
                    <a:pt x="-7" y="110009"/>
                    <a:pt x="0" y="111550"/>
                    <a:pt x="0" y="113088"/>
                  </a:cubicBezTo>
                  <a:cubicBezTo>
                    <a:pt x="0" y="118473"/>
                    <a:pt x="3837" y="120002"/>
                    <a:pt x="6914" y="120002"/>
                  </a:cubicBezTo>
                  <a:lnTo>
                    <a:pt x="103086" y="120002"/>
                  </a:lnTo>
                  <a:cubicBezTo>
                    <a:pt x="106932" y="120002"/>
                    <a:pt x="110000" y="118472"/>
                    <a:pt x="110000" y="113088"/>
                  </a:cubicBezTo>
                  <a:cubicBezTo>
                    <a:pt x="110000" y="111550"/>
                    <a:pt x="110008" y="110779"/>
                    <a:pt x="109238" y="109240"/>
                  </a:cubicBezTo>
                  <a:lnTo>
                    <a:pt x="80000" y="50002"/>
                  </a:lnTo>
                  <a:cubicBezTo>
                    <a:pt x="75000" y="50002"/>
                    <a:pt x="70000" y="55002"/>
                    <a:pt x="70000" y="60002"/>
                  </a:cubicBezTo>
                  <a:lnTo>
                    <a:pt x="70000" y="65002"/>
                  </a:lnTo>
                  <a:cubicBezTo>
                    <a:pt x="70000" y="67772"/>
                    <a:pt x="67770" y="70002"/>
                    <a:pt x="65000" y="70002"/>
                  </a:cubicBezTo>
                  <a:cubicBezTo>
                    <a:pt x="62230" y="70002"/>
                    <a:pt x="60000" y="67772"/>
                    <a:pt x="60000" y="65002"/>
                  </a:cubicBezTo>
                  <a:lnTo>
                    <a:pt x="60000" y="60002"/>
                  </a:lnTo>
                  <a:cubicBezTo>
                    <a:pt x="60000" y="57241"/>
                    <a:pt x="57762" y="55002"/>
                    <a:pt x="55000" y="55002"/>
                  </a:cubicBezTo>
                  <a:cubicBezTo>
                    <a:pt x="52238" y="55002"/>
                    <a:pt x="50000" y="57241"/>
                    <a:pt x="50000" y="60002"/>
                  </a:cubicBezTo>
                  <a:lnTo>
                    <a:pt x="50000" y="80002"/>
                  </a:lnTo>
                  <a:cubicBezTo>
                    <a:pt x="50000" y="82772"/>
                    <a:pt x="47770" y="85002"/>
                    <a:pt x="45000" y="85002"/>
                  </a:cubicBezTo>
                  <a:cubicBezTo>
                    <a:pt x="42230" y="85002"/>
                    <a:pt x="40000" y="82772"/>
                    <a:pt x="40000" y="80002"/>
                  </a:cubicBezTo>
                  <a:lnTo>
                    <a:pt x="40000" y="60002"/>
                  </a:lnTo>
                  <a:cubicBezTo>
                    <a:pt x="40000" y="55002"/>
                    <a:pt x="35000" y="50002"/>
                    <a:pt x="30000" y="50002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27" name="probe-maki-water" descr="水域 — Mapbox Maki contributors; CC0-1.0; original SVG unchanged. Source: https://github.com/mapbox/maki/blob/28e2a3602e4bde033a1dd388e86e9c117b425e34/icons/water.svg; SVG SHA256: 37110496414c4982c1027e59ea50c9fba026871bf179acdb744de2fea795109f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150000" cy="150000"/>
          </a:xfrm>
        </p:grpSpPr>
        <p:sp>
          <p:nvSpPr>
            <p:cNvPr id="28" name="probe-maki-water-part-1"/>
            <p:cNvSpPr/>
            <p:nvPr/>
          </p:nvSpPr>
          <p:spPr>
            <a:xfrm>
              <a:off x="30000" y="10000"/>
              <a:ext cx="90000" cy="130000"/>
            </a:xfrm>
            <a:custGeom>
              <a:avLst/>
              <a:gdLst/>
              <a:ahLst/>
              <a:cxnLst/>
              <a:rect l="0" t="0" r="r" b="b"/>
              <a:pathLst>
                <a:path w="90000" h="130000">
                  <a:moveTo>
                    <a:pt x="45000" y="130000"/>
                  </a:moveTo>
                  <a:cubicBezTo>
                    <a:pt x="65769" y="130000"/>
                    <a:pt x="90000" y="117117"/>
                    <a:pt x="90000" y="84324"/>
                  </a:cubicBezTo>
                  <a:cubicBezTo>
                    <a:pt x="90000" y="62072"/>
                    <a:pt x="55384" y="12883"/>
                    <a:pt x="45000" y="0"/>
                  </a:cubicBezTo>
                  <a:cubicBezTo>
                    <a:pt x="35769" y="12883"/>
                    <a:pt x="0" y="60901"/>
                    <a:pt x="0" y="84324"/>
                  </a:cubicBezTo>
                  <a:cubicBezTo>
                    <a:pt x="0" y="117117"/>
                    <a:pt x="24231" y="130000"/>
                    <a:pt x="45000" y="1300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29" name="probe-maki-waterfall" descr="瀑布 — Mapbox Maki contributors; CC0-1.0; original SVG unchanged. Source: https://github.com/mapbox/maki/blob/28e2a3602e4bde033a1dd388e86e9c117b425e34/icons/waterfall.svg; SVG SHA256: 6e2fcdc4bdd93566e672cf26c385164e5cab0eea0b34264073170c03b4ed632f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150000" cy="150000"/>
          </a:xfrm>
        </p:grpSpPr>
        <p:sp>
          <p:nvSpPr>
            <p:cNvPr id="30" name="probe-maki-waterfall-part-1"/>
            <p:cNvSpPr/>
            <p:nvPr/>
          </p:nvSpPr>
          <p:spPr>
            <a:xfrm>
              <a:off x="10000" y="10000"/>
              <a:ext cx="130000" cy="120000"/>
            </a:xfrm>
            <a:custGeom>
              <a:avLst/>
              <a:gdLst/>
              <a:ahLst/>
              <a:cxnLst/>
              <a:rect l="0" t="0" r="r" b="b"/>
              <a:pathLst>
                <a:path w="130000" h="120000">
                  <a:moveTo>
                    <a:pt x="130000" y="0"/>
                  </a:moveTo>
                  <a:lnTo>
                    <a:pt x="40000" y="0"/>
                  </a:lnTo>
                  <a:cubicBezTo>
                    <a:pt x="23432" y="0"/>
                    <a:pt x="10000" y="13431"/>
                    <a:pt x="10000" y="30000"/>
                  </a:cubicBezTo>
                  <a:lnTo>
                    <a:pt x="10000" y="78792"/>
                  </a:lnTo>
                  <a:cubicBezTo>
                    <a:pt x="3970" y="82826"/>
                    <a:pt x="0" y="89694"/>
                    <a:pt x="0" y="97500"/>
                  </a:cubicBezTo>
                  <a:cubicBezTo>
                    <a:pt x="0" y="109927"/>
                    <a:pt x="10074" y="120000"/>
                    <a:pt x="22500" y="120000"/>
                  </a:cubicBezTo>
                  <a:cubicBezTo>
                    <a:pt x="27127" y="120000"/>
                    <a:pt x="31428" y="118599"/>
                    <a:pt x="35000" y="116209"/>
                  </a:cubicBezTo>
                  <a:cubicBezTo>
                    <a:pt x="38572" y="118599"/>
                    <a:pt x="42873" y="120000"/>
                    <a:pt x="47500" y="120000"/>
                  </a:cubicBezTo>
                  <a:cubicBezTo>
                    <a:pt x="52860" y="120000"/>
                    <a:pt x="57783" y="118120"/>
                    <a:pt x="61641" y="115000"/>
                  </a:cubicBezTo>
                  <a:lnTo>
                    <a:pt x="65174" y="115000"/>
                  </a:lnTo>
                  <a:cubicBezTo>
                    <a:pt x="70191" y="118165"/>
                    <a:pt x="76140" y="120000"/>
                    <a:pt x="82500" y="120000"/>
                  </a:cubicBezTo>
                  <a:cubicBezTo>
                    <a:pt x="100449" y="120000"/>
                    <a:pt x="115000" y="105449"/>
                    <a:pt x="115000" y="87500"/>
                  </a:cubicBezTo>
                  <a:cubicBezTo>
                    <a:pt x="115000" y="73978"/>
                    <a:pt x="106747" y="62392"/>
                    <a:pt x="95000" y="57493"/>
                  </a:cubicBezTo>
                  <a:lnTo>
                    <a:pt x="95000" y="40000"/>
                  </a:lnTo>
                  <a:cubicBezTo>
                    <a:pt x="95000" y="28954"/>
                    <a:pt x="103954" y="20000"/>
                    <a:pt x="115000" y="20000"/>
                  </a:cubicBezTo>
                  <a:lnTo>
                    <a:pt x="130000" y="20000"/>
                  </a:lnTo>
                  <a:lnTo>
                    <a:pt x="130000" y="0"/>
                  </a:lnTo>
                  <a:close/>
                  <a:moveTo>
                    <a:pt x="105000" y="87500"/>
                  </a:moveTo>
                  <a:cubicBezTo>
                    <a:pt x="105000" y="99926"/>
                    <a:pt x="94926" y="110000"/>
                    <a:pt x="82500" y="110000"/>
                  </a:cubicBezTo>
                  <a:cubicBezTo>
                    <a:pt x="77142" y="110000"/>
                    <a:pt x="72221" y="108127"/>
                    <a:pt x="68357" y="105000"/>
                  </a:cubicBezTo>
                  <a:lnTo>
                    <a:pt x="57501" y="105000"/>
                  </a:lnTo>
                  <a:cubicBezTo>
                    <a:pt x="55220" y="108036"/>
                    <a:pt x="51590" y="110000"/>
                    <a:pt x="47500" y="110000"/>
                  </a:cubicBezTo>
                  <a:cubicBezTo>
                    <a:pt x="43410" y="110000"/>
                    <a:pt x="39780" y="108036"/>
                    <a:pt x="37499" y="105000"/>
                  </a:cubicBezTo>
                  <a:lnTo>
                    <a:pt x="32501" y="105000"/>
                  </a:lnTo>
                  <a:cubicBezTo>
                    <a:pt x="30220" y="108036"/>
                    <a:pt x="26590" y="110000"/>
                    <a:pt x="22500" y="110000"/>
                  </a:cubicBezTo>
                  <a:cubicBezTo>
                    <a:pt x="15596" y="110000"/>
                    <a:pt x="10000" y="104404"/>
                    <a:pt x="10000" y="97500"/>
                  </a:cubicBezTo>
                  <a:cubicBezTo>
                    <a:pt x="10000" y="91453"/>
                    <a:pt x="14294" y="86408"/>
                    <a:pt x="20000" y="85250"/>
                  </a:cubicBezTo>
                  <a:lnTo>
                    <a:pt x="20000" y="47500"/>
                  </a:lnTo>
                  <a:cubicBezTo>
                    <a:pt x="20000" y="43358"/>
                    <a:pt x="23358" y="40000"/>
                    <a:pt x="27500" y="40000"/>
                  </a:cubicBezTo>
                  <a:cubicBezTo>
                    <a:pt x="31642" y="40000"/>
                    <a:pt x="35000" y="43358"/>
                    <a:pt x="35000" y="47500"/>
                  </a:cubicBezTo>
                  <a:lnTo>
                    <a:pt x="35000" y="80000"/>
                  </a:lnTo>
                  <a:cubicBezTo>
                    <a:pt x="35000" y="82761"/>
                    <a:pt x="37239" y="85000"/>
                    <a:pt x="40000" y="85000"/>
                  </a:cubicBezTo>
                  <a:cubicBezTo>
                    <a:pt x="42761" y="85000"/>
                    <a:pt x="45000" y="82761"/>
                    <a:pt x="45000" y="80000"/>
                  </a:cubicBezTo>
                  <a:lnTo>
                    <a:pt x="45000" y="57500"/>
                  </a:lnTo>
                  <a:cubicBezTo>
                    <a:pt x="45000" y="53358"/>
                    <a:pt x="48358" y="50000"/>
                    <a:pt x="52500" y="50000"/>
                  </a:cubicBezTo>
                  <a:cubicBezTo>
                    <a:pt x="56642" y="50000"/>
                    <a:pt x="60000" y="53358"/>
                    <a:pt x="60000" y="57500"/>
                  </a:cubicBezTo>
                  <a:lnTo>
                    <a:pt x="60000" y="80000"/>
                  </a:lnTo>
                  <a:cubicBezTo>
                    <a:pt x="60000" y="82761"/>
                    <a:pt x="62239" y="85000"/>
                    <a:pt x="65000" y="85000"/>
                  </a:cubicBezTo>
                  <a:cubicBezTo>
                    <a:pt x="67761" y="85000"/>
                    <a:pt x="70000" y="82761"/>
                    <a:pt x="70000" y="80000"/>
                  </a:cubicBezTo>
                  <a:lnTo>
                    <a:pt x="70000" y="47500"/>
                  </a:lnTo>
                  <a:cubicBezTo>
                    <a:pt x="70000" y="43358"/>
                    <a:pt x="73358" y="40000"/>
                    <a:pt x="77500" y="40000"/>
                  </a:cubicBezTo>
                  <a:cubicBezTo>
                    <a:pt x="81642" y="40000"/>
                    <a:pt x="85000" y="43358"/>
                    <a:pt x="85000" y="47500"/>
                  </a:cubicBezTo>
                  <a:lnTo>
                    <a:pt x="85000" y="65137"/>
                  </a:lnTo>
                  <a:cubicBezTo>
                    <a:pt x="96250" y="66381"/>
                    <a:pt x="105000" y="75919"/>
                    <a:pt x="105000" y="875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31" name="probe-maki-wetland" descr="湿地 — Mapbox Maki contributors; CC0-1.0; original SVG unchanged. Source: https://github.com/mapbox/maki/blob/28e2a3602e4bde033a1dd388e86e9c117b425e34/icons/wetland.svg; SVG SHA256: f15ced0885af057eaf843d13e14fe1b0cf3ac3c4baf89f8ba332b7e5102fe6ee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150000" cy="150000"/>
          </a:xfrm>
        </p:grpSpPr>
        <p:sp>
          <p:nvSpPr>
            <p:cNvPr id="32" name="probe-maki-wetland-part-1"/>
            <p:cNvSpPr/>
            <p:nvPr/>
          </p:nvSpPr>
          <p:spPr>
            <a:xfrm>
              <a:off x="5000" y="9940"/>
              <a:ext cx="145000" cy="130142"/>
            </a:xfrm>
            <a:custGeom>
              <a:avLst/>
              <a:gdLst/>
              <a:ahLst/>
              <a:cxnLst/>
              <a:rect l="0" t="0" r="r" b="b"/>
              <a:pathLst>
                <a:path w="145000" h="130142">
                  <a:moveTo>
                    <a:pt x="9800" y="35060"/>
                  </a:moveTo>
                  <a:cubicBezTo>
                    <a:pt x="14050" y="31527"/>
                    <a:pt x="19483" y="29740"/>
                    <a:pt x="25000" y="30060"/>
                  </a:cubicBezTo>
                  <a:cubicBezTo>
                    <a:pt x="37273" y="29191"/>
                    <a:pt x="48154" y="37896"/>
                    <a:pt x="50000" y="50060"/>
                  </a:cubicBezTo>
                  <a:lnTo>
                    <a:pt x="57800" y="96860"/>
                  </a:lnTo>
                  <a:cubicBezTo>
                    <a:pt x="51406" y="93967"/>
                    <a:pt x="44041" y="94151"/>
                    <a:pt x="37800" y="97360"/>
                  </a:cubicBezTo>
                  <a:lnTo>
                    <a:pt x="29800" y="50060"/>
                  </a:lnTo>
                  <a:cubicBezTo>
                    <a:pt x="26874" y="41407"/>
                    <a:pt x="18926" y="35447"/>
                    <a:pt x="9800" y="35060"/>
                  </a:cubicBezTo>
                  <a:close/>
                  <a:moveTo>
                    <a:pt x="69800" y="102460"/>
                  </a:moveTo>
                  <a:cubicBezTo>
                    <a:pt x="73616" y="99384"/>
                    <a:pt x="78050" y="97167"/>
                    <a:pt x="82800" y="95960"/>
                  </a:cubicBezTo>
                  <a:lnTo>
                    <a:pt x="95000" y="20060"/>
                  </a:lnTo>
                  <a:cubicBezTo>
                    <a:pt x="97926" y="11407"/>
                    <a:pt x="105874" y="5447"/>
                    <a:pt x="115000" y="5060"/>
                  </a:cubicBezTo>
                  <a:cubicBezTo>
                    <a:pt x="110802" y="1575"/>
                    <a:pt x="105450" y="-209"/>
                    <a:pt x="100000" y="60"/>
                  </a:cubicBezTo>
                  <a:cubicBezTo>
                    <a:pt x="87727" y="-809"/>
                    <a:pt x="76846" y="7896"/>
                    <a:pt x="75000" y="20060"/>
                  </a:cubicBezTo>
                  <a:lnTo>
                    <a:pt x="62000" y="97960"/>
                  </a:lnTo>
                  <a:cubicBezTo>
                    <a:pt x="64786" y="99112"/>
                    <a:pt x="67408" y="100625"/>
                    <a:pt x="69800" y="102460"/>
                  </a:cubicBezTo>
                  <a:close/>
                  <a:moveTo>
                    <a:pt x="113000" y="97460"/>
                  </a:moveTo>
                  <a:lnTo>
                    <a:pt x="113000" y="97460"/>
                  </a:lnTo>
                  <a:cubicBezTo>
                    <a:pt x="114565" y="96183"/>
                    <a:pt x="116238" y="95046"/>
                    <a:pt x="118000" y="94060"/>
                  </a:cubicBezTo>
                  <a:lnTo>
                    <a:pt x="125000" y="50060"/>
                  </a:lnTo>
                  <a:cubicBezTo>
                    <a:pt x="127926" y="41407"/>
                    <a:pt x="135874" y="35447"/>
                    <a:pt x="145000" y="35060"/>
                  </a:cubicBezTo>
                  <a:cubicBezTo>
                    <a:pt x="140802" y="31575"/>
                    <a:pt x="135450" y="29791"/>
                    <a:pt x="130000" y="30060"/>
                  </a:cubicBezTo>
                  <a:cubicBezTo>
                    <a:pt x="117727" y="29191"/>
                    <a:pt x="106846" y="37896"/>
                    <a:pt x="105000" y="50060"/>
                  </a:cubicBezTo>
                  <a:lnTo>
                    <a:pt x="98300" y="90060"/>
                  </a:lnTo>
                  <a:cubicBezTo>
                    <a:pt x="103731" y="91290"/>
                    <a:pt x="108778" y="93830"/>
                    <a:pt x="113000" y="97460"/>
                  </a:cubicBezTo>
                  <a:close/>
                  <a:moveTo>
                    <a:pt x="135000" y="110060"/>
                  </a:moveTo>
                  <a:lnTo>
                    <a:pt x="135000" y="110060"/>
                  </a:lnTo>
                  <a:cubicBezTo>
                    <a:pt x="130654" y="109960"/>
                    <a:pt x="126421" y="111454"/>
                    <a:pt x="123100" y="114260"/>
                  </a:cubicBezTo>
                  <a:lnTo>
                    <a:pt x="118400" y="118360"/>
                  </a:lnTo>
                  <a:cubicBezTo>
                    <a:pt x="115553" y="120906"/>
                    <a:pt x="111247" y="120906"/>
                    <a:pt x="108400" y="118360"/>
                  </a:cubicBezTo>
                  <a:cubicBezTo>
                    <a:pt x="106900" y="117160"/>
                    <a:pt x="105500" y="115760"/>
                    <a:pt x="104000" y="114460"/>
                  </a:cubicBezTo>
                  <a:cubicBezTo>
                    <a:pt x="96924" y="108492"/>
                    <a:pt x="86576" y="108492"/>
                    <a:pt x="79500" y="114460"/>
                  </a:cubicBezTo>
                  <a:cubicBezTo>
                    <a:pt x="77900" y="115760"/>
                    <a:pt x="76400" y="117260"/>
                    <a:pt x="74800" y="118560"/>
                  </a:cubicBezTo>
                  <a:cubicBezTo>
                    <a:pt x="71953" y="121106"/>
                    <a:pt x="67647" y="121106"/>
                    <a:pt x="64800" y="118560"/>
                  </a:cubicBezTo>
                  <a:cubicBezTo>
                    <a:pt x="63200" y="117260"/>
                    <a:pt x="61700" y="115760"/>
                    <a:pt x="60100" y="114460"/>
                  </a:cubicBezTo>
                  <a:cubicBezTo>
                    <a:pt x="53041" y="108548"/>
                    <a:pt x="42759" y="108548"/>
                    <a:pt x="35700" y="114460"/>
                  </a:cubicBezTo>
                  <a:cubicBezTo>
                    <a:pt x="34200" y="115760"/>
                    <a:pt x="32800" y="117160"/>
                    <a:pt x="31300" y="118360"/>
                  </a:cubicBezTo>
                  <a:cubicBezTo>
                    <a:pt x="30408" y="119075"/>
                    <a:pt x="29391" y="119618"/>
                    <a:pt x="28300" y="119960"/>
                  </a:cubicBezTo>
                  <a:cubicBezTo>
                    <a:pt x="25378" y="120612"/>
                    <a:pt x="22331" y="119659"/>
                    <a:pt x="20300" y="117460"/>
                  </a:cubicBezTo>
                  <a:cubicBezTo>
                    <a:pt x="17825" y="115320"/>
                    <a:pt x="15183" y="113381"/>
                    <a:pt x="12400" y="111660"/>
                  </a:cubicBezTo>
                  <a:cubicBezTo>
                    <a:pt x="10336" y="110481"/>
                    <a:pt x="7974" y="109925"/>
                    <a:pt x="5600" y="110060"/>
                  </a:cubicBezTo>
                  <a:lnTo>
                    <a:pt x="5000" y="110060"/>
                  </a:lnTo>
                  <a:cubicBezTo>
                    <a:pt x="2239" y="110060"/>
                    <a:pt x="0" y="112299"/>
                    <a:pt x="0" y="115060"/>
                  </a:cubicBezTo>
                  <a:cubicBezTo>
                    <a:pt x="0" y="117821"/>
                    <a:pt x="2239" y="120060"/>
                    <a:pt x="5000" y="120060"/>
                  </a:cubicBezTo>
                  <a:lnTo>
                    <a:pt x="5000" y="120060"/>
                  </a:lnTo>
                  <a:cubicBezTo>
                    <a:pt x="7460" y="120205"/>
                    <a:pt x="9762" y="121320"/>
                    <a:pt x="11400" y="123160"/>
                  </a:cubicBezTo>
                  <a:lnTo>
                    <a:pt x="15000" y="125760"/>
                  </a:lnTo>
                  <a:cubicBezTo>
                    <a:pt x="21717" y="131260"/>
                    <a:pt x="31308" y="131507"/>
                    <a:pt x="38300" y="126360"/>
                  </a:cubicBezTo>
                  <a:cubicBezTo>
                    <a:pt x="40200" y="124960"/>
                    <a:pt x="41900" y="123160"/>
                    <a:pt x="43800" y="121660"/>
                  </a:cubicBezTo>
                  <a:cubicBezTo>
                    <a:pt x="46647" y="119114"/>
                    <a:pt x="50953" y="119114"/>
                    <a:pt x="53800" y="121660"/>
                  </a:cubicBezTo>
                  <a:lnTo>
                    <a:pt x="57700" y="125160"/>
                  </a:lnTo>
                  <a:cubicBezTo>
                    <a:pt x="64637" y="131349"/>
                    <a:pt x="75022" y="131644"/>
                    <a:pt x="82300" y="125860"/>
                  </a:cubicBezTo>
                  <a:cubicBezTo>
                    <a:pt x="83800" y="124760"/>
                    <a:pt x="85000" y="123360"/>
                    <a:pt x="86500" y="122160"/>
                  </a:cubicBezTo>
                  <a:cubicBezTo>
                    <a:pt x="89476" y="119122"/>
                    <a:pt x="94351" y="119073"/>
                    <a:pt x="97389" y="122049"/>
                  </a:cubicBezTo>
                  <a:cubicBezTo>
                    <a:pt x="97426" y="122086"/>
                    <a:pt x="97463" y="122123"/>
                    <a:pt x="97500" y="122160"/>
                  </a:cubicBezTo>
                  <a:lnTo>
                    <a:pt x="101400" y="125660"/>
                  </a:lnTo>
                  <a:cubicBezTo>
                    <a:pt x="106266" y="129784"/>
                    <a:pt x="112885" y="131176"/>
                    <a:pt x="119000" y="129360"/>
                  </a:cubicBezTo>
                  <a:cubicBezTo>
                    <a:pt x="122825" y="128324"/>
                    <a:pt x="126286" y="126247"/>
                    <a:pt x="129000" y="123360"/>
                  </a:cubicBezTo>
                  <a:cubicBezTo>
                    <a:pt x="130549" y="121588"/>
                    <a:pt x="132674" y="120420"/>
                    <a:pt x="135000" y="120060"/>
                  </a:cubicBezTo>
                  <a:lnTo>
                    <a:pt x="135000" y="120060"/>
                  </a:lnTo>
                  <a:cubicBezTo>
                    <a:pt x="137761" y="120060"/>
                    <a:pt x="140000" y="117821"/>
                    <a:pt x="140000" y="115060"/>
                  </a:cubicBezTo>
                  <a:cubicBezTo>
                    <a:pt x="140000" y="112299"/>
                    <a:pt x="137761" y="110060"/>
                    <a:pt x="135000" y="11006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33" name="probe-noto-emoji_u1f392" descr="野外背包 — Google Noto Emoji contributors; Apache-2.0; original SVG unchanged. Source: https://github.com/googlefonts/noto-emoji/blob/e20cbc2bbec1926686be9f9bee7d1d2cfa1fea0e/2D/svg/emoji_u1f392.svg; SVG SHA256: efd1cf27ed6e9e5dcaf3ac85f0d1e7dea2e4c2d3494baaea030029731be3c715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1280000" cy="1280000"/>
          </a:xfrm>
        </p:grpSpPr>
        <p:sp>
          <p:nvSpPr>
            <p:cNvPr id="34" name="probe-noto-emoji_u1f392-part-1"/>
            <p:cNvSpPr/>
            <p:nvPr/>
          </p:nvSpPr>
          <p:spPr>
            <a:xfrm>
              <a:off x="313700" y="54300"/>
              <a:ext cx="183800" cy="210200"/>
            </a:xfrm>
            <a:custGeom>
              <a:avLst/>
              <a:gdLst/>
              <a:ahLst/>
              <a:cxnLst/>
              <a:rect l="0" t="0" r="r" b="b"/>
              <a:pathLst>
                <a:path w="183800" h="210200">
                  <a:moveTo>
                    <a:pt x="0" y="210200"/>
                  </a:moveTo>
                  <a:lnTo>
                    <a:pt x="1700" y="25900"/>
                  </a:lnTo>
                  <a:lnTo>
                    <a:pt x="86300" y="0"/>
                  </a:lnTo>
                  <a:lnTo>
                    <a:pt x="183800" y="167300"/>
                  </a:lnTo>
                  <a:close/>
                </a:path>
              </a:pathLst>
            </a:custGeom>
            <a:solidFill>
              <a:srgbClr val="C628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" name="probe-noto-emoji_u1f392-part-2"/>
            <p:cNvSpPr/>
            <p:nvPr/>
          </p:nvSpPr>
          <p:spPr>
            <a:xfrm>
              <a:off x="356990" y="71936"/>
              <a:ext cx="107110" cy="132864"/>
            </a:xfrm>
            <a:custGeom>
              <a:avLst/>
              <a:gdLst/>
              <a:ahLst/>
              <a:cxnLst/>
              <a:rect l="0" t="0" r="r" b="b"/>
              <a:pathLst>
                <a:path w="107110" h="132864">
                  <a:moveTo>
                    <a:pt x="10610" y="132864"/>
                  </a:moveTo>
                  <a:cubicBezTo>
                    <a:pt x="10610" y="132864"/>
                    <a:pt x="-15390" y="13964"/>
                    <a:pt x="14010" y="2164"/>
                  </a:cubicBezTo>
                  <a:cubicBezTo>
                    <a:pt x="66310" y="-18736"/>
                    <a:pt x="107110" y="118664"/>
                    <a:pt x="107110" y="118664"/>
                  </a:cubicBezTo>
                  <a:lnTo>
                    <a:pt x="10610" y="132864"/>
                  </a:lnTo>
                  <a:close/>
                </a:path>
              </a:pathLst>
            </a:custGeom>
            <a:solidFill>
              <a:srgbClr val="37474F">
                <a:alpha val="59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36" name="probe-noto-emoji_u1f392-part-3"/>
            <p:cNvSpPr/>
            <p:nvPr/>
          </p:nvSpPr>
          <p:spPr>
            <a:xfrm>
              <a:off x="197962" y="39922"/>
              <a:ext cx="303938" cy="288178"/>
            </a:xfrm>
            <a:custGeom>
              <a:avLst/>
              <a:gdLst/>
              <a:ahLst/>
              <a:cxnLst/>
              <a:rect l="0" t="0" r="r" b="b"/>
              <a:pathLst>
                <a:path w="303938" h="288178">
                  <a:moveTo>
                    <a:pt x="7938" y="288178"/>
                  </a:moveTo>
                  <a:cubicBezTo>
                    <a:pt x="7038" y="271878"/>
                    <a:pt x="-14962" y="141878"/>
                    <a:pt x="18438" y="69378"/>
                  </a:cubicBezTo>
                  <a:cubicBezTo>
                    <a:pt x="33738" y="36278"/>
                    <a:pt x="96538" y="14278"/>
                    <a:pt x="152738" y="1778"/>
                  </a:cubicBezTo>
                  <a:cubicBezTo>
                    <a:pt x="166638" y="-1322"/>
                    <a:pt x="202538" y="-3322"/>
                    <a:pt x="224838" y="22278"/>
                  </a:cubicBezTo>
                  <a:cubicBezTo>
                    <a:pt x="244938" y="45378"/>
                    <a:pt x="274638" y="95978"/>
                    <a:pt x="303938" y="172278"/>
                  </a:cubicBezTo>
                  <a:lnTo>
                    <a:pt x="282838" y="217678"/>
                  </a:lnTo>
                  <a:cubicBezTo>
                    <a:pt x="282838" y="217678"/>
                    <a:pt x="253738" y="140678"/>
                    <a:pt x="224638" y="77078"/>
                  </a:cubicBezTo>
                  <a:cubicBezTo>
                    <a:pt x="200538" y="24378"/>
                    <a:pt x="169938" y="41878"/>
                    <a:pt x="166838" y="54178"/>
                  </a:cubicBezTo>
                  <a:cubicBezTo>
                    <a:pt x="161238" y="76778"/>
                    <a:pt x="189838" y="199278"/>
                    <a:pt x="189838" y="199278"/>
                  </a:cubicBezTo>
                  <a:cubicBezTo>
                    <a:pt x="148238" y="216978"/>
                    <a:pt x="7938" y="288178"/>
                    <a:pt x="7938" y="288178"/>
                  </a:cubicBez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37" name="probe-noto-emoji_u1f392-part-4"/>
            <p:cNvSpPr/>
            <p:nvPr/>
          </p:nvSpPr>
          <p:spPr>
            <a:xfrm>
              <a:off x="423600" y="48800"/>
              <a:ext cx="257400" cy="165100"/>
            </a:xfrm>
            <a:custGeom>
              <a:avLst/>
              <a:gdLst/>
              <a:ahLst/>
              <a:cxnLst/>
              <a:rect l="0" t="0" r="r" b="b"/>
              <a:pathLst>
                <a:path w="257400" h="165100">
                  <a:moveTo>
                    <a:pt x="0" y="124900"/>
                  </a:moveTo>
                  <a:lnTo>
                    <a:pt x="17500" y="39900"/>
                  </a:lnTo>
                  <a:lnTo>
                    <a:pt x="86400" y="0"/>
                  </a:lnTo>
                  <a:lnTo>
                    <a:pt x="169300" y="200"/>
                  </a:lnTo>
                  <a:lnTo>
                    <a:pt x="238300" y="56100"/>
                  </a:lnTo>
                  <a:lnTo>
                    <a:pt x="257400" y="165100"/>
                  </a:lnTo>
                  <a:lnTo>
                    <a:pt x="174100" y="137000"/>
                  </a:lnTo>
                  <a:lnTo>
                    <a:pt x="162800" y="58900"/>
                  </a:lnTo>
                  <a:lnTo>
                    <a:pt x="86400" y="57000"/>
                  </a:lnTo>
                  <a:lnTo>
                    <a:pt x="76200" y="119100"/>
                  </a:lnTo>
                  <a:close/>
                </a:path>
              </a:pathLst>
            </a:custGeom>
            <a:solidFill>
              <a:srgbClr val="455A64"/>
            </a:solidFill>
            <a:ln w="8037" cap="flat">
              <a:noFill/>
              <a:prstDash val="solid"/>
              <a:miter/>
            </a:ln>
          </p:spPr>
        </p:sp>
        <p:sp>
          <p:nvSpPr>
            <p:cNvPr id="38" name="probe-noto-emoji_u1f392-part-5"/>
            <p:cNvSpPr/>
            <p:nvPr/>
          </p:nvSpPr>
          <p:spPr>
            <a:xfrm>
              <a:off x="197927" y="40200"/>
              <a:ext cx="169173" cy="198800"/>
            </a:xfrm>
            <a:custGeom>
              <a:avLst/>
              <a:gdLst/>
              <a:ahLst/>
              <a:cxnLst/>
              <a:rect l="0" t="0" r="r" b="b"/>
              <a:pathLst>
                <a:path w="169173" h="198800">
                  <a:moveTo>
                    <a:pt x="152673" y="1600"/>
                  </a:moveTo>
                  <a:cubicBezTo>
                    <a:pt x="96473" y="14000"/>
                    <a:pt x="39973" y="31900"/>
                    <a:pt x="18373" y="69200"/>
                  </a:cubicBezTo>
                  <a:cubicBezTo>
                    <a:pt x="5973" y="90600"/>
                    <a:pt x="-1227" y="146700"/>
                    <a:pt x="173" y="198800"/>
                  </a:cubicBezTo>
                  <a:cubicBezTo>
                    <a:pt x="11073" y="181600"/>
                    <a:pt x="55573" y="151900"/>
                    <a:pt x="88773" y="137500"/>
                  </a:cubicBezTo>
                  <a:cubicBezTo>
                    <a:pt x="121873" y="123100"/>
                    <a:pt x="125673" y="108800"/>
                    <a:pt x="126173" y="102500"/>
                  </a:cubicBezTo>
                  <a:cubicBezTo>
                    <a:pt x="128673" y="73900"/>
                    <a:pt x="126273" y="50300"/>
                    <a:pt x="134673" y="30100"/>
                  </a:cubicBezTo>
                  <a:cubicBezTo>
                    <a:pt x="145273" y="4500"/>
                    <a:pt x="160373" y="1300"/>
                    <a:pt x="169173" y="0"/>
                  </a:cubicBezTo>
                  <a:cubicBezTo>
                    <a:pt x="162473" y="0"/>
                    <a:pt x="156573" y="700"/>
                    <a:pt x="152673" y="1600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39" name="probe-noto-emoji_u1f392-part-6"/>
            <p:cNvSpPr/>
            <p:nvPr/>
          </p:nvSpPr>
          <p:spPr>
            <a:xfrm>
              <a:off x="379900" y="40900"/>
              <a:ext cx="16000" cy="3700"/>
            </a:xfrm>
            <a:custGeom>
              <a:avLst/>
              <a:gdLst/>
              <a:ahLst/>
              <a:cxnLst/>
              <a:rect l="0" t="0" r="r" b="b"/>
              <a:pathLst>
                <a:path w="16000" h="3700">
                  <a:moveTo>
                    <a:pt x="16000" y="3700"/>
                  </a:moveTo>
                  <a:cubicBezTo>
                    <a:pt x="10600" y="1800"/>
                    <a:pt x="5200" y="600"/>
                    <a:pt x="0" y="0"/>
                  </a:cubicBezTo>
                  <a:cubicBezTo>
                    <a:pt x="5400" y="1400"/>
                    <a:pt x="10700" y="3200"/>
                    <a:pt x="16000" y="3700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40" name="probe-noto-emoji_u1f392-part-7"/>
            <p:cNvSpPr/>
            <p:nvPr/>
          </p:nvSpPr>
          <p:spPr>
            <a:xfrm>
              <a:off x="899900" y="870700"/>
              <a:ext cx="235400" cy="221700"/>
            </a:xfrm>
            <a:custGeom>
              <a:avLst/>
              <a:gdLst/>
              <a:ahLst/>
              <a:cxnLst/>
              <a:rect l="0" t="0" r="r" b="b"/>
              <a:pathLst>
                <a:path w="235400" h="221700">
                  <a:moveTo>
                    <a:pt x="0" y="221700"/>
                  </a:moveTo>
                  <a:cubicBezTo>
                    <a:pt x="148800" y="182200"/>
                    <a:pt x="193200" y="14100"/>
                    <a:pt x="235400" y="0"/>
                  </a:cubicBezTo>
                </a:path>
              </a:pathLst>
            </a:custGeom>
            <a:noFill/>
            <a:ln w="78887" cap="flat">
              <a:solidFill>
                <a:srgbClr val="784D30"/>
              </a:solidFill>
              <a:prstDash val="solid"/>
              <a:miter/>
            </a:ln>
          </p:spPr>
        </p:sp>
        <p:sp>
          <p:nvSpPr>
            <p:cNvPr id="41" name="probe-noto-emoji_u1f392-part-8"/>
            <p:cNvSpPr/>
            <p:nvPr/>
          </p:nvSpPr>
          <p:spPr>
            <a:xfrm>
              <a:off x="894366" y="121358"/>
              <a:ext cx="298501" cy="702239"/>
            </a:xfrm>
            <a:custGeom>
              <a:avLst/>
              <a:gdLst/>
              <a:ahLst/>
              <a:cxnLst/>
              <a:rect l="0" t="0" r="r" b="b"/>
              <a:pathLst>
                <a:path w="298501" h="702239">
                  <a:moveTo>
                    <a:pt x="150434" y="627642"/>
                  </a:moveTo>
                  <a:cubicBezTo>
                    <a:pt x="161334" y="698542"/>
                    <a:pt x="182734" y="703842"/>
                    <a:pt x="220034" y="701942"/>
                  </a:cubicBezTo>
                  <a:cubicBezTo>
                    <a:pt x="276534" y="699142"/>
                    <a:pt x="282734" y="686142"/>
                    <a:pt x="295334" y="589342"/>
                  </a:cubicBezTo>
                  <a:cubicBezTo>
                    <a:pt x="310934" y="469142"/>
                    <a:pt x="265834" y="301642"/>
                    <a:pt x="226934" y="186842"/>
                  </a:cubicBezTo>
                  <a:cubicBezTo>
                    <a:pt x="206334" y="126042"/>
                    <a:pt x="208434" y="84342"/>
                    <a:pt x="162534" y="37942"/>
                  </a:cubicBezTo>
                  <a:cubicBezTo>
                    <a:pt x="137334" y="12442"/>
                    <a:pt x="39234" y="-25058"/>
                    <a:pt x="10734" y="23742"/>
                  </a:cubicBezTo>
                  <a:cubicBezTo>
                    <a:pt x="-8866" y="57342"/>
                    <a:pt x="934" y="91442"/>
                    <a:pt x="19634" y="118442"/>
                  </a:cubicBezTo>
                  <a:cubicBezTo>
                    <a:pt x="73934" y="197042"/>
                    <a:pt x="123934" y="456142"/>
                    <a:pt x="150434" y="627642"/>
                  </a:cubicBezTo>
                  <a:close/>
                </a:path>
              </a:pathLst>
            </a:custGeom>
            <a:solidFill>
              <a:srgbClr val="C628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42" name="probe-noto-emoji_u1f392-part-9"/>
            <p:cNvSpPr/>
            <p:nvPr/>
          </p:nvSpPr>
          <p:spPr>
            <a:xfrm>
              <a:off x="930600" y="182551"/>
              <a:ext cx="214400" cy="203863"/>
            </a:xfrm>
            <a:custGeom>
              <a:avLst/>
              <a:gdLst/>
              <a:ahLst/>
              <a:cxnLst/>
              <a:rect l="0" t="0" r="r" b="b"/>
              <a:pathLst>
                <a:path w="214400" h="203863">
                  <a:moveTo>
                    <a:pt x="0" y="86549"/>
                  </a:moveTo>
                  <a:cubicBezTo>
                    <a:pt x="10400" y="107849"/>
                    <a:pt x="21100" y="135449"/>
                    <a:pt x="29800" y="166549"/>
                  </a:cubicBezTo>
                  <a:cubicBezTo>
                    <a:pt x="118400" y="163849"/>
                    <a:pt x="214400" y="206349"/>
                    <a:pt x="214400" y="203749"/>
                  </a:cubicBezTo>
                  <a:cubicBezTo>
                    <a:pt x="214400" y="201549"/>
                    <a:pt x="206900" y="143849"/>
                    <a:pt x="182500" y="86649"/>
                  </a:cubicBezTo>
                  <a:cubicBezTo>
                    <a:pt x="171900" y="61849"/>
                    <a:pt x="139600" y="-6151"/>
                    <a:pt x="99600" y="449"/>
                  </a:cubicBezTo>
                  <a:cubicBezTo>
                    <a:pt x="49300" y="8849"/>
                    <a:pt x="0" y="86549"/>
                    <a:pt x="0" y="86549"/>
                  </a:cubicBezTo>
                  <a:close/>
                </a:path>
              </a:pathLst>
            </a:custGeom>
            <a:solidFill>
              <a:srgbClr val="37474F">
                <a:alpha val="59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43" name="probe-noto-emoji_u1f392-part-10"/>
            <p:cNvSpPr/>
            <p:nvPr/>
          </p:nvSpPr>
          <p:spPr>
            <a:xfrm>
              <a:off x="680899" y="70497"/>
              <a:ext cx="545496" cy="761703"/>
            </a:xfrm>
            <a:custGeom>
              <a:avLst/>
              <a:gdLst/>
              <a:ahLst/>
              <a:cxnLst/>
              <a:rect l="0" t="0" r="r" b="b"/>
              <a:pathLst>
                <a:path w="545496" h="761703">
                  <a:moveTo>
                    <a:pt x="178601" y="321403"/>
                  </a:moveTo>
                  <a:cubicBezTo>
                    <a:pt x="204701" y="265603"/>
                    <a:pt x="301201" y="123603"/>
                    <a:pt x="356701" y="119003"/>
                  </a:cubicBezTo>
                  <a:cubicBezTo>
                    <a:pt x="384201" y="116703"/>
                    <a:pt x="415101" y="173603"/>
                    <a:pt x="426401" y="204703"/>
                  </a:cubicBezTo>
                  <a:cubicBezTo>
                    <a:pt x="458101" y="292003"/>
                    <a:pt x="492601" y="429003"/>
                    <a:pt x="502701" y="572003"/>
                  </a:cubicBezTo>
                  <a:cubicBezTo>
                    <a:pt x="509001" y="661203"/>
                    <a:pt x="492701" y="732203"/>
                    <a:pt x="459101" y="761703"/>
                  </a:cubicBezTo>
                  <a:cubicBezTo>
                    <a:pt x="587901" y="737603"/>
                    <a:pt x="537601" y="456503"/>
                    <a:pt x="526701" y="398303"/>
                  </a:cubicBezTo>
                  <a:cubicBezTo>
                    <a:pt x="490001" y="203403"/>
                    <a:pt x="441901" y="129903"/>
                    <a:pt x="405001" y="90603"/>
                  </a:cubicBezTo>
                  <a:cubicBezTo>
                    <a:pt x="376801" y="60603"/>
                    <a:pt x="254001" y="-2897"/>
                    <a:pt x="189201" y="103"/>
                  </a:cubicBezTo>
                  <a:cubicBezTo>
                    <a:pt x="139301" y="2403"/>
                    <a:pt x="30101" y="95703"/>
                    <a:pt x="301" y="147403"/>
                  </a:cubicBezTo>
                  <a:cubicBezTo>
                    <a:pt x="-8499" y="162603"/>
                    <a:pt x="178601" y="321403"/>
                    <a:pt x="178601" y="321403"/>
                  </a:cubicBez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4" name="probe-noto-emoji_u1f392-part-11"/>
            <p:cNvSpPr/>
            <p:nvPr/>
          </p:nvSpPr>
          <p:spPr>
            <a:xfrm>
              <a:off x="102851" y="167300"/>
              <a:ext cx="880097" cy="1070381"/>
            </a:xfrm>
            <a:custGeom>
              <a:avLst/>
              <a:gdLst/>
              <a:ahLst/>
              <a:cxnLst/>
              <a:rect l="0" t="0" r="r" b="b"/>
              <a:pathLst>
                <a:path w="880097" h="1070381">
                  <a:moveTo>
                    <a:pt x="583749" y="1070000"/>
                  </a:moveTo>
                  <a:cubicBezTo>
                    <a:pt x="752749" y="1056600"/>
                    <a:pt x="859649" y="961600"/>
                    <a:pt x="870849" y="871500"/>
                  </a:cubicBezTo>
                  <a:cubicBezTo>
                    <a:pt x="909449" y="560100"/>
                    <a:pt x="833149" y="109800"/>
                    <a:pt x="529249" y="22500"/>
                  </a:cubicBezTo>
                  <a:cubicBezTo>
                    <a:pt x="495349" y="12800"/>
                    <a:pt x="435749" y="0"/>
                    <a:pt x="383949" y="0"/>
                  </a:cubicBezTo>
                  <a:cubicBezTo>
                    <a:pt x="323649" y="0"/>
                    <a:pt x="230649" y="12700"/>
                    <a:pt x="163849" y="58500"/>
                  </a:cubicBezTo>
                  <a:cubicBezTo>
                    <a:pt x="42049" y="142100"/>
                    <a:pt x="9549" y="261100"/>
                    <a:pt x="1549" y="320100"/>
                  </a:cubicBezTo>
                  <a:cubicBezTo>
                    <a:pt x="-27951" y="536400"/>
                    <a:pt x="371149" y="1086900"/>
                    <a:pt x="583749" y="1070000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45" name="probe-noto-emoji_u1f392-part-12"/>
            <p:cNvSpPr/>
            <p:nvPr/>
          </p:nvSpPr>
          <p:spPr>
            <a:xfrm>
              <a:off x="674700" y="460144"/>
              <a:ext cx="308264" cy="777456"/>
            </a:xfrm>
            <a:custGeom>
              <a:avLst/>
              <a:gdLst/>
              <a:ahLst/>
              <a:cxnLst/>
              <a:rect l="0" t="0" r="r" b="b"/>
              <a:pathLst>
                <a:path w="308264" h="777456">
                  <a:moveTo>
                    <a:pt x="299000" y="578656"/>
                  </a:moveTo>
                  <a:cubicBezTo>
                    <a:pt x="319100" y="416656"/>
                    <a:pt x="308100" y="217156"/>
                    <a:pt x="250100" y="50556"/>
                  </a:cubicBezTo>
                  <a:cubicBezTo>
                    <a:pt x="219900" y="11556"/>
                    <a:pt x="186300" y="-6744"/>
                    <a:pt x="158500" y="2256"/>
                  </a:cubicBezTo>
                  <a:cubicBezTo>
                    <a:pt x="125100" y="13056"/>
                    <a:pt x="95800" y="57556"/>
                    <a:pt x="106400" y="102356"/>
                  </a:cubicBezTo>
                  <a:cubicBezTo>
                    <a:pt x="106400" y="102356"/>
                    <a:pt x="187300" y="426956"/>
                    <a:pt x="132300" y="632256"/>
                  </a:cubicBezTo>
                  <a:cubicBezTo>
                    <a:pt x="95900" y="768156"/>
                    <a:pt x="0" y="777456"/>
                    <a:pt x="0" y="777456"/>
                  </a:cubicBezTo>
                  <a:cubicBezTo>
                    <a:pt x="4000" y="777456"/>
                    <a:pt x="8000" y="777456"/>
                    <a:pt x="11900" y="777156"/>
                  </a:cubicBezTo>
                  <a:cubicBezTo>
                    <a:pt x="181000" y="763756"/>
                    <a:pt x="287800" y="668756"/>
                    <a:pt x="299000" y="578656"/>
                  </a:cubicBezTo>
                  <a:close/>
                </a:path>
              </a:pathLst>
            </a:custGeom>
            <a:solidFill>
              <a:srgbClr val="C628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46" name="probe-noto-emoji_u1f392-part-13"/>
            <p:cNvSpPr/>
            <p:nvPr/>
          </p:nvSpPr>
          <p:spPr>
            <a:xfrm>
              <a:off x="53546" y="279014"/>
              <a:ext cx="794517" cy="960986"/>
            </a:xfrm>
            <a:custGeom>
              <a:avLst/>
              <a:gdLst/>
              <a:ahLst/>
              <a:cxnLst/>
              <a:rect l="0" t="0" r="r" b="b"/>
              <a:pathLst>
                <a:path w="794517" h="960986">
                  <a:moveTo>
                    <a:pt x="132654" y="924786"/>
                  </a:moveTo>
                  <a:cubicBezTo>
                    <a:pt x="183654" y="940886"/>
                    <a:pt x="317754" y="960986"/>
                    <a:pt x="555254" y="960986"/>
                  </a:cubicBezTo>
                  <a:cubicBezTo>
                    <a:pt x="768554" y="960986"/>
                    <a:pt x="767054" y="885086"/>
                    <a:pt x="784654" y="795986"/>
                  </a:cubicBezTo>
                  <a:cubicBezTo>
                    <a:pt x="820854" y="612186"/>
                    <a:pt x="771254" y="13386"/>
                    <a:pt x="399754" y="486"/>
                  </a:cubicBezTo>
                  <a:cubicBezTo>
                    <a:pt x="74854" y="-10914"/>
                    <a:pt x="42354" y="179886"/>
                    <a:pt x="17854" y="387086"/>
                  </a:cubicBezTo>
                  <a:cubicBezTo>
                    <a:pt x="-7746" y="603786"/>
                    <a:pt x="-1746" y="684886"/>
                    <a:pt x="10654" y="773186"/>
                  </a:cubicBezTo>
                  <a:cubicBezTo>
                    <a:pt x="26754" y="888586"/>
                    <a:pt x="97554" y="913686"/>
                    <a:pt x="132654" y="924786"/>
                  </a:cubicBez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7" name="probe-noto-emoji_u1f392-part-14"/>
            <p:cNvSpPr/>
            <p:nvPr/>
          </p:nvSpPr>
          <p:spPr>
            <a:xfrm>
              <a:off x="835400" y="454700"/>
              <a:ext cx="102801" cy="547819"/>
            </a:xfrm>
            <a:custGeom>
              <a:avLst/>
              <a:gdLst/>
              <a:ahLst/>
              <a:cxnLst/>
              <a:rect l="0" t="0" r="r" b="b"/>
              <a:pathLst>
                <a:path w="102801" h="547819">
                  <a:moveTo>
                    <a:pt x="65100" y="143400"/>
                  </a:moveTo>
                  <a:cubicBezTo>
                    <a:pt x="56500" y="98200"/>
                    <a:pt x="44300" y="48500"/>
                    <a:pt x="24200" y="0"/>
                  </a:cubicBezTo>
                  <a:lnTo>
                    <a:pt x="0" y="1100"/>
                  </a:lnTo>
                  <a:cubicBezTo>
                    <a:pt x="18100" y="42200"/>
                    <a:pt x="33100" y="90500"/>
                    <a:pt x="43900" y="147400"/>
                  </a:cubicBezTo>
                  <a:cubicBezTo>
                    <a:pt x="78400" y="329700"/>
                    <a:pt x="82400" y="451900"/>
                    <a:pt x="80600" y="518200"/>
                  </a:cubicBezTo>
                  <a:cubicBezTo>
                    <a:pt x="79500" y="558000"/>
                    <a:pt x="101400" y="558200"/>
                    <a:pt x="102500" y="515700"/>
                  </a:cubicBezTo>
                  <a:cubicBezTo>
                    <a:pt x="104200" y="447600"/>
                    <a:pt x="99600" y="325800"/>
                    <a:pt x="65100" y="143400"/>
                  </a:cubicBezTo>
                  <a:close/>
                </a:path>
              </a:pathLst>
            </a:custGeom>
            <a:solidFill>
              <a:srgbClr val="37474F"/>
            </a:solidFill>
            <a:ln w="8037" cap="flat">
              <a:noFill/>
              <a:prstDash val="solid"/>
              <a:miter/>
            </a:ln>
          </p:spPr>
        </p:sp>
        <p:sp>
          <p:nvSpPr>
            <p:cNvPr id="48" name="probe-noto-emoji_u1f392-part-15"/>
            <p:cNvSpPr/>
            <p:nvPr/>
          </p:nvSpPr>
          <p:spPr>
            <a:xfrm>
              <a:off x="907614" y="950694"/>
              <a:ext cx="93250" cy="124852"/>
            </a:xfrm>
            <a:custGeom>
              <a:avLst/>
              <a:gdLst/>
              <a:ahLst/>
              <a:cxnLst/>
              <a:rect l="0" t="0" r="r" b="b"/>
              <a:pathLst>
                <a:path w="93250" h="124852">
                  <a:moveTo>
                    <a:pt x="17686" y="1406"/>
                  </a:moveTo>
                  <a:lnTo>
                    <a:pt x="17686" y="1406"/>
                  </a:lnTo>
                  <a:cubicBezTo>
                    <a:pt x="5586" y="5606"/>
                    <a:pt x="-1814" y="18006"/>
                    <a:pt x="386" y="30606"/>
                  </a:cubicBezTo>
                  <a:lnTo>
                    <a:pt x="13386" y="106006"/>
                  </a:lnTo>
                  <a:cubicBezTo>
                    <a:pt x="15486" y="120906"/>
                    <a:pt x="31686" y="129306"/>
                    <a:pt x="45086" y="122406"/>
                  </a:cubicBezTo>
                  <a:lnTo>
                    <a:pt x="81286" y="103906"/>
                  </a:lnTo>
                  <a:cubicBezTo>
                    <a:pt x="93086" y="97906"/>
                    <a:pt x="96886" y="82806"/>
                    <a:pt x="89386" y="71906"/>
                  </a:cubicBezTo>
                  <a:lnTo>
                    <a:pt x="47686" y="11306"/>
                  </a:lnTo>
                  <a:cubicBezTo>
                    <a:pt x="41086" y="1706"/>
                    <a:pt x="28786" y="-2394"/>
                    <a:pt x="17686" y="1406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49" name="probe-noto-emoji_u1f392-part-16"/>
            <p:cNvSpPr/>
            <p:nvPr/>
          </p:nvSpPr>
          <p:spPr>
            <a:xfrm>
              <a:off x="907514" y="950683"/>
              <a:ext cx="53486" cy="124882"/>
            </a:xfrm>
            <a:custGeom>
              <a:avLst/>
              <a:gdLst/>
              <a:ahLst/>
              <a:cxnLst/>
              <a:rect l="0" t="0" r="r" b="b"/>
              <a:pathLst>
                <a:path w="53486" h="124882">
                  <a:moveTo>
                    <a:pt x="34786" y="107617"/>
                  </a:moveTo>
                  <a:cubicBezTo>
                    <a:pt x="32986" y="104317"/>
                    <a:pt x="23386" y="52917"/>
                    <a:pt x="20486" y="29517"/>
                  </a:cubicBezTo>
                  <a:cubicBezTo>
                    <a:pt x="17286" y="3217"/>
                    <a:pt x="28586" y="1717"/>
                    <a:pt x="30286" y="317"/>
                  </a:cubicBezTo>
                  <a:cubicBezTo>
                    <a:pt x="25386" y="-383"/>
                    <a:pt x="21586" y="117"/>
                    <a:pt x="17686" y="1417"/>
                  </a:cubicBezTo>
                  <a:cubicBezTo>
                    <a:pt x="5586" y="5617"/>
                    <a:pt x="-1814" y="17917"/>
                    <a:pt x="386" y="30617"/>
                  </a:cubicBezTo>
                  <a:lnTo>
                    <a:pt x="13386" y="106017"/>
                  </a:lnTo>
                  <a:cubicBezTo>
                    <a:pt x="14886" y="116317"/>
                    <a:pt x="22986" y="123517"/>
                    <a:pt x="32286" y="124717"/>
                  </a:cubicBezTo>
                  <a:cubicBezTo>
                    <a:pt x="36486" y="125217"/>
                    <a:pt x="40886" y="124617"/>
                    <a:pt x="45086" y="122417"/>
                  </a:cubicBezTo>
                  <a:lnTo>
                    <a:pt x="53486" y="118117"/>
                  </a:lnTo>
                  <a:cubicBezTo>
                    <a:pt x="53086" y="118017"/>
                    <a:pt x="40686" y="118417"/>
                    <a:pt x="34786" y="107617"/>
                  </a:cubicBez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50" name="probe-noto-emoji_u1f392-part-17"/>
            <p:cNvSpPr/>
            <p:nvPr/>
          </p:nvSpPr>
          <p:spPr>
            <a:xfrm>
              <a:off x="1081932" y="810632"/>
              <a:ext cx="131920" cy="119035"/>
            </a:xfrm>
            <a:custGeom>
              <a:avLst/>
              <a:gdLst/>
              <a:ahLst/>
              <a:cxnLst/>
              <a:rect l="0" t="0" r="r" b="b"/>
              <a:pathLst>
                <a:path w="131920" h="119035">
                  <a:moveTo>
                    <a:pt x="117568" y="110668"/>
                  </a:moveTo>
                  <a:lnTo>
                    <a:pt x="24168" y="118968"/>
                  </a:lnTo>
                  <a:cubicBezTo>
                    <a:pt x="15568" y="119768"/>
                    <a:pt x="7868" y="113368"/>
                    <a:pt x="7168" y="104668"/>
                  </a:cubicBezTo>
                  <a:lnTo>
                    <a:pt x="68" y="25368"/>
                  </a:lnTo>
                  <a:cubicBezTo>
                    <a:pt x="-732" y="16768"/>
                    <a:pt x="5668" y="9068"/>
                    <a:pt x="14368" y="8368"/>
                  </a:cubicBezTo>
                  <a:lnTo>
                    <a:pt x="107768" y="68"/>
                  </a:lnTo>
                  <a:cubicBezTo>
                    <a:pt x="116368" y="-732"/>
                    <a:pt x="124068" y="5668"/>
                    <a:pt x="124768" y="14368"/>
                  </a:cubicBezTo>
                  <a:lnTo>
                    <a:pt x="131868" y="93668"/>
                  </a:lnTo>
                  <a:cubicBezTo>
                    <a:pt x="132568" y="102268"/>
                    <a:pt x="126168" y="109868"/>
                    <a:pt x="117568" y="110668"/>
                  </a:cubicBezTo>
                  <a:close/>
                </a:path>
              </a:pathLst>
            </a:custGeom>
            <a:solidFill>
              <a:srgbClr val="546E7A"/>
            </a:solidFill>
            <a:ln w="8037" cap="flat">
              <a:noFill/>
              <a:prstDash val="solid"/>
              <a:miter/>
            </a:ln>
          </p:spPr>
        </p:sp>
        <p:sp>
          <p:nvSpPr>
            <p:cNvPr id="51" name="probe-noto-emoji_u1f392-part-18"/>
            <p:cNvSpPr/>
            <p:nvPr/>
          </p:nvSpPr>
          <p:spPr>
            <a:xfrm>
              <a:off x="1061432" y="812032"/>
              <a:ext cx="127020" cy="120235"/>
            </a:xfrm>
            <a:custGeom>
              <a:avLst/>
              <a:gdLst/>
              <a:ahLst/>
              <a:cxnLst/>
              <a:rect l="0" t="0" r="r" b="b"/>
              <a:pathLst>
                <a:path w="127020" h="120235">
                  <a:moveTo>
                    <a:pt x="112668" y="112268"/>
                  </a:moveTo>
                  <a:lnTo>
                    <a:pt x="24268" y="120168"/>
                  </a:lnTo>
                  <a:cubicBezTo>
                    <a:pt x="15668" y="120968"/>
                    <a:pt x="7968" y="114568"/>
                    <a:pt x="7268" y="105868"/>
                  </a:cubicBezTo>
                  <a:lnTo>
                    <a:pt x="68" y="24968"/>
                  </a:lnTo>
                  <a:cubicBezTo>
                    <a:pt x="-732" y="16368"/>
                    <a:pt x="5668" y="8668"/>
                    <a:pt x="14368" y="7968"/>
                  </a:cubicBezTo>
                  <a:lnTo>
                    <a:pt x="102768" y="68"/>
                  </a:lnTo>
                  <a:cubicBezTo>
                    <a:pt x="111368" y="-732"/>
                    <a:pt x="119068" y="5668"/>
                    <a:pt x="119768" y="14368"/>
                  </a:cubicBezTo>
                  <a:lnTo>
                    <a:pt x="126968" y="95268"/>
                  </a:lnTo>
                  <a:cubicBezTo>
                    <a:pt x="127668" y="103868"/>
                    <a:pt x="121268" y="111468"/>
                    <a:pt x="112668" y="112268"/>
                  </a:cubicBezTo>
                  <a:close/>
                </a:path>
              </a:pathLst>
            </a:custGeom>
            <a:solidFill>
              <a:srgbClr val="37474F"/>
            </a:solidFill>
            <a:ln w="8037" cap="flat">
              <a:noFill/>
              <a:prstDash val="solid"/>
              <a:miter/>
            </a:ln>
          </p:spPr>
        </p:sp>
        <p:sp>
          <p:nvSpPr>
            <p:cNvPr id="52" name="probe-noto-emoji_u1f392-part-19"/>
            <p:cNvSpPr/>
            <p:nvPr/>
          </p:nvSpPr>
          <p:spPr>
            <a:xfrm>
              <a:off x="1085613" y="860680"/>
              <a:ext cx="115225" cy="167790"/>
            </a:xfrm>
            <a:custGeom>
              <a:avLst/>
              <a:gdLst/>
              <a:ahLst/>
              <a:cxnLst/>
              <a:rect l="0" t="0" r="r" b="b"/>
              <a:pathLst>
                <a:path w="115225" h="167790">
                  <a:moveTo>
                    <a:pt x="27187" y="154920"/>
                  </a:moveTo>
                  <a:lnTo>
                    <a:pt x="87" y="12120"/>
                  </a:lnTo>
                  <a:cubicBezTo>
                    <a:pt x="-413" y="9720"/>
                    <a:pt x="1287" y="7420"/>
                    <a:pt x="3787" y="7220"/>
                  </a:cubicBezTo>
                  <a:lnTo>
                    <a:pt x="75087" y="20"/>
                  </a:lnTo>
                  <a:cubicBezTo>
                    <a:pt x="77087" y="-180"/>
                    <a:pt x="78987" y="1120"/>
                    <a:pt x="79487" y="3120"/>
                  </a:cubicBezTo>
                  <a:lnTo>
                    <a:pt x="114687" y="134920"/>
                  </a:lnTo>
                  <a:cubicBezTo>
                    <a:pt x="116987" y="143520"/>
                    <a:pt x="111687" y="152420"/>
                    <a:pt x="102987" y="154420"/>
                  </a:cubicBezTo>
                  <a:lnTo>
                    <a:pt x="46187" y="167420"/>
                  </a:lnTo>
                  <a:cubicBezTo>
                    <a:pt x="37487" y="169320"/>
                    <a:pt x="28787" y="163720"/>
                    <a:pt x="27187" y="154920"/>
                  </a:cubicBezTo>
                  <a:close/>
                </a:path>
              </a:pathLst>
            </a:custGeom>
            <a:solidFill>
              <a:srgbClr val="A068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53" name="probe-noto-emoji_u1f392-part-20"/>
            <p:cNvSpPr/>
            <p:nvPr/>
          </p:nvSpPr>
          <p:spPr>
            <a:xfrm>
              <a:off x="315900" y="455100"/>
              <a:ext cx="203800" cy="133000"/>
            </a:xfrm>
            <a:custGeom>
              <a:avLst/>
              <a:gdLst/>
              <a:ahLst/>
              <a:cxnLst/>
              <a:rect l="0" t="0" r="r" b="b"/>
              <a:pathLst>
                <a:path w="203800" h="133000">
                  <a:moveTo>
                    <a:pt x="178800" y="133000"/>
                  </a:moveTo>
                  <a:lnTo>
                    <a:pt x="24500" y="128400"/>
                  </a:lnTo>
                  <a:cubicBezTo>
                    <a:pt x="11000" y="128400"/>
                    <a:pt x="0" y="117400"/>
                    <a:pt x="0" y="103900"/>
                  </a:cubicBezTo>
                  <a:lnTo>
                    <a:pt x="2100" y="24500"/>
                  </a:lnTo>
                  <a:cubicBezTo>
                    <a:pt x="2100" y="11200"/>
                    <a:pt x="12700" y="300"/>
                    <a:pt x="26000" y="0"/>
                  </a:cubicBezTo>
                  <a:lnTo>
                    <a:pt x="178600" y="4100"/>
                  </a:lnTo>
                  <a:cubicBezTo>
                    <a:pt x="192200" y="3700"/>
                    <a:pt x="203500" y="14500"/>
                    <a:pt x="203800" y="28100"/>
                  </a:cubicBezTo>
                  <a:lnTo>
                    <a:pt x="203500" y="108000"/>
                  </a:lnTo>
                  <a:cubicBezTo>
                    <a:pt x="203600" y="121700"/>
                    <a:pt x="192600" y="133000"/>
                    <a:pt x="178800" y="133000"/>
                  </a:cubicBezTo>
                  <a:close/>
                </a:path>
              </a:pathLst>
            </a:custGeom>
            <a:solidFill>
              <a:srgbClr val="FFF59D">
                <a:alpha val="65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54" name="probe-noto-emoji_u1f392-part-21"/>
            <p:cNvSpPr/>
            <p:nvPr/>
          </p:nvSpPr>
          <p:spPr>
            <a:xfrm>
              <a:off x="714300" y="70449"/>
              <a:ext cx="349400" cy="168003"/>
            </a:xfrm>
            <a:custGeom>
              <a:avLst/>
              <a:gdLst/>
              <a:ahLst/>
              <a:cxnLst/>
              <a:rect l="0" t="0" r="r" b="b"/>
              <a:pathLst>
                <a:path w="349400" h="168003">
                  <a:moveTo>
                    <a:pt x="155800" y="51"/>
                  </a:moveTo>
                  <a:cubicBezTo>
                    <a:pt x="118000" y="1251"/>
                    <a:pt x="44900" y="56251"/>
                    <a:pt x="0" y="104951"/>
                  </a:cubicBezTo>
                  <a:cubicBezTo>
                    <a:pt x="23200" y="103051"/>
                    <a:pt x="78100" y="128751"/>
                    <a:pt x="123700" y="163951"/>
                  </a:cubicBezTo>
                  <a:cubicBezTo>
                    <a:pt x="132800" y="170951"/>
                    <a:pt x="155200" y="169651"/>
                    <a:pt x="169800" y="153951"/>
                  </a:cubicBezTo>
                  <a:cubicBezTo>
                    <a:pt x="183100" y="139651"/>
                    <a:pt x="195600" y="128651"/>
                    <a:pt x="209000" y="114451"/>
                  </a:cubicBezTo>
                  <a:cubicBezTo>
                    <a:pt x="287600" y="31151"/>
                    <a:pt x="349400" y="72451"/>
                    <a:pt x="349400" y="72451"/>
                  </a:cubicBezTo>
                  <a:cubicBezTo>
                    <a:pt x="284400" y="30151"/>
                    <a:pt x="205200" y="-1449"/>
                    <a:pt x="155800" y="51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55" name="probe-noto-emoji_u1f392-part-22"/>
            <p:cNvSpPr/>
            <p:nvPr/>
          </p:nvSpPr>
          <p:spPr>
            <a:xfrm>
              <a:off x="165800" y="199266"/>
              <a:ext cx="696900" cy="263034"/>
            </a:xfrm>
            <a:custGeom>
              <a:avLst/>
              <a:gdLst/>
              <a:ahLst/>
              <a:cxnLst/>
              <a:rect l="0" t="0" r="r" b="b"/>
              <a:pathLst>
                <a:path w="696900" h="263034">
                  <a:moveTo>
                    <a:pt x="696900" y="263034"/>
                  </a:moveTo>
                  <a:cubicBezTo>
                    <a:pt x="647600" y="139834"/>
                    <a:pt x="548100" y="21334"/>
                    <a:pt x="330700" y="1734"/>
                  </a:cubicBezTo>
                  <a:cubicBezTo>
                    <a:pt x="179700" y="-11866"/>
                    <a:pt x="78000" y="58234"/>
                    <a:pt x="36600" y="83634"/>
                  </a:cubicBezTo>
                  <a:cubicBezTo>
                    <a:pt x="27400" y="89234"/>
                    <a:pt x="17100" y="96234"/>
                    <a:pt x="10100" y="105834"/>
                  </a:cubicBezTo>
                  <a:cubicBezTo>
                    <a:pt x="1200" y="118034"/>
                    <a:pt x="0" y="128034"/>
                    <a:pt x="0" y="128034"/>
                  </a:cubicBezTo>
                  <a:cubicBezTo>
                    <a:pt x="0" y="128034"/>
                    <a:pt x="131000" y="5734"/>
                    <a:pt x="328700" y="23234"/>
                  </a:cubicBezTo>
                  <a:cubicBezTo>
                    <a:pt x="441700" y="33234"/>
                    <a:pt x="590100" y="70934"/>
                    <a:pt x="671800" y="261934"/>
                  </a:cubicBezTo>
                  <a:cubicBezTo>
                    <a:pt x="678700" y="260234"/>
                    <a:pt x="688000" y="261234"/>
                    <a:pt x="696900" y="263034"/>
                  </a:cubicBezTo>
                  <a:close/>
                </a:path>
              </a:pathLst>
            </a:custGeom>
            <a:solidFill>
              <a:srgbClr val="546E7A"/>
            </a:solidFill>
            <a:ln w="8037" cap="flat">
              <a:noFill/>
              <a:prstDash val="solid"/>
              <a:miter/>
            </a:ln>
          </p:spPr>
        </p:sp>
        <p:sp>
          <p:nvSpPr>
            <p:cNvPr id="56" name="probe-noto-emoji_u1f392-part-23"/>
            <p:cNvSpPr/>
            <p:nvPr/>
          </p:nvSpPr>
          <p:spPr>
            <a:xfrm>
              <a:off x="137800" y="797200"/>
              <a:ext cx="555700" cy="350642"/>
            </a:xfrm>
            <a:custGeom>
              <a:avLst/>
              <a:gdLst/>
              <a:ahLst/>
              <a:cxnLst/>
              <a:rect l="0" t="0" r="r" b="b"/>
              <a:pathLst>
                <a:path w="555700" h="350642">
                  <a:moveTo>
                    <a:pt x="555700" y="345300"/>
                  </a:moveTo>
                  <a:cubicBezTo>
                    <a:pt x="555700" y="345300"/>
                    <a:pt x="395900" y="356400"/>
                    <a:pt x="216200" y="346600"/>
                  </a:cubicBezTo>
                  <a:cubicBezTo>
                    <a:pt x="121500" y="341400"/>
                    <a:pt x="52100" y="327800"/>
                    <a:pt x="38000" y="309500"/>
                  </a:cubicBezTo>
                  <a:cubicBezTo>
                    <a:pt x="20600" y="286900"/>
                    <a:pt x="0" y="265000"/>
                    <a:pt x="0" y="148800"/>
                  </a:cubicBezTo>
                  <a:cubicBezTo>
                    <a:pt x="0" y="70500"/>
                    <a:pt x="28900" y="7400"/>
                    <a:pt x="84900" y="6000"/>
                  </a:cubicBezTo>
                  <a:cubicBezTo>
                    <a:pt x="127700" y="4900"/>
                    <a:pt x="577000" y="0"/>
                    <a:pt x="543100" y="0"/>
                  </a:cubicBezTo>
                  <a:cubicBezTo>
                    <a:pt x="509200" y="0"/>
                    <a:pt x="478600" y="74300"/>
                    <a:pt x="481700" y="154400"/>
                  </a:cubicBezTo>
                  <a:cubicBezTo>
                    <a:pt x="489300" y="350700"/>
                    <a:pt x="555700" y="345300"/>
                    <a:pt x="555700" y="345300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57" name="probe-noto-emoji_u1f392-part-24"/>
            <p:cNvSpPr/>
            <p:nvPr/>
          </p:nvSpPr>
          <p:spPr>
            <a:xfrm>
              <a:off x="140201" y="787568"/>
              <a:ext cx="538999" cy="158537"/>
            </a:xfrm>
            <a:custGeom>
              <a:avLst/>
              <a:gdLst/>
              <a:ahLst/>
              <a:cxnLst/>
              <a:rect l="0" t="0" r="r" b="b"/>
              <a:pathLst>
                <a:path w="538999" h="158537">
                  <a:moveTo>
                    <a:pt x="396499" y="158432"/>
                  </a:moveTo>
                  <a:cubicBezTo>
                    <a:pt x="399999" y="157432"/>
                    <a:pt x="431799" y="160232"/>
                    <a:pt x="457199" y="142532"/>
                  </a:cubicBezTo>
                  <a:cubicBezTo>
                    <a:pt x="466799" y="135832"/>
                    <a:pt x="474399" y="130232"/>
                    <a:pt x="480499" y="123832"/>
                  </a:cubicBezTo>
                  <a:cubicBezTo>
                    <a:pt x="486399" y="63832"/>
                    <a:pt x="509999" y="14932"/>
                    <a:pt x="536399" y="10132"/>
                  </a:cubicBezTo>
                  <a:cubicBezTo>
                    <a:pt x="537299" y="9932"/>
                    <a:pt x="538199" y="9732"/>
                    <a:pt x="538999" y="9632"/>
                  </a:cubicBezTo>
                  <a:cubicBezTo>
                    <a:pt x="499799" y="10432"/>
                    <a:pt x="179299" y="-1368"/>
                    <a:pt x="79199" y="132"/>
                  </a:cubicBezTo>
                  <a:cubicBezTo>
                    <a:pt x="32799" y="832"/>
                    <a:pt x="-3001" y="55432"/>
                    <a:pt x="199" y="119632"/>
                  </a:cubicBezTo>
                  <a:cubicBezTo>
                    <a:pt x="6899" y="131532"/>
                    <a:pt x="17699" y="144332"/>
                    <a:pt x="34199" y="146832"/>
                  </a:cubicBezTo>
                  <a:cubicBezTo>
                    <a:pt x="66599" y="151732"/>
                    <a:pt x="392999" y="159532"/>
                    <a:pt x="396499" y="158432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58" name="probe-noto-emoji_u1f392-part-25"/>
            <p:cNvSpPr/>
            <p:nvPr/>
          </p:nvSpPr>
          <p:spPr>
            <a:xfrm>
              <a:off x="140201" y="787568"/>
              <a:ext cx="538999" cy="158537"/>
            </a:xfrm>
            <a:custGeom>
              <a:avLst/>
              <a:gdLst/>
              <a:ahLst/>
              <a:cxnLst/>
              <a:rect l="0" t="0" r="r" b="b"/>
              <a:pathLst>
                <a:path w="538999" h="158537">
                  <a:moveTo>
                    <a:pt x="396499" y="158432"/>
                  </a:moveTo>
                  <a:cubicBezTo>
                    <a:pt x="399999" y="157432"/>
                    <a:pt x="431799" y="160232"/>
                    <a:pt x="457199" y="142532"/>
                  </a:cubicBezTo>
                  <a:cubicBezTo>
                    <a:pt x="466799" y="135832"/>
                    <a:pt x="474399" y="130232"/>
                    <a:pt x="480499" y="123832"/>
                  </a:cubicBezTo>
                  <a:cubicBezTo>
                    <a:pt x="486399" y="63832"/>
                    <a:pt x="509999" y="14932"/>
                    <a:pt x="536399" y="10132"/>
                  </a:cubicBezTo>
                  <a:cubicBezTo>
                    <a:pt x="537299" y="9932"/>
                    <a:pt x="538199" y="9732"/>
                    <a:pt x="538999" y="9632"/>
                  </a:cubicBezTo>
                  <a:cubicBezTo>
                    <a:pt x="499799" y="10432"/>
                    <a:pt x="179299" y="-1368"/>
                    <a:pt x="79199" y="132"/>
                  </a:cubicBezTo>
                  <a:cubicBezTo>
                    <a:pt x="32799" y="832"/>
                    <a:pt x="-3001" y="55432"/>
                    <a:pt x="199" y="119632"/>
                  </a:cubicBezTo>
                  <a:cubicBezTo>
                    <a:pt x="6899" y="131532"/>
                    <a:pt x="17699" y="144332"/>
                    <a:pt x="34199" y="146832"/>
                  </a:cubicBezTo>
                  <a:cubicBezTo>
                    <a:pt x="66599" y="151732"/>
                    <a:pt x="392999" y="159532"/>
                    <a:pt x="396499" y="158432"/>
                  </a:cubicBezTo>
                  <a:close/>
                </a:path>
              </a:pathLst>
            </a:custGeom>
            <a:solidFill>
              <a:srgbClr val="FFF59D">
                <a:alpha val="45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59" name="probe-noto-emoji_u1f392-part-26"/>
            <p:cNvSpPr/>
            <p:nvPr/>
          </p:nvSpPr>
          <p:spPr>
            <a:xfrm>
              <a:off x="138097" y="797045"/>
              <a:ext cx="611356" cy="346841"/>
            </a:xfrm>
            <a:custGeom>
              <a:avLst/>
              <a:gdLst/>
              <a:ahLst/>
              <a:cxnLst/>
              <a:rect l="0" t="0" r="r" b="b"/>
              <a:pathLst>
                <a:path w="611356" h="346841">
                  <a:moveTo>
                    <a:pt x="606103" y="99955"/>
                  </a:moveTo>
                  <a:cubicBezTo>
                    <a:pt x="602703" y="47755"/>
                    <a:pt x="590403" y="22955"/>
                    <a:pt x="579203" y="11155"/>
                  </a:cubicBezTo>
                  <a:cubicBezTo>
                    <a:pt x="568903" y="155"/>
                    <a:pt x="552803" y="-745"/>
                    <a:pt x="529903" y="355"/>
                  </a:cubicBezTo>
                  <a:cubicBezTo>
                    <a:pt x="515703" y="1055"/>
                    <a:pt x="489803" y="14655"/>
                    <a:pt x="478903" y="94955"/>
                  </a:cubicBezTo>
                  <a:lnTo>
                    <a:pt x="478903" y="94855"/>
                  </a:lnTo>
                  <a:cubicBezTo>
                    <a:pt x="470303" y="114355"/>
                    <a:pt x="447803" y="133755"/>
                    <a:pt x="410503" y="133755"/>
                  </a:cubicBezTo>
                  <a:lnTo>
                    <a:pt x="53003" y="122155"/>
                  </a:lnTo>
                  <a:cubicBezTo>
                    <a:pt x="17203" y="119855"/>
                    <a:pt x="4103" y="85655"/>
                    <a:pt x="2403" y="82555"/>
                  </a:cubicBezTo>
                  <a:cubicBezTo>
                    <a:pt x="2403" y="82555"/>
                    <a:pt x="-2797" y="106655"/>
                    <a:pt x="2103" y="121955"/>
                  </a:cubicBezTo>
                  <a:cubicBezTo>
                    <a:pt x="8303" y="141155"/>
                    <a:pt x="31103" y="152555"/>
                    <a:pt x="53003" y="152555"/>
                  </a:cubicBezTo>
                  <a:lnTo>
                    <a:pt x="410503" y="164155"/>
                  </a:lnTo>
                  <a:cubicBezTo>
                    <a:pt x="439003" y="164155"/>
                    <a:pt x="460703" y="152855"/>
                    <a:pt x="474703" y="142355"/>
                  </a:cubicBezTo>
                  <a:cubicBezTo>
                    <a:pt x="474103" y="154755"/>
                    <a:pt x="473803" y="168255"/>
                    <a:pt x="473803" y="182855"/>
                  </a:cubicBezTo>
                  <a:cubicBezTo>
                    <a:pt x="473803" y="336455"/>
                    <a:pt x="518103" y="348055"/>
                    <a:pt x="546403" y="346755"/>
                  </a:cubicBezTo>
                  <a:cubicBezTo>
                    <a:pt x="574703" y="345355"/>
                    <a:pt x="602403" y="334555"/>
                    <a:pt x="606903" y="309455"/>
                  </a:cubicBezTo>
                  <a:cubicBezTo>
                    <a:pt x="613303" y="274355"/>
                    <a:pt x="612603" y="200555"/>
                    <a:pt x="606103" y="99955"/>
                  </a:cubicBezTo>
                  <a:close/>
                </a:path>
              </a:pathLst>
            </a:custGeom>
            <a:solidFill>
              <a:srgbClr val="C62828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60" name="probe-noto-emoji_u1f3d4" descr="Noto Emoji artwork by Google; Apache License 2.0; preserve full bundled license. Source: https://github.com/googlefonts/noto-emoji/blob/e20cbc2bbec1926686be9f9bee7d1d2cfa1fea0e/2D/svg/emoji_u1f3d4.svg; SVG SHA256: 04e27209887a3794b0b318f63a2fe7edda62fadab9d53fed5076b017f6b46075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1280000" cy="1280000"/>
          </a:xfrm>
        </p:grpSpPr>
        <p:sp>
          <p:nvSpPr>
            <p:cNvPr id="61" name="probe-noto-emoji_u1f3d4-part-1"/>
            <p:cNvSpPr/>
            <p:nvPr/>
          </p:nvSpPr>
          <p:spPr>
            <a:xfrm>
              <a:off x="46695" y="926871"/>
              <a:ext cx="1184514" cy="312041"/>
            </a:xfrm>
            <a:custGeom>
              <a:avLst/>
              <a:gdLst/>
              <a:ahLst/>
              <a:cxnLst/>
              <a:rect l="0" t="0" r="r" b="b"/>
              <a:pathLst>
                <a:path w="1184514" h="312041">
                  <a:moveTo>
                    <a:pt x="603605" y="29"/>
                  </a:moveTo>
                  <a:cubicBezTo>
                    <a:pt x="603605" y="29"/>
                    <a:pt x="1305" y="183929"/>
                    <a:pt x="5" y="197229"/>
                  </a:cubicBezTo>
                  <a:cubicBezTo>
                    <a:pt x="-1295" y="210529"/>
                    <a:pt x="241105" y="317429"/>
                    <a:pt x="646205" y="311829"/>
                  </a:cubicBezTo>
                  <a:cubicBezTo>
                    <a:pt x="1032605" y="306529"/>
                    <a:pt x="1181905" y="207929"/>
                    <a:pt x="1184505" y="197229"/>
                  </a:cubicBezTo>
                  <a:cubicBezTo>
                    <a:pt x="1187105" y="186529"/>
                    <a:pt x="616905" y="-2671"/>
                    <a:pt x="603605" y="29"/>
                  </a:cubicBezTo>
                  <a:close/>
                </a:path>
              </a:pathLst>
            </a:custGeom>
            <a:solidFill>
              <a:srgbClr val="88B154"/>
            </a:solidFill>
            <a:ln w="8037" cap="flat">
              <a:noFill/>
              <a:prstDash val="solid"/>
              <a:miter/>
            </a:ln>
          </p:spPr>
        </p:sp>
        <p:sp>
          <p:nvSpPr>
            <p:cNvPr id="62" name="probe-noto-emoji_u1f3d4-part-2"/>
            <p:cNvSpPr/>
            <p:nvPr/>
          </p:nvSpPr>
          <p:spPr>
            <a:xfrm>
              <a:off x="46600" y="367300"/>
              <a:ext cx="972800" cy="763704"/>
            </a:xfrm>
            <a:custGeom>
              <a:avLst/>
              <a:gdLst/>
              <a:ahLst/>
              <a:cxnLst/>
              <a:rect l="0" t="0" r="r" b="b"/>
              <a:pathLst>
                <a:path w="972800" h="763704">
                  <a:moveTo>
                    <a:pt x="576000" y="54200"/>
                  </a:moveTo>
                  <a:lnTo>
                    <a:pt x="532900" y="0"/>
                  </a:lnTo>
                  <a:cubicBezTo>
                    <a:pt x="532900" y="0"/>
                    <a:pt x="463300" y="73000"/>
                    <a:pt x="444500" y="92900"/>
                  </a:cubicBezTo>
                  <a:cubicBezTo>
                    <a:pt x="425700" y="112800"/>
                    <a:pt x="411200" y="124300"/>
                    <a:pt x="402200" y="143000"/>
                  </a:cubicBezTo>
                  <a:cubicBezTo>
                    <a:pt x="389300" y="169700"/>
                    <a:pt x="348400" y="400200"/>
                    <a:pt x="348400" y="400200"/>
                  </a:cubicBezTo>
                  <a:lnTo>
                    <a:pt x="230100" y="521700"/>
                  </a:lnTo>
                  <a:cubicBezTo>
                    <a:pt x="230100" y="521700"/>
                    <a:pt x="207800" y="507800"/>
                    <a:pt x="202300" y="512300"/>
                  </a:cubicBezTo>
                  <a:cubicBezTo>
                    <a:pt x="196800" y="516800"/>
                    <a:pt x="15600" y="732800"/>
                    <a:pt x="15600" y="732800"/>
                  </a:cubicBezTo>
                  <a:lnTo>
                    <a:pt x="0" y="756700"/>
                  </a:lnTo>
                  <a:cubicBezTo>
                    <a:pt x="0" y="756700"/>
                    <a:pt x="36000" y="764700"/>
                    <a:pt x="47100" y="763600"/>
                  </a:cubicBezTo>
                  <a:cubicBezTo>
                    <a:pt x="52500" y="763100"/>
                    <a:pt x="79100" y="757000"/>
                    <a:pt x="109200" y="753900"/>
                  </a:cubicBezTo>
                  <a:cubicBezTo>
                    <a:pt x="140900" y="750600"/>
                    <a:pt x="181400" y="753300"/>
                    <a:pt x="185900" y="752800"/>
                  </a:cubicBezTo>
                  <a:cubicBezTo>
                    <a:pt x="191000" y="752300"/>
                    <a:pt x="208600" y="747100"/>
                    <a:pt x="208600" y="747100"/>
                  </a:cubicBezTo>
                  <a:lnTo>
                    <a:pt x="366000" y="653200"/>
                  </a:lnTo>
                  <a:lnTo>
                    <a:pt x="491000" y="648400"/>
                  </a:lnTo>
                  <a:lnTo>
                    <a:pt x="613600" y="674200"/>
                  </a:lnTo>
                  <a:lnTo>
                    <a:pt x="845700" y="685300"/>
                  </a:lnTo>
                  <a:lnTo>
                    <a:pt x="972800" y="495200"/>
                  </a:lnTo>
                  <a:lnTo>
                    <a:pt x="696500" y="129300"/>
                  </a:lnTo>
                  <a:lnTo>
                    <a:pt x="576000" y="54200"/>
                  </a:lnTo>
                  <a:close/>
                </a:path>
              </a:pathLst>
            </a:custGeom>
            <a:solidFill>
              <a:srgbClr val="9EA2A3"/>
            </a:solidFill>
            <a:ln w="8037" cap="flat">
              <a:noFill/>
              <a:prstDash val="solid"/>
              <a:miter/>
            </a:ln>
          </p:spPr>
        </p:sp>
        <p:sp>
          <p:nvSpPr>
            <p:cNvPr id="63" name="probe-noto-emoji_u1f3d4-part-3"/>
            <p:cNvSpPr/>
            <p:nvPr/>
          </p:nvSpPr>
          <p:spPr>
            <a:xfrm>
              <a:off x="254700" y="889000"/>
              <a:ext cx="233200" cy="225669"/>
            </a:xfrm>
            <a:custGeom>
              <a:avLst/>
              <a:gdLst/>
              <a:ahLst/>
              <a:cxnLst/>
              <a:rect l="0" t="0" r="r" b="b"/>
              <a:pathLst>
                <a:path w="233200" h="225669">
                  <a:moveTo>
                    <a:pt x="30800" y="88700"/>
                  </a:moveTo>
                  <a:cubicBezTo>
                    <a:pt x="30800" y="88700"/>
                    <a:pt x="26500" y="76400"/>
                    <a:pt x="23300" y="67300"/>
                  </a:cubicBezTo>
                  <a:cubicBezTo>
                    <a:pt x="20100" y="58200"/>
                    <a:pt x="22000" y="0"/>
                    <a:pt x="22000" y="0"/>
                  </a:cubicBezTo>
                  <a:cubicBezTo>
                    <a:pt x="22000" y="0"/>
                    <a:pt x="94100" y="42600"/>
                    <a:pt x="102100" y="49600"/>
                  </a:cubicBezTo>
                  <a:cubicBezTo>
                    <a:pt x="110100" y="56600"/>
                    <a:pt x="181500" y="101100"/>
                    <a:pt x="181500" y="101100"/>
                  </a:cubicBezTo>
                  <a:lnTo>
                    <a:pt x="224500" y="100000"/>
                  </a:lnTo>
                  <a:lnTo>
                    <a:pt x="233200" y="119300"/>
                  </a:lnTo>
                  <a:cubicBezTo>
                    <a:pt x="233200" y="119300"/>
                    <a:pt x="171300" y="148700"/>
                    <a:pt x="150900" y="155200"/>
                  </a:cubicBezTo>
                  <a:cubicBezTo>
                    <a:pt x="130500" y="161600"/>
                    <a:pt x="-200" y="228100"/>
                    <a:pt x="0" y="225600"/>
                  </a:cubicBezTo>
                  <a:cubicBezTo>
                    <a:pt x="400" y="220400"/>
                    <a:pt x="34000" y="172300"/>
                    <a:pt x="34000" y="172300"/>
                  </a:cubicBezTo>
                  <a:lnTo>
                    <a:pt x="30800" y="88700"/>
                  </a:lnTo>
                  <a:close/>
                </a:path>
              </a:pathLst>
            </a:custGeom>
            <a:solidFill>
              <a:srgbClr val="717A7C"/>
            </a:solidFill>
            <a:ln w="8037" cap="flat">
              <a:noFill/>
              <a:prstDash val="solid"/>
              <a:miter/>
            </a:ln>
          </p:spPr>
        </p:sp>
        <p:sp>
          <p:nvSpPr>
            <p:cNvPr id="64" name="probe-noto-emoji_u1f3d4-part-4"/>
            <p:cNvSpPr/>
            <p:nvPr/>
          </p:nvSpPr>
          <p:spPr>
            <a:xfrm>
              <a:off x="293130" y="628600"/>
              <a:ext cx="918670" cy="551645"/>
            </a:xfrm>
            <a:custGeom>
              <a:avLst/>
              <a:gdLst/>
              <a:ahLst/>
              <a:cxnLst/>
              <a:rect l="0" t="0" r="r" b="b"/>
              <a:pathLst>
                <a:path w="918670" h="551645">
                  <a:moveTo>
                    <a:pt x="514170" y="406000"/>
                  </a:moveTo>
                  <a:lnTo>
                    <a:pt x="21570" y="483800"/>
                  </a:lnTo>
                  <a:cubicBezTo>
                    <a:pt x="21570" y="483800"/>
                    <a:pt x="-2230" y="504900"/>
                    <a:pt x="170" y="510500"/>
                  </a:cubicBezTo>
                  <a:cubicBezTo>
                    <a:pt x="2570" y="516100"/>
                    <a:pt x="93470" y="533000"/>
                    <a:pt x="124870" y="537000"/>
                  </a:cubicBezTo>
                  <a:cubicBezTo>
                    <a:pt x="156270" y="541000"/>
                    <a:pt x="370970" y="553100"/>
                    <a:pt x="394270" y="551500"/>
                  </a:cubicBezTo>
                  <a:cubicBezTo>
                    <a:pt x="417570" y="549900"/>
                    <a:pt x="655670" y="537800"/>
                    <a:pt x="688670" y="533800"/>
                  </a:cubicBezTo>
                  <a:cubicBezTo>
                    <a:pt x="721670" y="529800"/>
                    <a:pt x="832570" y="522100"/>
                    <a:pt x="839870" y="518800"/>
                  </a:cubicBezTo>
                  <a:cubicBezTo>
                    <a:pt x="853970" y="512400"/>
                    <a:pt x="918670" y="477500"/>
                    <a:pt x="918670" y="477500"/>
                  </a:cubicBezTo>
                  <a:cubicBezTo>
                    <a:pt x="918670" y="477500"/>
                    <a:pt x="846270" y="363300"/>
                    <a:pt x="831770" y="335900"/>
                  </a:cubicBezTo>
                  <a:cubicBezTo>
                    <a:pt x="817270" y="308600"/>
                    <a:pt x="793170" y="259500"/>
                    <a:pt x="776270" y="242600"/>
                  </a:cubicBezTo>
                  <a:cubicBezTo>
                    <a:pt x="759370" y="225700"/>
                    <a:pt x="747270" y="218500"/>
                    <a:pt x="747270" y="218500"/>
                  </a:cubicBezTo>
                  <a:cubicBezTo>
                    <a:pt x="747270" y="218500"/>
                    <a:pt x="724470" y="165500"/>
                    <a:pt x="697870" y="131700"/>
                  </a:cubicBezTo>
                  <a:cubicBezTo>
                    <a:pt x="671370" y="97900"/>
                    <a:pt x="635070" y="43200"/>
                    <a:pt x="626570" y="34800"/>
                  </a:cubicBezTo>
                  <a:cubicBezTo>
                    <a:pt x="594670" y="3000"/>
                    <a:pt x="593770" y="0"/>
                    <a:pt x="593770" y="0"/>
                  </a:cubicBezTo>
                  <a:lnTo>
                    <a:pt x="613770" y="241000"/>
                  </a:lnTo>
                  <a:cubicBezTo>
                    <a:pt x="613770" y="241000"/>
                    <a:pt x="576770" y="315000"/>
                    <a:pt x="563870" y="335100"/>
                  </a:cubicBezTo>
                  <a:cubicBezTo>
                    <a:pt x="551170" y="355400"/>
                    <a:pt x="514170" y="406000"/>
                    <a:pt x="514170" y="406000"/>
                  </a:cubicBezTo>
                  <a:close/>
                </a:path>
              </a:pathLst>
            </a:custGeom>
            <a:solidFill>
              <a:srgbClr val="79808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5" name="probe-noto-emoji_u1f3d4-part-5"/>
            <p:cNvSpPr/>
            <p:nvPr/>
          </p:nvSpPr>
          <p:spPr>
            <a:xfrm>
              <a:off x="620600" y="273148"/>
              <a:ext cx="265700" cy="447822"/>
            </a:xfrm>
            <a:custGeom>
              <a:avLst/>
              <a:gdLst/>
              <a:ahLst/>
              <a:cxnLst/>
              <a:rect l="0" t="0" r="r" b="b"/>
              <a:pathLst>
                <a:path w="265700" h="447822">
                  <a:moveTo>
                    <a:pt x="9700" y="3052"/>
                  </a:moveTo>
                  <a:lnTo>
                    <a:pt x="0" y="199252"/>
                  </a:lnTo>
                  <a:lnTo>
                    <a:pt x="114100" y="270052"/>
                  </a:lnTo>
                  <a:cubicBezTo>
                    <a:pt x="114100" y="270052"/>
                    <a:pt x="148400" y="357952"/>
                    <a:pt x="150000" y="366052"/>
                  </a:cubicBezTo>
                  <a:cubicBezTo>
                    <a:pt x="151600" y="374052"/>
                    <a:pt x="148500" y="395752"/>
                    <a:pt x="151700" y="401352"/>
                  </a:cubicBezTo>
                  <a:cubicBezTo>
                    <a:pt x="154900" y="406952"/>
                    <a:pt x="214000" y="447652"/>
                    <a:pt x="216300" y="447752"/>
                  </a:cubicBezTo>
                  <a:cubicBezTo>
                    <a:pt x="229400" y="448452"/>
                    <a:pt x="256500" y="443752"/>
                    <a:pt x="254900" y="441352"/>
                  </a:cubicBezTo>
                  <a:cubicBezTo>
                    <a:pt x="253300" y="438952"/>
                    <a:pt x="265700" y="386752"/>
                    <a:pt x="265700" y="386752"/>
                  </a:cubicBezTo>
                  <a:cubicBezTo>
                    <a:pt x="265700" y="386752"/>
                    <a:pt x="187300" y="259652"/>
                    <a:pt x="170400" y="224252"/>
                  </a:cubicBezTo>
                  <a:cubicBezTo>
                    <a:pt x="153500" y="188852"/>
                    <a:pt x="90000" y="97152"/>
                    <a:pt x="82700" y="81852"/>
                  </a:cubicBezTo>
                  <a:cubicBezTo>
                    <a:pt x="75400" y="66552"/>
                    <a:pt x="40900" y="15852"/>
                    <a:pt x="33600" y="7852"/>
                  </a:cubicBezTo>
                  <a:cubicBezTo>
                    <a:pt x="26300" y="-148"/>
                    <a:pt x="14600" y="-2548"/>
                    <a:pt x="9700" y="3052"/>
                  </a:cubicBezTo>
                  <a:close/>
                </a:path>
              </a:pathLst>
            </a:custGeom>
            <a:solidFill>
              <a:srgbClr val="717A7C"/>
            </a:solidFill>
            <a:ln w="8037" cap="flat">
              <a:noFill/>
              <a:prstDash val="solid"/>
              <a:miter/>
            </a:ln>
          </p:spPr>
        </p:sp>
        <p:sp>
          <p:nvSpPr>
            <p:cNvPr id="66" name="probe-noto-emoji_u1f3d4-part-6"/>
            <p:cNvSpPr/>
            <p:nvPr/>
          </p:nvSpPr>
          <p:spPr>
            <a:xfrm>
              <a:off x="543211" y="276300"/>
              <a:ext cx="192531" cy="577242"/>
            </a:xfrm>
            <a:custGeom>
              <a:avLst/>
              <a:gdLst/>
              <a:ahLst/>
              <a:cxnLst/>
              <a:rect l="0" t="0" r="r" b="b"/>
              <a:pathLst>
                <a:path w="192531" h="577242">
                  <a:moveTo>
                    <a:pt x="136989" y="374200"/>
                  </a:moveTo>
                  <a:cubicBezTo>
                    <a:pt x="136989" y="374200"/>
                    <a:pt x="190889" y="285400"/>
                    <a:pt x="192489" y="271800"/>
                  </a:cubicBezTo>
                  <a:cubicBezTo>
                    <a:pt x="194089" y="258200"/>
                    <a:pt x="149089" y="175300"/>
                    <a:pt x="137789" y="145500"/>
                  </a:cubicBezTo>
                  <a:cubicBezTo>
                    <a:pt x="126489" y="115700"/>
                    <a:pt x="96789" y="54600"/>
                    <a:pt x="93589" y="46600"/>
                  </a:cubicBezTo>
                  <a:cubicBezTo>
                    <a:pt x="90389" y="38600"/>
                    <a:pt x="87189" y="0"/>
                    <a:pt x="87189" y="0"/>
                  </a:cubicBezTo>
                  <a:cubicBezTo>
                    <a:pt x="87189" y="0"/>
                    <a:pt x="64689" y="24100"/>
                    <a:pt x="56589" y="43400"/>
                  </a:cubicBezTo>
                  <a:cubicBezTo>
                    <a:pt x="48589" y="62700"/>
                    <a:pt x="18289" y="110200"/>
                    <a:pt x="18289" y="110200"/>
                  </a:cubicBezTo>
                  <a:cubicBezTo>
                    <a:pt x="18289" y="110200"/>
                    <a:pt x="37289" y="220400"/>
                    <a:pt x="44589" y="267800"/>
                  </a:cubicBezTo>
                  <a:cubicBezTo>
                    <a:pt x="51789" y="315300"/>
                    <a:pt x="57189" y="377600"/>
                    <a:pt x="56089" y="379900"/>
                  </a:cubicBezTo>
                  <a:cubicBezTo>
                    <a:pt x="49189" y="393900"/>
                    <a:pt x="2789" y="506700"/>
                    <a:pt x="2789" y="506700"/>
                  </a:cubicBezTo>
                  <a:cubicBezTo>
                    <a:pt x="2789" y="506700"/>
                    <a:pt x="-3211" y="561400"/>
                    <a:pt x="2389" y="567000"/>
                  </a:cubicBezTo>
                  <a:cubicBezTo>
                    <a:pt x="7989" y="572600"/>
                    <a:pt x="40489" y="580000"/>
                    <a:pt x="42989" y="576200"/>
                  </a:cubicBezTo>
                  <a:cubicBezTo>
                    <a:pt x="47889" y="568900"/>
                    <a:pt x="47789" y="541200"/>
                    <a:pt x="47789" y="541200"/>
                  </a:cubicBezTo>
                  <a:cubicBezTo>
                    <a:pt x="47789" y="541200"/>
                    <a:pt x="137989" y="419400"/>
                    <a:pt x="140889" y="413400"/>
                  </a:cubicBezTo>
                  <a:cubicBezTo>
                    <a:pt x="141989" y="411100"/>
                    <a:pt x="136989" y="374200"/>
                    <a:pt x="136989" y="374200"/>
                  </a:cubicBezTo>
                  <a:close/>
                </a:path>
              </a:pathLst>
            </a:custGeom>
            <a:solidFill>
              <a:srgbClr val="C0C0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67" name="probe-noto-emoji_u1f3d4-part-7"/>
            <p:cNvSpPr/>
            <p:nvPr/>
          </p:nvSpPr>
          <p:spPr>
            <a:xfrm>
              <a:off x="272700" y="500200"/>
              <a:ext cx="223706" cy="490000"/>
            </a:xfrm>
            <a:custGeom>
              <a:avLst/>
              <a:gdLst/>
              <a:ahLst/>
              <a:cxnLst/>
              <a:rect l="0" t="0" r="r" b="b"/>
              <a:pathLst>
                <a:path w="223706" h="490000">
                  <a:moveTo>
                    <a:pt x="223700" y="159000"/>
                  </a:moveTo>
                  <a:cubicBezTo>
                    <a:pt x="223400" y="146900"/>
                    <a:pt x="205700" y="89500"/>
                    <a:pt x="202500" y="76600"/>
                  </a:cubicBezTo>
                  <a:cubicBezTo>
                    <a:pt x="199300" y="63700"/>
                    <a:pt x="192500" y="0"/>
                    <a:pt x="183600" y="0"/>
                  </a:cubicBezTo>
                  <a:cubicBezTo>
                    <a:pt x="174800" y="0"/>
                    <a:pt x="134000" y="112200"/>
                    <a:pt x="129900" y="122700"/>
                  </a:cubicBezTo>
                  <a:cubicBezTo>
                    <a:pt x="125900" y="133200"/>
                    <a:pt x="68800" y="256200"/>
                    <a:pt x="61500" y="270700"/>
                  </a:cubicBezTo>
                  <a:cubicBezTo>
                    <a:pt x="54300" y="285200"/>
                    <a:pt x="21300" y="347900"/>
                    <a:pt x="14900" y="358400"/>
                  </a:cubicBezTo>
                  <a:cubicBezTo>
                    <a:pt x="8500" y="368900"/>
                    <a:pt x="0" y="386700"/>
                    <a:pt x="0" y="386700"/>
                  </a:cubicBezTo>
                  <a:lnTo>
                    <a:pt x="163400" y="490000"/>
                  </a:lnTo>
                  <a:lnTo>
                    <a:pt x="222400" y="483300"/>
                  </a:lnTo>
                  <a:cubicBezTo>
                    <a:pt x="222400" y="483300"/>
                    <a:pt x="187900" y="390600"/>
                    <a:pt x="179800" y="369700"/>
                  </a:cubicBezTo>
                  <a:cubicBezTo>
                    <a:pt x="171700" y="348800"/>
                    <a:pt x="162100" y="315000"/>
                    <a:pt x="162100" y="315000"/>
                  </a:cubicBezTo>
                  <a:cubicBezTo>
                    <a:pt x="162100" y="315000"/>
                    <a:pt x="180800" y="270200"/>
                    <a:pt x="193000" y="238000"/>
                  </a:cubicBezTo>
                  <a:cubicBezTo>
                    <a:pt x="205300" y="205600"/>
                    <a:pt x="224100" y="171000"/>
                    <a:pt x="223700" y="159000"/>
                  </a:cubicBezTo>
                  <a:close/>
                </a:path>
              </a:pathLst>
            </a:custGeom>
            <a:solidFill>
              <a:srgbClr val="C0C0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68" name="probe-noto-emoji_u1f3d4-part-8"/>
            <p:cNvSpPr/>
            <p:nvPr/>
          </p:nvSpPr>
          <p:spPr>
            <a:xfrm>
              <a:off x="44294" y="878666"/>
              <a:ext cx="210622" cy="245334"/>
            </a:xfrm>
            <a:custGeom>
              <a:avLst/>
              <a:gdLst/>
              <a:ahLst/>
              <a:cxnLst/>
              <a:rect l="0" t="0" r="r" b="b"/>
              <a:pathLst>
                <a:path w="210622" h="245334">
                  <a:moveTo>
                    <a:pt x="208906" y="1034"/>
                  </a:moveTo>
                  <a:cubicBezTo>
                    <a:pt x="209306" y="2534"/>
                    <a:pt x="211406" y="40234"/>
                    <a:pt x="210306" y="62734"/>
                  </a:cubicBezTo>
                  <a:cubicBezTo>
                    <a:pt x="209206" y="85334"/>
                    <a:pt x="204806" y="107934"/>
                    <a:pt x="204806" y="107934"/>
                  </a:cubicBezTo>
                  <a:lnTo>
                    <a:pt x="132006" y="183934"/>
                  </a:lnTo>
                  <a:lnTo>
                    <a:pt x="129706" y="201034"/>
                  </a:lnTo>
                  <a:cubicBezTo>
                    <a:pt x="129706" y="201034"/>
                    <a:pt x="19106" y="240134"/>
                    <a:pt x="11906" y="242334"/>
                  </a:cubicBezTo>
                  <a:cubicBezTo>
                    <a:pt x="4706" y="244534"/>
                    <a:pt x="2406" y="245334"/>
                    <a:pt x="2406" y="245334"/>
                  </a:cubicBezTo>
                  <a:cubicBezTo>
                    <a:pt x="2406" y="245334"/>
                    <a:pt x="-12594" y="236234"/>
                    <a:pt x="32306" y="187234"/>
                  </a:cubicBezTo>
                  <a:cubicBezTo>
                    <a:pt x="90306" y="123934"/>
                    <a:pt x="164506" y="37234"/>
                    <a:pt x="173906" y="26334"/>
                  </a:cubicBezTo>
                  <a:cubicBezTo>
                    <a:pt x="190606" y="7034"/>
                    <a:pt x="207806" y="-3466"/>
                    <a:pt x="208906" y="1034"/>
                  </a:cubicBezTo>
                  <a:close/>
                </a:path>
              </a:pathLst>
            </a:custGeom>
            <a:solidFill>
              <a:srgbClr val="C0C0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69" name="probe-noto-emoji_u1f3d4-part-9"/>
            <p:cNvSpPr/>
            <p:nvPr/>
          </p:nvSpPr>
          <p:spPr>
            <a:xfrm>
              <a:off x="1032741" y="998133"/>
              <a:ext cx="81803" cy="169348"/>
            </a:xfrm>
            <a:custGeom>
              <a:avLst/>
              <a:gdLst/>
              <a:ahLst/>
              <a:cxnLst/>
              <a:rect l="0" t="0" r="r" b="b"/>
              <a:pathLst>
                <a:path w="81803" h="169348">
                  <a:moveTo>
                    <a:pt x="34359" y="67"/>
                  </a:moveTo>
                  <a:cubicBezTo>
                    <a:pt x="28359" y="-2433"/>
                    <a:pt x="13059" y="65267"/>
                    <a:pt x="9859" y="89167"/>
                  </a:cubicBezTo>
                  <a:cubicBezTo>
                    <a:pt x="6659" y="113067"/>
                    <a:pt x="-1841" y="158467"/>
                    <a:pt x="359" y="162967"/>
                  </a:cubicBezTo>
                  <a:cubicBezTo>
                    <a:pt x="6759" y="175667"/>
                    <a:pt x="74959" y="167267"/>
                    <a:pt x="81559" y="156367"/>
                  </a:cubicBezTo>
                  <a:cubicBezTo>
                    <a:pt x="83459" y="153267"/>
                    <a:pt x="73859" y="102367"/>
                    <a:pt x="66959" y="80867"/>
                  </a:cubicBezTo>
                  <a:cubicBezTo>
                    <a:pt x="57559" y="51467"/>
                    <a:pt x="49859" y="6567"/>
                    <a:pt x="34359" y="67"/>
                  </a:cubicBezTo>
                  <a:close/>
                </a:path>
              </a:pathLst>
            </a:custGeom>
            <a:solidFill>
              <a:srgbClr val="3363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70" name="probe-noto-emoji_u1f3d4-part-10"/>
            <p:cNvSpPr/>
            <p:nvPr/>
          </p:nvSpPr>
          <p:spPr>
            <a:xfrm>
              <a:off x="1137979" y="912894"/>
              <a:ext cx="91665" cy="233165"/>
            </a:xfrm>
            <a:custGeom>
              <a:avLst/>
              <a:gdLst/>
              <a:ahLst/>
              <a:cxnLst/>
              <a:rect l="0" t="0" r="r" b="b"/>
              <a:pathLst>
                <a:path w="91665" h="233165">
                  <a:moveTo>
                    <a:pt x="48621" y="6"/>
                  </a:moveTo>
                  <a:cubicBezTo>
                    <a:pt x="39221" y="406"/>
                    <a:pt x="29221" y="82506"/>
                    <a:pt x="23021" y="100406"/>
                  </a:cubicBezTo>
                  <a:cubicBezTo>
                    <a:pt x="16021" y="120706"/>
                    <a:pt x="-7379" y="216806"/>
                    <a:pt x="2321" y="227806"/>
                  </a:cubicBezTo>
                  <a:cubicBezTo>
                    <a:pt x="12021" y="238806"/>
                    <a:pt x="49121" y="230106"/>
                    <a:pt x="62921" y="226106"/>
                  </a:cubicBezTo>
                  <a:cubicBezTo>
                    <a:pt x="76221" y="222306"/>
                    <a:pt x="87721" y="215906"/>
                    <a:pt x="90921" y="208806"/>
                  </a:cubicBezTo>
                  <a:cubicBezTo>
                    <a:pt x="94121" y="201706"/>
                    <a:pt x="86521" y="144406"/>
                    <a:pt x="77321" y="104406"/>
                  </a:cubicBezTo>
                  <a:cubicBezTo>
                    <a:pt x="67921" y="63906"/>
                    <a:pt x="63421" y="-694"/>
                    <a:pt x="48621" y="6"/>
                  </a:cubicBezTo>
                  <a:close/>
                </a:path>
              </a:pathLst>
            </a:custGeom>
            <a:solidFill>
              <a:srgbClr val="3363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71" name="probe-noto-emoji_u1f3d4-part-11"/>
            <p:cNvSpPr/>
            <p:nvPr/>
          </p:nvSpPr>
          <p:spPr>
            <a:xfrm>
              <a:off x="314365" y="628735"/>
              <a:ext cx="652947" cy="504076"/>
            </a:xfrm>
            <a:custGeom>
              <a:avLst/>
              <a:gdLst/>
              <a:ahLst/>
              <a:cxnLst/>
              <a:rect l="0" t="0" r="r" b="b"/>
              <a:pathLst>
                <a:path w="652947" h="504076">
                  <a:moveTo>
                    <a:pt x="335" y="483765"/>
                  </a:moveTo>
                  <a:cubicBezTo>
                    <a:pt x="335" y="483765"/>
                    <a:pt x="26235" y="493565"/>
                    <a:pt x="114935" y="499065"/>
                  </a:cubicBezTo>
                  <a:cubicBezTo>
                    <a:pt x="203635" y="504565"/>
                    <a:pt x="247235" y="504065"/>
                    <a:pt x="247235" y="504065"/>
                  </a:cubicBezTo>
                  <a:lnTo>
                    <a:pt x="449835" y="474465"/>
                  </a:lnTo>
                  <a:lnTo>
                    <a:pt x="495835" y="401665"/>
                  </a:lnTo>
                  <a:cubicBezTo>
                    <a:pt x="495835" y="401665"/>
                    <a:pt x="434635" y="399365"/>
                    <a:pt x="402135" y="398265"/>
                  </a:cubicBezTo>
                  <a:cubicBezTo>
                    <a:pt x="369635" y="397165"/>
                    <a:pt x="321135" y="396965"/>
                    <a:pt x="318935" y="390965"/>
                  </a:cubicBezTo>
                  <a:cubicBezTo>
                    <a:pt x="316735" y="384865"/>
                    <a:pt x="373635" y="343565"/>
                    <a:pt x="389635" y="335365"/>
                  </a:cubicBezTo>
                  <a:cubicBezTo>
                    <a:pt x="405635" y="327065"/>
                    <a:pt x="444235" y="322665"/>
                    <a:pt x="453035" y="313365"/>
                  </a:cubicBezTo>
                  <a:cubicBezTo>
                    <a:pt x="461835" y="303965"/>
                    <a:pt x="573035" y="241265"/>
                    <a:pt x="586735" y="240765"/>
                  </a:cubicBezTo>
                  <a:cubicBezTo>
                    <a:pt x="600535" y="240165"/>
                    <a:pt x="643535" y="266665"/>
                    <a:pt x="651735" y="263865"/>
                  </a:cubicBezTo>
                  <a:cubicBezTo>
                    <a:pt x="660035" y="261065"/>
                    <a:pt x="623135" y="163465"/>
                    <a:pt x="618235" y="145165"/>
                  </a:cubicBezTo>
                  <a:cubicBezTo>
                    <a:pt x="617835" y="143565"/>
                    <a:pt x="598335" y="48465"/>
                    <a:pt x="597735" y="46665"/>
                  </a:cubicBezTo>
                  <a:cubicBezTo>
                    <a:pt x="593135" y="32565"/>
                    <a:pt x="579035" y="-4035"/>
                    <a:pt x="570135" y="365"/>
                  </a:cubicBezTo>
                  <a:cubicBezTo>
                    <a:pt x="561335" y="4765"/>
                    <a:pt x="546435" y="38365"/>
                    <a:pt x="535435" y="71965"/>
                  </a:cubicBezTo>
                  <a:cubicBezTo>
                    <a:pt x="524435" y="105565"/>
                    <a:pt x="517835" y="123265"/>
                    <a:pt x="512335" y="131465"/>
                  </a:cubicBezTo>
                  <a:cubicBezTo>
                    <a:pt x="506835" y="139665"/>
                    <a:pt x="442935" y="180565"/>
                    <a:pt x="434035" y="189865"/>
                  </a:cubicBezTo>
                  <a:cubicBezTo>
                    <a:pt x="425235" y="199265"/>
                    <a:pt x="398735" y="219065"/>
                    <a:pt x="382735" y="225665"/>
                  </a:cubicBezTo>
                  <a:cubicBezTo>
                    <a:pt x="366735" y="232265"/>
                    <a:pt x="351335" y="232265"/>
                    <a:pt x="339735" y="242765"/>
                  </a:cubicBezTo>
                  <a:cubicBezTo>
                    <a:pt x="328135" y="253265"/>
                    <a:pt x="313835" y="271465"/>
                    <a:pt x="297835" y="288465"/>
                  </a:cubicBezTo>
                  <a:cubicBezTo>
                    <a:pt x="281835" y="305565"/>
                    <a:pt x="249335" y="344765"/>
                    <a:pt x="238635" y="354365"/>
                  </a:cubicBezTo>
                  <a:cubicBezTo>
                    <a:pt x="227935" y="363965"/>
                    <a:pt x="218335" y="373265"/>
                    <a:pt x="218335" y="373265"/>
                  </a:cubicBezTo>
                  <a:cubicBezTo>
                    <a:pt x="218335" y="373265"/>
                    <a:pt x="141035" y="395165"/>
                    <a:pt x="115035" y="407765"/>
                  </a:cubicBezTo>
                  <a:cubicBezTo>
                    <a:pt x="89235" y="420465"/>
                    <a:pt x="-6365" y="482065"/>
                    <a:pt x="335" y="483765"/>
                  </a:cubicBezTo>
                  <a:close/>
                </a:path>
              </a:pathLst>
            </a:custGeom>
            <a:solidFill>
              <a:srgbClr val="C0C0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72" name="probe-noto-emoji_u1f3d4-part-12"/>
            <p:cNvSpPr/>
            <p:nvPr/>
          </p:nvSpPr>
          <p:spPr>
            <a:xfrm>
              <a:off x="1111487" y="515373"/>
              <a:ext cx="37492" cy="38000"/>
            </a:xfrm>
            <a:custGeom>
              <a:avLst/>
              <a:gdLst/>
              <a:ahLst/>
              <a:cxnLst/>
              <a:rect l="0" t="0" r="r" b="b"/>
              <a:pathLst>
                <a:path w="37492" h="38000">
                  <a:moveTo>
                    <a:pt x="6413" y="4827"/>
                  </a:moveTo>
                  <a:cubicBezTo>
                    <a:pt x="-2087" y="13327"/>
                    <a:pt x="-2387" y="26827"/>
                    <a:pt x="7013" y="34527"/>
                  </a:cubicBezTo>
                  <a:cubicBezTo>
                    <a:pt x="15313" y="41427"/>
                    <a:pt x="29013" y="36927"/>
                    <a:pt x="34113" y="30727"/>
                  </a:cubicBezTo>
                  <a:cubicBezTo>
                    <a:pt x="39213" y="24527"/>
                    <a:pt x="38613" y="11027"/>
                    <a:pt x="31813" y="4227"/>
                  </a:cubicBezTo>
                  <a:cubicBezTo>
                    <a:pt x="25013" y="-2573"/>
                    <a:pt x="11513" y="-273"/>
                    <a:pt x="6413" y="4827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73" name="probe-noto-emoji_u1f3d4-part-13"/>
            <p:cNvSpPr/>
            <p:nvPr/>
          </p:nvSpPr>
          <p:spPr>
            <a:xfrm>
              <a:off x="1115140" y="640972"/>
              <a:ext cx="39142" cy="39809"/>
            </a:xfrm>
            <a:custGeom>
              <a:avLst/>
              <a:gdLst/>
              <a:ahLst/>
              <a:cxnLst/>
              <a:rect l="0" t="0" r="r" b="b"/>
              <a:pathLst>
                <a:path w="39142" h="39809">
                  <a:moveTo>
                    <a:pt x="5560" y="5728"/>
                  </a:moveTo>
                  <a:cubicBezTo>
                    <a:pt x="-3540" y="15728"/>
                    <a:pt x="-540" y="30628"/>
                    <a:pt x="7860" y="36128"/>
                  </a:cubicBezTo>
                  <a:cubicBezTo>
                    <a:pt x="16260" y="41628"/>
                    <a:pt x="28860" y="41128"/>
                    <a:pt x="35060" y="33528"/>
                  </a:cubicBezTo>
                  <a:cubicBezTo>
                    <a:pt x="40560" y="26728"/>
                    <a:pt x="41160" y="13128"/>
                    <a:pt x="32760" y="4728"/>
                  </a:cubicBezTo>
                  <a:cubicBezTo>
                    <a:pt x="25460" y="-2572"/>
                    <a:pt x="11460" y="-772"/>
                    <a:pt x="5560" y="5728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74" name="probe-noto-emoji_u1f3d4-part-14"/>
            <p:cNvSpPr/>
            <p:nvPr/>
          </p:nvSpPr>
          <p:spPr>
            <a:xfrm>
              <a:off x="859324" y="310557"/>
              <a:ext cx="31006" cy="29565"/>
            </a:xfrm>
            <a:custGeom>
              <a:avLst/>
              <a:gdLst/>
              <a:ahLst/>
              <a:cxnLst/>
              <a:rect l="0" t="0" r="r" b="b"/>
              <a:pathLst>
                <a:path w="31006" h="29565">
                  <a:moveTo>
                    <a:pt x="676" y="10043"/>
                  </a:moveTo>
                  <a:cubicBezTo>
                    <a:pt x="-1924" y="18343"/>
                    <a:pt x="3276" y="27743"/>
                    <a:pt x="11176" y="29143"/>
                  </a:cubicBezTo>
                  <a:cubicBezTo>
                    <a:pt x="19476" y="30643"/>
                    <a:pt x="27976" y="28243"/>
                    <a:pt x="30276" y="20343"/>
                  </a:cubicBezTo>
                  <a:cubicBezTo>
                    <a:pt x="32576" y="12343"/>
                    <a:pt x="29676" y="2343"/>
                    <a:pt x="18276" y="343"/>
                  </a:cubicBezTo>
                  <a:cubicBezTo>
                    <a:pt x="6876" y="-1657"/>
                    <a:pt x="1976" y="5543"/>
                    <a:pt x="676" y="10043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75" name="probe-noto-emoji_u1f3d4-part-15"/>
            <p:cNvSpPr/>
            <p:nvPr/>
          </p:nvSpPr>
          <p:spPr>
            <a:xfrm>
              <a:off x="915496" y="432980"/>
              <a:ext cx="86734" cy="86033"/>
            </a:xfrm>
            <a:custGeom>
              <a:avLst/>
              <a:gdLst/>
              <a:ahLst/>
              <a:cxnLst/>
              <a:rect l="0" t="0" r="r" b="b"/>
              <a:pathLst>
                <a:path w="86734" h="86033">
                  <a:moveTo>
                    <a:pt x="29904" y="28120"/>
                  </a:moveTo>
                  <a:cubicBezTo>
                    <a:pt x="29904" y="28120"/>
                    <a:pt x="37304" y="920"/>
                    <a:pt x="42704" y="20"/>
                  </a:cubicBezTo>
                  <a:cubicBezTo>
                    <a:pt x="48104" y="-880"/>
                    <a:pt x="58904" y="29220"/>
                    <a:pt x="58904" y="29220"/>
                  </a:cubicBezTo>
                  <a:cubicBezTo>
                    <a:pt x="58904" y="29220"/>
                    <a:pt x="85804" y="30120"/>
                    <a:pt x="86704" y="34320"/>
                  </a:cubicBezTo>
                  <a:cubicBezTo>
                    <a:pt x="87604" y="38620"/>
                    <a:pt x="67704" y="54720"/>
                    <a:pt x="67704" y="54720"/>
                  </a:cubicBezTo>
                  <a:cubicBezTo>
                    <a:pt x="67704" y="54720"/>
                    <a:pt x="75104" y="79920"/>
                    <a:pt x="72004" y="83120"/>
                  </a:cubicBezTo>
                  <a:cubicBezTo>
                    <a:pt x="68904" y="86220"/>
                    <a:pt x="44204" y="70320"/>
                    <a:pt x="44204" y="70320"/>
                  </a:cubicBezTo>
                  <a:cubicBezTo>
                    <a:pt x="44204" y="70320"/>
                    <a:pt x="22104" y="89020"/>
                    <a:pt x="17004" y="85620"/>
                  </a:cubicBezTo>
                  <a:cubicBezTo>
                    <a:pt x="11904" y="82220"/>
                    <a:pt x="21304" y="54120"/>
                    <a:pt x="21304" y="54120"/>
                  </a:cubicBezTo>
                  <a:cubicBezTo>
                    <a:pt x="21304" y="54120"/>
                    <a:pt x="304" y="39120"/>
                    <a:pt x="4" y="34020"/>
                  </a:cubicBezTo>
                  <a:cubicBezTo>
                    <a:pt x="-396" y="28920"/>
                    <a:pt x="29904" y="28120"/>
                    <a:pt x="29904" y="2812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76" name="probe-noto-emoji_u1f3d4-part-16"/>
            <p:cNvSpPr/>
            <p:nvPr/>
          </p:nvSpPr>
          <p:spPr>
            <a:xfrm>
              <a:off x="304049" y="357998"/>
              <a:ext cx="92258" cy="89724"/>
            </a:xfrm>
            <a:custGeom>
              <a:avLst/>
              <a:gdLst/>
              <a:ahLst/>
              <a:cxnLst/>
              <a:rect l="0" t="0" r="r" b="b"/>
              <a:pathLst>
                <a:path w="92258" h="89724">
                  <a:moveTo>
                    <a:pt x="31351" y="28202"/>
                  </a:moveTo>
                  <a:cubicBezTo>
                    <a:pt x="31351" y="28202"/>
                    <a:pt x="41051" y="302"/>
                    <a:pt x="46951" y="2"/>
                  </a:cubicBezTo>
                  <a:cubicBezTo>
                    <a:pt x="52751" y="-298"/>
                    <a:pt x="61251" y="27902"/>
                    <a:pt x="61251" y="27902"/>
                  </a:cubicBezTo>
                  <a:cubicBezTo>
                    <a:pt x="61251" y="27902"/>
                    <a:pt x="90051" y="28202"/>
                    <a:pt x="92051" y="32402"/>
                  </a:cubicBezTo>
                  <a:cubicBezTo>
                    <a:pt x="94551" y="37802"/>
                    <a:pt x="73551" y="56102"/>
                    <a:pt x="73551" y="56102"/>
                  </a:cubicBezTo>
                  <a:cubicBezTo>
                    <a:pt x="73551" y="56102"/>
                    <a:pt x="80351" y="83302"/>
                    <a:pt x="77151" y="86602"/>
                  </a:cubicBezTo>
                  <a:cubicBezTo>
                    <a:pt x="73551" y="90202"/>
                    <a:pt x="48651" y="75902"/>
                    <a:pt x="48651" y="75902"/>
                  </a:cubicBezTo>
                  <a:cubicBezTo>
                    <a:pt x="48651" y="75902"/>
                    <a:pt x="23051" y="93702"/>
                    <a:pt x="17551" y="88902"/>
                  </a:cubicBezTo>
                  <a:cubicBezTo>
                    <a:pt x="12751" y="84702"/>
                    <a:pt x="22751" y="55802"/>
                    <a:pt x="22751" y="55802"/>
                  </a:cubicBezTo>
                  <a:cubicBezTo>
                    <a:pt x="22751" y="55802"/>
                    <a:pt x="-1249" y="38302"/>
                    <a:pt x="51" y="33402"/>
                  </a:cubicBezTo>
                  <a:cubicBezTo>
                    <a:pt x="1751" y="26602"/>
                    <a:pt x="31351" y="28202"/>
                    <a:pt x="31351" y="28202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77" name="probe-noto-emoji_u1f3d4-part-17"/>
            <p:cNvSpPr/>
            <p:nvPr/>
          </p:nvSpPr>
          <p:spPr>
            <a:xfrm>
              <a:off x="104400" y="461089"/>
              <a:ext cx="28710" cy="29911"/>
            </a:xfrm>
            <a:custGeom>
              <a:avLst/>
              <a:gdLst/>
              <a:ahLst/>
              <a:cxnLst/>
              <a:rect l="0" t="0" r="r" b="b"/>
              <a:pathLst>
                <a:path w="28710" h="29911">
                  <a:moveTo>
                    <a:pt x="14200" y="11"/>
                  </a:moveTo>
                  <a:cubicBezTo>
                    <a:pt x="8200" y="-289"/>
                    <a:pt x="0" y="5711"/>
                    <a:pt x="0" y="16011"/>
                  </a:cubicBezTo>
                  <a:cubicBezTo>
                    <a:pt x="0" y="23611"/>
                    <a:pt x="7300" y="29911"/>
                    <a:pt x="13600" y="29911"/>
                  </a:cubicBezTo>
                  <a:cubicBezTo>
                    <a:pt x="22700" y="29911"/>
                    <a:pt x="29000" y="23011"/>
                    <a:pt x="28700" y="15111"/>
                  </a:cubicBezTo>
                  <a:cubicBezTo>
                    <a:pt x="28300" y="4811"/>
                    <a:pt x="20500" y="311"/>
                    <a:pt x="14200" y="11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78" name="probe-noto-emoji_u1f3d4-part-18"/>
            <p:cNvSpPr/>
            <p:nvPr/>
          </p:nvSpPr>
          <p:spPr>
            <a:xfrm>
              <a:off x="184677" y="589220"/>
              <a:ext cx="40259" cy="41792"/>
            </a:xfrm>
            <a:custGeom>
              <a:avLst/>
              <a:gdLst/>
              <a:ahLst/>
              <a:cxnLst/>
              <a:rect l="0" t="0" r="r" b="b"/>
              <a:pathLst>
                <a:path w="40259" h="41792">
                  <a:moveTo>
                    <a:pt x="23" y="21080"/>
                  </a:moveTo>
                  <a:cubicBezTo>
                    <a:pt x="623" y="32480"/>
                    <a:pt x="6323" y="42180"/>
                    <a:pt x="21123" y="41780"/>
                  </a:cubicBezTo>
                  <a:cubicBezTo>
                    <a:pt x="35923" y="41380"/>
                    <a:pt x="48123" y="18680"/>
                    <a:pt x="34023" y="5380"/>
                  </a:cubicBezTo>
                  <a:cubicBezTo>
                    <a:pt x="19923" y="-7920"/>
                    <a:pt x="-777" y="5780"/>
                    <a:pt x="23" y="2108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79" name="probe-noto-emoji_u1f3d4-part-19"/>
            <p:cNvSpPr/>
            <p:nvPr/>
          </p:nvSpPr>
          <p:spPr>
            <a:xfrm>
              <a:off x="81794" y="723743"/>
              <a:ext cx="28924" cy="30257"/>
            </a:xfrm>
            <a:custGeom>
              <a:avLst/>
              <a:gdLst/>
              <a:ahLst/>
              <a:cxnLst/>
              <a:rect l="0" t="0" r="r" b="b"/>
              <a:pathLst>
                <a:path w="28924" h="30257">
                  <a:moveTo>
                    <a:pt x="4706" y="26057"/>
                  </a:moveTo>
                  <a:cubicBezTo>
                    <a:pt x="11706" y="33857"/>
                    <a:pt x="28506" y="30757"/>
                    <a:pt x="28906" y="17057"/>
                  </a:cubicBezTo>
                  <a:cubicBezTo>
                    <a:pt x="29306" y="4557"/>
                    <a:pt x="23006" y="-1343"/>
                    <a:pt x="11306" y="257"/>
                  </a:cubicBezTo>
                  <a:cubicBezTo>
                    <a:pt x="-294" y="1857"/>
                    <a:pt x="-3794" y="16557"/>
                    <a:pt x="4706" y="26057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0" name="probe-noto-emoji_u1f3d4-part-20"/>
            <p:cNvSpPr/>
            <p:nvPr/>
          </p:nvSpPr>
          <p:spPr>
            <a:xfrm>
              <a:off x="147600" y="880400"/>
              <a:ext cx="153600" cy="182600"/>
            </a:xfrm>
            <a:custGeom>
              <a:avLst/>
              <a:gdLst/>
              <a:ahLst/>
              <a:cxnLst/>
              <a:rect l="0" t="0" r="r" b="b"/>
              <a:pathLst>
                <a:path w="153600" h="182600">
                  <a:moveTo>
                    <a:pt x="137000" y="23200"/>
                  </a:moveTo>
                  <a:lnTo>
                    <a:pt x="118700" y="0"/>
                  </a:lnTo>
                  <a:lnTo>
                    <a:pt x="83000" y="16400"/>
                  </a:lnTo>
                  <a:lnTo>
                    <a:pt x="0" y="150600"/>
                  </a:lnTo>
                  <a:lnTo>
                    <a:pt x="28400" y="182600"/>
                  </a:lnTo>
                  <a:cubicBezTo>
                    <a:pt x="28400" y="182600"/>
                    <a:pt x="97900" y="144400"/>
                    <a:pt x="105300" y="142900"/>
                  </a:cubicBezTo>
                  <a:cubicBezTo>
                    <a:pt x="116400" y="140600"/>
                    <a:pt x="153600" y="142100"/>
                    <a:pt x="153600" y="142100"/>
                  </a:cubicBezTo>
                  <a:lnTo>
                    <a:pt x="137000" y="23200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1" name="probe-noto-emoji_u1f3d4-part-21"/>
            <p:cNvSpPr/>
            <p:nvPr/>
          </p:nvSpPr>
          <p:spPr>
            <a:xfrm>
              <a:off x="266500" y="878200"/>
              <a:ext cx="232954" cy="159312"/>
            </a:xfrm>
            <a:custGeom>
              <a:avLst/>
              <a:gdLst/>
              <a:ahLst/>
              <a:cxnLst/>
              <a:rect l="0" t="0" r="r" b="b"/>
              <a:pathLst>
                <a:path w="232954" h="159312">
                  <a:moveTo>
                    <a:pt x="20800" y="144100"/>
                  </a:moveTo>
                  <a:lnTo>
                    <a:pt x="77000" y="145100"/>
                  </a:lnTo>
                  <a:cubicBezTo>
                    <a:pt x="77000" y="145100"/>
                    <a:pt x="137000" y="163800"/>
                    <a:pt x="163000" y="158300"/>
                  </a:cubicBezTo>
                  <a:cubicBezTo>
                    <a:pt x="189000" y="152800"/>
                    <a:pt x="218400" y="128800"/>
                    <a:pt x="218400" y="128800"/>
                  </a:cubicBezTo>
                  <a:cubicBezTo>
                    <a:pt x="218400" y="128800"/>
                    <a:pt x="241100" y="119600"/>
                    <a:pt x="229800" y="106500"/>
                  </a:cubicBezTo>
                  <a:cubicBezTo>
                    <a:pt x="227200" y="103500"/>
                    <a:pt x="210200" y="98800"/>
                    <a:pt x="163900" y="87200"/>
                  </a:cubicBezTo>
                  <a:cubicBezTo>
                    <a:pt x="117600" y="75600"/>
                    <a:pt x="111600" y="66600"/>
                    <a:pt x="111600" y="66600"/>
                  </a:cubicBezTo>
                  <a:cubicBezTo>
                    <a:pt x="111600" y="66600"/>
                    <a:pt x="57700" y="29200"/>
                    <a:pt x="38400" y="14700"/>
                  </a:cubicBezTo>
                  <a:cubicBezTo>
                    <a:pt x="19100" y="200"/>
                    <a:pt x="0" y="0"/>
                    <a:pt x="0" y="0"/>
                  </a:cubicBezTo>
                  <a:cubicBezTo>
                    <a:pt x="0" y="0"/>
                    <a:pt x="12400" y="45800"/>
                    <a:pt x="15200" y="73300"/>
                  </a:cubicBezTo>
                  <a:cubicBezTo>
                    <a:pt x="17900" y="100800"/>
                    <a:pt x="20800" y="144100"/>
                    <a:pt x="20800" y="144100"/>
                  </a:cubicBezTo>
                  <a:close/>
                </a:path>
              </a:pathLst>
            </a:custGeom>
            <a:solidFill>
              <a:srgbClr val="8CC2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82" name="probe-noto-emoji_u1f3d4-part-22"/>
            <p:cNvSpPr/>
            <p:nvPr/>
          </p:nvSpPr>
          <p:spPr>
            <a:xfrm>
              <a:off x="56944" y="871182"/>
              <a:ext cx="219356" cy="220743"/>
            </a:xfrm>
            <a:custGeom>
              <a:avLst/>
              <a:gdLst/>
              <a:ahLst/>
              <a:cxnLst/>
              <a:rect l="0" t="0" r="r" b="b"/>
              <a:pathLst>
                <a:path w="219356" h="220743">
                  <a:moveTo>
                    <a:pt x="656" y="218218"/>
                  </a:moveTo>
                  <a:cubicBezTo>
                    <a:pt x="-6344" y="226718"/>
                    <a:pt x="44556" y="211418"/>
                    <a:pt x="64056" y="206718"/>
                  </a:cubicBezTo>
                  <a:cubicBezTo>
                    <a:pt x="88956" y="200718"/>
                    <a:pt x="119256" y="191618"/>
                    <a:pt x="119256" y="191618"/>
                  </a:cubicBezTo>
                  <a:lnTo>
                    <a:pt x="127256" y="130818"/>
                  </a:lnTo>
                  <a:cubicBezTo>
                    <a:pt x="127256" y="130818"/>
                    <a:pt x="179356" y="37218"/>
                    <a:pt x="186156" y="29418"/>
                  </a:cubicBezTo>
                  <a:cubicBezTo>
                    <a:pt x="192956" y="21618"/>
                    <a:pt x="219356" y="8518"/>
                    <a:pt x="219356" y="8518"/>
                  </a:cubicBezTo>
                  <a:cubicBezTo>
                    <a:pt x="219356" y="8518"/>
                    <a:pt x="203556" y="618"/>
                    <a:pt x="192656" y="18"/>
                  </a:cubicBezTo>
                  <a:cubicBezTo>
                    <a:pt x="174156" y="-982"/>
                    <a:pt x="138856" y="40118"/>
                    <a:pt x="120456" y="64218"/>
                  </a:cubicBezTo>
                  <a:cubicBezTo>
                    <a:pt x="102156" y="88318"/>
                    <a:pt x="70256" y="131818"/>
                    <a:pt x="70256" y="131818"/>
                  </a:cubicBezTo>
                  <a:cubicBezTo>
                    <a:pt x="70256" y="131818"/>
                    <a:pt x="55356" y="135818"/>
                    <a:pt x="40156" y="157218"/>
                  </a:cubicBezTo>
                  <a:cubicBezTo>
                    <a:pt x="17256" y="189618"/>
                    <a:pt x="656" y="218218"/>
                    <a:pt x="656" y="218218"/>
                  </a:cubicBezTo>
                  <a:close/>
                </a:path>
              </a:pathLst>
            </a:custGeom>
            <a:solidFill>
              <a:srgbClr val="C6E4F7"/>
            </a:solidFill>
            <a:ln w="8037" cap="flat">
              <a:noFill/>
              <a:prstDash val="solid"/>
              <a:miter/>
            </a:ln>
          </p:spPr>
        </p:sp>
        <p:sp>
          <p:nvSpPr>
            <p:cNvPr id="83" name="probe-noto-emoji_u1f3d4-part-23"/>
            <p:cNvSpPr/>
            <p:nvPr/>
          </p:nvSpPr>
          <p:spPr>
            <a:xfrm>
              <a:off x="338082" y="905884"/>
              <a:ext cx="92318" cy="173735"/>
            </a:xfrm>
            <a:custGeom>
              <a:avLst/>
              <a:gdLst/>
              <a:ahLst/>
              <a:cxnLst/>
              <a:rect l="0" t="0" r="r" b="b"/>
              <a:pathLst>
                <a:path w="92318" h="173735">
                  <a:moveTo>
                    <a:pt x="59918" y="16"/>
                  </a:moveTo>
                  <a:cubicBezTo>
                    <a:pt x="53118" y="-684"/>
                    <a:pt x="44518" y="22016"/>
                    <a:pt x="39918" y="38916"/>
                  </a:cubicBezTo>
                  <a:cubicBezTo>
                    <a:pt x="36618" y="50816"/>
                    <a:pt x="15318" y="111116"/>
                    <a:pt x="12818" y="122816"/>
                  </a:cubicBezTo>
                  <a:cubicBezTo>
                    <a:pt x="10218" y="134616"/>
                    <a:pt x="-2982" y="169416"/>
                    <a:pt x="618" y="171016"/>
                  </a:cubicBezTo>
                  <a:cubicBezTo>
                    <a:pt x="4218" y="172516"/>
                    <a:pt x="15918" y="175216"/>
                    <a:pt x="22118" y="172716"/>
                  </a:cubicBezTo>
                  <a:cubicBezTo>
                    <a:pt x="23718" y="172116"/>
                    <a:pt x="45418" y="157116"/>
                    <a:pt x="61118" y="147716"/>
                  </a:cubicBezTo>
                  <a:cubicBezTo>
                    <a:pt x="76818" y="138316"/>
                    <a:pt x="92318" y="129816"/>
                    <a:pt x="92318" y="129216"/>
                  </a:cubicBezTo>
                  <a:cubicBezTo>
                    <a:pt x="92318" y="123116"/>
                    <a:pt x="80318" y="66916"/>
                    <a:pt x="79018" y="59416"/>
                  </a:cubicBezTo>
                  <a:cubicBezTo>
                    <a:pt x="75318" y="37916"/>
                    <a:pt x="70518" y="1116"/>
                    <a:pt x="59918" y="16"/>
                  </a:cubicBezTo>
                  <a:close/>
                </a:path>
              </a:pathLst>
            </a:custGeom>
            <a:solidFill>
              <a:srgbClr val="3363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4" name="probe-noto-emoji_u1f3d4-part-24"/>
            <p:cNvSpPr/>
            <p:nvPr/>
          </p:nvSpPr>
          <p:spPr>
            <a:xfrm>
              <a:off x="424421" y="928347"/>
              <a:ext cx="69505" cy="111809"/>
            </a:xfrm>
            <a:custGeom>
              <a:avLst/>
              <a:gdLst/>
              <a:ahLst/>
              <a:cxnLst/>
              <a:rect l="0" t="0" r="r" b="b"/>
              <a:pathLst>
                <a:path w="69505" h="111809">
                  <a:moveTo>
                    <a:pt x="34679" y="153"/>
                  </a:moveTo>
                  <a:cubicBezTo>
                    <a:pt x="28779" y="2153"/>
                    <a:pt x="21479" y="24953"/>
                    <a:pt x="14579" y="48553"/>
                  </a:cubicBezTo>
                  <a:cubicBezTo>
                    <a:pt x="10179" y="63453"/>
                    <a:pt x="-2621" y="108153"/>
                    <a:pt x="479" y="110353"/>
                  </a:cubicBezTo>
                  <a:cubicBezTo>
                    <a:pt x="3579" y="112553"/>
                    <a:pt x="33879" y="112953"/>
                    <a:pt x="46679" y="106553"/>
                  </a:cubicBezTo>
                  <a:cubicBezTo>
                    <a:pt x="58979" y="100353"/>
                    <a:pt x="67779" y="92553"/>
                    <a:pt x="69379" y="88153"/>
                  </a:cubicBezTo>
                  <a:cubicBezTo>
                    <a:pt x="70979" y="83753"/>
                    <a:pt x="56979" y="44953"/>
                    <a:pt x="51579" y="30753"/>
                  </a:cubicBezTo>
                  <a:cubicBezTo>
                    <a:pt x="47379" y="20053"/>
                    <a:pt x="40879" y="-2047"/>
                    <a:pt x="34679" y="153"/>
                  </a:cubicBezTo>
                  <a:close/>
                </a:path>
              </a:pathLst>
            </a:custGeom>
            <a:solidFill>
              <a:srgbClr val="3363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5" name="probe-noto-emoji_u1f3d4-part-25"/>
            <p:cNvSpPr/>
            <p:nvPr/>
          </p:nvSpPr>
          <p:spPr>
            <a:xfrm>
              <a:off x="332400" y="704500"/>
              <a:ext cx="176900" cy="206386"/>
            </a:xfrm>
            <a:custGeom>
              <a:avLst/>
              <a:gdLst/>
              <a:ahLst/>
              <a:cxnLst/>
              <a:rect l="0" t="0" r="r" b="b"/>
              <a:pathLst>
                <a:path w="176900" h="206386">
                  <a:moveTo>
                    <a:pt x="133500" y="0"/>
                  </a:moveTo>
                  <a:lnTo>
                    <a:pt x="9900" y="49300"/>
                  </a:lnTo>
                  <a:lnTo>
                    <a:pt x="0" y="70600"/>
                  </a:lnTo>
                  <a:cubicBezTo>
                    <a:pt x="0" y="70600"/>
                    <a:pt x="19200" y="92100"/>
                    <a:pt x="32600" y="106600"/>
                  </a:cubicBezTo>
                  <a:cubicBezTo>
                    <a:pt x="44200" y="119100"/>
                    <a:pt x="75200" y="135700"/>
                    <a:pt x="80700" y="146900"/>
                  </a:cubicBezTo>
                  <a:cubicBezTo>
                    <a:pt x="91500" y="168900"/>
                    <a:pt x="133800" y="191500"/>
                    <a:pt x="154900" y="202100"/>
                  </a:cubicBezTo>
                  <a:cubicBezTo>
                    <a:pt x="176000" y="212700"/>
                    <a:pt x="176900" y="200300"/>
                    <a:pt x="176900" y="200300"/>
                  </a:cubicBezTo>
                  <a:lnTo>
                    <a:pt x="133500" y="0"/>
                  </a:lnTo>
                  <a:close/>
                </a:path>
              </a:pathLst>
            </a:custGeom>
            <a:solidFill>
              <a:srgbClr val="9EA2A3"/>
            </a:solidFill>
            <a:ln w="8037" cap="flat">
              <a:noFill/>
              <a:prstDash val="solid"/>
              <a:miter/>
            </a:ln>
          </p:spPr>
        </p:sp>
        <p:sp>
          <p:nvSpPr>
            <p:cNvPr id="86" name="probe-noto-emoji_u1f3d4-part-26"/>
            <p:cNvSpPr/>
            <p:nvPr/>
          </p:nvSpPr>
          <p:spPr>
            <a:xfrm>
              <a:off x="494000" y="994700"/>
              <a:ext cx="313200" cy="92700"/>
            </a:xfrm>
            <a:custGeom>
              <a:avLst/>
              <a:gdLst/>
              <a:ahLst/>
              <a:cxnLst/>
              <a:rect l="0" t="0" r="r" b="b"/>
              <a:pathLst>
                <a:path w="313200" h="92700">
                  <a:moveTo>
                    <a:pt x="24600" y="0"/>
                  </a:moveTo>
                  <a:lnTo>
                    <a:pt x="0" y="17900"/>
                  </a:lnTo>
                  <a:cubicBezTo>
                    <a:pt x="0" y="17900"/>
                    <a:pt x="26500" y="35600"/>
                    <a:pt x="46100" y="41500"/>
                  </a:cubicBezTo>
                  <a:cubicBezTo>
                    <a:pt x="65700" y="47400"/>
                    <a:pt x="97100" y="59100"/>
                    <a:pt x="130400" y="65000"/>
                  </a:cubicBezTo>
                  <a:cubicBezTo>
                    <a:pt x="163700" y="70900"/>
                    <a:pt x="195100" y="67000"/>
                    <a:pt x="216600" y="68900"/>
                  </a:cubicBezTo>
                  <a:cubicBezTo>
                    <a:pt x="238200" y="70900"/>
                    <a:pt x="282200" y="92700"/>
                    <a:pt x="282200" y="92700"/>
                  </a:cubicBezTo>
                  <a:cubicBezTo>
                    <a:pt x="282200" y="92700"/>
                    <a:pt x="291500" y="73600"/>
                    <a:pt x="300800" y="60400"/>
                  </a:cubicBezTo>
                  <a:cubicBezTo>
                    <a:pt x="310100" y="47300"/>
                    <a:pt x="313200" y="40000"/>
                    <a:pt x="313200" y="40000"/>
                  </a:cubicBezTo>
                  <a:lnTo>
                    <a:pt x="228600" y="21600"/>
                  </a:lnTo>
                  <a:lnTo>
                    <a:pt x="24600" y="0"/>
                  </a:lnTo>
                  <a:close/>
                </a:path>
              </a:pathLst>
            </a:custGeom>
            <a:solidFill>
              <a:srgbClr val="9EA2A3"/>
            </a:solidFill>
            <a:ln w="8037" cap="flat">
              <a:noFill/>
              <a:prstDash val="solid"/>
              <a:miter/>
            </a:ln>
          </p:spPr>
        </p:sp>
        <p:sp>
          <p:nvSpPr>
            <p:cNvPr id="87" name="probe-noto-emoji_u1f3d4-part-27"/>
            <p:cNvSpPr/>
            <p:nvPr/>
          </p:nvSpPr>
          <p:spPr>
            <a:xfrm>
              <a:off x="729334" y="1060287"/>
              <a:ext cx="87356" cy="138517"/>
            </a:xfrm>
            <a:custGeom>
              <a:avLst/>
              <a:gdLst/>
              <a:ahLst/>
              <a:cxnLst/>
              <a:rect l="0" t="0" r="r" b="b"/>
              <a:pathLst>
                <a:path w="87356" h="138517">
                  <a:moveTo>
                    <a:pt x="35866" y="13"/>
                  </a:moveTo>
                  <a:cubicBezTo>
                    <a:pt x="28666" y="613"/>
                    <a:pt x="18566" y="54613"/>
                    <a:pt x="14966" y="66613"/>
                  </a:cubicBezTo>
                  <a:cubicBezTo>
                    <a:pt x="12966" y="73413"/>
                    <a:pt x="-3734" y="119913"/>
                    <a:pt x="766" y="127713"/>
                  </a:cubicBezTo>
                  <a:cubicBezTo>
                    <a:pt x="9766" y="143713"/>
                    <a:pt x="83766" y="139413"/>
                    <a:pt x="87066" y="131013"/>
                  </a:cubicBezTo>
                  <a:cubicBezTo>
                    <a:pt x="90266" y="122613"/>
                    <a:pt x="65966" y="66413"/>
                    <a:pt x="61466" y="56013"/>
                  </a:cubicBezTo>
                  <a:cubicBezTo>
                    <a:pt x="56866" y="45813"/>
                    <a:pt x="46466" y="-887"/>
                    <a:pt x="35866" y="13"/>
                  </a:cubicBezTo>
                  <a:close/>
                </a:path>
              </a:pathLst>
            </a:custGeom>
            <a:solidFill>
              <a:srgbClr val="3363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8" name="probe-noto-emoji_u1f3d4-part-28"/>
            <p:cNvSpPr/>
            <p:nvPr/>
          </p:nvSpPr>
          <p:spPr>
            <a:xfrm>
              <a:off x="350200" y="299200"/>
              <a:ext cx="615809" cy="724100"/>
            </a:xfrm>
            <a:custGeom>
              <a:avLst/>
              <a:gdLst/>
              <a:ahLst/>
              <a:cxnLst/>
              <a:rect l="0" t="0" r="r" b="b"/>
              <a:pathLst>
                <a:path w="615809" h="724100">
                  <a:moveTo>
                    <a:pt x="109100" y="195100"/>
                  </a:moveTo>
                  <a:lnTo>
                    <a:pt x="0" y="462500"/>
                  </a:lnTo>
                  <a:cubicBezTo>
                    <a:pt x="0" y="462500"/>
                    <a:pt x="6800" y="473100"/>
                    <a:pt x="16400" y="484700"/>
                  </a:cubicBezTo>
                  <a:cubicBezTo>
                    <a:pt x="26100" y="496300"/>
                    <a:pt x="61800" y="525200"/>
                    <a:pt x="73400" y="533900"/>
                  </a:cubicBezTo>
                  <a:cubicBezTo>
                    <a:pt x="85000" y="542600"/>
                    <a:pt x="86000" y="550300"/>
                    <a:pt x="100400" y="560000"/>
                  </a:cubicBezTo>
                  <a:cubicBezTo>
                    <a:pt x="114900" y="569700"/>
                    <a:pt x="167000" y="594800"/>
                    <a:pt x="185400" y="604400"/>
                  </a:cubicBezTo>
                  <a:cubicBezTo>
                    <a:pt x="203700" y="614100"/>
                    <a:pt x="234600" y="630500"/>
                    <a:pt x="234600" y="630500"/>
                  </a:cubicBezTo>
                  <a:cubicBezTo>
                    <a:pt x="234600" y="630500"/>
                    <a:pt x="203700" y="662400"/>
                    <a:pt x="195000" y="674900"/>
                  </a:cubicBezTo>
                  <a:cubicBezTo>
                    <a:pt x="186300" y="687500"/>
                    <a:pt x="178900" y="699700"/>
                    <a:pt x="178900" y="699700"/>
                  </a:cubicBezTo>
                  <a:lnTo>
                    <a:pt x="338800" y="724100"/>
                  </a:lnTo>
                  <a:cubicBezTo>
                    <a:pt x="338800" y="724100"/>
                    <a:pt x="617600" y="599300"/>
                    <a:pt x="615800" y="593200"/>
                  </a:cubicBezTo>
                  <a:cubicBezTo>
                    <a:pt x="614000" y="587100"/>
                    <a:pt x="604300" y="451900"/>
                    <a:pt x="598500" y="445100"/>
                  </a:cubicBezTo>
                  <a:cubicBezTo>
                    <a:pt x="592700" y="438300"/>
                    <a:pt x="533800" y="343700"/>
                    <a:pt x="533800" y="343700"/>
                  </a:cubicBezTo>
                  <a:lnTo>
                    <a:pt x="474900" y="335000"/>
                  </a:lnTo>
                  <a:lnTo>
                    <a:pt x="382200" y="159300"/>
                  </a:lnTo>
                  <a:lnTo>
                    <a:pt x="284700" y="0"/>
                  </a:lnTo>
                  <a:lnTo>
                    <a:pt x="218100" y="103300"/>
                  </a:lnTo>
                  <a:lnTo>
                    <a:pt x="182400" y="168900"/>
                  </a:lnTo>
                  <a:lnTo>
                    <a:pt x="109100" y="195100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3d4-part-29"/>
            <p:cNvSpPr/>
            <p:nvPr/>
          </p:nvSpPr>
          <p:spPr>
            <a:xfrm>
              <a:off x="585750" y="271314"/>
              <a:ext cx="466605" cy="634212"/>
            </a:xfrm>
            <a:custGeom>
              <a:avLst/>
              <a:gdLst/>
              <a:ahLst/>
              <a:cxnLst/>
              <a:rect l="0" t="0" r="r" b="b"/>
              <a:pathLst>
                <a:path w="466605" h="634212">
                  <a:moveTo>
                    <a:pt x="50" y="600386"/>
                  </a:moveTo>
                  <a:cubicBezTo>
                    <a:pt x="-1050" y="607086"/>
                    <a:pt x="16450" y="635186"/>
                    <a:pt x="24150" y="634186"/>
                  </a:cubicBezTo>
                  <a:cubicBezTo>
                    <a:pt x="31850" y="633186"/>
                    <a:pt x="77250" y="593686"/>
                    <a:pt x="88850" y="585886"/>
                  </a:cubicBezTo>
                  <a:cubicBezTo>
                    <a:pt x="100450" y="578186"/>
                    <a:pt x="168050" y="534686"/>
                    <a:pt x="183450" y="525086"/>
                  </a:cubicBezTo>
                  <a:cubicBezTo>
                    <a:pt x="198850" y="515386"/>
                    <a:pt x="239450" y="479986"/>
                    <a:pt x="242350" y="474886"/>
                  </a:cubicBezTo>
                  <a:cubicBezTo>
                    <a:pt x="246150" y="467986"/>
                    <a:pt x="258250" y="405886"/>
                    <a:pt x="260650" y="397686"/>
                  </a:cubicBezTo>
                  <a:cubicBezTo>
                    <a:pt x="261750" y="394086"/>
                    <a:pt x="284650" y="376086"/>
                    <a:pt x="287150" y="379186"/>
                  </a:cubicBezTo>
                  <a:cubicBezTo>
                    <a:pt x="292150" y="385286"/>
                    <a:pt x="313750" y="444986"/>
                    <a:pt x="318550" y="461386"/>
                  </a:cubicBezTo>
                  <a:cubicBezTo>
                    <a:pt x="323350" y="477786"/>
                    <a:pt x="352350" y="593686"/>
                    <a:pt x="354250" y="601386"/>
                  </a:cubicBezTo>
                  <a:cubicBezTo>
                    <a:pt x="357150" y="612786"/>
                    <a:pt x="378350" y="634186"/>
                    <a:pt x="395750" y="623586"/>
                  </a:cubicBezTo>
                  <a:cubicBezTo>
                    <a:pt x="413150" y="612986"/>
                    <a:pt x="460850" y="593886"/>
                    <a:pt x="466450" y="584786"/>
                  </a:cubicBezTo>
                  <a:cubicBezTo>
                    <a:pt x="469450" y="579986"/>
                    <a:pt x="428250" y="519486"/>
                    <a:pt x="406150" y="487886"/>
                  </a:cubicBezTo>
                  <a:cubicBezTo>
                    <a:pt x="384050" y="456286"/>
                    <a:pt x="363550" y="423086"/>
                    <a:pt x="343150" y="394786"/>
                  </a:cubicBezTo>
                  <a:cubicBezTo>
                    <a:pt x="326450" y="371586"/>
                    <a:pt x="316050" y="357186"/>
                    <a:pt x="304950" y="351286"/>
                  </a:cubicBezTo>
                  <a:cubicBezTo>
                    <a:pt x="293750" y="345386"/>
                    <a:pt x="284250" y="359086"/>
                    <a:pt x="284250" y="359086"/>
                  </a:cubicBezTo>
                  <a:cubicBezTo>
                    <a:pt x="284250" y="359086"/>
                    <a:pt x="202650" y="217986"/>
                    <a:pt x="188150" y="192886"/>
                  </a:cubicBezTo>
                  <a:cubicBezTo>
                    <a:pt x="173650" y="167786"/>
                    <a:pt x="96950" y="47286"/>
                    <a:pt x="77850" y="19586"/>
                  </a:cubicBezTo>
                  <a:cubicBezTo>
                    <a:pt x="65350" y="1386"/>
                    <a:pt x="57550" y="-3914"/>
                    <a:pt x="45850" y="2786"/>
                  </a:cubicBezTo>
                  <a:cubicBezTo>
                    <a:pt x="34150" y="9386"/>
                    <a:pt x="40450" y="58686"/>
                    <a:pt x="40450" y="58686"/>
                  </a:cubicBezTo>
                  <a:cubicBezTo>
                    <a:pt x="40450" y="58686"/>
                    <a:pt x="149750" y="267886"/>
                    <a:pt x="144750" y="281686"/>
                  </a:cubicBezTo>
                  <a:cubicBezTo>
                    <a:pt x="139650" y="295486"/>
                    <a:pt x="99350" y="369586"/>
                    <a:pt x="77150" y="413986"/>
                  </a:cubicBezTo>
                  <a:cubicBezTo>
                    <a:pt x="55050" y="458486"/>
                    <a:pt x="2950" y="583086"/>
                    <a:pt x="50" y="600386"/>
                  </a:cubicBezTo>
                  <a:close/>
                </a:path>
              </a:pathLst>
            </a:custGeom>
            <a:solidFill>
              <a:srgbClr val="8CC2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90" name="probe-noto-emoji_u1f3d4-part-30"/>
            <p:cNvSpPr/>
            <p:nvPr/>
          </p:nvSpPr>
          <p:spPr>
            <a:xfrm>
              <a:off x="342198" y="271500"/>
              <a:ext cx="297729" cy="504500"/>
            </a:xfrm>
            <a:custGeom>
              <a:avLst/>
              <a:gdLst/>
              <a:ahLst/>
              <a:cxnLst/>
              <a:rect l="0" t="0" r="r" b="b"/>
              <a:pathLst>
                <a:path w="297729" h="504500">
                  <a:moveTo>
                    <a:pt x="127102" y="244400"/>
                  </a:moveTo>
                  <a:cubicBezTo>
                    <a:pt x="135102" y="232400"/>
                    <a:pt x="204002" y="387800"/>
                    <a:pt x="221402" y="389700"/>
                  </a:cubicBezTo>
                  <a:cubicBezTo>
                    <a:pt x="238802" y="391600"/>
                    <a:pt x="250402" y="271000"/>
                    <a:pt x="248402" y="243900"/>
                  </a:cubicBezTo>
                  <a:cubicBezTo>
                    <a:pt x="246502" y="216900"/>
                    <a:pt x="248402" y="127100"/>
                    <a:pt x="256102" y="107800"/>
                  </a:cubicBezTo>
                  <a:cubicBezTo>
                    <a:pt x="263802" y="88500"/>
                    <a:pt x="284102" y="58600"/>
                    <a:pt x="284102" y="58600"/>
                  </a:cubicBezTo>
                  <a:cubicBezTo>
                    <a:pt x="284102" y="58600"/>
                    <a:pt x="295402" y="34600"/>
                    <a:pt x="296502" y="28200"/>
                  </a:cubicBezTo>
                  <a:cubicBezTo>
                    <a:pt x="299802" y="9700"/>
                    <a:pt x="295402" y="0"/>
                    <a:pt x="295402" y="0"/>
                  </a:cubicBezTo>
                  <a:cubicBezTo>
                    <a:pt x="295402" y="0"/>
                    <a:pt x="284102" y="2600"/>
                    <a:pt x="273402" y="17100"/>
                  </a:cubicBezTo>
                  <a:cubicBezTo>
                    <a:pt x="262802" y="31600"/>
                    <a:pt x="219102" y="114900"/>
                    <a:pt x="219102" y="114900"/>
                  </a:cubicBezTo>
                  <a:cubicBezTo>
                    <a:pt x="219102" y="114900"/>
                    <a:pt x="164302" y="169700"/>
                    <a:pt x="148902" y="180300"/>
                  </a:cubicBezTo>
                  <a:cubicBezTo>
                    <a:pt x="133502" y="190900"/>
                    <a:pt x="111202" y="204400"/>
                    <a:pt x="106402" y="213100"/>
                  </a:cubicBezTo>
                  <a:cubicBezTo>
                    <a:pt x="101602" y="221800"/>
                    <a:pt x="63902" y="326600"/>
                    <a:pt x="45602" y="368500"/>
                  </a:cubicBezTo>
                  <a:cubicBezTo>
                    <a:pt x="22802" y="420900"/>
                    <a:pt x="802" y="465500"/>
                    <a:pt x="2" y="482300"/>
                  </a:cubicBezTo>
                  <a:cubicBezTo>
                    <a:pt x="-198" y="485600"/>
                    <a:pt x="18002" y="504500"/>
                    <a:pt x="18002" y="504500"/>
                  </a:cubicBezTo>
                  <a:cubicBezTo>
                    <a:pt x="18002" y="504500"/>
                    <a:pt x="33302" y="475100"/>
                    <a:pt x="51602" y="426900"/>
                  </a:cubicBezTo>
                  <a:cubicBezTo>
                    <a:pt x="69902" y="378700"/>
                    <a:pt x="119202" y="256400"/>
                    <a:pt x="127102" y="244400"/>
                  </a:cubicBezTo>
                  <a:close/>
                </a:path>
              </a:pathLst>
            </a:custGeom>
            <a:solidFill>
              <a:srgbClr val="C6E4F7"/>
            </a:solidFill>
            <a:ln w="8037" cap="flat">
              <a:noFill/>
              <a:prstDash val="solid"/>
              <a:miter/>
            </a:ln>
          </p:spPr>
        </p:sp>
        <p:sp>
          <p:nvSpPr>
            <p:cNvPr id="91" name="probe-noto-emoji_u1f3d4-part-31"/>
            <p:cNvSpPr/>
            <p:nvPr/>
          </p:nvSpPr>
          <p:spPr>
            <a:xfrm>
              <a:off x="527561" y="872600"/>
              <a:ext cx="452439" cy="168436"/>
            </a:xfrm>
            <a:custGeom>
              <a:avLst/>
              <a:gdLst/>
              <a:ahLst/>
              <a:cxnLst/>
              <a:rect l="0" t="0" r="r" b="b"/>
              <a:pathLst>
                <a:path w="452439" h="168436">
                  <a:moveTo>
                    <a:pt x="12939" y="108600"/>
                  </a:moveTo>
                  <a:cubicBezTo>
                    <a:pt x="12939" y="108600"/>
                    <a:pt x="-1561" y="127500"/>
                    <a:pt x="139" y="130400"/>
                  </a:cubicBezTo>
                  <a:cubicBezTo>
                    <a:pt x="4939" y="138600"/>
                    <a:pt x="75639" y="159300"/>
                    <a:pt x="88139" y="161300"/>
                  </a:cubicBezTo>
                  <a:cubicBezTo>
                    <a:pt x="100639" y="163300"/>
                    <a:pt x="172139" y="170000"/>
                    <a:pt x="196239" y="168100"/>
                  </a:cubicBezTo>
                  <a:cubicBezTo>
                    <a:pt x="220339" y="166200"/>
                    <a:pt x="279639" y="162000"/>
                    <a:pt x="279639" y="162000"/>
                  </a:cubicBezTo>
                  <a:cubicBezTo>
                    <a:pt x="279639" y="162000"/>
                    <a:pt x="318839" y="115000"/>
                    <a:pt x="328439" y="107200"/>
                  </a:cubicBezTo>
                  <a:cubicBezTo>
                    <a:pt x="338139" y="99500"/>
                    <a:pt x="389239" y="80200"/>
                    <a:pt x="389239" y="80200"/>
                  </a:cubicBezTo>
                  <a:lnTo>
                    <a:pt x="452439" y="23200"/>
                  </a:lnTo>
                  <a:cubicBezTo>
                    <a:pt x="452439" y="23200"/>
                    <a:pt x="434039" y="21900"/>
                    <a:pt x="424939" y="16500"/>
                  </a:cubicBezTo>
                  <a:cubicBezTo>
                    <a:pt x="415839" y="11100"/>
                    <a:pt x="412439" y="0"/>
                    <a:pt x="412439" y="0"/>
                  </a:cubicBezTo>
                  <a:cubicBezTo>
                    <a:pt x="412439" y="0"/>
                    <a:pt x="368039" y="25100"/>
                    <a:pt x="349639" y="34800"/>
                  </a:cubicBezTo>
                  <a:cubicBezTo>
                    <a:pt x="331339" y="44500"/>
                    <a:pt x="260839" y="67600"/>
                    <a:pt x="240539" y="79200"/>
                  </a:cubicBezTo>
                  <a:cubicBezTo>
                    <a:pt x="220239" y="90800"/>
                    <a:pt x="163339" y="119700"/>
                    <a:pt x="163339" y="119700"/>
                  </a:cubicBezTo>
                  <a:cubicBezTo>
                    <a:pt x="163339" y="119700"/>
                    <a:pt x="62939" y="127400"/>
                    <a:pt x="53239" y="124500"/>
                  </a:cubicBezTo>
                  <a:cubicBezTo>
                    <a:pt x="43739" y="121800"/>
                    <a:pt x="12939" y="108600"/>
                    <a:pt x="12939" y="108600"/>
                  </a:cubicBezTo>
                  <a:close/>
                </a:path>
              </a:pathLst>
            </a:custGeom>
            <a:solidFill>
              <a:srgbClr val="C6E4F7"/>
            </a:solidFill>
            <a:ln w="8037" cap="flat">
              <a:noFill/>
              <a:prstDash val="solid"/>
              <a:miter/>
            </a:ln>
          </p:spPr>
        </p:sp>
        <p:sp>
          <p:nvSpPr>
            <p:cNvPr id="92" name="probe-noto-emoji_u1f3d4-part-32"/>
            <p:cNvSpPr/>
            <p:nvPr/>
          </p:nvSpPr>
          <p:spPr>
            <a:xfrm>
              <a:off x="349740" y="195147"/>
              <a:ext cx="39142" cy="39735"/>
            </a:xfrm>
            <a:custGeom>
              <a:avLst/>
              <a:gdLst/>
              <a:ahLst/>
              <a:cxnLst/>
              <a:rect l="0" t="0" r="r" b="b"/>
              <a:pathLst>
                <a:path w="39142" h="39735">
                  <a:moveTo>
                    <a:pt x="5560" y="5653"/>
                  </a:moveTo>
                  <a:cubicBezTo>
                    <a:pt x="-3540" y="15653"/>
                    <a:pt x="-540" y="30553"/>
                    <a:pt x="7860" y="36053"/>
                  </a:cubicBezTo>
                  <a:cubicBezTo>
                    <a:pt x="16260" y="41553"/>
                    <a:pt x="28860" y="41053"/>
                    <a:pt x="35060" y="33453"/>
                  </a:cubicBezTo>
                  <a:cubicBezTo>
                    <a:pt x="40560" y="26653"/>
                    <a:pt x="41160" y="13053"/>
                    <a:pt x="32760" y="4653"/>
                  </a:cubicBezTo>
                  <a:cubicBezTo>
                    <a:pt x="25460" y="-2547"/>
                    <a:pt x="11360" y="-747"/>
                    <a:pt x="5560" y="5653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93" name="probe-noto-emoji_u1f3d6" descr="海岸 — Google Noto Emoji contributors; Apache-2.0; original SVG unchanged. Source: https://github.com/googlefonts/noto-emoji/blob/e20cbc2bbec1926686be9f9bee7d1d2cfa1fea0e/2D/svg/emoji_u1f3d6.svg; SVG SHA256: 86748857b91c4243b9f333fce89723a655849415c160ce3dc64c4b16bf10e1f9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1280000" cy="1280000"/>
          </a:xfrm>
        </p:grpSpPr>
        <p:sp>
          <p:nvSpPr>
            <p:cNvPr id="94" name="probe-noto-emoji_u1f3d6-part-1"/>
            <p:cNvSpPr/>
            <p:nvPr/>
          </p:nvSpPr>
          <p:spPr>
            <a:xfrm>
              <a:off x="88068" y="779703"/>
              <a:ext cx="909332" cy="353997"/>
            </a:xfrm>
            <a:custGeom>
              <a:avLst/>
              <a:gdLst/>
              <a:ahLst/>
              <a:cxnLst/>
              <a:rect l="0" t="0" r="r" b="b"/>
              <a:pathLst>
                <a:path w="909332" h="353997">
                  <a:moveTo>
                    <a:pt x="89032" y="353997"/>
                  </a:moveTo>
                  <a:cubicBezTo>
                    <a:pt x="50232" y="331097"/>
                    <a:pt x="-1468" y="288497"/>
                    <a:pt x="32" y="216897"/>
                  </a:cubicBezTo>
                  <a:cubicBezTo>
                    <a:pt x="1332" y="156097"/>
                    <a:pt x="87332" y="59397"/>
                    <a:pt x="307832" y="22397"/>
                  </a:cubicBezTo>
                  <a:cubicBezTo>
                    <a:pt x="528332" y="-14603"/>
                    <a:pt x="650032" y="2997"/>
                    <a:pt x="748832" y="13597"/>
                  </a:cubicBezTo>
                  <a:cubicBezTo>
                    <a:pt x="847632" y="24197"/>
                    <a:pt x="909332" y="55897"/>
                    <a:pt x="909332" y="55897"/>
                  </a:cubicBezTo>
                  <a:lnTo>
                    <a:pt x="819332" y="237597"/>
                  </a:lnTo>
                  <a:lnTo>
                    <a:pt x="89032" y="353997"/>
                  </a:lnTo>
                  <a:close/>
                </a:path>
              </a:pathLst>
            </a:custGeom>
            <a:solidFill>
              <a:srgbClr val="04C1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95" name="probe-noto-emoji_u1f3d6-part-2"/>
            <p:cNvSpPr/>
            <p:nvPr/>
          </p:nvSpPr>
          <p:spPr>
            <a:xfrm>
              <a:off x="190172" y="810800"/>
              <a:ext cx="938874" cy="433512"/>
            </a:xfrm>
            <a:custGeom>
              <a:avLst/>
              <a:gdLst/>
              <a:ahLst/>
              <a:cxnLst/>
              <a:rect l="0" t="0" r="r" b="b"/>
              <a:pathLst>
                <a:path w="938874" h="433512">
                  <a:moveTo>
                    <a:pt x="378028" y="156800"/>
                  </a:moveTo>
                  <a:lnTo>
                    <a:pt x="175328" y="210600"/>
                  </a:lnTo>
                  <a:lnTo>
                    <a:pt x="12928" y="282300"/>
                  </a:lnTo>
                  <a:cubicBezTo>
                    <a:pt x="12928" y="282300"/>
                    <a:pt x="-7272" y="324900"/>
                    <a:pt x="2828" y="336100"/>
                  </a:cubicBezTo>
                  <a:cubicBezTo>
                    <a:pt x="12928" y="347300"/>
                    <a:pt x="161928" y="432500"/>
                    <a:pt x="426128" y="433500"/>
                  </a:cubicBezTo>
                  <a:cubicBezTo>
                    <a:pt x="718528" y="434600"/>
                    <a:pt x="874028" y="358500"/>
                    <a:pt x="927828" y="319300"/>
                  </a:cubicBezTo>
                  <a:cubicBezTo>
                    <a:pt x="981628" y="280100"/>
                    <a:pt x="821428" y="55000"/>
                    <a:pt x="821428" y="55000"/>
                  </a:cubicBezTo>
                  <a:lnTo>
                    <a:pt x="687728" y="0"/>
                  </a:lnTo>
                  <a:lnTo>
                    <a:pt x="535828" y="14700"/>
                  </a:lnTo>
                  <a:lnTo>
                    <a:pt x="446228" y="59500"/>
                  </a:lnTo>
                  <a:lnTo>
                    <a:pt x="378028" y="156800"/>
                  </a:lnTo>
                  <a:close/>
                </a:path>
              </a:pathLst>
            </a:custGeom>
            <a:solidFill>
              <a:srgbClr val="F5C876"/>
            </a:solidFill>
            <a:ln w="8037" cap="flat">
              <a:noFill/>
              <a:prstDash val="solid"/>
              <a:miter/>
            </a:ln>
          </p:spPr>
        </p:sp>
        <p:sp>
          <p:nvSpPr>
            <p:cNvPr id="96" name="probe-noto-emoji_u1f3d6-part-3"/>
            <p:cNvSpPr/>
            <p:nvPr/>
          </p:nvSpPr>
          <p:spPr>
            <a:xfrm>
              <a:off x="682500" y="806957"/>
              <a:ext cx="514026" cy="323843"/>
            </a:xfrm>
            <a:custGeom>
              <a:avLst/>
              <a:gdLst/>
              <a:ahLst/>
              <a:cxnLst/>
              <a:rect l="0" t="0" r="r" b="b"/>
              <a:pathLst>
                <a:path w="514026" h="323843">
                  <a:moveTo>
                    <a:pt x="17600" y="142343"/>
                  </a:moveTo>
                  <a:lnTo>
                    <a:pt x="244100" y="130343"/>
                  </a:lnTo>
                  <a:cubicBezTo>
                    <a:pt x="244100" y="130343"/>
                    <a:pt x="214500" y="73543"/>
                    <a:pt x="203600" y="48043"/>
                  </a:cubicBezTo>
                  <a:cubicBezTo>
                    <a:pt x="191200" y="19043"/>
                    <a:pt x="188900" y="2343"/>
                    <a:pt x="188900" y="2343"/>
                  </a:cubicBezTo>
                  <a:cubicBezTo>
                    <a:pt x="188900" y="2343"/>
                    <a:pt x="215500" y="-5057"/>
                    <a:pt x="260900" y="6443"/>
                  </a:cubicBezTo>
                  <a:cubicBezTo>
                    <a:pt x="306300" y="17943"/>
                    <a:pt x="467700" y="69743"/>
                    <a:pt x="507200" y="169543"/>
                  </a:cubicBezTo>
                  <a:cubicBezTo>
                    <a:pt x="541600" y="256543"/>
                    <a:pt x="434800" y="323843"/>
                    <a:pt x="434800" y="323843"/>
                  </a:cubicBezTo>
                  <a:cubicBezTo>
                    <a:pt x="434800" y="323843"/>
                    <a:pt x="362800" y="274743"/>
                    <a:pt x="335900" y="249043"/>
                  </a:cubicBezTo>
                  <a:cubicBezTo>
                    <a:pt x="293800" y="208843"/>
                    <a:pt x="271000" y="175143"/>
                    <a:pt x="271000" y="175143"/>
                  </a:cubicBezTo>
                  <a:lnTo>
                    <a:pt x="15200" y="184143"/>
                  </a:lnTo>
                  <a:lnTo>
                    <a:pt x="0" y="174043"/>
                  </a:lnTo>
                  <a:lnTo>
                    <a:pt x="17600" y="142343"/>
                  </a:lnTo>
                  <a:close/>
                </a:path>
              </a:pathLst>
            </a:custGeom>
            <a:solidFill>
              <a:srgbClr val="F2A159"/>
            </a:solidFill>
            <a:ln w="8037" cap="flat">
              <a:noFill/>
              <a:prstDash val="solid"/>
              <a:miter/>
            </a:ln>
          </p:spPr>
        </p:sp>
        <p:sp>
          <p:nvSpPr>
            <p:cNvPr id="97" name="probe-noto-emoji_u1f3d6-part-4"/>
            <p:cNvSpPr/>
            <p:nvPr/>
          </p:nvSpPr>
          <p:spPr>
            <a:xfrm>
              <a:off x="155045" y="793593"/>
              <a:ext cx="768561" cy="353461"/>
            </a:xfrm>
            <a:custGeom>
              <a:avLst/>
              <a:gdLst/>
              <a:ahLst/>
              <a:cxnLst/>
              <a:rect l="0" t="0" r="r" b="b"/>
              <a:pathLst>
                <a:path w="768561" h="353461">
                  <a:moveTo>
                    <a:pt x="58255" y="191907"/>
                  </a:moveTo>
                  <a:cubicBezTo>
                    <a:pt x="29655" y="220507"/>
                    <a:pt x="62755" y="255707"/>
                    <a:pt x="62755" y="255707"/>
                  </a:cubicBezTo>
                  <a:cubicBezTo>
                    <a:pt x="62755" y="255707"/>
                    <a:pt x="-2145" y="270307"/>
                    <a:pt x="55" y="308307"/>
                  </a:cubicBezTo>
                  <a:cubicBezTo>
                    <a:pt x="1155" y="327307"/>
                    <a:pt x="26955" y="349707"/>
                    <a:pt x="38155" y="353107"/>
                  </a:cubicBezTo>
                  <a:cubicBezTo>
                    <a:pt x="49355" y="356507"/>
                    <a:pt x="47155" y="334707"/>
                    <a:pt x="62755" y="319507"/>
                  </a:cubicBezTo>
                  <a:cubicBezTo>
                    <a:pt x="103055" y="280307"/>
                    <a:pt x="227355" y="271307"/>
                    <a:pt x="313555" y="262407"/>
                  </a:cubicBezTo>
                  <a:cubicBezTo>
                    <a:pt x="399755" y="253507"/>
                    <a:pt x="435155" y="223707"/>
                    <a:pt x="451255" y="213107"/>
                  </a:cubicBezTo>
                  <a:cubicBezTo>
                    <a:pt x="493855" y="185107"/>
                    <a:pt x="478155" y="105807"/>
                    <a:pt x="524555" y="70507"/>
                  </a:cubicBezTo>
                  <a:cubicBezTo>
                    <a:pt x="599155" y="13707"/>
                    <a:pt x="769755" y="21507"/>
                    <a:pt x="768555" y="15207"/>
                  </a:cubicBezTo>
                  <a:cubicBezTo>
                    <a:pt x="767355" y="8907"/>
                    <a:pt x="627155" y="-22593"/>
                    <a:pt x="498655" y="29407"/>
                  </a:cubicBezTo>
                  <a:cubicBezTo>
                    <a:pt x="412755" y="64207"/>
                    <a:pt x="414355" y="136907"/>
                    <a:pt x="353955" y="157107"/>
                  </a:cubicBezTo>
                  <a:cubicBezTo>
                    <a:pt x="293555" y="177307"/>
                    <a:pt x="104155" y="146007"/>
                    <a:pt x="58255" y="191907"/>
                  </a:cubicBezTo>
                  <a:close/>
                </a:path>
              </a:pathLst>
            </a:custGeom>
            <a:solidFill>
              <a:srgbClr val="DCECF6"/>
            </a:solidFill>
            <a:ln w="8037" cap="flat">
              <a:noFill/>
              <a:prstDash val="solid"/>
              <a:miter/>
            </a:ln>
          </p:spPr>
        </p:sp>
        <p:sp>
          <p:nvSpPr>
            <p:cNvPr id="98" name="probe-noto-emoji_u1f3d6-part-5"/>
            <p:cNvSpPr/>
            <p:nvPr/>
          </p:nvSpPr>
          <p:spPr>
            <a:xfrm>
              <a:off x="325899" y="1011236"/>
              <a:ext cx="277001" cy="130564"/>
            </a:xfrm>
            <a:custGeom>
              <a:avLst/>
              <a:gdLst/>
              <a:ahLst/>
              <a:cxnLst/>
              <a:rect l="0" t="0" r="r" b="b"/>
              <a:pathLst>
                <a:path w="277001" h="130564">
                  <a:moveTo>
                    <a:pt x="8001" y="1264"/>
                  </a:moveTo>
                  <a:cubicBezTo>
                    <a:pt x="-10099" y="7864"/>
                    <a:pt x="7001" y="26964"/>
                    <a:pt x="15401" y="31764"/>
                  </a:cubicBezTo>
                  <a:cubicBezTo>
                    <a:pt x="32201" y="41364"/>
                    <a:pt x="54901" y="51464"/>
                    <a:pt x="54901" y="51464"/>
                  </a:cubicBezTo>
                  <a:cubicBezTo>
                    <a:pt x="54901" y="51464"/>
                    <a:pt x="7201" y="87664"/>
                    <a:pt x="20401" y="106564"/>
                  </a:cubicBezTo>
                  <a:cubicBezTo>
                    <a:pt x="30101" y="120464"/>
                    <a:pt x="119901" y="85964"/>
                    <a:pt x="119901" y="85964"/>
                  </a:cubicBezTo>
                  <a:cubicBezTo>
                    <a:pt x="120801" y="85964"/>
                    <a:pt x="175301" y="130464"/>
                    <a:pt x="198501" y="130564"/>
                  </a:cubicBezTo>
                  <a:cubicBezTo>
                    <a:pt x="215801" y="130664"/>
                    <a:pt x="204101" y="66064"/>
                    <a:pt x="204101" y="66064"/>
                  </a:cubicBezTo>
                  <a:cubicBezTo>
                    <a:pt x="204101" y="66064"/>
                    <a:pt x="277001" y="50564"/>
                    <a:pt x="277001" y="28364"/>
                  </a:cubicBezTo>
                  <a:cubicBezTo>
                    <a:pt x="277001" y="11064"/>
                    <a:pt x="240801" y="16064"/>
                    <a:pt x="240801" y="16064"/>
                  </a:cubicBezTo>
                  <a:cubicBezTo>
                    <a:pt x="240801" y="16064"/>
                    <a:pt x="26101" y="-5336"/>
                    <a:pt x="8001" y="1264"/>
                  </a:cubicBezTo>
                  <a:close/>
                </a:path>
              </a:pathLst>
            </a:custGeom>
            <a:solidFill>
              <a:srgbClr val="EE594A"/>
            </a:solidFill>
            <a:ln w="8037" cap="flat">
              <a:noFill/>
              <a:prstDash val="solid"/>
              <a:miter/>
            </a:ln>
          </p:spPr>
        </p:sp>
        <p:sp>
          <p:nvSpPr>
            <p:cNvPr id="99" name="probe-noto-emoji_u1f3d6-part-6"/>
            <p:cNvSpPr/>
            <p:nvPr/>
          </p:nvSpPr>
          <p:spPr>
            <a:xfrm>
              <a:off x="330462" y="968046"/>
              <a:ext cx="268047" cy="160041"/>
            </a:xfrm>
            <a:custGeom>
              <a:avLst/>
              <a:gdLst/>
              <a:ahLst/>
              <a:cxnLst/>
              <a:rect l="0" t="0" r="r" b="b"/>
              <a:pathLst>
                <a:path w="268047" h="160041">
                  <a:moveTo>
                    <a:pt x="157938" y="54"/>
                  </a:moveTo>
                  <a:cubicBezTo>
                    <a:pt x="139038" y="-1646"/>
                    <a:pt x="104238" y="37454"/>
                    <a:pt x="104238" y="37454"/>
                  </a:cubicBezTo>
                  <a:cubicBezTo>
                    <a:pt x="104238" y="37454"/>
                    <a:pt x="1738" y="30454"/>
                    <a:pt x="38" y="47754"/>
                  </a:cubicBezTo>
                  <a:cubicBezTo>
                    <a:pt x="-1662" y="65054"/>
                    <a:pt x="54338" y="72454"/>
                    <a:pt x="54338" y="82254"/>
                  </a:cubicBezTo>
                  <a:cubicBezTo>
                    <a:pt x="54338" y="92054"/>
                    <a:pt x="9138" y="128254"/>
                    <a:pt x="13238" y="139754"/>
                  </a:cubicBezTo>
                  <a:cubicBezTo>
                    <a:pt x="17338" y="151254"/>
                    <a:pt x="106838" y="99454"/>
                    <a:pt x="113538" y="101954"/>
                  </a:cubicBezTo>
                  <a:cubicBezTo>
                    <a:pt x="120238" y="104454"/>
                    <a:pt x="188038" y="169954"/>
                    <a:pt x="200138" y="158754"/>
                  </a:cubicBezTo>
                  <a:cubicBezTo>
                    <a:pt x="210538" y="149154"/>
                    <a:pt x="199838" y="92854"/>
                    <a:pt x="199838" y="92854"/>
                  </a:cubicBezTo>
                  <a:cubicBezTo>
                    <a:pt x="199838" y="92854"/>
                    <a:pt x="268938" y="76454"/>
                    <a:pt x="268038" y="64054"/>
                  </a:cubicBezTo>
                  <a:cubicBezTo>
                    <a:pt x="267238" y="51754"/>
                    <a:pt x="180938" y="42654"/>
                    <a:pt x="180938" y="42654"/>
                  </a:cubicBezTo>
                  <a:cubicBezTo>
                    <a:pt x="180938" y="42654"/>
                    <a:pt x="176038" y="1654"/>
                    <a:pt x="157938" y="54"/>
                  </a:cubicBezTo>
                  <a:close/>
                </a:path>
              </a:pathLst>
            </a:custGeom>
            <a:solidFill>
              <a:srgbClr val="F792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0" name="probe-noto-emoji_u1f3d6-part-7"/>
            <p:cNvSpPr/>
            <p:nvPr/>
          </p:nvSpPr>
          <p:spPr>
            <a:xfrm>
              <a:off x="568800" y="174900"/>
              <a:ext cx="161695" cy="816827"/>
            </a:xfrm>
            <a:custGeom>
              <a:avLst/>
              <a:gdLst/>
              <a:ahLst/>
              <a:cxnLst/>
              <a:rect l="0" t="0" r="r" b="b"/>
              <a:pathLst>
                <a:path w="161695" h="816827">
                  <a:moveTo>
                    <a:pt x="47300" y="3400"/>
                  </a:moveTo>
                  <a:lnTo>
                    <a:pt x="0" y="0"/>
                  </a:lnTo>
                  <a:lnTo>
                    <a:pt x="48200" y="352600"/>
                  </a:lnTo>
                  <a:cubicBezTo>
                    <a:pt x="48200" y="352600"/>
                    <a:pt x="96500" y="749900"/>
                    <a:pt x="99800" y="773700"/>
                  </a:cubicBezTo>
                  <a:cubicBezTo>
                    <a:pt x="104000" y="804100"/>
                    <a:pt x="111500" y="820300"/>
                    <a:pt x="138300" y="816200"/>
                  </a:cubicBezTo>
                  <a:cubicBezTo>
                    <a:pt x="165100" y="812100"/>
                    <a:pt x="162400" y="785800"/>
                    <a:pt x="160700" y="765300"/>
                  </a:cubicBezTo>
                  <a:cubicBezTo>
                    <a:pt x="159000" y="744800"/>
                    <a:pt x="116100" y="372000"/>
                    <a:pt x="116100" y="372000"/>
                  </a:cubicBezTo>
                  <a:lnTo>
                    <a:pt x="47300" y="3400"/>
                  </a:lnTo>
                  <a:close/>
                </a:path>
              </a:pathLst>
            </a:custGeom>
            <a:solidFill>
              <a:srgbClr val="4EA4B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1" name="probe-noto-emoji_u1f3d6-part-8"/>
            <p:cNvSpPr/>
            <p:nvPr/>
          </p:nvSpPr>
          <p:spPr>
            <a:xfrm>
              <a:off x="70886" y="112126"/>
              <a:ext cx="1138078" cy="529474"/>
            </a:xfrm>
            <a:custGeom>
              <a:avLst/>
              <a:gdLst/>
              <a:ahLst/>
              <a:cxnLst/>
              <a:rect l="0" t="0" r="r" b="b"/>
              <a:pathLst>
                <a:path w="1138078" h="529474">
                  <a:moveTo>
                    <a:pt x="506514" y="6274"/>
                  </a:moveTo>
                  <a:cubicBezTo>
                    <a:pt x="506514" y="6274"/>
                    <a:pt x="278214" y="31274"/>
                    <a:pt x="131214" y="194474"/>
                  </a:cubicBezTo>
                  <a:cubicBezTo>
                    <a:pt x="12614" y="326174"/>
                    <a:pt x="-6686" y="444474"/>
                    <a:pt x="1714" y="445774"/>
                  </a:cubicBezTo>
                  <a:cubicBezTo>
                    <a:pt x="15814" y="447974"/>
                    <a:pt x="51714" y="435974"/>
                    <a:pt x="90914" y="452274"/>
                  </a:cubicBezTo>
                  <a:cubicBezTo>
                    <a:pt x="130114" y="468574"/>
                    <a:pt x="152914" y="502274"/>
                    <a:pt x="166014" y="502274"/>
                  </a:cubicBezTo>
                  <a:cubicBezTo>
                    <a:pt x="179114" y="502274"/>
                    <a:pt x="226914" y="469674"/>
                    <a:pt x="294414" y="479474"/>
                  </a:cubicBezTo>
                  <a:cubicBezTo>
                    <a:pt x="361814" y="489274"/>
                    <a:pt x="407514" y="529474"/>
                    <a:pt x="421714" y="529474"/>
                  </a:cubicBezTo>
                  <a:cubicBezTo>
                    <a:pt x="435914" y="529474"/>
                    <a:pt x="492414" y="487074"/>
                    <a:pt x="579414" y="482674"/>
                  </a:cubicBezTo>
                  <a:cubicBezTo>
                    <a:pt x="658814" y="478674"/>
                    <a:pt x="712114" y="497874"/>
                    <a:pt x="723014" y="496774"/>
                  </a:cubicBezTo>
                  <a:cubicBezTo>
                    <a:pt x="733914" y="495674"/>
                    <a:pt x="755114" y="428374"/>
                    <a:pt x="838914" y="403374"/>
                  </a:cubicBezTo>
                  <a:cubicBezTo>
                    <a:pt x="922714" y="378374"/>
                    <a:pt x="950414" y="398874"/>
                    <a:pt x="962414" y="398874"/>
                  </a:cubicBezTo>
                  <a:cubicBezTo>
                    <a:pt x="974414" y="398874"/>
                    <a:pt x="980914" y="340174"/>
                    <a:pt x="1040714" y="317274"/>
                  </a:cubicBezTo>
                  <a:cubicBezTo>
                    <a:pt x="1100514" y="294474"/>
                    <a:pt x="1123414" y="304174"/>
                    <a:pt x="1136414" y="302074"/>
                  </a:cubicBezTo>
                  <a:cubicBezTo>
                    <a:pt x="1149414" y="299974"/>
                    <a:pt x="1088514" y="154274"/>
                    <a:pt x="872614" y="55574"/>
                  </a:cubicBezTo>
                  <a:cubicBezTo>
                    <a:pt x="694114" y="-25926"/>
                    <a:pt x="506514" y="6274"/>
                    <a:pt x="506514" y="6274"/>
                  </a:cubicBezTo>
                  <a:close/>
                </a:path>
              </a:pathLst>
            </a:custGeom>
            <a:solidFill>
              <a:srgbClr val="EE594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2" name="probe-noto-emoji_u1f3d6-part-9"/>
            <p:cNvSpPr/>
            <p:nvPr/>
          </p:nvSpPr>
          <p:spPr>
            <a:xfrm>
              <a:off x="253573" y="134900"/>
              <a:ext cx="772782" cy="470345"/>
            </a:xfrm>
            <a:custGeom>
              <a:avLst/>
              <a:gdLst/>
              <a:ahLst/>
              <a:cxnLst/>
              <a:rect l="0" t="0" r="r" b="b"/>
              <a:pathLst>
                <a:path w="772782" h="470345">
                  <a:moveTo>
                    <a:pt x="334327" y="0"/>
                  </a:moveTo>
                  <a:cubicBezTo>
                    <a:pt x="334327" y="0"/>
                    <a:pt x="185727" y="44500"/>
                    <a:pt x="82327" y="206600"/>
                  </a:cubicBezTo>
                  <a:cubicBezTo>
                    <a:pt x="-2273" y="339200"/>
                    <a:pt x="-3573" y="437200"/>
                    <a:pt x="1827" y="442600"/>
                  </a:cubicBezTo>
                  <a:cubicBezTo>
                    <a:pt x="7227" y="448000"/>
                    <a:pt x="57327" y="423000"/>
                    <a:pt x="118227" y="428500"/>
                  </a:cubicBezTo>
                  <a:cubicBezTo>
                    <a:pt x="179127" y="433900"/>
                    <a:pt x="230527" y="479200"/>
                    <a:pt x="233527" y="468800"/>
                  </a:cubicBezTo>
                  <a:cubicBezTo>
                    <a:pt x="237327" y="455600"/>
                    <a:pt x="236127" y="338600"/>
                    <a:pt x="249927" y="240100"/>
                  </a:cubicBezTo>
                  <a:cubicBezTo>
                    <a:pt x="275627" y="55800"/>
                    <a:pt x="335627" y="15700"/>
                    <a:pt x="335627" y="15700"/>
                  </a:cubicBezTo>
                  <a:cubicBezTo>
                    <a:pt x="335627" y="15700"/>
                    <a:pt x="415627" y="69300"/>
                    <a:pt x="476327" y="220600"/>
                  </a:cubicBezTo>
                  <a:cubicBezTo>
                    <a:pt x="514427" y="315500"/>
                    <a:pt x="533327" y="413000"/>
                    <a:pt x="541227" y="425400"/>
                  </a:cubicBezTo>
                  <a:cubicBezTo>
                    <a:pt x="544727" y="430900"/>
                    <a:pt x="577627" y="380500"/>
                    <a:pt x="646027" y="358300"/>
                  </a:cubicBezTo>
                  <a:cubicBezTo>
                    <a:pt x="709327" y="337700"/>
                    <a:pt x="764627" y="353600"/>
                    <a:pt x="772227" y="349300"/>
                  </a:cubicBezTo>
                  <a:cubicBezTo>
                    <a:pt x="779827" y="344900"/>
                    <a:pt x="708827" y="190900"/>
                    <a:pt x="590327" y="102300"/>
                  </a:cubicBezTo>
                  <a:cubicBezTo>
                    <a:pt x="456527" y="2000"/>
                    <a:pt x="334327" y="0"/>
                    <a:pt x="334327" y="0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3" name="probe-noto-emoji_u1f3d6-part-10"/>
            <p:cNvSpPr/>
            <p:nvPr/>
          </p:nvSpPr>
          <p:spPr>
            <a:xfrm>
              <a:off x="553548" y="38826"/>
              <a:ext cx="56182" cy="123564"/>
            </a:xfrm>
            <a:custGeom>
              <a:avLst/>
              <a:gdLst/>
              <a:ahLst/>
              <a:cxnLst/>
              <a:rect l="0" t="0" r="r" b="b"/>
              <a:pathLst>
                <a:path w="56182" h="123564">
                  <a:moveTo>
                    <a:pt x="20852" y="274"/>
                  </a:moveTo>
                  <a:cubicBezTo>
                    <a:pt x="-8348" y="4274"/>
                    <a:pt x="952" y="46974"/>
                    <a:pt x="3152" y="72074"/>
                  </a:cubicBezTo>
                  <a:cubicBezTo>
                    <a:pt x="4152" y="83174"/>
                    <a:pt x="6552" y="125774"/>
                    <a:pt x="35852" y="123474"/>
                  </a:cubicBezTo>
                  <a:cubicBezTo>
                    <a:pt x="60252" y="121574"/>
                    <a:pt x="56852" y="89074"/>
                    <a:pt x="54652" y="65174"/>
                  </a:cubicBezTo>
                  <a:cubicBezTo>
                    <a:pt x="52552" y="41174"/>
                    <a:pt x="51552" y="-3926"/>
                    <a:pt x="20852" y="274"/>
                  </a:cubicBezTo>
                  <a:close/>
                </a:path>
              </a:pathLst>
            </a:custGeom>
            <a:solidFill>
              <a:srgbClr val="4EA4B0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04" name="probe-noto-emoji_u1f3dd" descr="岛屿 — Google Noto Emoji contributors; Apache-2.0; original SVG unchanged. Source: https://github.com/googlefonts/noto-emoji/blob/e20cbc2bbec1926686be9f9bee7d1d2cfa1fea0e/2D/svg/emoji_u1f3dd.svg; SVG SHA256: 11577612fa1f952ad66cf7a6b4e00d266625083bc480e8a9a6f37546932d0b81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1280000" cy="1280000"/>
          </a:xfrm>
        </p:grpSpPr>
        <p:sp>
          <p:nvSpPr>
            <p:cNvPr id="105" name="probe-noto-emoji_u1f3dd-part-1"/>
            <p:cNvSpPr/>
            <p:nvPr/>
          </p:nvSpPr>
          <p:spPr>
            <a:xfrm>
              <a:off x="136599" y="829938"/>
              <a:ext cx="1006885" cy="414562"/>
            </a:xfrm>
            <a:custGeom>
              <a:avLst/>
              <a:gdLst/>
              <a:ahLst/>
              <a:cxnLst/>
              <a:rect l="0" t="0" r="r" b="b"/>
              <a:pathLst>
                <a:path w="1006885" h="414562">
                  <a:moveTo>
                    <a:pt x="1401" y="189562"/>
                  </a:moveTo>
                  <a:cubicBezTo>
                    <a:pt x="-18099" y="313262"/>
                    <a:pt x="166501" y="414562"/>
                    <a:pt x="524001" y="414562"/>
                  </a:cubicBezTo>
                  <a:cubicBezTo>
                    <a:pt x="881501" y="414562"/>
                    <a:pt x="1013901" y="282062"/>
                    <a:pt x="1006601" y="200462"/>
                  </a:cubicBezTo>
                  <a:cubicBezTo>
                    <a:pt x="999301" y="118662"/>
                    <a:pt x="850601" y="-11838"/>
                    <a:pt x="476801" y="862"/>
                  </a:cubicBezTo>
                  <a:cubicBezTo>
                    <a:pt x="103101" y="13562"/>
                    <a:pt x="12301" y="120662"/>
                    <a:pt x="1401" y="189562"/>
                  </a:cubicBezTo>
                  <a:close/>
                </a:path>
              </a:pathLst>
            </a:custGeom>
            <a:solidFill>
              <a:srgbClr val="179CF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6" name="probe-noto-emoji_u1f3dd-part-2"/>
            <p:cNvSpPr/>
            <p:nvPr/>
          </p:nvSpPr>
          <p:spPr>
            <a:xfrm>
              <a:off x="266800" y="791087"/>
              <a:ext cx="732800" cy="306898"/>
            </a:xfrm>
            <a:custGeom>
              <a:avLst/>
              <a:gdLst/>
              <a:ahLst/>
              <a:cxnLst/>
              <a:rect l="0" t="0" r="r" b="b"/>
              <a:pathLst>
                <a:path w="732800" h="306898">
                  <a:moveTo>
                    <a:pt x="0" y="177913"/>
                  </a:moveTo>
                  <a:cubicBezTo>
                    <a:pt x="3500" y="184913"/>
                    <a:pt x="39600" y="189713"/>
                    <a:pt x="56900" y="206413"/>
                  </a:cubicBezTo>
                  <a:cubicBezTo>
                    <a:pt x="87400" y="235813"/>
                    <a:pt x="90800" y="257613"/>
                    <a:pt x="129600" y="269413"/>
                  </a:cubicBezTo>
                  <a:cubicBezTo>
                    <a:pt x="168300" y="281113"/>
                    <a:pt x="199500" y="261313"/>
                    <a:pt x="245200" y="268013"/>
                  </a:cubicBezTo>
                  <a:cubicBezTo>
                    <a:pt x="292300" y="274913"/>
                    <a:pt x="312300" y="304013"/>
                    <a:pt x="361400" y="306713"/>
                  </a:cubicBezTo>
                  <a:cubicBezTo>
                    <a:pt x="417700" y="309913"/>
                    <a:pt x="418000" y="270613"/>
                    <a:pt x="481400" y="265913"/>
                  </a:cubicBezTo>
                  <a:cubicBezTo>
                    <a:pt x="544800" y="261213"/>
                    <a:pt x="553500" y="282713"/>
                    <a:pt x="604700" y="268213"/>
                  </a:cubicBezTo>
                  <a:cubicBezTo>
                    <a:pt x="655100" y="253913"/>
                    <a:pt x="659900" y="224813"/>
                    <a:pt x="686900" y="204813"/>
                  </a:cubicBezTo>
                  <a:cubicBezTo>
                    <a:pt x="713900" y="184813"/>
                    <a:pt x="732800" y="180013"/>
                    <a:pt x="732800" y="180013"/>
                  </a:cubicBezTo>
                  <a:cubicBezTo>
                    <a:pt x="732800" y="180013"/>
                    <a:pt x="656300" y="11313"/>
                    <a:pt x="427500" y="513"/>
                  </a:cubicBezTo>
                  <a:cubicBezTo>
                    <a:pt x="179600" y="-11087"/>
                    <a:pt x="0" y="177913"/>
                    <a:pt x="0" y="177913"/>
                  </a:cubicBezTo>
                  <a:close/>
                </a:path>
              </a:pathLst>
            </a:custGeom>
            <a:solidFill>
              <a:srgbClr val="F6C97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7" name="probe-noto-emoji_u1f3dd-part-3"/>
            <p:cNvSpPr/>
            <p:nvPr/>
          </p:nvSpPr>
          <p:spPr>
            <a:xfrm>
              <a:off x="402400" y="802849"/>
              <a:ext cx="534000" cy="176133"/>
            </a:xfrm>
            <a:custGeom>
              <a:avLst/>
              <a:gdLst/>
              <a:ahLst/>
              <a:cxnLst/>
              <a:rect l="0" t="0" r="r" b="b"/>
              <a:pathLst>
                <a:path w="534000" h="176133">
                  <a:moveTo>
                    <a:pt x="0" y="140551"/>
                  </a:moveTo>
                  <a:cubicBezTo>
                    <a:pt x="0" y="140551"/>
                    <a:pt x="53000" y="143551"/>
                    <a:pt x="109800" y="131051"/>
                  </a:cubicBezTo>
                  <a:cubicBezTo>
                    <a:pt x="166600" y="118551"/>
                    <a:pt x="219000" y="98951"/>
                    <a:pt x="225200" y="110851"/>
                  </a:cubicBezTo>
                  <a:cubicBezTo>
                    <a:pt x="230800" y="121551"/>
                    <a:pt x="177100" y="162751"/>
                    <a:pt x="177100" y="162751"/>
                  </a:cubicBezTo>
                  <a:cubicBezTo>
                    <a:pt x="177100" y="162751"/>
                    <a:pt x="202100" y="180851"/>
                    <a:pt x="257600" y="174951"/>
                  </a:cubicBezTo>
                  <a:cubicBezTo>
                    <a:pt x="313100" y="169051"/>
                    <a:pt x="353400" y="147851"/>
                    <a:pt x="373200" y="135351"/>
                  </a:cubicBezTo>
                  <a:cubicBezTo>
                    <a:pt x="393000" y="122851"/>
                    <a:pt x="424700" y="103551"/>
                    <a:pt x="467000" y="92951"/>
                  </a:cubicBezTo>
                  <a:cubicBezTo>
                    <a:pt x="509300" y="82351"/>
                    <a:pt x="534000" y="86051"/>
                    <a:pt x="534000" y="86051"/>
                  </a:cubicBezTo>
                  <a:cubicBezTo>
                    <a:pt x="534000" y="86051"/>
                    <a:pt x="482400" y="31851"/>
                    <a:pt x="431300" y="18451"/>
                  </a:cubicBezTo>
                  <a:cubicBezTo>
                    <a:pt x="320400" y="-10649"/>
                    <a:pt x="290200" y="-1449"/>
                    <a:pt x="219100" y="19351"/>
                  </a:cubicBezTo>
                  <a:cubicBezTo>
                    <a:pt x="105200" y="52651"/>
                    <a:pt x="0" y="140551"/>
                    <a:pt x="0" y="140551"/>
                  </a:cubicBezTo>
                  <a:close/>
                </a:path>
              </a:pathLst>
            </a:custGeom>
            <a:solidFill>
              <a:srgbClr val="EDA0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8" name="probe-noto-emoji_u1f3dd-part-4"/>
            <p:cNvSpPr/>
            <p:nvPr/>
          </p:nvSpPr>
          <p:spPr>
            <a:xfrm>
              <a:off x="643600" y="371800"/>
              <a:ext cx="211452" cy="506378"/>
            </a:xfrm>
            <a:custGeom>
              <a:avLst/>
              <a:gdLst/>
              <a:ahLst/>
              <a:cxnLst/>
              <a:rect l="0" t="0" r="r" b="b"/>
              <a:pathLst>
                <a:path w="211452" h="506378">
                  <a:moveTo>
                    <a:pt x="72200" y="0"/>
                  </a:moveTo>
                  <a:lnTo>
                    <a:pt x="0" y="48300"/>
                  </a:lnTo>
                  <a:cubicBezTo>
                    <a:pt x="0" y="48300"/>
                    <a:pt x="57400" y="115000"/>
                    <a:pt x="74000" y="207000"/>
                  </a:cubicBezTo>
                  <a:cubicBezTo>
                    <a:pt x="84700" y="266300"/>
                    <a:pt x="93100" y="319100"/>
                    <a:pt x="86100" y="369400"/>
                  </a:cubicBezTo>
                  <a:cubicBezTo>
                    <a:pt x="83200" y="389900"/>
                    <a:pt x="63400" y="431300"/>
                    <a:pt x="57700" y="445200"/>
                  </a:cubicBezTo>
                  <a:cubicBezTo>
                    <a:pt x="52000" y="459100"/>
                    <a:pt x="43800" y="491900"/>
                    <a:pt x="69200" y="498500"/>
                  </a:cubicBezTo>
                  <a:cubicBezTo>
                    <a:pt x="94600" y="505100"/>
                    <a:pt x="177400" y="507500"/>
                    <a:pt x="189600" y="505900"/>
                  </a:cubicBezTo>
                  <a:cubicBezTo>
                    <a:pt x="201900" y="504300"/>
                    <a:pt x="216400" y="495300"/>
                    <a:pt x="209800" y="465600"/>
                  </a:cubicBezTo>
                  <a:cubicBezTo>
                    <a:pt x="205700" y="447100"/>
                    <a:pt x="198700" y="389500"/>
                    <a:pt x="194600" y="350200"/>
                  </a:cubicBezTo>
                  <a:cubicBezTo>
                    <a:pt x="190500" y="310900"/>
                    <a:pt x="188000" y="235200"/>
                    <a:pt x="153800" y="142300"/>
                  </a:cubicBezTo>
                  <a:cubicBezTo>
                    <a:pt x="120500" y="51600"/>
                    <a:pt x="72200" y="0"/>
                    <a:pt x="72200" y="0"/>
                  </a:cubicBezTo>
                  <a:close/>
                </a:path>
              </a:pathLst>
            </a:custGeom>
            <a:solidFill>
              <a:srgbClr val="DC8124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9" name="probe-noto-emoji_u1f3dd-part-5"/>
            <p:cNvSpPr/>
            <p:nvPr/>
          </p:nvSpPr>
          <p:spPr>
            <a:xfrm>
              <a:off x="711100" y="758999"/>
              <a:ext cx="137200" cy="48922"/>
            </a:xfrm>
            <a:custGeom>
              <a:avLst/>
              <a:gdLst/>
              <a:ahLst/>
              <a:cxnLst/>
              <a:rect l="0" t="0" r="r" b="b"/>
              <a:pathLst>
                <a:path w="137200" h="48922">
                  <a:moveTo>
                    <a:pt x="71100" y="11701"/>
                  </a:moveTo>
                  <a:cubicBezTo>
                    <a:pt x="108400" y="13801"/>
                    <a:pt x="132100" y="6701"/>
                    <a:pt x="132100" y="6701"/>
                  </a:cubicBezTo>
                  <a:lnTo>
                    <a:pt x="137200" y="44501"/>
                  </a:lnTo>
                  <a:cubicBezTo>
                    <a:pt x="137200" y="44501"/>
                    <a:pt x="114400" y="50901"/>
                    <a:pt x="71400" y="48301"/>
                  </a:cubicBezTo>
                  <a:cubicBezTo>
                    <a:pt x="33900" y="46001"/>
                    <a:pt x="0" y="35701"/>
                    <a:pt x="0" y="35701"/>
                  </a:cubicBezTo>
                  <a:lnTo>
                    <a:pt x="14000" y="1"/>
                  </a:lnTo>
                  <a:cubicBezTo>
                    <a:pt x="13900" y="-99"/>
                    <a:pt x="33500" y="9501"/>
                    <a:pt x="71100" y="11701"/>
                  </a:cubicBezTo>
                  <a:close/>
                </a:path>
              </a:pathLst>
            </a:custGeom>
            <a:solidFill>
              <a:srgbClr val="C0711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0" name="probe-noto-emoji_u1f3dd-part-6"/>
            <p:cNvSpPr/>
            <p:nvPr/>
          </p:nvSpPr>
          <p:spPr>
            <a:xfrm>
              <a:off x="730700" y="659300"/>
              <a:ext cx="105000" cy="45656"/>
            </a:xfrm>
            <a:custGeom>
              <a:avLst/>
              <a:gdLst/>
              <a:ahLst/>
              <a:cxnLst/>
              <a:rect l="0" t="0" r="r" b="b"/>
              <a:pathLst>
                <a:path w="105000" h="45656">
                  <a:moveTo>
                    <a:pt x="0" y="8900"/>
                  </a:moveTo>
                  <a:cubicBezTo>
                    <a:pt x="0" y="8900"/>
                    <a:pt x="700" y="19400"/>
                    <a:pt x="1100" y="26100"/>
                  </a:cubicBezTo>
                  <a:cubicBezTo>
                    <a:pt x="1400" y="32800"/>
                    <a:pt x="1600" y="43100"/>
                    <a:pt x="1600" y="43100"/>
                  </a:cubicBezTo>
                  <a:cubicBezTo>
                    <a:pt x="1600" y="43100"/>
                    <a:pt x="29800" y="46400"/>
                    <a:pt x="52100" y="45500"/>
                  </a:cubicBezTo>
                  <a:cubicBezTo>
                    <a:pt x="88600" y="44000"/>
                    <a:pt x="105000" y="35300"/>
                    <a:pt x="105000" y="35300"/>
                  </a:cubicBezTo>
                  <a:cubicBezTo>
                    <a:pt x="105000" y="35300"/>
                    <a:pt x="104300" y="27200"/>
                    <a:pt x="103300" y="17600"/>
                  </a:cubicBezTo>
                  <a:cubicBezTo>
                    <a:pt x="102300" y="8000"/>
                    <a:pt x="101200" y="0"/>
                    <a:pt x="101200" y="0"/>
                  </a:cubicBezTo>
                  <a:cubicBezTo>
                    <a:pt x="101200" y="0"/>
                    <a:pt x="83300" y="8800"/>
                    <a:pt x="45800" y="11300"/>
                  </a:cubicBezTo>
                  <a:cubicBezTo>
                    <a:pt x="18800" y="12900"/>
                    <a:pt x="0" y="8900"/>
                    <a:pt x="0" y="8900"/>
                  </a:cubicBezTo>
                  <a:close/>
                </a:path>
              </a:pathLst>
            </a:custGeom>
            <a:solidFill>
              <a:srgbClr val="C0711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1" name="probe-noto-emoji_u1f3dd-part-7"/>
            <p:cNvSpPr/>
            <p:nvPr/>
          </p:nvSpPr>
          <p:spPr>
            <a:xfrm>
              <a:off x="716300" y="550600"/>
              <a:ext cx="102000" cy="54598"/>
            </a:xfrm>
            <a:custGeom>
              <a:avLst/>
              <a:gdLst/>
              <a:ahLst/>
              <a:cxnLst/>
              <a:rect l="0" t="0" r="r" b="b"/>
              <a:pathLst>
                <a:path w="102000" h="54598">
                  <a:moveTo>
                    <a:pt x="0" y="21900"/>
                  </a:moveTo>
                  <a:cubicBezTo>
                    <a:pt x="0" y="21900"/>
                    <a:pt x="17100" y="25400"/>
                    <a:pt x="49000" y="18500"/>
                  </a:cubicBezTo>
                  <a:cubicBezTo>
                    <a:pt x="80000" y="11800"/>
                    <a:pt x="93300" y="0"/>
                    <a:pt x="93300" y="0"/>
                  </a:cubicBezTo>
                  <a:cubicBezTo>
                    <a:pt x="93300" y="0"/>
                    <a:pt x="96200" y="9100"/>
                    <a:pt x="97900" y="16000"/>
                  </a:cubicBezTo>
                  <a:cubicBezTo>
                    <a:pt x="99500" y="22500"/>
                    <a:pt x="102000" y="32000"/>
                    <a:pt x="102000" y="32000"/>
                  </a:cubicBezTo>
                  <a:cubicBezTo>
                    <a:pt x="102000" y="32000"/>
                    <a:pt x="89500" y="44300"/>
                    <a:pt x="55500" y="51000"/>
                  </a:cubicBezTo>
                  <a:cubicBezTo>
                    <a:pt x="22200" y="57600"/>
                    <a:pt x="5600" y="53100"/>
                    <a:pt x="5600" y="53100"/>
                  </a:cubicBezTo>
                  <a:cubicBezTo>
                    <a:pt x="5600" y="53100"/>
                    <a:pt x="4000" y="44200"/>
                    <a:pt x="2900" y="37600"/>
                  </a:cubicBezTo>
                  <a:cubicBezTo>
                    <a:pt x="1700" y="29900"/>
                    <a:pt x="0" y="21900"/>
                    <a:pt x="0" y="21900"/>
                  </a:cubicBezTo>
                  <a:close/>
                </a:path>
              </a:pathLst>
            </a:custGeom>
            <a:solidFill>
              <a:srgbClr val="C0711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2" name="probe-noto-emoji_u1f3dd-part-8"/>
            <p:cNvSpPr/>
            <p:nvPr/>
          </p:nvSpPr>
          <p:spPr>
            <a:xfrm>
              <a:off x="655500" y="396800"/>
              <a:ext cx="128100" cy="116928"/>
            </a:xfrm>
            <a:custGeom>
              <a:avLst/>
              <a:gdLst/>
              <a:ahLst/>
              <a:cxnLst/>
              <a:rect l="0" t="0" r="r" b="b"/>
              <a:pathLst>
                <a:path w="128100" h="116928">
                  <a:moveTo>
                    <a:pt x="43300" y="116900"/>
                  </a:moveTo>
                  <a:cubicBezTo>
                    <a:pt x="43300" y="116900"/>
                    <a:pt x="59100" y="118000"/>
                    <a:pt x="89800" y="106400"/>
                  </a:cubicBezTo>
                  <a:cubicBezTo>
                    <a:pt x="116600" y="96300"/>
                    <a:pt x="128100" y="82800"/>
                    <a:pt x="128100" y="82800"/>
                  </a:cubicBezTo>
                  <a:lnTo>
                    <a:pt x="90400" y="0"/>
                  </a:lnTo>
                  <a:lnTo>
                    <a:pt x="0" y="32800"/>
                  </a:lnTo>
                  <a:lnTo>
                    <a:pt x="43300" y="116900"/>
                  </a:lnTo>
                  <a:close/>
                </a:path>
              </a:pathLst>
            </a:custGeom>
            <a:solidFill>
              <a:srgbClr val="A267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3" name="probe-noto-emoji_u1f3dd-part-9"/>
            <p:cNvSpPr/>
            <p:nvPr/>
          </p:nvSpPr>
          <p:spPr>
            <a:xfrm>
              <a:off x="317971" y="40500"/>
              <a:ext cx="688610" cy="657109"/>
            </a:xfrm>
            <a:custGeom>
              <a:avLst/>
              <a:gdLst/>
              <a:ahLst/>
              <a:cxnLst/>
              <a:rect l="0" t="0" r="r" b="b"/>
              <a:pathLst>
                <a:path w="688610" h="657109">
                  <a:moveTo>
                    <a:pt x="385929" y="370300"/>
                  </a:moveTo>
                  <a:lnTo>
                    <a:pt x="538329" y="427800"/>
                  </a:lnTo>
                  <a:cubicBezTo>
                    <a:pt x="538329" y="427800"/>
                    <a:pt x="545429" y="407600"/>
                    <a:pt x="548929" y="391000"/>
                  </a:cubicBezTo>
                  <a:cubicBezTo>
                    <a:pt x="551229" y="380000"/>
                    <a:pt x="553329" y="360800"/>
                    <a:pt x="558029" y="361100"/>
                  </a:cubicBezTo>
                  <a:cubicBezTo>
                    <a:pt x="565829" y="361700"/>
                    <a:pt x="570529" y="374400"/>
                    <a:pt x="570829" y="392400"/>
                  </a:cubicBezTo>
                  <a:cubicBezTo>
                    <a:pt x="571129" y="407900"/>
                    <a:pt x="567029" y="435100"/>
                    <a:pt x="567029" y="435100"/>
                  </a:cubicBezTo>
                  <a:lnTo>
                    <a:pt x="599429" y="445000"/>
                  </a:lnTo>
                  <a:cubicBezTo>
                    <a:pt x="599429" y="445000"/>
                    <a:pt x="606729" y="429800"/>
                    <a:pt x="611429" y="410500"/>
                  </a:cubicBezTo>
                  <a:cubicBezTo>
                    <a:pt x="616329" y="390300"/>
                    <a:pt x="613229" y="377800"/>
                    <a:pt x="618329" y="377800"/>
                  </a:cubicBezTo>
                  <a:cubicBezTo>
                    <a:pt x="627029" y="377800"/>
                    <a:pt x="633429" y="394000"/>
                    <a:pt x="632629" y="418800"/>
                  </a:cubicBezTo>
                  <a:cubicBezTo>
                    <a:pt x="632029" y="438200"/>
                    <a:pt x="627629" y="454200"/>
                    <a:pt x="628629" y="454900"/>
                  </a:cubicBezTo>
                  <a:cubicBezTo>
                    <a:pt x="630229" y="456200"/>
                    <a:pt x="647829" y="459100"/>
                    <a:pt x="662129" y="463100"/>
                  </a:cubicBezTo>
                  <a:cubicBezTo>
                    <a:pt x="676429" y="467100"/>
                    <a:pt x="685029" y="468200"/>
                    <a:pt x="685029" y="468200"/>
                  </a:cubicBezTo>
                  <a:cubicBezTo>
                    <a:pt x="685029" y="468200"/>
                    <a:pt x="708229" y="358000"/>
                    <a:pt x="636529" y="310400"/>
                  </a:cubicBezTo>
                  <a:cubicBezTo>
                    <a:pt x="553929" y="255600"/>
                    <a:pt x="450529" y="297200"/>
                    <a:pt x="450529" y="297200"/>
                  </a:cubicBezTo>
                  <a:lnTo>
                    <a:pt x="517429" y="241200"/>
                  </a:lnTo>
                  <a:cubicBezTo>
                    <a:pt x="517429" y="241200"/>
                    <a:pt x="513729" y="229500"/>
                    <a:pt x="502929" y="212300"/>
                  </a:cubicBezTo>
                  <a:cubicBezTo>
                    <a:pt x="496929" y="202700"/>
                    <a:pt x="486829" y="191800"/>
                    <a:pt x="484429" y="185000"/>
                  </a:cubicBezTo>
                  <a:cubicBezTo>
                    <a:pt x="482729" y="180200"/>
                    <a:pt x="497229" y="178600"/>
                    <a:pt x="516529" y="190200"/>
                  </a:cubicBezTo>
                  <a:cubicBezTo>
                    <a:pt x="531929" y="199500"/>
                    <a:pt x="553329" y="218200"/>
                    <a:pt x="553729" y="218500"/>
                  </a:cubicBezTo>
                  <a:lnTo>
                    <a:pt x="571129" y="205800"/>
                  </a:lnTo>
                  <a:cubicBezTo>
                    <a:pt x="571129" y="205800"/>
                    <a:pt x="569929" y="191300"/>
                    <a:pt x="563129" y="178900"/>
                  </a:cubicBezTo>
                  <a:cubicBezTo>
                    <a:pt x="557429" y="168400"/>
                    <a:pt x="551029" y="157400"/>
                    <a:pt x="553529" y="156000"/>
                  </a:cubicBezTo>
                  <a:cubicBezTo>
                    <a:pt x="558629" y="153100"/>
                    <a:pt x="573529" y="157000"/>
                    <a:pt x="583629" y="166800"/>
                  </a:cubicBezTo>
                  <a:cubicBezTo>
                    <a:pt x="592329" y="175300"/>
                    <a:pt x="598529" y="188100"/>
                    <a:pt x="598529" y="188100"/>
                  </a:cubicBezTo>
                  <a:lnTo>
                    <a:pt x="650529" y="154900"/>
                  </a:lnTo>
                  <a:cubicBezTo>
                    <a:pt x="650529" y="154900"/>
                    <a:pt x="614529" y="98400"/>
                    <a:pt x="536329" y="101200"/>
                  </a:cubicBezTo>
                  <a:cubicBezTo>
                    <a:pt x="458129" y="104100"/>
                    <a:pt x="424229" y="146700"/>
                    <a:pt x="411129" y="161600"/>
                  </a:cubicBezTo>
                  <a:cubicBezTo>
                    <a:pt x="398029" y="176400"/>
                    <a:pt x="377229" y="210400"/>
                    <a:pt x="377229" y="210400"/>
                  </a:cubicBezTo>
                  <a:lnTo>
                    <a:pt x="384629" y="119400"/>
                  </a:lnTo>
                  <a:cubicBezTo>
                    <a:pt x="384629" y="119400"/>
                    <a:pt x="379929" y="113200"/>
                    <a:pt x="367029" y="109200"/>
                  </a:cubicBezTo>
                  <a:cubicBezTo>
                    <a:pt x="354229" y="105200"/>
                    <a:pt x="342729" y="107900"/>
                    <a:pt x="342529" y="106200"/>
                  </a:cubicBezTo>
                  <a:cubicBezTo>
                    <a:pt x="341629" y="100000"/>
                    <a:pt x="352329" y="89300"/>
                    <a:pt x="369929" y="87300"/>
                  </a:cubicBezTo>
                  <a:cubicBezTo>
                    <a:pt x="380229" y="86100"/>
                    <a:pt x="389829" y="87700"/>
                    <a:pt x="389829" y="87700"/>
                  </a:cubicBezTo>
                  <a:lnTo>
                    <a:pt x="398229" y="0"/>
                  </a:lnTo>
                  <a:cubicBezTo>
                    <a:pt x="398229" y="0"/>
                    <a:pt x="302729" y="1900"/>
                    <a:pt x="272429" y="88000"/>
                  </a:cubicBezTo>
                  <a:cubicBezTo>
                    <a:pt x="246429" y="162000"/>
                    <a:pt x="294529" y="229900"/>
                    <a:pt x="285729" y="236500"/>
                  </a:cubicBezTo>
                  <a:cubicBezTo>
                    <a:pt x="278229" y="242100"/>
                    <a:pt x="216229" y="174100"/>
                    <a:pt x="123929" y="195900"/>
                  </a:cubicBezTo>
                  <a:cubicBezTo>
                    <a:pt x="22629" y="219800"/>
                    <a:pt x="-5071" y="326700"/>
                    <a:pt x="729" y="326700"/>
                  </a:cubicBezTo>
                  <a:cubicBezTo>
                    <a:pt x="16229" y="326700"/>
                    <a:pt x="63429" y="328900"/>
                    <a:pt x="66229" y="326700"/>
                  </a:cubicBezTo>
                  <a:cubicBezTo>
                    <a:pt x="67629" y="325600"/>
                    <a:pt x="71829" y="312500"/>
                    <a:pt x="81029" y="298400"/>
                  </a:cubicBezTo>
                  <a:cubicBezTo>
                    <a:pt x="90229" y="284300"/>
                    <a:pt x="113929" y="263700"/>
                    <a:pt x="123229" y="267600"/>
                  </a:cubicBezTo>
                  <a:cubicBezTo>
                    <a:pt x="128029" y="269600"/>
                    <a:pt x="121429" y="278100"/>
                    <a:pt x="115229" y="293300"/>
                  </a:cubicBezTo>
                  <a:cubicBezTo>
                    <a:pt x="109029" y="309000"/>
                    <a:pt x="103129" y="329500"/>
                    <a:pt x="103129" y="329500"/>
                  </a:cubicBezTo>
                  <a:lnTo>
                    <a:pt x="146529" y="329100"/>
                  </a:lnTo>
                  <a:cubicBezTo>
                    <a:pt x="146529" y="329100"/>
                    <a:pt x="161329" y="279000"/>
                    <a:pt x="179029" y="275300"/>
                  </a:cubicBezTo>
                  <a:cubicBezTo>
                    <a:pt x="186629" y="273700"/>
                    <a:pt x="179729" y="287700"/>
                    <a:pt x="177829" y="300200"/>
                  </a:cubicBezTo>
                  <a:cubicBezTo>
                    <a:pt x="175929" y="313100"/>
                    <a:pt x="177029" y="330300"/>
                    <a:pt x="177029" y="330300"/>
                  </a:cubicBezTo>
                  <a:lnTo>
                    <a:pt x="244829" y="334300"/>
                  </a:lnTo>
                  <a:cubicBezTo>
                    <a:pt x="244829" y="334300"/>
                    <a:pt x="159729" y="337600"/>
                    <a:pt x="103029" y="389300"/>
                  </a:cubicBezTo>
                  <a:cubicBezTo>
                    <a:pt x="44329" y="442800"/>
                    <a:pt x="38029" y="497200"/>
                    <a:pt x="42529" y="544400"/>
                  </a:cubicBezTo>
                  <a:cubicBezTo>
                    <a:pt x="45729" y="578000"/>
                    <a:pt x="52529" y="601300"/>
                    <a:pt x="55729" y="604900"/>
                  </a:cubicBezTo>
                  <a:cubicBezTo>
                    <a:pt x="58229" y="607800"/>
                    <a:pt x="100829" y="559600"/>
                    <a:pt x="102529" y="555600"/>
                  </a:cubicBezTo>
                  <a:cubicBezTo>
                    <a:pt x="104229" y="551600"/>
                    <a:pt x="99629" y="527800"/>
                    <a:pt x="99629" y="505000"/>
                  </a:cubicBezTo>
                  <a:cubicBezTo>
                    <a:pt x="99629" y="482200"/>
                    <a:pt x="104729" y="470700"/>
                    <a:pt x="109329" y="470200"/>
                  </a:cubicBezTo>
                  <a:cubicBezTo>
                    <a:pt x="113929" y="469600"/>
                    <a:pt x="112729" y="486200"/>
                    <a:pt x="116229" y="500500"/>
                  </a:cubicBezTo>
                  <a:cubicBezTo>
                    <a:pt x="119829" y="515400"/>
                    <a:pt x="125329" y="527900"/>
                    <a:pt x="127629" y="529000"/>
                  </a:cubicBezTo>
                  <a:cubicBezTo>
                    <a:pt x="129929" y="530100"/>
                    <a:pt x="155329" y="497000"/>
                    <a:pt x="155329" y="497000"/>
                  </a:cubicBezTo>
                  <a:cubicBezTo>
                    <a:pt x="155329" y="497000"/>
                    <a:pt x="152529" y="480700"/>
                    <a:pt x="151029" y="467700"/>
                  </a:cubicBezTo>
                  <a:cubicBezTo>
                    <a:pt x="149529" y="454600"/>
                    <a:pt x="152429" y="439300"/>
                    <a:pt x="156129" y="436700"/>
                  </a:cubicBezTo>
                  <a:cubicBezTo>
                    <a:pt x="160229" y="433800"/>
                    <a:pt x="162129" y="450000"/>
                    <a:pt x="166929" y="462800"/>
                  </a:cubicBezTo>
                  <a:cubicBezTo>
                    <a:pt x="170829" y="473000"/>
                    <a:pt x="174029" y="478600"/>
                    <a:pt x="176129" y="481300"/>
                  </a:cubicBezTo>
                  <a:lnTo>
                    <a:pt x="221229" y="438700"/>
                  </a:lnTo>
                  <a:cubicBezTo>
                    <a:pt x="221229" y="438700"/>
                    <a:pt x="186629" y="501600"/>
                    <a:pt x="191929" y="566200"/>
                  </a:cubicBezTo>
                  <a:cubicBezTo>
                    <a:pt x="197829" y="638500"/>
                    <a:pt x="242129" y="657600"/>
                    <a:pt x="244929" y="657100"/>
                  </a:cubicBezTo>
                  <a:cubicBezTo>
                    <a:pt x="247829" y="656500"/>
                    <a:pt x="280129" y="586100"/>
                    <a:pt x="280129" y="586100"/>
                  </a:cubicBezTo>
                  <a:cubicBezTo>
                    <a:pt x="280129" y="586100"/>
                    <a:pt x="270029" y="573700"/>
                    <a:pt x="261229" y="557200"/>
                  </a:cubicBezTo>
                  <a:cubicBezTo>
                    <a:pt x="250129" y="536400"/>
                    <a:pt x="250729" y="517700"/>
                    <a:pt x="254829" y="515100"/>
                  </a:cubicBezTo>
                  <a:cubicBezTo>
                    <a:pt x="260629" y="511400"/>
                    <a:pt x="269129" y="534500"/>
                    <a:pt x="277629" y="544800"/>
                  </a:cubicBezTo>
                  <a:cubicBezTo>
                    <a:pt x="286229" y="555100"/>
                    <a:pt x="291929" y="559300"/>
                    <a:pt x="293729" y="559300"/>
                  </a:cubicBezTo>
                  <a:cubicBezTo>
                    <a:pt x="295529" y="559300"/>
                    <a:pt x="319029" y="510700"/>
                    <a:pt x="319029" y="510700"/>
                  </a:cubicBezTo>
                  <a:cubicBezTo>
                    <a:pt x="319029" y="510700"/>
                    <a:pt x="312029" y="502600"/>
                    <a:pt x="306529" y="494200"/>
                  </a:cubicBezTo>
                  <a:cubicBezTo>
                    <a:pt x="301929" y="487100"/>
                    <a:pt x="297829" y="474800"/>
                    <a:pt x="301729" y="467500"/>
                  </a:cubicBezTo>
                  <a:cubicBezTo>
                    <a:pt x="305929" y="463600"/>
                    <a:pt x="310129" y="473700"/>
                    <a:pt x="316629" y="479000"/>
                  </a:cubicBezTo>
                  <a:cubicBezTo>
                    <a:pt x="323029" y="484300"/>
                    <a:pt x="329029" y="489800"/>
                    <a:pt x="329029" y="489800"/>
                  </a:cubicBezTo>
                  <a:lnTo>
                    <a:pt x="385929" y="370300"/>
                  </a:lnTo>
                  <a:close/>
                </a:path>
              </a:pathLst>
            </a:custGeom>
            <a:solidFill>
              <a:srgbClr val="72813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4" name="probe-noto-emoji_u1f3dd-part-10"/>
            <p:cNvSpPr/>
            <p:nvPr/>
          </p:nvSpPr>
          <p:spPr>
            <a:xfrm>
              <a:off x="593330" y="317705"/>
              <a:ext cx="139647" cy="130666"/>
            </a:xfrm>
            <a:custGeom>
              <a:avLst/>
              <a:gdLst/>
              <a:ahLst/>
              <a:cxnLst/>
              <a:rect l="0" t="0" r="r" b="b"/>
              <a:pathLst>
                <a:path w="139647" h="130666">
                  <a:moveTo>
                    <a:pt x="122570" y="130095"/>
                  </a:moveTo>
                  <a:cubicBezTo>
                    <a:pt x="125870" y="127895"/>
                    <a:pt x="132370" y="83795"/>
                    <a:pt x="135570" y="61795"/>
                  </a:cubicBezTo>
                  <a:cubicBezTo>
                    <a:pt x="138370" y="41895"/>
                    <a:pt x="145370" y="12295"/>
                    <a:pt x="130270" y="9295"/>
                  </a:cubicBezTo>
                  <a:cubicBezTo>
                    <a:pt x="119870" y="7295"/>
                    <a:pt x="115570" y="21995"/>
                    <a:pt x="112270" y="37695"/>
                  </a:cubicBezTo>
                  <a:cubicBezTo>
                    <a:pt x="109270" y="51695"/>
                    <a:pt x="104870" y="70795"/>
                    <a:pt x="104870" y="70795"/>
                  </a:cubicBezTo>
                  <a:cubicBezTo>
                    <a:pt x="104870" y="70795"/>
                    <a:pt x="91470" y="45095"/>
                    <a:pt x="82470" y="29395"/>
                  </a:cubicBezTo>
                  <a:cubicBezTo>
                    <a:pt x="75970" y="18095"/>
                    <a:pt x="61870" y="-5805"/>
                    <a:pt x="50670" y="1295"/>
                  </a:cubicBezTo>
                  <a:cubicBezTo>
                    <a:pt x="37770" y="9495"/>
                    <a:pt x="51770" y="35895"/>
                    <a:pt x="59670" y="50395"/>
                  </a:cubicBezTo>
                  <a:cubicBezTo>
                    <a:pt x="67570" y="64895"/>
                    <a:pt x="76470" y="81895"/>
                    <a:pt x="76470" y="81895"/>
                  </a:cubicBezTo>
                  <a:cubicBezTo>
                    <a:pt x="76470" y="81895"/>
                    <a:pt x="52770" y="73795"/>
                    <a:pt x="38970" y="69495"/>
                  </a:cubicBezTo>
                  <a:cubicBezTo>
                    <a:pt x="23870" y="64795"/>
                    <a:pt x="3570" y="60695"/>
                    <a:pt x="770" y="68795"/>
                  </a:cubicBezTo>
                  <a:cubicBezTo>
                    <a:pt x="-4130" y="82995"/>
                    <a:pt x="14570" y="90095"/>
                    <a:pt x="50770" y="104895"/>
                  </a:cubicBezTo>
                  <a:cubicBezTo>
                    <a:pt x="86770" y="119695"/>
                    <a:pt x="117070" y="133695"/>
                    <a:pt x="122570" y="130095"/>
                  </a:cubicBezTo>
                  <a:close/>
                </a:path>
              </a:pathLst>
            </a:custGeom>
            <a:solidFill>
              <a:srgbClr val="BDCF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5" name="probe-noto-emoji_u1f3dd-part-11"/>
            <p:cNvSpPr/>
            <p:nvPr/>
          </p:nvSpPr>
          <p:spPr>
            <a:xfrm>
              <a:off x="572806" y="765872"/>
              <a:ext cx="94232" cy="91822"/>
            </a:xfrm>
            <a:custGeom>
              <a:avLst/>
              <a:gdLst/>
              <a:ahLst/>
              <a:cxnLst/>
              <a:rect l="0" t="0" r="r" b="b"/>
              <a:pathLst>
                <a:path w="94232" h="91822">
                  <a:moveTo>
                    <a:pt x="39094" y="428"/>
                  </a:moveTo>
                  <a:cubicBezTo>
                    <a:pt x="14194" y="3528"/>
                    <a:pt x="-4606" y="24428"/>
                    <a:pt x="994" y="56828"/>
                  </a:cubicBezTo>
                  <a:cubicBezTo>
                    <a:pt x="6594" y="89228"/>
                    <a:pt x="39894" y="94128"/>
                    <a:pt x="58494" y="91028"/>
                  </a:cubicBezTo>
                  <a:cubicBezTo>
                    <a:pt x="80894" y="87228"/>
                    <a:pt x="104894" y="62128"/>
                    <a:pt x="89194" y="26328"/>
                  </a:cubicBezTo>
                  <a:cubicBezTo>
                    <a:pt x="78694" y="2228"/>
                    <a:pt x="54394" y="-1472"/>
                    <a:pt x="39094" y="428"/>
                  </a:cubicBezTo>
                  <a:close/>
                </a:path>
              </a:pathLst>
            </a:custGeom>
            <a:solidFill>
              <a:srgbClr val="A267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6" name="probe-noto-emoji_u1f3dd-part-12"/>
            <p:cNvSpPr/>
            <p:nvPr/>
          </p:nvSpPr>
          <p:spPr>
            <a:xfrm>
              <a:off x="162355" y="1000419"/>
              <a:ext cx="147718" cy="140845"/>
            </a:xfrm>
            <a:custGeom>
              <a:avLst/>
              <a:gdLst/>
              <a:ahLst/>
              <a:cxnLst/>
              <a:rect l="0" t="0" r="r" b="b"/>
              <a:pathLst>
                <a:path w="147718" h="140845">
                  <a:moveTo>
                    <a:pt x="13145" y="781"/>
                  </a:moveTo>
                  <a:cubicBezTo>
                    <a:pt x="5545" y="-5219"/>
                    <a:pt x="-12555" y="24281"/>
                    <a:pt x="13845" y="57781"/>
                  </a:cubicBezTo>
                  <a:cubicBezTo>
                    <a:pt x="22645" y="68981"/>
                    <a:pt x="29645" y="85681"/>
                    <a:pt x="46145" y="97381"/>
                  </a:cubicBezTo>
                  <a:cubicBezTo>
                    <a:pt x="61545" y="108281"/>
                    <a:pt x="72745" y="108781"/>
                    <a:pt x="94645" y="124981"/>
                  </a:cubicBezTo>
                  <a:cubicBezTo>
                    <a:pt x="105445" y="132981"/>
                    <a:pt x="127445" y="141681"/>
                    <a:pt x="133245" y="140781"/>
                  </a:cubicBezTo>
                  <a:cubicBezTo>
                    <a:pt x="146145" y="138881"/>
                    <a:pt x="148445" y="137481"/>
                    <a:pt x="147545" y="133981"/>
                  </a:cubicBezTo>
                  <a:cubicBezTo>
                    <a:pt x="146145" y="128881"/>
                    <a:pt x="129045" y="122781"/>
                    <a:pt x="115845" y="111081"/>
                  </a:cubicBezTo>
                  <a:cubicBezTo>
                    <a:pt x="101745" y="98581"/>
                    <a:pt x="95845" y="77181"/>
                    <a:pt x="80445" y="65481"/>
                  </a:cubicBezTo>
                  <a:cubicBezTo>
                    <a:pt x="61745" y="51181"/>
                    <a:pt x="52945" y="57181"/>
                    <a:pt x="29745" y="32681"/>
                  </a:cubicBezTo>
                  <a:cubicBezTo>
                    <a:pt x="18945" y="21381"/>
                    <a:pt x="14145" y="1581"/>
                    <a:pt x="13145" y="781"/>
                  </a:cubicBezTo>
                  <a:close/>
                </a:path>
              </a:pathLst>
            </a:custGeom>
            <a:solidFill>
              <a:srgbClr val="0FCA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7" name="probe-noto-emoji_u1f3dd-part-13"/>
            <p:cNvSpPr/>
            <p:nvPr/>
          </p:nvSpPr>
          <p:spPr>
            <a:xfrm>
              <a:off x="985625" y="1000589"/>
              <a:ext cx="134024" cy="138163"/>
            </a:xfrm>
            <a:custGeom>
              <a:avLst/>
              <a:gdLst/>
              <a:ahLst/>
              <a:cxnLst/>
              <a:rect l="0" t="0" r="r" b="b"/>
              <a:pathLst>
                <a:path w="134024" h="138163">
                  <a:moveTo>
                    <a:pt x="475" y="137411"/>
                  </a:moveTo>
                  <a:cubicBezTo>
                    <a:pt x="3775" y="143511"/>
                    <a:pt x="50975" y="110811"/>
                    <a:pt x="71675" y="99811"/>
                  </a:cubicBezTo>
                  <a:cubicBezTo>
                    <a:pt x="92375" y="88911"/>
                    <a:pt x="124275" y="85711"/>
                    <a:pt x="132975" y="48011"/>
                  </a:cubicBezTo>
                  <a:cubicBezTo>
                    <a:pt x="138575" y="23511"/>
                    <a:pt x="120175" y="-589"/>
                    <a:pt x="114775" y="11"/>
                  </a:cubicBezTo>
                  <a:cubicBezTo>
                    <a:pt x="109275" y="611"/>
                    <a:pt x="106575" y="23511"/>
                    <a:pt x="94675" y="38911"/>
                  </a:cubicBezTo>
                  <a:cubicBezTo>
                    <a:pt x="78275" y="60211"/>
                    <a:pt x="56975" y="63811"/>
                    <a:pt x="37575" y="82011"/>
                  </a:cubicBezTo>
                  <a:cubicBezTo>
                    <a:pt x="22075" y="96611"/>
                    <a:pt x="-3825" y="129511"/>
                    <a:pt x="475" y="137411"/>
                  </a:cubicBezTo>
                  <a:close/>
                </a:path>
              </a:pathLst>
            </a:custGeom>
            <a:solidFill>
              <a:srgbClr val="0FCA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8" name="probe-noto-emoji_u1f3dd-part-14"/>
            <p:cNvSpPr/>
            <p:nvPr/>
          </p:nvSpPr>
          <p:spPr>
            <a:xfrm>
              <a:off x="197861" y="922273"/>
              <a:ext cx="875911" cy="259074"/>
            </a:xfrm>
            <a:custGeom>
              <a:avLst/>
              <a:gdLst/>
              <a:ahLst/>
              <a:cxnLst/>
              <a:rect l="0" t="0" r="r" b="b"/>
              <a:pathLst>
                <a:path w="875911" h="259074">
                  <a:moveTo>
                    <a:pt x="47439" y="11527"/>
                  </a:moveTo>
                  <a:cubicBezTo>
                    <a:pt x="53339" y="18927"/>
                    <a:pt x="31639" y="35227"/>
                    <a:pt x="35239" y="48627"/>
                  </a:cubicBezTo>
                  <a:cubicBezTo>
                    <a:pt x="43739" y="73527"/>
                    <a:pt x="57139" y="66827"/>
                    <a:pt x="90539" y="93027"/>
                  </a:cubicBezTo>
                  <a:cubicBezTo>
                    <a:pt x="122739" y="118127"/>
                    <a:pt x="118539" y="131327"/>
                    <a:pt x="143439" y="151327"/>
                  </a:cubicBezTo>
                  <a:cubicBezTo>
                    <a:pt x="163539" y="167527"/>
                    <a:pt x="190839" y="180527"/>
                    <a:pt x="231539" y="177427"/>
                  </a:cubicBezTo>
                  <a:cubicBezTo>
                    <a:pt x="272239" y="174327"/>
                    <a:pt x="283439" y="171927"/>
                    <a:pt x="312639" y="175527"/>
                  </a:cubicBezTo>
                  <a:cubicBezTo>
                    <a:pt x="361939" y="181727"/>
                    <a:pt x="359839" y="201127"/>
                    <a:pt x="411439" y="213227"/>
                  </a:cubicBezTo>
                  <a:cubicBezTo>
                    <a:pt x="434739" y="218727"/>
                    <a:pt x="457639" y="211427"/>
                    <a:pt x="480139" y="198027"/>
                  </a:cubicBezTo>
                  <a:cubicBezTo>
                    <a:pt x="500439" y="185927"/>
                    <a:pt x="527539" y="171327"/>
                    <a:pt x="567039" y="170727"/>
                  </a:cubicBezTo>
                  <a:cubicBezTo>
                    <a:pt x="606539" y="170127"/>
                    <a:pt x="656939" y="183027"/>
                    <a:pt x="700539" y="165827"/>
                  </a:cubicBezTo>
                  <a:cubicBezTo>
                    <a:pt x="736139" y="151727"/>
                    <a:pt x="744539" y="129427"/>
                    <a:pt x="770639" y="105127"/>
                  </a:cubicBezTo>
                  <a:cubicBezTo>
                    <a:pt x="796739" y="80827"/>
                    <a:pt x="830039" y="78527"/>
                    <a:pt x="836239" y="57727"/>
                  </a:cubicBezTo>
                  <a:cubicBezTo>
                    <a:pt x="843539" y="33427"/>
                    <a:pt x="812539" y="20027"/>
                    <a:pt x="807639" y="14627"/>
                  </a:cubicBezTo>
                  <a:cubicBezTo>
                    <a:pt x="802739" y="9127"/>
                    <a:pt x="803339" y="-573"/>
                    <a:pt x="814339" y="27"/>
                  </a:cubicBezTo>
                  <a:cubicBezTo>
                    <a:pt x="825339" y="627"/>
                    <a:pt x="879339" y="22527"/>
                    <a:pt x="875739" y="63227"/>
                  </a:cubicBezTo>
                  <a:cubicBezTo>
                    <a:pt x="872939" y="94327"/>
                    <a:pt x="846539" y="105127"/>
                    <a:pt x="831939" y="112427"/>
                  </a:cubicBezTo>
                  <a:cubicBezTo>
                    <a:pt x="822739" y="117027"/>
                    <a:pt x="800939" y="127627"/>
                    <a:pt x="777839" y="156827"/>
                  </a:cubicBezTo>
                  <a:cubicBezTo>
                    <a:pt x="754739" y="186027"/>
                    <a:pt x="743439" y="203327"/>
                    <a:pt x="712239" y="213327"/>
                  </a:cubicBezTo>
                  <a:cubicBezTo>
                    <a:pt x="677039" y="224527"/>
                    <a:pt x="636839" y="223627"/>
                    <a:pt x="590739" y="221227"/>
                  </a:cubicBezTo>
                  <a:cubicBezTo>
                    <a:pt x="553139" y="219227"/>
                    <a:pt x="521139" y="228327"/>
                    <a:pt x="495339" y="241327"/>
                  </a:cubicBezTo>
                  <a:cubicBezTo>
                    <a:pt x="468639" y="254727"/>
                    <a:pt x="436839" y="262327"/>
                    <a:pt x="409039" y="257727"/>
                  </a:cubicBezTo>
                  <a:cubicBezTo>
                    <a:pt x="364639" y="250427"/>
                    <a:pt x="348839" y="227927"/>
                    <a:pt x="306939" y="220627"/>
                  </a:cubicBezTo>
                  <a:cubicBezTo>
                    <a:pt x="266839" y="210927"/>
                    <a:pt x="234639" y="235227"/>
                    <a:pt x="169639" y="213927"/>
                  </a:cubicBezTo>
                  <a:cubicBezTo>
                    <a:pt x="119439" y="197527"/>
                    <a:pt x="105239" y="167127"/>
                    <a:pt x="91839" y="151927"/>
                  </a:cubicBezTo>
                  <a:cubicBezTo>
                    <a:pt x="78439" y="136727"/>
                    <a:pt x="68739" y="122127"/>
                    <a:pt x="37139" y="108127"/>
                  </a:cubicBezTo>
                  <a:cubicBezTo>
                    <a:pt x="5539" y="94127"/>
                    <a:pt x="-561" y="73527"/>
                    <a:pt x="39" y="60127"/>
                  </a:cubicBezTo>
                  <a:cubicBezTo>
                    <a:pt x="1139" y="37027"/>
                    <a:pt x="18239" y="24227"/>
                    <a:pt x="24939" y="18227"/>
                  </a:cubicBezTo>
                  <a:cubicBezTo>
                    <a:pt x="31639" y="12227"/>
                    <a:pt x="45039" y="8527"/>
                    <a:pt x="47439" y="11527"/>
                  </a:cubicBezTo>
                  <a:close/>
                </a:path>
              </a:pathLst>
            </a:custGeom>
            <a:solidFill>
              <a:srgbClr val="76F8F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19" name="probe-noto-emoji_u1f3e0" descr="野外驻地示意 — Google Noto Emoji contributors; Apache-2.0; original SVG unchanged. Source: https://github.com/googlefonts/noto-emoji/blob/e20cbc2bbec1926686be9f9bee7d1d2cfa1fea0e/2D/svg/emoji_u1f3e0.svg; SVG SHA256: 6bde40d9c8046b4e774dafdaaaa935d13ccfa06cc2fd35042548783c21a5489e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1280000" cy="1280000"/>
          </a:xfrm>
        </p:grpSpPr>
        <p:sp>
          <p:nvSpPr>
            <p:cNvPr id="120" name="probe-noto-emoji_u1f3e0-part-1"/>
            <p:cNvSpPr/>
            <p:nvPr/>
          </p:nvSpPr>
          <p:spPr>
            <a:xfrm>
              <a:off x="175200" y="160400"/>
              <a:ext cx="158200" cy="329000"/>
            </a:xfrm>
            <a:custGeom>
              <a:avLst/>
              <a:gdLst/>
              <a:ahLst/>
              <a:cxnLst/>
              <a:rect l="0" t="0" r="r" b="b"/>
              <a:pathLst>
                <a:path w="158200" h="329000">
                  <a:moveTo>
                    <a:pt x="16400" y="329000"/>
                  </a:moveTo>
                  <a:lnTo>
                    <a:pt x="16400" y="125400"/>
                  </a:lnTo>
                  <a:lnTo>
                    <a:pt x="0" y="126400"/>
                  </a:lnTo>
                  <a:lnTo>
                    <a:pt x="0" y="1000"/>
                  </a:lnTo>
                  <a:lnTo>
                    <a:pt x="158200" y="0"/>
                  </a:lnTo>
                  <a:lnTo>
                    <a:pt x="158200" y="123500"/>
                  </a:lnTo>
                  <a:lnTo>
                    <a:pt x="141800" y="123500"/>
                  </a:lnTo>
                  <a:lnTo>
                    <a:pt x="141800" y="243100"/>
                  </a:lnTo>
                  <a:close/>
                </a:path>
              </a:pathLst>
            </a:custGeom>
            <a:solidFill>
              <a:srgbClr val="AB583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1" name="probe-noto-emoji_u1f3e0-part-2"/>
            <p:cNvSpPr/>
            <p:nvPr/>
          </p:nvSpPr>
          <p:spPr>
            <a:xfrm>
              <a:off x="186700" y="233300"/>
              <a:ext cx="902300" cy="878700"/>
            </a:xfrm>
            <a:custGeom>
              <a:avLst/>
              <a:gdLst/>
              <a:ahLst/>
              <a:cxnLst/>
              <a:rect l="0" t="0" r="r" b="b"/>
              <a:pathLst>
                <a:path w="902300" h="878700">
                  <a:moveTo>
                    <a:pt x="454400" y="0"/>
                  </a:moveTo>
                  <a:lnTo>
                    <a:pt x="0" y="456600"/>
                  </a:lnTo>
                  <a:lnTo>
                    <a:pt x="3500" y="878700"/>
                  </a:lnTo>
                  <a:lnTo>
                    <a:pt x="901000" y="870200"/>
                  </a:lnTo>
                  <a:lnTo>
                    <a:pt x="902300" y="420200"/>
                  </a:lnTo>
                  <a:close/>
                </a:path>
              </a:pathLst>
            </a:custGeom>
            <a:solidFill>
              <a:srgbClr val="FFF3E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2" name="probe-noto-emoji_u1f3e0-part-3"/>
            <p:cNvSpPr/>
            <p:nvPr/>
          </p:nvSpPr>
          <p:spPr>
            <a:xfrm>
              <a:off x="169700" y="679800"/>
              <a:ext cx="31400" cy="358100"/>
            </a:xfrm>
            <a:custGeom>
              <a:avLst/>
              <a:gdLst/>
              <a:ahLst/>
              <a:cxnLst/>
              <a:rect l="0" t="0" r="r" b="b"/>
              <a:pathLst>
                <a:path w="31400" h="358100">
                  <a:moveTo>
                    <a:pt x="0" y="358100"/>
                  </a:moveTo>
                  <a:lnTo>
                    <a:pt x="31400" y="340800"/>
                  </a:lnTo>
                  <a:lnTo>
                    <a:pt x="31400" y="0"/>
                  </a:lnTo>
                  <a:lnTo>
                    <a:pt x="2200" y="19500"/>
                  </a:lnTo>
                  <a:cubicBezTo>
                    <a:pt x="2100" y="19500"/>
                    <a:pt x="5400" y="358100"/>
                    <a:pt x="0" y="358100"/>
                  </a:cubicBezTo>
                  <a:close/>
                </a:path>
              </a:pathLst>
            </a:custGeom>
            <a:solidFill>
              <a:srgbClr val="5F4E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3" name="probe-noto-emoji_u1f3e0-part-4"/>
            <p:cNvSpPr/>
            <p:nvPr/>
          </p:nvSpPr>
          <p:spPr>
            <a:xfrm>
              <a:off x="1072000" y="698200"/>
              <a:ext cx="31400" cy="337600"/>
            </a:xfrm>
            <a:custGeom>
              <a:avLst/>
              <a:gdLst/>
              <a:ahLst/>
              <a:cxnLst/>
              <a:rect l="0" t="0" r="r" b="b"/>
              <a:pathLst>
                <a:path w="31400" h="337600">
                  <a:moveTo>
                    <a:pt x="0" y="0"/>
                  </a:moveTo>
                  <a:lnTo>
                    <a:pt x="0" y="320300"/>
                  </a:lnTo>
                  <a:lnTo>
                    <a:pt x="31400" y="337600"/>
                  </a:lnTo>
                  <a:lnTo>
                    <a:pt x="31400" y="11900"/>
                  </a:lnTo>
                  <a:close/>
                </a:path>
              </a:pathLst>
            </a:custGeom>
            <a:solidFill>
              <a:srgbClr val="5F4E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4" name="probe-noto-emoji_u1f3e0-part-5"/>
            <p:cNvSpPr/>
            <p:nvPr/>
          </p:nvSpPr>
          <p:spPr>
            <a:xfrm>
              <a:off x="171800" y="164800"/>
              <a:ext cx="931600" cy="569100"/>
            </a:xfrm>
            <a:custGeom>
              <a:avLst/>
              <a:gdLst/>
              <a:ahLst/>
              <a:cxnLst/>
              <a:rect l="0" t="0" r="r" b="b"/>
              <a:pathLst>
                <a:path w="931600" h="569100">
                  <a:moveTo>
                    <a:pt x="472400" y="117300"/>
                  </a:moveTo>
                  <a:lnTo>
                    <a:pt x="0" y="559400"/>
                  </a:lnTo>
                  <a:lnTo>
                    <a:pt x="0" y="447900"/>
                  </a:lnTo>
                  <a:lnTo>
                    <a:pt x="472900" y="0"/>
                  </a:lnTo>
                  <a:lnTo>
                    <a:pt x="931600" y="475000"/>
                  </a:lnTo>
                  <a:lnTo>
                    <a:pt x="931600" y="569100"/>
                  </a:lnTo>
                  <a:close/>
                </a:path>
              </a:pathLst>
            </a:custGeom>
            <a:solidFill>
              <a:srgbClr val="BCAA9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5" name="probe-noto-emoji_u1f3e0-part-6"/>
            <p:cNvSpPr/>
            <p:nvPr/>
          </p:nvSpPr>
          <p:spPr>
            <a:xfrm>
              <a:off x="97800" y="113100"/>
              <a:ext cx="1071300" cy="538400"/>
            </a:xfrm>
            <a:custGeom>
              <a:avLst/>
              <a:gdLst/>
              <a:ahLst/>
              <a:cxnLst/>
              <a:rect l="0" t="0" r="r" b="b"/>
              <a:pathLst>
                <a:path w="1071300" h="538400">
                  <a:moveTo>
                    <a:pt x="27700" y="480500"/>
                  </a:moveTo>
                  <a:lnTo>
                    <a:pt x="0" y="531600"/>
                  </a:lnTo>
                  <a:lnTo>
                    <a:pt x="74300" y="530500"/>
                  </a:lnTo>
                  <a:cubicBezTo>
                    <a:pt x="74300" y="530500"/>
                    <a:pt x="537800" y="79700"/>
                    <a:pt x="547800" y="79300"/>
                  </a:cubicBezTo>
                  <a:cubicBezTo>
                    <a:pt x="559900" y="78800"/>
                    <a:pt x="1005400" y="538400"/>
                    <a:pt x="1005400" y="538400"/>
                  </a:cubicBezTo>
                  <a:lnTo>
                    <a:pt x="1071300" y="537400"/>
                  </a:lnTo>
                  <a:lnTo>
                    <a:pt x="576900" y="4800"/>
                  </a:lnTo>
                  <a:lnTo>
                    <a:pt x="504300" y="0"/>
                  </a:lnTo>
                  <a:lnTo>
                    <a:pt x="27700" y="480500"/>
                  </a:lnTo>
                  <a:close/>
                </a:path>
              </a:pathLst>
            </a:custGeom>
            <a:solidFill>
              <a:srgbClr val="AB583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6" name="probe-noto-emoji_u1f3e0-part-7"/>
            <p:cNvSpPr/>
            <p:nvPr/>
          </p:nvSpPr>
          <p:spPr>
            <a:xfrm>
              <a:off x="36709" y="62553"/>
              <a:ext cx="1203351" cy="588051"/>
            </a:xfrm>
            <a:custGeom>
              <a:avLst/>
              <a:gdLst/>
              <a:ahLst/>
              <a:cxnLst/>
              <a:rect l="0" t="0" r="r" b="b"/>
              <a:pathLst>
                <a:path w="1203351" h="588051">
                  <a:moveTo>
                    <a:pt x="3291" y="569347"/>
                  </a:moveTo>
                  <a:cubicBezTo>
                    <a:pt x="-4509" y="578847"/>
                    <a:pt x="3191" y="583847"/>
                    <a:pt x="9491" y="583847"/>
                  </a:cubicBezTo>
                  <a:cubicBezTo>
                    <a:pt x="15791" y="583847"/>
                    <a:pt x="88391" y="581747"/>
                    <a:pt x="88391" y="581747"/>
                  </a:cubicBezTo>
                  <a:lnTo>
                    <a:pt x="588791" y="94847"/>
                  </a:lnTo>
                  <a:cubicBezTo>
                    <a:pt x="588791" y="94847"/>
                    <a:pt x="600291" y="83047"/>
                    <a:pt x="608491" y="83447"/>
                  </a:cubicBezTo>
                  <a:cubicBezTo>
                    <a:pt x="617391" y="83847"/>
                    <a:pt x="628891" y="95147"/>
                    <a:pt x="628891" y="95147"/>
                  </a:cubicBezTo>
                  <a:lnTo>
                    <a:pt x="1131691" y="588047"/>
                  </a:lnTo>
                  <a:cubicBezTo>
                    <a:pt x="1131691" y="588047"/>
                    <a:pt x="1188991" y="588247"/>
                    <a:pt x="1198091" y="585947"/>
                  </a:cubicBezTo>
                  <a:cubicBezTo>
                    <a:pt x="1207991" y="583547"/>
                    <a:pt x="1202991" y="574147"/>
                    <a:pt x="1190791" y="561047"/>
                  </a:cubicBezTo>
                  <a:cubicBezTo>
                    <a:pt x="1181791" y="551347"/>
                    <a:pt x="673491" y="48547"/>
                    <a:pt x="665091" y="39847"/>
                  </a:cubicBezTo>
                  <a:cubicBezTo>
                    <a:pt x="640091" y="14047"/>
                    <a:pt x="627891" y="-953"/>
                    <a:pt x="604291" y="47"/>
                  </a:cubicBezTo>
                  <a:cubicBezTo>
                    <a:pt x="580591" y="1047"/>
                    <a:pt x="566591" y="18547"/>
                    <a:pt x="542891" y="40347"/>
                  </a:cubicBezTo>
                  <a:cubicBezTo>
                    <a:pt x="535891" y="46947"/>
                    <a:pt x="6591" y="565347"/>
                    <a:pt x="3291" y="569347"/>
                  </a:cubicBezTo>
                  <a:close/>
                </a:path>
              </a:pathLst>
            </a:custGeom>
            <a:solidFill>
              <a:srgbClr val="ED6C3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7" name="probe-noto-emoji_u1f3e0-part-8"/>
            <p:cNvSpPr/>
            <p:nvPr/>
          </p:nvSpPr>
          <p:spPr>
            <a:xfrm>
              <a:off x="935000" y="694300"/>
              <a:ext cx="102500" cy="114000"/>
            </a:xfrm>
            <a:custGeom>
              <a:avLst/>
              <a:gdLst/>
              <a:ahLst/>
              <a:cxnLst/>
              <a:rect l="0" t="0" r="r" b="b"/>
              <a:pathLst>
                <a:path w="102500" h="114000">
                  <a:moveTo>
                    <a:pt x="0" y="114000"/>
                  </a:moveTo>
                  <a:lnTo>
                    <a:pt x="102500" y="114000"/>
                  </a:lnTo>
                  <a:lnTo>
                    <a:pt x="102500" y="28700"/>
                  </a:lnTo>
                  <a:cubicBezTo>
                    <a:pt x="102500" y="12800"/>
                    <a:pt x="89600" y="0"/>
                    <a:pt x="73800" y="0"/>
                  </a:cubicBezTo>
                  <a:lnTo>
                    <a:pt x="0" y="0"/>
                  </a:lnTo>
                  <a:lnTo>
                    <a:pt x="0" y="11400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8" name="probe-noto-emoji_u1f3e0-part-9"/>
            <p:cNvSpPr/>
            <p:nvPr/>
          </p:nvSpPr>
          <p:spPr>
            <a:xfrm>
              <a:off x="795500" y="694300"/>
              <a:ext cx="108700" cy="114100"/>
            </a:xfrm>
            <a:custGeom>
              <a:avLst/>
              <a:gdLst/>
              <a:ahLst/>
              <a:cxnLst/>
              <a:rect l="0" t="0" r="r" b="b"/>
              <a:pathLst>
                <a:path w="108700" h="114100">
                  <a:moveTo>
                    <a:pt x="108700" y="114000"/>
                  </a:moveTo>
                  <a:lnTo>
                    <a:pt x="108700" y="0"/>
                  </a:lnTo>
                  <a:lnTo>
                    <a:pt x="28700" y="0"/>
                  </a:lnTo>
                  <a:cubicBezTo>
                    <a:pt x="12800" y="0"/>
                    <a:pt x="0" y="12900"/>
                    <a:pt x="0" y="28700"/>
                  </a:cubicBezTo>
                  <a:lnTo>
                    <a:pt x="0" y="114100"/>
                  </a:lnTo>
                  <a:lnTo>
                    <a:pt x="108700" y="11410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9" name="probe-noto-emoji_u1f3e0-part-10"/>
            <p:cNvSpPr/>
            <p:nvPr/>
          </p:nvSpPr>
          <p:spPr>
            <a:xfrm>
              <a:off x="795500" y="840700"/>
              <a:ext cx="108700" cy="108700"/>
            </a:xfrm>
            <a:custGeom>
              <a:avLst/>
              <a:gdLst/>
              <a:ahLst/>
              <a:cxnLst/>
              <a:rect l="0" t="0" r="r" b="b"/>
              <a:pathLst>
                <a:path w="108700" h="108700">
                  <a:moveTo>
                    <a:pt x="108700" y="0"/>
                  </a:moveTo>
                  <a:lnTo>
                    <a:pt x="0" y="0"/>
                  </a:lnTo>
                  <a:lnTo>
                    <a:pt x="0" y="80000"/>
                  </a:lnTo>
                  <a:cubicBezTo>
                    <a:pt x="0" y="95900"/>
                    <a:pt x="12900" y="108700"/>
                    <a:pt x="28700" y="108700"/>
                  </a:cubicBezTo>
                  <a:lnTo>
                    <a:pt x="108700" y="108700"/>
                  </a:lnTo>
                  <a:lnTo>
                    <a:pt x="108700" y="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0" name="probe-noto-emoji_u1f3e0-part-11"/>
            <p:cNvSpPr/>
            <p:nvPr/>
          </p:nvSpPr>
          <p:spPr>
            <a:xfrm>
              <a:off x="935000" y="840700"/>
              <a:ext cx="102500" cy="108700"/>
            </a:xfrm>
            <a:custGeom>
              <a:avLst/>
              <a:gdLst/>
              <a:ahLst/>
              <a:cxnLst/>
              <a:rect l="0" t="0" r="r" b="b"/>
              <a:pathLst>
                <a:path w="102500" h="108700">
                  <a:moveTo>
                    <a:pt x="0" y="0"/>
                  </a:moveTo>
                  <a:lnTo>
                    <a:pt x="0" y="108700"/>
                  </a:lnTo>
                  <a:lnTo>
                    <a:pt x="73800" y="108700"/>
                  </a:lnTo>
                  <a:cubicBezTo>
                    <a:pt x="89700" y="108700"/>
                    <a:pt x="102500" y="95800"/>
                    <a:pt x="102500" y="80000"/>
                  </a:cubicBezTo>
                  <a:lnTo>
                    <a:pt x="102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1" name="probe-noto-emoji_u1f3e0-part-12"/>
            <p:cNvSpPr/>
            <p:nvPr/>
          </p:nvSpPr>
          <p:spPr>
            <a:xfrm>
              <a:off x="367500" y="694300"/>
              <a:ext cx="102500" cy="114000"/>
            </a:xfrm>
            <a:custGeom>
              <a:avLst/>
              <a:gdLst/>
              <a:ahLst/>
              <a:cxnLst/>
              <a:rect l="0" t="0" r="r" b="b"/>
              <a:pathLst>
                <a:path w="102500" h="114000">
                  <a:moveTo>
                    <a:pt x="0" y="114000"/>
                  </a:moveTo>
                  <a:lnTo>
                    <a:pt x="102500" y="114000"/>
                  </a:lnTo>
                  <a:lnTo>
                    <a:pt x="102500" y="28700"/>
                  </a:lnTo>
                  <a:cubicBezTo>
                    <a:pt x="102500" y="12800"/>
                    <a:pt x="89600" y="0"/>
                    <a:pt x="73800" y="0"/>
                  </a:cubicBezTo>
                  <a:lnTo>
                    <a:pt x="0" y="0"/>
                  </a:lnTo>
                  <a:lnTo>
                    <a:pt x="0" y="11400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2" name="probe-noto-emoji_u1f3e0-part-13"/>
            <p:cNvSpPr/>
            <p:nvPr/>
          </p:nvSpPr>
          <p:spPr>
            <a:xfrm>
              <a:off x="227900" y="694300"/>
              <a:ext cx="108700" cy="114100"/>
            </a:xfrm>
            <a:custGeom>
              <a:avLst/>
              <a:gdLst/>
              <a:ahLst/>
              <a:cxnLst/>
              <a:rect l="0" t="0" r="r" b="b"/>
              <a:pathLst>
                <a:path w="108700" h="114100">
                  <a:moveTo>
                    <a:pt x="108700" y="114000"/>
                  </a:moveTo>
                  <a:lnTo>
                    <a:pt x="108700" y="0"/>
                  </a:lnTo>
                  <a:lnTo>
                    <a:pt x="28700" y="0"/>
                  </a:lnTo>
                  <a:cubicBezTo>
                    <a:pt x="12800" y="0"/>
                    <a:pt x="0" y="12900"/>
                    <a:pt x="0" y="28700"/>
                  </a:cubicBezTo>
                  <a:lnTo>
                    <a:pt x="0" y="114100"/>
                  </a:lnTo>
                  <a:lnTo>
                    <a:pt x="108700" y="11410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3" name="probe-noto-emoji_u1f3e0-part-14"/>
            <p:cNvSpPr/>
            <p:nvPr/>
          </p:nvSpPr>
          <p:spPr>
            <a:xfrm>
              <a:off x="228000" y="840700"/>
              <a:ext cx="108700" cy="108700"/>
            </a:xfrm>
            <a:custGeom>
              <a:avLst/>
              <a:gdLst/>
              <a:ahLst/>
              <a:cxnLst/>
              <a:rect l="0" t="0" r="r" b="b"/>
              <a:pathLst>
                <a:path w="108700" h="108700">
                  <a:moveTo>
                    <a:pt x="108600" y="0"/>
                  </a:moveTo>
                  <a:lnTo>
                    <a:pt x="0" y="0"/>
                  </a:lnTo>
                  <a:lnTo>
                    <a:pt x="0" y="80000"/>
                  </a:lnTo>
                  <a:cubicBezTo>
                    <a:pt x="0" y="95900"/>
                    <a:pt x="12900" y="108700"/>
                    <a:pt x="28700" y="108700"/>
                  </a:cubicBezTo>
                  <a:lnTo>
                    <a:pt x="108700" y="108700"/>
                  </a:lnTo>
                  <a:lnTo>
                    <a:pt x="108700" y="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4" name="probe-noto-emoji_u1f3e0-part-15"/>
            <p:cNvSpPr/>
            <p:nvPr/>
          </p:nvSpPr>
          <p:spPr>
            <a:xfrm>
              <a:off x="367500" y="840700"/>
              <a:ext cx="102500" cy="108700"/>
            </a:xfrm>
            <a:custGeom>
              <a:avLst/>
              <a:gdLst/>
              <a:ahLst/>
              <a:cxnLst/>
              <a:rect l="0" t="0" r="r" b="b"/>
              <a:pathLst>
                <a:path w="102500" h="108700">
                  <a:moveTo>
                    <a:pt x="0" y="0"/>
                  </a:moveTo>
                  <a:lnTo>
                    <a:pt x="0" y="108700"/>
                  </a:lnTo>
                  <a:lnTo>
                    <a:pt x="73800" y="108700"/>
                  </a:lnTo>
                  <a:cubicBezTo>
                    <a:pt x="89700" y="108700"/>
                    <a:pt x="102500" y="95800"/>
                    <a:pt x="102500" y="80000"/>
                  </a:cubicBezTo>
                  <a:lnTo>
                    <a:pt x="102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CFD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5" name="probe-noto-emoji_u1f3e0-part-16"/>
            <p:cNvSpPr/>
            <p:nvPr/>
          </p:nvSpPr>
          <p:spPr>
            <a:xfrm>
              <a:off x="502733" y="643229"/>
              <a:ext cx="262067" cy="427871"/>
            </a:xfrm>
            <a:custGeom>
              <a:avLst/>
              <a:gdLst/>
              <a:ahLst/>
              <a:cxnLst/>
              <a:rect l="0" t="0" r="r" b="b"/>
              <a:pathLst>
                <a:path w="262067" h="427871">
                  <a:moveTo>
                    <a:pt x="667" y="424071"/>
                  </a:moveTo>
                  <a:cubicBezTo>
                    <a:pt x="667" y="424071"/>
                    <a:pt x="-833" y="176671"/>
                    <a:pt x="667" y="114171"/>
                  </a:cubicBezTo>
                  <a:cubicBezTo>
                    <a:pt x="2167" y="51771"/>
                    <a:pt x="60767" y="-2229"/>
                    <a:pt x="128667" y="71"/>
                  </a:cubicBezTo>
                  <a:cubicBezTo>
                    <a:pt x="212667" y="2971"/>
                    <a:pt x="255867" y="50171"/>
                    <a:pt x="258967" y="111071"/>
                  </a:cubicBezTo>
                  <a:cubicBezTo>
                    <a:pt x="262067" y="171971"/>
                    <a:pt x="262067" y="427871"/>
                    <a:pt x="262067" y="427871"/>
                  </a:cubicBezTo>
                  <a:lnTo>
                    <a:pt x="667" y="424071"/>
                  </a:lnTo>
                  <a:close/>
                </a:path>
              </a:pathLst>
            </a:custGeom>
            <a:solidFill>
              <a:srgbClr val="D2785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6" name="probe-noto-emoji_u1f3e0-part-17"/>
            <p:cNvSpPr/>
            <p:nvPr/>
          </p:nvSpPr>
          <p:spPr>
            <a:xfrm>
              <a:off x="534167" y="678806"/>
              <a:ext cx="197633" cy="402094"/>
            </a:xfrm>
            <a:custGeom>
              <a:avLst/>
              <a:gdLst/>
              <a:ahLst/>
              <a:cxnLst/>
              <a:rect l="0" t="0" r="r" b="b"/>
              <a:pathLst>
                <a:path w="197633" h="402094">
                  <a:moveTo>
                    <a:pt x="533" y="401894"/>
                  </a:moveTo>
                  <a:cubicBezTo>
                    <a:pt x="533" y="401894"/>
                    <a:pt x="-667" y="138294"/>
                    <a:pt x="533" y="89494"/>
                  </a:cubicBezTo>
                  <a:cubicBezTo>
                    <a:pt x="2033" y="28994"/>
                    <a:pt x="47633" y="-2806"/>
                    <a:pt x="100633" y="194"/>
                  </a:cubicBezTo>
                  <a:cubicBezTo>
                    <a:pt x="162333" y="3694"/>
                    <a:pt x="192833" y="36494"/>
                    <a:pt x="195233" y="84194"/>
                  </a:cubicBezTo>
                  <a:cubicBezTo>
                    <a:pt x="197633" y="131794"/>
                    <a:pt x="197633" y="402094"/>
                    <a:pt x="197633" y="402094"/>
                  </a:cubicBezTo>
                  <a:lnTo>
                    <a:pt x="533" y="401894"/>
                  </a:lnTo>
                  <a:close/>
                </a:path>
              </a:pathLst>
            </a:custGeom>
            <a:solidFill>
              <a:srgbClr val="AB593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7" name="probe-noto-emoji_u1f3e0-part-18"/>
            <p:cNvSpPr/>
            <p:nvPr/>
          </p:nvSpPr>
          <p:spPr>
            <a:xfrm>
              <a:off x="566211" y="714862"/>
              <a:ext cx="133689" cy="150938"/>
            </a:xfrm>
            <a:custGeom>
              <a:avLst/>
              <a:gdLst/>
              <a:ahLst/>
              <a:cxnLst/>
              <a:rect l="0" t="0" r="r" b="b"/>
              <a:pathLst>
                <a:path w="133689" h="150938">
                  <a:moveTo>
                    <a:pt x="133689" y="150938"/>
                  </a:moveTo>
                  <a:cubicBezTo>
                    <a:pt x="133489" y="107538"/>
                    <a:pt x="133089" y="69238"/>
                    <a:pt x="132489" y="57538"/>
                  </a:cubicBezTo>
                  <a:cubicBezTo>
                    <a:pt x="130889" y="26038"/>
                    <a:pt x="108489" y="1538"/>
                    <a:pt x="64989" y="38"/>
                  </a:cubicBezTo>
                  <a:cubicBezTo>
                    <a:pt x="29889" y="-1162"/>
                    <a:pt x="989" y="26238"/>
                    <a:pt x="189" y="58538"/>
                  </a:cubicBezTo>
                  <a:cubicBezTo>
                    <a:pt x="-111" y="70438"/>
                    <a:pt x="-11" y="107838"/>
                    <a:pt x="189" y="150438"/>
                  </a:cubicBezTo>
                  <a:lnTo>
                    <a:pt x="133689" y="150938"/>
                  </a:lnTo>
                  <a:close/>
                </a:path>
              </a:pathLst>
            </a:custGeom>
            <a:solidFill>
              <a:srgbClr val="D2785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8" name="probe-noto-emoji_u1f3e0-part-19"/>
            <p:cNvSpPr/>
            <p:nvPr/>
          </p:nvSpPr>
          <p:spPr>
            <a:xfrm>
              <a:off x="566700" y="914500"/>
              <a:ext cx="133600" cy="112000"/>
            </a:xfrm>
            <a:custGeom>
              <a:avLst/>
              <a:gdLst/>
              <a:ahLst/>
              <a:cxnLst/>
              <a:rect l="0" t="0" r="r" b="b"/>
              <a:pathLst>
                <a:path w="133600" h="112000">
                  <a:moveTo>
                    <a:pt x="0" y="0"/>
                  </a:moveTo>
                  <a:cubicBezTo>
                    <a:pt x="400" y="58100"/>
                    <a:pt x="900" y="111600"/>
                    <a:pt x="900" y="111600"/>
                  </a:cubicBezTo>
                  <a:lnTo>
                    <a:pt x="133600" y="112000"/>
                  </a:lnTo>
                  <a:cubicBezTo>
                    <a:pt x="133600" y="112000"/>
                    <a:pt x="133600" y="58700"/>
                    <a:pt x="133400" y="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785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9" name="probe-noto-emoji_u1f3e0-part-20"/>
            <p:cNvSpPr/>
            <p:nvPr/>
          </p:nvSpPr>
          <p:spPr>
            <a:xfrm>
              <a:off x="700270" y="866142"/>
              <a:ext cx="46003" cy="47458"/>
            </a:xfrm>
            <a:custGeom>
              <a:avLst/>
              <a:gdLst/>
              <a:ahLst/>
              <a:cxnLst/>
              <a:rect l="0" t="0" r="r" b="b"/>
              <a:pathLst>
                <a:path w="46003" h="47458">
                  <a:moveTo>
                    <a:pt x="30" y="21958"/>
                  </a:moveTo>
                  <a:cubicBezTo>
                    <a:pt x="-470" y="36058"/>
                    <a:pt x="5230" y="47458"/>
                    <a:pt x="21930" y="47458"/>
                  </a:cubicBezTo>
                  <a:cubicBezTo>
                    <a:pt x="38630" y="47458"/>
                    <a:pt x="44730" y="39658"/>
                    <a:pt x="45930" y="24558"/>
                  </a:cubicBezTo>
                  <a:cubicBezTo>
                    <a:pt x="46930" y="11058"/>
                    <a:pt x="37630" y="-942"/>
                    <a:pt x="21930" y="58"/>
                  </a:cubicBezTo>
                  <a:cubicBezTo>
                    <a:pt x="6330" y="1158"/>
                    <a:pt x="430" y="12058"/>
                    <a:pt x="30" y="21958"/>
                  </a:cubicBezTo>
                  <a:close/>
                </a:path>
              </a:pathLst>
            </a:custGeom>
            <a:solidFill>
              <a:srgbClr val="FFBA0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0" name="probe-noto-emoji_u1f3e0-part-21"/>
            <p:cNvSpPr/>
            <p:nvPr/>
          </p:nvSpPr>
          <p:spPr>
            <a:xfrm>
              <a:off x="796100" y="1002041"/>
              <a:ext cx="340789" cy="161322"/>
            </a:xfrm>
            <a:custGeom>
              <a:avLst/>
              <a:gdLst/>
              <a:ahLst/>
              <a:cxnLst/>
              <a:rect l="0" t="0" r="r" b="b"/>
              <a:pathLst>
                <a:path w="340789" h="161322">
                  <a:moveTo>
                    <a:pt x="0" y="161059"/>
                  </a:moveTo>
                  <a:cubicBezTo>
                    <a:pt x="0" y="161059"/>
                    <a:pt x="108800" y="162159"/>
                    <a:pt x="187400" y="159859"/>
                  </a:cubicBezTo>
                  <a:cubicBezTo>
                    <a:pt x="266000" y="157559"/>
                    <a:pt x="322900" y="161059"/>
                    <a:pt x="334600" y="149259"/>
                  </a:cubicBezTo>
                  <a:cubicBezTo>
                    <a:pt x="346300" y="137559"/>
                    <a:pt x="346100" y="37859"/>
                    <a:pt x="291600" y="10859"/>
                  </a:cubicBezTo>
                  <a:cubicBezTo>
                    <a:pt x="241500" y="-13941"/>
                    <a:pt x="209100" y="11259"/>
                    <a:pt x="191900" y="12959"/>
                  </a:cubicBezTo>
                  <a:cubicBezTo>
                    <a:pt x="169200" y="15259"/>
                    <a:pt x="141100" y="1159"/>
                    <a:pt x="120500" y="759"/>
                  </a:cubicBezTo>
                  <a:cubicBezTo>
                    <a:pt x="35400" y="-1041"/>
                    <a:pt x="5600" y="65859"/>
                    <a:pt x="5600" y="65859"/>
                  </a:cubicBezTo>
                  <a:lnTo>
                    <a:pt x="0" y="161059"/>
                  </a:lnTo>
                  <a:close/>
                </a:path>
              </a:pathLst>
            </a:custGeom>
            <a:solidFill>
              <a:srgbClr val="72803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1" name="probe-noto-emoji_u1f3e0-part-22"/>
            <p:cNvSpPr/>
            <p:nvPr/>
          </p:nvSpPr>
          <p:spPr>
            <a:xfrm>
              <a:off x="137978" y="1004388"/>
              <a:ext cx="335222" cy="158912"/>
            </a:xfrm>
            <a:custGeom>
              <a:avLst/>
              <a:gdLst/>
              <a:ahLst/>
              <a:cxnLst/>
              <a:rect l="0" t="0" r="r" b="b"/>
              <a:pathLst>
                <a:path w="335222" h="158912">
                  <a:moveTo>
                    <a:pt x="7322" y="150512"/>
                  </a:moveTo>
                  <a:cubicBezTo>
                    <a:pt x="16422" y="159012"/>
                    <a:pt x="85922" y="159312"/>
                    <a:pt x="169822" y="158712"/>
                  </a:cubicBezTo>
                  <a:cubicBezTo>
                    <a:pt x="253722" y="158112"/>
                    <a:pt x="321222" y="158912"/>
                    <a:pt x="321222" y="158912"/>
                  </a:cubicBezTo>
                  <a:lnTo>
                    <a:pt x="335222" y="74212"/>
                  </a:lnTo>
                  <a:lnTo>
                    <a:pt x="318222" y="60112"/>
                  </a:lnTo>
                  <a:cubicBezTo>
                    <a:pt x="318222" y="60112"/>
                    <a:pt x="320122" y="17712"/>
                    <a:pt x="266622" y="3212"/>
                  </a:cubicBezTo>
                  <a:cubicBezTo>
                    <a:pt x="229622" y="-6788"/>
                    <a:pt x="197422" y="9712"/>
                    <a:pt x="166322" y="10212"/>
                  </a:cubicBezTo>
                  <a:cubicBezTo>
                    <a:pt x="135222" y="10812"/>
                    <a:pt x="106522" y="-3288"/>
                    <a:pt x="71922" y="4912"/>
                  </a:cubicBezTo>
                  <a:cubicBezTo>
                    <a:pt x="39722" y="12512"/>
                    <a:pt x="14622" y="33512"/>
                    <a:pt x="4422" y="75912"/>
                  </a:cubicBezTo>
                  <a:cubicBezTo>
                    <a:pt x="-2678" y="105312"/>
                    <a:pt x="-878" y="142812"/>
                    <a:pt x="7322" y="150512"/>
                  </a:cubicBezTo>
                  <a:close/>
                </a:path>
              </a:pathLst>
            </a:custGeom>
            <a:solidFill>
              <a:srgbClr val="72803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2" name="probe-noto-emoji_u1f3e0-part-23"/>
            <p:cNvSpPr/>
            <p:nvPr/>
          </p:nvSpPr>
          <p:spPr>
            <a:xfrm>
              <a:off x="449200" y="1064600"/>
              <a:ext cx="360800" cy="187158"/>
            </a:xfrm>
            <a:custGeom>
              <a:avLst/>
              <a:gdLst/>
              <a:ahLst/>
              <a:cxnLst/>
              <a:rect l="0" t="0" r="r" b="b"/>
              <a:pathLst>
                <a:path w="360800" h="187158">
                  <a:moveTo>
                    <a:pt x="0" y="187100"/>
                  </a:moveTo>
                  <a:lnTo>
                    <a:pt x="700" y="98600"/>
                  </a:lnTo>
                  <a:lnTo>
                    <a:pt x="7200" y="98600"/>
                  </a:lnTo>
                  <a:lnTo>
                    <a:pt x="7100" y="0"/>
                  </a:lnTo>
                  <a:lnTo>
                    <a:pt x="354400" y="0"/>
                  </a:lnTo>
                  <a:lnTo>
                    <a:pt x="353200" y="98600"/>
                  </a:lnTo>
                  <a:lnTo>
                    <a:pt x="360800" y="98600"/>
                  </a:lnTo>
                  <a:lnTo>
                    <a:pt x="360800" y="184800"/>
                  </a:lnTo>
                  <a:cubicBezTo>
                    <a:pt x="360700" y="184700"/>
                    <a:pt x="0" y="187600"/>
                    <a:pt x="0" y="187100"/>
                  </a:cubicBezTo>
                  <a:close/>
                </a:path>
              </a:pathLst>
            </a:custGeom>
            <a:solidFill>
              <a:srgbClr val="B0B0B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3" name="probe-noto-emoji_u1f3e0-part-24"/>
            <p:cNvSpPr/>
            <p:nvPr/>
          </p:nvSpPr>
          <p:spPr>
            <a:xfrm>
              <a:off x="449100" y="1212700"/>
              <a:ext cx="360800" cy="39000"/>
            </a:xfrm>
            <a:custGeom>
              <a:avLst/>
              <a:gdLst/>
              <a:ahLst/>
              <a:cxnLst/>
              <a:rect l="0" t="0" r="r" b="b"/>
              <a:pathLst>
                <a:path w="360800" h="39000">
                  <a:moveTo>
                    <a:pt x="360800" y="300"/>
                  </a:moveTo>
                  <a:lnTo>
                    <a:pt x="360800" y="36600"/>
                  </a:lnTo>
                  <a:lnTo>
                    <a:pt x="0" y="3900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9B9B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4" name="probe-noto-emoji_u1f3e0-part-25"/>
            <p:cNvSpPr/>
            <p:nvPr/>
          </p:nvSpPr>
          <p:spPr>
            <a:xfrm>
              <a:off x="456200" y="1124800"/>
              <a:ext cx="346500" cy="38300"/>
            </a:xfrm>
            <a:custGeom>
              <a:avLst/>
              <a:gdLst/>
              <a:ahLst/>
              <a:cxnLst/>
              <a:rect l="0" t="0" r="r" b="b"/>
              <a:pathLst>
                <a:path w="346500" h="38300">
                  <a:moveTo>
                    <a:pt x="0" y="0"/>
                  </a:moveTo>
                  <a:lnTo>
                    <a:pt x="346500" y="100"/>
                  </a:lnTo>
                  <a:lnTo>
                    <a:pt x="346500" y="38300"/>
                  </a:lnTo>
                  <a:lnTo>
                    <a:pt x="0" y="38300"/>
                  </a:lnTo>
                  <a:close/>
                </a:path>
              </a:pathLst>
            </a:custGeom>
            <a:solidFill>
              <a:srgbClr val="9B9B9B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45" name="probe-noto-emoji_u1f4cc" descr="固定标记 — Google Noto Emoji contributors; Apache-2.0; original SVG unchanged. Source: https://github.com/googlefonts/noto-emoji/blob/e20cbc2bbec1926686be9f9bee7d1d2cfa1fea0e/2D/svg/emoji_u1f4cc.svg; SVG SHA256: 833bd37ad8f3ae8e4bd6857309b104f13d78b9be428ff7018a75836d8793f7df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1280000" cy="1280000"/>
          </a:xfrm>
        </p:grpSpPr>
        <p:sp>
          <p:nvSpPr>
            <p:cNvPr id="146" name="probe-noto-emoji_u1f4cc-part-1"/>
            <p:cNvSpPr/>
            <p:nvPr/>
          </p:nvSpPr>
          <p:spPr>
            <a:xfrm>
              <a:off x="820500" y="55558"/>
              <a:ext cx="254600" cy="177342"/>
            </a:xfrm>
            <a:custGeom>
              <a:avLst/>
              <a:gdLst/>
              <a:ahLst/>
              <a:cxnLst/>
              <a:rect l="0" t="0" r="r" b="b"/>
              <a:pathLst>
                <a:path w="254600" h="177342">
                  <a:moveTo>
                    <a:pt x="254600" y="61442"/>
                  </a:moveTo>
                  <a:cubicBezTo>
                    <a:pt x="254600" y="61442"/>
                    <a:pt x="216600" y="28242"/>
                    <a:pt x="158700" y="10242"/>
                  </a:cubicBezTo>
                  <a:cubicBezTo>
                    <a:pt x="100800" y="-7758"/>
                    <a:pt x="81200" y="2242"/>
                    <a:pt x="73100" y="8142"/>
                  </a:cubicBezTo>
                  <a:cubicBezTo>
                    <a:pt x="65000" y="14042"/>
                    <a:pt x="50600" y="27842"/>
                    <a:pt x="37400" y="40842"/>
                  </a:cubicBezTo>
                  <a:cubicBezTo>
                    <a:pt x="6300" y="71542"/>
                    <a:pt x="0" y="82342"/>
                    <a:pt x="0" y="82342"/>
                  </a:cubicBezTo>
                  <a:lnTo>
                    <a:pt x="171900" y="177342"/>
                  </a:lnTo>
                  <a:lnTo>
                    <a:pt x="248800" y="95642"/>
                  </a:lnTo>
                  <a:lnTo>
                    <a:pt x="254500" y="61442"/>
                  </a:ln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7" name="probe-noto-emoji_u1f4cc-part-2"/>
            <p:cNvSpPr/>
            <p:nvPr/>
          </p:nvSpPr>
          <p:spPr>
            <a:xfrm>
              <a:off x="621200" y="119076"/>
              <a:ext cx="510000" cy="429124"/>
            </a:xfrm>
            <a:custGeom>
              <a:avLst/>
              <a:gdLst/>
              <a:ahLst/>
              <a:cxnLst/>
              <a:rect l="0" t="0" r="r" b="b"/>
              <a:pathLst>
                <a:path w="510000" h="429124">
                  <a:moveTo>
                    <a:pt x="151000" y="429124"/>
                  </a:moveTo>
                  <a:lnTo>
                    <a:pt x="510000" y="166024"/>
                  </a:lnTo>
                  <a:lnTo>
                    <a:pt x="444500" y="63424"/>
                  </a:lnTo>
                  <a:lnTo>
                    <a:pt x="385800" y="59224"/>
                  </a:lnTo>
                  <a:cubicBezTo>
                    <a:pt x="385800" y="59224"/>
                    <a:pt x="328700" y="16824"/>
                    <a:pt x="283100" y="4524"/>
                  </a:cubicBezTo>
                  <a:cubicBezTo>
                    <a:pt x="237500" y="-7776"/>
                    <a:pt x="206200" y="7724"/>
                    <a:pt x="199500" y="18724"/>
                  </a:cubicBezTo>
                  <a:cubicBezTo>
                    <a:pt x="188100" y="37724"/>
                    <a:pt x="208000" y="120324"/>
                    <a:pt x="208000" y="120324"/>
                  </a:cubicBezTo>
                  <a:lnTo>
                    <a:pt x="0" y="302624"/>
                  </a:lnTo>
                  <a:lnTo>
                    <a:pt x="55100" y="424224"/>
                  </a:lnTo>
                  <a:lnTo>
                    <a:pt x="151000" y="428924"/>
                  </a:lnTo>
                  <a:close/>
                </a:path>
              </a:pathLst>
            </a:custGeom>
            <a:solidFill>
              <a:srgbClr val="F442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8" name="probe-noto-emoji_u1f4cc-part-3"/>
            <p:cNvSpPr/>
            <p:nvPr/>
          </p:nvSpPr>
          <p:spPr>
            <a:xfrm>
              <a:off x="307900" y="268172"/>
              <a:ext cx="589443" cy="328628"/>
            </a:xfrm>
            <a:custGeom>
              <a:avLst/>
              <a:gdLst/>
              <a:ahLst/>
              <a:cxnLst/>
              <a:rect l="0" t="0" r="r" b="b"/>
              <a:pathLst>
                <a:path w="589443" h="328628">
                  <a:moveTo>
                    <a:pt x="420600" y="227428"/>
                  </a:moveTo>
                  <a:cubicBezTo>
                    <a:pt x="420600" y="227428"/>
                    <a:pt x="554400" y="89228"/>
                    <a:pt x="570800" y="74028"/>
                  </a:cubicBezTo>
                  <a:cubicBezTo>
                    <a:pt x="587200" y="58828"/>
                    <a:pt x="602400" y="29428"/>
                    <a:pt x="571900" y="6528"/>
                  </a:cubicBezTo>
                  <a:cubicBezTo>
                    <a:pt x="541400" y="-16372"/>
                    <a:pt x="506600" y="27228"/>
                    <a:pt x="489200" y="41328"/>
                  </a:cubicBezTo>
                  <a:cubicBezTo>
                    <a:pt x="471800" y="55428"/>
                    <a:pt x="352100" y="164328"/>
                    <a:pt x="352100" y="164328"/>
                  </a:cubicBezTo>
                  <a:cubicBezTo>
                    <a:pt x="352100" y="164328"/>
                    <a:pt x="301000" y="114228"/>
                    <a:pt x="182400" y="101228"/>
                  </a:cubicBezTo>
                  <a:cubicBezTo>
                    <a:pt x="53900" y="87128"/>
                    <a:pt x="0" y="139728"/>
                    <a:pt x="0" y="139728"/>
                  </a:cubicBezTo>
                  <a:lnTo>
                    <a:pt x="139900" y="328628"/>
                  </a:lnTo>
                  <a:lnTo>
                    <a:pt x="420600" y="227428"/>
                  </a:ln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9" name="probe-noto-emoji_u1f4cc-part-4"/>
            <p:cNvSpPr/>
            <p:nvPr/>
          </p:nvSpPr>
          <p:spPr>
            <a:xfrm>
              <a:off x="522500" y="116800"/>
              <a:ext cx="714349" cy="856600"/>
            </a:xfrm>
            <a:custGeom>
              <a:avLst/>
              <a:gdLst/>
              <a:ahLst/>
              <a:cxnLst/>
              <a:rect l="0" t="0" r="r" b="b"/>
              <a:pathLst>
                <a:path w="714349" h="856600">
                  <a:moveTo>
                    <a:pt x="552600" y="0"/>
                  </a:moveTo>
                  <a:lnTo>
                    <a:pt x="484400" y="61600"/>
                  </a:lnTo>
                  <a:cubicBezTo>
                    <a:pt x="484400" y="61600"/>
                    <a:pt x="525000" y="92600"/>
                    <a:pt x="546400" y="118300"/>
                  </a:cubicBezTo>
                  <a:cubicBezTo>
                    <a:pt x="567800" y="144000"/>
                    <a:pt x="575300" y="156800"/>
                    <a:pt x="573100" y="163200"/>
                  </a:cubicBezTo>
                  <a:cubicBezTo>
                    <a:pt x="570900" y="169600"/>
                    <a:pt x="447000" y="203800"/>
                    <a:pt x="440500" y="209200"/>
                  </a:cubicBezTo>
                  <a:cubicBezTo>
                    <a:pt x="434000" y="214600"/>
                    <a:pt x="250200" y="403800"/>
                    <a:pt x="242700" y="403800"/>
                  </a:cubicBezTo>
                  <a:cubicBezTo>
                    <a:pt x="235200" y="403800"/>
                    <a:pt x="209600" y="362100"/>
                    <a:pt x="142200" y="335400"/>
                  </a:cubicBezTo>
                  <a:cubicBezTo>
                    <a:pt x="74800" y="308700"/>
                    <a:pt x="0" y="326800"/>
                    <a:pt x="0" y="326800"/>
                  </a:cubicBezTo>
                  <a:lnTo>
                    <a:pt x="53400" y="385600"/>
                  </a:lnTo>
                  <a:cubicBezTo>
                    <a:pt x="53400" y="385600"/>
                    <a:pt x="120500" y="507700"/>
                    <a:pt x="217800" y="659600"/>
                  </a:cubicBezTo>
                  <a:cubicBezTo>
                    <a:pt x="296500" y="782500"/>
                    <a:pt x="351700" y="856600"/>
                    <a:pt x="351700" y="856600"/>
                  </a:cubicBezTo>
                  <a:cubicBezTo>
                    <a:pt x="351700" y="856600"/>
                    <a:pt x="405100" y="792900"/>
                    <a:pt x="391200" y="684900"/>
                  </a:cubicBezTo>
                  <a:cubicBezTo>
                    <a:pt x="377300" y="576900"/>
                    <a:pt x="347000" y="543600"/>
                    <a:pt x="347000" y="543600"/>
                  </a:cubicBezTo>
                  <a:lnTo>
                    <a:pt x="527100" y="347800"/>
                  </a:lnTo>
                  <a:cubicBezTo>
                    <a:pt x="527100" y="347800"/>
                    <a:pt x="595300" y="365300"/>
                    <a:pt x="615600" y="361000"/>
                  </a:cubicBezTo>
                  <a:cubicBezTo>
                    <a:pt x="635900" y="356700"/>
                    <a:pt x="703300" y="292600"/>
                    <a:pt x="711800" y="272300"/>
                  </a:cubicBezTo>
                  <a:cubicBezTo>
                    <a:pt x="720300" y="252000"/>
                    <a:pt x="709800" y="193400"/>
                    <a:pt x="645500" y="100200"/>
                  </a:cubicBezTo>
                  <a:cubicBezTo>
                    <a:pt x="604200" y="40300"/>
                    <a:pt x="552300" y="100"/>
                    <a:pt x="552300" y="100"/>
                  </a:cubicBezTo>
                  <a:close/>
                </a:path>
              </a:pathLst>
            </a:custGeom>
            <a:solidFill>
              <a:srgbClr val="C5272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0" name="probe-noto-emoji_u1f4cc-part-5"/>
            <p:cNvSpPr/>
            <p:nvPr/>
          </p:nvSpPr>
          <p:spPr>
            <a:xfrm>
              <a:off x="278814" y="401551"/>
              <a:ext cx="596646" cy="611774"/>
            </a:xfrm>
            <a:custGeom>
              <a:avLst/>
              <a:gdLst/>
              <a:ahLst/>
              <a:cxnLst/>
              <a:rect l="0" t="0" r="r" b="b"/>
              <a:pathLst>
                <a:path w="596646" h="611774">
                  <a:moveTo>
                    <a:pt x="9486" y="33349"/>
                  </a:moveTo>
                  <a:cubicBezTo>
                    <a:pt x="-27814" y="109949"/>
                    <a:pt x="47486" y="269149"/>
                    <a:pt x="189586" y="419449"/>
                  </a:cubicBezTo>
                  <a:cubicBezTo>
                    <a:pt x="331786" y="569749"/>
                    <a:pt x="505786" y="637749"/>
                    <a:pt x="563286" y="602749"/>
                  </a:cubicBezTo>
                  <a:cubicBezTo>
                    <a:pt x="576686" y="594649"/>
                    <a:pt x="591086" y="582949"/>
                    <a:pt x="596486" y="570749"/>
                  </a:cubicBezTo>
                  <a:cubicBezTo>
                    <a:pt x="600286" y="496449"/>
                    <a:pt x="536086" y="354049"/>
                    <a:pt x="404986" y="204049"/>
                  </a:cubicBezTo>
                  <a:cubicBezTo>
                    <a:pt x="259686" y="37849"/>
                    <a:pt x="95386" y="-20951"/>
                    <a:pt x="28886" y="6449"/>
                  </a:cubicBezTo>
                  <a:cubicBezTo>
                    <a:pt x="16486" y="16949"/>
                    <a:pt x="13586" y="24749"/>
                    <a:pt x="9386" y="33449"/>
                  </a:cubicBezTo>
                  <a:close/>
                </a:path>
              </a:pathLst>
            </a:custGeom>
            <a:solidFill>
              <a:srgbClr val="F442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1" name="probe-noto-emoji_u1f4cc-part-6"/>
            <p:cNvSpPr/>
            <p:nvPr/>
          </p:nvSpPr>
          <p:spPr>
            <a:xfrm>
              <a:off x="44056" y="685800"/>
              <a:ext cx="581044" cy="544550"/>
            </a:xfrm>
            <a:custGeom>
              <a:avLst/>
              <a:gdLst/>
              <a:ahLst/>
              <a:cxnLst/>
              <a:rect l="0" t="0" r="r" b="b"/>
              <a:pathLst>
                <a:path w="581044" h="544550">
                  <a:moveTo>
                    <a:pt x="505044" y="27000"/>
                  </a:moveTo>
                  <a:lnTo>
                    <a:pt x="545544" y="0"/>
                  </a:lnTo>
                  <a:lnTo>
                    <a:pt x="581044" y="39800"/>
                  </a:lnTo>
                  <a:lnTo>
                    <a:pt x="571044" y="57600"/>
                  </a:lnTo>
                  <a:cubicBezTo>
                    <a:pt x="571044" y="57600"/>
                    <a:pt x="365244" y="262700"/>
                    <a:pt x="351044" y="277600"/>
                  </a:cubicBezTo>
                  <a:cubicBezTo>
                    <a:pt x="336844" y="292500"/>
                    <a:pt x="40744" y="528700"/>
                    <a:pt x="27944" y="539400"/>
                  </a:cubicBezTo>
                  <a:cubicBezTo>
                    <a:pt x="15144" y="550100"/>
                    <a:pt x="-956" y="542400"/>
                    <a:pt x="44" y="532000"/>
                  </a:cubicBezTo>
                  <a:cubicBezTo>
                    <a:pt x="3044" y="523200"/>
                    <a:pt x="289944" y="206500"/>
                    <a:pt x="289944" y="206500"/>
                  </a:cubicBezTo>
                  <a:lnTo>
                    <a:pt x="505144" y="27000"/>
                  </a:lnTo>
                  <a:close/>
                </a:path>
              </a:pathLst>
            </a:custGeom>
            <a:solidFill>
              <a:srgbClr val="2D77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2" name="probe-noto-emoji_u1f4cc-part-7"/>
            <p:cNvSpPr/>
            <p:nvPr/>
          </p:nvSpPr>
          <p:spPr>
            <a:xfrm>
              <a:off x="44018" y="655000"/>
              <a:ext cx="542082" cy="562900"/>
            </a:xfrm>
            <a:custGeom>
              <a:avLst/>
              <a:gdLst/>
              <a:ahLst/>
              <a:cxnLst/>
              <a:rect l="0" t="0" r="r" b="b"/>
              <a:pathLst>
                <a:path w="542082" h="562900">
                  <a:moveTo>
                    <a:pt x="542082" y="36500"/>
                  </a:moveTo>
                  <a:lnTo>
                    <a:pt x="521082" y="0"/>
                  </a:lnTo>
                  <a:lnTo>
                    <a:pt x="492982" y="6400"/>
                  </a:lnTo>
                  <a:lnTo>
                    <a:pt x="487782" y="12300"/>
                  </a:lnTo>
                  <a:cubicBezTo>
                    <a:pt x="487782" y="12300"/>
                    <a:pt x="297082" y="205500"/>
                    <a:pt x="272882" y="229000"/>
                  </a:cubicBezTo>
                  <a:cubicBezTo>
                    <a:pt x="252182" y="249100"/>
                    <a:pt x="77682" y="453000"/>
                    <a:pt x="24382" y="520400"/>
                  </a:cubicBezTo>
                  <a:cubicBezTo>
                    <a:pt x="-2718" y="554600"/>
                    <a:pt x="82" y="562900"/>
                    <a:pt x="82" y="562900"/>
                  </a:cubicBezTo>
                  <a:lnTo>
                    <a:pt x="310582" y="273700"/>
                  </a:lnTo>
                  <a:lnTo>
                    <a:pt x="542082" y="36600"/>
                  </a:lnTo>
                  <a:close/>
                </a:path>
              </a:pathLst>
            </a:custGeom>
            <a:solidFill>
              <a:srgbClr val="82ADB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3" name="probe-noto-emoji_u1f4cc-part-8"/>
            <p:cNvSpPr/>
            <p:nvPr/>
          </p:nvSpPr>
          <p:spPr>
            <a:xfrm>
              <a:off x="329363" y="669100"/>
              <a:ext cx="270037" cy="258017"/>
            </a:xfrm>
            <a:custGeom>
              <a:avLst/>
              <a:gdLst/>
              <a:ahLst/>
              <a:cxnLst/>
              <a:rect l="0" t="0" r="r" b="b"/>
              <a:pathLst>
                <a:path w="270037" h="258017">
                  <a:moveTo>
                    <a:pt x="240437" y="0"/>
                  </a:moveTo>
                  <a:cubicBezTo>
                    <a:pt x="240437" y="0"/>
                    <a:pt x="11037" y="223300"/>
                    <a:pt x="5637" y="229400"/>
                  </a:cubicBezTo>
                  <a:cubicBezTo>
                    <a:pt x="237" y="235500"/>
                    <a:pt x="-3563" y="245400"/>
                    <a:pt x="5237" y="253000"/>
                  </a:cubicBezTo>
                  <a:cubicBezTo>
                    <a:pt x="14037" y="260600"/>
                    <a:pt x="23837" y="258200"/>
                    <a:pt x="27937" y="254700"/>
                  </a:cubicBezTo>
                  <a:cubicBezTo>
                    <a:pt x="32037" y="251200"/>
                    <a:pt x="270037" y="19100"/>
                    <a:pt x="270037" y="19100"/>
                  </a:cubicBezTo>
                  <a:lnTo>
                    <a:pt x="240437" y="0"/>
                  </a:lnTo>
                  <a:close/>
                </a:path>
              </a:pathLst>
            </a:custGeom>
            <a:solidFill>
              <a:srgbClr val="B2D0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4" name="probe-noto-emoji_u1f4cc-part-9"/>
            <p:cNvSpPr/>
            <p:nvPr/>
          </p:nvSpPr>
          <p:spPr>
            <a:xfrm>
              <a:off x="513550" y="640832"/>
              <a:ext cx="125351" cy="126735"/>
            </a:xfrm>
            <a:custGeom>
              <a:avLst/>
              <a:gdLst/>
              <a:ahLst/>
              <a:cxnLst/>
              <a:rect l="0" t="0" r="r" b="b"/>
              <a:pathLst>
                <a:path w="125351" h="126735">
                  <a:moveTo>
                    <a:pt x="2250" y="42568"/>
                  </a:moveTo>
                  <a:cubicBezTo>
                    <a:pt x="2250" y="42568"/>
                    <a:pt x="-6650" y="16668"/>
                    <a:pt x="10950" y="5168"/>
                  </a:cubicBezTo>
                  <a:cubicBezTo>
                    <a:pt x="31550" y="-8232"/>
                    <a:pt x="60050" y="5168"/>
                    <a:pt x="91350" y="36768"/>
                  </a:cubicBezTo>
                  <a:cubicBezTo>
                    <a:pt x="125650" y="71268"/>
                    <a:pt x="134350" y="104468"/>
                    <a:pt x="115850" y="120568"/>
                  </a:cubicBezTo>
                  <a:cubicBezTo>
                    <a:pt x="101750" y="132868"/>
                    <a:pt x="80550" y="122968"/>
                    <a:pt x="80550" y="122968"/>
                  </a:cubicBezTo>
                  <a:cubicBezTo>
                    <a:pt x="80550" y="122968"/>
                    <a:pt x="97950" y="106668"/>
                    <a:pt x="101650" y="102668"/>
                  </a:cubicBezTo>
                  <a:cubicBezTo>
                    <a:pt x="105350" y="98668"/>
                    <a:pt x="103250" y="82068"/>
                    <a:pt x="72650" y="50768"/>
                  </a:cubicBezTo>
                  <a:cubicBezTo>
                    <a:pt x="42050" y="19468"/>
                    <a:pt x="23150" y="22568"/>
                    <a:pt x="18350" y="26568"/>
                  </a:cubicBezTo>
                  <a:cubicBezTo>
                    <a:pt x="13550" y="30568"/>
                    <a:pt x="2250" y="42668"/>
                    <a:pt x="2250" y="42668"/>
                  </a:cubicBezTo>
                  <a:close/>
                </a:path>
              </a:pathLst>
            </a:custGeom>
            <a:solidFill>
              <a:srgbClr val="C5272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5" name="probe-noto-emoji_u1f4cc-part-10"/>
            <p:cNvSpPr/>
            <p:nvPr/>
          </p:nvSpPr>
          <p:spPr>
            <a:xfrm>
              <a:off x="367190" y="385162"/>
              <a:ext cx="218695" cy="124863"/>
            </a:xfrm>
            <a:custGeom>
              <a:avLst/>
              <a:gdLst/>
              <a:ahLst/>
              <a:cxnLst/>
              <a:rect l="0" t="0" r="r" b="b"/>
              <a:pathLst>
                <a:path w="218695" h="124863">
                  <a:moveTo>
                    <a:pt x="114410" y="63938"/>
                  </a:moveTo>
                  <a:cubicBezTo>
                    <a:pt x="177510" y="93638"/>
                    <a:pt x="205110" y="131938"/>
                    <a:pt x="215010" y="123738"/>
                  </a:cubicBezTo>
                  <a:cubicBezTo>
                    <a:pt x="220610" y="119038"/>
                    <a:pt x="222710" y="104938"/>
                    <a:pt x="199710" y="80838"/>
                  </a:cubicBezTo>
                  <a:cubicBezTo>
                    <a:pt x="182110" y="62338"/>
                    <a:pt x="154710" y="42438"/>
                    <a:pt x="119310" y="26838"/>
                  </a:cubicBezTo>
                  <a:cubicBezTo>
                    <a:pt x="83910" y="11238"/>
                    <a:pt x="54610" y="-762"/>
                    <a:pt x="23210" y="38"/>
                  </a:cubicBezTo>
                  <a:cubicBezTo>
                    <a:pt x="6110" y="538"/>
                    <a:pt x="-990" y="10738"/>
                    <a:pt x="110" y="19438"/>
                  </a:cubicBezTo>
                  <a:cubicBezTo>
                    <a:pt x="3010" y="42138"/>
                    <a:pt x="32410" y="25438"/>
                    <a:pt x="114310" y="63938"/>
                  </a:cubicBezTo>
                  <a:close/>
                </a:path>
              </a:pathLst>
            </a:custGeom>
            <a:solidFill>
              <a:srgbClr val="FFB7A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6" name="probe-noto-emoji_u1f4cc-part-11"/>
            <p:cNvSpPr/>
            <p:nvPr/>
          </p:nvSpPr>
          <p:spPr>
            <a:xfrm>
              <a:off x="877015" y="110600"/>
              <a:ext cx="164869" cy="102886"/>
            </a:xfrm>
            <a:custGeom>
              <a:avLst/>
              <a:gdLst/>
              <a:ahLst/>
              <a:cxnLst/>
              <a:rect l="0" t="0" r="r" b="b"/>
              <a:pathLst>
                <a:path w="164869" h="102886">
                  <a:moveTo>
                    <a:pt x="10885" y="30300"/>
                  </a:moveTo>
                  <a:cubicBezTo>
                    <a:pt x="29785" y="34200"/>
                    <a:pt x="52885" y="41600"/>
                    <a:pt x="74685" y="54200"/>
                  </a:cubicBezTo>
                  <a:cubicBezTo>
                    <a:pt x="103885" y="71200"/>
                    <a:pt x="127385" y="88600"/>
                    <a:pt x="139285" y="98300"/>
                  </a:cubicBezTo>
                  <a:cubicBezTo>
                    <a:pt x="156085" y="112000"/>
                    <a:pt x="174585" y="92200"/>
                    <a:pt x="158985" y="75700"/>
                  </a:cubicBezTo>
                  <a:cubicBezTo>
                    <a:pt x="140785" y="56400"/>
                    <a:pt x="125085" y="41900"/>
                    <a:pt x="90785" y="23100"/>
                  </a:cubicBezTo>
                  <a:cubicBezTo>
                    <a:pt x="64085" y="8400"/>
                    <a:pt x="38685" y="0"/>
                    <a:pt x="21785" y="0"/>
                  </a:cubicBezTo>
                  <a:cubicBezTo>
                    <a:pt x="-7715" y="100"/>
                    <a:pt x="-2915" y="27400"/>
                    <a:pt x="10785" y="30200"/>
                  </a:cubicBezTo>
                  <a:close/>
                </a:path>
              </a:pathLst>
            </a:custGeom>
            <a:solidFill>
              <a:srgbClr val="FFB7A6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57" name="probe-noto-emoji_u1f4cd" descr="点位标记 — Google Noto Emoji contributors; Apache-2.0; original SVG unchanged. Source: https://github.com/googlefonts/noto-emoji/blob/e20cbc2bbec1926686be9f9bee7d1d2cfa1fea0e/2D/svg/emoji_u1f4cd.svg; SVG SHA256: c410eebb03aa1ac88d10563ca204f118e79303f6d4c7294945e1165766679fbf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1280000" cy="1280000"/>
          </a:xfrm>
        </p:grpSpPr>
        <p:sp>
          <p:nvSpPr>
            <p:cNvPr id="158" name="probe-noto-emoji_u1f4cd-part-1"/>
            <p:cNvSpPr/>
            <p:nvPr/>
          </p:nvSpPr>
          <p:spPr>
            <a:xfrm>
              <a:off x="591410" y="578200"/>
              <a:ext cx="94990" cy="661900"/>
            </a:xfrm>
            <a:custGeom>
              <a:avLst/>
              <a:gdLst/>
              <a:ahLst/>
              <a:cxnLst/>
              <a:rect l="0" t="0" r="r" b="b"/>
              <a:pathLst>
                <a:path w="94990" h="661900">
                  <a:moveTo>
                    <a:pt x="94890" y="15200"/>
                  </a:moveTo>
                  <a:lnTo>
                    <a:pt x="2190" y="0"/>
                  </a:lnTo>
                  <a:cubicBezTo>
                    <a:pt x="2190" y="0"/>
                    <a:pt x="-2310" y="389500"/>
                    <a:pt x="1590" y="435700"/>
                  </a:cubicBezTo>
                  <a:cubicBezTo>
                    <a:pt x="1590" y="435800"/>
                    <a:pt x="25490" y="576500"/>
                    <a:pt x="31390" y="646400"/>
                  </a:cubicBezTo>
                  <a:cubicBezTo>
                    <a:pt x="32090" y="655100"/>
                    <a:pt x="39390" y="661900"/>
                    <a:pt x="48190" y="661900"/>
                  </a:cubicBezTo>
                  <a:lnTo>
                    <a:pt x="48190" y="661900"/>
                  </a:lnTo>
                  <a:cubicBezTo>
                    <a:pt x="56990" y="661900"/>
                    <a:pt x="64290" y="655200"/>
                    <a:pt x="65090" y="646400"/>
                  </a:cubicBezTo>
                  <a:lnTo>
                    <a:pt x="94990" y="435700"/>
                  </a:lnTo>
                  <a:cubicBezTo>
                    <a:pt x="94790" y="372200"/>
                    <a:pt x="94890" y="15200"/>
                    <a:pt x="94890" y="15200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9" name="probe-noto-emoji_u1f4cd-part-2"/>
            <p:cNvSpPr/>
            <p:nvPr/>
          </p:nvSpPr>
          <p:spPr>
            <a:xfrm>
              <a:off x="592900" y="597700"/>
              <a:ext cx="93400" cy="112000"/>
            </a:xfrm>
            <a:custGeom>
              <a:avLst/>
              <a:gdLst/>
              <a:ahLst/>
              <a:cxnLst/>
              <a:rect l="0" t="0" r="r" b="b"/>
              <a:pathLst>
                <a:path w="93400" h="112000">
                  <a:moveTo>
                    <a:pt x="93000" y="0"/>
                  </a:moveTo>
                  <a:cubicBezTo>
                    <a:pt x="93000" y="0"/>
                    <a:pt x="93400" y="59000"/>
                    <a:pt x="93400" y="73700"/>
                  </a:cubicBezTo>
                  <a:cubicBezTo>
                    <a:pt x="93400" y="88400"/>
                    <a:pt x="80300" y="112000"/>
                    <a:pt x="46400" y="112000"/>
                  </a:cubicBezTo>
                  <a:cubicBezTo>
                    <a:pt x="12500" y="112000"/>
                    <a:pt x="0" y="88900"/>
                    <a:pt x="0" y="74700"/>
                  </a:cubicBezTo>
                  <a:cubicBezTo>
                    <a:pt x="0" y="60500"/>
                    <a:pt x="100" y="200"/>
                    <a:pt x="100" y="200"/>
                  </a:cubicBezTo>
                  <a:lnTo>
                    <a:pt x="93000" y="0"/>
                  </a:ln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0" name="probe-noto-emoji_u1f4cd-part-3"/>
            <p:cNvSpPr/>
            <p:nvPr/>
          </p:nvSpPr>
          <p:spPr>
            <a:xfrm>
              <a:off x="357200" y="40000"/>
              <a:ext cx="565711" cy="567100"/>
            </a:xfrm>
            <a:custGeom>
              <a:avLst/>
              <a:gdLst/>
              <a:ahLst/>
              <a:cxnLst/>
              <a:rect l="0" t="0" r="r" b="b"/>
              <a:pathLst>
                <a:path w="565711" h="567100">
                  <a:moveTo>
                    <a:pt x="0" y="283600"/>
                  </a:moveTo>
                  <a:cubicBezTo>
                    <a:pt x="0" y="289300"/>
                    <a:pt x="0" y="294900"/>
                    <a:pt x="0" y="297800"/>
                  </a:cubicBezTo>
                  <a:cubicBezTo>
                    <a:pt x="8500" y="438200"/>
                    <a:pt x="119100" y="553000"/>
                    <a:pt x="259500" y="565700"/>
                  </a:cubicBezTo>
                  <a:cubicBezTo>
                    <a:pt x="268000" y="567100"/>
                    <a:pt x="275100" y="567100"/>
                    <a:pt x="283600" y="567100"/>
                  </a:cubicBezTo>
                  <a:cubicBezTo>
                    <a:pt x="292100" y="567100"/>
                    <a:pt x="299200" y="567100"/>
                    <a:pt x="306300" y="565700"/>
                  </a:cubicBezTo>
                  <a:cubicBezTo>
                    <a:pt x="446700" y="552900"/>
                    <a:pt x="557200" y="440900"/>
                    <a:pt x="565700" y="297700"/>
                  </a:cubicBezTo>
                  <a:cubicBezTo>
                    <a:pt x="565700" y="292000"/>
                    <a:pt x="565700" y="286400"/>
                    <a:pt x="565700" y="283500"/>
                  </a:cubicBezTo>
                  <a:cubicBezTo>
                    <a:pt x="567100" y="127600"/>
                    <a:pt x="439500" y="0"/>
                    <a:pt x="283500" y="0"/>
                  </a:cubicBezTo>
                  <a:cubicBezTo>
                    <a:pt x="127500" y="0"/>
                    <a:pt x="0" y="126200"/>
                    <a:pt x="0" y="283600"/>
                  </a:cubicBez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1" name="probe-noto-emoji_u1f4cd-part-4"/>
            <p:cNvSpPr/>
            <p:nvPr/>
          </p:nvSpPr>
          <p:spPr>
            <a:xfrm>
              <a:off x="417388" y="71394"/>
              <a:ext cx="270331" cy="258887"/>
            </a:xfrm>
            <a:custGeom>
              <a:avLst/>
              <a:gdLst/>
              <a:ahLst/>
              <a:cxnLst/>
              <a:rect l="0" t="0" r="r" b="b"/>
              <a:pathLst>
                <a:path w="270331" h="258887">
                  <a:moveTo>
                    <a:pt x="252312" y="16306"/>
                  </a:moveTo>
                  <a:cubicBezTo>
                    <a:pt x="278912" y="42506"/>
                    <a:pt x="272012" y="72906"/>
                    <a:pt x="257512" y="99206"/>
                  </a:cubicBezTo>
                  <a:cubicBezTo>
                    <a:pt x="241212" y="128806"/>
                    <a:pt x="203312" y="143706"/>
                    <a:pt x="147412" y="224306"/>
                  </a:cubicBezTo>
                  <a:cubicBezTo>
                    <a:pt x="105512" y="284706"/>
                    <a:pt x="16612" y="257106"/>
                    <a:pt x="4112" y="209206"/>
                  </a:cubicBezTo>
                  <a:cubicBezTo>
                    <a:pt x="-5488" y="172406"/>
                    <a:pt x="2212" y="133906"/>
                    <a:pt x="22112" y="102106"/>
                  </a:cubicBezTo>
                  <a:cubicBezTo>
                    <a:pt x="97612" y="-18694"/>
                    <a:pt x="225712" y="-9894"/>
                    <a:pt x="252312" y="16306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62" name="probe-noto-emoji_u1f4f7" descr="Noto Emoji artwork by Google; Apache License 2.0; preserve full bundled license. Source: https://github.com/googlefonts/noto-emoji/blob/e20cbc2bbec1926686be9f9bee7d1d2cfa1fea0e/2D/svg/emoji_u1f4f7.svg; SVG SHA256: 7e0572c943b5a8d2b1e11ecebda3521f40dd37ae10578a9d9d59a8e5945a6895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280000" cy="1280000"/>
          </a:xfrm>
        </p:grpSpPr>
        <p:sp>
          <p:nvSpPr>
            <p:cNvPr id="163" name="probe-noto-emoji_u1f4f7-part-1"/>
            <p:cNvSpPr/>
            <p:nvPr/>
          </p:nvSpPr>
          <p:spPr>
            <a:xfrm>
              <a:off x="100400" y="261500"/>
              <a:ext cx="181500" cy="131200"/>
            </a:xfrm>
            <a:custGeom>
              <a:avLst/>
              <a:gdLst/>
              <a:ahLst/>
              <a:cxnLst/>
              <a:rect l="0" t="0" r="r" b="b"/>
              <a:pathLst>
                <a:path w="181500" h="131200">
                  <a:moveTo>
                    <a:pt x="152000" y="131200"/>
                  </a:moveTo>
                  <a:lnTo>
                    <a:pt x="29500" y="131200"/>
                  </a:lnTo>
                  <a:cubicBezTo>
                    <a:pt x="13200" y="131200"/>
                    <a:pt x="0" y="118000"/>
                    <a:pt x="0" y="101700"/>
                  </a:cubicBezTo>
                  <a:lnTo>
                    <a:pt x="0" y="29500"/>
                  </a:lnTo>
                  <a:cubicBezTo>
                    <a:pt x="0" y="13200"/>
                    <a:pt x="13200" y="0"/>
                    <a:pt x="29500" y="0"/>
                  </a:cubicBezTo>
                  <a:lnTo>
                    <a:pt x="152000" y="0"/>
                  </a:lnTo>
                  <a:cubicBezTo>
                    <a:pt x="168300" y="0"/>
                    <a:pt x="181500" y="13200"/>
                    <a:pt x="181500" y="29500"/>
                  </a:cubicBezTo>
                  <a:lnTo>
                    <a:pt x="181500" y="101700"/>
                  </a:lnTo>
                  <a:cubicBezTo>
                    <a:pt x="181400" y="118000"/>
                    <a:pt x="168200" y="131200"/>
                    <a:pt x="152000" y="131200"/>
                  </a:cubicBezTo>
                  <a:close/>
                </a:path>
              </a:pathLst>
            </a:custGeom>
            <a:solidFill>
              <a:srgbClr val="90A4A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4" name="probe-noto-emoji_u1f4f7-part-2"/>
            <p:cNvSpPr/>
            <p:nvPr/>
          </p:nvSpPr>
          <p:spPr>
            <a:xfrm>
              <a:off x="122800" y="281200"/>
              <a:ext cx="40000" cy="124000"/>
            </a:xfrm>
            <a:custGeom>
              <a:avLst/>
              <a:gdLst/>
              <a:ahLst/>
              <a:cxnLst/>
              <a:rect l="0" t="0" r="r" b="b"/>
              <a:pathLst>
                <a:path w="40000" h="124000">
                  <a:moveTo>
                    <a:pt x="40000" y="124000"/>
                  </a:moveTo>
                  <a:lnTo>
                    <a:pt x="0" y="124000"/>
                  </a:lnTo>
                  <a:lnTo>
                    <a:pt x="0" y="20000"/>
                  </a:lnTo>
                  <a:cubicBezTo>
                    <a:pt x="0" y="9000"/>
                    <a:pt x="9000" y="0"/>
                    <a:pt x="20000" y="0"/>
                  </a:cubicBezTo>
                  <a:lnTo>
                    <a:pt x="20000" y="0"/>
                  </a:lnTo>
                  <a:cubicBezTo>
                    <a:pt x="31000" y="0"/>
                    <a:pt x="40000" y="9000"/>
                    <a:pt x="40000" y="20000"/>
                  </a:cubicBezTo>
                  <a:lnTo>
                    <a:pt x="40000" y="124000"/>
                  </a:ln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5" name="probe-noto-emoji_u1f4f7-part-3"/>
            <p:cNvSpPr/>
            <p:nvPr/>
          </p:nvSpPr>
          <p:spPr>
            <a:xfrm>
              <a:off x="348600" y="259835"/>
              <a:ext cx="94900" cy="98165"/>
            </a:xfrm>
            <a:custGeom>
              <a:avLst/>
              <a:gdLst/>
              <a:ahLst/>
              <a:cxnLst/>
              <a:rect l="0" t="0" r="r" b="b"/>
              <a:pathLst>
                <a:path w="94900" h="98165">
                  <a:moveTo>
                    <a:pt x="75000" y="98165"/>
                  </a:moveTo>
                  <a:lnTo>
                    <a:pt x="19900" y="98165"/>
                  </a:lnTo>
                  <a:cubicBezTo>
                    <a:pt x="8900" y="98165"/>
                    <a:pt x="0" y="89265"/>
                    <a:pt x="0" y="78265"/>
                  </a:cubicBezTo>
                  <a:lnTo>
                    <a:pt x="0" y="23165"/>
                  </a:lnTo>
                  <a:cubicBezTo>
                    <a:pt x="0" y="12165"/>
                    <a:pt x="5300" y="7365"/>
                    <a:pt x="19900" y="3265"/>
                  </a:cubicBezTo>
                  <a:cubicBezTo>
                    <a:pt x="34500" y="-835"/>
                    <a:pt x="61100" y="-1335"/>
                    <a:pt x="75000" y="3265"/>
                  </a:cubicBezTo>
                  <a:cubicBezTo>
                    <a:pt x="86400" y="7065"/>
                    <a:pt x="94900" y="12165"/>
                    <a:pt x="94900" y="23165"/>
                  </a:cubicBezTo>
                  <a:lnTo>
                    <a:pt x="94900" y="78265"/>
                  </a:lnTo>
                  <a:cubicBezTo>
                    <a:pt x="94900" y="89265"/>
                    <a:pt x="85900" y="98165"/>
                    <a:pt x="75000" y="98165"/>
                  </a:cubicBezTo>
                  <a:close/>
                </a:path>
              </a:pathLst>
            </a:custGeom>
            <a:solidFill>
              <a:srgbClr val="546E7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6" name="probe-noto-emoji_u1f4f7-part-4"/>
            <p:cNvSpPr/>
            <p:nvPr/>
          </p:nvSpPr>
          <p:spPr>
            <a:xfrm>
              <a:off x="40000" y="589000"/>
              <a:ext cx="1200000" cy="601400"/>
            </a:xfrm>
            <a:custGeom>
              <a:avLst/>
              <a:gdLst/>
              <a:ahLst/>
              <a:cxnLst/>
              <a:rect l="0" t="0" r="r" b="b"/>
              <a:pathLst>
                <a:path w="1200000" h="601400">
                  <a:moveTo>
                    <a:pt x="0" y="0"/>
                  </a:moveTo>
                  <a:lnTo>
                    <a:pt x="1200000" y="0"/>
                  </a:lnTo>
                  <a:lnTo>
                    <a:pt x="1200000" y="601400"/>
                  </a:lnTo>
                  <a:lnTo>
                    <a:pt x="0" y="601400"/>
                  </a:lnTo>
                  <a:close/>
                </a:path>
              </a:pathLst>
            </a:custGeom>
            <a:solidFill>
              <a:srgbClr val="2121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7" name="probe-noto-emoji_u1f4f7-part-5"/>
            <p:cNvSpPr/>
            <p:nvPr/>
          </p:nvSpPr>
          <p:spPr>
            <a:xfrm>
              <a:off x="40000" y="1176800"/>
              <a:ext cx="1200100" cy="63200"/>
            </a:xfrm>
            <a:custGeom>
              <a:avLst/>
              <a:gdLst/>
              <a:ahLst/>
              <a:cxnLst/>
              <a:rect l="0" t="0" r="r" b="b"/>
              <a:pathLst>
                <a:path w="1200100" h="63200">
                  <a:moveTo>
                    <a:pt x="0" y="0"/>
                  </a:moveTo>
                  <a:lnTo>
                    <a:pt x="0" y="27300"/>
                  </a:lnTo>
                  <a:cubicBezTo>
                    <a:pt x="0" y="47100"/>
                    <a:pt x="16100" y="63200"/>
                    <a:pt x="35900" y="63200"/>
                  </a:cubicBezTo>
                  <a:lnTo>
                    <a:pt x="1164200" y="63200"/>
                  </a:lnTo>
                  <a:cubicBezTo>
                    <a:pt x="1184000" y="63200"/>
                    <a:pt x="1200100" y="47100"/>
                    <a:pt x="1200100" y="27300"/>
                  </a:cubicBezTo>
                  <a:lnTo>
                    <a:pt x="1200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8" name="probe-noto-emoji_u1f4f7-part-6"/>
            <p:cNvSpPr/>
            <p:nvPr/>
          </p:nvSpPr>
          <p:spPr>
            <a:xfrm>
              <a:off x="314300" y="310600"/>
              <a:ext cx="163300" cy="94900"/>
            </a:xfrm>
            <a:custGeom>
              <a:avLst/>
              <a:gdLst/>
              <a:ahLst/>
              <a:cxnLst/>
              <a:rect l="0" t="0" r="r" b="b"/>
              <a:pathLst>
                <a:path w="163300" h="94900">
                  <a:moveTo>
                    <a:pt x="119100" y="94900"/>
                  </a:moveTo>
                  <a:lnTo>
                    <a:pt x="44200" y="94900"/>
                  </a:lnTo>
                  <a:cubicBezTo>
                    <a:pt x="19800" y="94900"/>
                    <a:pt x="0" y="75100"/>
                    <a:pt x="0" y="50700"/>
                  </a:cubicBezTo>
                  <a:lnTo>
                    <a:pt x="0" y="44200"/>
                  </a:lnTo>
                  <a:cubicBezTo>
                    <a:pt x="0" y="19800"/>
                    <a:pt x="19800" y="0"/>
                    <a:pt x="44200" y="0"/>
                  </a:cubicBezTo>
                  <a:lnTo>
                    <a:pt x="119100" y="0"/>
                  </a:lnTo>
                  <a:cubicBezTo>
                    <a:pt x="143500" y="0"/>
                    <a:pt x="163300" y="19800"/>
                    <a:pt x="163300" y="44200"/>
                  </a:cubicBezTo>
                  <a:lnTo>
                    <a:pt x="163300" y="50700"/>
                  </a:lnTo>
                  <a:cubicBezTo>
                    <a:pt x="163400" y="75100"/>
                    <a:pt x="143600" y="94900"/>
                    <a:pt x="119100" y="94900"/>
                  </a:cubicBezTo>
                  <a:close/>
                </a:path>
              </a:pathLst>
            </a:custGeom>
            <a:solidFill>
              <a:srgbClr val="90A4A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9" name="probe-noto-emoji_u1f4f7-part-7"/>
            <p:cNvSpPr/>
            <p:nvPr/>
          </p:nvSpPr>
          <p:spPr>
            <a:xfrm>
              <a:off x="40000" y="341600"/>
              <a:ext cx="1200000" cy="257700"/>
            </a:xfrm>
            <a:custGeom>
              <a:avLst/>
              <a:gdLst/>
              <a:ahLst/>
              <a:cxnLst/>
              <a:rect l="0" t="0" r="r" b="b"/>
              <a:pathLst>
                <a:path w="1200000" h="257700">
                  <a:moveTo>
                    <a:pt x="1177300" y="0"/>
                  </a:moveTo>
                  <a:lnTo>
                    <a:pt x="40500" y="0"/>
                  </a:lnTo>
                  <a:cubicBezTo>
                    <a:pt x="18100" y="0"/>
                    <a:pt x="0" y="18100"/>
                    <a:pt x="0" y="40500"/>
                  </a:cubicBezTo>
                  <a:lnTo>
                    <a:pt x="0" y="257700"/>
                  </a:lnTo>
                  <a:lnTo>
                    <a:pt x="1200000" y="257700"/>
                  </a:lnTo>
                  <a:lnTo>
                    <a:pt x="1200000" y="22700"/>
                  </a:lnTo>
                  <a:cubicBezTo>
                    <a:pt x="1200000" y="10100"/>
                    <a:pt x="1189800" y="0"/>
                    <a:pt x="1177300" y="0"/>
                  </a:cubicBezTo>
                  <a:close/>
                </a:path>
              </a:pathLst>
            </a:custGeom>
            <a:solidFill>
              <a:srgbClr val="B0BEC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0" name="probe-noto-emoji_u1f4f7-part-8"/>
            <p:cNvSpPr/>
            <p:nvPr/>
          </p:nvSpPr>
          <p:spPr>
            <a:xfrm>
              <a:off x="924200" y="387500"/>
              <a:ext cx="219900" cy="164900"/>
            </a:xfrm>
            <a:custGeom>
              <a:avLst/>
              <a:gdLst/>
              <a:ahLst/>
              <a:cxnLst/>
              <a:rect l="0" t="0" r="r" b="b"/>
              <a:pathLst>
                <a:path w="219900" h="164900">
                  <a:moveTo>
                    <a:pt x="200700" y="164900"/>
                  </a:moveTo>
                  <a:lnTo>
                    <a:pt x="19200" y="164900"/>
                  </a:lnTo>
                  <a:cubicBezTo>
                    <a:pt x="8600" y="164900"/>
                    <a:pt x="0" y="156300"/>
                    <a:pt x="0" y="145700"/>
                  </a:cubicBezTo>
                  <a:lnTo>
                    <a:pt x="0" y="19200"/>
                  </a:lnTo>
                  <a:cubicBezTo>
                    <a:pt x="0" y="8600"/>
                    <a:pt x="8600" y="0"/>
                    <a:pt x="19200" y="0"/>
                  </a:cubicBezTo>
                  <a:lnTo>
                    <a:pt x="200700" y="0"/>
                  </a:lnTo>
                  <a:cubicBezTo>
                    <a:pt x="211300" y="0"/>
                    <a:pt x="219900" y="8600"/>
                    <a:pt x="219900" y="19200"/>
                  </a:cubicBezTo>
                  <a:lnTo>
                    <a:pt x="219900" y="145800"/>
                  </a:lnTo>
                  <a:cubicBezTo>
                    <a:pt x="219900" y="156300"/>
                    <a:pt x="211400" y="164900"/>
                    <a:pt x="200700" y="164900"/>
                  </a:cubicBez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1" name="probe-noto-emoji_u1f4f7-part-9"/>
            <p:cNvSpPr/>
            <p:nvPr/>
          </p:nvSpPr>
          <p:spPr>
            <a:xfrm>
              <a:off x="924200" y="387500"/>
              <a:ext cx="213300" cy="159700"/>
            </a:xfrm>
            <a:custGeom>
              <a:avLst/>
              <a:gdLst/>
              <a:ahLst/>
              <a:cxnLst/>
              <a:rect l="0" t="0" r="r" b="b"/>
              <a:pathLst>
                <a:path w="213300" h="159700">
                  <a:moveTo>
                    <a:pt x="0" y="140900"/>
                  </a:moveTo>
                  <a:lnTo>
                    <a:pt x="0" y="21300"/>
                  </a:lnTo>
                  <a:cubicBezTo>
                    <a:pt x="0" y="9500"/>
                    <a:pt x="9500" y="0"/>
                    <a:pt x="21300" y="0"/>
                  </a:cubicBezTo>
                  <a:lnTo>
                    <a:pt x="199200" y="0"/>
                  </a:lnTo>
                  <a:cubicBezTo>
                    <a:pt x="209200" y="0"/>
                    <a:pt x="213300" y="5500"/>
                    <a:pt x="213300" y="5500"/>
                  </a:cubicBezTo>
                  <a:lnTo>
                    <a:pt x="6900" y="159700"/>
                  </a:lnTo>
                  <a:cubicBezTo>
                    <a:pt x="6900" y="159700"/>
                    <a:pt x="0" y="155500"/>
                    <a:pt x="0" y="140900"/>
                  </a:cubicBezTo>
                  <a:close/>
                </a:path>
              </a:pathLst>
            </a:custGeom>
            <a:solidFill>
              <a:srgbClr val="7575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2" name="probe-noto-emoji_u1f4f7-part-10"/>
            <p:cNvSpPr/>
            <p:nvPr/>
          </p:nvSpPr>
          <p:spPr>
            <a:xfrm>
              <a:off x="964400" y="417600"/>
              <a:ext cx="139500" cy="104700"/>
            </a:xfrm>
            <a:custGeom>
              <a:avLst/>
              <a:gdLst/>
              <a:ahLst/>
              <a:cxnLst/>
              <a:rect l="0" t="0" r="r" b="b"/>
              <a:pathLst>
                <a:path w="139500" h="104700">
                  <a:moveTo>
                    <a:pt x="0" y="0"/>
                  </a:moveTo>
                  <a:lnTo>
                    <a:pt x="139500" y="0"/>
                  </a:lnTo>
                  <a:lnTo>
                    <a:pt x="139500" y="104700"/>
                  </a:lnTo>
                  <a:lnTo>
                    <a:pt x="0" y="104700"/>
                  </a:lnTo>
                  <a:close/>
                </a:path>
              </a:pathLst>
            </a:custGeom>
            <a:solidFill>
              <a:srgbClr val="2121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3" name="probe-noto-emoji_u1f4f7-part-11"/>
            <p:cNvSpPr/>
            <p:nvPr/>
          </p:nvSpPr>
          <p:spPr>
            <a:xfrm>
              <a:off x="40000" y="665800"/>
              <a:ext cx="82800" cy="492900"/>
            </a:xfrm>
            <a:custGeom>
              <a:avLst/>
              <a:gdLst/>
              <a:ahLst/>
              <a:cxnLst/>
              <a:rect l="0" t="0" r="r" b="b"/>
              <a:pathLst>
                <a:path w="82800" h="492900">
                  <a:moveTo>
                    <a:pt x="65800" y="492900"/>
                  </a:moveTo>
                  <a:lnTo>
                    <a:pt x="17000" y="492900"/>
                  </a:lnTo>
                  <a:cubicBezTo>
                    <a:pt x="7600" y="492900"/>
                    <a:pt x="0" y="485300"/>
                    <a:pt x="0" y="475900"/>
                  </a:cubicBezTo>
                  <a:lnTo>
                    <a:pt x="0" y="17000"/>
                  </a:lnTo>
                  <a:cubicBezTo>
                    <a:pt x="0" y="7600"/>
                    <a:pt x="7600" y="0"/>
                    <a:pt x="17000" y="0"/>
                  </a:cubicBezTo>
                  <a:lnTo>
                    <a:pt x="65800" y="0"/>
                  </a:lnTo>
                  <a:cubicBezTo>
                    <a:pt x="75200" y="0"/>
                    <a:pt x="82800" y="7600"/>
                    <a:pt x="82800" y="17000"/>
                  </a:cubicBezTo>
                  <a:lnTo>
                    <a:pt x="82800" y="475900"/>
                  </a:lnTo>
                  <a:cubicBezTo>
                    <a:pt x="82800" y="485300"/>
                    <a:pt x="75100" y="492900"/>
                    <a:pt x="65800" y="492900"/>
                  </a:cubicBezTo>
                  <a:close/>
                </a:path>
              </a:pathLst>
            </a:custGeom>
            <a:solidFill>
              <a:srgbClr val="61616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4" name="probe-noto-emoji_u1f4f7-part-12"/>
            <p:cNvSpPr/>
            <p:nvPr/>
          </p:nvSpPr>
          <p:spPr>
            <a:xfrm>
              <a:off x="1157000" y="665800"/>
              <a:ext cx="82800" cy="492900"/>
            </a:xfrm>
            <a:custGeom>
              <a:avLst/>
              <a:gdLst/>
              <a:ahLst/>
              <a:cxnLst/>
              <a:rect l="0" t="0" r="r" b="b"/>
              <a:pathLst>
                <a:path w="82800" h="492900">
                  <a:moveTo>
                    <a:pt x="65800" y="492900"/>
                  </a:moveTo>
                  <a:lnTo>
                    <a:pt x="17000" y="492900"/>
                  </a:lnTo>
                  <a:cubicBezTo>
                    <a:pt x="7600" y="492900"/>
                    <a:pt x="0" y="485300"/>
                    <a:pt x="0" y="475900"/>
                  </a:cubicBezTo>
                  <a:lnTo>
                    <a:pt x="0" y="17000"/>
                  </a:lnTo>
                  <a:cubicBezTo>
                    <a:pt x="0" y="7600"/>
                    <a:pt x="7600" y="0"/>
                    <a:pt x="17000" y="0"/>
                  </a:cubicBezTo>
                  <a:lnTo>
                    <a:pt x="65800" y="0"/>
                  </a:lnTo>
                  <a:cubicBezTo>
                    <a:pt x="75200" y="0"/>
                    <a:pt x="82800" y="7600"/>
                    <a:pt x="82800" y="17000"/>
                  </a:cubicBezTo>
                  <a:lnTo>
                    <a:pt x="82800" y="475900"/>
                  </a:lnTo>
                  <a:cubicBezTo>
                    <a:pt x="82800" y="485300"/>
                    <a:pt x="75200" y="492900"/>
                    <a:pt x="65800" y="492900"/>
                  </a:cubicBezTo>
                  <a:close/>
                </a:path>
              </a:pathLst>
            </a:custGeom>
            <a:solidFill>
              <a:srgbClr val="61616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5" name="probe-noto-emoji_u1f4f7-part-13"/>
            <p:cNvSpPr/>
            <p:nvPr/>
          </p:nvSpPr>
          <p:spPr>
            <a:xfrm>
              <a:off x="60400" y="1182000"/>
              <a:ext cx="40000" cy="44400"/>
            </a:xfrm>
            <a:custGeom>
              <a:avLst/>
              <a:gdLst/>
              <a:ahLst/>
              <a:cxnLst/>
              <a:rect l="0" t="0" r="r" b="b"/>
              <a:pathLst>
                <a:path w="40000" h="44400">
                  <a:moveTo>
                    <a:pt x="20000" y="44400"/>
                  </a:moveTo>
                  <a:lnTo>
                    <a:pt x="20000" y="44400"/>
                  </a:lnTo>
                  <a:cubicBezTo>
                    <a:pt x="9000" y="44400"/>
                    <a:pt x="0" y="35400"/>
                    <a:pt x="0" y="24400"/>
                  </a:cubicBezTo>
                  <a:lnTo>
                    <a:pt x="0" y="0"/>
                  </a:lnTo>
                  <a:lnTo>
                    <a:pt x="40000" y="0"/>
                  </a:lnTo>
                  <a:lnTo>
                    <a:pt x="40000" y="24400"/>
                  </a:lnTo>
                  <a:cubicBezTo>
                    <a:pt x="40000" y="35400"/>
                    <a:pt x="31100" y="44400"/>
                    <a:pt x="20000" y="44400"/>
                  </a:cubicBezTo>
                  <a:close/>
                </a:path>
              </a:pathLst>
            </a:custGeom>
            <a:solidFill>
              <a:srgbClr val="B9E4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6" name="probe-noto-emoji_u1f4f7-part-14"/>
            <p:cNvSpPr/>
            <p:nvPr/>
          </p:nvSpPr>
          <p:spPr>
            <a:xfrm>
              <a:off x="1178600" y="361200"/>
              <a:ext cx="40000" cy="224000"/>
            </a:xfrm>
            <a:custGeom>
              <a:avLst/>
              <a:gdLst/>
              <a:ahLst/>
              <a:cxnLst/>
              <a:rect l="0" t="0" r="r" b="b"/>
              <a:pathLst>
                <a:path w="40000" h="224000">
                  <a:moveTo>
                    <a:pt x="40000" y="224000"/>
                  </a:moveTo>
                  <a:lnTo>
                    <a:pt x="0" y="224000"/>
                  </a:lnTo>
                  <a:lnTo>
                    <a:pt x="0" y="20000"/>
                  </a:lnTo>
                  <a:cubicBezTo>
                    <a:pt x="0" y="9000"/>
                    <a:pt x="9000" y="0"/>
                    <a:pt x="20000" y="0"/>
                  </a:cubicBezTo>
                  <a:lnTo>
                    <a:pt x="20000" y="0"/>
                  </a:lnTo>
                  <a:cubicBezTo>
                    <a:pt x="31000" y="0"/>
                    <a:pt x="40000" y="9000"/>
                    <a:pt x="40000" y="20000"/>
                  </a:cubicBezTo>
                  <a:lnTo>
                    <a:pt x="40000" y="224000"/>
                  </a:lnTo>
                  <a:close/>
                </a:path>
              </a:pathLst>
            </a:custGeom>
            <a:solidFill>
              <a:srgbClr val="B9E4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7" name="probe-noto-emoji_u1f4f7-part-15"/>
            <p:cNvSpPr/>
            <p:nvPr/>
          </p:nvSpPr>
          <p:spPr>
            <a:xfrm>
              <a:off x="71600" y="361200"/>
              <a:ext cx="40000" cy="224000"/>
            </a:xfrm>
            <a:custGeom>
              <a:avLst/>
              <a:gdLst/>
              <a:ahLst/>
              <a:cxnLst/>
              <a:rect l="0" t="0" r="r" b="b"/>
              <a:pathLst>
                <a:path w="40000" h="224000">
                  <a:moveTo>
                    <a:pt x="40000" y="224000"/>
                  </a:moveTo>
                  <a:lnTo>
                    <a:pt x="0" y="224000"/>
                  </a:lnTo>
                  <a:lnTo>
                    <a:pt x="0" y="20000"/>
                  </a:lnTo>
                  <a:cubicBezTo>
                    <a:pt x="0" y="9000"/>
                    <a:pt x="9000" y="0"/>
                    <a:pt x="20000" y="0"/>
                  </a:cubicBezTo>
                  <a:lnTo>
                    <a:pt x="20000" y="0"/>
                  </a:lnTo>
                  <a:cubicBezTo>
                    <a:pt x="31000" y="0"/>
                    <a:pt x="40000" y="9000"/>
                    <a:pt x="40000" y="20000"/>
                  </a:cubicBezTo>
                  <a:lnTo>
                    <a:pt x="40000" y="224000"/>
                  </a:lnTo>
                  <a:close/>
                </a:path>
              </a:pathLst>
            </a:custGeom>
            <a:solidFill>
              <a:srgbClr val="B9E4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8" name="probe-noto-emoji_u1f4f7-part-16"/>
            <p:cNvSpPr/>
            <p:nvPr/>
          </p:nvSpPr>
          <p:spPr>
            <a:xfrm>
              <a:off x="1178600" y="1182000"/>
              <a:ext cx="40000" cy="44400"/>
            </a:xfrm>
            <a:custGeom>
              <a:avLst/>
              <a:gdLst/>
              <a:ahLst/>
              <a:cxnLst/>
              <a:rect l="0" t="0" r="r" b="b"/>
              <a:pathLst>
                <a:path w="40000" h="44400">
                  <a:moveTo>
                    <a:pt x="20000" y="44400"/>
                  </a:moveTo>
                  <a:lnTo>
                    <a:pt x="20000" y="44400"/>
                  </a:lnTo>
                  <a:cubicBezTo>
                    <a:pt x="9000" y="44400"/>
                    <a:pt x="0" y="35400"/>
                    <a:pt x="0" y="24400"/>
                  </a:cubicBezTo>
                  <a:lnTo>
                    <a:pt x="0" y="0"/>
                  </a:lnTo>
                  <a:lnTo>
                    <a:pt x="40000" y="0"/>
                  </a:lnTo>
                  <a:lnTo>
                    <a:pt x="40000" y="24400"/>
                  </a:lnTo>
                  <a:cubicBezTo>
                    <a:pt x="40000" y="35400"/>
                    <a:pt x="31100" y="44400"/>
                    <a:pt x="20000" y="44400"/>
                  </a:cubicBezTo>
                  <a:close/>
                </a:path>
              </a:pathLst>
            </a:custGeom>
            <a:solidFill>
              <a:srgbClr val="B9E4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9" name="probe-noto-emoji_u1f4f7-part-17"/>
            <p:cNvSpPr/>
            <p:nvPr/>
          </p:nvSpPr>
          <p:spPr>
            <a:xfrm>
              <a:off x="603700" y="392500"/>
              <a:ext cx="240400" cy="111700"/>
            </a:xfrm>
            <a:custGeom>
              <a:avLst/>
              <a:gdLst/>
              <a:ahLst/>
              <a:cxnLst/>
              <a:rect l="0" t="0" r="r" b="b"/>
              <a:pathLst>
                <a:path w="240400" h="111700">
                  <a:moveTo>
                    <a:pt x="4100" y="111700"/>
                  </a:moveTo>
                  <a:cubicBezTo>
                    <a:pt x="1900" y="111700"/>
                    <a:pt x="0" y="109900"/>
                    <a:pt x="0" y="107600"/>
                  </a:cubicBezTo>
                  <a:lnTo>
                    <a:pt x="0" y="4100"/>
                  </a:lnTo>
                  <a:cubicBezTo>
                    <a:pt x="0" y="1900"/>
                    <a:pt x="1800" y="0"/>
                    <a:pt x="4100" y="0"/>
                  </a:cubicBezTo>
                  <a:lnTo>
                    <a:pt x="236300" y="0"/>
                  </a:lnTo>
                  <a:cubicBezTo>
                    <a:pt x="238500" y="0"/>
                    <a:pt x="240400" y="1800"/>
                    <a:pt x="240400" y="4100"/>
                  </a:cubicBezTo>
                  <a:lnTo>
                    <a:pt x="240400" y="107600"/>
                  </a:lnTo>
                  <a:cubicBezTo>
                    <a:pt x="240400" y="109800"/>
                    <a:pt x="238600" y="111700"/>
                    <a:pt x="236300" y="111700"/>
                  </a:cubicBezTo>
                  <a:lnTo>
                    <a:pt x="4100" y="111700"/>
                  </a:lnTo>
                  <a:close/>
                </a:path>
              </a:pathLst>
            </a:custGeom>
            <a:solidFill>
              <a:srgbClr val="FCEBC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0" name="probe-noto-emoji_u1f4f7-part-18"/>
            <p:cNvSpPr/>
            <p:nvPr/>
          </p:nvSpPr>
          <p:spPr>
            <a:xfrm>
              <a:off x="598700" y="387500"/>
              <a:ext cx="250400" cy="121700"/>
            </a:xfrm>
            <a:custGeom>
              <a:avLst/>
              <a:gdLst/>
              <a:ahLst/>
              <a:cxnLst/>
              <a:rect l="0" t="0" r="r" b="b"/>
              <a:pathLst>
                <a:path w="250400" h="121700">
                  <a:moveTo>
                    <a:pt x="240300" y="10100"/>
                  </a:moveTo>
                  <a:lnTo>
                    <a:pt x="240300" y="111700"/>
                  </a:lnTo>
                  <a:lnTo>
                    <a:pt x="10100" y="111700"/>
                  </a:lnTo>
                  <a:lnTo>
                    <a:pt x="10100" y="10100"/>
                  </a:lnTo>
                  <a:lnTo>
                    <a:pt x="240300" y="10100"/>
                  </a:lnTo>
                  <a:moveTo>
                    <a:pt x="241300" y="0"/>
                  </a:moveTo>
                  <a:lnTo>
                    <a:pt x="9100" y="0"/>
                  </a:lnTo>
                  <a:cubicBezTo>
                    <a:pt x="4100" y="0"/>
                    <a:pt x="0" y="4100"/>
                    <a:pt x="0" y="9100"/>
                  </a:cubicBezTo>
                  <a:lnTo>
                    <a:pt x="0" y="112600"/>
                  </a:lnTo>
                  <a:cubicBezTo>
                    <a:pt x="0" y="117600"/>
                    <a:pt x="4100" y="121700"/>
                    <a:pt x="9100" y="121700"/>
                  </a:cubicBezTo>
                  <a:lnTo>
                    <a:pt x="241300" y="121700"/>
                  </a:lnTo>
                  <a:cubicBezTo>
                    <a:pt x="246300" y="121700"/>
                    <a:pt x="250400" y="117600"/>
                    <a:pt x="250400" y="112600"/>
                  </a:cubicBezTo>
                  <a:lnTo>
                    <a:pt x="250400" y="9100"/>
                  </a:lnTo>
                  <a:cubicBezTo>
                    <a:pt x="250400" y="4100"/>
                    <a:pt x="246400" y="0"/>
                    <a:pt x="241300" y="0"/>
                  </a:cubicBezTo>
                  <a:lnTo>
                    <a:pt x="241300" y="0"/>
                  </a:ln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1" name="probe-noto-emoji_u1f4f7-part-19"/>
            <p:cNvSpPr/>
            <p:nvPr/>
          </p:nvSpPr>
          <p:spPr>
            <a:xfrm>
              <a:off x="631600" y="411900"/>
              <a:ext cx="27600" cy="73000"/>
            </a:xfrm>
            <a:custGeom>
              <a:avLst/>
              <a:gdLst/>
              <a:ahLst/>
              <a:cxnLst/>
              <a:rect l="0" t="0" r="r" b="b"/>
              <a:pathLst>
                <a:path w="27600" h="73000">
                  <a:moveTo>
                    <a:pt x="13800" y="73000"/>
                  </a:moveTo>
                  <a:lnTo>
                    <a:pt x="13800" y="73000"/>
                  </a:lnTo>
                  <a:cubicBezTo>
                    <a:pt x="6200" y="73000"/>
                    <a:pt x="0" y="66800"/>
                    <a:pt x="0" y="59200"/>
                  </a:cubicBezTo>
                  <a:lnTo>
                    <a:pt x="0" y="13800"/>
                  </a:lnTo>
                  <a:cubicBezTo>
                    <a:pt x="0" y="6200"/>
                    <a:pt x="6200" y="0"/>
                    <a:pt x="13800" y="0"/>
                  </a:cubicBezTo>
                  <a:lnTo>
                    <a:pt x="13800" y="0"/>
                  </a:lnTo>
                  <a:cubicBezTo>
                    <a:pt x="21400" y="0"/>
                    <a:pt x="27600" y="6200"/>
                    <a:pt x="27600" y="13800"/>
                  </a:cubicBezTo>
                  <a:lnTo>
                    <a:pt x="27600" y="59200"/>
                  </a:lnTo>
                  <a:cubicBezTo>
                    <a:pt x="27600" y="66800"/>
                    <a:pt x="21400" y="73000"/>
                    <a:pt x="13800" y="7300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2" name="probe-noto-emoji_u1f4f7-part-20"/>
            <p:cNvSpPr/>
            <p:nvPr/>
          </p:nvSpPr>
          <p:spPr>
            <a:xfrm>
              <a:off x="674000" y="411900"/>
              <a:ext cx="21000" cy="73000"/>
            </a:xfrm>
            <a:custGeom>
              <a:avLst/>
              <a:gdLst/>
              <a:ahLst/>
              <a:cxnLst/>
              <a:rect l="0" t="0" r="r" b="b"/>
              <a:pathLst>
                <a:path w="21000" h="73000">
                  <a:moveTo>
                    <a:pt x="10500" y="73000"/>
                  </a:moveTo>
                  <a:lnTo>
                    <a:pt x="10500" y="73000"/>
                  </a:lnTo>
                  <a:cubicBezTo>
                    <a:pt x="4700" y="73000"/>
                    <a:pt x="0" y="68300"/>
                    <a:pt x="0" y="62500"/>
                  </a:cubicBezTo>
                  <a:lnTo>
                    <a:pt x="0" y="10500"/>
                  </a:lnTo>
                  <a:cubicBezTo>
                    <a:pt x="0" y="4700"/>
                    <a:pt x="4700" y="0"/>
                    <a:pt x="10500" y="0"/>
                  </a:cubicBezTo>
                  <a:lnTo>
                    <a:pt x="10500" y="0"/>
                  </a:lnTo>
                  <a:cubicBezTo>
                    <a:pt x="16300" y="0"/>
                    <a:pt x="21000" y="4700"/>
                    <a:pt x="21000" y="10500"/>
                  </a:cubicBezTo>
                  <a:lnTo>
                    <a:pt x="21000" y="62500"/>
                  </a:lnTo>
                  <a:cubicBezTo>
                    <a:pt x="21000" y="68300"/>
                    <a:pt x="16300" y="73000"/>
                    <a:pt x="10500" y="7300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3" name="probe-noto-emoji_u1f4f7-part-21"/>
            <p:cNvSpPr/>
            <p:nvPr/>
          </p:nvSpPr>
          <p:spPr>
            <a:xfrm>
              <a:off x="711200" y="412000"/>
              <a:ext cx="15400" cy="72900"/>
            </a:xfrm>
            <a:custGeom>
              <a:avLst/>
              <a:gdLst/>
              <a:ahLst/>
              <a:cxnLst/>
              <a:rect l="0" t="0" r="r" b="b"/>
              <a:pathLst>
                <a:path w="15400" h="72900">
                  <a:moveTo>
                    <a:pt x="7700" y="72900"/>
                  </a:moveTo>
                  <a:lnTo>
                    <a:pt x="7700" y="72900"/>
                  </a:lnTo>
                  <a:cubicBezTo>
                    <a:pt x="3400" y="72900"/>
                    <a:pt x="0" y="69400"/>
                    <a:pt x="0" y="65200"/>
                  </a:cubicBezTo>
                  <a:lnTo>
                    <a:pt x="0" y="7700"/>
                  </a:lnTo>
                  <a:cubicBezTo>
                    <a:pt x="0" y="3400"/>
                    <a:pt x="3500" y="0"/>
                    <a:pt x="7700" y="0"/>
                  </a:cubicBezTo>
                  <a:lnTo>
                    <a:pt x="7700" y="0"/>
                  </a:lnTo>
                  <a:cubicBezTo>
                    <a:pt x="12000" y="0"/>
                    <a:pt x="15400" y="3500"/>
                    <a:pt x="15400" y="7700"/>
                  </a:cubicBezTo>
                  <a:lnTo>
                    <a:pt x="15400" y="65200"/>
                  </a:lnTo>
                  <a:cubicBezTo>
                    <a:pt x="15400" y="69400"/>
                    <a:pt x="12000" y="72900"/>
                    <a:pt x="7700" y="7290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4" name="probe-noto-emoji_u1f4f7-part-22"/>
            <p:cNvSpPr/>
            <p:nvPr/>
          </p:nvSpPr>
          <p:spPr>
            <a:xfrm>
              <a:off x="396000" y="555200"/>
              <a:ext cx="655800" cy="655800"/>
            </a:xfrm>
            <a:custGeom>
              <a:avLst/>
              <a:gdLst/>
              <a:ahLst/>
              <a:cxnLst/>
              <a:rect l="0" t="0" r="r" b="b"/>
              <a:pathLst>
                <a:path w="655800" h="655800">
                  <a:moveTo>
                    <a:pt x="655800" y="327900"/>
                  </a:moveTo>
                  <a:cubicBezTo>
                    <a:pt x="655800" y="334768"/>
                    <a:pt x="655584" y="341634"/>
                    <a:pt x="655153" y="348489"/>
                  </a:cubicBezTo>
                  <a:cubicBezTo>
                    <a:pt x="654722" y="355344"/>
                    <a:pt x="654075" y="362183"/>
                    <a:pt x="653214" y="368997"/>
                  </a:cubicBezTo>
                  <a:cubicBezTo>
                    <a:pt x="652354" y="375811"/>
                    <a:pt x="651279" y="382596"/>
                    <a:pt x="649992" y="389342"/>
                  </a:cubicBezTo>
                  <a:cubicBezTo>
                    <a:pt x="648705" y="396089"/>
                    <a:pt x="647206" y="402793"/>
                    <a:pt x="645498" y="409445"/>
                  </a:cubicBezTo>
                  <a:cubicBezTo>
                    <a:pt x="643790" y="416098"/>
                    <a:pt x="641874" y="422695"/>
                    <a:pt x="639751" y="429227"/>
                  </a:cubicBezTo>
                  <a:cubicBezTo>
                    <a:pt x="637629" y="435759"/>
                    <a:pt x="635302" y="442222"/>
                    <a:pt x="632774" y="448608"/>
                  </a:cubicBezTo>
                  <a:cubicBezTo>
                    <a:pt x="630245" y="454994"/>
                    <a:pt x="627517" y="461299"/>
                    <a:pt x="624593" y="467513"/>
                  </a:cubicBezTo>
                  <a:cubicBezTo>
                    <a:pt x="621669" y="473727"/>
                    <a:pt x="618550" y="479848"/>
                    <a:pt x="615241" y="485867"/>
                  </a:cubicBezTo>
                  <a:cubicBezTo>
                    <a:pt x="611932" y="491886"/>
                    <a:pt x="608435" y="497799"/>
                    <a:pt x="604755" y="503598"/>
                  </a:cubicBezTo>
                  <a:cubicBezTo>
                    <a:pt x="601075" y="509397"/>
                    <a:pt x="597214" y="515078"/>
                    <a:pt x="593177" y="520635"/>
                  </a:cubicBezTo>
                  <a:cubicBezTo>
                    <a:pt x="589140" y="526191"/>
                    <a:pt x="584929" y="531619"/>
                    <a:pt x="580551" y="536911"/>
                  </a:cubicBezTo>
                  <a:cubicBezTo>
                    <a:pt x="576173" y="542203"/>
                    <a:pt x="571630" y="547356"/>
                    <a:pt x="566929" y="552363"/>
                  </a:cubicBezTo>
                  <a:cubicBezTo>
                    <a:pt x="562227" y="557370"/>
                    <a:pt x="557370" y="562227"/>
                    <a:pt x="552363" y="566929"/>
                  </a:cubicBezTo>
                  <a:cubicBezTo>
                    <a:pt x="547356" y="571630"/>
                    <a:pt x="542203" y="576173"/>
                    <a:pt x="536911" y="580551"/>
                  </a:cubicBezTo>
                  <a:cubicBezTo>
                    <a:pt x="531619" y="584929"/>
                    <a:pt x="526191" y="589140"/>
                    <a:pt x="520635" y="593177"/>
                  </a:cubicBezTo>
                  <a:cubicBezTo>
                    <a:pt x="515078" y="597214"/>
                    <a:pt x="509397" y="601075"/>
                    <a:pt x="503598" y="604755"/>
                  </a:cubicBezTo>
                  <a:cubicBezTo>
                    <a:pt x="497799" y="608435"/>
                    <a:pt x="491886" y="611932"/>
                    <a:pt x="485867" y="615241"/>
                  </a:cubicBezTo>
                  <a:cubicBezTo>
                    <a:pt x="479848" y="618550"/>
                    <a:pt x="473727" y="621669"/>
                    <a:pt x="467513" y="624593"/>
                  </a:cubicBezTo>
                  <a:cubicBezTo>
                    <a:pt x="461299" y="627517"/>
                    <a:pt x="454994" y="630245"/>
                    <a:pt x="448608" y="632774"/>
                  </a:cubicBezTo>
                  <a:cubicBezTo>
                    <a:pt x="442222" y="635302"/>
                    <a:pt x="435759" y="637629"/>
                    <a:pt x="429227" y="639751"/>
                  </a:cubicBezTo>
                  <a:cubicBezTo>
                    <a:pt x="422695" y="641874"/>
                    <a:pt x="416098" y="643790"/>
                    <a:pt x="409445" y="645498"/>
                  </a:cubicBezTo>
                  <a:cubicBezTo>
                    <a:pt x="402793" y="647206"/>
                    <a:pt x="396089" y="648705"/>
                    <a:pt x="389342" y="649992"/>
                  </a:cubicBezTo>
                  <a:cubicBezTo>
                    <a:pt x="382596" y="651279"/>
                    <a:pt x="375811" y="652354"/>
                    <a:pt x="368997" y="653214"/>
                  </a:cubicBezTo>
                  <a:cubicBezTo>
                    <a:pt x="362183" y="654075"/>
                    <a:pt x="355344" y="654722"/>
                    <a:pt x="348489" y="655153"/>
                  </a:cubicBezTo>
                  <a:cubicBezTo>
                    <a:pt x="341634" y="655584"/>
                    <a:pt x="334768" y="655800"/>
                    <a:pt x="327900" y="655800"/>
                  </a:cubicBezTo>
                  <a:cubicBezTo>
                    <a:pt x="321032" y="655800"/>
                    <a:pt x="314166" y="655584"/>
                    <a:pt x="307311" y="655153"/>
                  </a:cubicBezTo>
                  <a:cubicBezTo>
                    <a:pt x="300456" y="654722"/>
                    <a:pt x="293617" y="654075"/>
                    <a:pt x="286803" y="653214"/>
                  </a:cubicBezTo>
                  <a:cubicBezTo>
                    <a:pt x="279989" y="652354"/>
                    <a:pt x="273204" y="651279"/>
                    <a:pt x="266458" y="649992"/>
                  </a:cubicBezTo>
                  <a:cubicBezTo>
                    <a:pt x="259711" y="648705"/>
                    <a:pt x="253007" y="647206"/>
                    <a:pt x="246355" y="645498"/>
                  </a:cubicBezTo>
                  <a:cubicBezTo>
                    <a:pt x="239702" y="643790"/>
                    <a:pt x="233105" y="641874"/>
                    <a:pt x="226573" y="639751"/>
                  </a:cubicBezTo>
                  <a:cubicBezTo>
                    <a:pt x="220041" y="637629"/>
                    <a:pt x="213578" y="635302"/>
                    <a:pt x="207192" y="632774"/>
                  </a:cubicBezTo>
                  <a:cubicBezTo>
                    <a:pt x="200806" y="630245"/>
                    <a:pt x="194501" y="627517"/>
                    <a:pt x="188287" y="624593"/>
                  </a:cubicBezTo>
                  <a:cubicBezTo>
                    <a:pt x="182073" y="621669"/>
                    <a:pt x="175952" y="618550"/>
                    <a:pt x="169933" y="615241"/>
                  </a:cubicBezTo>
                  <a:cubicBezTo>
                    <a:pt x="163914" y="611932"/>
                    <a:pt x="158001" y="608435"/>
                    <a:pt x="152202" y="604755"/>
                  </a:cubicBezTo>
                  <a:cubicBezTo>
                    <a:pt x="146403" y="601075"/>
                    <a:pt x="140722" y="597214"/>
                    <a:pt x="135165" y="593177"/>
                  </a:cubicBezTo>
                  <a:cubicBezTo>
                    <a:pt x="129609" y="589140"/>
                    <a:pt x="124181" y="584929"/>
                    <a:pt x="118889" y="580551"/>
                  </a:cubicBezTo>
                  <a:cubicBezTo>
                    <a:pt x="113597" y="576173"/>
                    <a:pt x="108444" y="571630"/>
                    <a:pt x="103437" y="566929"/>
                  </a:cubicBezTo>
                  <a:cubicBezTo>
                    <a:pt x="98430" y="562227"/>
                    <a:pt x="93573" y="557370"/>
                    <a:pt x="88871" y="552363"/>
                  </a:cubicBezTo>
                  <a:cubicBezTo>
                    <a:pt x="84170" y="547356"/>
                    <a:pt x="79627" y="542203"/>
                    <a:pt x="75249" y="536911"/>
                  </a:cubicBezTo>
                  <a:cubicBezTo>
                    <a:pt x="70871" y="531619"/>
                    <a:pt x="66660" y="526191"/>
                    <a:pt x="62623" y="520635"/>
                  </a:cubicBezTo>
                  <a:cubicBezTo>
                    <a:pt x="58586" y="515078"/>
                    <a:pt x="54725" y="509397"/>
                    <a:pt x="51045" y="503598"/>
                  </a:cubicBezTo>
                  <a:cubicBezTo>
                    <a:pt x="47365" y="497799"/>
                    <a:pt x="43868" y="491886"/>
                    <a:pt x="40559" y="485867"/>
                  </a:cubicBezTo>
                  <a:cubicBezTo>
                    <a:pt x="37250" y="479848"/>
                    <a:pt x="34131" y="473727"/>
                    <a:pt x="31207" y="467513"/>
                  </a:cubicBezTo>
                  <a:cubicBezTo>
                    <a:pt x="28283" y="461299"/>
                    <a:pt x="25555" y="454994"/>
                    <a:pt x="23026" y="448608"/>
                  </a:cubicBezTo>
                  <a:cubicBezTo>
                    <a:pt x="20498" y="442222"/>
                    <a:pt x="18171" y="435759"/>
                    <a:pt x="16049" y="429227"/>
                  </a:cubicBezTo>
                  <a:cubicBezTo>
                    <a:pt x="13926" y="422695"/>
                    <a:pt x="12010" y="416098"/>
                    <a:pt x="10302" y="409445"/>
                  </a:cubicBezTo>
                  <a:cubicBezTo>
                    <a:pt x="8594" y="402793"/>
                    <a:pt x="7095" y="396089"/>
                    <a:pt x="5808" y="389342"/>
                  </a:cubicBezTo>
                  <a:cubicBezTo>
                    <a:pt x="4521" y="382596"/>
                    <a:pt x="3446" y="375811"/>
                    <a:pt x="2586" y="368997"/>
                  </a:cubicBezTo>
                  <a:cubicBezTo>
                    <a:pt x="1725" y="362183"/>
                    <a:pt x="1078" y="355344"/>
                    <a:pt x="647" y="348489"/>
                  </a:cubicBezTo>
                  <a:cubicBezTo>
                    <a:pt x="216" y="341634"/>
                    <a:pt x="0" y="334768"/>
                    <a:pt x="0" y="327900"/>
                  </a:cubicBezTo>
                  <a:cubicBezTo>
                    <a:pt x="0" y="321032"/>
                    <a:pt x="216" y="314166"/>
                    <a:pt x="647" y="307311"/>
                  </a:cubicBezTo>
                  <a:cubicBezTo>
                    <a:pt x="1078" y="300456"/>
                    <a:pt x="1725" y="293617"/>
                    <a:pt x="2586" y="286803"/>
                  </a:cubicBezTo>
                  <a:cubicBezTo>
                    <a:pt x="3446" y="279989"/>
                    <a:pt x="4521" y="273204"/>
                    <a:pt x="5808" y="266458"/>
                  </a:cubicBezTo>
                  <a:cubicBezTo>
                    <a:pt x="7095" y="259711"/>
                    <a:pt x="8594" y="253007"/>
                    <a:pt x="10302" y="246355"/>
                  </a:cubicBezTo>
                  <a:cubicBezTo>
                    <a:pt x="12010" y="239702"/>
                    <a:pt x="13926" y="233105"/>
                    <a:pt x="16049" y="226573"/>
                  </a:cubicBezTo>
                  <a:cubicBezTo>
                    <a:pt x="18171" y="220041"/>
                    <a:pt x="20498" y="213578"/>
                    <a:pt x="23026" y="207192"/>
                  </a:cubicBezTo>
                  <a:cubicBezTo>
                    <a:pt x="25555" y="200806"/>
                    <a:pt x="28283" y="194501"/>
                    <a:pt x="31207" y="188287"/>
                  </a:cubicBezTo>
                  <a:cubicBezTo>
                    <a:pt x="34131" y="182073"/>
                    <a:pt x="37250" y="175952"/>
                    <a:pt x="40559" y="169933"/>
                  </a:cubicBezTo>
                  <a:cubicBezTo>
                    <a:pt x="43868" y="163914"/>
                    <a:pt x="47365" y="158001"/>
                    <a:pt x="51045" y="152202"/>
                  </a:cubicBezTo>
                  <a:cubicBezTo>
                    <a:pt x="54725" y="146403"/>
                    <a:pt x="58586" y="140722"/>
                    <a:pt x="62623" y="135165"/>
                  </a:cubicBezTo>
                  <a:cubicBezTo>
                    <a:pt x="66660" y="129609"/>
                    <a:pt x="70871" y="124181"/>
                    <a:pt x="75249" y="118889"/>
                  </a:cubicBezTo>
                  <a:cubicBezTo>
                    <a:pt x="79627" y="113597"/>
                    <a:pt x="84170" y="108444"/>
                    <a:pt x="88871" y="103437"/>
                  </a:cubicBezTo>
                  <a:cubicBezTo>
                    <a:pt x="93573" y="98430"/>
                    <a:pt x="98430" y="93573"/>
                    <a:pt x="103437" y="88871"/>
                  </a:cubicBezTo>
                  <a:cubicBezTo>
                    <a:pt x="108444" y="84170"/>
                    <a:pt x="113597" y="79627"/>
                    <a:pt x="118889" y="75249"/>
                  </a:cubicBezTo>
                  <a:cubicBezTo>
                    <a:pt x="124181" y="70871"/>
                    <a:pt x="129609" y="66660"/>
                    <a:pt x="135165" y="62623"/>
                  </a:cubicBezTo>
                  <a:cubicBezTo>
                    <a:pt x="140722" y="58586"/>
                    <a:pt x="146403" y="54725"/>
                    <a:pt x="152202" y="51045"/>
                  </a:cubicBezTo>
                  <a:cubicBezTo>
                    <a:pt x="158001" y="47365"/>
                    <a:pt x="163914" y="43868"/>
                    <a:pt x="169933" y="40559"/>
                  </a:cubicBezTo>
                  <a:cubicBezTo>
                    <a:pt x="175952" y="37250"/>
                    <a:pt x="182073" y="34131"/>
                    <a:pt x="188287" y="31207"/>
                  </a:cubicBezTo>
                  <a:cubicBezTo>
                    <a:pt x="194501" y="28283"/>
                    <a:pt x="200806" y="25555"/>
                    <a:pt x="207192" y="23026"/>
                  </a:cubicBezTo>
                  <a:cubicBezTo>
                    <a:pt x="213578" y="20498"/>
                    <a:pt x="220041" y="18171"/>
                    <a:pt x="226573" y="16049"/>
                  </a:cubicBezTo>
                  <a:cubicBezTo>
                    <a:pt x="233105" y="13926"/>
                    <a:pt x="239702" y="12010"/>
                    <a:pt x="246355" y="10302"/>
                  </a:cubicBezTo>
                  <a:cubicBezTo>
                    <a:pt x="253007" y="8594"/>
                    <a:pt x="259711" y="7095"/>
                    <a:pt x="266458" y="5808"/>
                  </a:cubicBezTo>
                  <a:cubicBezTo>
                    <a:pt x="273204" y="4521"/>
                    <a:pt x="279989" y="3446"/>
                    <a:pt x="286803" y="2586"/>
                  </a:cubicBezTo>
                  <a:cubicBezTo>
                    <a:pt x="293617" y="1725"/>
                    <a:pt x="300456" y="1078"/>
                    <a:pt x="307311" y="647"/>
                  </a:cubicBezTo>
                  <a:cubicBezTo>
                    <a:pt x="314166" y="216"/>
                    <a:pt x="321032" y="0"/>
                    <a:pt x="327900" y="0"/>
                  </a:cubicBezTo>
                  <a:cubicBezTo>
                    <a:pt x="334768" y="0"/>
                    <a:pt x="341634" y="216"/>
                    <a:pt x="348489" y="647"/>
                  </a:cubicBezTo>
                  <a:cubicBezTo>
                    <a:pt x="355344" y="1078"/>
                    <a:pt x="362183" y="1725"/>
                    <a:pt x="368997" y="2586"/>
                  </a:cubicBezTo>
                  <a:cubicBezTo>
                    <a:pt x="375811" y="3446"/>
                    <a:pt x="382596" y="4521"/>
                    <a:pt x="389342" y="5808"/>
                  </a:cubicBezTo>
                  <a:cubicBezTo>
                    <a:pt x="396089" y="7095"/>
                    <a:pt x="402793" y="8594"/>
                    <a:pt x="409445" y="10302"/>
                  </a:cubicBezTo>
                  <a:cubicBezTo>
                    <a:pt x="416098" y="12010"/>
                    <a:pt x="422695" y="13926"/>
                    <a:pt x="429227" y="16049"/>
                  </a:cubicBezTo>
                  <a:cubicBezTo>
                    <a:pt x="435759" y="18171"/>
                    <a:pt x="442222" y="20498"/>
                    <a:pt x="448608" y="23026"/>
                  </a:cubicBezTo>
                  <a:cubicBezTo>
                    <a:pt x="454994" y="25555"/>
                    <a:pt x="461299" y="28283"/>
                    <a:pt x="467513" y="31207"/>
                  </a:cubicBezTo>
                  <a:cubicBezTo>
                    <a:pt x="473727" y="34131"/>
                    <a:pt x="479848" y="37250"/>
                    <a:pt x="485867" y="40559"/>
                  </a:cubicBezTo>
                  <a:cubicBezTo>
                    <a:pt x="491886" y="43868"/>
                    <a:pt x="497799" y="47365"/>
                    <a:pt x="503598" y="51045"/>
                  </a:cubicBezTo>
                  <a:cubicBezTo>
                    <a:pt x="509397" y="54725"/>
                    <a:pt x="515078" y="58586"/>
                    <a:pt x="520635" y="62623"/>
                  </a:cubicBezTo>
                  <a:cubicBezTo>
                    <a:pt x="526191" y="66660"/>
                    <a:pt x="531619" y="70871"/>
                    <a:pt x="536911" y="75249"/>
                  </a:cubicBezTo>
                  <a:cubicBezTo>
                    <a:pt x="542203" y="79627"/>
                    <a:pt x="547356" y="84170"/>
                    <a:pt x="552363" y="88871"/>
                  </a:cubicBezTo>
                  <a:cubicBezTo>
                    <a:pt x="557370" y="93573"/>
                    <a:pt x="562227" y="98430"/>
                    <a:pt x="566929" y="103437"/>
                  </a:cubicBezTo>
                  <a:cubicBezTo>
                    <a:pt x="571630" y="108444"/>
                    <a:pt x="576173" y="113597"/>
                    <a:pt x="580551" y="118889"/>
                  </a:cubicBezTo>
                  <a:cubicBezTo>
                    <a:pt x="584929" y="124181"/>
                    <a:pt x="589140" y="129609"/>
                    <a:pt x="593177" y="135165"/>
                  </a:cubicBezTo>
                  <a:cubicBezTo>
                    <a:pt x="597214" y="140722"/>
                    <a:pt x="601075" y="146403"/>
                    <a:pt x="604755" y="152202"/>
                  </a:cubicBezTo>
                  <a:cubicBezTo>
                    <a:pt x="608435" y="158001"/>
                    <a:pt x="611932" y="163914"/>
                    <a:pt x="615241" y="169933"/>
                  </a:cubicBezTo>
                  <a:cubicBezTo>
                    <a:pt x="618550" y="175952"/>
                    <a:pt x="621669" y="182073"/>
                    <a:pt x="624593" y="188287"/>
                  </a:cubicBezTo>
                  <a:cubicBezTo>
                    <a:pt x="627517" y="194501"/>
                    <a:pt x="630245" y="200806"/>
                    <a:pt x="632774" y="207192"/>
                  </a:cubicBezTo>
                  <a:cubicBezTo>
                    <a:pt x="635302" y="213578"/>
                    <a:pt x="637629" y="220041"/>
                    <a:pt x="639751" y="226573"/>
                  </a:cubicBezTo>
                  <a:cubicBezTo>
                    <a:pt x="641874" y="233105"/>
                    <a:pt x="643790" y="239702"/>
                    <a:pt x="645498" y="246355"/>
                  </a:cubicBezTo>
                  <a:cubicBezTo>
                    <a:pt x="647206" y="253007"/>
                    <a:pt x="648705" y="259711"/>
                    <a:pt x="649992" y="266458"/>
                  </a:cubicBezTo>
                  <a:cubicBezTo>
                    <a:pt x="651279" y="273204"/>
                    <a:pt x="652354" y="279989"/>
                    <a:pt x="653214" y="286803"/>
                  </a:cubicBezTo>
                  <a:cubicBezTo>
                    <a:pt x="654075" y="293617"/>
                    <a:pt x="654722" y="300456"/>
                    <a:pt x="655153" y="307311"/>
                  </a:cubicBezTo>
                  <a:cubicBezTo>
                    <a:pt x="655584" y="314166"/>
                    <a:pt x="655800" y="321032"/>
                    <a:pt x="655800" y="327900"/>
                  </a:cubicBezTo>
                  <a:close/>
                </a:path>
              </a:pathLst>
            </a:custGeom>
            <a:solidFill>
              <a:srgbClr val="61616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5" name="probe-noto-emoji_u1f4f7-part-23"/>
            <p:cNvSpPr/>
            <p:nvPr/>
          </p:nvSpPr>
          <p:spPr>
            <a:xfrm>
              <a:off x="439200" y="598400"/>
              <a:ext cx="569400" cy="569400"/>
            </a:xfrm>
            <a:custGeom>
              <a:avLst/>
              <a:gdLst/>
              <a:ahLst/>
              <a:cxnLst/>
              <a:rect l="0" t="0" r="r" b="b"/>
              <a:pathLst>
                <a:path w="569400" h="569400">
                  <a:moveTo>
                    <a:pt x="569400" y="284700"/>
                  </a:moveTo>
                  <a:cubicBezTo>
                    <a:pt x="569400" y="290663"/>
                    <a:pt x="569213" y="296625"/>
                    <a:pt x="568838" y="302576"/>
                  </a:cubicBezTo>
                  <a:cubicBezTo>
                    <a:pt x="568464" y="308528"/>
                    <a:pt x="567902" y="314466"/>
                    <a:pt x="567155" y="320382"/>
                  </a:cubicBezTo>
                  <a:cubicBezTo>
                    <a:pt x="566408" y="326299"/>
                    <a:pt x="565475" y="332190"/>
                    <a:pt x="564357" y="338047"/>
                  </a:cubicBezTo>
                  <a:cubicBezTo>
                    <a:pt x="563240" y="343905"/>
                    <a:pt x="561939" y="349726"/>
                    <a:pt x="560456" y="355502"/>
                  </a:cubicBezTo>
                  <a:cubicBezTo>
                    <a:pt x="558973" y="361278"/>
                    <a:pt x="557309" y="367006"/>
                    <a:pt x="555466" y="372677"/>
                  </a:cubicBezTo>
                  <a:cubicBezTo>
                    <a:pt x="553623" y="378349"/>
                    <a:pt x="551603" y="383961"/>
                    <a:pt x="549407" y="389505"/>
                  </a:cubicBezTo>
                  <a:cubicBezTo>
                    <a:pt x="547212" y="395050"/>
                    <a:pt x="544843" y="400524"/>
                    <a:pt x="542304" y="405919"/>
                  </a:cubicBezTo>
                  <a:cubicBezTo>
                    <a:pt x="539765" y="411315"/>
                    <a:pt x="537057" y="416630"/>
                    <a:pt x="534185" y="421855"/>
                  </a:cubicBezTo>
                  <a:cubicBezTo>
                    <a:pt x="531312" y="427081"/>
                    <a:pt x="528275" y="432215"/>
                    <a:pt x="525080" y="437250"/>
                  </a:cubicBezTo>
                  <a:cubicBezTo>
                    <a:pt x="521885" y="442285"/>
                    <a:pt x="518532" y="447218"/>
                    <a:pt x="515027" y="452042"/>
                  </a:cubicBezTo>
                  <a:cubicBezTo>
                    <a:pt x="511522" y="456867"/>
                    <a:pt x="507866" y="461580"/>
                    <a:pt x="504065" y="466175"/>
                  </a:cubicBezTo>
                  <a:cubicBezTo>
                    <a:pt x="500264" y="470769"/>
                    <a:pt x="496319" y="475244"/>
                    <a:pt x="492237" y="479591"/>
                  </a:cubicBezTo>
                  <a:cubicBezTo>
                    <a:pt x="488155" y="483938"/>
                    <a:pt x="483938" y="488155"/>
                    <a:pt x="479591" y="492237"/>
                  </a:cubicBezTo>
                  <a:cubicBezTo>
                    <a:pt x="475244" y="496319"/>
                    <a:pt x="470769" y="500264"/>
                    <a:pt x="466175" y="504065"/>
                  </a:cubicBezTo>
                  <a:cubicBezTo>
                    <a:pt x="461580" y="507866"/>
                    <a:pt x="456867" y="511522"/>
                    <a:pt x="452042" y="515027"/>
                  </a:cubicBezTo>
                  <a:cubicBezTo>
                    <a:pt x="447218" y="518532"/>
                    <a:pt x="442285" y="521885"/>
                    <a:pt x="437250" y="525080"/>
                  </a:cubicBezTo>
                  <a:cubicBezTo>
                    <a:pt x="432215" y="528275"/>
                    <a:pt x="427081" y="531312"/>
                    <a:pt x="421855" y="534185"/>
                  </a:cubicBezTo>
                  <a:cubicBezTo>
                    <a:pt x="416630" y="537057"/>
                    <a:pt x="411315" y="539765"/>
                    <a:pt x="405919" y="542304"/>
                  </a:cubicBezTo>
                  <a:cubicBezTo>
                    <a:pt x="400524" y="544843"/>
                    <a:pt x="395050" y="547212"/>
                    <a:pt x="389505" y="549407"/>
                  </a:cubicBezTo>
                  <a:cubicBezTo>
                    <a:pt x="383961" y="551603"/>
                    <a:pt x="378349" y="553623"/>
                    <a:pt x="372677" y="555466"/>
                  </a:cubicBezTo>
                  <a:cubicBezTo>
                    <a:pt x="367006" y="557309"/>
                    <a:pt x="361278" y="558973"/>
                    <a:pt x="355502" y="560456"/>
                  </a:cubicBezTo>
                  <a:cubicBezTo>
                    <a:pt x="349726" y="561939"/>
                    <a:pt x="343905" y="563240"/>
                    <a:pt x="338047" y="564357"/>
                  </a:cubicBezTo>
                  <a:cubicBezTo>
                    <a:pt x="332190" y="565475"/>
                    <a:pt x="326299" y="566408"/>
                    <a:pt x="320382" y="567155"/>
                  </a:cubicBezTo>
                  <a:cubicBezTo>
                    <a:pt x="314466" y="567902"/>
                    <a:pt x="308528" y="568464"/>
                    <a:pt x="302576" y="568838"/>
                  </a:cubicBezTo>
                  <a:cubicBezTo>
                    <a:pt x="296625" y="569213"/>
                    <a:pt x="290663" y="569400"/>
                    <a:pt x="284700" y="569400"/>
                  </a:cubicBezTo>
                  <a:cubicBezTo>
                    <a:pt x="278737" y="569400"/>
                    <a:pt x="272775" y="569213"/>
                    <a:pt x="266824" y="568838"/>
                  </a:cubicBezTo>
                  <a:cubicBezTo>
                    <a:pt x="260872" y="568464"/>
                    <a:pt x="254934" y="567902"/>
                    <a:pt x="249018" y="567155"/>
                  </a:cubicBezTo>
                  <a:cubicBezTo>
                    <a:pt x="243101" y="566408"/>
                    <a:pt x="237210" y="565475"/>
                    <a:pt x="231353" y="564357"/>
                  </a:cubicBezTo>
                  <a:cubicBezTo>
                    <a:pt x="225495" y="563240"/>
                    <a:pt x="219674" y="561939"/>
                    <a:pt x="213898" y="560456"/>
                  </a:cubicBezTo>
                  <a:cubicBezTo>
                    <a:pt x="208122" y="558973"/>
                    <a:pt x="202394" y="557309"/>
                    <a:pt x="196723" y="555466"/>
                  </a:cubicBezTo>
                  <a:cubicBezTo>
                    <a:pt x="191051" y="553623"/>
                    <a:pt x="185439" y="551603"/>
                    <a:pt x="179895" y="549407"/>
                  </a:cubicBezTo>
                  <a:cubicBezTo>
                    <a:pt x="174350" y="547212"/>
                    <a:pt x="168876" y="544843"/>
                    <a:pt x="163481" y="542304"/>
                  </a:cubicBezTo>
                  <a:cubicBezTo>
                    <a:pt x="158085" y="539765"/>
                    <a:pt x="152770" y="537057"/>
                    <a:pt x="147545" y="534185"/>
                  </a:cubicBezTo>
                  <a:cubicBezTo>
                    <a:pt x="142319" y="531312"/>
                    <a:pt x="137185" y="528275"/>
                    <a:pt x="132150" y="525080"/>
                  </a:cubicBezTo>
                  <a:cubicBezTo>
                    <a:pt x="127115" y="521885"/>
                    <a:pt x="122182" y="518532"/>
                    <a:pt x="117358" y="515027"/>
                  </a:cubicBezTo>
                  <a:cubicBezTo>
                    <a:pt x="112533" y="511522"/>
                    <a:pt x="107820" y="507866"/>
                    <a:pt x="103225" y="504065"/>
                  </a:cubicBezTo>
                  <a:cubicBezTo>
                    <a:pt x="98631" y="500264"/>
                    <a:pt x="94156" y="496319"/>
                    <a:pt x="89809" y="492237"/>
                  </a:cubicBezTo>
                  <a:cubicBezTo>
                    <a:pt x="85462" y="488155"/>
                    <a:pt x="81245" y="483938"/>
                    <a:pt x="77163" y="479591"/>
                  </a:cubicBezTo>
                  <a:cubicBezTo>
                    <a:pt x="73081" y="475244"/>
                    <a:pt x="69136" y="470769"/>
                    <a:pt x="65335" y="466175"/>
                  </a:cubicBezTo>
                  <a:cubicBezTo>
                    <a:pt x="61534" y="461580"/>
                    <a:pt x="57878" y="456867"/>
                    <a:pt x="54373" y="452042"/>
                  </a:cubicBezTo>
                  <a:cubicBezTo>
                    <a:pt x="50868" y="447218"/>
                    <a:pt x="47515" y="442285"/>
                    <a:pt x="44320" y="437250"/>
                  </a:cubicBezTo>
                  <a:cubicBezTo>
                    <a:pt x="41125" y="432215"/>
                    <a:pt x="38088" y="427081"/>
                    <a:pt x="35215" y="421855"/>
                  </a:cubicBezTo>
                  <a:cubicBezTo>
                    <a:pt x="32343" y="416630"/>
                    <a:pt x="29635" y="411315"/>
                    <a:pt x="27096" y="405919"/>
                  </a:cubicBezTo>
                  <a:cubicBezTo>
                    <a:pt x="24557" y="400524"/>
                    <a:pt x="22188" y="395050"/>
                    <a:pt x="19993" y="389505"/>
                  </a:cubicBezTo>
                  <a:cubicBezTo>
                    <a:pt x="17797" y="383961"/>
                    <a:pt x="15777" y="378349"/>
                    <a:pt x="13934" y="372677"/>
                  </a:cubicBezTo>
                  <a:cubicBezTo>
                    <a:pt x="12091" y="367006"/>
                    <a:pt x="10427" y="361278"/>
                    <a:pt x="8944" y="355502"/>
                  </a:cubicBezTo>
                  <a:cubicBezTo>
                    <a:pt x="7461" y="349726"/>
                    <a:pt x="6160" y="343905"/>
                    <a:pt x="5043" y="338047"/>
                  </a:cubicBezTo>
                  <a:cubicBezTo>
                    <a:pt x="3925" y="332190"/>
                    <a:pt x="2992" y="326299"/>
                    <a:pt x="2245" y="320382"/>
                  </a:cubicBezTo>
                  <a:cubicBezTo>
                    <a:pt x="1498" y="314466"/>
                    <a:pt x="936" y="308528"/>
                    <a:pt x="562" y="302576"/>
                  </a:cubicBezTo>
                  <a:cubicBezTo>
                    <a:pt x="187" y="296625"/>
                    <a:pt x="0" y="290663"/>
                    <a:pt x="0" y="284700"/>
                  </a:cubicBezTo>
                  <a:cubicBezTo>
                    <a:pt x="0" y="278737"/>
                    <a:pt x="187" y="272775"/>
                    <a:pt x="562" y="266824"/>
                  </a:cubicBezTo>
                  <a:cubicBezTo>
                    <a:pt x="936" y="260872"/>
                    <a:pt x="1498" y="254934"/>
                    <a:pt x="2245" y="249018"/>
                  </a:cubicBezTo>
                  <a:cubicBezTo>
                    <a:pt x="2992" y="243101"/>
                    <a:pt x="3925" y="237210"/>
                    <a:pt x="5043" y="231353"/>
                  </a:cubicBezTo>
                  <a:cubicBezTo>
                    <a:pt x="6160" y="225495"/>
                    <a:pt x="7461" y="219674"/>
                    <a:pt x="8944" y="213898"/>
                  </a:cubicBezTo>
                  <a:cubicBezTo>
                    <a:pt x="10427" y="208122"/>
                    <a:pt x="12091" y="202394"/>
                    <a:pt x="13934" y="196723"/>
                  </a:cubicBezTo>
                  <a:cubicBezTo>
                    <a:pt x="15777" y="191051"/>
                    <a:pt x="17797" y="185439"/>
                    <a:pt x="19993" y="179895"/>
                  </a:cubicBezTo>
                  <a:cubicBezTo>
                    <a:pt x="22188" y="174350"/>
                    <a:pt x="24557" y="168876"/>
                    <a:pt x="27096" y="163481"/>
                  </a:cubicBezTo>
                  <a:cubicBezTo>
                    <a:pt x="29635" y="158085"/>
                    <a:pt x="32343" y="152770"/>
                    <a:pt x="35215" y="147545"/>
                  </a:cubicBezTo>
                  <a:cubicBezTo>
                    <a:pt x="38088" y="142319"/>
                    <a:pt x="41125" y="137185"/>
                    <a:pt x="44320" y="132150"/>
                  </a:cubicBezTo>
                  <a:cubicBezTo>
                    <a:pt x="47515" y="127115"/>
                    <a:pt x="50868" y="122182"/>
                    <a:pt x="54373" y="117358"/>
                  </a:cubicBezTo>
                  <a:cubicBezTo>
                    <a:pt x="57878" y="112533"/>
                    <a:pt x="61534" y="107820"/>
                    <a:pt x="65335" y="103225"/>
                  </a:cubicBezTo>
                  <a:cubicBezTo>
                    <a:pt x="69136" y="98631"/>
                    <a:pt x="73081" y="94156"/>
                    <a:pt x="77163" y="89809"/>
                  </a:cubicBezTo>
                  <a:cubicBezTo>
                    <a:pt x="81245" y="85462"/>
                    <a:pt x="85462" y="81245"/>
                    <a:pt x="89809" y="77163"/>
                  </a:cubicBezTo>
                  <a:cubicBezTo>
                    <a:pt x="94156" y="73081"/>
                    <a:pt x="98631" y="69136"/>
                    <a:pt x="103225" y="65335"/>
                  </a:cubicBezTo>
                  <a:cubicBezTo>
                    <a:pt x="107820" y="61534"/>
                    <a:pt x="112533" y="57878"/>
                    <a:pt x="117358" y="54373"/>
                  </a:cubicBezTo>
                  <a:cubicBezTo>
                    <a:pt x="122182" y="50868"/>
                    <a:pt x="127115" y="47515"/>
                    <a:pt x="132150" y="44320"/>
                  </a:cubicBezTo>
                  <a:cubicBezTo>
                    <a:pt x="137185" y="41125"/>
                    <a:pt x="142319" y="38088"/>
                    <a:pt x="147545" y="35215"/>
                  </a:cubicBezTo>
                  <a:cubicBezTo>
                    <a:pt x="152770" y="32343"/>
                    <a:pt x="158085" y="29635"/>
                    <a:pt x="163481" y="27096"/>
                  </a:cubicBezTo>
                  <a:cubicBezTo>
                    <a:pt x="168876" y="24557"/>
                    <a:pt x="174350" y="22188"/>
                    <a:pt x="179895" y="19993"/>
                  </a:cubicBezTo>
                  <a:cubicBezTo>
                    <a:pt x="185439" y="17797"/>
                    <a:pt x="191051" y="15777"/>
                    <a:pt x="196723" y="13934"/>
                  </a:cubicBezTo>
                  <a:cubicBezTo>
                    <a:pt x="202394" y="12091"/>
                    <a:pt x="208122" y="10427"/>
                    <a:pt x="213898" y="8944"/>
                  </a:cubicBezTo>
                  <a:cubicBezTo>
                    <a:pt x="219674" y="7461"/>
                    <a:pt x="225495" y="6160"/>
                    <a:pt x="231353" y="5043"/>
                  </a:cubicBezTo>
                  <a:cubicBezTo>
                    <a:pt x="237210" y="3925"/>
                    <a:pt x="243101" y="2992"/>
                    <a:pt x="249018" y="2245"/>
                  </a:cubicBezTo>
                  <a:cubicBezTo>
                    <a:pt x="254934" y="1498"/>
                    <a:pt x="260872" y="936"/>
                    <a:pt x="266824" y="562"/>
                  </a:cubicBezTo>
                  <a:cubicBezTo>
                    <a:pt x="272775" y="187"/>
                    <a:pt x="278737" y="0"/>
                    <a:pt x="284700" y="0"/>
                  </a:cubicBezTo>
                  <a:cubicBezTo>
                    <a:pt x="290663" y="0"/>
                    <a:pt x="296625" y="187"/>
                    <a:pt x="302576" y="562"/>
                  </a:cubicBezTo>
                  <a:cubicBezTo>
                    <a:pt x="308528" y="936"/>
                    <a:pt x="314466" y="1498"/>
                    <a:pt x="320382" y="2245"/>
                  </a:cubicBezTo>
                  <a:cubicBezTo>
                    <a:pt x="326299" y="2992"/>
                    <a:pt x="332190" y="3925"/>
                    <a:pt x="338047" y="5043"/>
                  </a:cubicBezTo>
                  <a:cubicBezTo>
                    <a:pt x="343905" y="6160"/>
                    <a:pt x="349726" y="7461"/>
                    <a:pt x="355502" y="8944"/>
                  </a:cubicBezTo>
                  <a:cubicBezTo>
                    <a:pt x="361278" y="10427"/>
                    <a:pt x="367006" y="12091"/>
                    <a:pt x="372677" y="13934"/>
                  </a:cubicBezTo>
                  <a:cubicBezTo>
                    <a:pt x="378349" y="15777"/>
                    <a:pt x="383961" y="17797"/>
                    <a:pt x="389505" y="19993"/>
                  </a:cubicBezTo>
                  <a:cubicBezTo>
                    <a:pt x="395050" y="22188"/>
                    <a:pt x="400524" y="24557"/>
                    <a:pt x="405919" y="27096"/>
                  </a:cubicBezTo>
                  <a:cubicBezTo>
                    <a:pt x="411315" y="29635"/>
                    <a:pt x="416630" y="32343"/>
                    <a:pt x="421855" y="35215"/>
                  </a:cubicBezTo>
                  <a:cubicBezTo>
                    <a:pt x="427081" y="38088"/>
                    <a:pt x="432215" y="41125"/>
                    <a:pt x="437250" y="44320"/>
                  </a:cubicBezTo>
                  <a:cubicBezTo>
                    <a:pt x="442285" y="47515"/>
                    <a:pt x="447218" y="50868"/>
                    <a:pt x="452042" y="54373"/>
                  </a:cubicBezTo>
                  <a:cubicBezTo>
                    <a:pt x="456867" y="57878"/>
                    <a:pt x="461580" y="61534"/>
                    <a:pt x="466175" y="65335"/>
                  </a:cubicBezTo>
                  <a:cubicBezTo>
                    <a:pt x="470769" y="69136"/>
                    <a:pt x="475244" y="73081"/>
                    <a:pt x="479591" y="77163"/>
                  </a:cubicBezTo>
                  <a:cubicBezTo>
                    <a:pt x="483938" y="81245"/>
                    <a:pt x="488155" y="85462"/>
                    <a:pt x="492237" y="89809"/>
                  </a:cubicBezTo>
                  <a:cubicBezTo>
                    <a:pt x="496319" y="94156"/>
                    <a:pt x="500264" y="98631"/>
                    <a:pt x="504065" y="103225"/>
                  </a:cubicBezTo>
                  <a:cubicBezTo>
                    <a:pt x="507866" y="107820"/>
                    <a:pt x="511522" y="112533"/>
                    <a:pt x="515027" y="117358"/>
                  </a:cubicBezTo>
                  <a:cubicBezTo>
                    <a:pt x="518532" y="122182"/>
                    <a:pt x="521885" y="127115"/>
                    <a:pt x="525080" y="132150"/>
                  </a:cubicBezTo>
                  <a:cubicBezTo>
                    <a:pt x="528275" y="137185"/>
                    <a:pt x="531312" y="142319"/>
                    <a:pt x="534185" y="147545"/>
                  </a:cubicBezTo>
                  <a:cubicBezTo>
                    <a:pt x="537057" y="152770"/>
                    <a:pt x="539765" y="158085"/>
                    <a:pt x="542304" y="163481"/>
                  </a:cubicBezTo>
                  <a:cubicBezTo>
                    <a:pt x="544843" y="168876"/>
                    <a:pt x="547212" y="174350"/>
                    <a:pt x="549407" y="179895"/>
                  </a:cubicBezTo>
                  <a:cubicBezTo>
                    <a:pt x="551603" y="185439"/>
                    <a:pt x="553623" y="191051"/>
                    <a:pt x="555466" y="196723"/>
                  </a:cubicBezTo>
                  <a:cubicBezTo>
                    <a:pt x="557309" y="202394"/>
                    <a:pt x="558973" y="208122"/>
                    <a:pt x="560456" y="213898"/>
                  </a:cubicBezTo>
                  <a:cubicBezTo>
                    <a:pt x="561939" y="219674"/>
                    <a:pt x="563240" y="225495"/>
                    <a:pt x="564357" y="231353"/>
                  </a:cubicBezTo>
                  <a:cubicBezTo>
                    <a:pt x="565475" y="237210"/>
                    <a:pt x="566408" y="243101"/>
                    <a:pt x="567155" y="249018"/>
                  </a:cubicBezTo>
                  <a:cubicBezTo>
                    <a:pt x="567902" y="254934"/>
                    <a:pt x="568464" y="260872"/>
                    <a:pt x="568838" y="266824"/>
                  </a:cubicBezTo>
                  <a:cubicBezTo>
                    <a:pt x="569213" y="272775"/>
                    <a:pt x="569400" y="278737"/>
                    <a:pt x="569400" y="284700"/>
                  </a:cubicBezTo>
                  <a:close/>
                </a:path>
              </a:pathLst>
            </a:custGeom>
            <a:solidFill>
              <a:srgbClr val="E0E0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6" name="probe-noto-emoji_u1f4f7-part-24"/>
            <p:cNvSpPr/>
            <p:nvPr/>
          </p:nvSpPr>
          <p:spPr>
            <a:xfrm>
              <a:off x="520600" y="679800"/>
              <a:ext cx="406600" cy="406600"/>
            </a:xfrm>
            <a:custGeom>
              <a:avLst/>
              <a:gdLst/>
              <a:ahLst/>
              <a:cxnLst/>
              <a:rect l="0" t="0" r="r" b="b"/>
              <a:pathLst>
                <a:path w="406600" h="406600">
                  <a:moveTo>
                    <a:pt x="406600" y="203300"/>
                  </a:moveTo>
                  <a:cubicBezTo>
                    <a:pt x="406600" y="207558"/>
                    <a:pt x="406466" y="211815"/>
                    <a:pt x="406199" y="216065"/>
                  </a:cubicBezTo>
                  <a:cubicBezTo>
                    <a:pt x="405931" y="220315"/>
                    <a:pt x="405531" y="224556"/>
                    <a:pt x="404997" y="228780"/>
                  </a:cubicBezTo>
                  <a:cubicBezTo>
                    <a:pt x="404463" y="233005"/>
                    <a:pt x="403797" y="237212"/>
                    <a:pt x="402999" y="241395"/>
                  </a:cubicBezTo>
                  <a:cubicBezTo>
                    <a:pt x="402201" y="245577"/>
                    <a:pt x="401272" y="249734"/>
                    <a:pt x="400213" y="253859"/>
                  </a:cubicBezTo>
                  <a:cubicBezTo>
                    <a:pt x="399154" y="257983"/>
                    <a:pt x="397966" y="262073"/>
                    <a:pt x="396650" y="266123"/>
                  </a:cubicBezTo>
                  <a:cubicBezTo>
                    <a:pt x="395334" y="270173"/>
                    <a:pt x="393891" y="274180"/>
                    <a:pt x="392324" y="278140"/>
                  </a:cubicBezTo>
                  <a:cubicBezTo>
                    <a:pt x="390756" y="282099"/>
                    <a:pt x="389064" y="286008"/>
                    <a:pt x="387251" y="289861"/>
                  </a:cubicBezTo>
                  <a:cubicBezTo>
                    <a:pt x="385438" y="293714"/>
                    <a:pt x="383505" y="297509"/>
                    <a:pt x="381453" y="301241"/>
                  </a:cubicBezTo>
                  <a:cubicBezTo>
                    <a:pt x="379402" y="304972"/>
                    <a:pt x="377234" y="308638"/>
                    <a:pt x="374952" y="312234"/>
                  </a:cubicBezTo>
                  <a:cubicBezTo>
                    <a:pt x="372670" y="315829"/>
                    <a:pt x="370276" y="319352"/>
                    <a:pt x="367773" y="322797"/>
                  </a:cubicBezTo>
                  <a:cubicBezTo>
                    <a:pt x="365270" y="326242"/>
                    <a:pt x="362660" y="329607"/>
                    <a:pt x="359945" y="332888"/>
                  </a:cubicBezTo>
                  <a:cubicBezTo>
                    <a:pt x="357231" y="336169"/>
                    <a:pt x="354414" y="339364"/>
                    <a:pt x="351499" y="342468"/>
                  </a:cubicBezTo>
                  <a:cubicBezTo>
                    <a:pt x="348584" y="345573"/>
                    <a:pt x="345573" y="348584"/>
                    <a:pt x="342468" y="351499"/>
                  </a:cubicBezTo>
                  <a:cubicBezTo>
                    <a:pt x="339364" y="354414"/>
                    <a:pt x="336169" y="357231"/>
                    <a:pt x="332888" y="359945"/>
                  </a:cubicBezTo>
                  <a:cubicBezTo>
                    <a:pt x="329607" y="362660"/>
                    <a:pt x="326242" y="365270"/>
                    <a:pt x="322797" y="367773"/>
                  </a:cubicBezTo>
                  <a:cubicBezTo>
                    <a:pt x="319352" y="370276"/>
                    <a:pt x="315829" y="372670"/>
                    <a:pt x="312234" y="374952"/>
                  </a:cubicBezTo>
                  <a:cubicBezTo>
                    <a:pt x="308638" y="377234"/>
                    <a:pt x="304972" y="379402"/>
                    <a:pt x="301241" y="381453"/>
                  </a:cubicBezTo>
                  <a:cubicBezTo>
                    <a:pt x="297509" y="383505"/>
                    <a:pt x="293714" y="385438"/>
                    <a:pt x="289861" y="387251"/>
                  </a:cubicBezTo>
                  <a:cubicBezTo>
                    <a:pt x="286008" y="389064"/>
                    <a:pt x="282099" y="390756"/>
                    <a:pt x="278140" y="392324"/>
                  </a:cubicBezTo>
                  <a:cubicBezTo>
                    <a:pt x="274180" y="393891"/>
                    <a:pt x="270173" y="395334"/>
                    <a:pt x="266123" y="396650"/>
                  </a:cubicBezTo>
                  <a:cubicBezTo>
                    <a:pt x="262073" y="397966"/>
                    <a:pt x="257983" y="399154"/>
                    <a:pt x="253859" y="400213"/>
                  </a:cubicBezTo>
                  <a:cubicBezTo>
                    <a:pt x="249734" y="401272"/>
                    <a:pt x="245577" y="402201"/>
                    <a:pt x="241395" y="402999"/>
                  </a:cubicBezTo>
                  <a:cubicBezTo>
                    <a:pt x="237212" y="403797"/>
                    <a:pt x="233005" y="404463"/>
                    <a:pt x="228780" y="404997"/>
                  </a:cubicBezTo>
                  <a:cubicBezTo>
                    <a:pt x="224556" y="405531"/>
                    <a:pt x="220315" y="405931"/>
                    <a:pt x="216065" y="406199"/>
                  </a:cubicBezTo>
                  <a:cubicBezTo>
                    <a:pt x="211815" y="406466"/>
                    <a:pt x="207558" y="406600"/>
                    <a:pt x="203300" y="406600"/>
                  </a:cubicBezTo>
                  <a:cubicBezTo>
                    <a:pt x="199042" y="406600"/>
                    <a:pt x="194785" y="406466"/>
                    <a:pt x="190535" y="406199"/>
                  </a:cubicBezTo>
                  <a:cubicBezTo>
                    <a:pt x="186285" y="405931"/>
                    <a:pt x="182044" y="405531"/>
                    <a:pt x="177820" y="404997"/>
                  </a:cubicBezTo>
                  <a:cubicBezTo>
                    <a:pt x="173595" y="404463"/>
                    <a:pt x="169388" y="403797"/>
                    <a:pt x="165205" y="402999"/>
                  </a:cubicBezTo>
                  <a:cubicBezTo>
                    <a:pt x="161023" y="402201"/>
                    <a:pt x="156866" y="401272"/>
                    <a:pt x="152741" y="400213"/>
                  </a:cubicBezTo>
                  <a:cubicBezTo>
                    <a:pt x="148617" y="399154"/>
                    <a:pt x="144527" y="397966"/>
                    <a:pt x="140477" y="396650"/>
                  </a:cubicBezTo>
                  <a:cubicBezTo>
                    <a:pt x="136427" y="395334"/>
                    <a:pt x="132420" y="393891"/>
                    <a:pt x="128460" y="392324"/>
                  </a:cubicBezTo>
                  <a:cubicBezTo>
                    <a:pt x="124501" y="390756"/>
                    <a:pt x="120592" y="389064"/>
                    <a:pt x="116739" y="387251"/>
                  </a:cubicBezTo>
                  <a:cubicBezTo>
                    <a:pt x="112886" y="385438"/>
                    <a:pt x="109091" y="383505"/>
                    <a:pt x="105359" y="381453"/>
                  </a:cubicBezTo>
                  <a:cubicBezTo>
                    <a:pt x="101628" y="379402"/>
                    <a:pt x="97962" y="377234"/>
                    <a:pt x="94366" y="374952"/>
                  </a:cubicBezTo>
                  <a:cubicBezTo>
                    <a:pt x="90771" y="372670"/>
                    <a:pt x="87248" y="370276"/>
                    <a:pt x="83803" y="367773"/>
                  </a:cubicBezTo>
                  <a:cubicBezTo>
                    <a:pt x="80358" y="365270"/>
                    <a:pt x="76993" y="362660"/>
                    <a:pt x="73712" y="359945"/>
                  </a:cubicBezTo>
                  <a:cubicBezTo>
                    <a:pt x="70431" y="357231"/>
                    <a:pt x="67236" y="354414"/>
                    <a:pt x="64132" y="351499"/>
                  </a:cubicBezTo>
                  <a:cubicBezTo>
                    <a:pt x="61027" y="348584"/>
                    <a:pt x="58016" y="345573"/>
                    <a:pt x="55101" y="342468"/>
                  </a:cubicBezTo>
                  <a:cubicBezTo>
                    <a:pt x="52186" y="339364"/>
                    <a:pt x="49369" y="336169"/>
                    <a:pt x="46655" y="332888"/>
                  </a:cubicBezTo>
                  <a:cubicBezTo>
                    <a:pt x="43940" y="329607"/>
                    <a:pt x="41330" y="326242"/>
                    <a:pt x="38827" y="322797"/>
                  </a:cubicBezTo>
                  <a:cubicBezTo>
                    <a:pt x="36324" y="319352"/>
                    <a:pt x="33930" y="315829"/>
                    <a:pt x="31648" y="312234"/>
                  </a:cubicBezTo>
                  <a:cubicBezTo>
                    <a:pt x="29366" y="308638"/>
                    <a:pt x="27198" y="304972"/>
                    <a:pt x="25147" y="301241"/>
                  </a:cubicBezTo>
                  <a:cubicBezTo>
                    <a:pt x="23095" y="297509"/>
                    <a:pt x="21162" y="293714"/>
                    <a:pt x="19349" y="289861"/>
                  </a:cubicBezTo>
                  <a:cubicBezTo>
                    <a:pt x="17536" y="286008"/>
                    <a:pt x="15844" y="282099"/>
                    <a:pt x="14276" y="278140"/>
                  </a:cubicBezTo>
                  <a:cubicBezTo>
                    <a:pt x="12709" y="274180"/>
                    <a:pt x="11266" y="270173"/>
                    <a:pt x="9950" y="266123"/>
                  </a:cubicBezTo>
                  <a:cubicBezTo>
                    <a:pt x="8634" y="262073"/>
                    <a:pt x="7446" y="257983"/>
                    <a:pt x="6387" y="253859"/>
                  </a:cubicBezTo>
                  <a:cubicBezTo>
                    <a:pt x="5328" y="249734"/>
                    <a:pt x="4399" y="245577"/>
                    <a:pt x="3601" y="241395"/>
                  </a:cubicBezTo>
                  <a:cubicBezTo>
                    <a:pt x="2803" y="237212"/>
                    <a:pt x="2137" y="233005"/>
                    <a:pt x="1603" y="228780"/>
                  </a:cubicBezTo>
                  <a:cubicBezTo>
                    <a:pt x="1069" y="224556"/>
                    <a:pt x="669" y="220315"/>
                    <a:pt x="401" y="216065"/>
                  </a:cubicBezTo>
                  <a:cubicBezTo>
                    <a:pt x="134" y="211815"/>
                    <a:pt x="0" y="207558"/>
                    <a:pt x="0" y="203300"/>
                  </a:cubicBezTo>
                  <a:cubicBezTo>
                    <a:pt x="0" y="199042"/>
                    <a:pt x="134" y="194785"/>
                    <a:pt x="401" y="190535"/>
                  </a:cubicBezTo>
                  <a:cubicBezTo>
                    <a:pt x="669" y="186285"/>
                    <a:pt x="1069" y="182044"/>
                    <a:pt x="1603" y="177820"/>
                  </a:cubicBezTo>
                  <a:cubicBezTo>
                    <a:pt x="2137" y="173595"/>
                    <a:pt x="2803" y="169388"/>
                    <a:pt x="3601" y="165205"/>
                  </a:cubicBezTo>
                  <a:cubicBezTo>
                    <a:pt x="4399" y="161023"/>
                    <a:pt x="5328" y="156866"/>
                    <a:pt x="6387" y="152741"/>
                  </a:cubicBezTo>
                  <a:cubicBezTo>
                    <a:pt x="7446" y="148617"/>
                    <a:pt x="8634" y="144527"/>
                    <a:pt x="9950" y="140477"/>
                  </a:cubicBezTo>
                  <a:cubicBezTo>
                    <a:pt x="11266" y="136427"/>
                    <a:pt x="12709" y="132420"/>
                    <a:pt x="14276" y="128460"/>
                  </a:cubicBezTo>
                  <a:cubicBezTo>
                    <a:pt x="15844" y="124501"/>
                    <a:pt x="17536" y="120592"/>
                    <a:pt x="19349" y="116739"/>
                  </a:cubicBezTo>
                  <a:cubicBezTo>
                    <a:pt x="21162" y="112886"/>
                    <a:pt x="23095" y="109091"/>
                    <a:pt x="25147" y="105359"/>
                  </a:cubicBezTo>
                  <a:cubicBezTo>
                    <a:pt x="27198" y="101628"/>
                    <a:pt x="29366" y="97962"/>
                    <a:pt x="31648" y="94366"/>
                  </a:cubicBezTo>
                  <a:cubicBezTo>
                    <a:pt x="33930" y="90771"/>
                    <a:pt x="36324" y="87248"/>
                    <a:pt x="38827" y="83803"/>
                  </a:cubicBezTo>
                  <a:cubicBezTo>
                    <a:pt x="41330" y="80358"/>
                    <a:pt x="43940" y="76993"/>
                    <a:pt x="46655" y="73712"/>
                  </a:cubicBezTo>
                  <a:cubicBezTo>
                    <a:pt x="49369" y="70431"/>
                    <a:pt x="52186" y="67236"/>
                    <a:pt x="55101" y="64132"/>
                  </a:cubicBezTo>
                  <a:cubicBezTo>
                    <a:pt x="58016" y="61027"/>
                    <a:pt x="61027" y="58016"/>
                    <a:pt x="64132" y="55101"/>
                  </a:cubicBezTo>
                  <a:cubicBezTo>
                    <a:pt x="67236" y="52186"/>
                    <a:pt x="70431" y="49369"/>
                    <a:pt x="73712" y="46655"/>
                  </a:cubicBezTo>
                  <a:cubicBezTo>
                    <a:pt x="76993" y="43940"/>
                    <a:pt x="80358" y="41330"/>
                    <a:pt x="83803" y="38827"/>
                  </a:cubicBezTo>
                  <a:cubicBezTo>
                    <a:pt x="87248" y="36324"/>
                    <a:pt x="90771" y="33930"/>
                    <a:pt x="94366" y="31648"/>
                  </a:cubicBezTo>
                  <a:cubicBezTo>
                    <a:pt x="97962" y="29366"/>
                    <a:pt x="101628" y="27198"/>
                    <a:pt x="105359" y="25147"/>
                  </a:cubicBezTo>
                  <a:cubicBezTo>
                    <a:pt x="109091" y="23095"/>
                    <a:pt x="112886" y="21162"/>
                    <a:pt x="116739" y="19349"/>
                  </a:cubicBezTo>
                  <a:cubicBezTo>
                    <a:pt x="120592" y="17536"/>
                    <a:pt x="124501" y="15844"/>
                    <a:pt x="128460" y="14276"/>
                  </a:cubicBezTo>
                  <a:cubicBezTo>
                    <a:pt x="132420" y="12709"/>
                    <a:pt x="136427" y="11266"/>
                    <a:pt x="140477" y="9950"/>
                  </a:cubicBezTo>
                  <a:cubicBezTo>
                    <a:pt x="144527" y="8634"/>
                    <a:pt x="148617" y="7446"/>
                    <a:pt x="152741" y="6387"/>
                  </a:cubicBezTo>
                  <a:cubicBezTo>
                    <a:pt x="156866" y="5328"/>
                    <a:pt x="161023" y="4399"/>
                    <a:pt x="165205" y="3601"/>
                  </a:cubicBezTo>
                  <a:cubicBezTo>
                    <a:pt x="169388" y="2803"/>
                    <a:pt x="173595" y="2137"/>
                    <a:pt x="177820" y="1603"/>
                  </a:cubicBezTo>
                  <a:cubicBezTo>
                    <a:pt x="182044" y="1069"/>
                    <a:pt x="186285" y="669"/>
                    <a:pt x="190535" y="401"/>
                  </a:cubicBezTo>
                  <a:cubicBezTo>
                    <a:pt x="194785" y="134"/>
                    <a:pt x="199042" y="0"/>
                    <a:pt x="203300" y="0"/>
                  </a:cubicBezTo>
                  <a:cubicBezTo>
                    <a:pt x="207558" y="0"/>
                    <a:pt x="211815" y="134"/>
                    <a:pt x="216065" y="401"/>
                  </a:cubicBezTo>
                  <a:cubicBezTo>
                    <a:pt x="220315" y="669"/>
                    <a:pt x="224556" y="1069"/>
                    <a:pt x="228780" y="1603"/>
                  </a:cubicBezTo>
                  <a:cubicBezTo>
                    <a:pt x="233005" y="2137"/>
                    <a:pt x="237212" y="2803"/>
                    <a:pt x="241395" y="3601"/>
                  </a:cubicBezTo>
                  <a:cubicBezTo>
                    <a:pt x="245577" y="4399"/>
                    <a:pt x="249734" y="5328"/>
                    <a:pt x="253859" y="6387"/>
                  </a:cubicBezTo>
                  <a:cubicBezTo>
                    <a:pt x="257983" y="7446"/>
                    <a:pt x="262073" y="8634"/>
                    <a:pt x="266123" y="9950"/>
                  </a:cubicBezTo>
                  <a:cubicBezTo>
                    <a:pt x="270173" y="11266"/>
                    <a:pt x="274180" y="12709"/>
                    <a:pt x="278140" y="14276"/>
                  </a:cubicBezTo>
                  <a:cubicBezTo>
                    <a:pt x="282099" y="15844"/>
                    <a:pt x="286008" y="17536"/>
                    <a:pt x="289861" y="19349"/>
                  </a:cubicBezTo>
                  <a:cubicBezTo>
                    <a:pt x="293714" y="21162"/>
                    <a:pt x="297509" y="23095"/>
                    <a:pt x="301241" y="25147"/>
                  </a:cubicBezTo>
                  <a:cubicBezTo>
                    <a:pt x="304972" y="27198"/>
                    <a:pt x="308638" y="29366"/>
                    <a:pt x="312234" y="31648"/>
                  </a:cubicBezTo>
                  <a:cubicBezTo>
                    <a:pt x="315829" y="33930"/>
                    <a:pt x="319352" y="36324"/>
                    <a:pt x="322797" y="38827"/>
                  </a:cubicBezTo>
                  <a:cubicBezTo>
                    <a:pt x="326242" y="41330"/>
                    <a:pt x="329607" y="43940"/>
                    <a:pt x="332888" y="46655"/>
                  </a:cubicBezTo>
                  <a:cubicBezTo>
                    <a:pt x="336169" y="49369"/>
                    <a:pt x="339364" y="52186"/>
                    <a:pt x="342468" y="55101"/>
                  </a:cubicBezTo>
                  <a:cubicBezTo>
                    <a:pt x="345573" y="58016"/>
                    <a:pt x="348584" y="61027"/>
                    <a:pt x="351499" y="64132"/>
                  </a:cubicBezTo>
                  <a:cubicBezTo>
                    <a:pt x="354414" y="67236"/>
                    <a:pt x="357231" y="70431"/>
                    <a:pt x="359945" y="73712"/>
                  </a:cubicBezTo>
                  <a:cubicBezTo>
                    <a:pt x="362660" y="76993"/>
                    <a:pt x="365270" y="80358"/>
                    <a:pt x="367773" y="83803"/>
                  </a:cubicBezTo>
                  <a:cubicBezTo>
                    <a:pt x="370276" y="87248"/>
                    <a:pt x="372670" y="90771"/>
                    <a:pt x="374952" y="94366"/>
                  </a:cubicBezTo>
                  <a:cubicBezTo>
                    <a:pt x="377234" y="97962"/>
                    <a:pt x="379402" y="101628"/>
                    <a:pt x="381453" y="105359"/>
                  </a:cubicBezTo>
                  <a:cubicBezTo>
                    <a:pt x="383505" y="109091"/>
                    <a:pt x="385438" y="112886"/>
                    <a:pt x="387251" y="116739"/>
                  </a:cubicBezTo>
                  <a:cubicBezTo>
                    <a:pt x="389064" y="120592"/>
                    <a:pt x="390756" y="124501"/>
                    <a:pt x="392324" y="128460"/>
                  </a:cubicBezTo>
                  <a:cubicBezTo>
                    <a:pt x="393891" y="132420"/>
                    <a:pt x="395334" y="136427"/>
                    <a:pt x="396650" y="140477"/>
                  </a:cubicBezTo>
                  <a:cubicBezTo>
                    <a:pt x="397966" y="144527"/>
                    <a:pt x="399154" y="148617"/>
                    <a:pt x="400213" y="152741"/>
                  </a:cubicBezTo>
                  <a:cubicBezTo>
                    <a:pt x="401272" y="156866"/>
                    <a:pt x="402201" y="161023"/>
                    <a:pt x="402999" y="165205"/>
                  </a:cubicBezTo>
                  <a:cubicBezTo>
                    <a:pt x="403797" y="169388"/>
                    <a:pt x="404463" y="173595"/>
                    <a:pt x="404997" y="177820"/>
                  </a:cubicBezTo>
                  <a:cubicBezTo>
                    <a:pt x="405531" y="182044"/>
                    <a:pt x="405931" y="186285"/>
                    <a:pt x="406199" y="190535"/>
                  </a:cubicBezTo>
                  <a:cubicBezTo>
                    <a:pt x="406466" y="194785"/>
                    <a:pt x="406600" y="199042"/>
                    <a:pt x="406600" y="20330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7" name="probe-noto-emoji_u1f4f7-part-25"/>
            <p:cNvSpPr/>
            <p:nvPr/>
          </p:nvSpPr>
          <p:spPr>
            <a:xfrm>
              <a:off x="462300" y="621500"/>
              <a:ext cx="523200" cy="523200"/>
            </a:xfrm>
            <a:custGeom>
              <a:avLst/>
              <a:gdLst/>
              <a:ahLst/>
              <a:cxnLst/>
              <a:rect l="0" t="0" r="r" b="b"/>
              <a:pathLst>
                <a:path w="523200" h="523200">
                  <a:moveTo>
                    <a:pt x="523200" y="261600"/>
                  </a:moveTo>
                  <a:cubicBezTo>
                    <a:pt x="523200" y="267079"/>
                    <a:pt x="523028" y="272557"/>
                    <a:pt x="522684" y="278026"/>
                  </a:cubicBezTo>
                  <a:cubicBezTo>
                    <a:pt x="522340" y="283495"/>
                    <a:pt x="521824" y="288951"/>
                    <a:pt x="521137" y="294387"/>
                  </a:cubicBezTo>
                  <a:cubicBezTo>
                    <a:pt x="520450" y="299823"/>
                    <a:pt x="519593" y="305237"/>
                    <a:pt x="518566" y="310619"/>
                  </a:cubicBezTo>
                  <a:cubicBezTo>
                    <a:pt x="517540" y="316001"/>
                    <a:pt x="516344" y="321350"/>
                    <a:pt x="514981" y="326657"/>
                  </a:cubicBezTo>
                  <a:cubicBezTo>
                    <a:pt x="513619" y="331965"/>
                    <a:pt x="512090" y="337228"/>
                    <a:pt x="510396" y="342439"/>
                  </a:cubicBezTo>
                  <a:cubicBezTo>
                    <a:pt x="508703" y="347650"/>
                    <a:pt x="506847" y="352807"/>
                    <a:pt x="504830" y="357901"/>
                  </a:cubicBezTo>
                  <a:cubicBezTo>
                    <a:pt x="502812" y="362996"/>
                    <a:pt x="500636" y="368026"/>
                    <a:pt x="498303" y="372984"/>
                  </a:cubicBezTo>
                  <a:cubicBezTo>
                    <a:pt x="495970" y="377942"/>
                    <a:pt x="493482" y="382825"/>
                    <a:pt x="490842" y="387627"/>
                  </a:cubicBezTo>
                  <a:cubicBezTo>
                    <a:pt x="488202" y="392428"/>
                    <a:pt x="485412" y="397146"/>
                    <a:pt x="482476" y="401772"/>
                  </a:cubicBezTo>
                  <a:cubicBezTo>
                    <a:pt x="479540" y="406399"/>
                    <a:pt x="476460" y="410932"/>
                    <a:pt x="473239" y="415365"/>
                  </a:cubicBezTo>
                  <a:cubicBezTo>
                    <a:pt x="470018" y="419798"/>
                    <a:pt x="466659" y="424128"/>
                    <a:pt x="463166" y="428350"/>
                  </a:cubicBezTo>
                  <a:cubicBezTo>
                    <a:pt x="459674" y="432572"/>
                    <a:pt x="456049" y="436683"/>
                    <a:pt x="452298" y="440678"/>
                  </a:cubicBezTo>
                  <a:cubicBezTo>
                    <a:pt x="448547" y="444672"/>
                    <a:pt x="444672" y="448547"/>
                    <a:pt x="440678" y="452298"/>
                  </a:cubicBezTo>
                  <a:cubicBezTo>
                    <a:pt x="436683" y="456049"/>
                    <a:pt x="432572" y="459674"/>
                    <a:pt x="428350" y="463166"/>
                  </a:cubicBezTo>
                  <a:cubicBezTo>
                    <a:pt x="424128" y="466659"/>
                    <a:pt x="419798" y="470018"/>
                    <a:pt x="415365" y="473239"/>
                  </a:cubicBezTo>
                  <a:cubicBezTo>
                    <a:pt x="410932" y="476460"/>
                    <a:pt x="406399" y="479540"/>
                    <a:pt x="401772" y="482476"/>
                  </a:cubicBezTo>
                  <a:cubicBezTo>
                    <a:pt x="397146" y="485412"/>
                    <a:pt x="392428" y="488202"/>
                    <a:pt x="387627" y="490842"/>
                  </a:cubicBezTo>
                  <a:cubicBezTo>
                    <a:pt x="382825" y="493482"/>
                    <a:pt x="377942" y="495970"/>
                    <a:pt x="372984" y="498303"/>
                  </a:cubicBezTo>
                  <a:cubicBezTo>
                    <a:pt x="368026" y="500636"/>
                    <a:pt x="362996" y="502812"/>
                    <a:pt x="357901" y="504830"/>
                  </a:cubicBezTo>
                  <a:cubicBezTo>
                    <a:pt x="352807" y="506847"/>
                    <a:pt x="347650" y="508703"/>
                    <a:pt x="342439" y="510396"/>
                  </a:cubicBezTo>
                  <a:cubicBezTo>
                    <a:pt x="337228" y="512090"/>
                    <a:pt x="331965" y="513619"/>
                    <a:pt x="326657" y="514981"/>
                  </a:cubicBezTo>
                  <a:cubicBezTo>
                    <a:pt x="321350" y="516344"/>
                    <a:pt x="316001" y="517540"/>
                    <a:pt x="310619" y="518566"/>
                  </a:cubicBezTo>
                  <a:cubicBezTo>
                    <a:pt x="305237" y="519593"/>
                    <a:pt x="299823" y="520450"/>
                    <a:pt x="294387" y="521137"/>
                  </a:cubicBezTo>
                  <a:cubicBezTo>
                    <a:pt x="288951" y="521824"/>
                    <a:pt x="283495" y="522340"/>
                    <a:pt x="278026" y="522684"/>
                  </a:cubicBezTo>
                  <a:cubicBezTo>
                    <a:pt x="272557" y="523028"/>
                    <a:pt x="267079" y="523200"/>
                    <a:pt x="261600" y="523200"/>
                  </a:cubicBezTo>
                  <a:cubicBezTo>
                    <a:pt x="256121" y="523200"/>
                    <a:pt x="250643" y="523028"/>
                    <a:pt x="245174" y="522684"/>
                  </a:cubicBezTo>
                  <a:cubicBezTo>
                    <a:pt x="239705" y="522340"/>
                    <a:pt x="234249" y="521824"/>
                    <a:pt x="228813" y="521137"/>
                  </a:cubicBezTo>
                  <a:cubicBezTo>
                    <a:pt x="223377" y="520450"/>
                    <a:pt x="217963" y="519593"/>
                    <a:pt x="212581" y="518566"/>
                  </a:cubicBezTo>
                  <a:cubicBezTo>
                    <a:pt x="207199" y="517540"/>
                    <a:pt x="201850" y="516344"/>
                    <a:pt x="196543" y="514981"/>
                  </a:cubicBezTo>
                  <a:cubicBezTo>
                    <a:pt x="191235" y="513619"/>
                    <a:pt x="185972" y="512090"/>
                    <a:pt x="180761" y="510396"/>
                  </a:cubicBezTo>
                  <a:cubicBezTo>
                    <a:pt x="175550" y="508703"/>
                    <a:pt x="170393" y="506847"/>
                    <a:pt x="165299" y="504830"/>
                  </a:cubicBezTo>
                  <a:cubicBezTo>
                    <a:pt x="160204" y="502812"/>
                    <a:pt x="155174" y="500636"/>
                    <a:pt x="150216" y="498303"/>
                  </a:cubicBezTo>
                  <a:cubicBezTo>
                    <a:pt x="145258" y="495970"/>
                    <a:pt x="140375" y="493482"/>
                    <a:pt x="135573" y="490842"/>
                  </a:cubicBezTo>
                  <a:cubicBezTo>
                    <a:pt x="130772" y="488202"/>
                    <a:pt x="126054" y="485412"/>
                    <a:pt x="121428" y="482476"/>
                  </a:cubicBezTo>
                  <a:cubicBezTo>
                    <a:pt x="116801" y="479540"/>
                    <a:pt x="112268" y="476460"/>
                    <a:pt x="107835" y="473239"/>
                  </a:cubicBezTo>
                  <a:cubicBezTo>
                    <a:pt x="103402" y="470018"/>
                    <a:pt x="99072" y="466659"/>
                    <a:pt x="94850" y="463166"/>
                  </a:cubicBezTo>
                  <a:cubicBezTo>
                    <a:pt x="90628" y="459674"/>
                    <a:pt x="86517" y="456049"/>
                    <a:pt x="82522" y="452298"/>
                  </a:cubicBezTo>
                  <a:cubicBezTo>
                    <a:pt x="78528" y="448547"/>
                    <a:pt x="74653" y="444672"/>
                    <a:pt x="70902" y="440678"/>
                  </a:cubicBezTo>
                  <a:cubicBezTo>
                    <a:pt x="67151" y="436683"/>
                    <a:pt x="63526" y="432572"/>
                    <a:pt x="60034" y="428350"/>
                  </a:cubicBezTo>
                  <a:cubicBezTo>
                    <a:pt x="56541" y="424128"/>
                    <a:pt x="53182" y="419798"/>
                    <a:pt x="49961" y="415365"/>
                  </a:cubicBezTo>
                  <a:cubicBezTo>
                    <a:pt x="46740" y="410932"/>
                    <a:pt x="43660" y="406399"/>
                    <a:pt x="40724" y="401772"/>
                  </a:cubicBezTo>
                  <a:cubicBezTo>
                    <a:pt x="37788" y="397146"/>
                    <a:pt x="34998" y="392428"/>
                    <a:pt x="32358" y="387627"/>
                  </a:cubicBezTo>
                  <a:cubicBezTo>
                    <a:pt x="29718" y="382825"/>
                    <a:pt x="27230" y="377942"/>
                    <a:pt x="24897" y="372984"/>
                  </a:cubicBezTo>
                  <a:cubicBezTo>
                    <a:pt x="22564" y="368026"/>
                    <a:pt x="20388" y="362996"/>
                    <a:pt x="18370" y="357901"/>
                  </a:cubicBezTo>
                  <a:cubicBezTo>
                    <a:pt x="16353" y="352807"/>
                    <a:pt x="14497" y="347650"/>
                    <a:pt x="12804" y="342439"/>
                  </a:cubicBezTo>
                  <a:cubicBezTo>
                    <a:pt x="11110" y="337228"/>
                    <a:pt x="9581" y="331965"/>
                    <a:pt x="8219" y="326657"/>
                  </a:cubicBezTo>
                  <a:cubicBezTo>
                    <a:pt x="6856" y="321350"/>
                    <a:pt x="5660" y="316001"/>
                    <a:pt x="4634" y="310619"/>
                  </a:cubicBezTo>
                  <a:cubicBezTo>
                    <a:pt x="3607" y="305237"/>
                    <a:pt x="2750" y="299823"/>
                    <a:pt x="2063" y="294387"/>
                  </a:cubicBezTo>
                  <a:cubicBezTo>
                    <a:pt x="1376" y="288951"/>
                    <a:pt x="860" y="283495"/>
                    <a:pt x="516" y="278026"/>
                  </a:cubicBezTo>
                  <a:cubicBezTo>
                    <a:pt x="172" y="272557"/>
                    <a:pt x="0" y="267079"/>
                    <a:pt x="0" y="261600"/>
                  </a:cubicBezTo>
                  <a:cubicBezTo>
                    <a:pt x="0" y="256121"/>
                    <a:pt x="172" y="250643"/>
                    <a:pt x="516" y="245174"/>
                  </a:cubicBezTo>
                  <a:cubicBezTo>
                    <a:pt x="860" y="239705"/>
                    <a:pt x="1376" y="234249"/>
                    <a:pt x="2063" y="228813"/>
                  </a:cubicBezTo>
                  <a:cubicBezTo>
                    <a:pt x="2750" y="223377"/>
                    <a:pt x="3607" y="217963"/>
                    <a:pt x="4634" y="212581"/>
                  </a:cubicBezTo>
                  <a:cubicBezTo>
                    <a:pt x="5660" y="207199"/>
                    <a:pt x="6856" y="201850"/>
                    <a:pt x="8219" y="196543"/>
                  </a:cubicBezTo>
                  <a:cubicBezTo>
                    <a:pt x="9581" y="191235"/>
                    <a:pt x="11110" y="185972"/>
                    <a:pt x="12804" y="180761"/>
                  </a:cubicBezTo>
                  <a:cubicBezTo>
                    <a:pt x="14497" y="175550"/>
                    <a:pt x="16353" y="170393"/>
                    <a:pt x="18370" y="165299"/>
                  </a:cubicBezTo>
                  <a:cubicBezTo>
                    <a:pt x="20388" y="160204"/>
                    <a:pt x="22564" y="155174"/>
                    <a:pt x="24897" y="150216"/>
                  </a:cubicBezTo>
                  <a:cubicBezTo>
                    <a:pt x="27230" y="145258"/>
                    <a:pt x="29718" y="140375"/>
                    <a:pt x="32358" y="135573"/>
                  </a:cubicBezTo>
                  <a:cubicBezTo>
                    <a:pt x="34998" y="130772"/>
                    <a:pt x="37788" y="126054"/>
                    <a:pt x="40724" y="121428"/>
                  </a:cubicBezTo>
                  <a:cubicBezTo>
                    <a:pt x="43660" y="116801"/>
                    <a:pt x="46740" y="112268"/>
                    <a:pt x="49961" y="107835"/>
                  </a:cubicBezTo>
                  <a:cubicBezTo>
                    <a:pt x="53182" y="103402"/>
                    <a:pt x="56541" y="99072"/>
                    <a:pt x="60034" y="94850"/>
                  </a:cubicBezTo>
                  <a:cubicBezTo>
                    <a:pt x="63526" y="90628"/>
                    <a:pt x="67151" y="86517"/>
                    <a:pt x="70902" y="82522"/>
                  </a:cubicBezTo>
                  <a:cubicBezTo>
                    <a:pt x="74653" y="78528"/>
                    <a:pt x="78528" y="74653"/>
                    <a:pt x="82522" y="70902"/>
                  </a:cubicBezTo>
                  <a:cubicBezTo>
                    <a:pt x="86517" y="67151"/>
                    <a:pt x="90628" y="63526"/>
                    <a:pt x="94850" y="60034"/>
                  </a:cubicBezTo>
                  <a:cubicBezTo>
                    <a:pt x="99072" y="56541"/>
                    <a:pt x="103402" y="53182"/>
                    <a:pt x="107835" y="49961"/>
                  </a:cubicBezTo>
                  <a:cubicBezTo>
                    <a:pt x="112268" y="46740"/>
                    <a:pt x="116801" y="43660"/>
                    <a:pt x="121428" y="40724"/>
                  </a:cubicBezTo>
                  <a:cubicBezTo>
                    <a:pt x="126054" y="37788"/>
                    <a:pt x="130772" y="34998"/>
                    <a:pt x="135573" y="32358"/>
                  </a:cubicBezTo>
                  <a:cubicBezTo>
                    <a:pt x="140375" y="29718"/>
                    <a:pt x="145258" y="27230"/>
                    <a:pt x="150216" y="24897"/>
                  </a:cubicBezTo>
                  <a:cubicBezTo>
                    <a:pt x="155174" y="22564"/>
                    <a:pt x="160204" y="20388"/>
                    <a:pt x="165299" y="18370"/>
                  </a:cubicBezTo>
                  <a:cubicBezTo>
                    <a:pt x="170393" y="16353"/>
                    <a:pt x="175550" y="14497"/>
                    <a:pt x="180761" y="12804"/>
                  </a:cubicBezTo>
                  <a:cubicBezTo>
                    <a:pt x="185972" y="11110"/>
                    <a:pt x="191235" y="9581"/>
                    <a:pt x="196543" y="8219"/>
                  </a:cubicBezTo>
                  <a:cubicBezTo>
                    <a:pt x="201850" y="6856"/>
                    <a:pt x="207199" y="5660"/>
                    <a:pt x="212581" y="4634"/>
                  </a:cubicBezTo>
                  <a:cubicBezTo>
                    <a:pt x="217963" y="3607"/>
                    <a:pt x="223377" y="2750"/>
                    <a:pt x="228813" y="2063"/>
                  </a:cubicBezTo>
                  <a:cubicBezTo>
                    <a:pt x="234249" y="1376"/>
                    <a:pt x="239705" y="860"/>
                    <a:pt x="245174" y="516"/>
                  </a:cubicBezTo>
                  <a:cubicBezTo>
                    <a:pt x="250643" y="172"/>
                    <a:pt x="256121" y="0"/>
                    <a:pt x="261600" y="0"/>
                  </a:cubicBezTo>
                  <a:cubicBezTo>
                    <a:pt x="267079" y="0"/>
                    <a:pt x="272557" y="172"/>
                    <a:pt x="278026" y="516"/>
                  </a:cubicBezTo>
                  <a:cubicBezTo>
                    <a:pt x="283495" y="860"/>
                    <a:pt x="288951" y="1376"/>
                    <a:pt x="294387" y="2063"/>
                  </a:cubicBezTo>
                  <a:cubicBezTo>
                    <a:pt x="299823" y="2750"/>
                    <a:pt x="305237" y="3607"/>
                    <a:pt x="310619" y="4634"/>
                  </a:cubicBezTo>
                  <a:cubicBezTo>
                    <a:pt x="316001" y="5660"/>
                    <a:pt x="321350" y="6856"/>
                    <a:pt x="326657" y="8219"/>
                  </a:cubicBezTo>
                  <a:cubicBezTo>
                    <a:pt x="331965" y="9581"/>
                    <a:pt x="337228" y="11110"/>
                    <a:pt x="342439" y="12804"/>
                  </a:cubicBezTo>
                  <a:cubicBezTo>
                    <a:pt x="347650" y="14497"/>
                    <a:pt x="352807" y="16353"/>
                    <a:pt x="357901" y="18370"/>
                  </a:cubicBezTo>
                  <a:cubicBezTo>
                    <a:pt x="362996" y="20388"/>
                    <a:pt x="368026" y="22564"/>
                    <a:pt x="372984" y="24897"/>
                  </a:cubicBezTo>
                  <a:cubicBezTo>
                    <a:pt x="377942" y="27230"/>
                    <a:pt x="382825" y="29718"/>
                    <a:pt x="387627" y="32358"/>
                  </a:cubicBezTo>
                  <a:cubicBezTo>
                    <a:pt x="392428" y="34998"/>
                    <a:pt x="397146" y="37788"/>
                    <a:pt x="401772" y="40724"/>
                  </a:cubicBezTo>
                  <a:cubicBezTo>
                    <a:pt x="406399" y="43660"/>
                    <a:pt x="410932" y="46740"/>
                    <a:pt x="415365" y="49961"/>
                  </a:cubicBezTo>
                  <a:cubicBezTo>
                    <a:pt x="419798" y="53182"/>
                    <a:pt x="424128" y="56541"/>
                    <a:pt x="428350" y="60034"/>
                  </a:cubicBezTo>
                  <a:cubicBezTo>
                    <a:pt x="432572" y="63526"/>
                    <a:pt x="436683" y="67151"/>
                    <a:pt x="440678" y="70902"/>
                  </a:cubicBezTo>
                  <a:cubicBezTo>
                    <a:pt x="444672" y="74653"/>
                    <a:pt x="448547" y="78528"/>
                    <a:pt x="452298" y="82522"/>
                  </a:cubicBezTo>
                  <a:cubicBezTo>
                    <a:pt x="456049" y="86517"/>
                    <a:pt x="459674" y="90628"/>
                    <a:pt x="463166" y="94850"/>
                  </a:cubicBezTo>
                  <a:cubicBezTo>
                    <a:pt x="466659" y="99072"/>
                    <a:pt x="470018" y="103402"/>
                    <a:pt x="473239" y="107835"/>
                  </a:cubicBezTo>
                  <a:cubicBezTo>
                    <a:pt x="476460" y="112268"/>
                    <a:pt x="479540" y="116801"/>
                    <a:pt x="482476" y="121428"/>
                  </a:cubicBezTo>
                  <a:cubicBezTo>
                    <a:pt x="485412" y="126054"/>
                    <a:pt x="488202" y="130772"/>
                    <a:pt x="490842" y="135573"/>
                  </a:cubicBezTo>
                  <a:cubicBezTo>
                    <a:pt x="493482" y="140375"/>
                    <a:pt x="495970" y="145258"/>
                    <a:pt x="498303" y="150216"/>
                  </a:cubicBezTo>
                  <a:cubicBezTo>
                    <a:pt x="500636" y="155174"/>
                    <a:pt x="502812" y="160204"/>
                    <a:pt x="504830" y="165299"/>
                  </a:cubicBezTo>
                  <a:cubicBezTo>
                    <a:pt x="506847" y="170393"/>
                    <a:pt x="508703" y="175550"/>
                    <a:pt x="510396" y="180761"/>
                  </a:cubicBezTo>
                  <a:cubicBezTo>
                    <a:pt x="512090" y="185972"/>
                    <a:pt x="513619" y="191235"/>
                    <a:pt x="514981" y="196543"/>
                  </a:cubicBezTo>
                  <a:cubicBezTo>
                    <a:pt x="516344" y="201850"/>
                    <a:pt x="517540" y="207199"/>
                    <a:pt x="518566" y="212581"/>
                  </a:cubicBezTo>
                  <a:cubicBezTo>
                    <a:pt x="519593" y="217963"/>
                    <a:pt x="520450" y="223377"/>
                    <a:pt x="521137" y="228813"/>
                  </a:cubicBezTo>
                  <a:cubicBezTo>
                    <a:pt x="521824" y="234249"/>
                    <a:pt x="522340" y="239705"/>
                    <a:pt x="522684" y="245174"/>
                  </a:cubicBezTo>
                  <a:cubicBezTo>
                    <a:pt x="523028" y="250643"/>
                    <a:pt x="523200" y="256121"/>
                    <a:pt x="523200" y="261600"/>
                  </a:cubicBezTo>
                  <a:close/>
                </a:path>
              </a:pathLst>
            </a:custGeom>
            <a:solidFill>
              <a:srgbClr val="0000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8" name="probe-noto-emoji_u1f4f7-part-26"/>
            <p:cNvSpPr/>
            <p:nvPr/>
          </p:nvSpPr>
          <p:spPr>
            <a:xfrm>
              <a:off x="524500" y="683700"/>
              <a:ext cx="398800" cy="398800"/>
            </a:xfrm>
            <a:custGeom>
              <a:avLst/>
              <a:gdLst/>
              <a:ahLst/>
              <a:cxnLst/>
              <a:rect l="0" t="0" r="r" b="b"/>
              <a:pathLst>
                <a:path w="398800" h="398800">
                  <a:moveTo>
                    <a:pt x="398800" y="199400"/>
                  </a:moveTo>
                  <a:cubicBezTo>
                    <a:pt x="398800" y="203577"/>
                    <a:pt x="398669" y="207752"/>
                    <a:pt x="398407" y="211920"/>
                  </a:cubicBezTo>
                  <a:cubicBezTo>
                    <a:pt x="398144" y="216089"/>
                    <a:pt x="397751" y="220248"/>
                    <a:pt x="397228" y="224391"/>
                  </a:cubicBezTo>
                  <a:cubicBezTo>
                    <a:pt x="396704" y="228535"/>
                    <a:pt x="396051" y="232661"/>
                    <a:pt x="395268" y="236764"/>
                  </a:cubicBezTo>
                  <a:cubicBezTo>
                    <a:pt x="394485" y="240866"/>
                    <a:pt x="393574" y="244943"/>
                    <a:pt x="392535" y="248989"/>
                  </a:cubicBezTo>
                  <a:cubicBezTo>
                    <a:pt x="391497" y="253034"/>
                    <a:pt x="390331" y="257046"/>
                    <a:pt x="389041" y="261018"/>
                  </a:cubicBezTo>
                  <a:cubicBezTo>
                    <a:pt x="387750" y="264990"/>
                    <a:pt x="386335" y="268921"/>
                    <a:pt x="384797" y="272804"/>
                  </a:cubicBezTo>
                  <a:cubicBezTo>
                    <a:pt x="383260" y="276687"/>
                    <a:pt x="381601" y="280521"/>
                    <a:pt x="379823" y="284300"/>
                  </a:cubicBezTo>
                  <a:cubicBezTo>
                    <a:pt x="378044" y="288079"/>
                    <a:pt x="376148" y="291802"/>
                    <a:pt x="374136" y="295462"/>
                  </a:cubicBezTo>
                  <a:cubicBezTo>
                    <a:pt x="372123" y="299122"/>
                    <a:pt x="369997" y="302717"/>
                    <a:pt x="367759" y="306244"/>
                  </a:cubicBezTo>
                  <a:cubicBezTo>
                    <a:pt x="365521" y="309770"/>
                    <a:pt x="363173" y="313225"/>
                    <a:pt x="360718" y="316604"/>
                  </a:cubicBezTo>
                  <a:cubicBezTo>
                    <a:pt x="358263" y="319983"/>
                    <a:pt x="355703" y="323284"/>
                    <a:pt x="353040" y="326502"/>
                  </a:cubicBezTo>
                  <a:cubicBezTo>
                    <a:pt x="350378" y="329720"/>
                    <a:pt x="347615" y="332854"/>
                    <a:pt x="344756" y="335899"/>
                  </a:cubicBezTo>
                  <a:cubicBezTo>
                    <a:pt x="341897" y="338943"/>
                    <a:pt x="338943" y="341897"/>
                    <a:pt x="335899" y="344756"/>
                  </a:cubicBezTo>
                  <a:cubicBezTo>
                    <a:pt x="332854" y="347615"/>
                    <a:pt x="329720" y="350378"/>
                    <a:pt x="326502" y="353040"/>
                  </a:cubicBezTo>
                  <a:cubicBezTo>
                    <a:pt x="323284" y="355703"/>
                    <a:pt x="319983" y="358263"/>
                    <a:pt x="316604" y="360718"/>
                  </a:cubicBezTo>
                  <a:cubicBezTo>
                    <a:pt x="313225" y="363173"/>
                    <a:pt x="309770" y="365521"/>
                    <a:pt x="306244" y="367759"/>
                  </a:cubicBezTo>
                  <a:cubicBezTo>
                    <a:pt x="302717" y="369997"/>
                    <a:pt x="299122" y="372123"/>
                    <a:pt x="295462" y="374136"/>
                  </a:cubicBezTo>
                  <a:cubicBezTo>
                    <a:pt x="291802" y="376148"/>
                    <a:pt x="288079" y="378044"/>
                    <a:pt x="284300" y="379823"/>
                  </a:cubicBezTo>
                  <a:cubicBezTo>
                    <a:pt x="280521" y="381601"/>
                    <a:pt x="276687" y="383260"/>
                    <a:pt x="272804" y="384797"/>
                  </a:cubicBezTo>
                  <a:cubicBezTo>
                    <a:pt x="268921" y="386335"/>
                    <a:pt x="264990" y="387750"/>
                    <a:pt x="261018" y="389041"/>
                  </a:cubicBezTo>
                  <a:cubicBezTo>
                    <a:pt x="257046" y="390331"/>
                    <a:pt x="253034" y="391497"/>
                    <a:pt x="248989" y="392535"/>
                  </a:cubicBezTo>
                  <a:cubicBezTo>
                    <a:pt x="244943" y="393574"/>
                    <a:pt x="240866" y="394485"/>
                    <a:pt x="236764" y="395268"/>
                  </a:cubicBezTo>
                  <a:cubicBezTo>
                    <a:pt x="232661" y="396051"/>
                    <a:pt x="228535" y="396704"/>
                    <a:pt x="224391" y="397228"/>
                  </a:cubicBezTo>
                  <a:cubicBezTo>
                    <a:pt x="220248" y="397751"/>
                    <a:pt x="216089" y="398144"/>
                    <a:pt x="211920" y="398407"/>
                  </a:cubicBezTo>
                  <a:cubicBezTo>
                    <a:pt x="207752" y="398669"/>
                    <a:pt x="203577" y="398800"/>
                    <a:pt x="199400" y="398800"/>
                  </a:cubicBezTo>
                  <a:cubicBezTo>
                    <a:pt x="195223" y="398800"/>
                    <a:pt x="191048" y="398669"/>
                    <a:pt x="186880" y="398407"/>
                  </a:cubicBezTo>
                  <a:cubicBezTo>
                    <a:pt x="182711" y="398144"/>
                    <a:pt x="178552" y="397751"/>
                    <a:pt x="174409" y="397228"/>
                  </a:cubicBezTo>
                  <a:cubicBezTo>
                    <a:pt x="170265" y="396704"/>
                    <a:pt x="166139" y="396051"/>
                    <a:pt x="162036" y="395268"/>
                  </a:cubicBezTo>
                  <a:cubicBezTo>
                    <a:pt x="157934" y="394485"/>
                    <a:pt x="153857" y="393574"/>
                    <a:pt x="149811" y="392535"/>
                  </a:cubicBezTo>
                  <a:cubicBezTo>
                    <a:pt x="145766" y="391497"/>
                    <a:pt x="141754" y="390331"/>
                    <a:pt x="137782" y="389041"/>
                  </a:cubicBezTo>
                  <a:cubicBezTo>
                    <a:pt x="133810" y="387750"/>
                    <a:pt x="129879" y="386335"/>
                    <a:pt x="125996" y="384797"/>
                  </a:cubicBezTo>
                  <a:cubicBezTo>
                    <a:pt x="122113" y="383260"/>
                    <a:pt x="118279" y="381601"/>
                    <a:pt x="114500" y="379823"/>
                  </a:cubicBezTo>
                  <a:cubicBezTo>
                    <a:pt x="110721" y="378044"/>
                    <a:pt x="106998" y="376148"/>
                    <a:pt x="103338" y="374136"/>
                  </a:cubicBezTo>
                  <a:cubicBezTo>
                    <a:pt x="99678" y="372123"/>
                    <a:pt x="96083" y="369997"/>
                    <a:pt x="92556" y="367759"/>
                  </a:cubicBezTo>
                  <a:cubicBezTo>
                    <a:pt x="89030" y="365521"/>
                    <a:pt x="85575" y="363173"/>
                    <a:pt x="82196" y="360718"/>
                  </a:cubicBezTo>
                  <a:cubicBezTo>
                    <a:pt x="78817" y="358263"/>
                    <a:pt x="75516" y="355703"/>
                    <a:pt x="72298" y="353040"/>
                  </a:cubicBezTo>
                  <a:cubicBezTo>
                    <a:pt x="69080" y="350378"/>
                    <a:pt x="65946" y="347615"/>
                    <a:pt x="62901" y="344756"/>
                  </a:cubicBezTo>
                  <a:cubicBezTo>
                    <a:pt x="59857" y="341897"/>
                    <a:pt x="56903" y="338943"/>
                    <a:pt x="54044" y="335899"/>
                  </a:cubicBezTo>
                  <a:cubicBezTo>
                    <a:pt x="51185" y="332854"/>
                    <a:pt x="48422" y="329720"/>
                    <a:pt x="45760" y="326502"/>
                  </a:cubicBezTo>
                  <a:cubicBezTo>
                    <a:pt x="43097" y="323284"/>
                    <a:pt x="40537" y="319983"/>
                    <a:pt x="38082" y="316604"/>
                  </a:cubicBezTo>
                  <a:cubicBezTo>
                    <a:pt x="35627" y="313225"/>
                    <a:pt x="33279" y="309770"/>
                    <a:pt x="31041" y="306244"/>
                  </a:cubicBezTo>
                  <a:cubicBezTo>
                    <a:pt x="28803" y="302717"/>
                    <a:pt x="26677" y="299122"/>
                    <a:pt x="24664" y="295462"/>
                  </a:cubicBezTo>
                  <a:cubicBezTo>
                    <a:pt x="22652" y="291802"/>
                    <a:pt x="20756" y="288079"/>
                    <a:pt x="18977" y="284300"/>
                  </a:cubicBezTo>
                  <a:cubicBezTo>
                    <a:pt x="17199" y="280521"/>
                    <a:pt x="15540" y="276687"/>
                    <a:pt x="14003" y="272804"/>
                  </a:cubicBezTo>
                  <a:cubicBezTo>
                    <a:pt x="12465" y="268921"/>
                    <a:pt x="11050" y="264990"/>
                    <a:pt x="9759" y="261018"/>
                  </a:cubicBezTo>
                  <a:cubicBezTo>
                    <a:pt x="8469" y="257046"/>
                    <a:pt x="7303" y="253034"/>
                    <a:pt x="6265" y="248989"/>
                  </a:cubicBezTo>
                  <a:cubicBezTo>
                    <a:pt x="5226" y="244943"/>
                    <a:pt x="4315" y="240866"/>
                    <a:pt x="3532" y="236764"/>
                  </a:cubicBezTo>
                  <a:cubicBezTo>
                    <a:pt x="2749" y="232661"/>
                    <a:pt x="2096" y="228535"/>
                    <a:pt x="1572" y="224391"/>
                  </a:cubicBezTo>
                  <a:cubicBezTo>
                    <a:pt x="1049" y="220248"/>
                    <a:pt x="656" y="216089"/>
                    <a:pt x="393" y="211920"/>
                  </a:cubicBezTo>
                  <a:cubicBezTo>
                    <a:pt x="131" y="207752"/>
                    <a:pt x="0" y="203577"/>
                    <a:pt x="0" y="199400"/>
                  </a:cubicBezTo>
                  <a:cubicBezTo>
                    <a:pt x="0" y="195223"/>
                    <a:pt x="131" y="191048"/>
                    <a:pt x="393" y="186880"/>
                  </a:cubicBezTo>
                  <a:cubicBezTo>
                    <a:pt x="656" y="182711"/>
                    <a:pt x="1049" y="178552"/>
                    <a:pt x="1572" y="174409"/>
                  </a:cubicBezTo>
                  <a:cubicBezTo>
                    <a:pt x="2096" y="170265"/>
                    <a:pt x="2749" y="166139"/>
                    <a:pt x="3532" y="162036"/>
                  </a:cubicBezTo>
                  <a:cubicBezTo>
                    <a:pt x="4315" y="157934"/>
                    <a:pt x="5226" y="153857"/>
                    <a:pt x="6265" y="149811"/>
                  </a:cubicBezTo>
                  <a:cubicBezTo>
                    <a:pt x="7303" y="145766"/>
                    <a:pt x="8469" y="141754"/>
                    <a:pt x="9759" y="137782"/>
                  </a:cubicBezTo>
                  <a:cubicBezTo>
                    <a:pt x="11050" y="133810"/>
                    <a:pt x="12465" y="129879"/>
                    <a:pt x="14003" y="125996"/>
                  </a:cubicBezTo>
                  <a:cubicBezTo>
                    <a:pt x="15540" y="122113"/>
                    <a:pt x="17199" y="118279"/>
                    <a:pt x="18977" y="114500"/>
                  </a:cubicBezTo>
                  <a:cubicBezTo>
                    <a:pt x="20756" y="110721"/>
                    <a:pt x="22652" y="106998"/>
                    <a:pt x="24664" y="103338"/>
                  </a:cubicBezTo>
                  <a:cubicBezTo>
                    <a:pt x="26677" y="99678"/>
                    <a:pt x="28803" y="96083"/>
                    <a:pt x="31041" y="92556"/>
                  </a:cubicBezTo>
                  <a:cubicBezTo>
                    <a:pt x="33279" y="89030"/>
                    <a:pt x="35627" y="85575"/>
                    <a:pt x="38082" y="82196"/>
                  </a:cubicBezTo>
                  <a:cubicBezTo>
                    <a:pt x="40537" y="78817"/>
                    <a:pt x="43097" y="75516"/>
                    <a:pt x="45760" y="72298"/>
                  </a:cubicBezTo>
                  <a:cubicBezTo>
                    <a:pt x="48422" y="69080"/>
                    <a:pt x="51185" y="65946"/>
                    <a:pt x="54044" y="62901"/>
                  </a:cubicBezTo>
                  <a:cubicBezTo>
                    <a:pt x="56903" y="59857"/>
                    <a:pt x="59857" y="56903"/>
                    <a:pt x="62901" y="54044"/>
                  </a:cubicBezTo>
                  <a:cubicBezTo>
                    <a:pt x="65946" y="51185"/>
                    <a:pt x="69080" y="48422"/>
                    <a:pt x="72298" y="45760"/>
                  </a:cubicBezTo>
                  <a:cubicBezTo>
                    <a:pt x="75516" y="43097"/>
                    <a:pt x="78817" y="40537"/>
                    <a:pt x="82196" y="38082"/>
                  </a:cubicBezTo>
                  <a:cubicBezTo>
                    <a:pt x="85575" y="35627"/>
                    <a:pt x="89030" y="33279"/>
                    <a:pt x="92556" y="31041"/>
                  </a:cubicBezTo>
                  <a:cubicBezTo>
                    <a:pt x="96083" y="28803"/>
                    <a:pt x="99678" y="26677"/>
                    <a:pt x="103338" y="24664"/>
                  </a:cubicBezTo>
                  <a:cubicBezTo>
                    <a:pt x="106998" y="22652"/>
                    <a:pt x="110721" y="20756"/>
                    <a:pt x="114500" y="18977"/>
                  </a:cubicBezTo>
                  <a:cubicBezTo>
                    <a:pt x="118279" y="17199"/>
                    <a:pt x="122113" y="15540"/>
                    <a:pt x="125996" y="14003"/>
                  </a:cubicBezTo>
                  <a:cubicBezTo>
                    <a:pt x="129879" y="12465"/>
                    <a:pt x="133810" y="11050"/>
                    <a:pt x="137782" y="9759"/>
                  </a:cubicBezTo>
                  <a:cubicBezTo>
                    <a:pt x="141754" y="8469"/>
                    <a:pt x="145766" y="7303"/>
                    <a:pt x="149811" y="6265"/>
                  </a:cubicBezTo>
                  <a:cubicBezTo>
                    <a:pt x="153857" y="5226"/>
                    <a:pt x="157934" y="4315"/>
                    <a:pt x="162036" y="3532"/>
                  </a:cubicBezTo>
                  <a:cubicBezTo>
                    <a:pt x="166139" y="2749"/>
                    <a:pt x="170265" y="2096"/>
                    <a:pt x="174409" y="1572"/>
                  </a:cubicBezTo>
                  <a:cubicBezTo>
                    <a:pt x="178552" y="1049"/>
                    <a:pt x="182711" y="656"/>
                    <a:pt x="186880" y="393"/>
                  </a:cubicBezTo>
                  <a:cubicBezTo>
                    <a:pt x="191048" y="131"/>
                    <a:pt x="195223" y="0"/>
                    <a:pt x="199400" y="0"/>
                  </a:cubicBezTo>
                  <a:cubicBezTo>
                    <a:pt x="203577" y="0"/>
                    <a:pt x="207752" y="131"/>
                    <a:pt x="211920" y="393"/>
                  </a:cubicBezTo>
                  <a:cubicBezTo>
                    <a:pt x="216089" y="656"/>
                    <a:pt x="220248" y="1049"/>
                    <a:pt x="224391" y="1572"/>
                  </a:cubicBezTo>
                  <a:cubicBezTo>
                    <a:pt x="228535" y="2096"/>
                    <a:pt x="232661" y="2749"/>
                    <a:pt x="236764" y="3532"/>
                  </a:cubicBezTo>
                  <a:cubicBezTo>
                    <a:pt x="240866" y="4315"/>
                    <a:pt x="244943" y="5226"/>
                    <a:pt x="248989" y="6265"/>
                  </a:cubicBezTo>
                  <a:cubicBezTo>
                    <a:pt x="253034" y="7303"/>
                    <a:pt x="257046" y="8469"/>
                    <a:pt x="261018" y="9759"/>
                  </a:cubicBezTo>
                  <a:cubicBezTo>
                    <a:pt x="264990" y="11050"/>
                    <a:pt x="268921" y="12465"/>
                    <a:pt x="272804" y="14003"/>
                  </a:cubicBezTo>
                  <a:cubicBezTo>
                    <a:pt x="276687" y="15540"/>
                    <a:pt x="280521" y="17199"/>
                    <a:pt x="284300" y="18977"/>
                  </a:cubicBezTo>
                  <a:cubicBezTo>
                    <a:pt x="288079" y="20756"/>
                    <a:pt x="291802" y="22652"/>
                    <a:pt x="295462" y="24664"/>
                  </a:cubicBezTo>
                  <a:cubicBezTo>
                    <a:pt x="299122" y="26677"/>
                    <a:pt x="302717" y="28803"/>
                    <a:pt x="306244" y="31041"/>
                  </a:cubicBezTo>
                  <a:cubicBezTo>
                    <a:pt x="309770" y="33279"/>
                    <a:pt x="313225" y="35627"/>
                    <a:pt x="316604" y="38082"/>
                  </a:cubicBezTo>
                  <a:cubicBezTo>
                    <a:pt x="319983" y="40537"/>
                    <a:pt x="323284" y="43097"/>
                    <a:pt x="326502" y="45760"/>
                  </a:cubicBezTo>
                  <a:cubicBezTo>
                    <a:pt x="329720" y="48422"/>
                    <a:pt x="332854" y="51185"/>
                    <a:pt x="335899" y="54044"/>
                  </a:cubicBezTo>
                  <a:cubicBezTo>
                    <a:pt x="338943" y="56903"/>
                    <a:pt x="341897" y="59857"/>
                    <a:pt x="344756" y="62901"/>
                  </a:cubicBezTo>
                  <a:cubicBezTo>
                    <a:pt x="347615" y="65946"/>
                    <a:pt x="350378" y="69080"/>
                    <a:pt x="353040" y="72298"/>
                  </a:cubicBezTo>
                  <a:cubicBezTo>
                    <a:pt x="355703" y="75516"/>
                    <a:pt x="358263" y="78817"/>
                    <a:pt x="360718" y="82196"/>
                  </a:cubicBezTo>
                  <a:cubicBezTo>
                    <a:pt x="363173" y="85575"/>
                    <a:pt x="365521" y="89030"/>
                    <a:pt x="367759" y="92556"/>
                  </a:cubicBezTo>
                  <a:cubicBezTo>
                    <a:pt x="369997" y="96083"/>
                    <a:pt x="372123" y="99678"/>
                    <a:pt x="374136" y="103338"/>
                  </a:cubicBezTo>
                  <a:cubicBezTo>
                    <a:pt x="376148" y="106998"/>
                    <a:pt x="378044" y="110721"/>
                    <a:pt x="379823" y="114500"/>
                  </a:cubicBezTo>
                  <a:cubicBezTo>
                    <a:pt x="381601" y="118279"/>
                    <a:pt x="383260" y="122113"/>
                    <a:pt x="384797" y="125996"/>
                  </a:cubicBezTo>
                  <a:cubicBezTo>
                    <a:pt x="386335" y="129879"/>
                    <a:pt x="387750" y="133810"/>
                    <a:pt x="389041" y="137782"/>
                  </a:cubicBezTo>
                  <a:cubicBezTo>
                    <a:pt x="390331" y="141754"/>
                    <a:pt x="391497" y="145766"/>
                    <a:pt x="392535" y="149811"/>
                  </a:cubicBezTo>
                  <a:cubicBezTo>
                    <a:pt x="393574" y="153857"/>
                    <a:pt x="394485" y="157934"/>
                    <a:pt x="395268" y="162036"/>
                  </a:cubicBezTo>
                  <a:cubicBezTo>
                    <a:pt x="396051" y="166139"/>
                    <a:pt x="396704" y="170265"/>
                    <a:pt x="397228" y="174409"/>
                  </a:cubicBezTo>
                  <a:cubicBezTo>
                    <a:pt x="397751" y="178552"/>
                    <a:pt x="398144" y="182711"/>
                    <a:pt x="398407" y="186880"/>
                  </a:cubicBezTo>
                  <a:cubicBezTo>
                    <a:pt x="398669" y="191048"/>
                    <a:pt x="398800" y="195223"/>
                    <a:pt x="398800" y="19940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9" name="probe-noto-emoji_u1f4f7-part-27"/>
            <p:cNvSpPr/>
            <p:nvPr/>
          </p:nvSpPr>
          <p:spPr>
            <a:xfrm>
              <a:off x="575900" y="713856"/>
              <a:ext cx="152941" cy="148842"/>
            </a:xfrm>
            <a:custGeom>
              <a:avLst/>
              <a:gdLst/>
              <a:ahLst/>
              <a:cxnLst/>
              <a:rect l="0" t="0" r="r" b="b"/>
              <a:pathLst>
                <a:path w="152941" h="148842">
                  <a:moveTo>
                    <a:pt x="100800" y="1944"/>
                  </a:moveTo>
                  <a:cubicBezTo>
                    <a:pt x="37700" y="16244"/>
                    <a:pt x="0" y="77644"/>
                    <a:pt x="0" y="122944"/>
                  </a:cubicBezTo>
                  <a:cubicBezTo>
                    <a:pt x="0" y="159644"/>
                    <a:pt x="24300" y="150444"/>
                    <a:pt x="32100" y="137144"/>
                  </a:cubicBezTo>
                  <a:cubicBezTo>
                    <a:pt x="52200" y="103044"/>
                    <a:pt x="76500" y="74644"/>
                    <a:pt x="118400" y="62744"/>
                  </a:cubicBezTo>
                  <a:cubicBezTo>
                    <a:pt x="135200" y="57944"/>
                    <a:pt x="154800" y="47444"/>
                    <a:pt x="152800" y="27844"/>
                  </a:cubicBezTo>
                  <a:cubicBezTo>
                    <a:pt x="150000" y="-56"/>
                    <a:pt x="122300" y="-2956"/>
                    <a:pt x="100800" y="1944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0" name="probe-noto-emoji_u1f4f7-part-28"/>
            <p:cNvSpPr/>
            <p:nvPr/>
          </p:nvSpPr>
          <p:spPr>
            <a:xfrm>
              <a:off x="634900" y="794100"/>
              <a:ext cx="178000" cy="178000"/>
            </a:xfrm>
            <a:custGeom>
              <a:avLst/>
              <a:gdLst/>
              <a:ahLst/>
              <a:cxnLst/>
              <a:rect l="0" t="0" r="r" b="b"/>
              <a:pathLst>
                <a:path w="178000" h="178000">
                  <a:moveTo>
                    <a:pt x="178000" y="89000"/>
                  </a:moveTo>
                  <a:cubicBezTo>
                    <a:pt x="178000" y="90864"/>
                    <a:pt x="177941" y="92728"/>
                    <a:pt x="177824" y="94588"/>
                  </a:cubicBezTo>
                  <a:cubicBezTo>
                    <a:pt x="177707" y="96449"/>
                    <a:pt x="177532" y="98305"/>
                    <a:pt x="177298" y="100155"/>
                  </a:cubicBezTo>
                  <a:cubicBezTo>
                    <a:pt x="177065" y="102004"/>
                    <a:pt x="176773" y="103846"/>
                    <a:pt x="176424" y="105677"/>
                  </a:cubicBezTo>
                  <a:cubicBezTo>
                    <a:pt x="176074" y="107508"/>
                    <a:pt x="175668" y="109328"/>
                    <a:pt x="175204" y="111133"/>
                  </a:cubicBezTo>
                  <a:cubicBezTo>
                    <a:pt x="174740" y="112939"/>
                    <a:pt x="174220" y="114730"/>
                    <a:pt x="173644" y="116503"/>
                  </a:cubicBezTo>
                  <a:cubicBezTo>
                    <a:pt x="173068" y="118275"/>
                    <a:pt x="172436" y="120030"/>
                    <a:pt x="171750" y="121763"/>
                  </a:cubicBezTo>
                  <a:cubicBezTo>
                    <a:pt x="171064" y="123496"/>
                    <a:pt x="170323" y="125208"/>
                    <a:pt x="169530" y="126894"/>
                  </a:cubicBezTo>
                  <a:cubicBezTo>
                    <a:pt x="168736" y="128581"/>
                    <a:pt x="167889" y="130242"/>
                    <a:pt x="166991" y="131876"/>
                  </a:cubicBezTo>
                  <a:cubicBezTo>
                    <a:pt x="166093" y="133510"/>
                    <a:pt x="165144" y="135115"/>
                    <a:pt x="164145" y="136689"/>
                  </a:cubicBezTo>
                  <a:cubicBezTo>
                    <a:pt x="163146" y="138263"/>
                    <a:pt x="162098" y="139805"/>
                    <a:pt x="161003" y="141313"/>
                  </a:cubicBezTo>
                  <a:cubicBezTo>
                    <a:pt x="159907" y="142821"/>
                    <a:pt x="158764" y="144294"/>
                    <a:pt x="157576" y="145731"/>
                  </a:cubicBezTo>
                  <a:cubicBezTo>
                    <a:pt x="156387" y="147167"/>
                    <a:pt x="155154" y="148566"/>
                    <a:pt x="153878" y="149925"/>
                  </a:cubicBezTo>
                  <a:cubicBezTo>
                    <a:pt x="152602" y="151284"/>
                    <a:pt x="151284" y="152602"/>
                    <a:pt x="149925" y="153878"/>
                  </a:cubicBezTo>
                  <a:cubicBezTo>
                    <a:pt x="148566" y="155154"/>
                    <a:pt x="147167" y="156387"/>
                    <a:pt x="145731" y="157576"/>
                  </a:cubicBezTo>
                  <a:cubicBezTo>
                    <a:pt x="144294" y="158764"/>
                    <a:pt x="142821" y="159907"/>
                    <a:pt x="141313" y="161003"/>
                  </a:cubicBezTo>
                  <a:cubicBezTo>
                    <a:pt x="139805" y="162098"/>
                    <a:pt x="138263" y="163146"/>
                    <a:pt x="136689" y="164145"/>
                  </a:cubicBezTo>
                  <a:cubicBezTo>
                    <a:pt x="135115" y="165144"/>
                    <a:pt x="133510" y="166093"/>
                    <a:pt x="131876" y="166991"/>
                  </a:cubicBezTo>
                  <a:cubicBezTo>
                    <a:pt x="130242" y="167889"/>
                    <a:pt x="128581" y="168736"/>
                    <a:pt x="126894" y="169530"/>
                  </a:cubicBezTo>
                  <a:cubicBezTo>
                    <a:pt x="125208" y="170323"/>
                    <a:pt x="123496" y="171064"/>
                    <a:pt x="121763" y="171750"/>
                  </a:cubicBezTo>
                  <a:cubicBezTo>
                    <a:pt x="120030" y="172436"/>
                    <a:pt x="118275" y="173068"/>
                    <a:pt x="116503" y="173644"/>
                  </a:cubicBezTo>
                  <a:cubicBezTo>
                    <a:pt x="114730" y="174220"/>
                    <a:pt x="112939" y="174740"/>
                    <a:pt x="111133" y="175204"/>
                  </a:cubicBezTo>
                  <a:cubicBezTo>
                    <a:pt x="109328" y="175668"/>
                    <a:pt x="107508" y="176074"/>
                    <a:pt x="105677" y="176424"/>
                  </a:cubicBezTo>
                  <a:cubicBezTo>
                    <a:pt x="103846" y="176773"/>
                    <a:pt x="102004" y="177065"/>
                    <a:pt x="100155" y="177298"/>
                  </a:cubicBezTo>
                  <a:cubicBezTo>
                    <a:pt x="98305" y="177532"/>
                    <a:pt x="96449" y="177707"/>
                    <a:pt x="94588" y="177824"/>
                  </a:cubicBezTo>
                  <a:cubicBezTo>
                    <a:pt x="92728" y="177941"/>
                    <a:pt x="90864" y="178000"/>
                    <a:pt x="89000" y="178000"/>
                  </a:cubicBezTo>
                  <a:cubicBezTo>
                    <a:pt x="87136" y="178000"/>
                    <a:pt x="85272" y="177941"/>
                    <a:pt x="83412" y="177824"/>
                  </a:cubicBezTo>
                  <a:cubicBezTo>
                    <a:pt x="81551" y="177707"/>
                    <a:pt x="79695" y="177532"/>
                    <a:pt x="77845" y="177298"/>
                  </a:cubicBezTo>
                  <a:cubicBezTo>
                    <a:pt x="75996" y="177065"/>
                    <a:pt x="74154" y="176773"/>
                    <a:pt x="72323" y="176424"/>
                  </a:cubicBezTo>
                  <a:cubicBezTo>
                    <a:pt x="70492" y="176074"/>
                    <a:pt x="68672" y="175668"/>
                    <a:pt x="66867" y="175204"/>
                  </a:cubicBezTo>
                  <a:cubicBezTo>
                    <a:pt x="65061" y="174740"/>
                    <a:pt x="63270" y="174220"/>
                    <a:pt x="61497" y="173644"/>
                  </a:cubicBezTo>
                  <a:cubicBezTo>
                    <a:pt x="59725" y="173068"/>
                    <a:pt x="57970" y="172436"/>
                    <a:pt x="56237" y="171750"/>
                  </a:cubicBezTo>
                  <a:cubicBezTo>
                    <a:pt x="54504" y="171064"/>
                    <a:pt x="52792" y="170323"/>
                    <a:pt x="51106" y="169530"/>
                  </a:cubicBezTo>
                  <a:cubicBezTo>
                    <a:pt x="49419" y="168736"/>
                    <a:pt x="47758" y="167889"/>
                    <a:pt x="46124" y="166991"/>
                  </a:cubicBezTo>
                  <a:cubicBezTo>
                    <a:pt x="44490" y="166093"/>
                    <a:pt x="42885" y="165144"/>
                    <a:pt x="41311" y="164145"/>
                  </a:cubicBezTo>
                  <a:cubicBezTo>
                    <a:pt x="39737" y="163146"/>
                    <a:pt x="38195" y="162098"/>
                    <a:pt x="36687" y="161003"/>
                  </a:cubicBezTo>
                  <a:cubicBezTo>
                    <a:pt x="35179" y="159907"/>
                    <a:pt x="33706" y="158764"/>
                    <a:pt x="32269" y="157576"/>
                  </a:cubicBezTo>
                  <a:cubicBezTo>
                    <a:pt x="30833" y="156387"/>
                    <a:pt x="29434" y="155154"/>
                    <a:pt x="28075" y="153878"/>
                  </a:cubicBezTo>
                  <a:cubicBezTo>
                    <a:pt x="26716" y="152602"/>
                    <a:pt x="25398" y="151284"/>
                    <a:pt x="24122" y="149925"/>
                  </a:cubicBezTo>
                  <a:cubicBezTo>
                    <a:pt x="22846" y="148566"/>
                    <a:pt x="21613" y="147167"/>
                    <a:pt x="20424" y="145731"/>
                  </a:cubicBezTo>
                  <a:cubicBezTo>
                    <a:pt x="19236" y="144294"/>
                    <a:pt x="18093" y="142821"/>
                    <a:pt x="16997" y="141313"/>
                  </a:cubicBezTo>
                  <a:cubicBezTo>
                    <a:pt x="15902" y="139805"/>
                    <a:pt x="14854" y="138263"/>
                    <a:pt x="13855" y="136689"/>
                  </a:cubicBezTo>
                  <a:cubicBezTo>
                    <a:pt x="12856" y="135115"/>
                    <a:pt x="11907" y="133510"/>
                    <a:pt x="11009" y="131876"/>
                  </a:cubicBezTo>
                  <a:cubicBezTo>
                    <a:pt x="10111" y="130242"/>
                    <a:pt x="9264" y="128581"/>
                    <a:pt x="8470" y="126894"/>
                  </a:cubicBezTo>
                  <a:cubicBezTo>
                    <a:pt x="7677" y="125208"/>
                    <a:pt x="6936" y="123496"/>
                    <a:pt x="6250" y="121763"/>
                  </a:cubicBezTo>
                  <a:cubicBezTo>
                    <a:pt x="5564" y="120030"/>
                    <a:pt x="4932" y="118275"/>
                    <a:pt x="4356" y="116503"/>
                  </a:cubicBezTo>
                  <a:cubicBezTo>
                    <a:pt x="3780" y="114730"/>
                    <a:pt x="3260" y="112939"/>
                    <a:pt x="2796" y="111133"/>
                  </a:cubicBezTo>
                  <a:cubicBezTo>
                    <a:pt x="2332" y="109328"/>
                    <a:pt x="1926" y="107508"/>
                    <a:pt x="1576" y="105677"/>
                  </a:cubicBezTo>
                  <a:cubicBezTo>
                    <a:pt x="1227" y="103846"/>
                    <a:pt x="935" y="102004"/>
                    <a:pt x="702" y="100155"/>
                  </a:cubicBezTo>
                  <a:cubicBezTo>
                    <a:pt x="468" y="98305"/>
                    <a:pt x="293" y="96449"/>
                    <a:pt x="176" y="94588"/>
                  </a:cubicBezTo>
                  <a:cubicBezTo>
                    <a:pt x="59" y="92728"/>
                    <a:pt x="0" y="90864"/>
                    <a:pt x="0" y="89000"/>
                  </a:cubicBezTo>
                  <a:cubicBezTo>
                    <a:pt x="0" y="87136"/>
                    <a:pt x="59" y="85272"/>
                    <a:pt x="176" y="83412"/>
                  </a:cubicBezTo>
                  <a:cubicBezTo>
                    <a:pt x="293" y="81551"/>
                    <a:pt x="468" y="79695"/>
                    <a:pt x="702" y="77845"/>
                  </a:cubicBezTo>
                  <a:cubicBezTo>
                    <a:pt x="935" y="75996"/>
                    <a:pt x="1227" y="74154"/>
                    <a:pt x="1576" y="72323"/>
                  </a:cubicBezTo>
                  <a:cubicBezTo>
                    <a:pt x="1926" y="70492"/>
                    <a:pt x="2332" y="68672"/>
                    <a:pt x="2796" y="66867"/>
                  </a:cubicBezTo>
                  <a:cubicBezTo>
                    <a:pt x="3260" y="65061"/>
                    <a:pt x="3780" y="63270"/>
                    <a:pt x="4356" y="61497"/>
                  </a:cubicBezTo>
                  <a:cubicBezTo>
                    <a:pt x="4932" y="59725"/>
                    <a:pt x="5564" y="57970"/>
                    <a:pt x="6250" y="56237"/>
                  </a:cubicBezTo>
                  <a:cubicBezTo>
                    <a:pt x="6936" y="54504"/>
                    <a:pt x="7677" y="52792"/>
                    <a:pt x="8470" y="51106"/>
                  </a:cubicBezTo>
                  <a:cubicBezTo>
                    <a:pt x="9264" y="49419"/>
                    <a:pt x="10111" y="47758"/>
                    <a:pt x="11009" y="46124"/>
                  </a:cubicBezTo>
                  <a:cubicBezTo>
                    <a:pt x="11907" y="44490"/>
                    <a:pt x="12856" y="42885"/>
                    <a:pt x="13855" y="41311"/>
                  </a:cubicBezTo>
                  <a:cubicBezTo>
                    <a:pt x="14854" y="39737"/>
                    <a:pt x="15902" y="38195"/>
                    <a:pt x="16997" y="36687"/>
                  </a:cubicBezTo>
                  <a:cubicBezTo>
                    <a:pt x="18093" y="35179"/>
                    <a:pt x="19236" y="33706"/>
                    <a:pt x="20424" y="32269"/>
                  </a:cubicBezTo>
                  <a:cubicBezTo>
                    <a:pt x="21613" y="30833"/>
                    <a:pt x="22846" y="29434"/>
                    <a:pt x="24122" y="28075"/>
                  </a:cubicBezTo>
                  <a:cubicBezTo>
                    <a:pt x="25398" y="26716"/>
                    <a:pt x="26716" y="25398"/>
                    <a:pt x="28075" y="24122"/>
                  </a:cubicBezTo>
                  <a:cubicBezTo>
                    <a:pt x="29434" y="22846"/>
                    <a:pt x="30833" y="21613"/>
                    <a:pt x="32269" y="20424"/>
                  </a:cubicBezTo>
                  <a:cubicBezTo>
                    <a:pt x="33706" y="19236"/>
                    <a:pt x="35179" y="18093"/>
                    <a:pt x="36687" y="16997"/>
                  </a:cubicBezTo>
                  <a:cubicBezTo>
                    <a:pt x="38195" y="15902"/>
                    <a:pt x="39737" y="14854"/>
                    <a:pt x="41311" y="13855"/>
                  </a:cubicBezTo>
                  <a:cubicBezTo>
                    <a:pt x="42885" y="12856"/>
                    <a:pt x="44490" y="11907"/>
                    <a:pt x="46124" y="11009"/>
                  </a:cubicBezTo>
                  <a:cubicBezTo>
                    <a:pt x="47758" y="10111"/>
                    <a:pt x="49419" y="9264"/>
                    <a:pt x="51106" y="8470"/>
                  </a:cubicBezTo>
                  <a:cubicBezTo>
                    <a:pt x="52792" y="7677"/>
                    <a:pt x="54504" y="6936"/>
                    <a:pt x="56237" y="6250"/>
                  </a:cubicBezTo>
                  <a:cubicBezTo>
                    <a:pt x="57970" y="5564"/>
                    <a:pt x="59725" y="4932"/>
                    <a:pt x="61497" y="4356"/>
                  </a:cubicBezTo>
                  <a:cubicBezTo>
                    <a:pt x="63270" y="3780"/>
                    <a:pt x="65061" y="3260"/>
                    <a:pt x="66867" y="2796"/>
                  </a:cubicBezTo>
                  <a:cubicBezTo>
                    <a:pt x="68672" y="2332"/>
                    <a:pt x="70492" y="1926"/>
                    <a:pt x="72323" y="1576"/>
                  </a:cubicBezTo>
                  <a:cubicBezTo>
                    <a:pt x="74154" y="1227"/>
                    <a:pt x="75996" y="935"/>
                    <a:pt x="77845" y="702"/>
                  </a:cubicBezTo>
                  <a:cubicBezTo>
                    <a:pt x="79695" y="468"/>
                    <a:pt x="81551" y="293"/>
                    <a:pt x="83412" y="176"/>
                  </a:cubicBezTo>
                  <a:cubicBezTo>
                    <a:pt x="85272" y="59"/>
                    <a:pt x="87136" y="0"/>
                    <a:pt x="89000" y="0"/>
                  </a:cubicBezTo>
                  <a:cubicBezTo>
                    <a:pt x="90864" y="0"/>
                    <a:pt x="92728" y="59"/>
                    <a:pt x="94588" y="176"/>
                  </a:cubicBezTo>
                  <a:cubicBezTo>
                    <a:pt x="96449" y="293"/>
                    <a:pt x="98305" y="468"/>
                    <a:pt x="100155" y="702"/>
                  </a:cubicBezTo>
                  <a:cubicBezTo>
                    <a:pt x="102004" y="935"/>
                    <a:pt x="103846" y="1227"/>
                    <a:pt x="105677" y="1576"/>
                  </a:cubicBezTo>
                  <a:cubicBezTo>
                    <a:pt x="107508" y="1926"/>
                    <a:pt x="109328" y="2332"/>
                    <a:pt x="111133" y="2796"/>
                  </a:cubicBezTo>
                  <a:cubicBezTo>
                    <a:pt x="112939" y="3260"/>
                    <a:pt x="114730" y="3780"/>
                    <a:pt x="116503" y="4356"/>
                  </a:cubicBezTo>
                  <a:cubicBezTo>
                    <a:pt x="118275" y="4932"/>
                    <a:pt x="120030" y="5564"/>
                    <a:pt x="121763" y="6250"/>
                  </a:cubicBezTo>
                  <a:cubicBezTo>
                    <a:pt x="123496" y="6936"/>
                    <a:pt x="125208" y="7677"/>
                    <a:pt x="126894" y="8470"/>
                  </a:cubicBezTo>
                  <a:cubicBezTo>
                    <a:pt x="128581" y="9264"/>
                    <a:pt x="130242" y="10111"/>
                    <a:pt x="131876" y="11009"/>
                  </a:cubicBezTo>
                  <a:cubicBezTo>
                    <a:pt x="133510" y="11907"/>
                    <a:pt x="135115" y="12856"/>
                    <a:pt x="136689" y="13855"/>
                  </a:cubicBezTo>
                  <a:cubicBezTo>
                    <a:pt x="138263" y="14854"/>
                    <a:pt x="139805" y="15902"/>
                    <a:pt x="141313" y="16997"/>
                  </a:cubicBezTo>
                  <a:cubicBezTo>
                    <a:pt x="142821" y="18093"/>
                    <a:pt x="144294" y="19236"/>
                    <a:pt x="145731" y="20424"/>
                  </a:cubicBezTo>
                  <a:cubicBezTo>
                    <a:pt x="147167" y="21613"/>
                    <a:pt x="148566" y="22846"/>
                    <a:pt x="149925" y="24122"/>
                  </a:cubicBezTo>
                  <a:cubicBezTo>
                    <a:pt x="151284" y="25398"/>
                    <a:pt x="152602" y="26716"/>
                    <a:pt x="153878" y="28075"/>
                  </a:cubicBezTo>
                  <a:cubicBezTo>
                    <a:pt x="155154" y="29434"/>
                    <a:pt x="156387" y="30833"/>
                    <a:pt x="157576" y="32269"/>
                  </a:cubicBezTo>
                  <a:cubicBezTo>
                    <a:pt x="158764" y="33706"/>
                    <a:pt x="159907" y="35179"/>
                    <a:pt x="161003" y="36687"/>
                  </a:cubicBezTo>
                  <a:cubicBezTo>
                    <a:pt x="162098" y="38195"/>
                    <a:pt x="163146" y="39737"/>
                    <a:pt x="164145" y="41311"/>
                  </a:cubicBezTo>
                  <a:cubicBezTo>
                    <a:pt x="165144" y="42885"/>
                    <a:pt x="166093" y="44490"/>
                    <a:pt x="166991" y="46124"/>
                  </a:cubicBezTo>
                  <a:cubicBezTo>
                    <a:pt x="167889" y="47758"/>
                    <a:pt x="168736" y="49419"/>
                    <a:pt x="169530" y="51106"/>
                  </a:cubicBezTo>
                  <a:cubicBezTo>
                    <a:pt x="170323" y="52792"/>
                    <a:pt x="171064" y="54504"/>
                    <a:pt x="171750" y="56237"/>
                  </a:cubicBezTo>
                  <a:cubicBezTo>
                    <a:pt x="172436" y="57970"/>
                    <a:pt x="173068" y="59725"/>
                    <a:pt x="173644" y="61497"/>
                  </a:cubicBezTo>
                  <a:cubicBezTo>
                    <a:pt x="174220" y="63270"/>
                    <a:pt x="174740" y="65061"/>
                    <a:pt x="175204" y="66867"/>
                  </a:cubicBezTo>
                  <a:cubicBezTo>
                    <a:pt x="175668" y="68672"/>
                    <a:pt x="176074" y="70492"/>
                    <a:pt x="176424" y="72323"/>
                  </a:cubicBezTo>
                  <a:cubicBezTo>
                    <a:pt x="176773" y="74154"/>
                    <a:pt x="177065" y="75996"/>
                    <a:pt x="177298" y="77845"/>
                  </a:cubicBezTo>
                  <a:cubicBezTo>
                    <a:pt x="177532" y="79695"/>
                    <a:pt x="177707" y="81551"/>
                    <a:pt x="177824" y="83412"/>
                  </a:cubicBezTo>
                  <a:cubicBezTo>
                    <a:pt x="177941" y="85272"/>
                    <a:pt x="178000" y="87136"/>
                    <a:pt x="178000" y="89000"/>
                  </a:cubicBez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91" name="probe-noto-emoji_u1f4fb" descr="野外电台 — Google Noto Emoji contributors; Apache-2.0; original SVG unchanged. Source: https://github.com/googlefonts/noto-emoji/blob/e20cbc2bbec1926686be9f9bee7d1d2cfa1fea0e/2D/svg/emoji_u1f4fb.svg; SVG SHA256: 59337ed64e0414f7e909fd7337ae302b6d2377dde94fafffcc907cb6345582cb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1280000" cy="1280000"/>
          </a:xfrm>
        </p:grpSpPr>
        <p:sp>
          <p:nvSpPr>
            <p:cNvPr id="192" name="probe-noto-emoji_u1f4fb-part-1"/>
            <p:cNvSpPr/>
            <p:nvPr/>
          </p:nvSpPr>
          <p:spPr>
            <a:xfrm>
              <a:off x="193500" y="139698"/>
              <a:ext cx="951118" cy="344202"/>
            </a:xfrm>
            <a:custGeom>
              <a:avLst/>
              <a:gdLst/>
              <a:ahLst/>
              <a:cxnLst/>
              <a:rect l="0" t="0" r="r" b="b"/>
              <a:pathLst>
                <a:path w="951118" h="344202">
                  <a:moveTo>
                    <a:pt x="21000" y="344202"/>
                  </a:moveTo>
                  <a:lnTo>
                    <a:pt x="0" y="286102"/>
                  </a:lnTo>
                  <a:lnTo>
                    <a:pt x="922800" y="1102"/>
                  </a:lnTo>
                  <a:cubicBezTo>
                    <a:pt x="933800" y="-2598"/>
                    <a:pt x="945800" y="3302"/>
                    <a:pt x="949800" y="14502"/>
                  </a:cubicBezTo>
                  <a:lnTo>
                    <a:pt x="949800" y="14502"/>
                  </a:lnTo>
                  <a:cubicBezTo>
                    <a:pt x="953800" y="25702"/>
                    <a:pt x="948400" y="37902"/>
                    <a:pt x="937600" y="42202"/>
                  </a:cubicBezTo>
                  <a:lnTo>
                    <a:pt x="21000" y="344202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3" name="probe-noto-emoji_u1f4fb-part-2"/>
            <p:cNvSpPr/>
            <p:nvPr/>
          </p:nvSpPr>
          <p:spPr>
            <a:xfrm>
              <a:off x="40000" y="407500"/>
              <a:ext cx="1200100" cy="726900"/>
            </a:xfrm>
            <a:custGeom>
              <a:avLst/>
              <a:gdLst/>
              <a:ahLst/>
              <a:cxnLst/>
              <a:rect l="0" t="0" r="r" b="b"/>
              <a:pathLst>
                <a:path w="1200100" h="726900">
                  <a:moveTo>
                    <a:pt x="1115900" y="53500"/>
                  </a:moveTo>
                  <a:cubicBezTo>
                    <a:pt x="1039700" y="1500"/>
                    <a:pt x="1008100" y="0"/>
                    <a:pt x="981800" y="0"/>
                  </a:cubicBezTo>
                  <a:lnTo>
                    <a:pt x="668500" y="0"/>
                  </a:lnTo>
                  <a:lnTo>
                    <a:pt x="531500" y="0"/>
                  </a:lnTo>
                  <a:lnTo>
                    <a:pt x="218200" y="0"/>
                  </a:lnTo>
                  <a:cubicBezTo>
                    <a:pt x="191900" y="0"/>
                    <a:pt x="160300" y="1600"/>
                    <a:pt x="84100" y="53500"/>
                  </a:cubicBezTo>
                  <a:cubicBezTo>
                    <a:pt x="7900" y="105500"/>
                    <a:pt x="0" y="138800"/>
                    <a:pt x="0" y="210400"/>
                  </a:cubicBezTo>
                  <a:lnTo>
                    <a:pt x="0" y="635500"/>
                  </a:lnTo>
                  <a:cubicBezTo>
                    <a:pt x="0" y="686000"/>
                    <a:pt x="40900" y="726900"/>
                    <a:pt x="91400" y="726900"/>
                  </a:cubicBezTo>
                  <a:lnTo>
                    <a:pt x="1108700" y="726900"/>
                  </a:lnTo>
                  <a:cubicBezTo>
                    <a:pt x="1159200" y="726900"/>
                    <a:pt x="1200100" y="686000"/>
                    <a:pt x="1200100" y="635500"/>
                  </a:cubicBezTo>
                  <a:lnTo>
                    <a:pt x="1200100" y="210400"/>
                  </a:lnTo>
                  <a:cubicBezTo>
                    <a:pt x="1200000" y="138800"/>
                    <a:pt x="1192100" y="105500"/>
                    <a:pt x="1115900" y="53500"/>
                  </a:cubicBezTo>
                  <a:close/>
                </a:path>
              </a:pathLst>
            </a:custGeom>
            <a:solidFill>
              <a:srgbClr val="DE734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4" name="probe-noto-emoji_u1f4fb-part-3"/>
            <p:cNvSpPr/>
            <p:nvPr/>
          </p:nvSpPr>
          <p:spPr>
            <a:xfrm>
              <a:off x="40000" y="513100"/>
              <a:ext cx="1200100" cy="727000"/>
            </a:xfrm>
            <a:custGeom>
              <a:avLst/>
              <a:gdLst/>
              <a:ahLst/>
              <a:cxnLst/>
              <a:rect l="0" t="0" r="r" b="b"/>
              <a:pathLst>
                <a:path w="1200100" h="727000">
                  <a:moveTo>
                    <a:pt x="1112500" y="0"/>
                  </a:moveTo>
                  <a:lnTo>
                    <a:pt x="87500" y="0"/>
                  </a:lnTo>
                  <a:cubicBezTo>
                    <a:pt x="39200" y="0"/>
                    <a:pt x="0" y="39200"/>
                    <a:pt x="0" y="87500"/>
                  </a:cubicBezTo>
                  <a:lnTo>
                    <a:pt x="0" y="639500"/>
                  </a:lnTo>
                  <a:cubicBezTo>
                    <a:pt x="0" y="687800"/>
                    <a:pt x="39200" y="727000"/>
                    <a:pt x="87500" y="727000"/>
                  </a:cubicBezTo>
                  <a:lnTo>
                    <a:pt x="1112600" y="727000"/>
                  </a:lnTo>
                  <a:cubicBezTo>
                    <a:pt x="1160900" y="727000"/>
                    <a:pt x="1200100" y="687800"/>
                    <a:pt x="1200100" y="639500"/>
                  </a:cubicBezTo>
                  <a:lnTo>
                    <a:pt x="1200100" y="87500"/>
                  </a:lnTo>
                  <a:cubicBezTo>
                    <a:pt x="1200000" y="39200"/>
                    <a:pt x="1160800" y="0"/>
                    <a:pt x="1112500" y="0"/>
                  </a:cubicBezTo>
                  <a:close/>
                </a:path>
              </a:pathLst>
            </a:custGeom>
            <a:solidFill>
              <a:srgbClr val="FFAB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5" name="probe-noto-emoji_u1f4fb-part-4"/>
            <p:cNvSpPr/>
            <p:nvPr/>
          </p:nvSpPr>
          <p:spPr>
            <a:xfrm>
              <a:off x="574600" y="657700"/>
              <a:ext cx="580000" cy="224100"/>
            </a:xfrm>
            <a:custGeom>
              <a:avLst/>
              <a:gdLst/>
              <a:ahLst/>
              <a:cxnLst/>
              <a:rect l="0" t="0" r="r" b="b"/>
              <a:pathLst>
                <a:path w="580000" h="224100">
                  <a:moveTo>
                    <a:pt x="549700" y="224100"/>
                  </a:moveTo>
                  <a:lnTo>
                    <a:pt x="30200" y="224100"/>
                  </a:lnTo>
                  <a:cubicBezTo>
                    <a:pt x="13500" y="224100"/>
                    <a:pt x="0" y="210600"/>
                    <a:pt x="0" y="193900"/>
                  </a:cubicBezTo>
                  <a:lnTo>
                    <a:pt x="0" y="30200"/>
                  </a:lnTo>
                  <a:cubicBezTo>
                    <a:pt x="0" y="13500"/>
                    <a:pt x="13500" y="0"/>
                    <a:pt x="30200" y="0"/>
                  </a:cubicBezTo>
                  <a:lnTo>
                    <a:pt x="549800" y="0"/>
                  </a:lnTo>
                  <a:cubicBezTo>
                    <a:pt x="566500" y="0"/>
                    <a:pt x="580000" y="13500"/>
                    <a:pt x="580000" y="30200"/>
                  </a:cubicBezTo>
                  <a:lnTo>
                    <a:pt x="580000" y="193900"/>
                  </a:lnTo>
                  <a:cubicBezTo>
                    <a:pt x="579900" y="210600"/>
                    <a:pt x="566400" y="224100"/>
                    <a:pt x="549700" y="224100"/>
                  </a:cubicBezTo>
                  <a:close/>
                </a:path>
              </a:pathLst>
            </a:custGeom>
            <a:solidFill>
              <a:srgbClr val="2121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6" name="probe-noto-emoji_u1f4fb-part-5"/>
            <p:cNvSpPr/>
            <p:nvPr/>
          </p:nvSpPr>
          <p:spPr>
            <a:xfrm>
              <a:off x="634800" y="990500"/>
              <a:ext cx="183600" cy="183600"/>
            </a:xfrm>
            <a:custGeom>
              <a:avLst/>
              <a:gdLst/>
              <a:ahLst/>
              <a:cxnLst/>
              <a:rect l="0" t="0" r="r" b="b"/>
              <a:pathLst>
                <a:path w="183600" h="183600">
                  <a:moveTo>
                    <a:pt x="183600" y="91800"/>
                  </a:moveTo>
                  <a:cubicBezTo>
                    <a:pt x="183600" y="93723"/>
                    <a:pt x="183540" y="95645"/>
                    <a:pt x="183419" y="97564"/>
                  </a:cubicBezTo>
                  <a:cubicBezTo>
                    <a:pt x="183298" y="99483"/>
                    <a:pt x="183117" y="101398"/>
                    <a:pt x="182876" y="103306"/>
                  </a:cubicBezTo>
                  <a:cubicBezTo>
                    <a:pt x="182635" y="105213"/>
                    <a:pt x="182334" y="107113"/>
                    <a:pt x="181974" y="109002"/>
                  </a:cubicBezTo>
                  <a:cubicBezTo>
                    <a:pt x="181614" y="110890"/>
                    <a:pt x="181194" y="112767"/>
                    <a:pt x="180716" y="114630"/>
                  </a:cubicBezTo>
                  <a:cubicBezTo>
                    <a:pt x="180238" y="116492"/>
                    <a:pt x="179701" y="118339"/>
                    <a:pt x="179107" y="120168"/>
                  </a:cubicBezTo>
                  <a:cubicBezTo>
                    <a:pt x="178513" y="121996"/>
                    <a:pt x="177861" y="123806"/>
                    <a:pt x="177153" y="125594"/>
                  </a:cubicBezTo>
                  <a:cubicBezTo>
                    <a:pt x="176446" y="127382"/>
                    <a:pt x="175682" y="129147"/>
                    <a:pt x="174863" y="130887"/>
                  </a:cubicBezTo>
                  <a:cubicBezTo>
                    <a:pt x="174044" y="132626"/>
                    <a:pt x="173171" y="134340"/>
                    <a:pt x="172245" y="136025"/>
                  </a:cubicBezTo>
                  <a:cubicBezTo>
                    <a:pt x="171319" y="137710"/>
                    <a:pt x="170340" y="139365"/>
                    <a:pt x="169309" y="140989"/>
                  </a:cubicBezTo>
                  <a:cubicBezTo>
                    <a:pt x="168279" y="142612"/>
                    <a:pt x="167198" y="144203"/>
                    <a:pt x="166068" y="145759"/>
                  </a:cubicBezTo>
                  <a:cubicBezTo>
                    <a:pt x="164938" y="147314"/>
                    <a:pt x="163759" y="148834"/>
                    <a:pt x="162533" y="150316"/>
                  </a:cubicBezTo>
                  <a:cubicBezTo>
                    <a:pt x="161307" y="151797"/>
                    <a:pt x="160036" y="153240"/>
                    <a:pt x="158719" y="154641"/>
                  </a:cubicBezTo>
                  <a:cubicBezTo>
                    <a:pt x="157403" y="156043"/>
                    <a:pt x="156043" y="157403"/>
                    <a:pt x="154641" y="158719"/>
                  </a:cubicBezTo>
                  <a:cubicBezTo>
                    <a:pt x="153240" y="160036"/>
                    <a:pt x="151797" y="161307"/>
                    <a:pt x="150316" y="162533"/>
                  </a:cubicBezTo>
                  <a:cubicBezTo>
                    <a:pt x="148834" y="163759"/>
                    <a:pt x="147314" y="164938"/>
                    <a:pt x="145759" y="166068"/>
                  </a:cubicBezTo>
                  <a:cubicBezTo>
                    <a:pt x="144203" y="167198"/>
                    <a:pt x="142612" y="168279"/>
                    <a:pt x="140989" y="169309"/>
                  </a:cubicBezTo>
                  <a:cubicBezTo>
                    <a:pt x="139365" y="170340"/>
                    <a:pt x="137710" y="171319"/>
                    <a:pt x="136025" y="172245"/>
                  </a:cubicBezTo>
                  <a:cubicBezTo>
                    <a:pt x="134340" y="173171"/>
                    <a:pt x="132626" y="174044"/>
                    <a:pt x="130887" y="174863"/>
                  </a:cubicBezTo>
                  <a:cubicBezTo>
                    <a:pt x="129147" y="175682"/>
                    <a:pt x="127382" y="176446"/>
                    <a:pt x="125594" y="177153"/>
                  </a:cubicBezTo>
                  <a:cubicBezTo>
                    <a:pt x="123806" y="177861"/>
                    <a:pt x="121996" y="178513"/>
                    <a:pt x="120168" y="179107"/>
                  </a:cubicBezTo>
                  <a:cubicBezTo>
                    <a:pt x="118339" y="179701"/>
                    <a:pt x="116492" y="180238"/>
                    <a:pt x="114630" y="180716"/>
                  </a:cubicBezTo>
                  <a:cubicBezTo>
                    <a:pt x="112767" y="181194"/>
                    <a:pt x="110890" y="181614"/>
                    <a:pt x="109002" y="181974"/>
                  </a:cubicBezTo>
                  <a:cubicBezTo>
                    <a:pt x="107113" y="182334"/>
                    <a:pt x="105213" y="182635"/>
                    <a:pt x="103306" y="182876"/>
                  </a:cubicBezTo>
                  <a:cubicBezTo>
                    <a:pt x="101398" y="183117"/>
                    <a:pt x="99483" y="183298"/>
                    <a:pt x="97564" y="183419"/>
                  </a:cubicBezTo>
                  <a:cubicBezTo>
                    <a:pt x="95645" y="183540"/>
                    <a:pt x="93723" y="183600"/>
                    <a:pt x="91800" y="183600"/>
                  </a:cubicBezTo>
                  <a:cubicBezTo>
                    <a:pt x="89877" y="183600"/>
                    <a:pt x="87955" y="183540"/>
                    <a:pt x="86036" y="183419"/>
                  </a:cubicBezTo>
                  <a:cubicBezTo>
                    <a:pt x="84117" y="183298"/>
                    <a:pt x="82202" y="183117"/>
                    <a:pt x="80294" y="182876"/>
                  </a:cubicBezTo>
                  <a:cubicBezTo>
                    <a:pt x="78387" y="182635"/>
                    <a:pt x="76487" y="182334"/>
                    <a:pt x="74598" y="181974"/>
                  </a:cubicBezTo>
                  <a:cubicBezTo>
                    <a:pt x="72710" y="181614"/>
                    <a:pt x="70833" y="181194"/>
                    <a:pt x="68970" y="180716"/>
                  </a:cubicBezTo>
                  <a:cubicBezTo>
                    <a:pt x="67108" y="180238"/>
                    <a:pt x="65261" y="179701"/>
                    <a:pt x="63432" y="179107"/>
                  </a:cubicBezTo>
                  <a:cubicBezTo>
                    <a:pt x="61604" y="178513"/>
                    <a:pt x="59794" y="177861"/>
                    <a:pt x="58006" y="177153"/>
                  </a:cubicBezTo>
                  <a:cubicBezTo>
                    <a:pt x="56218" y="176446"/>
                    <a:pt x="54453" y="175682"/>
                    <a:pt x="52713" y="174863"/>
                  </a:cubicBezTo>
                  <a:cubicBezTo>
                    <a:pt x="50974" y="174044"/>
                    <a:pt x="49260" y="173171"/>
                    <a:pt x="47575" y="172245"/>
                  </a:cubicBezTo>
                  <a:cubicBezTo>
                    <a:pt x="45890" y="171319"/>
                    <a:pt x="44235" y="170340"/>
                    <a:pt x="42611" y="169309"/>
                  </a:cubicBezTo>
                  <a:cubicBezTo>
                    <a:pt x="40988" y="168279"/>
                    <a:pt x="39397" y="167198"/>
                    <a:pt x="37841" y="166068"/>
                  </a:cubicBezTo>
                  <a:cubicBezTo>
                    <a:pt x="36286" y="164938"/>
                    <a:pt x="34766" y="163759"/>
                    <a:pt x="33284" y="162533"/>
                  </a:cubicBezTo>
                  <a:cubicBezTo>
                    <a:pt x="31803" y="161307"/>
                    <a:pt x="30360" y="160036"/>
                    <a:pt x="28959" y="158719"/>
                  </a:cubicBezTo>
                  <a:cubicBezTo>
                    <a:pt x="27557" y="157403"/>
                    <a:pt x="26197" y="156043"/>
                    <a:pt x="24881" y="154641"/>
                  </a:cubicBezTo>
                  <a:cubicBezTo>
                    <a:pt x="23564" y="153240"/>
                    <a:pt x="22293" y="151797"/>
                    <a:pt x="21067" y="150316"/>
                  </a:cubicBezTo>
                  <a:cubicBezTo>
                    <a:pt x="19841" y="148834"/>
                    <a:pt x="18662" y="147314"/>
                    <a:pt x="17532" y="145759"/>
                  </a:cubicBezTo>
                  <a:cubicBezTo>
                    <a:pt x="16402" y="144203"/>
                    <a:pt x="15321" y="142612"/>
                    <a:pt x="14291" y="140989"/>
                  </a:cubicBezTo>
                  <a:cubicBezTo>
                    <a:pt x="13260" y="139365"/>
                    <a:pt x="12281" y="137710"/>
                    <a:pt x="11355" y="136025"/>
                  </a:cubicBezTo>
                  <a:cubicBezTo>
                    <a:pt x="10429" y="134340"/>
                    <a:pt x="9556" y="132626"/>
                    <a:pt x="8737" y="130887"/>
                  </a:cubicBezTo>
                  <a:cubicBezTo>
                    <a:pt x="7918" y="129147"/>
                    <a:pt x="7154" y="127382"/>
                    <a:pt x="6447" y="125594"/>
                  </a:cubicBezTo>
                  <a:cubicBezTo>
                    <a:pt x="5739" y="123806"/>
                    <a:pt x="5087" y="121996"/>
                    <a:pt x="4493" y="120168"/>
                  </a:cubicBezTo>
                  <a:cubicBezTo>
                    <a:pt x="3899" y="118339"/>
                    <a:pt x="3362" y="116492"/>
                    <a:pt x="2884" y="114630"/>
                  </a:cubicBezTo>
                  <a:cubicBezTo>
                    <a:pt x="2406" y="112767"/>
                    <a:pt x="1986" y="110890"/>
                    <a:pt x="1626" y="109002"/>
                  </a:cubicBezTo>
                  <a:cubicBezTo>
                    <a:pt x="1266" y="107113"/>
                    <a:pt x="965" y="105213"/>
                    <a:pt x="724" y="103306"/>
                  </a:cubicBezTo>
                  <a:cubicBezTo>
                    <a:pt x="483" y="101398"/>
                    <a:pt x="302" y="99483"/>
                    <a:pt x="181" y="97564"/>
                  </a:cubicBezTo>
                  <a:cubicBezTo>
                    <a:pt x="60" y="95645"/>
                    <a:pt x="0" y="93723"/>
                    <a:pt x="0" y="91800"/>
                  </a:cubicBezTo>
                  <a:cubicBezTo>
                    <a:pt x="0" y="89877"/>
                    <a:pt x="60" y="87955"/>
                    <a:pt x="181" y="86036"/>
                  </a:cubicBezTo>
                  <a:cubicBezTo>
                    <a:pt x="302" y="84117"/>
                    <a:pt x="483" y="82202"/>
                    <a:pt x="724" y="80294"/>
                  </a:cubicBezTo>
                  <a:cubicBezTo>
                    <a:pt x="965" y="78387"/>
                    <a:pt x="1266" y="76487"/>
                    <a:pt x="1626" y="74598"/>
                  </a:cubicBezTo>
                  <a:cubicBezTo>
                    <a:pt x="1986" y="72710"/>
                    <a:pt x="2406" y="70833"/>
                    <a:pt x="2884" y="68970"/>
                  </a:cubicBezTo>
                  <a:cubicBezTo>
                    <a:pt x="3362" y="67108"/>
                    <a:pt x="3899" y="65261"/>
                    <a:pt x="4493" y="63432"/>
                  </a:cubicBezTo>
                  <a:cubicBezTo>
                    <a:pt x="5087" y="61604"/>
                    <a:pt x="5739" y="59794"/>
                    <a:pt x="6447" y="58006"/>
                  </a:cubicBezTo>
                  <a:cubicBezTo>
                    <a:pt x="7154" y="56218"/>
                    <a:pt x="7918" y="54453"/>
                    <a:pt x="8737" y="52713"/>
                  </a:cubicBezTo>
                  <a:cubicBezTo>
                    <a:pt x="9556" y="50974"/>
                    <a:pt x="10429" y="49260"/>
                    <a:pt x="11355" y="47575"/>
                  </a:cubicBezTo>
                  <a:cubicBezTo>
                    <a:pt x="12281" y="45890"/>
                    <a:pt x="13260" y="44235"/>
                    <a:pt x="14291" y="42611"/>
                  </a:cubicBezTo>
                  <a:cubicBezTo>
                    <a:pt x="15321" y="40988"/>
                    <a:pt x="16402" y="39397"/>
                    <a:pt x="17532" y="37841"/>
                  </a:cubicBezTo>
                  <a:cubicBezTo>
                    <a:pt x="18662" y="36286"/>
                    <a:pt x="19841" y="34766"/>
                    <a:pt x="21067" y="33284"/>
                  </a:cubicBezTo>
                  <a:cubicBezTo>
                    <a:pt x="22293" y="31803"/>
                    <a:pt x="23564" y="30360"/>
                    <a:pt x="24881" y="28959"/>
                  </a:cubicBezTo>
                  <a:cubicBezTo>
                    <a:pt x="26197" y="27557"/>
                    <a:pt x="27557" y="26197"/>
                    <a:pt x="28959" y="24881"/>
                  </a:cubicBezTo>
                  <a:cubicBezTo>
                    <a:pt x="30360" y="23564"/>
                    <a:pt x="31803" y="22293"/>
                    <a:pt x="33284" y="21067"/>
                  </a:cubicBezTo>
                  <a:cubicBezTo>
                    <a:pt x="34766" y="19841"/>
                    <a:pt x="36286" y="18662"/>
                    <a:pt x="37841" y="17532"/>
                  </a:cubicBezTo>
                  <a:cubicBezTo>
                    <a:pt x="39397" y="16402"/>
                    <a:pt x="40988" y="15321"/>
                    <a:pt x="42611" y="14291"/>
                  </a:cubicBezTo>
                  <a:cubicBezTo>
                    <a:pt x="44235" y="13260"/>
                    <a:pt x="45890" y="12281"/>
                    <a:pt x="47575" y="11355"/>
                  </a:cubicBezTo>
                  <a:cubicBezTo>
                    <a:pt x="49260" y="10429"/>
                    <a:pt x="50974" y="9556"/>
                    <a:pt x="52713" y="8737"/>
                  </a:cubicBezTo>
                  <a:cubicBezTo>
                    <a:pt x="54453" y="7918"/>
                    <a:pt x="56218" y="7154"/>
                    <a:pt x="58006" y="6447"/>
                  </a:cubicBezTo>
                  <a:cubicBezTo>
                    <a:pt x="59794" y="5739"/>
                    <a:pt x="61604" y="5087"/>
                    <a:pt x="63432" y="4493"/>
                  </a:cubicBezTo>
                  <a:cubicBezTo>
                    <a:pt x="65261" y="3899"/>
                    <a:pt x="67108" y="3362"/>
                    <a:pt x="68970" y="2884"/>
                  </a:cubicBezTo>
                  <a:cubicBezTo>
                    <a:pt x="70833" y="2406"/>
                    <a:pt x="72710" y="1986"/>
                    <a:pt x="74598" y="1626"/>
                  </a:cubicBezTo>
                  <a:cubicBezTo>
                    <a:pt x="76487" y="1266"/>
                    <a:pt x="78387" y="965"/>
                    <a:pt x="80294" y="724"/>
                  </a:cubicBezTo>
                  <a:cubicBezTo>
                    <a:pt x="82202" y="483"/>
                    <a:pt x="84117" y="302"/>
                    <a:pt x="86036" y="181"/>
                  </a:cubicBezTo>
                  <a:cubicBezTo>
                    <a:pt x="87955" y="60"/>
                    <a:pt x="89877" y="0"/>
                    <a:pt x="91800" y="0"/>
                  </a:cubicBezTo>
                  <a:cubicBezTo>
                    <a:pt x="93723" y="0"/>
                    <a:pt x="95645" y="60"/>
                    <a:pt x="97564" y="181"/>
                  </a:cubicBezTo>
                  <a:cubicBezTo>
                    <a:pt x="99483" y="302"/>
                    <a:pt x="101398" y="483"/>
                    <a:pt x="103306" y="724"/>
                  </a:cubicBezTo>
                  <a:cubicBezTo>
                    <a:pt x="105213" y="965"/>
                    <a:pt x="107113" y="1266"/>
                    <a:pt x="109002" y="1626"/>
                  </a:cubicBezTo>
                  <a:cubicBezTo>
                    <a:pt x="110890" y="1986"/>
                    <a:pt x="112767" y="2406"/>
                    <a:pt x="114630" y="2884"/>
                  </a:cubicBezTo>
                  <a:cubicBezTo>
                    <a:pt x="116492" y="3362"/>
                    <a:pt x="118339" y="3899"/>
                    <a:pt x="120168" y="4493"/>
                  </a:cubicBezTo>
                  <a:cubicBezTo>
                    <a:pt x="121996" y="5087"/>
                    <a:pt x="123806" y="5739"/>
                    <a:pt x="125594" y="6447"/>
                  </a:cubicBezTo>
                  <a:cubicBezTo>
                    <a:pt x="127382" y="7154"/>
                    <a:pt x="129147" y="7918"/>
                    <a:pt x="130887" y="8737"/>
                  </a:cubicBezTo>
                  <a:cubicBezTo>
                    <a:pt x="132626" y="9556"/>
                    <a:pt x="134340" y="10429"/>
                    <a:pt x="136025" y="11355"/>
                  </a:cubicBezTo>
                  <a:cubicBezTo>
                    <a:pt x="137710" y="12281"/>
                    <a:pt x="139365" y="13260"/>
                    <a:pt x="140989" y="14291"/>
                  </a:cubicBezTo>
                  <a:cubicBezTo>
                    <a:pt x="142612" y="15321"/>
                    <a:pt x="144203" y="16402"/>
                    <a:pt x="145759" y="17532"/>
                  </a:cubicBezTo>
                  <a:cubicBezTo>
                    <a:pt x="147314" y="18662"/>
                    <a:pt x="148834" y="19841"/>
                    <a:pt x="150316" y="21067"/>
                  </a:cubicBezTo>
                  <a:cubicBezTo>
                    <a:pt x="151797" y="22293"/>
                    <a:pt x="153240" y="23564"/>
                    <a:pt x="154641" y="24881"/>
                  </a:cubicBezTo>
                  <a:cubicBezTo>
                    <a:pt x="156043" y="26197"/>
                    <a:pt x="157403" y="27557"/>
                    <a:pt x="158719" y="28959"/>
                  </a:cubicBezTo>
                  <a:cubicBezTo>
                    <a:pt x="160036" y="30360"/>
                    <a:pt x="161307" y="31803"/>
                    <a:pt x="162533" y="33284"/>
                  </a:cubicBezTo>
                  <a:cubicBezTo>
                    <a:pt x="163759" y="34766"/>
                    <a:pt x="164938" y="36286"/>
                    <a:pt x="166068" y="37841"/>
                  </a:cubicBezTo>
                  <a:cubicBezTo>
                    <a:pt x="167198" y="39397"/>
                    <a:pt x="168279" y="40988"/>
                    <a:pt x="169309" y="42611"/>
                  </a:cubicBezTo>
                  <a:cubicBezTo>
                    <a:pt x="170340" y="44235"/>
                    <a:pt x="171319" y="45890"/>
                    <a:pt x="172245" y="47575"/>
                  </a:cubicBezTo>
                  <a:cubicBezTo>
                    <a:pt x="173171" y="49260"/>
                    <a:pt x="174044" y="50974"/>
                    <a:pt x="174863" y="52713"/>
                  </a:cubicBezTo>
                  <a:cubicBezTo>
                    <a:pt x="175682" y="54453"/>
                    <a:pt x="176446" y="56218"/>
                    <a:pt x="177153" y="58006"/>
                  </a:cubicBezTo>
                  <a:cubicBezTo>
                    <a:pt x="177861" y="59794"/>
                    <a:pt x="178513" y="61604"/>
                    <a:pt x="179107" y="63432"/>
                  </a:cubicBezTo>
                  <a:cubicBezTo>
                    <a:pt x="179701" y="65261"/>
                    <a:pt x="180238" y="67108"/>
                    <a:pt x="180716" y="68970"/>
                  </a:cubicBezTo>
                  <a:cubicBezTo>
                    <a:pt x="181194" y="70833"/>
                    <a:pt x="181614" y="72710"/>
                    <a:pt x="181974" y="74598"/>
                  </a:cubicBezTo>
                  <a:cubicBezTo>
                    <a:pt x="182334" y="76487"/>
                    <a:pt x="182635" y="78387"/>
                    <a:pt x="182876" y="80294"/>
                  </a:cubicBezTo>
                  <a:cubicBezTo>
                    <a:pt x="183117" y="82202"/>
                    <a:pt x="183298" y="84117"/>
                    <a:pt x="183419" y="86036"/>
                  </a:cubicBezTo>
                  <a:cubicBezTo>
                    <a:pt x="183540" y="87955"/>
                    <a:pt x="183600" y="89877"/>
                    <a:pt x="183600" y="91800"/>
                  </a:cubicBezTo>
                  <a:close/>
                </a:path>
              </a:pathLst>
            </a:custGeom>
            <a:solidFill>
              <a:srgbClr val="DE734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7" name="probe-noto-emoji_u1f4fb-part-6"/>
            <p:cNvSpPr/>
            <p:nvPr/>
          </p:nvSpPr>
          <p:spPr>
            <a:xfrm>
              <a:off x="953000" y="990500"/>
              <a:ext cx="183600" cy="183600"/>
            </a:xfrm>
            <a:custGeom>
              <a:avLst/>
              <a:gdLst/>
              <a:ahLst/>
              <a:cxnLst/>
              <a:rect l="0" t="0" r="r" b="b"/>
              <a:pathLst>
                <a:path w="183600" h="183600">
                  <a:moveTo>
                    <a:pt x="183600" y="91800"/>
                  </a:moveTo>
                  <a:cubicBezTo>
                    <a:pt x="183600" y="93723"/>
                    <a:pt x="183540" y="95645"/>
                    <a:pt x="183419" y="97564"/>
                  </a:cubicBezTo>
                  <a:cubicBezTo>
                    <a:pt x="183298" y="99483"/>
                    <a:pt x="183117" y="101398"/>
                    <a:pt x="182876" y="103306"/>
                  </a:cubicBezTo>
                  <a:cubicBezTo>
                    <a:pt x="182635" y="105213"/>
                    <a:pt x="182334" y="107113"/>
                    <a:pt x="181974" y="109002"/>
                  </a:cubicBezTo>
                  <a:cubicBezTo>
                    <a:pt x="181614" y="110890"/>
                    <a:pt x="181194" y="112767"/>
                    <a:pt x="180716" y="114630"/>
                  </a:cubicBezTo>
                  <a:cubicBezTo>
                    <a:pt x="180238" y="116492"/>
                    <a:pt x="179701" y="118339"/>
                    <a:pt x="179107" y="120168"/>
                  </a:cubicBezTo>
                  <a:cubicBezTo>
                    <a:pt x="178513" y="121996"/>
                    <a:pt x="177861" y="123806"/>
                    <a:pt x="177153" y="125594"/>
                  </a:cubicBezTo>
                  <a:cubicBezTo>
                    <a:pt x="176446" y="127382"/>
                    <a:pt x="175682" y="129147"/>
                    <a:pt x="174863" y="130887"/>
                  </a:cubicBezTo>
                  <a:cubicBezTo>
                    <a:pt x="174044" y="132626"/>
                    <a:pt x="173171" y="134340"/>
                    <a:pt x="172245" y="136025"/>
                  </a:cubicBezTo>
                  <a:cubicBezTo>
                    <a:pt x="171319" y="137710"/>
                    <a:pt x="170340" y="139365"/>
                    <a:pt x="169309" y="140989"/>
                  </a:cubicBezTo>
                  <a:cubicBezTo>
                    <a:pt x="168279" y="142612"/>
                    <a:pt x="167198" y="144203"/>
                    <a:pt x="166068" y="145759"/>
                  </a:cubicBezTo>
                  <a:cubicBezTo>
                    <a:pt x="164938" y="147314"/>
                    <a:pt x="163759" y="148834"/>
                    <a:pt x="162533" y="150316"/>
                  </a:cubicBezTo>
                  <a:cubicBezTo>
                    <a:pt x="161307" y="151797"/>
                    <a:pt x="160036" y="153240"/>
                    <a:pt x="158719" y="154641"/>
                  </a:cubicBezTo>
                  <a:cubicBezTo>
                    <a:pt x="157403" y="156043"/>
                    <a:pt x="156043" y="157403"/>
                    <a:pt x="154641" y="158719"/>
                  </a:cubicBezTo>
                  <a:cubicBezTo>
                    <a:pt x="153240" y="160036"/>
                    <a:pt x="151797" y="161307"/>
                    <a:pt x="150316" y="162533"/>
                  </a:cubicBezTo>
                  <a:cubicBezTo>
                    <a:pt x="148834" y="163759"/>
                    <a:pt x="147314" y="164938"/>
                    <a:pt x="145759" y="166068"/>
                  </a:cubicBezTo>
                  <a:cubicBezTo>
                    <a:pt x="144203" y="167198"/>
                    <a:pt x="142612" y="168279"/>
                    <a:pt x="140989" y="169309"/>
                  </a:cubicBezTo>
                  <a:cubicBezTo>
                    <a:pt x="139365" y="170340"/>
                    <a:pt x="137710" y="171319"/>
                    <a:pt x="136025" y="172245"/>
                  </a:cubicBezTo>
                  <a:cubicBezTo>
                    <a:pt x="134340" y="173171"/>
                    <a:pt x="132626" y="174044"/>
                    <a:pt x="130887" y="174863"/>
                  </a:cubicBezTo>
                  <a:cubicBezTo>
                    <a:pt x="129147" y="175682"/>
                    <a:pt x="127382" y="176446"/>
                    <a:pt x="125594" y="177153"/>
                  </a:cubicBezTo>
                  <a:cubicBezTo>
                    <a:pt x="123806" y="177861"/>
                    <a:pt x="121996" y="178513"/>
                    <a:pt x="120168" y="179107"/>
                  </a:cubicBezTo>
                  <a:cubicBezTo>
                    <a:pt x="118339" y="179701"/>
                    <a:pt x="116492" y="180238"/>
                    <a:pt x="114630" y="180716"/>
                  </a:cubicBezTo>
                  <a:cubicBezTo>
                    <a:pt x="112767" y="181194"/>
                    <a:pt x="110890" y="181614"/>
                    <a:pt x="109002" y="181974"/>
                  </a:cubicBezTo>
                  <a:cubicBezTo>
                    <a:pt x="107113" y="182334"/>
                    <a:pt x="105213" y="182635"/>
                    <a:pt x="103306" y="182876"/>
                  </a:cubicBezTo>
                  <a:cubicBezTo>
                    <a:pt x="101398" y="183117"/>
                    <a:pt x="99483" y="183298"/>
                    <a:pt x="97564" y="183419"/>
                  </a:cubicBezTo>
                  <a:cubicBezTo>
                    <a:pt x="95645" y="183540"/>
                    <a:pt x="93723" y="183600"/>
                    <a:pt x="91800" y="183600"/>
                  </a:cubicBezTo>
                  <a:cubicBezTo>
                    <a:pt x="89877" y="183600"/>
                    <a:pt x="87955" y="183540"/>
                    <a:pt x="86036" y="183419"/>
                  </a:cubicBezTo>
                  <a:cubicBezTo>
                    <a:pt x="84117" y="183298"/>
                    <a:pt x="82202" y="183117"/>
                    <a:pt x="80294" y="182876"/>
                  </a:cubicBezTo>
                  <a:cubicBezTo>
                    <a:pt x="78387" y="182635"/>
                    <a:pt x="76487" y="182334"/>
                    <a:pt x="74598" y="181974"/>
                  </a:cubicBezTo>
                  <a:cubicBezTo>
                    <a:pt x="72710" y="181614"/>
                    <a:pt x="70833" y="181194"/>
                    <a:pt x="68970" y="180716"/>
                  </a:cubicBezTo>
                  <a:cubicBezTo>
                    <a:pt x="67108" y="180238"/>
                    <a:pt x="65261" y="179701"/>
                    <a:pt x="63432" y="179107"/>
                  </a:cubicBezTo>
                  <a:cubicBezTo>
                    <a:pt x="61604" y="178513"/>
                    <a:pt x="59794" y="177861"/>
                    <a:pt x="58006" y="177153"/>
                  </a:cubicBezTo>
                  <a:cubicBezTo>
                    <a:pt x="56218" y="176446"/>
                    <a:pt x="54453" y="175682"/>
                    <a:pt x="52713" y="174863"/>
                  </a:cubicBezTo>
                  <a:cubicBezTo>
                    <a:pt x="50974" y="174044"/>
                    <a:pt x="49260" y="173171"/>
                    <a:pt x="47575" y="172245"/>
                  </a:cubicBezTo>
                  <a:cubicBezTo>
                    <a:pt x="45890" y="171319"/>
                    <a:pt x="44235" y="170340"/>
                    <a:pt x="42611" y="169309"/>
                  </a:cubicBezTo>
                  <a:cubicBezTo>
                    <a:pt x="40988" y="168279"/>
                    <a:pt x="39397" y="167198"/>
                    <a:pt x="37841" y="166068"/>
                  </a:cubicBezTo>
                  <a:cubicBezTo>
                    <a:pt x="36286" y="164938"/>
                    <a:pt x="34766" y="163759"/>
                    <a:pt x="33284" y="162533"/>
                  </a:cubicBezTo>
                  <a:cubicBezTo>
                    <a:pt x="31803" y="161307"/>
                    <a:pt x="30360" y="160036"/>
                    <a:pt x="28959" y="158719"/>
                  </a:cubicBezTo>
                  <a:cubicBezTo>
                    <a:pt x="27557" y="157403"/>
                    <a:pt x="26197" y="156043"/>
                    <a:pt x="24881" y="154641"/>
                  </a:cubicBezTo>
                  <a:cubicBezTo>
                    <a:pt x="23564" y="153240"/>
                    <a:pt x="22293" y="151797"/>
                    <a:pt x="21067" y="150316"/>
                  </a:cubicBezTo>
                  <a:cubicBezTo>
                    <a:pt x="19841" y="148834"/>
                    <a:pt x="18662" y="147314"/>
                    <a:pt x="17532" y="145759"/>
                  </a:cubicBezTo>
                  <a:cubicBezTo>
                    <a:pt x="16402" y="144203"/>
                    <a:pt x="15321" y="142612"/>
                    <a:pt x="14291" y="140989"/>
                  </a:cubicBezTo>
                  <a:cubicBezTo>
                    <a:pt x="13260" y="139365"/>
                    <a:pt x="12281" y="137710"/>
                    <a:pt x="11355" y="136025"/>
                  </a:cubicBezTo>
                  <a:cubicBezTo>
                    <a:pt x="10429" y="134340"/>
                    <a:pt x="9556" y="132626"/>
                    <a:pt x="8737" y="130887"/>
                  </a:cubicBezTo>
                  <a:cubicBezTo>
                    <a:pt x="7918" y="129147"/>
                    <a:pt x="7154" y="127382"/>
                    <a:pt x="6447" y="125594"/>
                  </a:cubicBezTo>
                  <a:cubicBezTo>
                    <a:pt x="5739" y="123806"/>
                    <a:pt x="5087" y="121996"/>
                    <a:pt x="4493" y="120168"/>
                  </a:cubicBezTo>
                  <a:cubicBezTo>
                    <a:pt x="3899" y="118339"/>
                    <a:pt x="3362" y="116492"/>
                    <a:pt x="2884" y="114630"/>
                  </a:cubicBezTo>
                  <a:cubicBezTo>
                    <a:pt x="2406" y="112767"/>
                    <a:pt x="1986" y="110890"/>
                    <a:pt x="1626" y="109002"/>
                  </a:cubicBezTo>
                  <a:cubicBezTo>
                    <a:pt x="1266" y="107113"/>
                    <a:pt x="965" y="105213"/>
                    <a:pt x="724" y="103306"/>
                  </a:cubicBezTo>
                  <a:cubicBezTo>
                    <a:pt x="483" y="101398"/>
                    <a:pt x="302" y="99483"/>
                    <a:pt x="181" y="97564"/>
                  </a:cubicBezTo>
                  <a:cubicBezTo>
                    <a:pt x="60" y="95645"/>
                    <a:pt x="0" y="93723"/>
                    <a:pt x="0" y="91800"/>
                  </a:cubicBezTo>
                  <a:cubicBezTo>
                    <a:pt x="0" y="89877"/>
                    <a:pt x="60" y="87955"/>
                    <a:pt x="181" y="86036"/>
                  </a:cubicBezTo>
                  <a:cubicBezTo>
                    <a:pt x="302" y="84117"/>
                    <a:pt x="483" y="82202"/>
                    <a:pt x="724" y="80294"/>
                  </a:cubicBezTo>
                  <a:cubicBezTo>
                    <a:pt x="965" y="78387"/>
                    <a:pt x="1266" y="76487"/>
                    <a:pt x="1626" y="74598"/>
                  </a:cubicBezTo>
                  <a:cubicBezTo>
                    <a:pt x="1986" y="72710"/>
                    <a:pt x="2406" y="70833"/>
                    <a:pt x="2884" y="68970"/>
                  </a:cubicBezTo>
                  <a:cubicBezTo>
                    <a:pt x="3362" y="67108"/>
                    <a:pt x="3899" y="65261"/>
                    <a:pt x="4493" y="63432"/>
                  </a:cubicBezTo>
                  <a:cubicBezTo>
                    <a:pt x="5087" y="61604"/>
                    <a:pt x="5739" y="59794"/>
                    <a:pt x="6447" y="58006"/>
                  </a:cubicBezTo>
                  <a:cubicBezTo>
                    <a:pt x="7154" y="56218"/>
                    <a:pt x="7918" y="54453"/>
                    <a:pt x="8737" y="52713"/>
                  </a:cubicBezTo>
                  <a:cubicBezTo>
                    <a:pt x="9556" y="50974"/>
                    <a:pt x="10429" y="49260"/>
                    <a:pt x="11355" y="47575"/>
                  </a:cubicBezTo>
                  <a:cubicBezTo>
                    <a:pt x="12281" y="45890"/>
                    <a:pt x="13260" y="44235"/>
                    <a:pt x="14291" y="42611"/>
                  </a:cubicBezTo>
                  <a:cubicBezTo>
                    <a:pt x="15321" y="40988"/>
                    <a:pt x="16402" y="39397"/>
                    <a:pt x="17532" y="37841"/>
                  </a:cubicBezTo>
                  <a:cubicBezTo>
                    <a:pt x="18662" y="36286"/>
                    <a:pt x="19841" y="34766"/>
                    <a:pt x="21067" y="33284"/>
                  </a:cubicBezTo>
                  <a:cubicBezTo>
                    <a:pt x="22293" y="31803"/>
                    <a:pt x="23564" y="30360"/>
                    <a:pt x="24881" y="28959"/>
                  </a:cubicBezTo>
                  <a:cubicBezTo>
                    <a:pt x="26197" y="27557"/>
                    <a:pt x="27557" y="26197"/>
                    <a:pt x="28959" y="24881"/>
                  </a:cubicBezTo>
                  <a:cubicBezTo>
                    <a:pt x="30360" y="23564"/>
                    <a:pt x="31803" y="22293"/>
                    <a:pt x="33284" y="21067"/>
                  </a:cubicBezTo>
                  <a:cubicBezTo>
                    <a:pt x="34766" y="19841"/>
                    <a:pt x="36286" y="18662"/>
                    <a:pt x="37841" y="17532"/>
                  </a:cubicBezTo>
                  <a:cubicBezTo>
                    <a:pt x="39397" y="16402"/>
                    <a:pt x="40988" y="15321"/>
                    <a:pt x="42611" y="14291"/>
                  </a:cubicBezTo>
                  <a:cubicBezTo>
                    <a:pt x="44235" y="13260"/>
                    <a:pt x="45890" y="12281"/>
                    <a:pt x="47575" y="11355"/>
                  </a:cubicBezTo>
                  <a:cubicBezTo>
                    <a:pt x="49260" y="10429"/>
                    <a:pt x="50974" y="9556"/>
                    <a:pt x="52713" y="8737"/>
                  </a:cubicBezTo>
                  <a:cubicBezTo>
                    <a:pt x="54453" y="7918"/>
                    <a:pt x="56218" y="7154"/>
                    <a:pt x="58006" y="6447"/>
                  </a:cubicBezTo>
                  <a:cubicBezTo>
                    <a:pt x="59794" y="5739"/>
                    <a:pt x="61604" y="5087"/>
                    <a:pt x="63432" y="4493"/>
                  </a:cubicBezTo>
                  <a:cubicBezTo>
                    <a:pt x="65261" y="3899"/>
                    <a:pt x="67108" y="3362"/>
                    <a:pt x="68970" y="2884"/>
                  </a:cubicBezTo>
                  <a:cubicBezTo>
                    <a:pt x="70833" y="2406"/>
                    <a:pt x="72710" y="1986"/>
                    <a:pt x="74598" y="1626"/>
                  </a:cubicBezTo>
                  <a:cubicBezTo>
                    <a:pt x="76487" y="1266"/>
                    <a:pt x="78387" y="965"/>
                    <a:pt x="80294" y="724"/>
                  </a:cubicBezTo>
                  <a:cubicBezTo>
                    <a:pt x="82202" y="483"/>
                    <a:pt x="84117" y="302"/>
                    <a:pt x="86036" y="181"/>
                  </a:cubicBezTo>
                  <a:cubicBezTo>
                    <a:pt x="87955" y="60"/>
                    <a:pt x="89877" y="0"/>
                    <a:pt x="91800" y="0"/>
                  </a:cubicBezTo>
                  <a:cubicBezTo>
                    <a:pt x="93723" y="0"/>
                    <a:pt x="95645" y="60"/>
                    <a:pt x="97564" y="181"/>
                  </a:cubicBezTo>
                  <a:cubicBezTo>
                    <a:pt x="99483" y="302"/>
                    <a:pt x="101398" y="483"/>
                    <a:pt x="103306" y="724"/>
                  </a:cubicBezTo>
                  <a:cubicBezTo>
                    <a:pt x="105213" y="965"/>
                    <a:pt x="107113" y="1266"/>
                    <a:pt x="109002" y="1626"/>
                  </a:cubicBezTo>
                  <a:cubicBezTo>
                    <a:pt x="110890" y="1986"/>
                    <a:pt x="112767" y="2406"/>
                    <a:pt x="114630" y="2884"/>
                  </a:cubicBezTo>
                  <a:cubicBezTo>
                    <a:pt x="116492" y="3362"/>
                    <a:pt x="118339" y="3899"/>
                    <a:pt x="120168" y="4493"/>
                  </a:cubicBezTo>
                  <a:cubicBezTo>
                    <a:pt x="121996" y="5087"/>
                    <a:pt x="123806" y="5739"/>
                    <a:pt x="125594" y="6447"/>
                  </a:cubicBezTo>
                  <a:cubicBezTo>
                    <a:pt x="127382" y="7154"/>
                    <a:pt x="129147" y="7918"/>
                    <a:pt x="130887" y="8737"/>
                  </a:cubicBezTo>
                  <a:cubicBezTo>
                    <a:pt x="132626" y="9556"/>
                    <a:pt x="134340" y="10429"/>
                    <a:pt x="136025" y="11355"/>
                  </a:cubicBezTo>
                  <a:cubicBezTo>
                    <a:pt x="137710" y="12281"/>
                    <a:pt x="139365" y="13260"/>
                    <a:pt x="140989" y="14291"/>
                  </a:cubicBezTo>
                  <a:cubicBezTo>
                    <a:pt x="142612" y="15321"/>
                    <a:pt x="144203" y="16402"/>
                    <a:pt x="145759" y="17532"/>
                  </a:cubicBezTo>
                  <a:cubicBezTo>
                    <a:pt x="147314" y="18662"/>
                    <a:pt x="148834" y="19841"/>
                    <a:pt x="150316" y="21067"/>
                  </a:cubicBezTo>
                  <a:cubicBezTo>
                    <a:pt x="151797" y="22293"/>
                    <a:pt x="153240" y="23564"/>
                    <a:pt x="154641" y="24881"/>
                  </a:cubicBezTo>
                  <a:cubicBezTo>
                    <a:pt x="156043" y="26197"/>
                    <a:pt x="157403" y="27557"/>
                    <a:pt x="158719" y="28959"/>
                  </a:cubicBezTo>
                  <a:cubicBezTo>
                    <a:pt x="160036" y="30360"/>
                    <a:pt x="161307" y="31803"/>
                    <a:pt x="162533" y="33284"/>
                  </a:cubicBezTo>
                  <a:cubicBezTo>
                    <a:pt x="163759" y="34766"/>
                    <a:pt x="164938" y="36286"/>
                    <a:pt x="166068" y="37841"/>
                  </a:cubicBezTo>
                  <a:cubicBezTo>
                    <a:pt x="167198" y="39397"/>
                    <a:pt x="168279" y="40988"/>
                    <a:pt x="169309" y="42611"/>
                  </a:cubicBezTo>
                  <a:cubicBezTo>
                    <a:pt x="170340" y="44235"/>
                    <a:pt x="171319" y="45890"/>
                    <a:pt x="172245" y="47575"/>
                  </a:cubicBezTo>
                  <a:cubicBezTo>
                    <a:pt x="173171" y="49260"/>
                    <a:pt x="174044" y="50974"/>
                    <a:pt x="174863" y="52713"/>
                  </a:cubicBezTo>
                  <a:cubicBezTo>
                    <a:pt x="175682" y="54453"/>
                    <a:pt x="176446" y="56218"/>
                    <a:pt x="177153" y="58006"/>
                  </a:cubicBezTo>
                  <a:cubicBezTo>
                    <a:pt x="177861" y="59794"/>
                    <a:pt x="178513" y="61604"/>
                    <a:pt x="179107" y="63432"/>
                  </a:cubicBezTo>
                  <a:cubicBezTo>
                    <a:pt x="179701" y="65261"/>
                    <a:pt x="180238" y="67108"/>
                    <a:pt x="180716" y="68970"/>
                  </a:cubicBezTo>
                  <a:cubicBezTo>
                    <a:pt x="181194" y="70833"/>
                    <a:pt x="181614" y="72710"/>
                    <a:pt x="181974" y="74598"/>
                  </a:cubicBezTo>
                  <a:cubicBezTo>
                    <a:pt x="182334" y="76487"/>
                    <a:pt x="182635" y="78387"/>
                    <a:pt x="182876" y="80294"/>
                  </a:cubicBezTo>
                  <a:cubicBezTo>
                    <a:pt x="183117" y="82202"/>
                    <a:pt x="183298" y="84117"/>
                    <a:pt x="183419" y="86036"/>
                  </a:cubicBezTo>
                  <a:cubicBezTo>
                    <a:pt x="183540" y="87955"/>
                    <a:pt x="183600" y="89877"/>
                    <a:pt x="183600" y="91800"/>
                  </a:cubicBezTo>
                  <a:close/>
                </a:path>
              </a:pathLst>
            </a:custGeom>
            <a:solidFill>
              <a:srgbClr val="DE734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8" name="probe-noto-emoji_u1f4fb-part-7"/>
            <p:cNvSpPr/>
            <p:nvPr/>
          </p:nvSpPr>
          <p:spPr>
            <a:xfrm>
              <a:off x="613600" y="971800"/>
              <a:ext cx="183600" cy="183600"/>
            </a:xfrm>
            <a:custGeom>
              <a:avLst/>
              <a:gdLst/>
              <a:ahLst/>
              <a:cxnLst/>
              <a:rect l="0" t="0" r="r" b="b"/>
              <a:pathLst>
                <a:path w="183600" h="183600">
                  <a:moveTo>
                    <a:pt x="183600" y="91800"/>
                  </a:moveTo>
                  <a:cubicBezTo>
                    <a:pt x="183600" y="93723"/>
                    <a:pt x="183540" y="95645"/>
                    <a:pt x="183419" y="97564"/>
                  </a:cubicBezTo>
                  <a:cubicBezTo>
                    <a:pt x="183298" y="99483"/>
                    <a:pt x="183117" y="101398"/>
                    <a:pt x="182876" y="103306"/>
                  </a:cubicBezTo>
                  <a:cubicBezTo>
                    <a:pt x="182635" y="105213"/>
                    <a:pt x="182334" y="107113"/>
                    <a:pt x="181974" y="109002"/>
                  </a:cubicBezTo>
                  <a:cubicBezTo>
                    <a:pt x="181614" y="110890"/>
                    <a:pt x="181194" y="112767"/>
                    <a:pt x="180716" y="114630"/>
                  </a:cubicBezTo>
                  <a:cubicBezTo>
                    <a:pt x="180238" y="116492"/>
                    <a:pt x="179701" y="118339"/>
                    <a:pt x="179107" y="120168"/>
                  </a:cubicBezTo>
                  <a:cubicBezTo>
                    <a:pt x="178513" y="121996"/>
                    <a:pt x="177861" y="123806"/>
                    <a:pt x="177153" y="125594"/>
                  </a:cubicBezTo>
                  <a:cubicBezTo>
                    <a:pt x="176446" y="127382"/>
                    <a:pt x="175682" y="129147"/>
                    <a:pt x="174863" y="130887"/>
                  </a:cubicBezTo>
                  <a:cubicBezTo>
                    <a:pt x="174044" y="132626"/>
                    <a:pt x="173171" y="134340"/>
                    <a:pt x="172245" y="136025"/>
                  </a:cubicBezTo>
                  <a:cubicBezTo>
                    <a:pt x="171319" y="137710"/>
                    <a:pt x="170340" y="139365"/>
                    <a:pt x="169309" y="140989"/>
                  </a:cubicBezTo>
                  <a:cubicBezTo>
                    <a:pt x="168279" y="142612"/>
                    <a:pt x="167198" y="144203"/>
                    <a:pt x="166068" y="145759"/>
                  </a:cubicBezTo>
                  <a:cubicBezTo>
                    <a:pt x="164938" y="147314"/>
                    <a:pt x="163759" y="148834"/>
                    <a:pt x="162533" y="150316"/>
                  </a:cubicBezTo>
                  <a:cubicBezTo>
                    <a:pt x="161307" y="151797"/>
                    <a:pt x="160036" y="153240"/>
                    <a:pt x="158719" y="154641"/>
                  </a:cubicBezTo>
                  <a:cubicBezTo>
                    <a:pt x="157403" y="156043"/>
                    <a:pt x="156043" y="157403"/>
                    <a:pt x="154641" y="158719"/>
                  </a:cubicBezTo>
                  <a:cubicBezTo>
                    <a:pt x="153240" y="160036"/>
                    <a:pt x="151797" y="161307"/>
                    <a:pt x="150316" y="162533"/>
                  </a:cubicBezTo>
                  <a:cubicBezTo>
                    <a:pt x="148834" y="163759"/>
                    <a:pt x="147314" y="164938"/>
                    <a:pt x="145759" y="166068"/>
                  </a:cubicBezTo>
                  <a:cubicBezTo>
                    <a:pt x="144203" y="167198"/>
                    <a:pt x="142612" y="168279"/>
                    <a:pt x="140989" y="169309"/>
                  </a:cubicBezTo>
                  <a:cubicBezTo>
                    <a:pt x="139365" y="170340"/>
                    <a:pt x="137710" y="171319"/>
                    <a:pt x="136025" y="172245"/>
                  </a:cubicBezTo>
                  <a:cubicBezTo>
                    <a:pt x="134340" y="173171"/>
                    <a:pt x="132626" y="174044"/>
                    <a:pt x="130887" y="174863"/>
                  </a:cubicBezTo>
                  <a:cubicBezTo>
                    <a:pt x="129147" y="175682"/>
                    <a:pt x="127382" y="176446"/>
                    <a:pt x="125594" y="177153"/>
                  </a:cubicBezTo>
                  <a:cubicBezTo>
                    <a:pt x="123806" y="177861"/>
                    <a:pt x="121996" y="178513"/>
                    <a:pt x="120168" y="179107"/>
                  </a:cubicBezTo>
                  <a:cubicBezTo>
                    <a:pt x="118339" y="179701"/>
                    <a:pt x="116492" y="180238"/>
                    <a:pt x="114630" y="180716"/>
                  </a:cubicBezTo>
                  <a:cubicBezTo>
                    <a:pt x="112767" y="181194"/>
                    <a:pt x="110890" y="181614"/>
                    <a:pt x="109002" y="181974"/>
                  </a:cubicBezTo>
                  <a:cubicBezTo>
                    <a:pt x="107113" y="182334"/>
                    <a:pt x="105213" y="182635"/>
                    <a:pt x="103306" y="182876"/>
                  </a:cubicBezTo>
                  <a:cubicBezTo>
                    <a:pt x="101398" y="183117"/>
                    <a:pt x="99483" y="183298"/>
                    <a:pt x="97564" y="183419"/>
                  </a:cubicBezTo>
                  <a:cubicBezTo>
                    <a:pt x="95645" y="183540"/>
                    <a:pt x="93723" y="183600"/>
                    <a:pt x="91800" y="183600"/>
                  </a:cubicBezTo>
                  <a:cubicBezTo>
                    <a:pt x="89877" y="183600"/>
                    <a:pt x="87955" y="183540"/>
                    <a:pt x="86036" y="183419"/>
                  </a:cubicBezTo>
                  <a:cubicBezTo>
                    <a:pt x="84117" y="183298"/>
                    <a:pt x="82202" y="183117"/>
                    <a:pt x="80294" y="182876"/>
                  </a:cubicBezTo>
                  <a:cubicBezTo>
                    <a:pt x="78387" y="182635"/>
                    <a:pt x="76487" y="182334"/>
                    <a:pt x="74598" y="181974"/>
                  </a:cubicBezTo>
                  <a:cubicBezTo>
                    <a:pt x="72710" y="181614"/>
                    <a:pt x="70833" y="181194"/>
                    <a:pt x="68970" y="180716"/>
                  </a:cubicBezTo>
                  <a:cubicBezTo>
                    <a:pt x="67108" y="180238"/>
                    <a:pt x="65261" y="179701"/>
                    <a:pt x="63432" y="179107"/>
                  </a:cubicBezTo>
                  <a:cubicBezTo>
                    <a:pt x="61604" y="178513"/>
                    <a:pt x="59794" y="177861"/>
                    <a:pt x="58006" y="177153"/>
                  </a:cubicBezTo>
                  <a:cubicBezTo>
                    <a:pt x="56218" y="176446"/>
                    <a:pt x="54453" y="175682"/>
                    <a:pt x="52713" y="174863"/>
                  </a:cubicBezTo>
                  <a:cubicBezTo>
                    <a:pt x="50974" y="174044"/>
                    <a:pt x="49260" y="173171"/>
                    <a:pt x="47575" y="172245"/>
                  </a:cubicBezTo>
                  <a:cubicBezTo>
                    <a:pt x="45890" y="171319"/>
                    <a:pt x="44235" y="170340"/>
                    <a:pt x="42611" y="169309"/>
                  </a:cubicBezTo>
                  <a:cubicBezTo>
                    <a:pt x="40988" y="168279"/>
                    <a:pt x="39397" y="167198"/>
                    <a:pt x="37841" y="166068"/>
                  </a:cubicBezTo>
                  <a:cubicBezTo>
                    <a:pt x="36286" y="164938"/>
                    <a:pt x="34766" y="163759"/>
                    <a:pt x="33284" y="162533"/>
                  </a:cubicBezTo>
                  <a:cubicBezTo>
                    <a:pt x="31803" y="161307"/>
                    <a:pt x="30360" y="160036"/>
                    <a:pt x="28959" y="158719"/>
                  </a:cubicBezTo>
                  <a:cubicBezTo>
                    <a:pt x="27557" y="157403"/>
                    <a:pt x="26197" y="156043"/>
                    <a:pt x="24881" y="154641"/>
                  </a:cubicBezTo>
                  <a:cubicBezTo>
                    <a:pt x="23564" y="153240"/>
                    <a:pt x="22293" y="151797"/>
                    <a:pt x="21067" y="150316"/>
                  </a:cubicBezTo>
                  <a:cubicBezTo>
                    <a:pt x="19841" y="148834"/>
                    <a:pt x="18662" y="147314"/>
                    <a:pt x="17532" y="145759"/>
                  </a:cubicBezTo>
                  <a:cubicBezTo>
                    <a:pt x="16402" y="144203"/>
                    <a:pt x="15321" y="142612"/>
                    <a:pt x="14291" y="140989"/>
                  </a:cubicBezTo>
                  <a:cubicBezTo>
                    <a:pt x="13260" y="139365"/>
                    <a:pt x="12281" y="137710"/>
                    <a:pt x="11355" y="136025"/>
                  </a:cubicBezTo>
                  <a:cubicBezTo>
                    <a:pt x="10429" y="134340"/>
                    <a:pt x="9556" y="132626"/>
                    <a:pt x="8737" y="130887"/>
                  </a:cubicBezTo>
                  <a:cubicBezTo>
                    <a:pt x="7918" y="129147"/>
                    <a:pt x="7154" y="127382"/>
                    <a:pt x="6447" y="125594"/>
                  </a:cubicBezTo>
                  <a:cubicBezTo>
                    <a:pt x="5739" y="123806"/>
                    <a:pt x="5087" y="121996"/>
                    <a:pt x="4493" y="120168"/>
                  </a:cubicBezTo>
                  <a:cubicBezTo>
                    <a:pt x="3899" y="118339"/>
                    <a:pt x="3362" y="116492"/>
                    <a:pt x="2884" y="114630"/>
                  </a:cubicBezTo>
                  <a:cubicBezTo>
                    <a:pt x="2406" y="112767"/>
                    <a:pt x="1986" y="110890"/>
                    <a:pt x="1626" y="109002"/>
                  </a:cubicBezTo>
                  <a:cubicBezTo>
                    <a:pt x="1266" y="107113"/>
                    <a:pt x="965" y="105213"/>
                    <a:pt x="724" y="103306"/>
                  </a:cubicBezTo>
                  <a:cubicBezTo>
                    <a:pt x="483" y="101398"/>
                    <a:pt x="302" y="99483"/>
                    <a:pt x="181" y="97564"/>
                  </a:cubicBezTo>
                  <a:cubicBezTo>
                    <a:pt x="60" y="95645"/>
                    <a:pt x="0" y="93723"/>
                    <a:pt x="0" y="91800"/>
                  </a:cubicBezTo>
                  <a:cubicBezTo>
                    <a:pt x="0" y="89877"/>
                    <a:pt x="60" y="87955"/>
                    <a:pt x="181" y="86036"/>
                  </a:cubicBezTo>
                  <a:cubicBezTo>
                    <a:pt x="302" y="84117"/>
                    <a:pt x="483" y="82202"/>
                    <a:pt x="724" y="80294"/>
                  </a:cubicBezTo>
                  <a:cubicBezTo>
                    <a:pt x="965" y="78387"/>
                    <a:pt x="1266" y="76487"/>
                    <a:pt x="1626" y="74598"/>
                  </a:cubicBezTo>
                  <a:cubicBezTo>
                    <a:pt x="1986" y="72710"/>
                    <a:pt x="2406" y="70833"/>
                    <a:pt x="2884" y="68970"/>
                  </a:cubicBezTo>
                  <a:cubicBezTo>
                    <a:pt x="3362" y="67108"/>
                    <a:pt x="3899" y="65261"/>
                    <a:pt x="4493" y="63432"/>
                  </a:cubicBezTo>
                  <a:cubicBezTo>
                    <a:pt x="5087" y="61604"/>
                    <a:pt x="5739" y="59794"/>
                    <a:pt x="6447" y="58006"/>
                  </a:cubicBezTo>
                  <a:cubicBezTo>
                    <a:pt x="7154" y="56218"/>
                    <a:pt x="7918" y="54453"/>
                    <a:pt x="8737" y="52713"/>
                  </a:cubicBezTo>
                  <a:cubicBezTo>
                    <a:pt x="9556" y="50974"/>
                    <a:pt x="10429" y="49260"/>
                    <a:pt x="11355" y="47575"/>
                  </a:cubicBezTo>
                  <a:cubicBezTo>
                    <a:pt x="12281" y="45890"/>
                    <a:pt x="13260" y="44235"/>
                    <a:pt x="14291" y="42611"/>
                  </a:cubicBezTo>
                  <a:cubicBezTo>
                    <a:pt x="15321" y="40988"/>
                    <a:pt x="16402" y="39397"/>
                    <a:pt x="17532" y="37841"/>
                  </a:cubicBezTo>
                  <a:cubicBezTo>
                    <a:pt x="18662" y="36286"/>
                    <a:pt x="19841" y="34766"/>
                    <a:pt x="21067" y="33284"/>
                  </a:cubicBezTo>
                  <a:cubicBezTo>
                    <a:pt x="22293" y="31803"/>
                    <a:pt x="23564" y="30360"/>
                    <a:pt x="24881" y="28959"/>
                  </a:cubicBezTo>
                  <a:cubicBezTo>
                    <a:pt x="26197" y="27557"/>
                    <a:pt x="27557" y="26197"/>
                    <a:pt x="28959" y="24881"/>
                  </a:cubicBezTo>
                  <a:cubicBezTo>
                    <a:pt x="30360" y="23564"/>
                    <a:pt x="31803" y="22293"/>
                    <a:pt x="33284" y="21067"/>
                  </a:cubicBezTo>
                  <a:cubicBezTo>
                    <a:pt x="34766" y="19841"/>
                    <a:pt x="36286" y="18662"/>
                    <a:pt x="37841" y="17532"/>
                  </a:cubicBezTo>
                  <a:cubicBezTo>
                    <a:pt x="39397" y="16402"/>
                    <a:pt x="40988" y="15321"/>
                    <a:pt x="42611" y="14291"/>
                  </a:cubicBezTo>
                  <a:cubicBezTo>
                    <a:pt x="44235" y="13260"/>
                    <a:pt x="45890" y="12281"/>
                    <a:pt x="47575" y="11355"/>
                  </a:cubicBezTo>
                  <a:cubicBezTo>
                    <a:pt x="49260" y="10429"/>
                    <a:pt x="50974" y="9556"/>
                    <a:pt x="52713" y="8737"/>
                  </a:cubicBezTo>
                  <a:cubicBezTo>
                    <a:pt x="54453" y="7918"/>
                    <a:pt x="56218" y="7154"/>
                    <a:pt x="58006" y="6447"/>
                  </a:cubicBezTo>
                  <a:cubicBezTo>
                    <a:pt x="59794" y="5739"/>
                    <a:pt x="61604" y="5087"/>
                    <a:pt x="63432" y="4493"/>
                  </a:cubicBezTo>
                  <a:cubicBezTo>
                    <a:pt x="65261" y="3899"/>
                    <a:pt x="67108" y="3362"/>
                    <a:pt x="68970" y="2884"/>
                  </a:cubicBezTo>
                  <a:cubicBezTo>
                    <a:pt x="70833" y="2406"/>
                    <a:pt x="72710" y="1986"/>
                    <a:pt x="74598" y="1626"/>
                  </a:cubicBezTo>
                  <a:cubicBezTo>
                    <a:pt x="76487" y="1266"/>
                    <a:pt x="78387" y="965"/>
                    <a:pt x="80294" y="724"/>
                  </a:cubicBezTo>
                  <a:cubicBezTo>
                    <a:pt x="82202" y="483"/>
                    <a:pt x="84117" y="302"/>
                    <a:pt x="86036" y="181"/>
                  </a:cubicBezTo>
                  <a:cubicBezTo>
                    <a:pt x="87955" y="60"/>
                    <a:pt x="89877" y="0"/>
                    <a:pt x="91800" y="0"/>
                  </a:cubicBezTo>
                  <a:cubicBezTo>
                    <a:pt x="93723" y="0"/>
                    <a:pt x="95645" y="60"/>
                    <a:pt x="97564" y="181"/>
                  </a:cubicBezTo>
                  <a:cubicBezTo>
                    <a:pt x="99483" y="302"/>
                    <a:pt x="101398" y="483"/>
                    <a:pt x="103306" y="724"/>
                  </a:cubicBezTo>
                  <a:cubicBezTo>
                    <a:pt x="105213" y="965"/>
                    <a:pt x="107113" y="1266"/>
                    <a:pt x="109002" y="1626"/>
                  </a:cubicBezTo>
                  <a:cubicBezTo>
                    <a:pt x="110890" y="1986"/>
                    <a:pt x="112767" y="2406"/>
                    <a:pt x="114630" y="2884"/>
                  </a:cubicBezTo>
                  <a:cubicBezTo>
                    <a:pt x="116492" y="3362"/>
                    <a:pt x="118339" y="3899"/>
                    <a:pt x="120168" y="4493"/>
                  </a:cubicBezTo>
                  <a:cubicBezTo>
                    <a:pt x="121996" y="5087"/>
                    <a:pt x="123806" y="5739"/>
                    <a:pt x="125594" y="6447"/>
                  </a:cubicBezTo>
                  <a:cubicBezTo>
                    <a:pt x="127382" y="7154"/>
                    <a:pt x="129147" y="7918"/>
                    <a:pt x="130887" y="8737"/>
                  </a:cubicBezTo>
                  <a:cubicBezTo>
                    <a:pt x="132626" y="9556"/>
                    <a:pt x="134340" y="10429"/>
                    <a:pt x="136025" y="11355"/>
                  </a:cubicBezTo>
                  <a:cubicBezTo>
                    <a:pt x="137710" y="12281"/>
                    <a:pt x="139365" y="13260"/>
                    <a:pt x="140989" y="14291"/>
                  </a:cubicBezTo>
                  <a:cubicBezTo>
                    <a:pt x="142612" y="15321"/>
                    <a:pt x="144203" y="16402"/>
                    <a:pt x="145759" y="17532"/>
                  </a:cubicBezTo>
                  <a:cubicBezTo>
                    <a:pt x="147314" y="18662"/>
                    <a:pt x="148834" y="19841"/>
                    <a:pt x="150316" y="21067"/>
                  </a:cubicBezTo>
                  <a:cubicBezTo>
                    <a:pt x="151797" y="22293"/>
                    <a:pt x="153240" y="23564"/>
                    <a:pt x="154641" y="24881"/>
                  </a:cubicBezTo>
                  <a:cubicBezTo>
                    <a:pt x="156043" y="26197"/>
                    <a:pt x="157403" y="27557"/>
                    <a:pt x="158719" y="28959"/>
                  </a:cubicBezTo>
                  <a:cubicBezTo>
                    <a:pt x="160036" y="30360"/>
                    <a:pt x="161307" y="31803"/>
                    <a:pt x="162533" y="33284"/>
                  </a:cubicBezTo>
                  <a:cubicBezTo>
                    <a:pt x="163759" y="34766"/>
                    <a:pt x="164938" y="36286"/>
                    <a:pt x="166068" y="37841"/>
                  </a:cubicBezTo>
                  <a:cubicBezTo>
                    <a:pt x="167198" y="39397"/>
                    <a:pt x="168279" y="40988"/>
                    <a:pt x="169309" y="42611"/>
                  </a:cubicBezTo>
                  <a:cubicBezTo>
                    <a:pt x="170340" y="44235"/>
                    <a:pt x="171319" y="45890"/>
                    <a:pt x="172245" y="47575"/>
                  </a:cubicBezTo>
                  <a:cubicBezTo>
                    <a:pt x="173171" y="49260"/>
                    <a:pt x="174044" y="50974"/>
                    <a:pt x="174863" y="52713"/>
                  </a:cubicBezTo>
                  <a:cubicBezTo>
                    <a:pt x="175682" y="54453"/>
                    <a:pt x="176446" y="56218"/>
                    <a:pt x="177153" y="58006"/>
                  </a:cubicBezTo>
                  <a:cubicBezTo>
                    <a:pt x="177861" y="59794"/>
                    <a:pt x="178513" y="61604"/>
                    <a:pt x="179107" y="63432"/>
                  </a:cubicBezTo>
                  <a:cubicBezTo>
                    <a:pt x="179701" y="65261"/>
                    <a:pt x="180238" y="67108"/>
                    <a:pt x="180716" y="68970"/>
                  </a:cubicBezTo>
                  <a:cubicBezTo>
                    <a:pt x="181194" y="70833"/>
                    <a:pt x="181614" y="72710"/>
                    <a:pt x="181974" y="74598"/>
                  </a:cubicBezTo>
                  <a:cubicBezTo>
                    <a:pt x="182334" y="76487"/>
                    <a:pt x="182635" y="78387"/>
                    <a:pt x="182876" y="80294"/>
                  </a:cubicBezTo>
                  <a:cubicBezTo>
                    <a:pt x="183117" y="82202"/>
                    <a:pt x="183298" y="84117"/>
                    <a:pt x="183419" y="86036"/>
                  </a:cubicBezTo>
                  <a:cubicBezTo>
                    <a:pt x="183540" y="87955"/>
                    <a:pt x="183600" y="89877"/>
                    <a:pt x="183600" y="91800"/>
                  </a:cubicBezTo>
                  <a:close/>
                </a:path>
              </a:pathLst>
            </a:custGeom>
            <a:solidFill>
              <a:srgbClr val="FCEBC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9" name="probe-noto-emoji_u1f4fb-part-8"/>
            <p:cNvSpPr/>
            <p:nvPr/>
          </p:nvSpPr>
          <p:spPr>
            <a:xfrm>
              <a:off x="931900" y="971800"/>
              <a:ext cx="183600" cy="183600"/>
            </a:xfrm>
            <a:custGeom>
              <a:avLst/>
              <a:gdLst/>
              <a:ahLst/>
              <a:cxnLst/>
              <a:rect l="0" t="0" r="r" b="b"/>
              <a:pathLst>
                <a:path w="183600" h="183600">
                  <a:moveTo>
                    <a:pt x="183600" y="91800"/>
                  </a:moveTo>
                  <a:cubicBezTo>
                    <a:pt x="183600" y="93723"/>
                    <a:pt x="183540" y="95645"/>
                    <a:pt x="183419" y="97564"/>
                  </a:cubicBezTo>
                  <a:cubicBezTo>
                    <a:pt x="183298" y="99483"/>
                    <a:pt x="183117" y="101398"/>
                    <a:pt x="182876" y="103306"/>
                  </a:cubicBezTo>
                  <a:cubicBezTo>
                    <a:pt x="182635" y="105213"/>
                    <a:pt x="182334" y="107113"/>
                    <a:pt x="181974" y="109002"/>
                  </a:cubicBezTo>
                  <a:cubicBezTo>
                    <a:pt x="181614" y="110890"/>
                    <a:pt x="181194" y="112767"/>
                    <a:pt x="180716" y="114630"/>
                  </a:cubicBezTo>
                  <a:cubicBezTo>
                    <a:pt x="180238" y="116492"/>
                    <a:pt x="179701" y="118339"/>
                    <a:pt x="179107" y="120168"/>
                  </a:cubicBezTo>
                  <a:cubicBezTo>
                    <a:pt x="178513" y="121996"/>
                    <a:pt x="177861" y="123806"/>
                    <a:pt x="177153" y="125594"/>
                  </a:cubicBezTo>
                  <a:cubicBezTo>
                    <a:pt x="176446" y="127382"/>
                    <a:pt x="175682" y="129147"/>
                    <a:pt x="174863" y="130887"/>
                  </a:cubicBezTo>
                  <a:cubicBezTo>
                    <a:pt x="174044" y="132626"/>
                    <a:pt x="173171" y="134340"/>
                    <a:pt x="172245" y="136025"/>
                  </a:cubicBezTo>
                  <a:cubicBezTo>
                    <a:pt x="171319" y="137710"/>
                    <a:pt x="170340" y="139365"/>
                    <a:pt x="169309" y="140989"/>
                  </a:cubicBezTo>
                  <a:cubicBezTo>
                    <a:pt x="168279" y="142612"/>
                    <a:pt x="167198" y="144203"/>
                    <a:pt x="166068" y="145759"/>
                  </a:cubicBezTo>
                  <a:cubicBezTo>
                    <a:pt x="164938" y="147314"/>
                    <a:pt x="163759" y="148834"/>
                    <a:pt x="162533" y="150316"/>
                  </a:cubicBezTo>
                  <a:cubicBezTo>
                    <a:pt x="161307" y="151797"/>
                    <a:pt x="160036" y="153240"/>
                    <a:pt x="158719" y="154641"/>
                  </a:cubicBezTo>
                  <a:cubicBezTo>
                    <a:pt x="157403" y="156043"/>
                    <a:pt x="156043" y="157403"/>
                    <a:pt x="154641" y="158719"/>
                  </a:cubicBezTo>
                  <a:cubicBezTo>
                    <a:pt x="153240" y="160036"/>
                    <a:pt x="151797" y="161307"/>
                    <a:pt x="150316" y="162533"/>
                  </a:cubicBezTo>
                  <a:cubicBezTo>
                    <a:pt x="148834" y="163759"/>
                    <a:pt x="147314" y="164938"/>
                    <a:pt x="145759" y="166068"/>
                  </a:cubicBezTo>
                  <a:cubicBezTo>
                    <a:pt x="144203" y="167198"/>
                    <a:pt x="142612" y="168279"/>
                    <a:pt x="140989" y="169309"/>
                  </a:cubicBezTo>
                  <a:cubicBezTo>
                    <a:pt x="139365" y="170340"/>
                    <a:pt x="137710" y="171319"/>
                    <a:pt x="136025" y="172245"/>
                  </a:cubicBezTo>
                  <a:cubicBezTo>
                    <a:pt x="134340" y="173171"/>
                    <a:pt x="132626" y="174044"/>
                    <a:pt x="130887" y="174863"/>
                  </a:cubicBezTo>
                  <a:cubicBezTo>
                    <a:pt x="129147" y="175682"/>
                    <a:pt x="127382" y="176446"/>
                    <a:pt x="125594" y="177153"/>
                  </a:cubicBezTo>
                  <a:cubicBezTo>
                    <a:pt x="123806" y="177861"/>
                    <a:pt x="121996" y="178513"/>
                    <a:pt x="120168" y="179107"/>
                  </a:cubicBezTo>
                  <a:cubicBezTo>
                    <a:pt x="118339" y="179701"/>
                    <a:pt x="116492" y="180238"/>
                    <a:pt x="114630" y="180716"/>
                  </a:cubicBezTo>
                  <a:cubicBezTo>
                    <a:pt x="112767" y="181194"/>
                    <a:pt x="110890" y="181614"/>
                    <a:pt x="109002" y="181974"/>
                  </a:cubicBezTo>
                  <a:cubicBezTo>
                    <a:pt x="107113" y="182334"/>
                    <a:pt x="105213" y="182635"/>
                    <a:pt x="103306" y="182876"/>
                  </a:cubicBezTo>
                  <a:cubicBezTo>
                    <a:pt x="101398" y="183117"/>
                    <a:pt x="99483" y="183298"/>
                    <a:pt x="97564" y="183419"/>
                  </a:cubicBezTo>
                  <a:cubicBezTo>
                    <a:pt x="95645" y="183540"/>
                    <a:pt x="93723" y="183600"/>
                    <a:pt x="91800" y="183600"/>
                  </a:cubicBezTo>
                  <a:cubicBezTo>
                    <a:pt x="89877" y="183600"/>
                    <a:pt x="87955" y="183540"/>
                    <a:pt x="86036" y="183419"/>
                  </a:cubicBezTo>
                  <a:cubicBezTo>
                    <a:pt x="84117" y="183298"/>
                    <a:pt x="82202" y="183117"/>
                    <a:pt x="80294" y="182876"/>
                  </a:cubicBezTo>
                  <a:cubicBezTo>
                    <a:pt x="78387" y="182635"/>
                    <a:pt x="76487" y="182334"/>
                    <a:pt x="74598" y="181974"/>
                  </a:cubicBezTo>
                  <a:cubicBezTo>
                    <a:pt x="72710" y="181614"/>
                    <a:pt x="70833" y="181194"/>
                    <a:pt x="68970" y="180716"/>
                  </a:cubicBezTo>
                  <a:cubicBezTo>
                    <a:pt x="67108" y="180238"/>
                    <a:pt x="65261" y="179701"/>
                    <a:pt x="63432" y="179107"/>
                  </a:cubicBezTo>
                  <a:cubicBezTo>
                    <a:pt x="61604" y="178513"/>
                    <a:pt x="59794" y="177861"/>
                    <a:pt x="58006" y="177153"/>
                  </a:cubicBezTo>
                  <a:cubicBezTo>
                    <a:pt x="56218" y="176446"/>
                    <a:pt x="54453" y="175682"/>
                    <a:pt x="52713" y="174863"/>
                  </a:cubicBezTo>
                  <a:cubicBezTo>
                    <a:pt x="50974" y="174044"/>
                    <a:pt x="49260" y="173171"/>
                    <a:pt x="47575" y="172245"/>
                  </a:cubicBezTo>
                  <a:cubicBezTo>
                    <a:pt x="45890" y="171319"/>
                    <a:pt x="44235" y="170340"/>
                    <a:pt x="42611" y="169309"/>
                  </a:cubicBezTo>
                  <a:cubicBezTo>
                    <a:pt x="40988" y="168279"/>
                    <a:pt x="39397" y="167198"/>
                    <a:pt x="37841" y="166068"/>
                  </a:cubicBezTo>
                  <a:cubicBezTo>
                    <a:pt x="36286" y="164938"/>
                    <a:pt x="34766" y="163759"/>
                    <a:pt x="33284" y="162533"/>
                  </a:cubicBezTo>
                  <a:cubicBezTo>
                    <a:pt x="31803" y="161307"/>
                    <a:pt x="30360" y="160036"/>
                    <a:pt x="28959" y="158719"/>
                  </a:cubicBezTo>
                  <a:cubicBezTo>
                    <a:pt x="27557" y="157403"/>
                    <a:pt x="26197" y="156043"/>
                    <a:pt x="24881" y="154641"/>
                  </a:cubicBezTo>
                  <a:cubicBezTo>
                    <a:pt x="23564" y="153240"/>
                    <a:pt x="22293" y="151797"/>
                    <a:pt x="21067" y="150316"/>
                  </a:cubicBezTo>
                  <a:cubicBezTo>
                    <a:pt x="19841" y="148834"/>
                    <a:pt x="18662" y="147314"/>
                    <a:pt x="17532" y="145759"/>
                  </a:cubicBezTo>
                  <a:cubicBezTo>
                    <a:pt x="16402" y="144203"/>
                    <a:pt x="15321" y="142612"/>
                    <a:pt x="14291" y="140989"/>
                  </a:cubicBezTo>
                  <a:cubicBezTo>
                    <a:pt x="13260" y="139365"/>
                    <a:pt x="12281" y="137710"/>
                    <a:pt x="11355" y="136025"/>
                  </a:cubicBezTo>
                  <a:cubicBezTo>
                    <a:pt x="10429" y="134340"/>
                    <a:pt x="9556" y="132626"/>
                    <a:pt x="8737" y="130887"/>
                  </a:cubicBezTo>
                  <a:cubicBezTo>
                    <a:pt x="7918" y="129147"/>
                    <a:pt x="7154" y="127382"/>
                    <a:pt x="6447" y="125594"/>
                  </a:cubicBezTo>
                  <a:cubicBezTo>
                    <a:pt x="5739" y="123806"/>
                    <a:pt x="5087" y="121996"/>
                    <a:pt x="4493" y="120168"/>
                  </a:cubicBezTo>
                  <a:cubicBezTo>
                    <a:pt x="3899" y="118339"/>
                    <a:pt x="3362" y="116492"/>
                    <a:pt x="2884" y="114630"/>
                  </a:cubicBezTo>
                  <a:cubicBezTo>
                    <a:pt x="2406" y="112767"/>
                    <a:pt x="1986" y="110890"/>
                    <a:pt x="1626" y="109002"/>
                  </a:cubicBezTo>
                  <a:cubicBezTo>
                    <a:pt x="1266" y="107113"/>
                    <a:pt x="965" y="105213"/>
                    <a:pt x="724" y="103306"/>
                  </a:cubicBezTo>
                  <a:cubicBezTo>
                    <a:pt x="483" y="101398"/>
                    <a:pt x="302" y="99483"/>
                    <a:pt x="181" y="97564"/>
                  </a:cubicBezTo>
                  <a:cubicBezTo>
                    <a:pt x="60" y="95645"/>
                    <a:pt x="0" y="93723"/>
                    <a:pt x="0" y="91800"/>
                  </a:cubicBezTo>
                  <a:cubicBezTo>
                    <a:pt x="0" y="89877"/>
                    <a:pt x="60" y="87955"/>
                    <a:pt x="181" y="86036"/>
                  </a:cubicBezTo>
                  <a:cubicBezTo>
                    <a:pt x="302" y="84117"/>
                    <a:pt x="483" y="82202"/>
                    <a:pt x="724" y="80294"/>
                  </a:cubicBezTo>
                  <a:cubicBezTo>
                    <a:pt x="965" y="78387"/>
                    <a:pt x="1266" y="76487"/>
                    <a:pt x="1626" y="74598"/>
                  </a:cubicBezTo>
                  <a:cubicBezTo>
                    <a:pt x="1986" y="72710"/>
                    <a:pt x="2406" y="70833"/>
                    <a:pt x="2884" y="68970"/>
                  </a:cubicBezTo>
                  <a:cubicBezTo>
                    <a:pt x="3362" y="67108"/>
                    <a:pt x="3899" y="65261"/>
                    <a:pt x="4493" y="63432"/>
                  </a:cubicBezTo>
                  <a:cubicBezTo>
                    <a:pt x="5087" y="61604"/>
                    <a:pt x="5739" y="59794"/>
                    <a:pt x="6447" y="58006"/>
                  </a:cubicBezTo>
                  <a:cubicBezTo>
                    <a:pt x="7154" y="56218"/>
                    <a:pt x="7918" y="54453"/>
                    <a:pt x="8737" y="52713"/>
                  </a:cubicBezTo>
                  <a:cubicBezTo>
                    <a:pt x="9556" y="50974"/>
                    <a:pt x="10429" y="49260"/>
                    <a:pt x="11355" y="47575"/>
                  </a:cubicBezTo>
                  <a:cubicBezTo>
                    <a:pt x="12281" y="45890"/>
                    <a:pt x="13260" y="44235"/>
                    <a:pt x="14291" y="42611"/>
                  </a:cubicBezTo>
                  <a:cubicBezTo>
                    <a:pt x="15321" y="40988"/>
                    <a:pt x="16402" y="39397"/>
                    <a:pt x="17532" y="37841"/>
                  </a:cubicBezTo>
                  <a:cubicBezTo>
                    <a:pt x="18662" y="36286"/>
                    <a:pt x="19841" y="34766"/>
                    <a:pt x="21067" y="33284"/>
                  </a:cubicBezTo>
                  <a:cubicBezTo>
                    <a:pt x="22293" y="31803"/>
                    <a:pt x="23564" y="30360"/>
                    <a:pt x="24881" y="28959"/>
                  </a:cubicBezTo>
                  <a:cubicBezTo>
                    <a:pt x="26197" y="27557"/>
                    <a:pt x="27557" y="26197"/>
                    <a:pt x="28959" y="24881"/>
                  </a:cubicBezTo>
                  <a:cubicBezTo>
                    <a:pt x="30360" y="23564"/>
                    <a:pt x="31803" y="22293"/>
                    <a:pt x="33284" y="21067"/>
                  </a:cubicBezTo>
                  <a:cubicBezTo>
                    <a:pt x="34766" y="19841"/>
                    <a:pt x="36286" y="18662"/>
                    <a:pt x="37841" y="17532"/>
                  </a:cubicBezTo>
                  <a:cubicBezTo>
                    <a:pt x="39397" y="16402"/>
                    <a:pt x="40988" y="15321"/>
                    <a:pt x="42611" y="14291"/>
                  </a:cubicBezTo>
                  <a:cubicBezTo>
                    <a:pt x="44235" y="13260"/>
                    <a:pt x="45890" y="12281"/>
                    <a:pt x="47575" y="11355"/>
                  </a:cubicBezTo>
                  <a:cubicBezTo>
                    <a:pt x="49260" y="10429"/>
                    <a:pt x="50974" y="9556"/>
                    <a:pt x="52713" y="8737"/>
                  </a:cubicBezTo>
                  <a:cubicBezTo>
                    <a:pt x="54453" y="7918"/>
                    <a:pt x="56218" y="7154"/>
                    <a:pt x="58006" y="6447"/>
                  </a:cubicBezTo>
                  <a:cubicBezTo>
                    <a:pt x="59794" y="5739"/>
                    <a:pt x="61604" y="5087"/>
                    <a:pt x="63432" y="4493"/>
                  </a:cubicBezTo>
                  <a:cubicBezTo>
                    <a:pt x="65261" y="3899"/>
                    <a:pt x="67108" y="3362"/>
                    <a:pt x="68970" y="2884"/>
                  </a:cubicBezTo>
                  <a:cubicBezTo>
                    <a:pt x="70833" y="2406"/>
                    <a:pt x="72710" y="1986"/>
                    <a:pt x="74598" y="1626"/>
                  </a:cubicBezTo>
                  <a:cubicBezTo>
                    <a:pt x="76487" y="1266"/>
                    <a:pt x="78387" y="965"/>
                    <a:pt x="80294" y="724"/>
                  </a:cubicBezTo>
                  <a:cubicBezTo>
                    <a:pt x="82202" y="483"/>
                    <a:pt x="84117" y="302"/>
                    <a:pt x="86036" y="181"/>
                  </a:cubicBezTo>
                  <a:cubicBezTo>
                    <a:pt x="87955" y="60"/>
                    <a:pt x="89877" y="0"/>
                    <a:pt x="91800" y="0"/>
                  </a:cubicBezTo>
                  <a:cubicBezTo>
                    <a:pt x="93723" y="0"/>
                    <a:pt x="95645" y="60"/>
                    <a:pt x="97564" y="181"/>
                  </a:cubicBezTo>
                  <a:cubicBezTo>
                    <a:pt x="99483" y="302"/>
                    <a:pt x="101398" y="483"/>
                    <a:pt x="103306" y="724"/>
                  </a:cubicBezTo>
                  <a:cubicBezTo>
                    <a:pt x="105213" y="965"/>
                    <a:pt x="107113" y="1266"/>
                    <a:pt x="109002" y="1626"/>
                  </a:cubicBezTo>
                  <a:cubicBezTo>
                    <a:pt x="110890" y="1986"/>
                    <a:pt x="112767" y="2406"/>
                    <a:pt x="114630" y="2884"/>
                  </a:cubicBezTo>
                  <a:cubicBezTo>
                    <a:pt x="116492" y="3362"/>
                    <a:pt x="118339" y="3899"/>
                    <a:pt x="120168" y="4493"/>
                  </a:cubicBezTo>
                  <a:cubicBezTo>
                    <a:pt x="121996" y="5087"/>
                    <a:pt x="123806" y="5739"/>
                    <a:pt x="125594" y="6447"/>
                  </a:cubicBezTo>
                  <a:cubicBezTo>
                    <a:pt x="127382" y="7154"/>
                    <a:pt x="129147" y="7918"/>
                    <a:pt x="130887" y="8737"/>
                  </a:cubicBezTo>
                  <a:cubicBezTo>
                    <a:pt x="132626" y="9556"/>
                    <a:pt x="134340" y="10429"/>
                    <a:pt x="136025" y="11355"/>
                  </a:cubicBezTo>
                  <a:cubicBezTo>
                    <a:pt x="137710" y="12281"/>
                    <a:pt x="139365" y="13260"/>
                    <a:pt x="140989" y="14291"/>
                  </a:cubicBezTo>
                  <a:cubicBezTo>
                    <a:pt x="142612" y="15321"/>
                    <a:pt x="144203" y="16402"/>
                    <a:pt x="145759" y="17532"/>
                  </a:cubicBezTo>
                  <a:cubicBezTo>
                    <a:pt x="147314" y="18662"/>
                    <a:pt x="148834" y="19841"/>
                    <a:pt x="150316" y="21067"/>
                  </a:cubicBezTo>
                  <a:cubicBezTo>
                    <a:pt x="151797" y="22293"/>
                    <a:pt x="153240" y="23564"/>
                    <a:pt x="154641" y="24881"/>
                  </a:cubicBezTo>
                  <a:cubicBezTo>
                    <a:pt x="156043" y="26197"/>
                    <a:pt x="157403" y="27557"/>
                    <a:pt x="158719" y="28959"/>
                  </a:cubicBezTo>
                  <a:cubicBezTo>
                    <a:pt x="160036" y="30360"/>
                    <a:pt x="161307" y="31803"/>
                    <a:pt x="162533" y="33284"/>
                  </a:cubicBezTo>
                  <a:cubicBezTo>
                    <a:pt x="163759" y="34766"/>
                    <a:pt x="164938" y="36286"/>
                    <a:pt x="166068" y="37841"/>
                  </a:cubicBezTo>
                  <a:cubicBezTo>
                    <a:pt x="167198" y="39397"/>
                    <a:pt x="168279" y="40988"/>
                    <a:pt x="169309" y="42611"/>
                  </a:cubicBezTo>
                  <a:cubicBezTo>
                    <a:pt x="170340" y="44235"/>
                    <a:pt x="171319" y="45890"/>
                    <a:pt x="172245" y="47575"/>
                  </a:cubicBezTo>
                  <a:cubicBezTo>
                    <a:pt x="173171" y="49260"/>
                    <a:pt x="174044" y="50974"/>
                    <a:pt x="174863" y="52713"/>
                  </a:cubicBezTo>
                  <a:cubicBezTo>
                    <a:pt x="175682" y="54453"/>
                    <a:pt x="176446" y="56218"/>
                    <a:pt x="177153" y="58006"/>
                  </a:cubicBezTo>
                  <a:cubicBezTo>
                    <a:pt x="177861" y="59794"/>
                    <a:pt x="178513" y="61604"/>
                    <a:pt x="179107" y="63432"/>
                  </a:cubicBezTo>
                  <a:cubicBezTo>
                    <a:pt x="179701" y="65261"/>
                    <a:pt x="180238" y="67108"/>
                    <a:pt x="180716" y="68970"/>
                  </a:cubicBezTo>
                  <a:cubicBezTo>
                    <a:pt x="181194" y="70833"/>
                    <a:pt x="181614" y="72710"/>
                    <a:pt x="181974" y="74598"/>
                  </a:cubicBezTo>
                  <a:cubicBezTo>
                    <a:pt x="182334" y="76487"/>
                    <a:pt x="182635" y="78387"/>
                    <a:pt x="182876" y="80294"/>
                  </a:cubicBezTo>
                  <a:cubicBezTo>
                    <a:pt x="183117" y="82202"/>
                    <a:pt x="183298" y="84117"/>
                    <a:pt x="183419" y="86036"/>
                  </a:cubicBezTo>
                  <a:cubicBezTo>
                    <a:pt x="183540" y="87955"/>
                    <a:pt x="183600" y="89877"/>
                    <a:pt x="183600" y="91800"/>
                  </a:cubicBezTo>
                  <a:close/>
                </a:path>
              </a:pathLst>
            </a:custGeom>
            <a:solidFill>
              <a:srgbClr val="FCEBC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0" name="probe-noto-emoji_u1f4fb-part-9"/>
            <p:cNvSpPr/>
            <p:nvPr/>
          </p:nvSpPr>
          <p:spPr>
            <a:xfrm>
              <a:off x="941700" y="995700"/>
              <a:ext cx="74697" cy="66400"/>
            </a:xfrm>
            <a:custGeom>
              <a:avLst/>
              <a:gdLst/>
              <a:ahLst/>
              <a:cxnLst/>
              <a:rect l="0" t="0" r="r" b="b"/>
              <a:pathLst>
                <a:path w="74697" h="66400">
                  <a:moveTo>
                    <a:pt x="58000" y="66400"/>
                  </a:moveTo>
                  <a:cubicBezTo>
                    <a:pt x="54500" y="66400"/>
                    <a:pt x="50900" y="65300"/>
                    <a:pt x="47900" y="63000"/>
                  </a:cubicBezTo>
                  <a:lnTo>
                    <a:pt x="0" y="26600"/>
                  </a:lnTo>
                  <a:cubicBezTo>
                    <a:pt x="0" y="26600"/>
                    <a:pt x="3300" y="19700"/>
                    <a:pt x="8900" y="12400"/>
                  </a:cubicBezTo>
                  <a:cubicBezTo>
                    <a:pt x="14500" y="5100"/>
                    <a:pt x="20200" y="0"/>
                    <a:pt x="20200" y="0"/>
                  </a:cubicBezTo>
                  <a:lnTo>
                    <a:pt x="68100" y="36400"/>
                  </a:lnTo>
                  <a:cubicBezTo>
                    <a:pt x="75400" y="42000"/>
                    <a:pt x="76900" y="52500"/>
                    <a:pt x="71300" y="59800"/>
                  </a:cubicBezTo>
                  <a:cubicBezTo>
                    <a:pt x="68000" y="64100"/>
                    <a:pt x="63000" y="66400"/>
                    <a:pt x="58000" y="66400"/>
                  </a:cubicBez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1" name="probe-noto-emoji_u1f4fb-part-10"/>
            <p:cNvSpPr/>
            <p:nvPr/>
          </p:nvSpPr>
          <p:spPr>
            <a:xfrm>
              <a:off x="574600" y="769700"/>
              <a:ext cx="579900" cy="10"/>
            </a:xfrm>
            <a:custGeom>
              <a:avLst/>
              <a:gdLst/>
              <a:ahLst/>
              <a:cxnLst/>
              <a:rect l="0" t="0" r="r" b="b"/>
              <a:pathLst>
                <a:path w="579900" h="10">
                  <a:moveTo>
                    <a:pt x="0" y="0"/>
                  </a:moveTo>
                  <a:lnTo>
                    <a:pt x="579900" y="0"/>
                  </a:lnTo>
                </a:path>
              </a:pathLst>
            </a:custGeom>
            <a:noFill/>
            <a:ln w="16073" cap="flat">
              <a:solidFill>
                <a:srgbClr val="82AEC0"/>
              </a:solidFill>
              <a:prstDash val="solid"/>
              <a:miter/>
            </a:ln>
          </p:spPr>
        </p:sp>
        <p:sp>
          <p:nvSpPr>
            <p:cNvPr id="202" name="probe-noto-emoji_u1f4fb-part-11"/>
            <p:cNvSpPr/>
            <p:nvPr/>
          </p:nvSpPr>
          <p:spPr>
            <a:xfrm>
              <a:off x="613700" y="713500"/>
              <a:ext cx="55400" cy="25400"/>
            </a:xfrm>
            <a:custGeom>
              <a:avLst/>
              <a:gdLst/>
              <a:ahLst/>
              <a:cxnLst/>
              <a:rect l="0" t="0" r="r" b="b"/>
              <a:pathLst>
                <a:path w="55400" h="25400">
                  <a:moveTo>
                    <a:pt x="0" y="0"/>
                  </a:moveTo>
                  <a:lnTo>
                    <a:pt x="55400" y="0"/>
                  </a:lnTo>
                  <a:lnTo>
                    <a:pt x="55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3" name="probe-noto-emoji_u1f4fb-part-12"/>
            <p:cNvSpPr/>
            <p:nvPr/>
          </p:nvSpPr>
          <p:spPr>
            <a:xfrm>
              <a:off x="1047000" y="713500"/>
              <a:ext cx="55400" cy="25400"/>
            </a:xfrm>
            <a:custGeom>
              <a:avLst/>
              <a:gdLst/>
              <a:ahLst/>
              <a:cxnLst/>
              <a:rect l="0" t="0" r="r" b="b"/>
              <a:pathLst>
                <a:path w="55400" h="25400">
                  <a:moveTo>
                    <a:pt x="0" y="0"/>
                  </a:moveTo>
                  <a:lnTo>
                    <a:pt x="55400" y="0"/>
                  </a:lnTo>
                  <a:lnTo>
                    <a:pt x="55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4" name="probe-noto-emoji_u1f4fb-part-13"/>
            <p:cNvSpPr/>
            <p:nvPr/>
          </p:nvSpPr>
          <p:spPr>
            <a:xfrm>
              <a:off x="938700" y="713500"/>
              <a:ext cx="55400" cy="25400"/>
            </a:xfrm>
            <a:custGeom>
              <a:avLst/>
              <a:gdLst/>
              <a:ahLst/>
              <a:cxnLst/>
              <a:rect l="0" t="0" r="r" b="b"/>
              <a:pathLst>
                <a:path w="55400" h="25400">
                  <a:moveTo>
                    <a:pt x="0" y="0"/>
                  </a:moveTo>
                  <a:lnTo>
                    <a:pt x="55400" y="0"/>
                  </a:lnTo>
                  <a:lnTo>
                    <a:pt x="55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5" name="probe-noto-emoji_u1f4fb-part-14"/>
            <p:cNvSpPr/>
            <p:nvPr/>
          </p:nvSpPr>
          <p:spPr>
            <a:xfrm>
              <a:off x="830300" y="713500"/>
              <a:ext cx="55400" cy="25400"/>
            </a:xfrm>
            <a:custGeom>
              <a:avLst/>
              <a:gdLst/>
              <a:ahLst/>
              <a:cxnLst/>
              <a:rect l="0" t="0" r="r" b="b"/>
              <a:pathLst>
                <a:path w="55400" h="25400">
                  <a:moveTo>
                    <a:pt x="0" y="0"/>
                  </a:moveTo>
                  <a:lnTo>
                    <a:pt x="55400" y="0"/>
                  </a:lnTo>
                  <a:lnTo>
                    <a:pt x="55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6" name="probe-noto-emoji_u1f4fb-part-15"/>
            <p:cNvSpPr/>
            <p:nvPr/>
          </p:nvSpPr>
          <p:spPr>
            <a:xfrm>
              <a:off x="722000" y="713500"/>
              <a:ext cx="55400" cy="25400"/>
            </a:xfrm>
            <a:custGeom>
              <a:avLst/>
              <a:gdLst/>
              <a:ahLst/>
              <a:cxnLst/>
              <a:rect l="0" t="0" r="r" b="b"/>
              <a:pathLst>
                <a:path w="55400" h="25400">
                  <a:moveTo>
                    <a:pt x="0" y="0"/>
                  </a:moveTo>
                  <a:lnTo>
                    <a:pt x="55400" y="0"/>
                  </a:lnTo>
                  <a:lnTo>
                    <a:pt x="55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7" name="probe-noto-emoji_u1f4fb-part-16"/>
            <p:cNvSpPr/>
            <p:nvPr/>
          </p:nvSpPr>
          <p:spPr>
            <a:xfrm>
              <a:off x="669100" y="800600"/>
              <a:ext cx="35200" cy="25400"/>
            </a:xfrm>
            <a:custGeom>
              <a:avLst/>
              <a:gdLst/>
              <a:ahLst/>
              <a:cxnLst/>
              <a:rect l="0" t="0" r="r" b="b"/>
              <a:pathLst>
                <a:path w="35200" h="25400">
                  <a:moveTo>
                    <a:pt x="0" y="0"/>
                  </a:moveTo>
                  <a:lnTo>
                    <a:pt x="35200" y="0"/>
                  </a:lnTo>
                  <a:lnTo>
                    <a:pt x="35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8" name="probe-noto-emoji_u1f4fb-part-17"/>
            <p:cNvSpPr/>
            <p:nvPr/>
          </p:nvSpPr>
          <p:spPr>
            <a:xfrm>
              <a:off x="783300" y="800600"/>
              <a:ext cx="35200" cy="25400"/>
            </a:xfrm>
            <a:custGeom>
              <a:avLst/>
              <a:gdLst/>
              <a:ahLst/>
              <a:cxnLst/>
              <a:rect l="0" t="0" r="r" b="b"/>
              <a:pathLst>
                <a:path w="35200" h="25400">
                  <a:moveTo>
                    <a:pt x="0" y="0"/>
                  </a:moveTo>
                  <a:lnTo>
                    <a:pt x="35200" y="0"/>
                  </a:lnTo>
                  <a:lnTo>
                    <a:pt x="35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9" name="probe-noto-emoji_u1f4fb-part-18"/>
            <p:cNvSpPr/>
            <p:nvPr/>
          </p:nvSpPr>
          <p:spPr>
            <a:xfrm>
              <a:off x="897600" y="800600"/>
              <a:ext cx="35200" cy="25400"/>
            </a:xfrm>
            <a:custGeom>
              <a:avLst/>
              <a:gdLst/>
              <a:ahLst/>
              <a:cxnLst/>
              <a:rect l="0" t="0" r="r" b="b"/>
              <a:pathLst>
                <a:path w="35200" h="25400">
                  <a:moveTo>
                    <a:pt x="0" y="0"/>
                  </a:moveTo>
                  <a:lnTo>
                    <a:pt x="35200" y="0"/>
                  </a:lnTo>
                  <a:lnTo>
                    <a:pt x="35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0" name="probe-noto-emoji_u1f4fb-part-19"/>
            <p:cNvSpPr/>
            <p:nvPr/>
          </p:nvSpPr>
          <p:spPr>
            <a:xfrm>
              <a:off x="1011800" y="800600"/>
              <a:ext cx="35200" cy="25400"/>
            </a:xfrm>
            <a:custGeom>
              <a:avLst/>
              <a:gdLst/>
              <a:ahLst/>
              <a:cxnLst/>
              <a:rect l="0" t="0" r="r" b="b"/>
              <a:pathLst>
                <a:path w="35200" h="25400">
                  <a:moveTo>
                    <a:pt x="0" y="0"/>
                  </a:moveTo>
                  <a:lnTo>
                    <a:pt x="35200" y="0"/>
                  </a:lnTo>
                  <a:lnTo>
                    <a:pt x="35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1" name="probe-noto-emoji_u1f4fb-part-20"/>
            <p:cNvSpPr/>
            <p:nvPr/>
          </p:nvSpPr>
          <p:spPr>
            <a:xfrm>
              <a:off x="749700" y="713500"/>
              <a:ext cx="14000" cy="25400"/>
            </a:xfrm>
            <a:custGeom>
              <a:avLst/>
              <a:gdLst/>
              <a:ahLst/>
              <a:cxnLst/>
              <a:rect l="0" t="0" r="r" b="b"/>
              <a:pathLst>
                <a:path w="14000" h="25400">
                  <a:moveTo>
                    <a:pt x="0" y="0"/>
                  </a:moveTo>
                  <a:lnTo>
                    <a:pt x="14000" y="0"/>
                  </a:lnTo>
                  <a:lnTo>
                    <a:pt x="1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2" name="probe-noto-emoji_u1f4fb-part-21"/>
            <p:cNvSpPr/>
            <p:nvPr/>
          </p:nvSpPr>
          <p:spPr>
            <a:xfrm>
              <a:off x="749700" y="759700"/>
              <a:ext cx="14000" cy="20100"/>
            </a:xfrm>
            <a:custGeom>
              <a:avLst/>
              <a:gdLst/>
              <a:ahLst/>
              <a:cxnLst/>
              <a:rect l="0" t="0" r="r" b="b"/>
              <a:pathLst>
                <a:path w="14000" h="20100">
                  <a:moveTo>
                    <a:pt x="0" y="0"/>
                  </a:moveTo>
                  <a:lnTo>
                    <a:pt x="14000" y="0"/>
                  </a:lnTo>
                  <a:lnTo>
                    <a:pt x="14000" y="20100"/>
                  </a:lnTo>
                  <a:lnTo>
                    <a:pt x="0" y="20100"/>
                  </a:ln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3" name="probe-noto-emoji_u1f4fb-part-22"/>
            <p:cNvSpPr/>
            <p:nvPr/>
          </p:nvSpPr>
          <p:spPr>
            <a:xfrm>
              <a:off x="743300" y="657700"/>
              <a:ext cx="10" cy="224100"/>
            </a:xfrm>
            <a:custGeom>
              <a:avLst/>
              <a:gdLst/>
              <a:ahLst/>
              <a:cxnLst/>
              <a:rect l="0" t="0" r="r" b="b"/>
              <a:pathLst>
                <a:path w="10" h="224100">
                  <a:moveTo>
                    <a:pt x="0" y="0"/>
                  </a:moveTo>
                  <a:lnTo>
                    <a:pt x="0" y="224100"/>
                  </a:lnTo>
                </a:path>
              </a:pathLst>
            </a:custGeom>
            <a:noFill/>
            <a:ln w="16073" cap="flat">
              <a:solidFill>
                <a:srgbClr val="F44336"/>
              </a:solidFill>
              <a:prstDash val="solid"/>
              <a:miter/>
            </a:ln>
          </p:spPr>
        </p:sp>
        <p:sp>
          <p:nvSpPr>
            <p:cNvPr id="214" name="probe-noto-emoji_u1f4fb-part-23"/>
            <p:cNvSpPr/>
            <p:nvPr/>
          </p:nvSpPr>
          <p:spPr>
            <a:xfrm>
              <a:off x="554600" y="637700"/>
              <a:ext cx="620000" cy="264100"/>
            </a:xfrm>
            <a:custGeom>
              <a:avLst/>
              <a:gdLst/>
              <a:ahLst/>
              <a:cxnLst/>
              <a:rect l="0" t="0" r="r" b="b"/>
              <a:pathLst>
                <a:path w="620000" h="264100">
                  <a:moveTo>
                    <a:pt x="569700" y="20000"/>
                  </a:moveTo>
                  <a:cubicBezTo>
                    <a:pt x="586400" y="20000"/>
                    <a:pt x="599900" y="33500"/>
                    <a:pt x="599900" y="50200"/>
                  </a:cubicBezTo>
                  <a:lnTo>
                    <a:pt x="599900" y="213900"/>
                  </a:lnTo>
                  <a:cubicBezTo>
                    <a:pt x="599900" y="230600"/>
                    <a:pt x="586400" y="244100"/>
                    <a:pt x="569700" y="244100"/>
                  </a:cubicBezTo>
                  <a:lnTo>
                    <a:pt x="50200" y="244100"/>
                  </a:lnTo>
                  <a:cubicBezTo>
                    <a:pt x="33500" y="244100"/>
                    <a:pt x="20000" y="230600"/>
                    <a:pt x="20000" y="213900"/>
                  </a:cubicBezTo>
                  <a:lnTo>
                    <a:pt x="20000" y="50200"/>
                  </a:lnTo>
                  <a:cubicBezTo>
                    <a:pt x="20000" y="33500"/>
                    <a:pt x="33500" y="20000"/>
                    <a:pt x="50200" y="20000"/>
                  </a:cubicBezTo>
                  <a:lnTo>
                    <a:pt x="569700" y="20000"/>
                  </a:lnTo>
                  <a:moveTo>
                    <a:pt x="569700" y="0"/>
                  </a:moveTo>
                  <a:lnTo>
                    <a:pt x="50200" y="0"/>
                  </a:lnTo>
                  <a:cubicBezTo>
                    <a:pt x="22500" y="0"/>
                    <a:pt x="0" y="22500"/>
                    <a:pt x="0" y="50200"/>
                  </a:cubicBezTo>
                  <a:lnTo>
                    <a:pt x="0" y="213900"/>
                  </a:lnTo>
                  <a:cubicBezTo>
                    <a:pt x="0" y="241600"/>
                    <a:pt x="22500" y="264100"/>
                    <a:pt x="50200" y="264100"/>
                  </a:cubicBezTo>
                  <a:lnTo>
                    <a:pt x="569800" y="264100"/>
                  </a:lnTo>
                  <a:cubicBezTo>
                    <a:pt x="597500" y="264100"/>
                    <a:pt x="620000" y="241600"/>
                    <a:pt x="620000" y="213900"/>
                  </a:cubicBezTo>
                  <a:lnTo>
                    <a:pt x="620000" y="50200"/>
                  </a:lnTo>
                  <a:cubicBezTo>
                    <a:pt x="619900" y="22500"/>
                    <a:pt x="597400" y="0"/>
                    <a:pt x="569700" y="0"/>
                  </a:cubicBezTo>
                  <a:lnTo>
                    <a:pt x="569700" y="0"/>
                  </a:lnTo>
                  <a:close/>
                </a:path>
              </a:pathLst>
            </a:custGeom>
            <a:solidFill>
              <a:srgbClr val="DE734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5" name="probe-noto-emoji_u1f4fb-part-24"/>
            <p:cNvSpPr/>
            <p:nvPr/>
          </p:nvSpPr>
          <p:spPr>
            <a:xfrm>
              <a:off x="688700" y="971800"/>
              <a:ext cx="33400" cy="78400"/>
            </a:xfrm>
            <a:custGeom>
              <a:avLst/>
              <a:gdLst/>
              <a:ahLst/>
              <a:cxnLst/>
              <a:rect l="0" t="0" r="r" b="b"/>
              <a:pathLst>
                <a:path w="33400" h="78400">
                  <a:moveTo>
                    <a:pt x="16700" y="78400"/>
                  </a:moveTo>
                  <a:cubicBezTo>
                    <a:pt x="7500" y="78400"/>
                    <a:pt x="0" y="70900"/>
                    <a:pt x="0" y="61700"/>
                  </a:cubicBezTo>
                  <a:lnTo>
                    <a:pt x="0" y="1500"/>
                  </a:lnTo>
                  <a:cubicBezTo>
                    <a:pt x="0" y="1500"/>
                    <a:pt x="7500" y="0"/>
                    <a:pt x="16700" y="0"/>
                  </a:cubicBezTo>
                  <a:cubicBezTo>
                    <a:pt x="25900" y="0"/>
                    <a:pt x="33400" y="1500"/>
                    <a:pt x="33400" y="1500"/>
                  </a:cubicBezTo>
                  <a:lnTo>
                    <a:pt x="33400" y="61700"/>
                  </a:lnTo>
                  <a:cubicBezTo>
                    <a:pt x="33400" y="70900"/>
                    <a:pt x="26000" y="78400"/>
                    <a:pt x="16700" y="78400"/>
                  </a:cubicBez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6" name="probe-noto-emoji_u1f4fb-part-25"/>
            <p:cNvSpPr/>
            <p:nvPr/>
          </p:nvSpPr>
          <p:spPr>
            <a:xfrm>
              <a:off x="129400" y="670000"/>
              <a:ext cx="338600" cy="10"/>
            </a:xfrm>
            <a:custGeom>
              <a:avLst/>
              <a:gdLst/>
              <a:ahLst/>
              <a:cxnLst/>
              <a:rect l="0" t="0" r="r" b="b"/>
              <a:pathLst>
                <a:path w="338600" h="10">
                  <a:moveTo>
                    <a:pt x="0" y="0"/>
                  </a:moveTo>
                  <a:lnTo>
                    <a:pt x="338600" y="0"/>
                  </a:lnTo>
                </a:path>
              </a:pathLst>
            </a:custGeom>
            <a:noFill/>
            <a:ln w="32147" cap="rnd">
              <a:solidFill>
                <a:srgbClr val="546E7A"/>
              </a:solidFill>
              <a:prstDash val="solid"/>
              <a:miter/>
            </a:ln>
          </p:spPr>
        </p:sp>
        <p:sp>
          <p:nvSpPr>
            <p:cNvPr id="217" name="probe-noto-emoji_u1f4fb-part-26"/>
            <p:cNvSpPr/>
            <p:nvPr/>
          </p:nvSpPr>
          <p:spPr>
            <a:xfrm>
              <a:off x="129400" y="760100"/>
              <a:ext cx="338600" cy="10"/>
            </a:xfrm>
            <a:custGeom>
              <a:avLst/>
              <a:gdLst/>
              <a:ahLst/>
              <a:cxnLst/>
              <a:rect l="0" t="0" r="r" b="b"/>
              <a:pathLst>
                <a:path w="338600" h="10">
                  <a:moveTo>
                    <a:pt x="0" y="0"/>
                  </a:moveTo>
                  <a:lnTo>
                    <a:pt x="338600" y="0"/>
                  </a:lnTo>
                </a:path>
              </a:pathLst>
            </a:custGeom>
            <a:noFill/>
            <a:ln w="32147" cap="rnd">
              <a:solidFill>
                <a:srgbClr val="546E7A"/>
              </a:solidFill>
              <a:prstDash val="solid"/>
              <a:miter/>
            </a:ln>
          </p:spPr>
        </p:sp>
        <p:sp>
          <p:nvSpPr>
            <p:cNvPr id="218" name="probe-noto-emoji_u1f4fb-part-27"/>
            <p:cNvSpPr/>
            <p:nvPr/>
          </p:nvSpPr>
          <p:spPr>
            <a:xfrm>
              <a:off x="129400" y="850300"/>
              <a:ext cx="338600" cy="10"/>
            </a:xfrm>
            <a:custGeom>
              <a:avLst/>
              <a:gdLst/>
              <a:ahLst/>
              <a:cxnLst/>
              <a:rect l="0" t="0" r="r" b="b"/>
              <a:pathLst>
                <a:path w="338600" h="10">
                  <a:moveTo>
                    <a:pt x="0" y="0"/>
                  </a:moveTo>
                  <a:lnTo>
                    <a:pt x="338600" y="0"/>
                  </a:lnTo>
                </a:path>
              </a:pathLst>
            </a:custGeom>
            <a:noFill/>
            <a:ln w="32147" cap="rnd">
              <a:solidFill>
                <a:srgbClr val="546E7A"/>
              </a:solidFill>
              <a:prstDash val="solid"/>
              <a:miter/>
            </a:ln>
          </p:spPr>
        </p:sp>
        <p:sp>
          <p:nvSpPr>
            <p:cNvPr id="219" name="probe-noto-emoji_u1f4fb-part-28"/>
            <p:cNvSpPr/>
            <p:nvPr/>
          </p:nvSpPr>
          <p:spPr>
            <a:xfrm>
              <a:off x="129400" y="940400"/>
              <a:ext cx="338600" cy="10"/>
            </a:xfrm>
            <a:custGeom>
              <a:avLst/>
              <a:gdLst/>
              <a:ahLst/>
              <a:cxnLst/>
              <a:rect l="0" t="0" r="r" b="b"/>
              <a:pathLst>
                <a:path w="338600" h="10">
                  <a:moveTo>
                    <a:pt x="0" y="0"/>
                  </a:moveTo>
                  <a:lnTo>
                    <a:pt x="338600" y="0"/>
                  </a:lnTo>
                </a:path>
              </a:pathLst>
            </a:custGeom>
            <a:noFill/>
            <a:ln w="32147" cap="rnd">
              <a:solidFill>
                <a:srgbClr val="546E7A"/>
              </a:solidFill>
              <a:prstDash val="solid"/>
              <a:miter/>
            </a:ln>
          </p:spPr>
        </p:sp>
        <p:sp>
          <p:nvSpPr>
            <p:cNvPr id="220" name="probe-noto-emoji_u1f4fb-part-29"/>
            <p:cNvSpPr/>
            <p:nvPr/>
          </p:nvSpPr>
          <p:spPr>
            <a:xfrm>
              <a:off x="129400" y="1030500"/>
              <a:ext cx="338600" cy="10"/>
            </a:xfrm>
            <a:custGeom>
              <a:avLst/>
              <a:gdLst/>
              <a:ahLst/>
              <a:cxnLst/>
              <a:rect l="0" t="0" r="r" b="b"/>
              <a:pathLst>
                <a:path w="338600" h="10">
                  <a:moveTo>
                    <a:pt x="0" y="0"/>
                  </a:moveTo>
                  <a:lnTo>
                    <a:pt x="338600" y="0"/>
                  </a:lnTo>
                </a:path>
              </a:pathLst>
            </a:custGeom>
            <a:noFill/>
            <a:ln w="32147" cap="rnd">
              <a:solidFill>
                <a:srgbClr val="546E7A"/>
              </a:solidFill>
              <a:prstDash val="solid"/>
              <a:miter/>
            </a:ln>
          </p:spPr>
        </p:sp>
        <p:sp>
          <p:nvSpPr>
            <p:cNvPr id="221" name="probe-noto-emoji_u1f4fb-part-30"/>
            <p:cNvSpPr/>
            <p:nvPr/>
          </p:nvSpPr>
          <p:spPr>
            <a:xfrm>
              <a:off x="129400" y="1120600"/>
              <a:ext cx="338600" cy="10"/>
            </a:xfrm>
            <a:custGeom>
              <a:avLst/>
              <a:gdLst/>
              <a:ahLst/>
              <a:cxnLst/>
              <a:rect l="0" t="0" r="r" b="b"/>
              <a:pathLst>
                <a:path w="338600" h="10">
                  <a:moveTo>
                    <a:pt x="0" y="0"/>
                  </a:moveTo>
                  <a:lnTo>
                    <a:pt x="338600" y="0"/>
                  </a:lnTo>
                </a:path>
              </a:pathLst>
            </a:custGeom>
            <a:noFill/>
            <a:ln w="32147" cap="rnd">
              <a:solidFill>
                <a:srgbClr val="546E7A"/>
              </a:solidFill>
              <a:prstDash val="solid"/>
              <a:miter/>
            </a:ln>
          </p:spPr>
        </p:sp>
        <p:sp>
          <p:nvSpPr>
            <p:cNvPr id="222" name="probe-noto-emoji_u1f4fb-part-31"/>
            <p:cNvSpPr/>
            <p:nvPr/>
          </p:nvSpPr>
          <p:spPr>
            <a:xfrm>
              <a:off x="570943" y="664900"/>
              <a:ext cx="603657" cy="236900"/>
            </a:xfrm>
            <a:custGeom>
              <a:avLst/>
              <a:gdLst/>
              <a:ahLst/>
              <a:cxnLst/>
              <a:rect l="0" t="0" r="r" b="b"/>
              <a:pathLst>
                <a:path w="603657" h="236900">
                  <a:moveTo>
                    <a:pt x="603557" y="47000"/>
                  </a:moveTo>
                  <a:cubicBezTo>
                    <a:pt x="603557" y="3700"/>
                    <a:pt x="572857" y="0"/>
                    <a:pt x="572857" y="0"/>
                  </a:cubicBezTo>
                  <a:cubicBezTo>
                    <a:pt x="579257" y="5600"/>
                    <a:pt x="581657" y="12700"/>
                    <a:pt x="582357" y="15000"/>
                  </a:cubicBezTo>
                  <a:cubicBezTo>
                    <a:pt x="582457" y="15300"/>
                    <a:pt x="583557" y="18200"/>
                    <a:pt x="583557" y="23100"/>
                  </a:cubicBezTo>
                  <a:lnTo>
                    <a:pt x="583557" y="186800"/>
                  </a:lnTo>
                  <a:cubicBezTo>
                    <a:pt x="583557" y="195100"/>
                    <a:pt x="580157" y="202700"/>
                    <a:pt x="574757" y="208100"/>
                  </a:cubicBezTo>
                  <a:cubicBezTo>
                    <a:pt x="569357" y="213500"/>
                    <a:pt x="561757" y="216900"/>
                    <a:pt x="553457" y="216900"/>
                  </a:cubicBezTo>
                  <a:lnTo>
                    <a:pt x="33857" y="216900"/>
                  </a:lnTo>
                  <a:cubicBezTo>
                    <a:pt x="28657" y="216900"/>
                    <a:pt x="25457" y="215600"/>
                    <a:pt x="24857" y="215400"/>
                  </a:cubicBezTo>
                  <a:cubicBezTo>
                    <a:pt x="14857" y="212300"/>
                    <a:pt x="7157" y="204200"/>
                    <a:pt x="4657" y="194000"/>
                  </a:cubicBezTo>
                  <a:cubicBezTo>
                    <a:pt x="4557" y="193800"/>
                    <a:pt x="4457" y="193600"/>
                    <a:pt x="4457" y="193400"/>
                  </a:cubicBezTo>
                  <a:cubicBezTo>
                    <a:pt x="4457" y="193400"/>
                    <a:pt x="-2043" y="206400"/>
                    <a:pt x="657" y="217800"/>
                  </a:cubicBezTo>
                  <a:cubicBezTo>
                    <a:pt x="3157" y="228100"/>
                    <a:pt x="13857" y="236900"/>
                    <a:pt x="33857" y="236900"/>
                  </a:cubicBezTo>
                  <a:lnTo>
                    <a:pt x="553457" y="236900"/>
                  </a:lnTo>
                  <a:cubicBezTo>
                    <a:pt x="581157" y="236900"/>
                    <a:pt x="603657" y="214400"/>
                    <a:pt x="603657" y="186700"/>
                  </a:cubicBezTo>
                  <a:lnTo>
                    <a:pt x="603557" y="47000"/>
                  </a:lnTo>
                  <a:lnTo>
                    <a:pt x="603557" y="47000"/>
                  </a:lnTo>
                  <a:close/>
                </a:path>
              </a:pathLst>
            </a:custGeom>
            <a:solidFill>
              <a:srgbClr val="FFF59D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23" name="probe-noto-emoji_u1f681" descr="直升机 — Google Noto Emoji contributors; Apache-2.0; original SVG unchanged. Source: https://github.com/googlefonts/noto-emoji/blob/e20cbc2bbec1926686be9f9bee7d1d2cfa1fea0e/2D/svg/emoji_u1f681.svg; SVG SHA256: 8dfdc4e03dd383b81581cabf844de4df08f6934ef54ab0378b548a86a3f05e76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1280000" cy="1280000"/>
          </a:xfrm>
        </p:grpSpPr>
        <p:sp>
          <p:nvSpPr>
            <p:cNvPr id="224" name="probe-noto-emoji_u1f681-part-1"/>
            <p:cNvSpPr/>
            <p:nvPr/>
          </p:nvSpPr>
          <p:spPr>
            <a:xfrm>
              <a:off x="147920" y="1041000"/>
              <a:ext cx="690480" cy="196456"/>
            </a:xfrm>
            <a:custGeom>
              <a:avLst/>
              <a:gdLst/>
              <a:ahLst/>
              <a:cxnLst/>
              <a:rect l="0" t="0" r="r" b="b"/>
              <a:pathLst>
                <a:path w="690480" h="196456">
                  <a:moveTo>
                    <a:pt x="672280" y="155700"/>
                  </a:moveTo>
                  <a:cubicBezTo>
                    <a:pt x="668980" y="155200"/>
                    <a:pt x="617180" y="155000"/>
                    <a:pt x="546080" y="155000"/>
                  </a:cubicBezTo>
                  <a:lnTo>
                    <a:pt x="499180" y="0"/>
                  </a:lnTo>
                  <a:lnTo>
                    <a:pt x="456480" y="11100"/>
                  </a:lnTo>
                  <a:lnTo>
                    <a:pt x="496680" y="155000"/>
                  </a:lnTo>
                  <a:cubicBezTo>
                    <a:pt x="413780" y="155000"/>
                    <a:pt x="316280" y="155000"/>
                    <a:pt x="238580" y="154900"/>
                  </a:cubicBezTo>
                  <a:lnTo>
                    <a:pt x="285780" y="12600"/>
                  </a:lnTo>
                  <a:lnTo>
                    <a:pt x="235080" y="12600"/>
                  </a:lnTo>
                  <a:lnTo>
                    <a:pt x="188680" y="154800"/>
                  </a:lnTo>
                  <a:cubicBezTo>
                    <a:pt x="138880" y="154700"/>
                    <a:pt x="104480" y="154500"/>
                    <a:pt x="99880" y="154100"/>
                  </a:cubicBezTo>
                  <a:cubicBezTo>
                    <a:pt x="80880" y="152500"/>
                    <a:pt x="57980" y="138300"/>
                    <a:pt x="48480" y="132800"/>
                  </a:cubicBezTo>
                  <a:cubicBezTo>
                    <a:pt x="38980" y="127300"/>
                    <a:pt x="21580" y="105100"/>
                    <a:pt x="4980" y="123300"/>
                  </a:cubicBezTo>
                  <a:cubicBezTo>
                    <a:pt x="-11620" y="141500"/>
                    <a:pt x="16980" y="163800"/>
                    <a:pt x="36580" y="176300"/>
                  </a:cubicBezTo>
                  <a:cubicBezTo>
                    <a:pt x="65080" y="194500"/>
                    <a:pt x="97480" y="196100"/>
                    <a:pt x="116480" y="196100"/>
                  </a:cubicBezTo>
                  <a:cubicBezTo>
                    <a:pt x="135480" y="196100"/>
                    <a:pt x="666780" y="196900"/>
                    <a:pt x="673880" y="196100"/>
                  </a:cubicBezTo>
                  <a:cubicBezTo>
                    <a:pt x="680980" y="195300"/>
                    <a:pt x="690480" y="184200"/>
                    <a:pt x="690480" y="176300"/>
                  </a:cubicBezTo>
                  <a:cubicBezTo>
                    <a:pt x="690480" y="168400"/>
                    <a:pt x="684780" y="157500"/>
                    <a:pt x="672280" y="155700"/>
                  </a:cubicBezTo>
                  <a:close/>
                </a:path>
              </a:pathLst>
            </a:custGeom>
            <a:solidFill>
              <a:srgbClr val="FEB80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5" name="probe-noto-emoji_u1f681-part-2"/>
            <p:cNvSpPr/>
            <p:nvPr/>
          </p:nvSpPr>
          <p:spPr>
            <a:xfrm>
              <a:off x="29600" y="406985"/>
              <a:ext cx="1024600" cy="307415"/>
            </a:xfrm>
            <a:custGeom>
              <a:avLst/>
              <a:gdLst/>
              <a:ahLst/>
              <a:cxnLst/>
              <a:rect l="0" t="0" r="r" b="b"/>
              <a:pathLst>
                <a:path w="1024600" h="307415">
                  <a:moveTo>
                    <a:pt x="1009600" y="72615"/>
                  </a:moveTo>
                  <a:cubicBezTo>
                    <a:pt x="1002500" y="71815"/>
                    <a:pt x="581900" y="65515"/>
                    <a:pt x="581900" y="65515"/>
                  </a:cubicBezTo>
                  <a:cubicBezTo>
                    <a:pt x="581900" y="65515"/>
                    <a:pt x="572200" y="50415"/>
                    <a:pt x="545900" y="43215"/>
                  </a:cubicBezTo>
                  <a:cubicBezTo>
                    <a:pt x="567200" y="42215"/>
                    <a:pt x="583400" y="40615"/>
                    <a:pt x="584300" y="38715"/>
                  </a:cubicBezTo>
                  <a:cubicBezTo>
                    <a:pt x="590600" y="24515"/>
                    <a:pt x="559800" y="815"/>
                    <a:pt x="511600" y="15"/>
                  </a:cubicBezTo>
                  <a:cubicBezTo>
                    <a:pt x="466500" y="-685"/>
                    <a:pt x="434100" y="22915"/>
                    <a:pt x="438100" y="40315"/>
                  </a:cubicBezTo>
                  <a:cubicBezTo>
                    <a:pt x="438700" y="42915"/>
                    <a:pt x="458300" y="44115"/>
                    <a:pt x="483000" y="44415"/>
                  </a:cubicBezTo>
                  <a:cubicBezTo>
                    <a:pt x="457500" y="52315"/>
                    <a:pt x="446000" y="67215"/>
                    <a:pt x="446000" y="67215"/>
                  </a:cubicBezTo>
                  <a:cubicBezTo>
                    <a:pt x="446000" y="67215"/>
                    <a:pt x="33200" y="83715"/>
                    <a:pt x="21300" y="84515"/>
                  </a:cubicBezTo>
                  <a:cubicBezTo>
                    <a:pt x="9400" y="85315"/>
                    <a:pt x="0" y="89215"/>
                    <a:pt x="0" y="98715"/>
                  </a:cubicBezTo>
                  <a:cubicBezTo>
                    <a:pt x="0" y="108215"/>
                    <a:pt x="5500" y="116115"/>
                    <a:pt x="15800" y="116115"/>
                  </a:cubicBezTo>
                  <a:cubicBezTo>
                    <a:pt x="26100" y="116115"/>
                    <a:pt x="415800" y="101915"/>
                    <a:pt x="415800" y="101915"/>
                  </a:cubicBezTo>
                  <a:cubicBezTo>
                    <a:pt x="415800" y="101915"/>
                    <a:pt x="236300" y="152515"/>
                    <a:pt x="225300" y="155715"/>
                  </a:cubicBezTo>
                  <a:cubicBezTo>
                    <a:pt x="214200" y="158915"/>
                    <a:pt x="200000" y="162815"/>
                    <a:pt x="201600" y="172315"/>
                  </a:cubicBezTo>
                  <a:cubicBezTo>
                    <a:pt x="203200" y="181815"/>
                    <a:pt x="217400" y="181015"/>
                    <a:pt x="226100" y="178615"/>
                  </a:cubicBezTo>
                  <a:cubicBezTo>
                    <a:pt x="234800" y="176215"/>
                    <a:pt x="483800" y="114615"/>
                    <a:pt x="483800" y="114615"/>
                  </a:cubicBezTo>
                  <a:lnTo>
                    <a:pt x="483800" y="183315"/>
                  </a:lnTo>
                  <a:cubicBezTo>
                    <a:pt x="462600" y="183215"/>
                    <a:pt x="445200" y="183815"/>
                    <a:pt x="442700" y="185715"/>
                  </a:cubicBezTo>
                  <a:cubicBezTo>
                    <a:pt x="435200" y="191515"/>
                    <a:pt x="427800" y="218815"/>
                    <a:pt x="424500" y="242615"/>
                  </a:cubicBezTo>
                  <a:cubicBezTo>
                    <a:pt x="420500" y="271115"/>
                    <a:pt x="419800" y="301115"/>
                    <a:pt x="419800" y="301115"/>
                  </a:cubicBezTo>
                  <a:lnTo>
                    <a:pt x="528900" y="307415"/>
                  </a:lnTo>
                  <a:lnTo>
                    <a:pt x="571600" y="185615"/>
                  </a:lnTo>
                  <a:cubicBezTo>
                    <a:pt x="571600" y="185615"/>
                    <a:pt x="561200" y="185115"/>
                    <a:pt x="546300" y="184615"/>
                  </a:cubicBezTo>
                  <a:lnTo>
                    <a:pt x="546300" y="119215"/>
                  </a:lnTo>
                  <a:cubicBezTo>
                    <a:pt x="546300" y="119215"/>
                    <a:pt x="812700" y="187215"/>
                    <a:pt x="819800" y="188815"/>
                  </a:cubicBezTo>
                  <a:cubicBezTo>
                    <a:pt x="826900" y="190415"/>
                    <a:pt x="838800" y="189615"/>
                    <a:pt x="839600" y="182515"/>
                  </a:cubicBezTo>
                  <a:cubicBezTo>
                    <a:pt x="840400" y="175415"/>
                    <a:pt x="838800" y="169115"/>
                    <a:pt x="829300" y="165115"/>
                  </a:cubicBezTo>
                  <a:cubicBezTo>
                    <a:pt x="819800" y="161115"/>
                    <a:pt x="614300" y="102615"/>
                    <a:pt x="614300" y="102615"/>
                  </a:cubicBezTo>
                  <a:cubicBezTo>
                    <a:pt x="614300" y="102615"/>
                    <a:pt x="986700" y="102615"/>
                    <a:pt x="1003300" y="101815"/>
                  </a:cubicBezTo>
                  <a:cubicBezTo>
                    <a:pt x="1019900" y="101015"/>
                    <a:pt x="1024600" y="96315"/>
                    <a:pt x="1024600" y="86815"/>
                  </a:cubicBezTo>
                  <a:cubicBezTo>
                    <a:pt x="1024600" y="77415"/>
                    <a:pt x="1016700" y="73415"/>
                    <a:pt x="1009600" y="72615"/>
                  </a:cubicBezTo>
                  <a:close/>
                </a:path>
              </a:pathLst>
            </a:custGeom>
            <a:solidFill>
              <a:srgbClr val="5E63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6" name="probe-noto-emoji_u1f681-part-3"/>
            <p:cNvSpPr/>
            <p:nvPr/>
          </p:nvSpPr>
          <p:spPr>
            <a:xfrm>
              <a:off x="112092" y="557188"/>
              <a:ext cx="1139031" cy="515248"/>
            </a:xfrm>
            <a:custGeom>
              <a:avLst/>
              <a:gdLst/>
              <a:ahLst/>
              <a:cxnLst/>
              <a:rect l="0" t="0" r="r" b="b"/>
              <a:pathLst>
                <a:path w="1139031" h="515248">
                  <a:moveTo>
                    <a:pt x="54308" y="333512"/>
                  </a:moveTo>
                  <a:lnTo>
                    <a:pt x="32208" y="354112"/>
                  </a:lnTo>
                  <a:lnTo>
                    <a:pt x="2208" y="396812"/>
                  </a:lnTo>
                  <a:cubicBezTo>
                    <a:pt x="2208" y="396812"/>
                    <a:pt x="-12792" y="436312"/>
                    <a:pt x="35408" y="466412"/>
                  </a:cubicBezTo>
                  <a:cubicBezTo>
                    <a:pt x="83608" y="496412"/>
                    <a:pt x="144508" y="519412"/>
                    <a:pt x="354808" y="514612"/>
                  </a:cubicBezTo>
                  <a:cubicBezTo>
                    <a:pt x="565108" y="509912"/>
                    <a:pt x="656808" y="469512"/>
                    <a:pt x="696308" y="420512"/>
                  </a:cubicBezTo>
                  <a:cubicBezTo>
                    <a:pt x="735808" y="371512"/>
                    <a:pt x="739008" y="328812"/>
                    <a:pt x="739008" y="328812"/>
                  </a:cubicBezTo>
                  <a:lnTo>
                    <a:pt x="804608" y="265612"/>
                  </a:lnTo>
                  <a:lnTo>
                    <a:pt x="947708" y="268012"/>
                  </a:lnTo>
                  <a:cubicBezTo>
                    <a:pt x="947708" y="268012"/>
                    <a:pt x="1001508" y="415112"/>
                    <a:pt x="1003008" y="418212"/>
                  </a:cubicBezTo>
                  <a:cubicBezTo>
                    <a:pt x="1004608" y="421412"/>
                    <a:pt x="1041708" y="421412"/>
                    <a:pt x="1041708" y="421412"/>
                  </a:cubicBezTo>
                  <a:lnTo>
                    <a:pt x="1069408" y="343112"/>
                  </a:lnTo>
                  <a:cubicBezTo>
                    <a:pt x="1069408" y="343112"/>
                    <a:pt x="1065408" y="255312"/>
                    <a:pt x="1067808" y="245912"/>
                  </a:cubicBezTo>
                  <a:cubicBezTo>
                    <a:pt x="1070208" y="236412"/>
                    <a:pt x="1140508" y="16612"/>
                    <a:pt x="1139008" y="8712"/>
                  </a:cubicBezTo>
                  <a:cubicBezTo>
                    <a:pt x="1137508" y="812"/>
                    <a:pt x="1135908" y="412"/>
                    <a:pt x="1130408" y="112"/>
                  </a:cubicBezTo>
                  <a:cubicBezTo>
                    <a:pt x="1124908" y="-288"/>
                    <a:pt x="1110608" y="512"/>
                    <a:pt x="1110608" y="512"/>
                  </a:cubicBezTo>
                  <a:lnTo>
                    <a:pt x="966608" y="153812"/>
                  </a:lnTo>
                  <a:lnTo>
                    <a:pt x="955208" y="179912"/>
                  </a:lnTo>
                  <a:lnTo>
                    <a:pt x="926508" y="184612"/>
                  </a:lnTo>
                  <a:lnTo>
                    <a:pt x="716708" y="167212"/>
                  </a:lnTo>
                  <a:cubicBezTo>
                    <a:pt x="716708" y="167212"/>
                    <a:pt x="716708" y="149212"/>
                    <a:pt x="711408" y="133112"/>
                  </a:cubicBezTo>
                  <a:cubicBezTo>
                    <a:pt x="706108" y="117112"/>
                    <a:pt x="692008" y="90312"/>
                    <a:pt x="692008" y="90312"/>
                  </a:cubicBezTo>
                  <a:lnTo>
                    <a:pt x="398508" y="109412"/>
                  </a:lnTo>
                  <a:lnTo>
                    <a:pt x="378008" y="141112"/>
                  </a:lnTo>
                  <a:lnTo>
                    <a:pt x="279808" y="191912"/>
                  </a:lnTo>
                  <a:lnTo>
                    <a:pt x="54308" y="333512"/>
                  </a:lnTo>
                  <a:close/>
                </a:path>
              </a:pathLst>
            </a:custGeom>
            <a:solidFill>
              <a:srgbClr val="FFA62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7" name="probe-noto-emoji_u1f681-part-4"/>
            <p:cNvSpPr/>
            <p:nvPr/>
          </p:nvSpPr>
          <p:spPr>
            <a:xfrm>
              <a:off x="1078800" y="555020"/>
              <a:ext cx="150600" cy="423380"/>
            </a:xfrm>
            <a:custGeom>
              <a:avLst/>
              <a:gdLst/>
              <a:ahLst/>
              <a:cxnLst/>
              <a:rect l="0" t="0" r="r" b="b"/>
              <a:pathLst>
                <a:path w="150600" h="423380">
                  <a:moveTo>
                    <a:pt x="63600" y="1980"/>
                  </a:moveTo>
                  <a:cubicBezTo>
                    <a:pt x="61600" y="5380"/>
                    <a:pt x="0" y="155980"/>
                    <a:pt x="0" y="155980"/>
                  </a:cubicBezTo>
                  <a:lnTo>
                    <a:pt x="77200" y="355480"/>
                  </a:lnTo>
                  <a:cubicBezTo>
                    <a:pt x="77200" y="355480"/>
                    <a:pt x="76200" y="362880"/>
                    <a:pt x="67900" y="364680"/>
                  </a:cubicBezTo>
                  <a:cubicBezTo>
                    <a:pt x="59600" y="366480"/>
                    <a:pt x="42300" y="353980"/>
                    <a:pt x="42300" y="353980"/>
                  </a:cubicBezTo>
                  <a:lnTo>
                    <a:pt x="69200" y="423380"/>
                  </a:lnTo>
                  <a:cubicBezTo>
                    <a:pt x="69200" y="423380"/>
                    <a:pt x="135200" y="423380"/>
                    <a:pt x="135800" y="420980"/>
                  </a:cubicBezTo>
                  <a:cubicBezTo>
                    <a:pt x="136400" y="418580"/>
                    <a:pt x="90500" y="210980"/>
                    <a:pt x="90500" y="206280"/>
                  </a:cubicBezTo>
                  <a:cubicBezTo>
                    <a:pt x="90500" y="201580"/>
                    <a:pt x="150600" y="280"/>
                    <a:pt x="150600" y="280"/>
                  </a:cubicBezTo>
                  <a:cubicBezTo>
                    <a:pt x="150600" y="280"/>
                    <a:pt x="65300" y="-1020"/>
                    <a:pt x="63600" y="1980"/>
                  </a:cubicBezTo>
                  <a:close/>
                </a:path>
              </a:pathLst>
            </a:custGeom>
            <a:solidFill>
              <a:srgbClr val="FFD61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8" name="probe-noto-emoji_u1f681-part-5"/>
            <p:cNvSpPr/>
            <p:nvPr/>
          </p:nvSpPr>
          <p:spPr>
            <a:xfrm>
              <a:off x="765500" y="720200"/>
              <a:ext cx="305400" cy="118500"/>
            </a:xfrm>
            <a:custGeom>
              <a:avLst/>
              <a:gdLst/>
              <a:ahLst/>
              <a:cxnLst/>
              <a:rect l="0" t="0" r="r" b="b"/>
              <a:pathLst>
                <a:path w="305400" h="118500">
                  <a:moveTo>
                    <a:pt x="0" y="28000"/>
                  </a:moveTo>
                  <a:cubicBezTo>
                    <a:pt x="0" y="28000"/>
                    <a:pt x="29800" y="46500"/>
                    <a:pt x="47600" y="67900"/>
                  </a:cubicBezTo>
                  <a:cubicBezTo>
                    <a:pt x="63300" y="86700"/>
                    <a:pt x="83300" y="118500"/>
                    <a:pt x="83300" y="118500"/>
                  </a:cubicBezTo>
                  <a:lnTo>
                    <a:pt x="149400" y="66100"/>
                  </a:lnTo>
                  <a:lnTo>
                    <a:pt x="305400" y="73200"/>
                  </a:lnTo>
                  <a:cubicBezTo>
                    <a:pt x="305400" y="73200"/>
                    <a:pt x="303800" y="43100"/>
                    <a:pt x="302400" y="36300"/>
                  </a:cubicBezTo>
                  <a:cubicBezTo>
                    <a:pt x="300600" y="27400"/>
                    <a:pt x="296400" y="16100"/>
                    <a:pt x="296400" y="16100"/>
                  </a:cubicBezTo>
                  <a:lnTo>
                    <a:pt x="63000" y="0"/>
                  </a:lnTo>
                  <a:lnTo>
                    <a:pt x="0" y="28000"/>
                  </a:lnTo>
                  <a:close/>
                </a:path>
              </a:pathLst>
            </a:custGeom>
            <a:solidFill>
              <a:srgbClr val="FFD61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9" name="probe-noto-emoji_u1f681-part-6"/>
            <p:cNvSpPr/>
            <p:nvPr/>
          </p:nvSpPr>
          <p:spPr>
            <a:xfrm>
              <a:off x="510600" y="591563"/>
              <a:ext cx="299000" cy="90949"/>
            </a:xfrm>
            <a:custGeom>
              <a:avLst/>
              <a:gdLst/>
              <a:ahLst/>
              <a:cxnLst/>
              <a:rect l="0" t="0" r="r" b="b"/>
              <a:pathLst>
                <a:path w="299000" h="90949">
                  <a:moveTo>
                    <a:pt x="0" y="75037"/>
                  </a:moveTo>
                  <a:cubicBezTo>
                    <a:pt x="0" y="75037"/>
                    <a:pt x="49400" y="81937"/>
                    <a:pt x="134000" y="86937"/>
                  </a:cubicBezTo>
                  <a:cubicBezTo>
                    <a:pt x="204900" y="91137"/>
                    <a:pt x="257300" y="94637"/>
                    <a:pt x="279300" y="83337"/>
                  </a:cubicBezTo>
                  <a:cubicBezTo>
                    <a:pt x="294500" y="75537"/>
                    <a:pt x="299000" y="67237"/>
                    <a:pt x="299000" y="67237"/>
                  </a:cubicBezTo>
                  <a:cubicBezTo>
                    <a:pt x="299000" y="67237"/>
                    <a:pt x="277000" y="20237"/>
                    <a:pt x="268000" y="14837"/>
                  </a:cubicBezTo>
                  <a:cubicBezTo>
                    <a:pt x="259100" y="9437"/>
                    <a:pt x="147800" y="-3963"/>
                    <a:pt x="90600" y="1137"/>
                  </a:cubicBezTo>
                  <a:cubicBezTo>
                    <a:pt x="42900" y="5337"/>
                    <a:pt x="0" y="75037"/>
                    <a:pt x="0" y="75037"/>
                  </a:cubicBezTo>
                  <a:close/>
                </a:path>
              </a:pathLst>
            </a:custGeom>
            <a:solidFill>
              <a:srgbClr val="FFD61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0" name="probe-noto-emoji_u1f681-part-7"/>
            <p:cNvSpPr/>
            <p:nvPr/>
          </p:nvSpPr>
          <p:spPr>
            <a:xfrm>
              <a:off x="114100" y="698409"/>
              <a:ext cx="705880" cy="332023"/>
            </a:xfrm>
            <a:custGeom>
              <a:avLst/>
              <a:gdLst/>
              <a:ahLst/>
              <a:cxnLst/>
              <a:rect l="0" t="0" r="r" b="b"/>
              <a:pathLst>
                <a:path w="705880" h="332023">
                  <a:moveTo>
                    <a:pt x="702800" y="139191"/>
                  </a:moveTo>
                  <a:cubicBezTo>
                    <a:pt x="702800" y="139191"/>
                    <a:pt x="612500" y="-4109"/>
                    <a:pt x="385200" y="91"/>
                  </a:cubicBezTo>
                  <a:cubicBezTo>
                    <a:pt x="158000" y="4391"/>
                    <a:pt x="117400" y="174991"/>
                    <a:pt x="117400" y="174991"/>
                  </a:cubicBezTo>
                  <a:lnTo>
                    <a:pt x="198400" y="199891"/>
                  </a:lnTo>
                  <a:cubicBezTo>
                    <a:pt x="198400" y="199891"/>
                    <a:pt x="202700" y="222591"/>
                    <a:pt x="190900" y="225491"/>
                  </a:cubicBezTo>
                  <a:cubicBezTo>
                    <a:pt x="179200" y="228391"/>
                    <a:pt x="77100" y="227791"/>
                    <a:pt x="61900" y="227291"/>
                  </a:cubicBezTo>
                  <a:cubicBezTo>
                    <a:pt x="35100" y="226291"/>
                    <a:pt x="33700" y="207691"/>
                    <a:pt x="33700" y="207691"/>
                  </a:cubicBezTo>
                  <a:cubicBezTo>
                    <a:pt x="33700" y="207691"/>
                    <a:pt x="19100" y="218791"/>
                    <a:pt x="11500" y="230891"/>
                  </a:cubicBezTo>
                  <a:cubicBezTo>
                    <a:pt x="3900" y="242991"/>
                    <a:pt x="0" y="255491"/>
                    <a:pt x="0" y="255491"/>
                  </a:cubicBezTo>
                  <a:cubicBezTo>
                    <a:pt x="0" y="255491"/>
                    <a:pt x="7400" y="277391"/>
                    <a:pt x="46300" y="293991"/>
                  </a:cubicBezTo>
                  <a:cubicBezTo>
                    <a:pt x="85200" y="310691"/>
                    <a:pt x="196000" y="332991"/>
                    <a:pt x="352900" y="331991"/>
                  </a:cubicBezTo>
                  <a:cubicBezTo>
                    <a:pt x="509800" y="330991"/>
                    <a:pt x="643000" y="294491"/>
                    <a:pt x="680500" y="234291"/>
                  </a:cubicBezTo>
                  <a:cubicBezTo>
                    <a:pt x="718100" y="174291"/>
                    <a:pt x="702800" y="139191"/>
                    <a:pt x="702800" y="139191"/>
                  </a:cubicBezTo>
                  <a:close/>
                  <a:moveTo>
                    <a:pt x="355900" y="225391"/>
                  </a:moveTo>
                  <a:cubicBezTo>
                    <a:pt x="347700" y="231891"/>
                    <a:pt x="273600" y="234591"/>
                    <a:pt x="261900" y="223991"/>
                  </a:cubicBezTo>
                  <a:cubicBezTo>
                    <a:pt x="252500" y="215491"/>
                    <a:pt x="262600" y="197391"/>
                    <a:pt x="262600" y="197391"/>
                  </a:cubicBezTo>
                  <a:lnTo>
                    <a:pt x="295400" y="176891"/>
                  </a:lnTo>
                  <a:cubicBezTo>
                    <a:pt x="295400" y="176891"/>
                    <a:pt x="362600" y="184691"/>
                    <a:pt x="362900" y="195691"/>
                  </a:cubicBezTo>
                  <a:cubicBezTo>
                    <a:pt x="363100" y="205091"/>
                    <a:pt x="361700" y="220791"/>
                    <a:pt x="355900" y="225391"/>
                  </a:cubicBezTo>
                  <a:close/>
                  <a:moveTo>
                    <a:pt x="520700" y="229091"/>
                  </a:moveTo>
                  <a:cubicBezTo>
                    <a:pt x="507800" y="233191"/>
                    <a:pt x="453800" y="234391"/>
                    <a:pt x="442100" y="233191"/>
                  </a:cubicBezTo>
                  <a:cubicBezTo>
                    <a:pt x="430400" y="231991"/>
                    <a:pt x="421000" y="232291"/>
                    <a:pt x="415100" y="221691"/>
                  </a:cubicBezTo>
                  <a:cubicBezTo>
                    <a:pt x="409200" y="211091"/>
                    <a:pt x="412800" y="193291"/>
                    <a:pt x="412800" y="193291"/>
                  </a:cubicBezTo>
                  <a:lnTo>
                    <a:pt x="542000" y="168891"/>
                  </a:lnTo>
                  <a:cubicBezTo>
                    <a:pt x="542000" y="168891"/>
                    <a:pt x="542100" y="189691"/>
                    <a:pt x="540800" y="203291"/>
                  </a:cubicBezTo>
                  <a:cubicBezTo>
                    <a:pt x="539600" y="215091"/>
                    <a:pt x="531400" y="225691"/>
                    <a:pt x="520700" y="229091"/>
                  </a:cubicBezTo>
                  <a:close/>
                </a:path>
              </a:pathLst>
            </a:custGeom>
            <a:solidFill>
              <a:srgbClr val="FFD61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1" name="probe-noto-emoji_u1f681-part-8"/>
            <p:cNvSpPr/>
            <p:nvPr/>
          </p:nvSpPr>
          <p:spPr>
            <a:xfrm>
              <a:off x="376082" y="750922"/>
              <a:ext cx="115119" cy="146772"/>
            </a:xfrm>
            <a:custGeom>
              <a:avLst/>
              <a:gdLst/>
              <a:ahLst/>
              <a:cxnLst/>
              <a:rect l="0" t="0" r="r" b="b"/>
              <a:pathLst>
                <a:path w="115119" h="146772">
                  <a:moveTo>
                    <a:pt x="39418" y="5078"/>
                  </a:moveTo>
                  <a:cubicBezTo>
                    <a:pt x="30318" y="12778"/>
                    <a:pt x="-5082" y="142378"/>
                    <a:pt x="618" y="144878"/>
                  </a:cubicBezTo>
                  <a:cubicBezTo>
                    <a:pt x="6218" y="147378"/>
                    <a:pt x="95518" y="147978"/>
                    <a:pt x="100918" y="143078"/>
                  </a:cubicBezTo>
                  <a:cubicBezTo>
                    <a:pt x="106318" y="138178"/>
                    <a:pt x="118318" y="6678"/>
                    <a:pt x="114318" y="2678"/>
                  </a:cubicBezTo>
                  <a:cubicBezTo>
                    <a:pt x="110318" y="-1222"/>
                    <a:pt x="46818" y="-1222"/>
                    <a:pt x="39418" y="5078"/>
                  </a:cubicBezTo>
                  <a:close/>
                </a:path>
              </a:pathLst>
            </a:custGeom>
            <a:solidFill>
              <a:srgbClr val="5E63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2" name="probe-noto-emoji_u1f681-part-9"/>
            <p:cNvSpPr/>
            <p:nvPr/>
          </p:nvSpPr>
          <p:spPr>
            <a:xfrm>
              <a:off x="526733" y="756214"/>
              <a:ext cx="131508" cy="147832"/>
            </a:xfrm>
            <a:custGeom>
              <a:avLst/>
              <a:gdLst/>
              <a:ahLst/>
              <a:cxnLst/>
              <a:rect l="0" t="0" r="r" b="b"/>
              <a:pathLst>
                <a:path w="131508" h="147832">
                  <a:moveTo>
                    <a:pt x="11667" y="2586"/>
                  </a:moveTo>
                  <a:cubicBezTo>
                    <a:pt x="7067" y="5986"/>
                    <a:pt x="-1633" y="137386"/>
                    <a:pt x="267" y="142586"/>
                  </a:cubicBezTo>
                  <a:cubicBezTo>
                    <a:pt x="2667" y="149186"/>
                    <a:pt x="26567" y="147686"/>
                    <a:pt x="61467" y="147686"/>
                  </a:cubicBezTo>
                  <a:cubicBezTo>
                    <a:pt x="96367" y="147686"/>
                    <a:pt x="127767" y="140786"/>
                    <a:pt x="130067" y="119086"/>
                  </a:cubicBezTo>
                  <a:cubicBezTo>
                    <a:pt x="132667" y="94586"/>
                    <a:pt x="131167" y="55086"/>
                    <a:pt x="130067" y="38486"/>
                  </a:cubicBezTo>
                  <a:cubicBezTo>
                    <a:pt x="128967" y="21886"/>
                    <a:pt x="111767" y="8186"/>
                    <a:pt x="87167" y="3586"/>
                  </a:cubicBezTo>
                  <a:cubicBezTo>
                    <a:pt x="68567" y="286"/>
                    <a:pt x="17767" y="-2014"/>
                    <a:pt x="11667" y="2586"/>
                  </a:cubicBezTo>
                  <a:close/>
                </a:path>
              </a:pathLst>
            </a:custGeom>
            <a:solidFill>
              <a:srgbClr val="5E63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3" name="probe-noto-emoji_u1f681-part-10"/>
            <p:cNvSpPr/>
            <p:nvPr/>
          </p:nvSpPr>
          <p:spPr>
            <a:xfrm>
              <a:off x="227343" y="942572"/>
              <a:ext cx="73804" cy="95238"/>
            </a:xfrm>
            <a:custGeom>
              <a:avLst/>
              <a:gdLst/>
              <a:ahLst/>
              <a:cxnLst/>
              <a:rect l="0" t="0" r="r" b="b"/>
              <a:pathLst>
                <a:path w="73804" h="95238">
                  <a:moveTo>
                    <a:pt x="72657" y="2028"/>
                  </a:moveTo>
                  <a:cubicBezTo>
                    <a:pt x="67857" y="-3572"/>
                    <a:pt x="2857" y="-372"/>
                    <a:pt x="57" y="48328"/>
                  </a:cubicBezTo>
                  <a:cubicBezTo>
                    <a:pt x="-1643" y="78028"/>
                    <a:pt x="34957" y="95728"/>
                    <a:pt x="42957" y="95228"/>
                  </a:cubicBezTo>
                  <a:cubicBezTo>
                    <a:pt x="50957" y="94728"/>
                    <a:pt x="56657" y="76328"/>
                    <a:pt x="64657" y="50628"/>
                  </a:cubicBezTo>
                  <a:cubicBezTo>
                    <a:pt x="71457" y="28628"/>
                    <a:pt x="76057" y="6028"/>
                    <a:pt x="72657" y="2028"/>
                  </a:cubicBezTo>
                  <a:close/>
                </a:path>
              </a:pathLst>
            </a:custGeom>
            <a:solidFill>
              <a:srgbClr val="5E63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4" name="probe-noto-emoji_u1f681-part-11"/>
            <p:cNvSpPr/>
            <p:nvPr/>
          </p:nvSpPr>
          <p:spPr>
            <a:xfrm>
              <a:off x="162083" y="725022"/>
              <a:ext cx="206490" cy="178252"/>
            </a:xfrm>
            <a:custGeom>
              <a:avLst/>
              <a:gdLst/>
              <a:ahLst/>
              <a:cxnLst/>
              <a:rect l="0" t="0" r="r" b="b"/>
              <a:pathLst>
                <a:path w="206490" h="178252">
                  <a:moveTo>
                    <a:pt x="117" y="171578"/>
                  </a:moveTo>
                  <a:cubicBezTo>
                    <a:pt x="2417" y="180678"/>
                    <a:pt x="143617" y="179078"/>
                    <a:pt x="150417" y="174978"/>
                  </a:cubicBezTo>
                  <a:cubicBezTo>
                    <a:pt x="156117" y="171578"/>
                    <a:pt x="208717" y="4078"/>
                    <a:pt x="206417" y="678"/>
                  </a:cubicBezTo>
                  <a:cubicBezTo>
                    <a:pt x="204117" y="-2722"/>
                    <a:pt x="151517" y="4678"/>
                    <a:pt x="74417" y="69278"/>
                  </a:cubicBezTo>
                  <a:cubicBezTo>
                    <a:pt x="26917" y="109078"/>
                    <a:pt x="-2083" y="162478"/>
                    <a:pt x="117" y="171578"/>
                  </a:cubicBezTo>
                  <a:close/>
                </a:path>
              </a:pathLst>
            </a:custGeom>
            <a:solidFill>
              <a:srgbClr val="868686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5" name="probe-noto-emoji_u1f681-part-12"/>
            <p:cNvSpPr/>
            <p:nvPr/>
          </p:nvSpPr>
          <p:spPr>
            <a:xfrm>
              <a:off x="413269" y="761759"/>
              <a:ext cx="57639" cy="55127"/>
            </a:xfrm>
            <a:custGeom>
              <a:avLst/>
              <a:gdLst/>
              <a:ahLst/>
              <a:cxnLst/>
              <a:rect l="0" t="0" r="r" b="b"/>
              <a:pathLst>
                <a:path w="57639" h="55127">
                  <a:moveTo>
                    <a:pt x="6731" y="54841"/>
                  </a:moveTo>
                  <a:cubicBezTo>
                    <a:pt x="16631" y="57741"/>
                    <a:pt x="25631" y="37741"/>
                    <a:pt x="34731" y="33141"/>
                  </a:cubicBezTo>
                  <a:cubicBezTo>
                    <a:pt x="43831" y="28541"/>
                    <a:pt x="58031" y="21741"/>
                    <a:pt x="57631" y="13141"/>
                  </a:cubicBezTo>
                  <a:cubicBezTo>
                    <a:pt x="57031" y="2841"/>
                    <a:pt x="28431" y="-5159"/>
                    <a:pt x="17031" y="4041"/>
                  </a:cubicBezTo>
                  <a:cubicBezTo>
                    <a:pt x="5631" y="13241"/>
                    <a:pt x="-8669" y="50241"/>
                    <a:pt x="6731" y="54841"/>
                  </a:cubicBezTo>
                  <a:close/>
                </a:path>
              </a:pathLst>
            </a:custGeom>
            <a:solidFill>
              <a:srgbClr val="C9C7C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6" name="probe-noto-emoji_u1f681-part-13"/>
            <p:cNvSpPr/>
            <p:nvPr/>
          </p:nvSpPr>
          <p:spPr>
            <a:xfrm>
              <a:off x="547748" y="767071"/>
              <a:ext cx="61574" cy="56653"/>
            </a:xfrm>
            <a:custGeom>
              <a:avLst/>
              <a:gdLst/>
              <a:ahLst/>
              <a:cxnLst/>
              <a:rect l="0" t="0" r="r" b="b"/>
              <a:pathLst>
                <a:path w="61574" h="56653">
                  <a:moveTo>
                    <a:pt x="6652" y="9529"/>
                  </a:moveTo>
                  <a:cubicBezTo>
                    <a:pt x="-1348" y="18129"/>
                    <a:pt x="-3648" y="54129"/>
                    <a:pt x="8352" y="56429"/>
                  </a:cubicBezTo>
                  <a:cubicBezTo>
                    <a:pt x="20352" y="58729"/>
                    <a:pt x="26052" y="42729"/>
                    <a:pt x="36352" y="35229"/>
                  </a:cubicBezTo>
                  <a:cubicBezTo>
                    <a:pt x="46652" y="27829"/>
                    <a:pt x="62252" y="23129"/>
                    <a:pt x="61552" y="10029"/>
                  </a:cubicBezTo>
                  <a:cubicBezTo>
                    <a:pt x="60952" y="-171"/>
                    <a:pt x="20952" y="-5971"/>
                    <a:pt x="6652" y="9529"/>
                  </a:cubicBezTo>
                  <a:close/>
                </a:path>
              </a:pathLst>
            </a:custGeom>
            <a:solidFill>
              <a:srgbClr val="C9C7C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7" name="probe-noto-emoji_u1f681-part-14"/>
            <p:cNvSpPr/>
            <p:nvPr/>
          </p:nvSpPr>
          <p:spPr>
            <a:xfrm>
              <a:off x="198613" y="755417"/>
              <a:ext cx="133108" cy="125708"/>
            </a:xfrm>
            <a:custGeom>
              <a:avLst/>
              <a:gdLst/>
              <a:ahLst/>
              <a:cxnLst/>
              <a:rect l="0" t="0" r="r" b="b"/>
              <a:pathLst>
                <a:path w="133108" h="125708">
                  <a:moveTo>
                    <a:pt x="131087" y="1183"/>
                  </a:moveTo>
                  <a:cubicBezTo>
                    <a:pt x="123287" y="-5917"/>
                    <a:pt x="80287" y="20083"/>
                    <a:pt x="49887" y="48583"/>
                  </a:cubicBezTo>
                  <a:cubicBezTo>
                    <a:pt x="21387" y="75483"/>
                    <a:pt x="-6613" y="111083"/>
                    <a:pt x="1387" y="121783"/>
                  </a:cubicBezTo>
                  <a:cubicBezTo>
                    <a:pt x="14487" y="139483"/>
                    <a:pt x="42587" y="93183"/>
                    <a:pt x="73987" y="65183"/>
                  </a:cubicBezTo>
                  <a:cubicBezTo>
                    <a:pt x="89087" y="51683"/>
                    <a:pt x="144287" y="13183"/>
                    <a:pt x="131087" y="1183"/>
                  </a:cubicBezTo>
                  <a:close/>
                </a:path>
              </a:pathLst>
            </a:custGeom>
            <a:solidFill>
              <a:srgbClr val="C8C8C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8" name="probe-noto-emoji_u1f681-part-15"/>
            <p:cNvSpPr/>
            <p:nvPr/>
          </p:nvSpPr>
          <p:spPr>
            <a:xfrm>
              <a:off x="1069527" y="632191"/>
              <a:ext cx="60273" cy="141609"/>
            </a:xfrm>
            <a:custGeom>
              <a:avLst/>
              <a:gdLst/>
              <a:ahLst/>
              <a:cxnLst/>
              <a:rect l="0" t="0" r="r" b="b"/>
              <a:pathLst>
                <a:path w="60273" h="141609">
                  <a:moveTo>
                    <a:pt x="6273" y="209"/>
                  </a:moveTo>
                  <a:cubicBezTo>
                    <a:pt x="-8227" y="3309"/>
                    <a:pt x="6273" y="67909"/>
                    <a:pt x="11273" y="89309"/>
                  </a:cubicBezTo>
                  <a:cubicBezTo>
                    <a:pt x="16273" y="110809"/>
                    <a:pt x="30573" y="141609"/>
                    <a:pt x="30573" y="141609"/>
                  </a:cubicBezTo>
                  <a:lnTo>
                    <a:pt x="60273" y="127809"/>
                  </a:lnTo>
                  <a:cubicBezTo>
                    <a:pt x="60273" y="127809"/>
                    <a:pt x="50873" y="79409"/>
                    <a:pt x="40973" y="51309"/>
                  </a:cubicBezTo>
                  <a:cubicBezTo>
                    <a:pt x="31073" y="23209"/>
                    <a:pt x="18873" y="-2591"/>
                    <a:pt x="6273" y="209"/>
                  </a:cubicBezTo>
                  <a:close/>
                </a:path>
              </a:pathLst>
            </a:custGeom>
            <a:solidFill>
              <a:srgbClr val="999A9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9" name="probe-noto-emoji_u1f681-part-16"/>
            <p:cNvSpPr/>
            <p:nvPr/>
          </p:nvSpPr>
          <p:spPr>
            <a:xfrm>
              <a:off x="1107098" y="789500"/>
              <a:ext cx="58032" cy="127300"/>
            </a:xfrm>
            <a:custGeom>
              <a:avLst/>
              <a:gdLst/>
              <a:ahLst/>
              <a:cxnLst/>
              <a:rect l="0" t="0" r="r" b="b"/>
              <a:pathLst>
                <a:path w="58032" h="127300">
                  <a:moveTo>
                    <a:pt x="2" y="9700"/>
                  </a:moveTo>
                  <a:cubicBezTo>
                    <a:pt x="2" y="9700"/>
                    <a:pt x="-398" y="32800"/>
                    <a:pt x="11502" y="67600"/>
                  </a:cubicBezTo>
                  <a:cubicBezTo>
                    <a:pt x="23002" y="101600"/>
                    <a:pt x="38302" y="131100"/>
                    <a:pt x="51702" y="126900"/>
                  </a:cubicBezTo>
                  <a:cubicBezTo>
                    <a:pt x="64102" y="123000"/>
                    <a:pt x="55502" y="71700"/>
                    <a:pt x="49402" y="49800"/>
                  </a:cubicBezTo>
                  <a:cubicBezTo>
                    <a:pt x="43302" y="27900"/>
                    <a:pt x="29802" y="0"/>
                    <a:pt x="29802" y="0"/>
                  </a:cubicBezTo>
                  <a:lnTo>
                    <a:pt x="2" y="9700"/>
                  </a:lnTo>
                  <a:close/>
                </a:path>
              </a:pathLst>
            </a:custGeom>
            <a:solidFill>
              <a:srgbClr val="999A9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0" name="probe-noto-emoji_u1f681-part-17"/>
            <p:cNvSpPr/>
            <p:nvPr/>
          </p:nvSpPr>
          <p:spPr>
            <a:xfrm>
              <a:off x="1089596" y="751556"/>
              <a:ext cx="57736" cy="57619"/>
            </a:xfrm>
            <a:custGeom>
              <a:avLst/>
              <a:gdLst/>
              <a:ahLst/>
              <a:cxnLst/>
              <a:rect l="0" t="0" r="r" b="b"/>
              <a:pathLst>
                <a:path w="57736" h="57619">
                  <a:moveTo>
                    <a:pt x="19704" y="2244"/>
                  </a:moveTo>
                  <a:cubicBezTo>
                    <a:pt x="-3396" y="10944"/>
                    <a:pt x="-1996" y="29744"/>
                    <a:pt x="3104" y="41844"/>
                  </a:cubicBezTo>
                  <a:cubicBezTo>
                    <a:pt x="6804" y="50644"/>
                    <a:pt x="22004" y="63044"/>
                    <a:pt x="39804" y="55044"/>
                  </a:cubicBezTo>
                  <a:cubicBezTo>
                    <a:pt x="53604" y="48844"/>
                    <a:pt x="62204" y="36644"/>
                    <a:pt x="55304" y="17744"/>
                  </a:cubicBezTo>
                  <a:cubicBezTo>
                    <a:pt x="50904" y="5444"/>
                    <a:pt x="38004" y="-4656"/>
                    <a:pt x="19704" y="2244"/>
                  </a:cubicBezTo>
                  <a:close/>
                </a:path>
              </a:pathLst>
            </a:custGeom>
            <a:solidFill>
              <a:srgbClr val="5E6367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41" name="probe-noto-emoji_u1f699" descr="野外车辆 — Google Noto Emoji contributors; Apache-2.0; original SVG unchanged. Source: https://github.com/googlefonts/noto-emoji/blob/e20cbc2bbec1926686be9f9bee7d1d2cfa1fea0e/2D/svg/emoji_u1f699.svg; SVG SHA256: e717809227d3880bb8446e45caf7b50b80cd71e6c45bb1e9bb5239ed8a8332da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1280000" cy="1280000"/>
          </a:xfrm>
        </p:grpSpPr>
        <p:sp>
          <p:nvSpPr>
            <p:cNvPr id="242" name="probe-noto-emoji_u1f699-part-1"/>
            <p:cNvSpPr/>
            <p:nvPr/>
          </p:nvSpPr>
          <p:spPr>
            <a:xfrm>
              <a:off x="1141900" y="721533"/>
              <a:ext cx="112411" cy="245995"/>
            </a:xfrm>
            <a:custGeom>
              <a:avLst/>
              <a:gdLst/>
              <a:ahLst/>
              <a:cxnLst/>
              <a:rect l="0" t="0" r="r" b="b"/>
              <a:pathLst>
                <a:path w="112411" h="245995">
                  <a:moveTo>
                    <a:pt x="0" y="23467"/>
                  </a:moveTo>
                  <a:cubicBezTo>
                    <a:pt x="0" y="23467"/>
                    <a:pt x="5200" y="10567"/>
                    <a:pt x="21300" y="3967"/>
                  </a:cubicBezTo>
                  <a:cubicBezTo>
                    <a:pt x="36400" y="-2233"/>
                    <a:pt x="71700" y="-3033"/>
                    <a:pt x="86900" y="15467"/>
                  </a:cubicBezTo>
                  <a:cubicBezTo>
                    <a:pt x="102900" y="34967"/>
                    <a:pt x="102400" y="63367"/>
                    <a:pt x="107600" y="113667"/>
                  </a:cubicBezTo>
                  <a:cubicBezTo>
                    <a:pt x="111700" y="152467"/>
                    <a:pt x="115300" y="195767"/>
                    <a:pt x="109000" y="215567"/>
                  </a:cubicBezTo>
                  <a:cubicBezTo>
                    <a:pt x="104300" y="230467"/>
                    <a:pt x="90500" y="245067"/>
                    <a:pt x="58500" y="245967"/>
                  </a:cubicBezTo>
                  <a:cubicBezTo>
                    <a:pt x="26600" y="246867"/>
                    <a:pt x="11500" y="226467"/>
                    <a:pt x="11500" y="226467"/>
                  </a:cubicBezTo>
                  <a:lnTo>
                    <a:pt x="0" y="23467"/>
                  </a:lnTo>
                  <a:close/>
                </a:path>
              </a:pathLst>
            </a:custGeom>
            <a:solidFill>
              <a:srgbClr val="31322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3" name="probe-noto-emoji_u1f699-part-2"/>
            <p:cNvSpPr/>
            <p:nvPr/>
          </p:nvSpPr>
          <p:spPr>
            <a:xfrm>
              <a:off x="43553" y="452400"/>
              <a:ext cx="1111547" cy="457700"/>
            </a:xfrm>
            <a:custGeom>
              <a:avLst/>
              <a:gdLst/>
              <a:ahLst/>
              <a:cxnLst/>
              <a:rect l="0" t="0" r="r" b="b"/>
              <a:pathLst>
                <a:path w="1111547" h="457700">
                  <a:moveTo>
                    <a:pt x="347" y="372000"/>
                  </a:moveTo>
                  <a:cubicBezTo>
                    <a:pt x="347" y="372000"/>
                    <a:pt x="-4253" y="345300"/>
                    <a:pt x="20047" y="321000"/>
                  </a:cubicBezTo>
                  <a:cubicBezTo>
                    <a:pt x="44347" y="296700"/>
                    <a:pt x="60647" y="294300"/>
                    <a:pt x="91847" y="292000"/>
                  </a:cubicBezTo>
                  <a:cubicBezTo>
                    <a:pt x="123047" y="289700"/>
                    <a:pt x="237847" y="286200"/>
                    <a:pt x="237847" y="286200"/>
                  </a:cubicBezTo>
                  <a:cubicBezTo>
                    <a:pt x="237847" y="286200"/>
                    <a:pt x="489347" y="8100"/>
                    <a:pt x="491647" y="5800"/>
                  </a:cubicBezTo>
                  <a:cubicBezTo>
                    <a:pt x="493947" y="3500"/>
                    <a:pt x="1008447" y="0"/>
                    <a:pt x="1027047" y="0"/>
                  </a:cubicBezTo>
                  <a:cubicBezTo>
                    <a:pt x="1045647" y="0"/>
                    <a:pt x="1076847" y="15100"/>
                    <a:pt x="1081547" y="41700"/>
                  </a:cubicBezTo>
                  <a:cubicBezTo>
                    <a:pt x="1086147" y="68400"/>
                    <a:pt x="1111547" y="332500"/>
                    <a:pt x="1111547" y="332500"/>
                  </a:cubicBezTo>
                  <a:lnTo>
                    <a:pt x="606347" y="457700"/>
                  </a:lnTo>
                  <a:lnTo>
                    <a:pt x="347" y="372000"/>
                  </a:lnTo>
                  <a:close/>
                </a:path>
              </a:pathLst>
            </a:custGeom>
            <a:solidFill>
              <a:srgbClr val="489DF6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4" name="probe-noto-emoji_u1f699-part-3"/>
            <p:cNvSpPr/>
            <p:nvPr/>
          </p:nvSpPr>
          <p:spPr>
            <a:xfrm>
              <a:off x="18825" y="855700"/>
              <a:ext cx="1185190" cy="269900"/>
            </a:xfrm>
            <a:custGeom>
              <a:avLst/>
              <a:gdLst/>
              <a:ahLst/>
              <a:cxnLst/>
              <a:rect l="0" t="0" r="r" b="b"/>
              <a:pathLst>
                <a:path w="1185190" h="269900">
                  <a:moveTo>
                    <a:pt x="565775" y="75800"/>
                  </a:moveTo>
                  <a:lnTo>
                    <a:pt x="225375" y="0"/>
                  </a:lnTo>
                  <a:lnTo>
                    <a:pt x="27275" y="160900"/>
                  </a:lnTo>
                  <a:cubicBezTo>
                    <a:pt x="27275" y="160900"/>
                    <a:pt x="675" y="158200"/>
                    <a:pt x="675" y="184800"/>
                  </a:cubicBezTo>
                  <a:cubicBezTo>
                    <a:pt x="675" y="211400"/>
                    <a:pt x="-2025" y="257900"/>
                    <a:pt x="3375" y="261900"/>
                  </a:cubicBezTo>
                  <a:cubicBezTo>
                    <a:pt x="8775" y="265900"/>
                    <a:pt x="946075" y="269900"/>
                    <a:pt x="946075" y="269900"/>
                  </a:cubicBezTo>
                  <a:cubicBezTo>
                    <a:pt x="946075" y="269900"/>
                    <a:pt x="1168075" y="268600"/>
                    <a:pt x="1174775" y="264600"/>
                  </a:cubicBezTo>
                  <a:cubicBezTo>
                    <a:pt x="1181475" y="260600"/>
                    <a:pt x="1182175" y="255900"/>
                    <a:pt x="1184075" y="214100"/>
                  </a:cubicBezTo>
                  <a:cubicBezTo>
                    <a:pt x="1185175" y="190200"/>
                    <a:pt x="1190275" y="168200"/>
                    <a:pt x="1163675" y="165500"/>
                  </a:cubicBezTo>
                  <a:cubicBezTo>
                    <a:pt x="1161175" y="165300"/>
                    <a:pt x="1155875" y="165100"/>
                    <a:pt x="1153675" y="164700"/>
                  </a:cubicBezTo>
                  <a:cubicBezTo>
                    <a:pt x="1132675" y="160700"/>
                    <a:pt x="1128175" y="150300"/>
                    <a:pt x="1128175" y="150300"/>
                  </a:cubicBezTo>
                  <a:lnTo>
                    <a:pt x="1039075" y="8000"/>
                  </a:lnTo>
                  <a:lnTo>
                    <a:pt x="718675" y="34600"/>
                  </a:lnTo>
                  <a:lnTo>
                    <a:pt x="565775" y="75800"/>
                  </a:lnTo>
                  <a:close/>
                </a:path>
              </a:pathLst>
            </a:custGeom>
            <a:solidFill>
              <a:srgbClr val="506D71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5" name="probe-noto-emoji_u1f699-part-4"/>
            <p:cNvSpPr/>
            <p:nvPr/>
          </p:nvSpPr>
          <p:spPr>
            <a:xfrm>
              <a:off x="141200" y="969878"/>
              <a:ext cx="274129" cy="269176"/>
            </a:xfrm>
            <a:custGeom>
              <a:avLst/>
              <a:gdLst/>
              <a:ahLst/>
              <a:cxnLst/>
              <a:rect l="0" t="0" r="r" b="b"/>
              <a:pathLst>
                <a:path w="274129" h="269176">
                  <a:moveTo>
                    <a:pt x="139700" y="22"/>
                  </a:moveTo>
                  <a:cubicBezTo>
                    <a:pt x="59500" y="-1278"/>
                    <a:pt x="0" y="55522"/>
                    <a:pt x="0" y="137122"/>
                  </a:cubicBezTo>
                  <a:cubicBezTo>
                    <a:pt x="0" y="205622"/>
                    <a:pt x="46600" y="265522"/>
                    <a:pt x="130600" y="269022"/>
                  </a:cubicBezTo>
                  <a:cubicBezTo>
                    <a:pt x="222400" y="272922"/>
                    <a:pt x="272800" y="201922"/>
                    <a:pt x="274100" y="142322"/>
                  </a:cubicBezTo>
                  <a:cubicBezTo>
                    <a:pt x="275400" y="82722"/>
                    <a:pt x="232800" y="1522"/>
                    <a:pt x="139700" y="22"/>
                  </a:cubicBezTo>
                  <a:close/>
                </a:path>
              </a:pathLst>
            </a:custGeom>
            <a:solidFill>
              <a:srgbClr val="4C443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6" name="probe-noto-emoji_u1f699-part-5"/>
            <p:cNvSpPr/>
            <p:nvPr/>
          </p:nvSpPr>
          <p:spPr>
            <a:xfrm>
              <a:off x="204557" y="1030487"/>
              <a:ext cx="147487" cy="146247"/>
            </a:xfrm>
            <a:custGeom>
              <a:avLst/>
              <a:gdLst/>
              <a:ahLst/>
              <a:cxnLst/>
              <a:rect l="0" t="0" r="r" b="b"/>
              <a:pathLst>
                <a:path w="147487" h="146247">
                  <a:moveTo>
                    <a:pt x="71143" y="113"/>
                  </a:moveTo>
                  <a:cubicBezTo>
                    <a:pt x="27243" y="2213"/>
                    <a:pt x="-1257" y="33713"/>
                    <a:pt x="43" y="72513"/>
                  </a:cubicBezTo>
                  <a:cubicBezTo>
                    <a:pt x="1343" y="111313"/>
                    <a:pt x="31043" y="147513"/>
                    <a:pt x="75043" y="146213"/>
                  </a:cubicBezTo>
                  <a:cubicBezTo>
                    <a:pt x="119043" y="144913"/>
                    <a:pt x="146143" y="113913"/>
                    <a:pt x="147443" y="76413"/>
                  </a:cubicBezTo>
                  <a:cubicBezTo>
                    <a:pt x="148643" y="40213"/>
                    <a:pt x="125443" y="-2487"/>
                    <a:pt x="71143" y="113"/>
                  </a:cubicBezTo>
                  <a:close/>
                </a:path>
              </a:pathLst>
            </a:custGeom>
            <a:solidFill>
              <a:srgbClr val="C8C8C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7" name="probe-noto-emoji_u1f699-part-6"/>
            <p:cNvSpPr/>
            <p:nvPr/>
          </p:nvSpPr>
          <p:spPr>
            <a:xfrm>
              <a:off x="809736" y="963831"/>
              <a:ext cx="272836" cy="270186"/>
            </a:xfrm>
            <a:custGeom>
              <a:avLst/>
              <a:gdLst/>
              <a:ahLst/>
              <a:cxnLst/>
              <a:rect l="0" t="0" r="r" b="b"/>
              <a:pathLst>
                <a:path w="272836" h="270186">
                  <a:moveTo>
                    <a:pt x="211464" y="23269"/>
                  </a:moveTo>
                  <a:cubicBezTo>
                    <a:pt x="143764" y="-19631"/>
                    <a:pt x="63364" y="-2231"/>
                    <a:pt x="20764" y="67369"/>
                  </a:cubicBezTo>
                  <a:cubicBezTo>
                    <a:pt x="-15036" y="125869"/>
                    <a:pt x="-6836" y="201869"/>
                    <a:pt x="63364" y="248069"/>
                  </a:cubicBezTo>
                  <a:cubicBezTo>
                    <a:pt x="131864" y="293169"/>
                    <a:pt x="217364" y="263169"/>
                    <a:pt x="249564" y="212969"/>
                  </a:cubicBezTo>
                  <a:cubicBezTo>
                    <a:pt x="281764" y="162869"/>
                    <a:pt x="290064" y="73069"/>
                    <a:pt x="211464" y="23269"/>
                  </a:cubicBezTo>
                  <a:close/>
                </a:path>
              </a:pathLst>
            </a:custGeom>
            <a:solidFill>
              <a:srgbClr val="4C443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8" name="probe-noto-emoji_u1f699-part-7"/>
            <p:cNvSpPr/>
            <p:nvPr/>
          </p:nvSpPr>
          <p:spPr>
            <a:xfrm>
              <a:off x="874438" y="1024638"/>
              <a:ext cx="146680" cy="147052"/>
            </a:xfrm>
            <a:custGeom>
              <a:avLst/>
              <a:gdLst/>
              <a:ahLst/>
              <a:cxnLst/>
              <a:rect l="0" t="0" r="r" b="b"/>
              <a:pathLst>
                <a:path w="146680" h="147052">
                  <a:moveTo>
                    <a:pt x="109362" y="9462"/>
                  </a:moveTo>
                  <a:cubicBezTo>
                    <a:pt x="70762" y="-11638"/>
                    <a:pt x="28462" y="5162"/>
                    <a:pt x="10862" y="34162"/>
                  </a:cubicBezTo>
                  <a:cubicBezTo>
                    <a:pt x="-9238" y="67362"/>
                    <a:pt x="-1838" y="114362"/>
                    <a:pt x="36362" y="136162"/>
                  </a:cubicBezTo>
                  <a:cubicBezTo>
                    <a:pt x="74562" y="157962"/>
                    <a:pt x="113062" y="145162"/>
                    <a:pt x="134562" y="114362"/>
                  </a:cubicBezTo>
                  <a:cubicBezTo>
                    <a:pt x="151262" y="90462"/>
                    <a:pt x="157062" y="35562"/>
                    <a:pt x="109362" y="9462"/>
                  </a:cubicBezTo>
                  <a:close/>
                </a:path>
              </a:pathLst>
            </a:custGeom>
            <a:solidFill>
              <a:srgbClr val="C8C8C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9" name="probe-noto-emoji_u1f699-part-8"/>
            <p:cNvSpPr/>
            <p:nvPr/>
          </p:nvSpPr>
          <p:spPr>
            <a:xfrm>
              <a:off x="38090" y="784887"/>
              <a:ext cx="1135163" cy="246213"/>
            </a:xfrm>
            <a:custGeom>
              <a:avLst/>
              <a:gdLst/>
              <a:ahLst/>
              <a:cxnLst/>
              <a:rect l="0" t="0" r="r" b="b"/>
              <a:pathLst>
                <a:path w="1135163" h="246213">
                  <a:moveTo>
                    <a:pt x="2110" y="231913"/>
                  </a:moveTo>
                  <a:cubicBezTo>
                    <a:pt x="10110" y="232713"/>
                    <a:pt x="76010" y="231413"/>
                    <a:pt x="76010" y="231413"/>
                  </a:cubicBezTo>
                  <a:cubicBezTo>
                    <a:pt x="76010" y="231413"/>
                    <a:pt x="94610" y="179613"/>
                    <a:pt x="147010" y="151313"/>
                  </a:cubicBezTo>
                  <a:cubicBezTo>
                    <a:pt x="211710" y="116413"/>
                    <a:pt x="294410" y="120313"/>
                    <a:pt x="348710" y="159113"/>
                  </a:cubicBezTo>
                  <a:cubicBezTo>
                    <a:pt x="407710" y="201313"/>
                    <a:pt x="414610" y="246213"/>
                    <a:pt x="414610" y="246213"/>
                  </a:cubicBezTo>
                  <a:lnTo>
                    <a:pt x="735310" y="244413"/>
                  </a:lnTo>
                  <a:cubicBezTo>
                    <a:pt x="735310" y="244413"/>
                    <a:pt x="753410" y="175913"/>
                    <a:pt x="815510" y="137113"/>
                  </a:cubicBezTo>
                  <a:cubicBezTo>
                    <a:pt x="873610" y="100813"/>
                    <a:pt x="962510" y="105913"/>
                    <a:pt x="1013410" y="143613"/>
                  </a:cubicBezTo>
                  <a:cubicBezTo>
                    <a:pt x="1078110" y="191413"/>
                    <a:pt x="1084510" y="235413"/>
                    <a:pt x="1084510" y="235413"/>
                  </a:cubicBezTo>
                  <a:cubicBezTo>
                    <a:pt x="1084510" y="235413"/>
                    <a:pt x="1129310" y="235613"/>
                    <a:pt x="1134710" y="235613"/>
                  </a:cubicBezTo>
                  <a:cubicBezTo>
                    <a:pt x="1137010" y="235613"/>
                    <a:pt x="1129810" y="122913"/>
                    <a:pt x="1129810" y="122913"/>
                  </a:cubicBezTo>
                  <a:lnTo>
                    <a:pt x="1116910" y="13"/>
                  </a:lnTo>
                  <a:cubicBezTo>
                    <a:pt x="1116910" y="13"/>
                    <a:pt x="974710" y="-1287"/>
                    <a:pt x="890610" y="22013"/>
                  </a:cubicBezTo>
                  <a:cubicBezTo>
                    <a:pt x="806510" y="45313"/>
                    <a:pt x="730210" y="47913"/>
                    <a:pt x="617710" y="46613"/>
                  </a:cubicBezTo>
                  <a:cubicBezTo>
                    <a:pt x="505210" y="45313"/>
                    <a:pt x="426310" y="35013"/>
                    <a:pt x="370710" y="24613"/>
                  </a:cubicBezTo>
                  <a:cubicBezTo>
                    <a:pt x="315110" y="14313"/>
                    <a:pt x="237510" y="6513"/>
                    <a:pt x="169010" y="25913"/>
                  </a:cubicBezTo>
                  <a:cubicBezTo>
                    <a:pt x="100510" y="45313"/>
                    <a:pt x="81110" y="73713"/>
                    <a:pt x="81110" y="73713"/>
                  </a:cubicBezTo>
                  <a:cubicBezTo>
                    <a:pt x="81110" y="73713"/>
                    <a:pt x="3510" y="113813"/>
                    <a:pt x="910" y="121513"/>
                  </a:cubicBezTo>
                  <a:cubicBezTo>
                    <a:pt x="-1690" y="129213"/>
                    <a:pt x="2110" y="231913"/>
                    <a:pt x="2110" y="231913"/>
                  </a:cubicBezTo>
                  <a:close/>
                </a:path>
              </a:pathLst>
            </a:custGeom>
            <a:solidFill>
              <a:srgbClr val="1D86FB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0" name="probe-noto-emoji_u1f699-part-9"/>
            <p:cNvSpPr/>
            <p:nvPr/>
          </p:nvSpPr>
          <p:spPr>
            <a:xfrm>
              <a:off x="1105254" y="799968"/>
              <a:ext cx="64146" cy="117506"/>
            </a:xfrm>
            <a:custGeom>
              <a:avLst/>
              <a:gdLst/>
              <a:ahLst/>
              <a:cxnLst/>
              <a:rect l="0" t="0" r="r" b="b"/>
              <a:pathLst>
                <a:path w="64146" h="117506">
                  <a:moveTo>
                    <a:pt x="1746" y="2132"/>
                  </a:moveTo>
                  <a:cubicBezTo>
                    <a:pt x="-1454" y="8732"/>
                    <a:pt x="646" y="38732"/>
                    <a:pt x="1046" y="68832"/>
                  </a:cubicBezTo>
                  <a:cubicBezTo>
                    <a:pt x="1346" y="93632"/>
                    <a:pt x="246" y="114032"/>
                    <a:pt x="4346" y="116532"/>
                  </a:cubicBezTo>
                  <a:cubicBezTo>
                    <a:pt x="8246" y="119032"/>
                    <a:pt x="64146" y="115932"/>
                    <a:pt x="64146" y="115932"/>
                  </a:cubicBezTo>
                  <a:lnTo>
                    <a:pt x="54446" y="7832"/>
                  </a:lnTo>
                  <a:lnTo>
                    <a:pt x="52346" y="132"/>
                  </a:lnTo>
                  <a:cubicBezTo>
                    <a:pt x="52246" y="132"/>
                    <a:pt x="3246" y="-768"/>
                    <a:pt x="1746" y="2132"/>
                  </a:cubicBezTo>
                  <a:close/>
                </a:path>
              </a:pathLst>
            </a:custGeom>
            <a:solidFill>
              <a:srgbClr val="FF2A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1" name="probe-noto-emoji_u1f699-part-10"/>
            <p:cNvSpPr/>
            <p:nvPr/>
          </p:nvSpPr>
          <p:spPr>
            <a:xfrm>
              <a:off x="46200" y="810319"/>
              <a:ext cx="115079" cy="98663"/>
            </a:xfrm>
            <a:custGeom>
              <a:avLst/>
              <a:gdLst/>
              <a:ahLst/>
              <a:cxnLst/>
              <a:rect l="0" t="0" r="r" b="b"/>
              <a:pathLst>
                <a:path w="115079" h="98663">
                  <a:moveTo>
                    <a:pt x="20600" y="881"/>
                  </a:moveTo>
                  <a:cubicBezTo>
                    <a:pt x="20600" y="881"/>
                    <a:pt x="107700" y="-2319"/>
                    <a:pt x="113000" y="3481"/>
                  </a:cubicBezTo>
                  <a:cubicBezTo>
                    <a:pt x="118300" y="9281"/>
                    <a:pt x="113000" y="23481"/>
                    <a:pt x="102400" y="43581"/>
                  </a:cubicBezTo>
                  <a:cubicBezTo>
                    <a:pt x="91800" y="63681"/>
                    <a:pt x="72900" y="93181"/>
                    <a:pt x="69200" y="96381"/>
                  </a:cubicBezTo>
                  <a:cubicBezTo>
                    <a:pt x="65500" y="99581"/>
                    <a:pt x="18900" y="98481"/>
                    <a:pt x="18900" y="98481"/>
                  </a:cubicBezTo>
                  <a:lnTo>
                    <a:pt x="0" y="26681"/>
                  </a:lnTo>
                  <a:lnTo>
                    <a:pt x="20600" y="881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2" name="probe-noto-emoji_u1f699-part-11"/>
            <p:cNvSpPr/>
            <p:nvPr/>
          </p:nvSpPr>
          <p:spPr>
            <a:xfrm>
              <a:off x="34563" y="811200"/>
              <a:ext cx="34337" cy="97600"/>
            </a:xfrm>
            <a:custGeom>
              <a:avLst/>
              <a:gdLst/>
              <a:ahLst/>
              <a:cxnLst/>
              <a:rect l="0" t="0" r="r" b="b"/>
              <a:pathLst>
                <a:path w="34337" h="97600">
                  <a:moveTo>
                    <a:pt x="5837" y="500"/>
                  </a:moveTo>
                  <a:cubicBezTo>
                    <a:pt x="5837" y="500"/>
                    <a:pt x="537" y="21000"/>
                    <a:pt x="37" y="48000"/>
                  </a:cubicBezTo>
                  <a:cubicBezTo>
                    <a:pt x="-463" y="74900"/>
                    <a:pt x="4237" y="97600"/>
                    <a:pt x="4237" y="97600"/>
                  </a:cubicBezTo>
                  <a:lnTo>
                    <a:pt x="30637" y="97600"/>
                  </a:lnTo>
                  <a:cubicBezTo>
                    <a:pt x="30637" y="97600"/>
                    <a:pt x="27537" y="74900"/>
                    <a:pt x="28037" y="49500"/>
                  </a:cubicBezTo>
                  <a:cubicBezTo>
                    <a:pt x="28537" y="23100"/>
                    <a:pt x="34337" y="0"/>
                    <a:pt x="34337" y="0"/>
                  </a:cubicBezTo>
                  <a:lnTo>
                    <a:pt x="5837" y="500"/>
                  </a:lnTo>
                  <a:close/>
                </a:path>
              </a:pathLst>
            </a:custGeom>
            <a:solidFill>
              <a:srgbClr val="D7CCC5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3" name="probe-noto-emoji_u1f699-part-12"/>
            <p:cNvSpPr/>
            <p:nvPr/>
          </p:nvSpPr>
          <p:spPr>
            <a:xfrm>
              <a:off x="372649" y="507400"/>
              <a:ext cx="420054" cy="250088"/>
            </a:xfrm>
            <a:custGeom>
              <a:avLst/>
              <a:gdLst/>
              <a:ahLst/>
              <a:cxnLst/>
              <a:rect l="0" t="0" r="r" b="b"/>
              <a:pathLst>
                <a:path w="420054" h="250088">
                  <a:moveTo>
                    <a:pt x="188551" y="4500"/>
                  </a:moveTo>
                  <a:cubicBezTo>
                    <a:pt x="171551" y="13700"/>
                    <a:pt x="122751" y="77300"/>
                    <a:pt x="97751" y="107600"/>
                  </a:cubicBezTo>
                  <a:cubicBezTo>
                    <a:pt x="72751" y="137900"/>
                    <a:pt x="6851" y="215900"/>
                    <a:pt x="2251" y="225000"/>
                  </a:cubicBezTo>
                  <a:cubicBezTo>
                    <a:pt x="-2249" y="234100"/>
                    <a:pt x="-749" y="245500"/>
                    <a:pt x="13651" y="246200"/>
                  </a:cubicBezTo>
                  <a:cubicBezTo>
                    <a:pt x="28051" y="247000"/>
                    <a:pt x="405351" y="250700"/>
                    <a:pt x="410651" y="250000"/>
                  </a:cubicBezTo>
                  <a:cubicBezTo>
                    <a:pt x="415951" y="249200"/>
                    <a:pt x="418251" y="240900"/>
                    <a:pt x="417451" y="233300"/>
                  </a:cubicBezTo>
                  <a:cubicBezTo>
                    <a:pt x="416651" y="225700"/>
                    <a:pt x="421251" y="26500"/>
                    <a:pt x="419751" y="17400"/>
                  </a:cubicBezTo>
                  <a:cubicBezTo>
                    <a:pt x="418251" y="8300"/>
                    <a:pt x="407651" y="0"/>
                    <a:pt x="389451" y="0"/>
                  </a:cubicBezTo>
                  <a:cubicBezTo>
                    <a:pt x="373451" y="100"/>
                    <a:pt x="197651" y="-400"/>
                    <a:pt x="188551" y="4500"/>
                  </a:cubicBezTo>
                  <a:close/>
                </a:path>
              </a:pathLst>
            </a:custGeom>
            <a:solidFill>
              <a:srgbClr val="506D7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4" name="probe-noto-emoji_u1f699-part-13"/>
            <p:cNvSpPr/>
            <p:nvPr/>
          </p:nvSpPr>
          <p:spPr>
            <a:xfrm>
              <a:off x="418356" y="530378"/>
              <a:ext cx="350047" cy="197622"/>
            </a:xfrm>
            <a:custGeom>
              <a:avLst/>
              <a:gdLst/>
              <a:ahLst/>
              <a:cxnLst/>
              <a:rect l="0" t="0" r="r" b="b"/>
              <a:pathLst>
                <a:path w="350047" h="197622">
                  <a:moveTo>
                    <a:pt x="156744" y="3322"/>
                  </a:moveTo>
                  <a:cubicBezTo>
                    <a:pt x="149144" y="7822"/>
                    <a:pt x="7244" y="179722"/>
                    <a:pt x="3644" y="184422"/>
                  </a:cubicBezTo>
                  <a:cubicBezTo>
                    <a:pt x="-1656" y="191222"/>
                    <a:pt x="-1756" y="196822"/>
                    <a:pt x="7244" y="196822"/>
                  </a:cubicBezTo>
                  <a:cubicBezTo>
                    <a:pt x="16244" y="196822"/>
                    <a:pt x="328444" y="197622"/>
                    <a:pt x="336044" y="197622"/>
                  </a:cubicBezTo>
                  <a:cubicBezTo>
                    <a:pt x="343644" y="197622"/>
                    <a:pt x="348144" y="192322"/>
                    <a:pt x="347444" y="184022"/>
                  </a:cubicBezTo>
                  <a:cubicBezTo>
                    <a:pt x="346644" y="175722"/>
                    <a:pt x="351244" y="14322"/>
                    <a:pt x="349744" y="9822"/>
                  </a:cubicBezTo>
                  <a:cubicBezTo>
                    <a:pt x="348244" y="5322"/>
                    <a:pt x="344444" y="22"/>
                    <a:pt x="336144" y="22"/>
                  </a:cubicBezTo>
                  <a:cubicBezTo>
                    <a:pt x="327844" y="22"/>
                    <a:pt x="163244" y="-478"/>
                    <a:pt x="156744" y="3322"/>
                  </a:cubicBezTo>
                  <a:close/>
                </a:path>
              </a:pathLst>
            </a:custGeom>
            <a:solidFill>
              <a:srgbClr val="AFE3FB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5" name="probe-noto-emoji_u1f699-part-14"/>
            <p:cNvSpPr/>
            <p:nvPr/>
          </p:nvSpPr>
          <p:spPr>
            <a:xfrm>
              <a:off x="849900" y="505068"/>
              <a:ext cx="242680" cy="251732"/>
            </a:xfrm>
            <a:custGeom>
              <a:avLst/>
              <a:gdLst/>
              <a:ahLst/>
              <a:cxnLst/>
              <a:rect l="0" t="0" r="r" b="b"/>
              <a:pathLst>
                <a:path w="242680" h="251732">
                  <a:moveTo>
                    <a:pt x="18200" y="2432"/>
                  </a:moveTo>
                  <a:cubicBezTo>
                    <a:pt x="12100" y="2432"/>
                    <a:pt x="0" y="7732"/>
                    <a:pt x="0" y="19132"/>
                  </a:cubicBezTo>
                  <a:cubicBezTo>
                    <a:pt x="0" y="30532"/>
                    <a:pt x="1500" y="237332"/>
                    <a:pt x="1500" y="244132"/>
                  </a:cubicBezTo>
                  <a:cubicBezTo>
                    <a:pt x="1500" y="250932"/>
                    <a:pt x="6000" y="251732"/>
                    <a:pt x="17400" y="251732"/>
                  </a:cubicBezTo>
                  <a:cubicBezTo>
                    <a:pt x="28800" y="251732"/>
                    <a:pt x="226500" y="249432"/>
                    <a:pt x="234800" y="249432"/>
                  </a:cubicBezTo>
                  <a:cubicBezTo>
                    <a:pt x="243100" y="249432"/>
                    <a:pt x="243100" y="238832"/>
                    <a:pt x="242400" y="231232"/>
                  </a:cubicBezTo>
                  <a:cubicBezTo>
                    <a:pt x="241600" y="223632"/>
                    <a:pt x="217400" y="32732"/>
                    <a:pt x="215900" y="20632"/>
                  </a:cubicBezTo>
                  <a:cubicBezTo>
                    <a:pt x="214400" y="8532"/>
                    <a:pt x="205300" y="932"/>
                    <a:pt x="193200" y="132"/>
                  </a:cubicBezTo>
                  <a:cubicBezTo>
                    <a:pt x="181100" y="-668"/>
                    <a:pt x="18200" y="2432"/>
                    <a:pt x="18200" y="2432"/>
                  </a:cubicBezTo>
                  <a:close/>
                </a:path>
              </a:pathLst>
            </a:custGeom>
            <a:solidFill>
              <a:srgbClr val="506D7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6" name="probe-noto-emoji_u1f699-part-15"/>
            <p:cNvSpPr/>
            <p:nvPr/>
          </p:nvSpPr>
          <p:spPr>
            <a:xfrm>
              <a:off x="440100" y="689064"/>
              <a:ext cx="92021" cy="115352"/>
            </a:xfrm>
            <a:custGeom>
              <a:avLst/>
              <a:gdLst/>
              <a:ahLst/>
              <a:cxnLst/>
              <a:rect l="0" t="0" r="r" b="b"/>
              <a:pathLst>
                <a:path w="92021" h="115352">
                  <a:moveTo>
                    <a:pt x="0" y="63536"/>
                  </a:moveTo>
                  <a:cubicBezTo>
                    <a:pt x="0" y="63536"/>
                    <a:pt x="15200" y="87036"/>
                    <a:pt x="26300" y="97936"/>
                  </a:cubicBezTo>
                  <a:cubicBezTo>
                    <a:pt x="36700" y="108136"/>
                    <a:pt x="51600" y="116436"/>
                    <a:pt x="65900" y="115236"/>
                  </a:cubicBezTo>
                  <a:cubicBezTo>
                    <a:pt x="80200" y="114136"/>
                    <a:pt x="89200" y="100736"/>
                    <a:pt x="91600" y="58336"/>
                  </a:cubicBezTo>
                  <a:cubicBezTo>
                    <a:pt x="94300" y="11436"/>
                    <a:pt x="83800" y="536"/>
                    <a:pt x="65900" y="36"/>
                  </a:cubicBezTo>
                  <a:cubicBezTo>
                    <a:pt x="47600" y="-564"/>
                    <a:pt x="45800" y="6336"/>
                    <a:pt x="34400" y="17236"/>
                  </a:cubicBezTo>
                  <a:cubicBezTo>
                    <a:pt x="28200" y="23136"/>
                    <a:pt x="0" y="63536"/>
                    <a:pt x="0" y="63536"/>
                  </a:cubicBezTo>
                  <a:close/>
                </a:path>
              </a:pathLst>
            </a:custGeom>
            <a:solidFill>
              <a:srgbClr val="0250A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7" name="probe-noto-emoji_u1f699-part-16"/>
            <p:cNvSpPr/>
            <p:nvPr/>
          </p:nvSpPr>
          <p:spPr>
            <a:xfrm>
              <a:off x="455000" y="692994"/>
              <a:ext cx="60080" cy="63612"/>
            </a:xfrm>
            <a:custGeom>
              <a:avLst/>
              <a:gdLst/>
              <a:ahLst/>
              <a:cxnLst/>
              <a:rect l="0" t="0" r="r" b="b"/>
              <a:pathLst>
                <a:path w="60080" h="63612">
                  <a:moveTo>
                    <a:pt x="29000" y="63506"/>
                  </a:moveTo>
                  <a:cubicBezTo>
                    <a:pt x="40700" y="62106"/>
                    <a:pt x="49300" y="55206"/>
                    <a:pt x="56800" y="37406"/>
                  </a:cubicBezTo>
                  <a:cubicBezTo>
                    <a:pt x="64300" y="19606"/>
                    <a:pt x="57600" y="7806"/>
                    <a:pt x="50100" y="3406"/>
                  </a:cubicBezTo>
                  <a:cubicBezTo>
                    <a:pt x="41700" y="-1594"/>
                    <a:pt x="33400" y="106"/>
                    <a:pt x="31400" y="1106"/>
                  </a:cubicBezTo>
                  <a:cubicBezTo>
                    <a:pt x="29800" y="1906"/>
                    <a:pt x="23200" y="8206"/>
                    <a:pt x="16600" y="16206"/>
                  </a:cubicBezTo>
                  <a:cubicBezTo>
                    <a:pt x="7600" y="27006"/>
                    <a:pt x="0" y="38606"/>
                    <a:pt x="0" y="38606"/>
                  </a:cubicBezTo>
                  <a:cubicBezTo>
                    <a:pt x="0" y="38606"/>
                    <a:pt x="12500" y="65506"/>
                    <a:pt x="29000" y="63506"/>
                  </a:cubicBezTo>
                  <a:close/>
                </a:path>
              </a:pathLst>
            </a:custGeom>
            <a:solidFill>
              <a:srgbClr val="489DF6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8" name="probe-noto-emoji_u1f699-part-17"/>
            <p:cNvSpPr/>
            <p:nvPr/>
          </p:nvSpPr>
          <p:spPr>
            <a:xfrm>
              <a:off x="877483" y="529264"/>
              <a:ext cx="185466" cy="200876"/>
            </a:xfrm>
            <a:custGeom>
              <a:avLst/>
              <a:gdLst/>
              <a:ahLst/>
              <a:cxnLst/>
              <a:rect l="0" t="0" r="r" b="b"/>
              <a:pathLst>
                <a:path w="185466" h="200876">
                  <a:moveTo>
                    <a:pt x="1217" y="3936"/>
                  </a:moveTo>
                  <a:cubicBezTo>
                    <a:pt x="-1683" y="6836"/>
                    <a:pt x="1217" y="197836"/>
                    <a:pt x="3517" y="199436"/>
                  </a:cubicBezTo>
                  <a:cubicBezTo>
                    <a:pt x="5817" y="200936"/>
                    <a:pt x="183017" y="201736"/>
                    <a:pt x="185317" y="199436"/>
                  </a:cubicBezTo>
                  <a:cubicBezTo>
                    <a:pt x="187617" y="197136"/>
                    <a:pt x="162617" y="3236"/>
                    <a:pt x="159517" y="936"/>
                  </a:cubicBezTo>
                  <a:cubicBezTo>
                    <a:pt x="156517" y="-1364"/>
                    <a:pt x="4217" y="936"/>
                    <a:pt x="1217" y="3936"/>
                  </a:cubicBezTo>
                  <a:close/>
                </a:path>
              </a:pathLst>
            </a:custGeom>
            <a:solidFill>
              <a:srgbClr val="AFE3FB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59" name="probe-noto-emoji_u1f6a4" descr="船只 — Google Noto Emoji contributors; Apache-2.0; original SVG unchanged. Source: https://github.com/googlefonts/noto-emoji/blob/e20cbc2bbec1926686be9f9bee7d1d2cfa1fea0e/2D/svg/emoji_u1f6a4.svg; SVG SHA256: ac134ae07130056d3ee929e5ee7db069fe78453d68866b965ddbeb0bb4b591a0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1280000" cy="1280000"/>
          </a:xfrm>
        </p:grpSpPr>
        <p:sp>
          <p:nvSpPr>
            <p:cNvPr id="260" name="probe-noto-emoji_u1f6a4-part-1"/>
            <p:cNvSpPr/>
            <p:nvPr/>
          </p:nvSpPr>
          <p:spPr>
            <a:xfrm>
              <a:off x="1049300" y="777987"/>
              <a:ext cx="170315" cy="176313"/>
            </a:xfrm>
            <a:custGeom>
              <a:avLst/>
              <a:gdLst/>
              <a:ahLst/>
              <a:cxnLst/>
              <a:rect l="0" t="0" r="r" b="b"/>
              <a:pathLst>
                <a:path w="170315" h="176313">
                  <a:moveTo>
                    <a:pt x="130700" y="176313"/>
                  </a:moveTo>
                  <a:lnTo>
                    <a:pt x="53300" y="147513"/>
                  </a:lnTo>
                  <a:lnTo>
                    <a:pt x="0" y="128913"/>
                  </a:lnTo>
                  <a:lnTo>
                    <a:pt x="10900" y="31013"/>
                  </a:lnTo>
                  <a:cubicBezTo>
                    <a:pt x="13300" y="12213"/>
                    <a:pt x="30700" y="-1387"/>
                    <a:pt x="50400" y="113"/>
                  </a:cubicBezTo>
                  <a:lnTo>
                    <a:pt x="136100" y="6813"/>
                  </a:lnTo>
                  <a:cubicBezTo>
                    <a:pt x="156500" y="8413"/>
                    <a:pt x="171800" y="25513"/>
                    <a:pt x="170200" y="45113"/>
                  </a:cubicBezTo>
                  <a:lnTo>
                    <a:pt x="164200" y="122113"/>
                  </a:lnTo>
                  <a:cubicBezTo>
                    <a:pt x="163100" y="135613"/>
                    <a:pt x="157400" y="157313"/>
                    <a:pt x="147000" y="166513"/>
                  </a:cubicBezTo>
                  <a:lnTo>
                    <a:pt x="130700" y="176313"/>
                  </a:lnTo>
                  <a:close/>
                </a:path>
              </a:pathLst>
            </a:custGeom>
            <a:solidFill>
              <a:srgbClr val="455A6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1" name="probe-noto-emoji_u1f6a4-part-2"/>
            <p:cNvSpPr/>
            <p:nvPr/>
          </p:nvSpPr>
          <p:spPr>
            <a:xfrm>
              <a:off x="31500" y="855900"/>
              <a:ext cx="1217100" cy="384100"/>
            </a:xfrm>
            <a:custGeom>
              <a:avLst/>
              <a:gdLst/>
              <a:ahLst/>
              <a:cxnLst/>
              <a:rect l="0" t="0" r="r" b="b"/>
              <a:pathLst>
                <a:path w="1217100" h="384100">
                  <a:moveTo>
                    <a:pt x="0" y="0"/>
                  </a:moveTo>
                  <a:cubicBezTo>
                    <a:pt x="0" y="0"/>
                    <a:pt x="43700" y="162200"/>
                    <a:pt x="253300" y="253800"/>
                  </a:cubicBezTo>
                  <a:cubicBezTo>
                    <a:pt x="552800" y="384500"/>
                    <a:pt x="1125400" y="384100"/>
                    <a:pt x="1125400" y="384100"/>
                  </a:cubicBezTo>
                  <a:cubicBezTo>
                    <a:pt x="1125400" y="384100"/>
                    <a:pt x="1165900" y="382900"/>
                    <a:pt x="1175400" y="354700"/>
                  </a:cubicBezTo>
                  <a:cubicBezTo>
                    <a:pt x="1175200" y="348600"/>
                    <a:pt x="1217100" y="169700"/>
                    <a:pt x="1217100" y="169700"/>
                  </a:cubicBezTo>
                  <a:cubicBezTo>
                    <a:pt x="1217100" y="169700"/>
                    <a:pt x="874600" y="132100"/>
                    <a:pt x="608500" y="98400"/>
                  </a:cubicBezTo>
                  <a:cubicBezTo>
                    <a:pt x="342400" y="647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4511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2" name="probe-noto-emoji_u1f6a4-part-3"/>
            <p:cNvSpPr/>
            <p:nvPr/>
          </p:nvSpPr>
          <p:spPr>
            <a:xfrm>
              <a:off x="31817" y="804830"/>
              <a:ext cx="1216683" cy="220670"/>
            </a:xfrm>
            <a:custGeom>
              <a:avLst/>
              <a:gdLst/>
              <a:ahLst/>
              <a:cxnLst/>
              <a:rect l="0" t="0" r="r" b="b"/>
              <a:pathLst>
                <a:path w="1216683" h="220670">
                  <a:moveTo>
                    <a:pt x="1190283" y="158870"/>
                  </a:moveTo>
                  <a:lnTo>
                    <a:pt x="938683" y="20170"/>
                  </a:lnTo>
                  <a:cubicBezTo>
                    <a:pt x="938683" y="20170"/>
                    <a:pt x="562983" y="4670"/>
                    <a:pt x="325683" y="270"/>
                  </a:cubicBezTo>
                  <a:cubicBezTo>
                    <a:pt x="157183" y="-2930"/>
                    <a:pt x="52683" y="23070"/>
                    <a:pt x="6183" y="38370"/>
                  </a:cubicBezTo>
                  <a:cubicBezTo>
                    <a:pt x="-2417" y="41170"/>
                    <a:pt x="-1917" y="53870"/>
                    <a:pt x="6883" y="55870"/>
                  </a:cubicBezTo>
                  <a:cubicBezTo>
                    <a:pt x="89083" y="75070"/>
                    <a:pt x="326683" y="129470"/>
                    <a:pt x="457283" y="149170"/>
                  </a:cubicBezTo>
                  <a:cubicBezTo>
                    <a:pt x="604383" y="171370"/>
                    <a:pt x="1133583" y="217170"/>
                    <a:pt x="1216683" y="220670"/>
                  </a:cubicBezTo>
                  <a:lnTo>
                    <a:pt x="1190283" y="158870"/>
                  </a:ln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3" name="probe-noto-emoji_u1f6a4-part-4"/>
            <p:cNvSpPr/>
            <p:nvPr/>
          </p:nvSpPr>
          <p:spPr>
            <a:xfrm>
              <a:off x="126300" y="924800"/>
              <a:ext cx="1102000" cy="254900"/>
            </a:xfrm>
            <a:custGeom>
              <a:avLst/>
              <a:gdLst/>
              <a:ahLst/>
              <a:cxnLst/>
              <a:rect l="0" t="0" r="r" b="b"/>
              <a:pathLst>
                <a:path w="1102000" h="254900">
                  <a:moveTo>
                    <a:pt x="658400" y="179900"/>
                  </a:moveTo>
                  <a:cubicBezTo>
                    <a:pt x="657800" y="181900"/>
                    <a:pt x="730100" y="122200"/>
                    <a:pt x="730100" y="122200"/>
                  </a:cubicBezTo>
                  <a:cubicBezTo>
                    <a:pt x="239900" y="105800"/>
                    <a:pt x="0" y="0"/>
                    <a:pt x="0" y="0"/>
                  </a:cubicBezTo>
                  <a:cubicBezTo>
                    <a:pt x="0" y="0"/>
                    <a:pt x="84200" y="89600"/>
                    <a:pt x="451800" y="134800"/>
                  </a:cubicBezTo>
                  <a:cubicBezTo>
                    <a:pt x="491400" y="139700"/>
                    <a:pt x="606400" y="152700"/>
                    <a:pt x="606400" y="152700"/>
                  </a:cubicBezTo>
                  <a:lnTo>
                    <a:pt x="551500" y="209000"/>
                  </a:lnTo>
                  <a:cubicBezTo>
                    <a:pt x="666100" y="234100"/>
                    <a:pt x="1085700" y="254900"/>
                    <a:pt x="1085700" y="254900"/>
                  </a:cubicBezTo>
                  <a:lnTo>
                    <a:pt x="1102000" y="189300"/>
                  </a:lnTo>
                  <a:cubicBezTo>
                    <a:pt x="797000" y="197700"/>
                    <a:pt x="658400" y="179900"/>
                    <a:pt x="658400" y="179900"/>
                  </a:cubicBezTo>
                  <a:close/>
                </a:path>
              </a:pathLst>
            </a:custGeom>
            <a:solidFill>
              <a:srgbClr val="A1252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4" name="probe-noto-emoji_u1f6a4-part-5"/>
            <p:cNvSpPr/>
            <p:nvPr/>
          </p:nvSpPr>
          <p:spPr>
            <a:xfrm>
              <a:off x="1065200" y="765167"/>
              <a:ext cx="152607" cy="47394"/>
            </a:xfrm>
            <a:custGeom>
              <a:avLst/>
              <a:gdLst/>
              <a:ahLst/>
              <a:cxnLst/>
              <a:rect l="0" t="0" r="r" b="b"/>
              <a:pathLst>
                <a:path w="152607" h="47394">
                  <a:moveTo>
                    <a:pt x="80900" y="233"/>
                  </a:moveTo>
                  <a:cubicBezTo>
                    <a:pt x="131100" y="2633"/>
                    <a:pt x="154400" y="31333"/>
                    <a:pt x="152500" y="43933"/>
                  </a:cubicBezTo>
                  <a:cubicBezTo>
                    <a:pt x="152300" y="45133"/>
                    <a:pt x="120900" y="49433"/>
                    <a:pt x="76300" y="46233"/>
                  </a:cubicBezTo>
                  <a:cubicBezTo>
                    <a:pt x="37300" y="43433"/>
                    <a:pt x="5100" y="34233"/>
                    <a:pt x="0" y="29833"/>
                  </a:cubicBezTo>
                  <a:cubicBezTo>
                    <a:pt x="0" y="29833"/>
                    <a:pt x="9800" y="-3067"/>
                    <a:pt x="80900" y="233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5" name="probe-noto-emoji_u1f6a4-part-6"/>
            <p:cNvSpPr/>
            <p:nvPr/>
          </p:nvSpPr>
          <p:spPr>
            <a:xfrm>
              <a:off x="660200" y="840700"/>
              <a:ext cx="374076" cy="93930"/>
            </a:xfrm>
            <a:custGeom>
              <a:avLst/>
              <a:gdLst/>
              <a:ahLst/>
              <a:cxnLst/>
              <a:rect l="0" t="0" r="r" b="b"/>
              <a:pathLst>
                <a:path w="374076" h="93930">
                  <a:moveTo>
                    <a:pt x="86800" y="72200"/>
                  </a:moveTo>
                  <a:lnTo>
                    <a:pt x="364600" y="93900"/>
                  </a:lnTo>
                  <a:cubicBezTo>
                    <a:pt x="373700" y="94600"/>
                    <a:pt x="377700" y="82700"/>
                    <a:pt x="370000" y="77800"/>
                  </a:cubicBezTo>
                  <a:lnTo>
                    <a:pt x="264800" y="19800"/>
                  </a:lnTo>
                  <a:cubicBezTo>
                    <a:pt x="256300" y="15100"/>
                    <a:pt x="246900" y="12400"/>
                    <a:pt x="237300" y="12000"/>
                  </a:cubicBezTo>
                  <a:lnTo>
                    <a:pt x="0" y="0"/>
                  </a:lnTo>
                  <a:lnTo>
                    <a:pt x="86800" y="72200"/>
                  </a:lnTo>
                  <a:close/>
                </a:path>
              </a:pathLst>
            </a:custGeom>
            <a:solidFill>
              <a:srgbClr val="EF6C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6" name="probe-noto-emoji_u1f6a4-part-7"/>
            <p:cNvSpPr/>
            <p:nvPr/>
          </p:nvSpPr>
          <p:spPr>
            <a:xfrm>
              <a:off x="660200" y="840700"/>
              <a:ext cx="246100" cy="84200"/>
            </a:xfrm>
            <a:custGeom>
              <a:avLst/>
              <a:gdLst/>
              <a:ahLst/>
              <a:cxnLst/>
              <a:rect l="0" t="0" r="r" b="b"/>
              <a:pathLst>
                <a:path w="246100" h="84200">
                  <a:moveTo>
                    <a:pt x="246100" y="13000"/>
                  </a:moveTo>
                  <a:lnTo>
                    <a:pt x="240600" y="84200"/>
                  </a:lnTo>
                  <a:lnTo>
                    <a:pt x="86800" y="72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360C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7" name="probe-noto-emoji_u1f6a4-part-8"/>
            <p:cNvSpPr/>
            <p:nvPr/>
          </p:nvSpPr>
          <p:spPr>
            <a:xfrm>
              <a:off x="471400" y="752100"/>
              <a:ext cx="302615" cy="175479"/>
            </a:xfrm>
            <a:custGeom>
              <a:avLst/>
              <a:gdLst/>
              <a:ahLst/>
              <a:cxnLst/>
              <a:rect l="0" t="0" r="r" b="b"/>
              <a:pathLst>
                <a:path w="302615" h="175479">
                  <a:moveTo>
                    <a:pt x="0" y="58800"/>
                  </a:moveTo>
                  <a:lnTo>
                    <a:pt x="92300" y="0"/>
                  </a:lnTo>
                  <a:cubicBezTo>
                    <a:pt x="92300" y="0"/>
                    <a:pt x="216700" y="47800"/>
                    <a:pt x="278800" y="128500"/>
                  </a:cubicBezTo>
                  <a:cubicBezTo>
                    <a:pt x="291100" y="144500"/>
                    <a:pt x="314100" y="179500"/>
                    <a:pt x="295800" y="175100"/>
                  </a:cubicBezTo>
                  <a:cubicBezTo>
                    <a:pt x="250900" y="164200"/>
                    <a:pt x="157800" y="137400"/>
                    <a:pt x="112100" y="116700"/>
                  </a:cubicBezTo>
                  <a:cubicBezTo>
                    <a:pt x="28300" y="78600"/>
                    <a:pt x="0" y="58800"/>
                    <a:pt x="0" y="58800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8" name="probe-noto-emoji_u1f6a4-part-9"/>
            <p:cNvSpPr/>
            <p:nvPr/>
          </p:nvSpPr>
          <p:spPr>
            <a:xfrm>
              <a:off x="444400" y="805100"/>
              <a:ext cx="333000" cy="128200"/>
            </a:xfrm>
            <a:custGeom>
              <a:avLst/>
              <a:gdLst/>
              <a:ahLst/>
              <a:cxnLst/>
              <a:rect l="0" t="0" r="r" b="b"/>
              <a:pathLst>
                <a:path w="333000" h="128200">
                  <a:moveTo>
                    <a:pt x="0" y="11500"/>
                  </a:moveTo>
                  <a:cubicBezTo>
                    <a:pt x="1200" y="7500"/>
                    <a:pt x="34600" y="0"/>
                    <a:pt x="34600" y="0"/>
                  </a:cubicBezTo>
                  <a:cubicBezTo>
                    <a:pt x="34600" y="0"/>
                    <a:pt x="150400" y="84100"/>
                    <a:pt x="333000" y="112700"/>
                  </a:cubicBezTo>
                  <a:lnTo>
                    <a:pt x="333000" y="128200"/>
                  </a:lnTo>
                  <a:cubicBezTo>
                    <a:pt x="333000" y="128200"/>
                    <a:pt x="196300" y="118200"/>
                    <a:pt x="108700" y="77600"/>
                  </a:cubicBezTo>
                  <a:cubicBezTo>
                    <a:pt x="21200" y="36900"/>
                    <a:pt x="0" y="11500"/>
                    <a:pt x="0" y="11500"/>
                  </a:cubicBez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9" name="probe-noto-emoji_u1f6a4-part-10"/>
            <p:cNvSpPr/>
            <p:nvPr/>
          </p:nvSpPr>
          <p:spPr>
            <a:xfrm>
              <a:off x="438783" y="816700"/>
              <a:ext cx="114283" cy="66001"/>
            </a:xfrm>
            <a:custGeom>
              <a:avLst/>
              <a:gdLst/>
              <a:ahLst/>
              <a:cxnLst/>
              <a:rect l="0" t="0" r="r" b="b"/>
              <a:pathLst>
                <a:path w="114283" h="66001">
                  <a:moveTo>
                    <a:pt x="11917" y="2500"/>
                  </a:moveTo>
                  <a:cubicBezTo>
                    <a:pt x="23217" y="-2100"/>
                    <a:pt x="33317" y="500"/>
                    <a:pt x="37017" y="3500"/>
                  </a:cubicBezTo>
                  <a:cubicBezTo>
                    <a:pt x="43717" y="9100"/>
                    <a:pt x="72117" y="28800"/>
                    <a:pt x="93917" y="38800"/>
                  </a:cubicBezTo>
                  <a:cubicBezTo>
                    <a:pt x="121917" y="51600"/>
                    <a:pt x="128617" y="78100"/>
                    <a:pt x="64417" y="59700"/>
                  </a:cubicBezTo>
                  <a:cubicBezTo>
                    <a:pt x="41117" y="53000"/>
                    <a:pt x="22417" y="41900"/>
                    <a:pt x="8617" y="31400"/>
                  </a:cubicBezTo>
                  <a:cubicBezTo>
                    <a:pt x="-3883" y="21900"/>
                    <a:pt x="-2783" y="8500"/>
                    <a:pt x="11917" y="2500"/>
                  </a:cubicBezTo>
                  <a:close/>
                </a:path>
              </a:pathLst>
            </a:custGeom>
            <a:solidFill>
              <a:srgbClr val="FCE8B2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0" name="probe-noto-emoji_u1f6a4-part-11"/>
            <p:cNvSpPr/>
            <p:nvPr/>
          </p:nvSpPr>
          <p:spPr>
            <a:xfrm>
              <a:off x="510600" y="773600"/>
              <a:ext cx="144800" cy="75000"/>
            </a:xfrm>
            <a:custGeom>
              <a:avLst/>
              <a:gdLst/>
              <a:ahLst/>
              <a:cxnLst/>
              <a:rect l="0" t="0" r="r" b="b"/>
              <a:pathLst>
                <a:path w="144800" h="75000">
                  <a:moveTo>
                    <a:pt x="0" y="50300"/>
                  </a:moveTo>
                  <a:lnTo>
                    <a:pt x="100100" y="0"/>
                  </a:lnTo>
                  <a:cubicBezTo>
                    <a:pt x="100100" y="0"/>
                    <a:pt x="134000" y="17500"/>
                    <a:pt x="144800" y="25400"/>
                  </a:cubicBezTo>
                  <a:lnTo>
                    <a:pt x="48400" y="75000"/>
                  </a:lnTo>
                  <a:cubicBezTo>
                    <a:pt x="14100" y="59400"/>
                    <a:pt x="0" y="50300"/>
                    <a:pt x="0" y="50300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71" name="probe-noto-emoji_u1f6b2" descr="自行车 — Google Noto Emoji contributors; Apache-2.0; original SVG unchanged. Source: https://github.com/googlefonts/noto-emoji/blob/e20cbc2bbec1926686be9f9bee7d1d2cfa1fea0e/2D/svg/emoji_u1f6b2.svg; SVG SHA256: b42918679190172ef75e3a1f2efb5192b978c652de0a8eb45708858e3f95673e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1280000" cy="1280000"/>
          </a:xfrm>
        </p:grpSpPr>
        <p:sp>
          <p:nvSpPr>
            <p:cNvPr id="272" name="probe-noto-emoji_u1f6b2-part-1"/>
            <p:cNvSpPr/>
            <p:nvPr/>
          </p:nvSpPr>
          <p:spPr>
            <a:xfrm>
              <a:off x="723400" y="911500"/>
              <a:ext cx="266100" cy="74200"/>
            </a:xfrm>
            <a:custGeom>
              <a:avLst/>
              <a:gdLst/>
              <a:ahLst/>
              <a:cxnLst/>
              <a:rect l="0" t="0" r="r" b="b"/>
              <a:pathLst>
                <a:path w="266100" h="74200">
                  <a:moveTo>
                    <a:pt x="261400" y="74200"/>
                  </a:moveTo>
                  <a:lnTo>
                    <a:pt x="0" y="17400"/>
                  </a:lnTo>
                  <a:lnTo>
                    <a:pt x="3700" y="0"/>
                  </a:lnTo>
                  <a:lnTo>
                    <a:pt x="266100" y="548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3" name="probe-noto-emoji_u1f6b2-part-2"/>
            <p:cNvSpPr/>
            <p:nvPr/>
          </p:nvSpPr>
          <p:spPr>
            <a:xfrm>
              <a:off x="717500" y="1007900"/>
              <a:ext cx="285600" cy="75200"/>
            </a:xfrm>
            <a:custGeom>
              <a:avLst/>
              <a:gdLst/>
              <a:ahLst/>
              <a:cxnLst/>
              <a:rect l="0" t="0" r="r" b="b"/>
              <a:pathLst>
                <a:path w="285600" h="75200">
                  <a:moveTo>
                    <a:pt x="2500" y="75200"/>
                  </a:moveTo>
                  <a:lnTo>
                    <a:pt x="0" y="57900"/>
                  </a:lnTo>
                  <a:lnTo>
                    <a:pt x="281500" y="0"/>
                  </a:lnTo>
                  <a:lnTo>
                    <a:pt x="285600" y="196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4" name="probe-noto-emoji_u1f6b2-part-3"/>
            <p:cNvSpPr/>
            <p:nvPr/>
          </p:nvSpPr>
          <p:spPr>
            <a:xfrm>
              <a:off x="616259" y="911017"/>
              <a:ext cx="171663" cy="173305"/>
            </a:xfrm>
            <a:custGeom>
              <a:avLst/>
              <a:gdLst/>
              <a:ahLst/>
              <a:cxnLst/>
              <a:rect l="0" t="0" r="r" b="b"/>
              <a:pathLst>
                <a:path w="171663" h="173305">
                  <a:moveTo>
                    <a:pt x="87441" y="83"/>
                  </a:moveTo>
                  <a:cubicBezTo>
                    <a:pt x="34641" y="-2417"/>
                    <a:pt x="-4059" y="51783"/>
                    <a:pt x="341" y="95483"/>
                  </a:cubicBezTo>
                  <a:cubicBezTo>
                    <a:pt x="4941" y="140883"/>
                    <a:pt x="38141" y="174283"/>
                    <a:pt x="89241" y="173283"/>
                  </a:cubicBezTo>
                  <a:cubicBezTo>
                    <a:pt x="137441" y="172383"/>
                    <a:pt x="170741" y="138983"/>
                    <a:pt x="171641" y="88083"/>
                  </a:cubicBezTo>
                  <a:cubicBezTo>
                    <a:pt x="172541" y="37183"/>
                    <a:pt x="145741" y="2883"/>
                    <a:pt x="87441" y="83"/>
                  </a:cubicBezTo>
                  <a:close/>
                  <a:moveTo>
                    <a:pt x="112441" y="127983"/>
                  </a:moveTo>
                  <a:cubicBezTo>
                    <a:pt x="89241" y="139983"/>
                    <a:pt x="60941" y="132183"/>
                    <a:pt x="47641" y="107583"/>
                  </a:cubicBezTo>
                  <a:cubicBezTo>
                    <a:pt x="35641" y="85383"/>
                    <a:pt x="49441" y="51683"/>
                    <a:pt x="73541" y="43683"/>
                  </a:cubicBezTo>
                  <a:cubicBezTo>
                    <a:pt x="95741" y="36283"/>
                    <a:pt x="118341" y="45583"/>
                    <a:pt x="130041" y="64083"/>
                  </a:cubicBezTo>
                  <a:cubicBezTo>
                    <a:pt x="142941" y="84383"/>
                    <a:pt x="137441" y="114983"/>
                    <a:pt x="112441" y="127983"/>
                  </a:cubicBezTo>
                  <a:close/>
                </a:path>
              </a:pathLst>
            </a:custGeom>
            <a:solidFill>
              <a:srgbClr val="858587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5" name="probe-noto-emoji_u1f6b2-part-4"/>
            <p:cNvSpPr/>
            <p:nvPr/>
          </p:nvSpPr>
          <p:spPr>
            <a:xfrm>
              <a:off x="1010924" y="795194"/>
              <a:ext cx="47729" cy="171682"/>
            </a:xfrm>
            <a:custGeom>
              <a:avLst/>
              <a:gdLst/>
              <a:ahLst/>
              <a:cxnLst/>
              <a:rect l="0" t="0" r="r" b="b"/>
              <a:pathLst>
                <a:path w="47729" h="171682">
                  <a:moveTo>
                    <a:pt x="0" y="169496"/>
                  </a:moveTo>
                  <a:lnTo>
                    <a:pt x="37971" y="0"/>
                  </a:lnTo>
                  <a:lnTo>
                    <a:pt x="47729" y="2186"/>
                  </a:lnTo>
                  <a:lnTo>
                    <a:pt x="9758" y="171682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6" name="probe-noto-emoji_u1f6b2-part-5"/>
            <p:cNvSpPr/>
            <p:nvPr/>
          </p:nvSpPr>
          <p:spPr>
            <a:xfrm>
              <a:off x="1013900" y="836700"/>
              <a:ext cx="175300" cy="147600"/>
            </a:xfrm>
            <a:custGeom>
              <a:avLst/>
              <a:gdLst/>
              <a:ahLst/>
              <a:cxnLst/>
              <a:rect l="0" t="0" r="r" b="b"/>
              <a:pathLst>
                <a:path w="175300" h="147600">
                  <a:moveTo>
                    <a:pt x="0" y="147600"/>
                  </a:moveTo>
                  <a:lnTo>
                    <a:pt x="117500" y="0"/>
                  </a:lnTo>
                  <a:lnTo>
                    <a:pt x="125300" y="6200"/>
                  </a:lnTo>
                  <a:lnTo>
                    <a:pt x="33500" y="121700"/>
                  </a:lnTo>
                  <a:lnTo>
                    <a:pt x="171200" y="59800"/>
                  </a:lnTo>
                  <a:lnTo>
                    <a:pt x="175300" y="689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7" name="probe-noto-emoji_u1f6b2-part-6"/>
            <p:cNvSpPr/>
            <p:nvPr/>
          </p:nvSpPr>
          <p:spPr>
            <a:xfrm>
              <a:off x="1015800" y="967700"/>
              <a:ext cx="192400" cy="100700"/>
            </a:xfrm>
            <a:custGeom>
              <a:avLst/>
              <a:gdLst/>
              <a:ahLst/>
              <a:cxnLst/>
              <a:rect l="0" t="0" r="r" b="b"/>
              <a:pathLst>
                <a:path w="192400" h="100700">
                  <a:moveTo>
                    <a:pt x="182000" y="100700"/>
                  </a:moveTo>
                  <a:lnTo>
                    <a:pt x="0" y="31000"/>
                  </a:lnTo>
                  <a:lnTo>
                    <a:pt x="190800" y="0"/>
                  </a:lnTo>
                  <a:lnTo>
                    <a:pt x="192400" y="9900"/>
                  </a:lnTo>
                  <a:lnTo>
                    <a:pt x="38200" y="34900"/>
                  </a:lnTo>
                  <a:lnTo>
                    <a:pt x="185500" y="914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8" name="probe-noto-emoji_u1f6b2-part-7"/>
            <p:cNvSpPr/>
            <p:nvPr/>
          </p:nvSpPr>
          <p:spPr>
            <a:xfrm>
              <a:off x="963600" y="794200"/>
              <a:ext cx="40300" cy="165800"/>
            </a:xfrm>
            <a:custGeom>
              <a:avLst/>
              <a:gdLst/>
              <a:ahLst/>
              <a:cxnLst/>
              <a:rect l="0" t="0" r="r" b="b"/>
              <a:pathLst>
                <a:path w="40300" h="165800">
                  <a:moveTo>
                    <a:pt x="30400" y="165800"/>
                  </a:moveTo>
                  <a:lnTo>
                    <a:pt x="0" y="1500"/>
                  </a:lnTo>
                  <a:lnTo>
                    <a:pt x="9900" y="0"/>
                  </a:lnTo>
                  <a:lnTo>
                    <a:pt x="40300" y="1643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9" name="probe-noto-emoji_u1f6b2-part-8"/>
            <p:cNvSpPr/>
            <p:nvPr/>
          </p:nvSpPr>
          <p:spPr>
            <a:xfrm>
              <a:off x="861274" y="845744"/>
              <a:ext cx="118175" cy="134710"/>
            </a:xfrm>
            <a:custGeom>
              <a:avLst/>
              <a:gdLst/>
              <a:ahLst/>
              <a:cxnLst/>
              <a:rect l="0" t="0" r="r" b="b"/>
              <a:pathLst>
                <a:path w="118175" h="134710">
                  <a:moveTo>
                    <a:pt x="0" y="6533"/>
                  </a:moveTo>
                  <a:lnTo>
                    <a:pt x="7571" y="0"/>
                  </a:lnTo>
                  <a:lnTo>
                    <a:pt x="118175" y="128177"/>
                  </a:lnTo>
                  <a:lnTo>
                    <a:pt x="110604" y="13471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0" name="probe-noto-emoji_u1f6b2-part-9"/>
            <p:cNvSpPr/>
            <p:nvPr/>
          </p:nvSpPr>
          <p:spPr>
            <a:xfrm>
              <a:off x="845600" y="995900"/>
              <a:ext cx="136900" cy="139500"/>
            </a:xfrm>
            <a:custGeom>
              <a:avLst/>
              <a:gdLst/>
              <a:ahLst/>
              <a:cxnLst/>
              <a:rect l="0" t="0" r="r" b="b"/>
              <a:pathLst>
                <a:path w="136900" h="139500">
                  <a:moveTo>
                    <a:pt x="6200" y="139500"/>
                  </a:moveTo>
                  <a:lnTo>
                    <a:pt x="200" y="131500"/>
                  </a:lnTo>
                  <a:lnTo>
                    <a:pt x="3200" y="135500"/>
                  </a:lnTo>
                  <a:lnTo>
                    <a:pt x="0" y="131700"/>
                  </a:lnTo>
                  <a:cubicBezTo>
                    <a:pt x="3900" y="128200"/>
                    <a:pt x="95000" y="35400"/>
                    <a:pt x="129800" y="0"/>
                  </a:cubicBezTo>
                  <a:lnTo>
                    <a:pt x="136900" y="7000"/>
                  </a:lnTo>
                  <a:cubicBezTo>
                    <a:pt x="98500" y="46100"/>
                    <a:pt x="8800" y="137500"/>
                    <a:pt x="6200" y="139500"/>
                  </a:cubicBez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1" name="probe-noto-emoji_u1f6b2-part-10"/>
            <p:cNvSpPr/>
            <p:nvPr/>
          </p:nvSpPr>
          <p:spPr>
            <a:xfrm>
              <a:off x="983744" y="1018855"/>
              <a:ext cx="35274" cy="186833"/>
            </a:xfrm>
            <a:custGeom>
              <a:avLst/>
              <a:gdLst/>
              <a:ahLst/>
              <a:cxnLst/>
              <a:rect l="0" t="0" r="r" b="b"/>
              <a:pathLst>
                <a:path w="35274" h="186833">
                  <a:moveTo>
                    <a:pt x="0" y="1355"/>
                  </a:moveTo>
                  <a:lnTo>
                    <a:pt x="9908" y="0"/>
                  </a:lnTo>
                  <a:lnTo>
                    <a:pt x="35274" y="185478"/>
                  </a:lnTo>
                  <a:lnTo>
                    <a:pt x="25366" y="186833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2" name="probe-noto-emoji_u1f6b2-part-11"/>
            <p:cNvSpPr/>
            <p:nvPr/>
          </p:nvSpPr>
          <p:spPr>
            <a:xfrm>
              <a:off x="919300" y="1021100"/>
              <a:ext cx="239700" cy="173200"/>
            </a:xfrm>
            <a:custGeom>
              <a:avLst/>
              <a:gdLst/>
              <a:ahLst/>
              <a:cxnLst/>
              <a:rect l="0" t="0" r="r" b="b"/>
              <a:pathLst>
                <a:path w="239700" h="173200">
                  <a:moveTo>
                    <a:pt x="8700" y="173200"/>
                  </a:moveTo>
                  <a:lnTo>
                    <a:pt x="0" y="168400"/>
                  </a:lnTo>
                  <a:lnTo>
                    <a:pt x="91900" y="0"/>
                  </a:lnTo>
                  <a:lnTo>
                    <a:pt x="239700" y="110900"/>
                  </a:lnTo>
                  <a:lnTo>
                    <a:pt x="233700" y="118900"/>
                  </a:lnTo>
                  <a:lnTo>
                    <a:pt x="95100" y="150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3" name="probe-noto-emoji_u1f6b2-part-12"/>
            <p:cNvSpPr/>
            <p:nvPr/>
          </p:nvSpPr>
          <p:spPr>
            <a:xfrm>
              <a:off x="1025702" y="1011277"/>
              <a:ext cx="75711" cy="174166"/>
            </a:xfrm>
            <a:custGeom>
              <a:avLst/>
              <a:gdLst/>
              <a:ahLst/>
              <a:cxnLst/>
              <a:rect l="0" t="0" r="r" b="b"/>
              <a:pathLst>
                <a:path w="75711" h="174166">
                  <a:moveTo>
                    <a:pt x="0" y="3628"/>
                  </a:moveTo>
                  <a:lnTo>
                    <a:pt x="9319" y="0"/>
                  </a:lnTo>
                  <a:lnTo>
                    <a:pt x="75711" y="170538"/>
                  </a:lnTo>
                  <a:lnTo>
                    <a:pt x="66392" y="174166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4" name="probe-noto-emoji_u1f6b2-part-13"/>
            <p:cNvSpPr/>
            <p:nvPr/>
          </p:nvSpPr>
          <p:spPr>
            <a:xfrm>
              <a:off x="965800" y="955200"/>
              <a:ext cx="81600" cy="79200"/>
            </a:xfrm>
            <a:custGeom>
              <a:avLst/>
              <a:gdLst/>
              <a:ahLst/>
              <a:cxnLst/>
              <a:rect l="0" t="0" r="r" b="b"/>
              <a:pathLst>
                <a:path w="81600" h="79200">
                  <a:moveTo>
                    <a:pt x="81600" y="39600"/>
                  </a:moveTo>
                  <a:cubicBezTo>
                    <a:pt x="81600" y="40429"/>
                    <a:pt x="81573" y="41259"/>
                    <a:pt x="81519" y="42087"/>
                  </a:cubicBezTo>
                  <a:cubicBezTo>
                    <a:pt x="81466" y="42914"/>
                    <a:pt x="81385" y="43740"/>
                    <a:pt x="81278" y="44563"/>
                  </a:cubicBezTo>
                  <a:cubicBezTo>
                    <a:pt x="81171" y="45386"/>
                    <a:pt x="81037" y="46206"/>
                    <a:pt x="80877" y="47020"/>
                  </a:cubicBezTo>
                  <a:cubicBezTo>
                    <a:pt x="80717" y="47835"/>
                    <a:pt x="80531" y="48645"/>
                    <a:pt x="80318" y="49448"/>
                  </a:cubicBezTo>
                  <a:cubicBezTo>
                    <a:pt x="80106" y="50252"/>
                    <a:pt x="79867" y="51048"/>
                    <a:pt x="79603" y="51837"/>
                  </a:cubicBezTo>
                  <a:cubicBezTo>
                    <a:pt x="79339" y="52626"/>
                    <a:pt x="79049" y="53407"/>
                    <a:pt x="78735" y="54178"/>
                  </a:cubicBezTo>
                  <a:cubicBezTo>
                    <a:pt x="78420" y="54949"/>
                    <a:pt x="78081" y="55710"/>
                    <a:pt x="77717" y="56461"/>
                  </a:cubicBezTo>
                  <a:cubicBezTo>
                    <a:pt x="77353" y="57211"/>
                    <a:pt x="76965" y="57951"/>
                    <a:pt x="76553" y="58677"/>
                  </a:cubicBezTo>
                  <a:cubicBezTo>
                    <a:pt x="76142" y="59404"/>
                    <a:pt x="75706" y="60118"/>
                    <a:pt x="75249" y="60819"/>
                  </a:cubicBezTo>
                  <a:cubicBezTo>
                    <a:pt x="74791" y="61519"/>
                    <a:pt x="74310" y="62205"/>
                    <a:pt x="73808" y="62876"/>
                  </a:cubicBezTo>
                  <a:cubicBezTo>
                    <a:pt x="73306" y="63547"/>
                    <a:pt x="72782" y="64203"/>
                    <a:pt x="72237" y="64842"/>
                  </a:cubicBezTo>
                  <a:cubicBezTo>
                    <a:pt x="71692" y="65481"/>
                    <a:pt x="71127" y="66103"/>
                    <a:pt x="70542" y="66708"/>
                  </a:cubicBezTo>
                  <a:cubicBezTo>
                    <a:pt x="69957" y="67313"/>
                    <a:pt x="69352" y="67899"/>
                    <a:pt x="68730" y="68467"/>
                  </a:cubicBezTo>
                  <a:cubicBezTo>
                    <a:pt x="68107" y="69035"/>
                    <a:pt x="67465" y="69584"/>
                    <a:pt x="66807" y="70112"/>
                  </a:cubicBezTo>
                  <a:cubicBezTo>
                    <a:pt x="66148" y="70641"/>
                    <a:pt x="65473" y="71150"/>
                    <a:pt x="64782" y="71637"/>
                  </a:cubicBezTo>
                  <a:cubicBezTo>
                    <a:pt x="64090" y="72125"/>
                    <a:pt x="63383" y="72591"/>
                    <a:pt x="62662" y="73035"/>
                  </a:cubicBezTo>
                  <a:cubicBezTo>
                    <a:pt x="61940" y="73480"/>
                    <a:pt x="61204" y="73902"/>
                    <a:pt x="60456" y="74302"/>
                  </a:cubicBezTo>
                  <a:cubicBezTo>
                    <a:pt x="59707" y="74701"/>
                    <a:pt x="58945" y="75078"/>
                    <a:pt x="58172" y="75431"/>
                  </a:cubicBezTo>
                  <a:cubicBezTo>
                    <a:pt x="57399" y="75784"/>
                    <a:pt x="56614" y="76114"/>
                    <a:pt x="55819" y="76419"/>
                  </a:cubicBezTo>
                  <a:cubicBezTo>
                    <a:pt x="55025" y="76724"/>
                    <a:pt x="54221" y="77006"/>
                    <a:pt x="53408" y="77262"/>
                  </a:cubicBezTo>
                  <a:cubicBezTo>
                    <a:pt x="52595" y="77518"/>
                    <a:pt x="51774" y="77750"/>
                    <a:pt x="50947" y="77956"/>
                  </a:cubicBezTo>
                  <a:cubicBezTo>
                    <a:pt x="50119" y="78162"/>
                    <a:pt x="49285" y="78343"/>
                    <a:pt x="48445" y="78499"/>
                  </a:cubicBezTo>
                  <a:cubicBezTo>
                    <a:pt x="47606" y="78654"/>
                    <a:pt x="46761" y="78784"/>
                    <a:pt x="45914" y="78888"/>
                  </a:cubicBezTo>
                  <a:cubicBezTo>
                    <a:pt x="45066" y="78992"/>
                    <a:pt x="44215" y="79070"/>
                    <a:pt x="43362" y="79122"/>
                  </a:cubicBezTo>
                  <a:cubicBezTo>
                    <a:pt x="42509" y="79174"/>
                    <a:pt x="41655" y="79200"/>
                    <a:pt x="40800" y="79200"/>
                  </a:cubicBezTo>
                  <a:cubicBezTo>
                    <a:pt x="39945" y="79200"/>
                    <a:pt x="39091" y="79174"/>
                    <a:pt x="38238" y="79122"/>
                  </a:cubicBezTo>
                  <a:cubicBezTo>
                    <a:pt x="37385" y="79070"/>
                    <a:pt x="36534" y="78992"/>
                    <a:pt x="35686" y="78888"/>
                  </a:cubicBezTo>
                  <a:cubicBezTo>
                    <a:pt x="34839" y="78784"/>
                    <a:pt x="33994" y="78654"/>
                    <a:pt x="33155" y="78499"/>
                  </a:cubicBezTo>
                  <a:cubicBezTo>
                    <a:pt x="32315" y="78343"/>
                    <a:pt x="31481" y="78162"/>
                    <a:pt x="30653" y="77956"/>
                  </a:cubicBezTo>
                  <a:cubicBezTo>
                    <a:pt x="29826" y="77750"/>
                    <a:pt x="29005" y="77518"/>
                    <a:pt x="28192" y="77262"/>
                  </a:cubicBezTo>
                  <a:cubicBezTo>
                    <a:pt x="27379" y="77006"/>
                    <a:pt x="26575" y="76724"/>
                    <a:pt x="25781" y="76419"/>
                  </a:cubicBezTo>
                  <a:cubicBezTo>
                    <a:pt x="24986" y="76114"/>
                    <a:pt x="24201" y="75784"/>
                    <a:pt x="23428" y="75431"/>
                  </a:cubicBezTo>
                  <a:cubicBezTo>
                    <a:pt x="22655" y="75078"/>
                    <a:pt x="21893" y="74701"/>
                    <a:pt x="21144" y="74302"/>
                  </a:cubicBezTo>
                  <a:cubicBezTo>
                    <a:pt x="20396" y="73902"/>
                    <a:pt x="19660" y="73480"/>
                    <a:pt x="18938" y="73035"/>
                  </a:cubicBezTo>
                  <a:cubicBezTo>
                    <a:pt x="18217" y="72591"/>
                    <a:pt x="17510" y="72125"/>
                    <a:pt x="16818" y="71637"/>
                  </a:cubicBezTo>
                  <a:cubicBezTo>
                    <a:pt x="16127" y="71150"/>
                    <a:pt x="15452" y="70641"/>
                    <a:pt x="14793" y="70112"/>
                  </a:cubicBezTo>
                  <a:cubicBezTo>
                    <a:pt x="14135" y="69584"/>
                    <a:pt x="13493" y="69035"/>
                    <a:pt x="12870" y="68467"/>
                  </a:cubicBezTo>
                  <a:cubicBezTo>
                    <a:pt x="12248" y="67899"/>
                    <a:pt x="11643" y="67313"/>
                    <a:pt x="11058" y="66708"/>
                  </a:cubicBezTo>
                  <a:cubicBezTo>
                    <a:pt x="10473" y="66103"/>
                    <a:pt x="9908" y="65481"/>
                    <a:pt x="9363" y="64842"/>
                  </a:cubicBezTo>
                  <a:cubicBezTo>
                    <a:pt x="8818" y="64203"/>
                    <a:pt x="8294" y="63547"/>
                    <a:pt x="7792" y="62876"/>
                  </a:cubicBezTo>
                  <a:cubicBezTo>
                    <a:pt x="7290" y="62205"/>
                    <a:pt x="6809" y="61519"/>
                    <a:pt x="6351" y="60819"/>
                  </a:cubicBezTo>
                  <a:cubicBezTo>
                    <a:pt x="5894" y="60118"/>
                    <a:pt x="5458" y="59404"/>
                    <a:pt x="5047" y="58677"/>
                  </a:cubicBezTo>
                  <a:cubicBezTo>
                    <a:pt x="4635" y="57951"/>
                    <a:pt x="4247" y="57211"/>
                    <a:pt x="3883" y="56461"/>
                  </a:cubicBezTo>
                  <a:cubicBezTo>
                    <a:pt x="3519" y="55710"/>
                    <a:pt x="3180" y="54949"/>
                    <a:pt x="2865" y="54178"/>
                  </a:cubicBezTo>
                  <a:cubicBezTo>
                    <a:pt x="2551" y="53407"/>
                    <a:pt x="2261" y="52626"/>
                    <a:pt x="1997" y="51837"/>
                  </a:cubicBezTo>
                  <a:cubicBezTo>
                    <a:pt x="1733" y="51048"/>
                    <a:pt x="1494" y="50252"/>
                    <a:pt x="1282" y="49448"/>
                  </a:cubicBezTo>
                  <a:cubicBezTo>
                    <a:pt x="1069" y="48645"/>
                    <a:pt x="883" y="47835"/>
                    <a:pt x="723" y="47020"/>
                  </a:cubicBezTo>
                  <a:cubicBezTo>
                    <a:pt x="563" y="46206"/>
                    <a:pt x="429" y="45386"/>
                    <a:pt x="322" y="44563"/>
                  </a:cubicBezTo>
                  <a:cubicBezTo>
                    <a:pt x="215" y="43740"/>
                    <a:pt x="134" y="42914"/>
                    <a:pt x="81" y="42087"/>
                  </a:cubicBezTo>
                  <a:cubicBezTo>
                    <a:pt x="27" y="41259"/>
                    <a:pt x="0" y="40429"/>
                    <a:pt x="0" y="39600"/>
                  </a:cubicBezTo>
                  <a:cubicBezTo>
                    <a:pt x="0" y="38771"/>
                    <a:pt x="27" y="37941"/>
                    <a:pt x="81" y="37113"/>
                  </a:cubicBezTo>
                  <a:cubicBezTo>
                    <a:pt x="134" y="36286"/>
                    <a:pt x="215" y="35460"/>
                    <a:pt x="322" y="34637"/>
                  </a:cubicBezTo>
                  <a:cubicBezTo>
                    <a:pt x="429" y="33814"/>
                    <a:pt x="563" y="32994"/>
                    <a:pt x="723" y="32180"/>
                  </a:cubicBezTo>
                  <a:cubicBezTo>
                    <a:pt x="883" y="31365"/>
                    <a:pt x="1069" y="30555"/>
                    <a:pt x="1282" y="29752"/>
                  </a:cubicBezTo>
                  <a:cubicBezTo>
                    <a:pt x="1494" y="28948"/>
                    <a:pt x="1733" y="28152"/>
                    <a:pt x="1997" y="27363"/>
                  </a:cubicBezTo>
                  <a:cubicBezTo>
                    <a:pt x="2261" y="26574"/>
                    <a:pt x="2551" y="25793"/>
                    <a:pt x="2865" y="25022"/>
                  </a:cubicBezTo>
                  <a:cubicBezTo>
                    <a:pt x="3180" y="24251"/>
                    <a:pt x="3519" y="23490"/>
                    <a:pt x="3883" y="22739"/>
                  </a:cubicBezTo>
                  <a:cubicBezTo>
                    <a:pt x="4247" y="21989"/>
                    <a:pt x="4635" y="21249"/>
                    <a:pt x="5047" y="20523"/>
                  </a:cubicBezTo>
                  <a:cubicBezTo>
                    <a:pt x="5458" y="19796"/>
                    <a:pt x="5894" y="19082"/>
                    <a:pt x="6351" y="18381"/>
                  </a:cubicBezTo>
                  <a:cubicBezTo>
                    <a:pt x="6809" y="17681"/>
                    <a:pt x="7290" y="16995"/>
                    <a:pt x="7792" y="16324"/>
                  </a:cubicBezTo>
                  <a:cubicBezTo>
                    <a:pt x="8294" y="15653"/>
                    <a:pt x="8818" y="14997"/>
                    <a:pt x="9363" y="14358"/>
                  </a:cubicBezTo>
                  <a:cubicBezTo>
                    <a:pt x="9908" y="13719"/>
                    <a:pt x="10473" y="13097"/>
                    <a:pt x="11058" y="12492"/>
                  </a:cubicBezTo>
                  <a:cubicBezTo>
                    <a:pt x="11643" y="11887"/>
                    <a:pt x="12248" y="11301"/>
                    <a:pt x="12870" y="10733"/>
                  </a:cubicBezTo>
                  <a:cubicBezTo>
                    <a:pt x="13493" y="10165"/>
                    <a:pt x="14135" y="9616"/>
                    <a:pt x="14793" y="9088"/>
                  </a:cubicBezTo>
                  <a:cubicBezTo>
                    <a:pt x="15452" y="8559"/>
                    <a:pt x="16127" y="8050"/>
                    <a:pt x="16818" y="7563"/>
                  </a:cubicBezTo>
                  <a:cubicBezTo>
                    <a:pt x="17510" y="7075"/>
                    <a:pt x="18217" y="6609"/>
                    <a:pt x="18938" y="6165"/>
                  </a:cubicBezTo>
                  <a:cubicBezTo>
                    <a:pt x="19660" y="5720"/>
                    <a:pt x="20396" y="5298"/>
                    <a:pt x="21144" y="4898"/>
                  </a:cubicBezTo>
                  <a:cubicBezTo>
                    <a:pt x="21893" y="4499"/>
                    <a:pt x="22655" y="4122"/>
                    <a:pt x="23428" y="3769"/>
                  </a:cubicBezTo>
                  <a:cubicBezTo>
                    <a:pt x="24201" y="3416"/>
                    <a:pt x="24986" y="3086"/>
                    <a:pt x="25781" y="2781"/>
                  </a:cubicBezTo>
                  <a:cubicBezTo>
                    <a:pt x="26575" y="2476"/>
                    <a:pt x="27379" y="2194"/>
                    <a:pt x="28192" y="1938"/>
                  </a:cubicBezTo>
                  <a:cubicBezTo>
                    <a:pt x="29005" y="1682"/>
                    <a:pt x="29826" y="1450"/>
                    <a:pt x="30653" y="1244"/>
                  </a:cubicBezTo>
                  <a:cubicBezTo>
                    <a:pt x="31481" y="1038"/>
                    <a:pt x="32315" y="857"/>
                    <a:pt x="33155" y="701"/>
                  </a:cubicBezTo>
                  <a:cubicBezTo>
                    <a:pt x="33994" y="546"/>
                    <a:pt x="34839" y="416"/>
                    <a:pt x="35686" y="312"/>
                  </a:cubicBezTo>
                  <a:cubicBezTo>
                    <a:pt x="36534" y="208"/>
                    <a:pt x="37385" y="130"/>
                    <a:pt x="38238" y="78"/>
                  </a:cubicBezTo>
                  <a:cubicBezTo>
                    <a:pt x="39091" y="26"/>
                    <a:pt x="39945" y="0"/>
                    <a:pt x="40800" y="0"/>
                  </a:cubicBezTo>
                  <a:cubicBezTo>
                    <a:pt x="41655" y="0"/>
                    <a:pt x="42509" y="26"/>
                    <a:pt x="43362" y="78"/>
                  </a:cubicBezTo>
                  <a:cubicBezTo>
                    <a:pt x="44215" y="130"/>
                    <a:pt x="45066" y="208"/>
                    <a:pt x="45914" y="312"/>
                  </a:cubicBezTo>
                  <a:cubicBezTo>
                    <a:pt x="46761" y="416"/>
                    <a:pt x="47606" y="546"/>
                    <a:pt x="48445" y="701"/>
                  </a:cubicBezTo>
                  <a:cubicBezTo>
                    <a:pt x="49285" y="857"/>
                    <a:pt x="50119" y="1038"/>
                    <a:pt x="50947" y="1244"/>
                  </a:cubicBezTo>
                  <a:cubicBezTo>
                    <a:pt x="51774" y="1450"/>
                    <a:pt x="52595" y="1682"/>
                    <a:pt x="53408" y="1938"/>
                  </a:cubicBezTo>
                  <a:cubicBezTo>
                    <a:pt x="54221" y="2194"/>
                    <a:pt x="55025" y="2476"/>
                    <a:pt x="55819" y="2781"/>
                  </a:cubicBezTo>
                  <a:cubicBezTo>
                    <a:pt x="56614" y="3086"/>
                    <a:pt x="57399" y="3416"/>
                    <a:pt x="58172" y="3769"/>
                  </a:cubicBezTo>
                  <a:cubicBezTo>
                    <a:pt x="58945" y="4122"/>
                    <a:pt x="59707" y="4499"/>
                    <a:pt x="60456" y="4898"/>
                  </a:cubicBezTo>
                  <a:cubicBezTo>
                    <a:pt x="61204" y="5298"/>
                    <a:pt x="61940" y="5720"/>
                    <a:pt x="62662" y="6165"/>
                  </a:cubicBezTo>
                  <a:cubicBezTo>
                    <a:pt x="63383" y="6609"/>
                    <a:pt x="64090" y="7075"/>
                    <a:pt x="64782" y="7563"/>
                  </a:cubicBezTo>
                  <a:cubicBezTo>
                    <a:pt x="65473" y="8050"/>
                    <a:pt x="66148" y="8559"/>
                    <a:pt x="66807" y="9088"/>
                  </a:cubicBezTo>
                  <a:cubicBezTo>
                    <a:pt x="67465" y="9616"/>
                    <a:pt x="68107" y="10165"/>
                    <a:pt x="68730" y="10733"/>
                  </a:cubicBezTo>
                  <a:cubicBezTo>
                    <a:pt x="69352" y="11301"/>
                    <a:pt x="69957" y="11887"/>
                    <a:pt x="70542" y="12492"/>
                  </a:cubicBezTo>
                  <a:cubicBezTo>
                    <a:pt x="71127" y="13097"/>
                    <a:pt x="71692" y="13719"/>
                    <a:pt x="72237" y="14358"/>
                  </a:cubicBezTo>
                  <a:cubicBezTo>
                    <a:pt x="72782" y="14997"/>
                    <a:pt x="73306" y="15653"/>
                    <a:pt x="73808" y="16324"/>
                  </a:cubicBezTo>
                  <a:cubicBezTo>
                    <a:pt x="74310" y="16995"/>
                    <a:pt x="74791" y="17681"/>
                    <a:pt x="75249" y="18381"/>
                  </a:cubicBezTo>
                  <a:cubicBezTo>
                    <a:pt x="75706" y="19082"/>
                    <a:pt x="76142" y="19796"/>
                    <a:pt x="76553" y="20523"/>
                  </a:cubicBezTo>
                  <a:cubicBezTo>
                    <a:pt x="76965" y="21249"/>
                    <a:pt x="77353" y="21989"/>
                    <a:pt x="77717" y="22739"/>
                  </a:cubicBezTo>
                  <a:cubicBezTo>
                    <a:pt x="78081" y="23490"/>
                    <a:pt x="78420" y="24251"/>
                    <a:pt x="78735" y="25022"/>
                  </a:cubicBezTo>
                  <a:cubicBezTo>
                    <a:pt x="79049" y="25793"/>
                    <a:pt x="79339" y="26574"/>
                    <a:pt x="79603" y="27363"/>
                  </a:cubicBezTo>
                  <a:cubicBezTo>
                    <a:pt x="79867" y="28152"/>
                    <a:pt x="80106" y="28948"/>
                    <a:pt x="80318" y="29752"/>
                  </a:cubicBezTo>
                  <a:cubicBezTo>
                    <a:pt x="80531" y="30555"/>
                    <a:pt x="80717" y="31365"/>
                    <a:pt x="80877" y="32180"/>
                  </a:cubicBezTo>
                  <a:cubicBezTo>
                    <a:pt x="81037" y="32994"/>
                    <a:pt x="81171" y="33814"/>
                    <a:pt x="81278" y="34637"/>
                  </a:cubicBezTo>
                  <a:cubicBezTo>
                    <a:pt x="81385" y="35460"/>
                    <a:pt x="81466" y="36286"/>
                    <a:pt x="81519" y="37113"/>
                  </a:cubicBezTo>
                  <a:cubicBezTo>
                    <a:pt x="81573" y="37941"/>
                    <a:pt x="81600" y="38771"/>
                    <a:pt x="81600" y="39600"/>
                  </a:cubicBezTo>
                  <a:close/>
                </a:path>
              </a:pathLst>
            </a:custGeom>
            <a:solidFill>
              <a:srgbClr val="C9C8C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5" name="probe-noto-emoji_u1f6b2-part-14"/>
            <p:cNvSpPr/>
            <p:nvPr/>
          </p:nvSpPr>
          <p:spPr>
            <a:xfrm>
              <a:off x="757494" y="750983"/>
              <a:ext cx="493175" cy="491556"/>
            </a:xfrm>
            <a:custGeom>
              <a:avLst/>
              <a:gdLst/>
              <a:ahLst/>
              <a:cxnLst/>
              <a:rect l="0" t="0" r="r" b="b"/>
              <a:pathLst>
                <a:path w="493175" h="491556">
                  <a:moveTo>
                    <a:pt x="244206" y="17"/>
                  </a:moveTo>
                  <a:cubicBezTo>
                    <a:pt x="105506" y="1517"/>
                    <a:pt x="4106" y="105117"/>
                    <a:pt x="106" y="241817"/>
                  </a:cubicBezTo>
                  <a:cubicBezTo>
                    <a:pt x="-3794" y="372817"/>
                    <a:pt x="100106" y="487017"/>
                    <a:pt x="238806" y="491417"/>
                  </a:cubicBezTo>
                  <a:cubicBezTo>
                    <a:pt x="387006" y="496117"/>
                    <a:pt x="496306" y="381317"/>
                    <a:pt x="493106" y="244517"/>
                  </a:cubicBezTo>
                  <a:cubicBezTo>
                    <a:pt x="489906" y="111517"/>
                    <a:pt x="386206" y="-1583"/>
                    <a:pt x="244206" y="17"/>
                  </a:cubicBezTo>
                  <a:close/>
                  <a:moveTo>
                    <a:pt x="239106" y="454617"/>
                  </a:moveTo>
                  <a:cubicBezTo>
                    <a:pt x="120206" y="450817"/>
                    <a:pt x="31106" y="353017"/>
                    <a:pt x="34506" y="240617"/>
                  </a:cubicBezTo>
                  <a:cubicBezTo>
                    <a:pt x="38006" y="123417"/>
                    <a:pt x="124906" y="34617"/>
                    <a:pt x="243806" y="33317"/>
                  </a:cubicBezTo>
                  <a:cubicBezTo>
                    <a:pt x="365506" y="32017"/>
                    <a:pt x="454406" y="128917"/>
                    <a:pt x="457106" y="242917"/>
                  </a:cubicBezTo>
                  <a:cubicBezTo>
                    <a:pt x="459806" y="360217"/>
                    <a:pt x="366206" y="458617"/>
                    <a:pt x="239106" y="454617"/>
                  </a:cubicBezTo>
                  <a:close/>
                </a:path>
              </a:pathLst>
            </a:custGeom>
            <a:solidFill>
              <a:srgbClr val="484D5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6" name="probe-noto-emoji_u1f6b2-part-15"/>
            <p:cNvSpPr/>
            <p:nvPr/>
          </p:nvSpPr>
          <p:spPr>
            <a:xfrm>
              <a:off x="786403" y="778987"/>
              <a:ext cx="436760" cy="435232"/>
            </a:xfrm>
            <a:custGeom>
              <a:avLst/>
              <a:gdLst/>
              <a:ahLst/>
              <a:cxnLst/>
              <a:rect l="0" t="0" r="r" b="b"/>
              <a:pathLst>
                <a:path w="436760" h="435232">
                  <a:moveTo>
                    <a:pt x="216397" y="13"/>
                  </a:moveTo>
                  <a:cubicBezTo>
                    <a:pt x="93497" y="1413"/>
                    <a:pt x="3697" y="93113"/>
                    <a:pt x="97" y="214113"/>
                  </a:cubicBezTo>
                  <a:cubicBezTo>
                    <a:pt x="-3403" y="330113"/>
                    <a:pt x="88697" y="431213"/>
                    <a:pt x="211497" y="435113"/>
                  </a:cubicBezTo>
                  <a:cubicBezTo>
                    <a:pt x="342797" y="439213"/>
                    <a:pt x="439597" y="337613"/>
                    <a:pt x="436697" y="216513"/>
                  </a:cubicBezTo>
                  <a:cubicBezTo>
                    <a:pt x="433997" y="98813"/>
                    <a:pt x="342097" y="-1287"/>
                    <a:pt x="216397" y="13"/>
                  </a:cubicBezTo>
                  <a:close/>
                  <a:moveTo>
                    <a:pt x="210697" y="417013"/>
                  </a:moveTo>
                  <a:cubicBezTo>
                    <a:pt x="98097" y="413513"/>
                    <a:pt x="18197" y="321013"/>
                    <a:pt x="21397" y="215613"/>
                  </a:cubicBezTo>
                  <a:cubicBezTo>
                    <a:pt x="24697" y="105613"/>
                    <a:pt x="101397" y="25113"/>
                    <a:pt x="214097" y="23913"/>
                  </a:cubicBezTo>
                  <a:cubicBezTo>
                    <a:pt x="329397" y="22613"/>
                    <a:pt x="417697" y="113613"/>
                    <a:pt x="416197" y="220713"/>
                  </a:cubicBezTo>
                  <a:cubicBezTo>
                    <a:pt x="414597" y="327213"/>
                    <a:pt x="331097" y="420813"/>
                    <a:pt x="210697" y="417013"/>
                  </a:cubicBezTo>
                  <a:close/>
                </a:path>
              </a:pathLst>
            </a:custGeom>
            <a:solidFill>
              <a:srgbClr val="C9C9C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7" name="probe-noto-emoji_u1f6b2-part-16"/>
            <p:cNvSpPr/>
            <p:nvPr/>
          </p:nvSpPr>
          <p:spPr>
            <a:xfrm>
              <a:off x="239345" y="1006373"/>
              <a:ext cx="53774" cy="199717"/>
            </a:xfrm>
            <a:custGeom>
              <a:avLst/>
              <a:gdLst/>
              <a:ahLst/>
              <a:cxnLst/>
              <a:rect l="0" t="0" r="r" b="b"/>
              <a:pathLst>
                <a:path w="53774" h="199717">
                  <a:moveTo>
                    <a:pt x="0" y="197374"/>
                  </a:moveTo>
                  <a:lnTo>
                    <a:pt x="43026" y="0"/>
                  </a:lnTo>
                  <a:lnTo>
                    <a:pt x="53774" y="2343"/>
                  </a:lnTo>
                  <a:lnTo>
                    <a:pt x="10748" y="199717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8" name="probe-noto-emoji_u1f6b2-part-17"/>
            <p:cNvSpPr/>
            <p:nvPr/>
          </p:nvSpPr>
          <p:spPr>
            <a:xfrm>
              <a:off x="290524" y="923873"/>
              <a:ext cx="178695" cy="77380"/>
            </a:xfrm>
            <a:custGeom>
              <a:avLst/>
              <a:gdLst/>
              <a:ahLst/>
              <a:cxnLst/>
              <a:rect l="0" t="0" r="r" b="b"/>
              <a:pathLst>
                <a:path w="178695" h="77380">
                  <a:moveTo>
                    <a:pt x="0" y="67111"/>
                  </a:moveTo>
                  <a:lnTo>
                    <a:pt x="174751" y="0"/>
                  </a:lnTo>
                  <a:lnTo>
                    <a:pt x="178695" y="10268"/>
                  </a:lnTo>
                  <a:lnTo>
                    <a:pt x="3944" y="7738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9" name="probe-noto-emoji_u1f6b2-part-18"/>
            <p:cNvSpPr/>
            <p:nvPr/>
          </p:nvSpPr>
          <p:spPr>
            <a:xfrm>
              <a:off x="232600" y="792300"/>
              <a:ext cx="188000" cy="357800"/>
            </a:xfrm>
            <a:custGeom>
              <a:avLst/>
              <a:gdLst/>
              <a:ahLst/>
              <a:cxnLst/>
              <a:rect l="0" t="0" r="r" b="b"/>
              <a:pathLst>
                <a:path w="188000" h="357800">
                  <a:moveTo>
                    <a:pt x="179400" y="357800"/>
                  </a:moveTo>
                  <a:lnTo>
                    <a:pt x="47600" y="193500"/>
                  </a:lnTo>
                  <a:lnTo>
                    <a:pt x="0" y="2600"/>
                  </a:lnTo>
                  <a:lnTo>
                    <a:pt x="10700" y="0"/>
                  </a:lnTo>
                  <a:lnTo>
                    <a:pt x="57700" y="188500"/>
                  </a:lnTo>
                  <a:lnTo>
                    <a:pt x="188000" y="3509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0" name="probe-noto-emoji_u1f6b2-part-19"/>
            <p:cNvSpPr/>
            <p:nvPr/>
          </p:nvSpPr>
          <p:spPr>
            <a:xfrm>
              <a:off x="260600" y="798100"/>
              <a:ext cx="72900" cy="187600"/>
            </a:xfrm>
            <a:custGeom>
              <a:avLst/>
              <a:gdLst/>
              <a:ahLst/>
              <a:cxnLst/>
              <a:rect l="0" t="0" r="r" b="b"/>
              <a:pathLst>
                <a:path w="72900" h="187600">
                  <a:moveTo>
                    <a:pt x="9500" y="187600"/>
                  </a:moveTo>
                  <a:lnTo>
                    <a:pt x="0" y="183300"/>
                  </a:lnTo>
                  <a:lnTo>
                    <a:pt x="62400" y="0"/>
                  </a:lnTo>
                  <a:lnTo>
                    <a:pt x="72900" y="33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1" name="probe-noto-emoji_u1f6b2-part-20"/>
            <p:cNvSpPr/>
            <p:nvPr/>
          </p:nvSpPr>
          <p:spPr>
            <a:xfrm>
              <a:off x="278194" y="852278"/>
              <a:ext cx="152384" cy="143886"/>
            </a:xfrm>
            <a:custGeom>
              <a:avLst/>
              <a:gdLst/>
              <a:ahLst/>
              <a:cxnLst/>
              <a:rect l="0" t="0" r="r" b="b"/>
              <a:pathLst>
                <a:path w="152384" h="143886">
                  <a:moveTo>
                    <a:pt x="0" y="135862"/>
                  </a:moveTo>
                  <a:lnTo>
                    <a:pt x="144859" y="0"/>
                  </a:lnTo>
                  <a:lnTo>
                    <a:pt x="152384" y="8023"/>
                  </a:lnTo>
                  <a:lnTo>
                    <a:pt x="7525" y="143886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2" name="probe-noto-emoji_u1f6b2-part-21"/>
            <p:cNvSpPr/>
            <p:nvPr/>
          </p:nvSpPr>
          <p:spPr>
            <a:xfrm>
              <a:off x="93145" y="878174"/>
              <a:ext cx="170430" cy="103380"/>
            </a:xfrm>
            <a:custGeom>
              <a:avLst/>
              <a:gdLst/>
              <a:ahLst/>
              <a:cxnLst/>
              <a:rect l="0" t="0" r="r" b="b"/>
              <a:pathLst>
                <a:path w="170430" h="103380">
                  <a:moveTo>
                    <a:pt x="0" y="9562"/>
                  </a:moveTo>
                  <a:lnTo>
                    <a:pt x="5437" y="0"/>
                  </a:lnTo>
                  <a:lnTo>
                    <a:pt x="170430" y="93818"/>
                  </a:lnTo>
                  <a:lnTo>
                    <a:pt x="164993" y="10338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3" name="probe-noto-emoji_u1f6b2-part-22"/>
            <p:cNvSpPr/>
            <p:nvPr/>
          </p:nvSpPr>
          <p:spPr>
            <a:xfrm>
              <a:off x="65500" y="948000"/>
              <a:ext cx="196200" cy="230200"/>
            </a:xfrm>
            <a:custGeom>
              <a:avLst/>
              <a:gdLst/>
              <a:ahLst/>
              <a:cxnLst/>
              <a:rect l="0" t="0" r="r" b="b"/>
              <a:pathLst>
                <a:path w="196200" h="230200">
                  <a:moveTo>
                    <a:pt x="104900" y="230200"/>
                  </a:moveTo>
                  <a:lnTo>
                    <a:pt x="95100" y="225400"/>
                  </a:lnTo>
                  <a:lnTo>
                    <a:pt x="180200" y="52800"/>
                  </a:lnTo>
                  <a:lnTo>
                    <a:pt x="0" y="10700"/>
                  </a:lnTo>
                  <a:lnTo>
                    <a:pt x="2500" y="0"/>
                  </a:lnTo>
                  <a:lnTo>
                    <a:pt x="196200" y="452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4" name="probe-noto-emoji_u1f6b2-part-23"/>
            <p:cNvSpPr/>
            <p:nvPr/>
          </p:nvSpPr>
          <p:spPr>
            <a:xfrm>
              <a:off x="65300" y="818700"/>
              <a:ext cx="211400" cy="233800"/>
            </a:xfrm>
            <a:custGeom>
              <a:avLst/>
              <a:gdLst/>
              <a:ahLst/>
              <a:cxnLst/>
              <a:rect l="0" t="0" r="r" b="b"/>
              <a:pathLst>
                <a:path w="211400" h="233800">
                  <a:moveTo>
                    <a:pt x="3000" y="233800"/>
                  </a:moveTo>
                  <a:lnTo>
                    <a:pt x="0" y="223200"/>
                  </a:lnTo>
                  <a:lnTo>
                    <a:pt x="194300" y="167900"/>
                  </a:lnTo>
                  <a:lnTo>
                    <a:pt x="92700" y="5900"/>
                  </a:lnTo>
                  <a:lnTo>
                    <a:pt x="102000" y="0"/>
                  </a:lnTo>
                  <a:lnTo>
                    <a:pt x="211400" y="1744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5" name="probe-noto-emoji_u1f6b2-part-24"/>
            <p:cNvSpPr/>
            <p:nvPr/>
          </p:nvSpPr>
          <p:spPr>
            <a:xfrm>
              <a:off x="101800" y="1013800"/>
              <a:ext cx="363500" cy="118900"/>
            </a:xfrm>
            <a:custGeom>
              <a:avLst/>
              <a:gdLst/>
              <a:ahLst/>
              <a:cxnLst/>
              <a:rect l="0" t="0" r="r" b="b"/>
              <a:pathLst>
                <a:path w="363500" h="118900">
                  <a:moveTo>
                    <a:pt x="6000" y="118900"/>
                  </a:moveTo>
                  <a:lnTo>
                    <a:pt x="0" y="109600"/>
                  </a:lnTo>
                  <a:lnTo>
                    <a:pt x="169500" y="0"/>
                  </a:lnTo>
                  <a:lnTo>
                    <a:pt x="363500" y="48300"/>
                  </a:lnTo>
                  <a:lnTo>
                    <a:pt x="360900" y="58900"/>
                  </a:lnTo>
                  <a:lnTo>
                    <a:pt x="171500" y="1180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6" name="probe-noto-emoji_u1f6b2-part-25"/>
            <p:cNvSpPr/>
            <p:nvPr/>
          </p:nvSpPr>
          <p:spPr>
            <a:xfrm>
              <a:off x="257511" y="1015894"/>
              <a:ext cx="86961" cy="182380"/>
            </a:xfrm>
            <a:custGeom>
              <a:avLst/>
              <a:gdLst/>
              <a:ahLst/>
              <a:cxnLst/>
              <a:rect l="0" t="0" r="r" b="b"/>
              <a:pathLst>
                <a:path w="86961" h="182380">
                  <a:moveTo>
                    <a:pt x="0" y="4360"/>
                  </a:moveTo>
                  <a:lnTo>
                    <a:pt x="10099" y="0"/>
                  </a:lnTo>
                  <a:lnTo>
                    <a:pt x="86961" y="178020"/>
                  </a:lnTo>
                  <a:lnTo>
                    <a:pt x="76862" y="182380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7" name="probe-noto-emoji_u1f6b2-part-26"/>
            <p:cNvSpPr/>
            <p:nvPr/>
          </p:nvSpPr>
          <p:spPr>
            <a:xfrm>
              <a:off x="304907" y="973731"/>
              <a:ext cx="172621" cy="28733"/>
            </a:xfrm>
            <a:custGeom>
              <a:avLst/>
              <a:gdLst/>
              <a:ahLst/>
              <a:cxnLst/>
              <a:rect l="0" t="0" r="r" b="b"/>
              <a:pathLst>
                <a:path w="172621" h="28733">
                  <a:moveTo>
                    <a:pt x="0" y="10942"/>
                  </a:moveTo>
                  <a:lnTo>
                    <a:pt x="1135" y="0"/>
                  </a:lnTo>
                  <a:lnTo>
                    <a:pt x="172621" y="17792"/>
                  </a:lnTo>
                  <a:lnTo>
                    <a:pt x="171486" y="28733"/>
                  </a:lnTo>
                  <a:close/>
                </a:path>
              </a:pathLst>
            </a:custGeom>
            <a:solidFill>
              <a:srgbClr val="B9BAB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8" name="probe-noto-emoji_u1f6b2-part-27"/>
            <p:cNvSpPr/>
            <p:nvPr/>
          </p:nvSpPr>
          <p:spPr>
            <a:xfrm>
              <a:off x="28394" y="751683"/>
              <a:ext cx="493175" cy="491556"/>
            </a:xfrm>
            <a:custGeom>
              <a:avLst/>
              <a:gdLst/>
              <a:ahLst/>
              <a:cxnLst/>
              <a:rect l="0" t="0" r="r" b="b"/>
              <a:pathLst>
                <a:path w="493175" h="491556">
                  <a:moveTo>
                    <a:pt x="244206" y="17"/>
                  </a:moveTo>
                  <a:cubicBezTo>
                    <a:pt x="105506" y="1517"/>
                    <a:pt x="4206" y="105117"/>
                    <a:pt x="106" y="241817"/>
                  </a:cubicBezTo>
                  <a:cubicBezTo>
                    <a:pt x="-3794" y="372817"/>
                    <a:pt x="100106" y="487017"/>
                    <a:pt x="238806" y="491417"/>
                  </a:cubicBezTo>
                  <a:cubicBezTo>
                    <a:pt x="387006" y="496117"/>
                    <a:pt x="496306" y="381317"/>
                    <a:pt x="493106" y="244517"/>
                  </a:cubicBezTo>
                  <a:cubicBezTo>
                    <a:pt x="490006" y="111517"/>
                    <a:pt x="386206" y="-1583"/>
                    <a:pt x="244206" y="17"/>
                  </a:cubicBezTo>
                  <a:close/>
                  <a:moveTo>
                    <a:pt x="239106" y="454617"/>
                  </a:moveTo>
                  <a:cubicBezTo>
                    <a:pt x="120206" y="450817"/>
                    <a:pt x="31106" y="353017"/>
                    <a:pt x="34506" y="240617"/>
                  </a:cubicBezTo>
                  <a:cubicBezTo>
                    <a:pt x="38006" y="123417"/>
                    <a:pt x="124906" y="34617"/>
                    <a:pt x="243806" y="33317"/>
                  </a:cubicBezTo>
                  <a:cubicBezTo>
                    <a:pt x="365506" y="32017"/>
                    <a:pt x="454406" y="128917"/>
                    <a:pt x="457106" y="242917"/>
                  </a:cubicBezTo>
                  <a:cubicBezTo>
                    <a:pt x="459906" y="360217"/>
                    <a:pt x="366206" y="458617"/>
                    <a:pt x="239106" y="454617"/>
                  </a:cubicBezTo>
                  <a:close/>
                </a:path>
              </a:pathLst>
            </a:custGeom>
            <a:solidFill>
              <a:srgbClr val="484D5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9" name="probe-noto-emoji_u1f6b2-part-28"/>
            <p:cNvSpPr/>
            <p:nvPr/>
          </p:nvSpPr>
          <p:spPr>
            <a:xfrm>
              <a:off x="57403" y="779687"/>
              <a:ext cx="436760" cy="435332"/>
            </a:xfrm>
            <a:custGeom>
              <a:avLst/>
              <a:gdLst/>
              <a:ahLst/>
              <a:cxnLst/>
              <a:rect l="0" t="0" r="r" b="b"/>
              <a:pathLst>
                <a:path w="436760" h="435332">
                  <a:moveTo>
                    <a:pt x="216297" y="13"/>
                  </a:moveTo>
                  <a:cubicBezTo>
                    <a:pt x="93397" y="1413"/>
                    <a:pt x="3697" y="93113"/>
                    <a:pt x="97" y="214213"/>
                  </a:cubicBezTo>
                  <a:cubicBezTo>
                    <a:pt x="-3403" y="330213"/>
                    <a:pt x="88697" y="431313"/>
                    <a:pt x="211497" y="435213"/>
                  </a:cubicBezTo>
                  <a:cubicBezTo>
                    <a:pt x="342797" y="439313"/>
                    <a:pt x="439597" y="337713"/>
                    <a:pt x="436697" y="216613"/>
                  </a:cubicBezTo>
                  <a:cubicBezTo>
                    <a:pt x="433897" y="98813"/>
                    <a:pt x="342097" y="-1287"/>
                    <a:pt x="216297" y="13"/>
                  </a:cubicBezTo>
                  <a:close/>
                  <a:moveTo>
                    <a:pt x="210697" y="417013"/>
                  </a:moveTo>
                  <a:cubicBezTo>
                    <a:pt x="98097" y="413513"/>
                    <a:pt x="18197" y="321013"/>
                    <a:pt x="21397" y="215613"/>
                  </a:cubicBezTo>
                  <a:cubicBezTo>
                    <a:pt x="24697" y="105613"/>
                    <a:pt x="101397" y="25113"/>
                    <a:pt x="214097" y="23913"/>
                  </a:cubicBezTo>
                  <a:cubicBezTo>
                    <a:pt x="329397" y="22613"/>
                    <a:pt x="417697" y="113613"/>
                    <a:pt x="416197" y="220713"/>
                  </a:cubicBezTo>
                  <a:cubicBezTo>
                    <a:pt x="414497" y="327213"/>
                    <a:pt x="330997" y="420813"/>
                    <a:pt x="210697" y="417013"/>
                  </a:cubicBezTo>
                  <a:close/>
                </a:path>
              </a:pathLst>
            </a:custGeom>
            <a:solidFill>
              <a:srgbClr val="C9C9C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0" name="probe-noto-emoji_u1f6b2-part-29"/>
            <p:cNvSpPr/>
            <p:nvPr/>
          </p:nvSpPr>
          <p:spPr>
            <a:xfrm>
              <a:off x="357698" y="382607"/>
              <a:ext cx="138273" cy="149493"/>
            </a:xfrm>
            <a:custGeom>
              <a:avLst/>
              <a:gdLst/>
              <a:ahLst/>
              <a:cxnLst/>
              <a:rect l="0" t="0" r="r" b="b"/>
              <a:pathLst>
                <a:path w="138273" h="149493">
                  <a:moveTo>
                    <a:pt x="123302" y="149493"/>
                  </a:moveTo>
                  <a:cubicBezTo>
                    <a:pt x="123302" y="149493"/>
                    <a:pt x="137602" y="115893"/>
                    <a:pt x="138202" y="107693"/>
                  </a:cubicBezTo>
                  <a:cubicBezTo>
                    <a:pt x="138802" y="99393"/>
                    <a:pt x="135802" y="89993"/>
                    <a:pt x="122002" y="89493"/>
                  </a:cubicBezTo>
                  <a:cubicBezTo>
                    <a:pt x="108202" y="88893"/>
                    <a:pt x="79702" y="87893"/>
                    <a:pt x="79702" y="87893"/>
                  </a:cubicBezTo>
                  <a:lnTo>
                    <a:pt x="51702" y="31893"/>
                  </a:lnTo>
                  <a:lnTo>
                    <a:pt x="32502" y="1493"/>
                  </a:lnTo>
                  <a:cubicBezTo>
                    <a:pt x="32502" y="1493"/>
                    <a:pt x="18202" y="-3507"/>
                    <a:pt x="8802" y="4793"/>
                  </a:cubicBezTo>
                  <a:cubicBezTo>
                    <a:pt x="-598" y="13093"/>
                    <a:pt x="-2798" y="22393"/>
                    <a:pt x="3802" y="35093"/>
                  </a:cubicBezTo>
                  <a:cubicBezTo>
                    <a:pt x="10402" y="47793"/>
                    <a:pt x="43402" y="117693"/>
                    <a:pt x="51102" y="119893"/>
                  </a:cubicBezTo>
                  <a:cubicBezTo>
                    <a:pt x="58802" y="122093"/>
                    <a:pt x="90702" y="120493"/>
                    <a:pt x="92902" y="121593"/>
                  </a:cubicBezTo>
                  <a:cubicBezTo>
                    <a:pt x="95102" y="122693"/>
                    <a:pt x="83002" y="146893"/>
                    <a:pt x="83002" y="146893"/>
                  </a:cubicBezTo>
                  <a:lnTo>
                    <a:pt x="123302" y="149493"/>
                  </a:lnTo>
                  <a:close/>
                </a:path>
              </a:pathLst>
            </a:custGeom>
            <a:solidFill>
              <a:srgbClr val="C9C9C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1" name="probe-noto-emoji_u1f6b2-part-30"/>
            <p:cNvSpPr/>
            <p:nvPr/>
          </p:nvSpPr>
          <p:spPr>
            <a:xfrm>
              <a:off x="739987" y="508400"/>
              <a:ext cx="161513" cy="72000"/>
            </a:xfrm>
            <a:custGeom>
              <a:avLst/>
              <a:gdLst/>
              <a:ahLst/>
              <a:cxnLst/>
              <a:rect l="0" t="0" r="r" b="b"/>
              <a:pathLst>
                <a:path w="161513" h="72000">
                  <a:moveTo>
                    <a:pt x="161513" y="42400"/>
                  </a:moveTo>
                  <a:lnTo>
                    <a:pt x="113313" y="72000"/>
                  </a:lnTo>
                  <a:lnTo>
                    <a:pt x="78313" y="52000"/>
                  </a:lnTo>
                  <a:cubicBezTo>
                    <a:pt x="78313" y="52000"/>
                    <a:pt x="60713" y="38400"/>
                    <a:pt x="47913" y="33700"/>
                  </a:cubicBezTo>
                  <a:cubicBezTo>
                    <a:pt x="32213" y="27900"/>
                    <a:pt x="10713" y="30800"/>
                    <a:pt x="313" y="15900"/>
                  </a:cubicBezTo>
                  <a:cubicBezTo>
                    <a:pt x="-7787" y="4400"/>
                    <a:pt x="143813" y="0"/>
                    <a:pt x="143813" y="0"/>
                  </a:cubicBezTo>
                  <a:lnTo>
                    <a:pt x="161513" y="42400"/>
                  </a:lnTo>
                  <a:close/>
                </a:path>
              </a:pathLst>
            </a:custGeom>
            <a:solidFill>
              <a:srgbClr val="B3B3B3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2" name="probe-noto-emoji_u1f6b2-part-31"/>
            <p:cNvSpPr/>
            <p:nvPr/>
          </p:nvSpPr>
          <p:spPr>
            <a:xfrm>
              <a:off x="725043" y="486987"/>
              <a:ext cx="235727" cy="70920"/>
            </a:xfrm>
            <a:custGeom>
              <a:avLst/>
              <a:gdLst/>
              <a:ahLst/>
              <a:cxnLst/>
              <a:rect l="0" t="0" r="r" b="b"/>
              <a:pathLst>
                <a:path w="235727" h="70920">
                  <a:moveTo>
                    <a:pt x="40457" y="1913"/>
                  </a:moveTo>
                  <a:cubicBezTo>
                    <a:pt x="14557" y="3713"/>
                    <a:pt x="2957" y="4613"/>
                    <a:pt x="257" y="15313"/>
                  </a:cubicBezTo>
                  <a:cubicBezTo>
                    <a:pt x="-2643" y="26813"/>
                    <a:pt x="19757" y="43113"/>
                    <a:pt x="29457" y="47813"/>
                  </a:cubicBezTo>
                  <a:cubicBezTo>
                    <a:pt x="39557" y="52713"/>
                    <a:pt x="88457" y="38013"/>
                    <a:pt x="95457" y="39513"/>
                  </a:cubicBezTo>
                  <a:cubicBezTo>
                    <a:pt x="115857" y="43913"/>
                    <a:pt x="146657" y="70313"/>
                    <a:pt x="162557" y="70913"/>
                  </a:cubicBezTo>
                  <a:cubicBezTo>
                    <a:pt x="178557" y="71513"/>
                    <a:pt x="225957" y="34113"/>
                    <a:pt x="230257" y="30713"/>
                  </a:cubicBezTo>
                  <a:cubicBezTo>
                    <a:pt x="237957" y="24613"/>
                    <a:pt x="240757" y="3213"/>
                    <a:pt x="216457" y="1013"/>
                  </a:cubicBezTo>
                  <a:cubicBezTo>
                    <a:pt x="192357" y="-1087"/>
                    <a:pt x="60857" y="513"/>
                    <a:pt x="40457" y="1913"/>
                  </a:cubicBezTo>
                  <a:close/>
                </a:path>
              </a:pathLst>
            </a:custGeom>
            <a:solidFill>
              <a:srgbClr val="5E62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3" name="probe-noto-emoji_u1f6b2-part-32"/>
            <p:cNvSpPr/>
            <p:nvPr/>
          </p:nvSpPr>
          <p:spPr>
            <a:xfrm>
              <a:off x="383118" y="366298"/>
              <a:ext cx="209809" cy="65135"/>
            </a:xfrm>
            <a:custGeom>
              <a:avLst/>
              <a:gdLst/>
              <a:ahLst/>
              <a:cxnLst/>
              <a:rect l="0" t="0" r="r" b="b"/>
              <a:pathLst>
                <a:path w="209809" h="65135">
                  <a:moveTo>
                    <a:pt x="10482" y="8002"/>
                  </a:moveTo>
                  <a:cubicBezTo>
                    <a:pt x="-3618" y="8802"/>
                    <a:pt x="-918" y="36902"/>
                    <a:pt x="3782" y="44702"/>
                  </a:cubicBezTo>
                  <a:cubicBezTo>
                    <a:pt x="10382" y="55702"/>
                    <a:pt x="19782" y="64502"/>
                    <a:pt x="36282" y="65102"/>
                  </a:cubicBezTo>
                  <a:cubicBezTo>
                    <a:pt x="52782" y="65702"/>
                    <a:pt x="190382" y="57902"/>
                    <a:pt x="200882" y="56302"/>
                  </a:cubicBezTo>
                  <a:cubicBezTo>
                    <a:pt x="211382" y="54602"/>
                    <a:pt x="211282" y="40502"/>
                    <a:pt x="207382" y="26002"/>
                  </a:cubicBezTo>
                  <a:cubicBezTo>
                    <a:pt x="204882" y="16902"/>
                    <a:pt x="196482" y="902"/>
                    <a:pt x="186082" y="102"/>
                  </a:cubicBezTo>
                  <a:cubicBezTo>
                    <a:pt x="171282" y="-998"/>
                    <a:pt x="26582" y="7102"/>
                    <a:pt x="10482" y="8002"/>
                  </a:cubicBezTo>
                  <a:close/>
                </a:path>
              </a:pathLst>
            </a:custGeom>
            <a:solidFill>
              <a:srgbClr val="5E62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4" name="probe-noto-emoji_u1f6b2-part-33"/>
            <p:cNvSpPr/>
            <p:nvPr/>
          </p:nvSpPr>
          <p:spPr>
            <a:xfrm>
              <a:off x="244255" y="551900"/>
              <a:ext cx="775145" cy="480451"/>
            </a:xfrm>
            <a:custGeom>
              <a:avLst/>
              <a:gdLst/>
              <a:ahLst/>
              <a:cxnLst/>
              <a:rect l="0" t="0" r="r" b="b"/>
              <a:pathLst>
                <a:path w="775145" h="480451">
                  <a:moveTo>
                    <a:pt x="768345" y="425400"/>
                  </a:moveTo>
                  <a:lnTo>
                    <a:pt x="600445" y="86400"/>
                  </a:lnTo>
                  <a:lnTo>
                    <a:pt x="611445" y="27500"/>
                  </a:lnTo>
                  <a:lnTo>
                    <a:pt x="564745" y="23100"/>
                  </a:lnTo>
                  <a:cubicBezTo>
                    <a:pt x="564745" y="23100"/>
                    <a:pt x="556345" y="68400"/>
                    <a:pt x="554145" y="70000"/>
                  </a:cubicBezTo>
                  <a:cubicBezTo>
                    <a:pt x="551945" y="71700"/>
                    <a:pt x="224045" y="64400"/>
                    <a:pt x="224045" y="64400"/>
                  </a:cubicBezTo>
                  <a:lnTo>
                    <a:pt x="241345" y="5900"/>
                  </a:lnTo>
                  <a:lnTo>
                    <a:pt x="193245" y="0"/>
                  </a:lnTo>
                  <a:cubicBezTo>
                    <a:pt x="188245" y="15400"/>
                    <a:pt x="101845" y="314300"/>
                    <a:pt x="80945" y="351100"/>
                  </a:cubicBezTo>
                  <a:cubicBezTo>
                    <a:pt x="60045" y="388000"/>
                    <a:pt x="37445" y="421900"/>
                    <a:pt x="37445" y="421900"/>
                  </a:cubicBezTo>
                  <a:cubicBezTo>
                    <a:pt x="37445" y="421900"/>
                    <a:pt x="28545" y="417300"/>
                    <a:pt x="18345" y="420900"/>
                  </a:cubicBezTo>
                  <a:cubicBezTo>
                    <a:pt x="10445" y="423700"/>
                    <a:pt x="-3355" y="433200"/>
                    <a:pt x="745" y="453000"/>
                  </a:cubicBezTo>
                  <a:cubicBezTo>
                    <a:pt x="4045" y="469000"/>
                    <a:pt x="21745" y="478900"/>
                    <a:pt x="36245" y="474000"/>
                  </a:cubicBezTo>
                  <a:cubicBezTo>
                    <a:pt x="58245" y="466500"/>
                    <a:pt x="56045" y="445700"/>
                    <a:pt x="56045" y="445700"/>
                  </a:cubicBezTo>
                  <a:cubicBezTo>
                    <a:pt x="56045" y="445700"/>
                    <a:pt x="108145" y="396000"/>
                    <a:pt x="126145" y="366500"/>
                  </a:cubicBezTo>
                  <a:cubicBezTo>
                    <a:pt x="143945" y="337200"/>
                    <a:pt x="183145" y="196000"/>
                    <a:pt x="184145" y="196100"/>
                  </a:cubicBezTo>
                  <a:cubicBezTo>
                    <a:pt x="187945" y="196500"/>
                    <a:pt x="443045" y="477600"/>
                    <a:pt x="451445" y="480300"/>
                  </a:cubicBezTo>
                  <a:cubicBezTo>
                    <a:pt x="458045" y="482500"/>
                    <a:pt x="758045" y="459900"/>
                    <a:pt x="758045" y="459900"/>
                  </a:cubicBezTo>
                  <a:lnTo>
                    <a:pt x="775145" y="446700"/>
                  </a:lnTo>
                  <a:lnTo>
                    <a:pt x="768345" y="425400"/>
                  </a:lnTo>
                  <a:close/>
                  <a:moveTo>
                    <a:pt x="445545" y="402800"/>
                  </a:moveTo>
                  <a:cubicBezTo>
                    <a:pt x="445545" y="402800"/>
                    <a:pt x="200045" y="144400"/>
                    <a:pt x="201745" y="139300"/>
                  </a:cubicBezTo>
                  <a:cubicBezTo>
                    <a:pt x="201945" y="138700"/>
                    <a:pt x="207945" y="116900"/>
                    <a:pt x="208645" y="115900"/>
                  </a:cubicBezTo>
                  <a:cubicBezTo>
                    <a:pt x="210645" y="113000"/>
                    <a:pt x="537245" y="123300"/>
                    <a:pt x="537245" y="123300"/>
                  </a:cubicBezTo>
                  <a:lnTo>
                    <a:pt x="445545" y="402800"/>
                  </a:lnTo>
                  <a:close/>
                  <a:moveTo>
                    <a:pt x="484345" y="435300"/>
                  </a:moveTo>
                  <a:lnTo>
                    <a:pt x="579545" y="138100"/>
                  </a:lnTo>
                  <a:lnTo>
                    <a:pt x="728745" y="424300"/>
                  </a:lnTo>
                  <a:lnTo>
                    <a:pt x="484345" y="435300"/>
                  </a:lnTo>
                  <a:close/>
                </a:path>
              </a:pathLst>
            </a:custGeom>
            <a:solidFill>
              <a:srgbClr val="67A6AD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5" name="probe-noto-emoji_u1f6b2-part-34"/>
            <p:cNvSpPr/>
            <p:nvPr/>
          </p:nvSpPr>
          <p:spPr>
            <a:xfrm>
              <a:off x="254295" y="982187"/>
              <a:ext cx="35305" cy="35515"/>
            </a:xfrm>
            <a:custGeom>
              <a:avLst/>
              <a:gdLst/>
              <a:ahLst/>
              <a:cxnLst/>
              <a:rect l="0" t="0" r="r" b="b"/>
              <a:pathLst>
                <a:path w="35305" h="35515">
                  <a:moveTo>
                    <a:pt x="15905" y="13"/>
                  </a:moveTo>
                  <a:cubicBezTo>
                    <a:pt x="13305" y="413"/>
                    <a:pt x="-295" y="13813"/>
                    <a:pt x="5" y="19313"/>
                  </a:cubicBezTo>
                  <a:cubicBezTo>
                    <a:pt x="205" y="24913"/>
                    <a:pt x="14705" y="35213"/>
                    <a:pt x="19105" y="35513"/>
                  </a:cubicBezTo>
                  <a:cubicBezTo>
                    <a:pt x="23405" y="35713"/>
                    <a:pt x="35305" y="20513"/>
                    <a:pt x="35305" y="16913"/>
                  </a:cubicBezTo>
                  <a:cubicBezTo>
                    <a:pt x="35205" y="13313"/>
                    <a:pt x="19205" y="-487"/>
                    <a:pt x="15905" y="13"/>
                  </a:cubicBezTo>
                  <a:close/>
                </a:path>
              </a:pathLst>
            </a:custGeom>
            <a:solidFill>
              <a:srgbClr val="6261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6" name="probe-noto-emoji_u1f6b2-part-35"/>
            <p:cNvSpPr/>
            <p:nvPr/>
          </p:nvSpPr>
          <p:spPr>
            <a:xfrm>
              <a:off x="988891" y="975221"/>
              <a:ext cx="40709" cy="39122"/>
            </a:xfrm>
            <a:custGeom>
              <a:avLst/>
              <a:gdLst/>
              <a:ahLst/>
              <a:cxnLst/>
              <a:rect l="0" t="0" r="r" b="b"/>
              <a:pathLst>
                <a:path w="40709" h="39122">
                  <a:moveTo>
                    <a:pt x="12309" y="379"/>
                  </a:moveTo>
                  <a:cubicBezTo>
                    <a:pt x="9509" y="1979"/>
                    <a:pt x="309" y="14979"/>
                    <a:pt x="9" y="18879"/>
                  </a:cubicBezTo>
                  <a:cubicBezTo>
                    <a:pt x="-291" y="22779"/>
                    <a:pt x="6609" y="37379"/>
                    <a:pt x="9009" y="38279"/>
                  </a:cubicBezTo>
                  <a:cubicBezTo>
                    <a:pt x="11409" y="39179"/>
                    <a:pt x="25109" y="39479"/>
                    <a:pt x="28709" y="38579"/>
                  </a:cubicBezTo>
                  <a:cubicBezTo>
                    <a:pt x="32309" y="37679"/>
                    <a:pt x="40709" y="24579"/>
                    <a:pt x="40709" y="20979"/>
                  </a:cubicBezTo>
                  <a:cubicBezTo>
                    <a:pt x="40709" y="17379"/>
                    <a:pt x="35609" y="6379"/>
                    <a:pt x="33509" y="3679"/>
                  </a:cubicBezTo>
                  <a:cubicBezTo>
                    <a:pt x="31409" y="979"/>
                    <a:pt x="14409" y="-821"/>
                    <a:pt x="12309" y="379"/>
                  </a:cubicBezTo>
                  <a:close/>
                </a:path>
              </a:pathLst>
            </a:custGeom>
            <a:solidFill>
              <a:srgbClr val="6261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7" name="probe-noto-emoji_u1f6b2-part-36"/>
            <p:cNvSpPr/>
            <p:nvPr/>
          </p:nvSpPr>
          <p:spPr>
            <a:xfrm>
              <a:off x="793574" y="558053"/>
              <a:ext cx="67774" cy="31482"/>
            </a:xfrm>
            <a:custGeom>
              <a:avLst/>
              <a:gdLst/>
              <a:ahLst/>
              <a:cxnLst/>
              <a:rect l="0" t="0" r="r" b="b"/>
              <a:pathLst>
                <a:path w="67774" h="31482">
                  <a:moveTo>
                    <a:pt x="4326" y="1347"/>
                  </a:moveTo>
                  <a:cubicBezTo>
                    <a:pt x="826" y="4247"/>
                    <a:pt x="-3574" y="30147"/>
                    <a:pt x="4826" y="30647"/>
                  </a:cubicBezTo>
                  <a:cubicBezTo>
                    <a:pt x="13226" y="31147"/>
                    <a:pt x="61826" y="32247"/>
                    <a:pt x="65026" y="30647"/>
                  </a:cubicBezTo>
                  <a:cubicBezTo>
                    <a:pt x="68226" y="29047"/>
                    <a:pt x="68726" y="6547"/>
                    <a:pt x="66026" y="3447"/>
                  </a:cubicBezTo>
                  <a:cubicBezTo>
                    <a:pt x="63326" y="347"/>
                    <a:pt x="7426" y="-1353"/>
                    <a:pt x="4326" y="1347"/>
                  </a:cubicBezTo>
                  <a:close/>
                </a:path>
              </a:pathLst>
            </a:custGeom>
            <a:solidFill>
              <a:srgbClr val="C9C9C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8" name="probe-noto-emoji_u1f6b2-part-37"/>
            <p:cNvSpPr/>
            <p:nvPr/>
          </p:nvSpPr>
          <p:spPr>
            <a:xfrm>
              <a:off x="417536" y="518818"/>
              <a:ext cx="91412" cy="54712"/>
            </a:xfrm>
            <a:custGeom>
              <a:avLst/>
              <a:gdLst/>
              <a:ahLst/>
              <a:cxnLst/>
              <a:rect l="0" t="0" r="r" b="b"/>
              <a:pathLst>
                <a:path w="91412" h="54712">
                  <a:moveTo>
                    <a:pt x="15564" y="282"/>
                  </a:moveTo>
                  <a:cubicBezTo>
                    <a:pt x="9764" y="2382"/>
                    <a:pt x="-2236" y="38482"/>
                    <a:pt x="364" y="42682"/>
                  </a:cubicBezTo>
                  <a:cubicBezTo>
                    <a:pt x="2964" y="46882"/>
                    <a:pt x="76764" y="55282"/>
                    <a:pt x="80464" y="54682"/>
                  </a:cubicBezTo>
                  <a:cubicBezTo>
                    <a:pt x="84164" y="54182"/>
                    <a:pt x="93564" y="13882"/>
                    <a:pt x="90964" y="10682"/>
                  </a:cubicBezTo>
                  <a:cubicBezTo>
                    <a:pt x="88364" y="7482"/>
                    <a:pt x="20864" y="-1718"/>
                    <a:pt x="15564" y="282"/>
                  </a:cubicBezTo>
                  <a:close/>
                </a:path>
              </a:pathLst>
            </a:custGeom>
            <a:solidFill>
              <a:srgbClr val="B3B3B3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9" name="probe-noto-emoji_u1f6b2-part-38"/>
            <p:cNvSpPr/>
            <p:nvPr/>
          </p:nvSpPr>
          <p:spPr>
            <a:xfrm>
              <a:off x="546856" y="979444"/>
              <a:ext cx="167144" cy="145256"/>
            </a:xfrm>
            <a:custGeom>
              <a:avLst/>
              <a:gdLst/>
              <a:ahLst/>
              <a:cxnLst/>
              <a:rect l="0" t="0" r="r" b="b"/>
              <a:pathLst>
                <a:path w="167144" h="145256">
                  <a:moveTo>
                    <a:pt x="52344" y="86556"/>
                  </a:moveTo>
                  <a:cubicBezTo>
                    <a:pt x="52344" y="86556"/>
                    <a:pt x="120144" y="20156"/>
                    <a:pt x="127944" y="12956"/>
                  </a:cubicBezTo>
                  <a:cubicBezTo>
                    <a:pt x="134344" y="7056"/>
                    <a:pt x="140744" y="-1244"/>
                    <a:pt x="152244" y="156"/>
                  </a:cubicBezTo>
                  <a:cubicBezTo>
                    <a:pt x="163744" y="1556"/>
                    <a:pt x="167144" y="8956"/>
                    <a:pt x="167144" y="8956"/>
                  </a:cubicBezTo>
                  <a:lnTo>
                    <a:pt x="154544" y="40056"/>
                  </a:lnTo>
                  <a:lnTo>
                    <a:pt x="78044" y="105456"/>
                  </a:lnTo>
                  <a:lnTo>
                    <a:pt x="68544" y="145256"/>
                  </a:lnTo>
                  <a:lnTo>
                    <a:pt x="44" y="129456"/>
                  </a:lnTo>
                  <a:cubicBezTo>
                    <a:pt x="44" y="129456"/>
                    <a:pt x="-56" y="106456"/>
                    <a:pt x="44" y="100756"/>
                  </a:cubicBezTo>
                  <a:cubicBezTo>
                    <a:pt x="144" y="94456"/>
                    <a:pt x="-1256" y="87656"/>
                    <a:pt x="13244" y="87656"/>
                  </a:cubicBezTo>
                  <a:cubicBezTo>
                    <a:pt x="27744" y="87656"/>
                    <a:pt x="52344" y="86556"/>
                    <a:pt x="52344" y="86556"/>
                  </a:cubicBezTo>
                  <a:close/>
                </a:path>
              </a:pathLst>
            </a:custGeom>
            <a:solidFill>
              <a:srgbClr val="B3B3B3"/>
            </a:solidFill>
            <a:ln w="8037" cap="flat">
              <a:noFill/>
              <a:prstDash val="solid"/>
              <a:miter/>
            </a:ln>
          </p:spPr>
        </p:sp>
        <p:sp>
          <p:nvSpPr>
            <p:cNvPr id="310" name="probe-noto-emoji_u1f6b2-part-39"/>
            <p:cNvSpPr/>
            <p:nvPr/>
          </p:nvSpPr>
          <p:spPr>
            <a:xfrm>
              <a:off x="546900" y="988400"/>
              <a:ext cx="174052" cy="149500"/>
            </a:xfrm>
            <a:custGeom>
              <a:avLst/>
              <a:gdLst/>
              <a:ahLst/>
              <a:cxnLst/>
              <a:rect l="0" t="0" r="r" b="b"/>
              <a:pathLst>
                <a:path w="174052" h="149500">
                  <a:moveTo>
                    <a:pt x="66700" y="92600"/>
                  </a:moveTo>
                  <a:cubicBezTo>
                    <a:pt x="65100" y="95000"/>
                    <a:pt x="66300" y="114500"/>
                    <a:pt x="65100" y="118000"/>
                  </a:cubicBezTo>
                  <a:cubicBezTo>
                    <a:pt x="63900" y="121600"/>
                    <a:pt x="46100" y="120000"/>
                    <a:pt x="36800" y="120400"/>
                  </a:cubicBezTo>
                  <a:cubicBezTo>
                    <a:pt x="25500" y="120900"/>
                    <a:pt x="0" y="120400"/>
                    <a:pt x="0" y="120400"/>
                  </a:cubicBezTo>
                  <a:cubicBezTo>
                    <a:pt x="0" y="120400"/>
                    <a:pt x="0" y="136600"/>
                    <a:pt x="400" y="140200"/>
                  </a:cubicBezTo>
                  <a:cubicBezTo>
                    <a:pt x="800" y="143800"/>
                    <a:pt x="3600" y="149500"/>
                    <a:pt x="15800" y="149500"/>
                  </a:cubicBezTo>
                  <a:cubicBezTo>
                    <a:pt x="28000" y="149500"/>
                    <a:pt x="68000" y="147900"/>
                    <a:pt x="74500" y="147500"/>
                  </a:cubicBezTo>
                  <a:cubicBezTo>
                    <a:pt x="81000" y="147100"/>
                    <a:pt x="87900" y="141600"/>
                    <a:pt x="87800" y="130500"/>
                  </a:cubicBezTo>
                  <a:cubicBezTo>
                    <a:pt x="87700" y="122000"/>
                    <a:pt x="87900" y="104800"/>
                    <a:pt x="87900" y="104800"/>
                  </a:cubicBezTo>
                  <a:cubicBezTo>
                    <a:pt x="87900" y="104800"/>
                    <a:pt x="155400" y="39900"/>
                    <a:pt x="162700" y="33500"/>
                  </a:cubicBezTo>
                  <a:cubicBezTo>
                    <a:pt x="170000" y="27000"/>
                    <a:pt x="174600" y="23400"/>
                    <a:pt x="174000" y="13700"/>
                  </a:cubicBezTo>
                  <a:cubicBezTo>
                    <a:pt x="173600" y="7200"/>
                    <a:pt x="167200" y="0"/>
                    <a:pt x="167200" y="0"/>
                  </a:cubicBezTo>
                  <a:lnTo>
                    <a:pt x="66700" y="92600"/>
                  </a:lnTo>
                  <a:close/>
                </a:path>
              </a:pathLst>
            </a:custGeom>
            <a:solidFill>
              <a:srgbClr val="858587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311" name="probe-noto-emoji_u1f6f0" descr="Noto Emoji artwork by Google; Apache License 2.0; preserve full bundled license. Source: https://github.com/googlefonts/noto-emoji/blob/e20cbc2bbec1926686be9f9bee7d1d2cfa1fea0e/2D/svg/emoji_u1f6f0.svg; SVG SHA256: f02e0b4651b438933713b23affe985dc6814efad7d4d4c44649af5074f72d718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1280000" cy="1280000"/>
          </a:xfrm>
        </p:grpSpPr>
        <p:sp>
          <p:nvSpPr>
            <p:cNvPr id="312" name="probe-noto-emoji_u1f6f0-part-1"/>
            <p:cNvSpPr/>
            <p:nvPr/>
          </p:nvSpPr>
          <p:spPr>
            <a:xfrm>
              <a:off x="40000" y="229665"/>
              <a:ext cx="489703" cy="523941"/>
            </a:xfrm>
            <a:custGeom>
              <a:avLst/>
              <a:gdLst/>
              <a:ahLst/>
              <a:cxnLst/>
              <a:rect l="0" t="0" r="r" b="b"/>
              <a:pathLst>
                <a:path w="489703" h="523941">
                  <a:moveTo>
                    <a:pt x="472400" y="523635"/>
                  </a:moveTo>
                  <a:cubicBezTo>
                    <a:pt x="472400" y="523635"/>
                    <a:pt x="-200" y="346535"/>
                    <a:pt x="0" y="342835"/>
                  </a:cubicBezTo>
                  <a:lnTo>
                    <a:pt x="11200" y="6335"/>
                  </a:lnTo>
                  <a:cubicBezTo>
                    <a:pt x="11400" y="1835"/>
                    <a:pt x="15900" y="-1165"/>
                    <a:pt x="20100" y="435"/>
                  </a:cubicBezTo>
                  <a:lnTo>
                    <a:pt x="483600" y="171635"/>
                  </a:lnTo>
                  <a:cubicBezTo>
                    <a:pt x="487400" y="173035"/>
                    <a:pt x="489800" y="176735"/>
                    <a:pt x="489700" y="180735"/>
                  </a:cubicBezTo>
                  <a:lnTo>
                    <a:pt x="478400" y="519735"/>
                  </a:lnTo>
                  <a:cubicBezTo>
                    <a:pt x="478300" y="522735"/>
                    <a:pt x="475300" y="524735"/>
                    <a:pt x="472400" y="523635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13" name="probe-noto-emoji_u1f6f0-part-2"/>
            <p:cNvSpPr/>
            <p:nvPr/>
          </p:nvSpPr>
          <p:spPr>
            <a:xfrm>
              <a:off x="92900" y="381800"/>
              <a:ext cx="436800" cy="371805"/>
            </a:xfrm>
            <a:custGeom>
              <a:avLst/>
              <a:gdLst/>
              <a:ahLst/>
              <a:cxnLst/>
              <a:rect l="0" t="0" r="r" b="b"/>
              <a:pathLst>
                <a:path w="436800" h="371805">
                  <a:moveTo>
                    <a:pt x="0" y="217100"/>
                  </a:moveTo>
                  <a:lnTo>
                    <a:pt x="419500" y="371500"/>
                  </a:lnTo>
                  <a:cubicBezTo>
                    <a:pt x="422300" y="372600"/>
                    <a:pt x="425400" y="370600"/>
                    <a:pt x="425500" y="367500"/>
                  </a:cubicBezTo>
                  <a:lnTo>
                    <a:pt x="436800" y="28500"/>
                  </a:lnTo>
                  <a:lnTo>
                    <a:pt x="361100" y="0"/>
                  </a:lnTo>
                  <a:lnTo>
                    <a:pt x="0" y="217100"/>
                  </a:lnTo>
                  <a:close/>
                </a:path>
              </a:pathLst>
            </a:custGeom>
            <a:solidFill>
              <a:srgbClr val="37474F"/>
            </a:solidFill>
            <a:ln w="8037" cap="flat">
              <a:noFill/>
              <a:prstDash val="solid"/>
              <a:miter/>
            </a:ln>
          </p:spPr>
        </p:sp>
        <p:sp>
          <p:nvSpPr>
            <p:cNvPr id="314" name="probe-noto-emoji_u1f6f0-part-3"/>
            <p:cNvSpPr/>
            <p:nvPr/>
          </p:nvSpPr>
          <p:spPr>
            <a:xfrm>
              <a:off x="39997" y="229665"/>
              <a:ext cx="489706" cy="523941"/>
            </a:xfrm>
            <a:custGeom>
              <a:avLst/>
              <a:gdLst/>
              <a:ahLst/>
              <a:cxnLst/>
              <a:rect l="0" t="0" r="r" b="b"/>
              <a:pathLst>
                <a:path w="489706" h="523941">
                  <a:moveTo>
                    <a:pt x="472403" y="523635"/>
                  </a:moveTo>
                  <a:lnTo>
                    <a:pt x="5503" y="351135"/>
                  </a:lnTo>
                  <a:cubicBezTo>
                    <a:pt x="2103" y="349835"/>
                    <a:pt x="-97" y="346535"/>
                    <a:pt x="3" y="342935"/>
                  </a:cubicBezTo>
                  <a:lnTo>
                    <a:pt x="11203" y="6335"/>
                  </a:lnTo>
                  <a:cubicBezTo>
                    <a:pt x="11403" y="1835"/>
                    <a:pt x="15903" y="-1165"/>
                    <a:pt x="20103" y="435"/>
                  </a:cubicBezTo>
                  <a:lnTo>
                    <a:pt x="483603" y="171635"/>
                  </a:lnTo>
                  <a:cubicBezTo>
                    <a:pt x="487403" y="173035"/>
                    <a:pt x="489803" y="176735"/>
                    <a:pt x="489703" y="180735"/>
                  </a:cubicBezTo>
                  <a:lnTo>
                    <a:pt x="478403" y="519735"/>
                  </a:lnTo>
                  <a:cubicBezTo>
                    <a:pt x="478303" y="522735"/>
                    <a:pt x="475303" y="524735"/>
                    <a:pt x="472403" y="523635"/>
                  </a:cubicBezTo>
                  <a:close/>
                </a:path>
              </a:pathLst>
            </a:custGeom>
            <a:noFill/>
            <a:ln w="16414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15" name="probe-noto-emoji_u1f6f0-part-4"/>
            <p:cNvSpPr/>
            <p:nvPr/>
          </p:nvSpPr>
          <p:spPr>
            <a:xfrm>
              <a:off x="45700" y="402700"/>
              <a:ext cx="478400" cy="176900"/>
            </a:xfrm>
            <a:custGeom>
              <a:avLst/>
              <a:gdLst/>
              <a:ahLst/>
              <a:cxnLst/>
              <a:rect l="0" t="0" r="r" b="b"/>
              <a:pathLst>
                <a:path w="478400" h="176900">
                  <a:moveTo>
                    <a:pt x="478400" y="176900"/>
                  </a:moveTo>
                  <a:lnTo>
                    <a:pt x="0" y="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16" name="probe-noto-emoji_u1f6f0-part-5"/>
            <p:cNvSpPr/>
            <p:nvPr/>
          </p:nvSpPr>
          <p:spPr>
            <a:xfrm>
              <a:off x="283700" y="327100"/>
              <a:ext cx="11700" cy="340200"/>
            </a:xfrm>
            <a:custGeom>
              <a:avLst/>
              <a:gdLst/>
              <a:ahLst/>
              <a:cxnLst/>
              <a:rect l="0" t="0" r="r" b="b"/>
              <a:pathLst>
                <a:path w="11700" h="340200">
                  <a:moveTo>
                    <a:pt x="11700" y="0"/>
                  </a:moveTo>
                  <a:lnTo>
                    <a:pt x="0" y="34020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17" name="probe-noto-emoji_u1f6f0-part-6"/>
            <p:cNvSpPr/>
            <p:nvPr/>
          </p:nvSpPr>
          <p:spPr>
            <a:xfrm>
              <a:off x="158800" y="273900"/>
              <a:ext cx="10600" cy="352000"/>
            </a:xfrm>
            <a:custGeom>
              <a:avLst/>
              <a:gdLst/>
              <a:ahLst/>
              <a:cxnLst/>
              <a:rect l="0" t="0" r="r" b="b"/>
              <a:pathLst>
                <a:path w="10600" h="352000">
                  <a:moveTo>
                    <a:pt x="10600" y="0"/>
                  </a:moveTo>
                  <a:lnTo>
                    <a:pt x="0" y="35200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18" name="probe-noto-emoji_u1f6f0-part-7"/>
            <p:cNvSpPr/>
            <p:nvPr/>
          </p:nvSpPr>
          <p:spPr>
            <a:xfrm>
              <a:off x="409600" y="359500"/>
              <a:ext cx="10600" cy="354400"/>
            </a:xfrm>
            <a:custGeom>
              <a:avLst/>
              <a:gdLst/>
              <a:ahLst/>
              <a:cxnLst/>
              <a:rect l="0" t="0" r="r" b="b"/>
              <a:pathLst>
                <a:path w="10600" h="354400">
                  <a:moveTo>
                    <a:pt x="10600" y="0"/>
                  </a:moveTo>
                  <a:lnTo>
                    <a:pt x="0" y="35440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19" name="probe-noto-emoji_u1f6f0-part-8"/>
            <p:cNvSpPr/>
            <p:nvPr/>
          </p:nvSpPr>
          <p:spPr>
            <a:xfrm>
              <a:off x="828100" y="350170"/>
              <a:ext cx="136334" cy="190930"/>
            </a:xfrm>
            <a:custGeom>
              <a:avLst/>
              <a:gdLst/>
              <a:ahLst/>
              <a:cxnLst/>
              <a:rect l="0" t="0" r="r" b="b"/>
              <a:pathLst>
                <a:path w="136334" h="190930">
                  <a:moveTo>
                    <a:pt x="0" y="37430"/>
                  </a:moveTo>
                  <a:lnTo>
                    <a:pt x="14600" y="12530"/>
                  </a:lnTo>
                  <a:cubicBezTo>
                    <a:pt x="20500" y="2430"/>
                    <a:pt x="32800" y="-2470"/>
                    <a:pt x="43900" y="1230"/>
                  </a:cubicBezTo>
                  <a:cubicBezTo>
                    <a:pt x="64300" y="8030"/>
                    <a:pt x="96000" y="25530"/>
                    <a:pt x="118500" y="70030"/>
                  </a:cubicBezTo>
                  <a:cubicBezTo>
                    <a:pt x="141200" y="114930"/>
                    <a:pt x="137800" y="151230"/>
                    <a:pt x="132200" y="171730"/>
                  </a:cubicBezTo>
                  <a:cubicBezTo>
                    <a:pt x="129300" y="182630"/>
                    <a:pt x="119600" y="190230"/>
                    <a:pt x="108400" y="190530"/>
                  </a:cubicBezTo>
                  <a:lnTo>
                    <a:pt x="88000" y="190930"/>
                  </a:lnTo>
                  <a:lnTo>
                    <a:pt x="0" y="37430"/>
                  </a:lnTo>
                  <a:close/>
                </a:path>
              </a:pathLst>
            </a:custGeom>
            <a:solidFill>
              <a:srgbClr val="BF8904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0" name="probe-noto-emoji_u1f6f0-part-9"/>
            <p:cNvSpPr/>
            <p:nvPr/>
          </p:nvSpPr>
          <p:spPr>
            <a:xfrm>
              <a:off x="888100" y="396300"/>
              <a:ext cx="76491" cy="144900"/>
            </a:xfrm>
            <a:custGeom>
              <a:avLst/>
              <a:gdLst/>
              <a:ahLst/>
              <a:cxnLst/>
              <a:rect l="0" t="0" r="r" b="b"/>
              <a:pathLst>
                <a:path w="76491" h="144900">
                  <a:moveTo>
                    <a:pt x="23400" y="6200"/>
                  </a:moveTo>
                  <a:cubicBezTo>
                    <a:pt x="17100" y="14400"/>
                    <a:pt x="24200" y="52900"/>
                    <a:pt x="15800" y="62300"/>
                  </a:cubicBezTo>
                  <a:cubicBezTo>
                    <a:pt x="11600" y="66900"/>
                    <a:pt x="5700" y="71300"/>
                    <a:pt x="0" y="68800"/>
                  </a:cubicBezTo>
                  <a:lnTo>
                    <a:pt x="22900" y="144900"/>
                  </a:lnTo>
                  <a:lnTo>
                    <a:pt x="48600" y="144500"/>
                  </a:lnTo>
                  <a:cubicBezTo>
                    <a:pt x="59900" y="144300"/>
                    <a:pt x="69500" y="136600"/>
                    <a:pt x="72400" y="125700"/>
                  </a:cubicBezTo>
                  <a:cubicBezTo>
                    <a:pt x="77900" y="105200"/>
                    <a:pt x="81400" y="68900"/>
                    <a:pt x="58700" y="24000"/>
                  </a:cubicBezTo>
                  <a:cubicBezTo>
                    <a:pt x="55700" y="18300"/>
                    <a:pt x="38100" y="-13100"/>
                    <a:pt x="23400" y="6200"/>
                  </a:cubicBezTo>
                  <a:close/>
                </a:path>
              </a:pathLst>
            </a:custGeom>
            <a:solidFill>
              <a:srgbClr val="875D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1" name="probe-noto-emoji_u1f6f0-part-10"/>
            <p:cNvSpPr/>
            <p:nvPr/>
          </p:nvSpPr>
          <p:spPr>
            <a:xfrm>
              <a:off x="477100" y="334600"/>
              <a:ext cx="450300" cy="525400"/>
            </a:xfrm>
            <a:custGeom>
              <a:avLst/>
              <a:gdLst/>
              <a:ahLst/>
              <a:cxnLst/>
              <a:rect l="0" t="0" r="r" b="b"/>
              <a:pathLst>
                <a:path w="450300" h="525400">
                  <a:moveTo>
                    <a:pt x="415700" y="77700"/>
                  </a:moveTo>
                  <a:lnTo>
                    <a:pt x="211900" y="0"/>
                  </a:lnTo>
                  <a:lnTo>
                    <a:pt x="0" y="99700"/>
                  </a:lnTo>
                  <a:lnTo>
                    <a:pt x="59400" y="525400"/>
                  </a:lnTo>
                  <a:lnTo>
                    <a:pt x="281200" y="430600"/>
                  </a:lnTo>
                  <a:lnTo>
                    <a:pt x="450300" y="292900"/>
                  </a:ln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2" name="probe-noto-emoji_u1f6f0-part-11"/>
            <p:cNvSpPr/>
            <p:nvPr/>
          </p:nvSpPr>
          <p:spPr>
            <a:xfrm>
              <a:off x="538500" y="412200"/>
              <a:ext cx="390900" cy="451700"/>
            </a:xfrm>
            <a:custGeom>
              <a:avLst/>
              <a:gdLst/>
              <a:ahLst/>
              <a:cxnLst/>
              <a:rect l="0" t="0" r="r" b="b"/>
              <a:pathLst>
                <a:path w="390900" h="451700">
                  <a:moveTo>
                    <a:pt x="354300" y="0"/>
                  </a:moveTo>
                  <a:lnTo>
                    <a:pt x="141000" y="99200"/>
                  </a:lnTo>
                  <a:lnTo>
                    <a:pt x="0" y="451700"/>
                  </a:lnTo>
                  <a:lnTo>
                    <a:pt x="221800" y="356900"/>
                  </a:lnTo>
                  <a:lnTo>
                    <a:pt x="390900" y="219200"/>
                  </a:ln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3" name="probe-noto-emoji_u1f6f0-part-12"/>
            <p:cNvSpPr/>
            <p:nvPr/>
          </p:nvSpPr>
          <p:spPr>
            <a:xfrm>
              <a:off x="307100" y="434800"/>
              <a:ext cx="407400" cy="430500"/>
            </a:xfrm>
            <a:custGeom>
              <a:avLst/>
              <a:gdLst/>
              <a:ahLst/>
              <a:cxnLst/>
              <a:rect l="0" t="0" r="r" b="b"/>
              <a:pathLst>
                <a:path w="407400" h="430500">
                  <a:moveTo>
                    <a:pt x="372800" y="77700"/>
                  </a:moveTo>
                  <a:lnTo>
                    <a:pt x="169100" y="0"/>
                  </a:lnTo>
                  <a:lnTo>
                    <a:pt x="0" y="137600"/>
                  </a:lnTo>
                  <a:lnTo>
                    <a:pt x="34600" y="352900"/>
                  </a:lnTo>
                  <a:lnTo>
                    <a:pt x="238300" y="430500"/>
                  </a:lnTo>
                  <a:lnTo>
                    <a:pt x="407400" y="292900"/>
                  </a:lnTo>
                  <a:close/>
                </a:path>
              </a:pathLst>
            </a:custGeom>
            <a:solidFill>
              <a:srgbClr val="BF8904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4" name="probe-noto-emoji_u1f6f0-part-13"/>
            <p:cNvSpPr/>
            <p:nvPr/>
          </p:nvSpPr>
          <p:spPr>
            <a:xfrm>
              <a:off x="501200" y="513800"/>
              <a:ext cx="430500" cy="353000"/>
            </a:xfrm>
            <a:custGeom>
              <a:avLst/>
              <a:gdLst/>
              <a:ahLst/>
              <a:cxnLst/>
              <a:rect l="0" t="0" r="r" b="b"/>
              <a:pathLst>
                <a:path w="430500" h="353000">
                  <a:moveTo>
                    <a:pt x="430500" y="117400"/>
                  </a:moveTo>
                  <a:lnTo>
                    <a:pt x="212300" y="214100"/>
                  </a:lnTo>
                  <a:lnTo>
                    <a:pt x="177900" y="242600"/>
                  </a:lnTo>
                  <a:cubicBezTo>
                    <a:pt x="178000" y="241200"/>
                    <a:pt x="183900" y="173900"/>
                    <a:pt x="128900" y="92000"/>
                  </a:cubicBezTo>
                  <a:cubicBezTo>
                    <a:pt x="89400" y="33100"/>
                    <a:pt x="0" y="0"/>
                    <a:pt x="0" y="0"/>
                  </a:cubicBezTo>
                  <a:lnTo>
                    <a:pt x="44500" y="353000"/>
                  </a:lnTo>
                  <a:lnTo>
                    <a:pt x="266200" y="258200"/>
                  </a:lnTo>
                  <a:lnTo>
                    <a:pt x="430500" y="117400"/>
                  </a:lnTo>
                  <a:close/>
                </a:path>
              </a:pathLst>
            </a:custGeom>
            <a:solidFill>
              <a:srgbClr val="875D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5" name="probe-noto-emoji_u1f6f0-part-14"/>
            <p:cNvSpPr/>
            <p:nvPr/>
          </p:nvSpPr>
          <p:spPr>
            <a:xfrm>
              <a:off x="750300" y="526365"/>
              <a:ext cx="489703" cy="524040"/>
            </a:xfrm>
            <a:custGeom>
              <a:avLst/>
              <a:gdLst/>
              <a:ahLst/>
              <a:cxnLst/>
              <a:rect l="0" t="0" r="r" b="b"/>
              <a:pathLst>
                <a:path w="489703" h="524040">
                  <a:moveTo>
                    <a:pt x="472400" y="523735"/>
                  </a:moveTo>
                  <a:cubicBezTo>
                    <a:pt x="472400" y="523735"/>
                    <a:pt x="-200" y="346635"/>
                    <a:pt x="0" y="342935"/>
                  </a:cubicBezTo>
                  <a:lnTo>
                    <a:pt x="11200" y="6335"/>
                  </a:lnTo>
                  <a:cubicBezTo>
                    <a:pt x="11400" y="1835"/>
                    <a:pt x="15900" y="-1165"/>
                    <a:pt x="20100" y="435"/>
                  </a:cubicBezTo>
                  <a:lnTo>
                    <a:pt x="483600" y="171635"/>
                  </a:lnTo>
                  <a:cubicBezTo>
                    <a:pt x="487400" y="173035"/>
                    <a:pt x="489800" y="176735"/>
                    <a:pt x="489700" y="180735"/>
                  </a:cubicBezTo>
                  <a:lnTo>
                    <a:pt x="478400" y="519735"/>
                  </a:lnTo>
                  <a:cubicBezTo>
                    <a:pt x="478300" y="522835"/>
                    <a:pt x="475300" y="524835"/>
                    <a:pt x="472400" y="523735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6" name="probe-noto-emoji_u1f6f0-part-15"/>
            <p:cNvSpPr/>
            <p:nvPr/>
          </p:nvSpPr>
          <p:spPr>
            <a:xfrm>
              <a:off x="803200" y="675200"/>
              <a:ext cx="436800" cy="375205"/>
            </a:xfrm>
            <a:custGeom>
              <a:avLst/>
              <a:gdLst/>
              <a:ahLst/>
              <a:cxnLst/>
              <a:rect l="0" t="0" r="r" b="b"/>
              <a:pathLst>
                <a:path w="436800" h="375205">
                  <a:moveTo>
                    <a:pt x="0" y="220500"/>
                  </a:moveTo>
                  <a:lnTo>
                    <a:pt x="419500" y="374900"/>
                  </a:lnTo>
                  <a:cubicBezTo>
                    <a:pt x="422300" y="376000"/>
                    <a:pt x="425400" y="374000"/>
                    <a:pt x="425500" y="370900"/>
                  </a:cubicBezTo>
                  <a:lnTo>
                    <a:pt x="436800" y="24300"/>
                  </a:lnTo>
                  <a:lnTo>
                    <a:pt x="366900" y="0"/>
                  </a:lnTo>
                  <a:lnTo>
                    <a:pt x="0" y="220500"/>
                  </a:lnTo>
                  <a:close/>
                </a:path>
              </a:pathLst>
            </a:custGeom>
            <a:solidFill>
              <a:srgbClr val="37474F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7" name="probe-noto-emoji_u1f6f0-part-16"/>
            <p:cNvSpPr/>
            <p:nvPr/>
          </p:nvSpPr>
          <p:spPr>
            <a:xfrm>
              <a:off x="750297" y="526365"/>
              <a:ext cx="489706" cy="524040"/>
            </a:xfrm>
            <a:custGeom>
              <a:avLst/>
              <a:gdLst/>
              <a:ahLst/>
              <a:cxnLst/>
              <a:rect l="0" t="0" r="r" b="b"/>
              <a:pathLst>
                <a:path w="489706" h="524040">
                  <a:moveTo>
                    <a:pt x="472403" y="523735"/>
                  </a:moveTo>
                  <a:lnTo>
                    <a:pt x="5503" y="351235"/>
                  </a:lnTo>
                  <a:cubicBezTo>
                    <a:pt x="2103" y="349935"/>
                    <a:pt x="-97" y="346635"/>
                    <a:pt x="3" y="342935"/>
                  </a:cubicBezTo>
                  <a:lnTo>
                    <a:pt x="11203" y="6335"/>
                  </a:lnTo>
                  <a:cubicBezTo>
                    <a:pt x="11403" y="1835"/>
                    <a:pt x="15903" y="-1165"/>
                    <a:pt x="20103" y="435"/>
                  </a:cubicBezTo>
                  <a:lnTo>
                    <a:pt x="483603" y="171635"/>
                  </a:lnTo>
                  <a:cubicBezTo>
                    <a:pt x="487403" y="173035"/>
                    <a:pt x="489803" y="176735"/>
                    <a:pt x="489703" y="180735"/>
                  </a:cubicBezTo>
                  <a:lnTo>
                    <a:pt x="478403" y="519735"/>
                  </a:lnTo>
                  <a:cubicBezTo>
                    <a:pt x="478303" y="522835"/>
                    <a:pt x="475303" y="524835"/>
                    <a:pt x="472403" y="523735"/>
                  </a:cubicBezTo>
                  <a:close/>
                </a:path>
              </a:pathLst>
            </a:custGeom>
            <a:noFill/>
            <a:ln w="16414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28" name="probe-noto-emoji_u1f6f0-part-17"/>
            <p:cNvSpPr/>
            <p:nvPr/>
          </p:nvSpPr>
          <p:spPr>
            <a:xfrm>
              <a:off x="756000" y="699500"/>
              <a:ext cx="478400" cy="176800"/>
            </a:xfrm>
            <a:custGeom>
              <a:avLst/>
              <a:gdLst/>
              <a:ahLst/>
              <a:cxnLst/>
              <a:rect l="0" t="0" r="r" b="b"/>
              <a:pathLst>
                <a:path w="478400" h="176800">
                  <a:moveTo>
                    <a:pt x="478400" y="176800"/>
                  </a:moveTo>
                  <a:lnTo>
                    <a:pt x="0" y="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29" name="probe-noto-emoji_u1f6f0-part-18"/>
            <p:cNvSpPr/>
            <p:nvPr/>
          </p:nvSpPr>
          <p:spPr>
            <a:xfrm>
              <a:off x="994000" y="623900"/>
              <a:ext cx="11700" cy="340200"/>
            </a:xfrm>
            <a:custGeom>
              <a:avLst/>
              <a:gdLst/>
              <a:ahLst/>
              <a:cxnLst/>
              <a:rect l="0" t="0" r="r" b="b"/>
              <a:pathLst>
                <a:path w="11700" h="340200">
                  <a:moveTo>
                    <a:pt x="11700" y="0"/>
                  </a:moveTo>
                  <a:lnTo>
                    <a:pt x="0" y="34020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30" name="probe-noto-emoji_u1f6f0-part-19"/>
            <p:cNvSpPr/>
            <p:nvPr/>
          </p:nvSpPr>
          <p:spPr>
            <a:xfrm>
              <a:off x="869100" y="570600"/>
              <a:ext cx="10600" cy="352000"/>
            </a:xfrm>
            <a:custGeom>
              <a:avLst/>
              <a:gdLst/>
              <a:ahLst/>
              <a:cxnLst/>
              <a:rect l="0" t="0" r="r" b="b"/>
              <a:pathLst>
                <a:path w="10600" h="352000">
                  <a:moveTo>
                    <a:pt x="10600" y="0"/>
                  </a:moveTo>
                  <a:lnTo>
                    <a:pt x="0" y="35200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31" name="probe-noto-emoji_u1f6f0-part-20"/>
            <p:cNvSpPr/>
            <p:nvPr/>
          </p:nvSpPr>
          <p:spPr>
            <a:xfrm>
              <a:off x="1119900" y="656300"/>
              <a:ext cx="10600" cy="354400"/>
            </a:xfrm>
            <a:custGeom>
              <a:avLst/>
              <a:gdLst/>
              <a:ahLst/>
              <a:cxnLst/>
              <a:rect l="0" t="0" r="r" b="b"/>
              <a:pathLst>
                <a:path w="10600" h="354400">
                  <a:moveTo>
                    <a:pt x="10600" y="0"/>
                  </a:moveTo>
                  <a:lnTo>
                    <a:pt x="0" y="354400"/>
                  </a:lnTo>
                </a:path>
              </a:pathLst>
            </a:custGeom>
            <a:noFill/>
            <a:ln w="8207" cap="flat">
              <a:solidFill>
                <a:srgbClr val="9DD4E0"/>
              </a:solidFill>
              <a:prstDash val="solid"/>
              <a:miter/>
            </a:ln>
          </p:spPr>
        </p:sp>
        <p:sp>
          <p:nvSpPr>
            <p:cNvPr id="332" name="probe-noto-emoji_u1f6f0-part-21"/>
            <p:cNvSpPr/>
            <p:nvPr/>
          </p:nvSpPr>
          <p:spPr>
            <a:xfrm>
              <a:off x="631100" y="366200"/>
              <a:ext cx="119200" cy="79300"/>
            </a:xfrm>
            <a:custGeom>
              <a:avLst/>
              <a:gdLst/>
              <a:ahLst/>
              <a:cxnLst/>
              <a:rect l="0" t="0" r="r" b="b"/>
              <a:pathLst>
                <a:path w="119200" h="79300">
                  <a:moveTo>
                    <a:pt x="119200" y="28500"/>
                  </a:moveTo>
                  <a:cubicBezTo>
                    <a:pt x="119200" y="12800"/>
                    <a:pt x="92500" y="0"/>
                    <a:pt x="59600" y="0"/>
                  </a:cubicBezTo>
                  <a:cubicBezTo>
                    <a:pt x="26700" y="0"/>
                    <a:pt x="0" y="12700"/>
                    <a:pt x="0" y="28500"/>
                  </a:cubicBezTo>
                  <a:cubicBezTo>
                    <a:pt x="0" y="32500"/>
                    <a:pt x="0" y="46900"/>
                    <a:pt x="0" y="50800"/>
                  </a:cubicBezTo>
                  <a:cubicBezTo>
                    <a:pt x="0" y="66500"/>
                    <a:pt x="26700" y="79300"/>
                    <a:pt x="59600" y="79300"/>
                  </a:cubicBezTo>
                  <a:cubicBezTo>
                    <a:pt x="92500" y="79300"/>
                    <a:pt x="119200" y="66600"/>
                    <a:pt x="119200" y="50800"/>
                  </a:cubicBezTo>
                  <a:cubicBezTo>
                    <a:pt x="119200" y="46900"/>
                    <a:pt x="119200" y="32500"/>
                    <a:pt x="119200" y="2850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3" name="probe-noto-emoji_u1f6f0-part-22"/>
            <p:cNvSpPr/>
            <p:nvPr/>
          </p:nvSpPr>
          <p:spPr>
            <a:xfrm>
              <a:off x="631100" y="366200"/>
              <a:ext cx="119200" cy="57000"/>
            </a:xfrm>
            <a:custGeom>
              <a:avLst/>
              <a:gdLst/>
              <a:ahLst/>
              <a:cxnLst/>
              <a:rect l="0" t="0" r="r" b="b"/>
              <a:pathLst>
                <a:path w="119200" h="57000">
                  <a:moveTo>
                    <a:pt x="119200" y="28500"/>
                  </a:moveTo>
                  <a:cubicBezTo>
                    <a:pt x="119200" y="29097"/>
                    <a:pt x="119161" y="29694"/>
                    <a:pt x="119082" y="30290"/>
                  </a:cubicBezTo>
                  <a:cubicBezTo>
                    <a:pt x="119004" y="30885"/>
                    <a:pt x="118886" y="31480"/>
                    <a:pt x="118730" y="32072"/>
                  </a:cubicBezTo>
                  <a:cubicBezTo>
                    <a:pt x="118574" y="32664"/>
                    <a:pt x="118378" y="33254"/>
                    <a:pt x="118144" y="33840"/>
                  </a:cubicBezTo>
                  <a:cubicBezTo>
                    <a:pt x="117910" y="34427"/>
                    <a:pt x="117638" y="35009"/>
                    <a:pt x="117328" y="35588"/>
                  </a:cubicBezTo>
                  <a:cubicBezTo>
                    <a:pt x="117017" y="36166"/>
                    <a:pt x="116669" y="36739"/>
                    <a:pt x="116283" y="37307"/>
                  </a:cubicBezTo>
                  <a:cubicBezTo>
                    <a:pt x="115897" y="37875"/>
                    <a:pt x="115474" y="38437"/>
                    <a:pt x="115015" y="38992"/>
                  </a:cubicBezTo>
                  <a:cubicBezTo>
                    <a:pt x="114555" y="39547"/>
                    <a:pt x="114059" y="40095"/>
                    <a:pt x="113528" y="40635"/>
                  </a:cubicBezTo>
                  <a:cubicBezTo>
                    <a:pt x="112996" y="41175"/>
                    <a:pt x="112429" y="41707"/>
                    <a:pt x="111828" y="42230"/>
                  </a:cubicBezTo>
                  <a:cubicBezTo>
                    <a:pt x="111226" y="42753"/>
                    <a:pt x="110591" y="43267"/>
                    <a:pt x="109922" y="43771"/>
                  </a:cubicBezTo>
                  <a:cubicBezTo>
                    <a:pt x="109253" y="44275"/>
                    <a:pt x="108551" y="44769"/>
                    <a:pt x="107817" y="45252"/>
                  </a:cubicBezTo>
                  <a:cubicBezTo>
                    <a:pt x="107084" y="45735"/>
                    <a:pt x="106318" y="46207"/>
                    <a:pt x="105523" y="46667"/>
                  </a:cubicBezTo>
                  <a:cubicBezTo>
                    <a:pt x="104727" y="47127"/>
                    <a:pt x="103901" y="47574"/>
                    <a:pt x="103047" y="48010"/>
                  </a:cubicBezTo>
                  <a:cubicBezTo>
                    <a:pt x="102192" y="48445"/>
                    <a:pt x="101309" y="48867"/>
                    <a:pt x="100399" y="49276"/>
                  </a:cubicBezTo>
                  <a:cubicBezTo>
                    <a:pt x="99489" y="49684"/>
                    <a:pt x="98552" y="50079"/>
                    <a:pt x="97590" y="50460"/>
                  </a:cubicBezTo>
                  <a:cubicBezTo>
                    <a:pt x="96629" y="50840"/>
                    <a:pt x="95642" y="51206"/>
                    <a:pt x="94632" y="51557"/>
                  </a:cubicBezTo>
                  <a:cubicBezTo>
                    <a:pt x="93622" y="51908"/>
                    <a:pt x="92589" y="52243"/>
                    <a:pt x="91535" y="52563"/>
                  </a:cubicBezTo>
                  <a:cubicBezTo>
                    <a:pt x="90481" y="52883"/>
                    <a:pt x="89406" y="53187"/>
                    <a:pt x="88313" y="53475"/>
                  </a:cubicBezTo>
                  <a:cubicBezTo>
                    <a:pt x="87219" y="53762"/>
                    <a:pt x="86106" y="54033"/>
                    <a:pt x="84976" y="54288"/>
                  </a:cubicBezTo>
                  <a:cubicBezTo>
                    <a:pt x="83847" y="54542"/>
                    <a:pt x="82701" y="54779"/>
                    <a:pt x="81540" y="54999"/>
                  </a:cubicBezTo>
                  <a:cubicBezTo>
                    <a:pt x="80380" y="55218"/>
                    <a:pt x="79205" y="55421"/>
                    <a:pt x="78017" y="55605"/>
                  </a:cubicBezTo>
                  <a:cubicBezTo>
                    <a:pt x="76830" y="55790"/>
                    <a:pt x="75631" y="55956"/>
                    <a:pt x="74422" y="56105"/>
                  </a:cubicBezTo>
                  <a:cubicBezTo>
                    <a:pt x="73213" y="56253"/>
                    <a:pt x="71994" y="56383"/>
                    <a:pt x="70768" y="56495"/>
                  </a:cubicBezTo>
                  <a:cubicBezTo>
                    <a:pt x="69542" y="56607"/>
                    <a:pt x="68308" y="56700"/>
                    <a:pt x="67070" y="56775"/>
                  </a:cubicBezTo>
                  <a:cubicBezTo>
                    <a:pt x="65831" y="56850"/>
                    <a:pt x="64588" y="56906"/>
                    <a:pt x="63342" y="56944"/>
                  </a:cubicBezTo>
                  <a:cubicBezTo>
                    <a:pt x="62096" y="56981"/>
                    <a:pt x="60848" y="57000"/>
                    <a:pt x="59600" y="57000"/>
                  </a:cubicBezTo>
                  <a:cubicBezTo>
                    <a:pt x="58352" y="57000"/>
                    <a:pt x="57104" y="56981"/>
                    <a:pt x="55858" y="56944"/>
                  </a:cubicBezTo>
                  <a:cubicBezTo>
                    <a:pt x="54612" y="56906"/>
                    <a:pt x="53369" y="56850"/>
                    <a:pt x="52130" y="56775"/>
                  </a:cubicBezTo>
                  <a:cubicBezTo>
                    <a:pt x="50892" y="56700"/>
                    <a:pt x="49658" y="56607"/>
                    <a:pt x="48432" y="56495"/>
                  </a:cubicBezTo>
                  <a:cubicBezTo>
                    <a:pt x="47206" y="56383"/>
                    <a:pt x="45987" y="56253"/>
                    <a:pt x="44778" y="56105"/>
                  </a:cubicBezTo>
                  <a:cubicBezTo>
                    <a:pt x="43569" y="55956"/>
                    <a:pt x="42370" y="55790"/>
                    <a:pt x="41183" y="55605"/>
                  </a:cubicBezTo>
                  <a:cubicBezTo>
                    <a:pt x="39995" y="55421"/>
                    <a:pt x="38820" y="55218"/>
                    <a:pt x="37660" y="54999"/>
                  </a:cubicBezTo>
                  <a:cubicBezTo>
                    <a:pt x="36499" y="54779"/>
                    <a:pt x="35353" y="54542"/>
                    <a:pt x="34224" y="54288"/>
                  </a:cubicBezTo>
                  <a:cubicBezTo>
                    <a:pt x="33094" y="54033"/>
                    <a:pt x="31981" y="53762"/>
                    <a:pt x="30887" y="53475"/>
                  </a:cubicBezTo>
                  <a:cubicBezTo>
                    <a:pt x="29794" y="53187"/>
                    <a:pt x="28719" y="52883"/>
                    <a:pt x="27665" y="52563"/>
                  </a:cubicBezTo>
                  <a:cubicBezTo>
                    <a:pt x="26611" y="52243"/>
                    <a:pt x="25578" y="51908"/>
                    <a:pt x="24568" y="51557"/>
                  </a:cubicBezTo>
                  <a:cubicBezTo>
                    <a:pt x="23558" y="51206"/>
                    <a:pt x="22571" y="50840"/>
                    <a:pt x="21610" y="50460"/>
                  </a:cubicBezTo>
                  <a:cubicBezTo>
                    <a:pt x="20648" y="50079"/>
                    <a:pt x="19711" y="49684"/>
                    <a:pt x="18801" y="49276"/>
                  </a:cubicBezTo>
                  <a:cubicBezTo>
                    <a:pt x="17891" y="48867"/>
                    <a:pt x="17008" y="48445"/>
                    <a:pt x="16153" y="48010"/>
                  </a:cubicBezTo>
                  <a:cubicBezTo>
                    <a:pt x="15299" y="47574"/>
                    <a:pt x="14473" y="47127"/>
                    <a:pt x="13677" y="46667"/>
                  </a:cubicBezTo>
                  <a:cubicBezTo>
                    <a:pt x="12882" y="46207"/>
                    <a:pt x="12116" y="45735"/>
                    <a:pt x="11383" y="45252"/>
                  </a:cubicBezTo>
                  <a:cubicBezTo>
                    <a:pt x="10649" y="44769"/>
                    <a:pt x="9947" y="44275"/>
                    <a:pt x="9278" y="43771"/>
                  </a:cubicBezTo>
                  <a:cubicBezTo>
                    <a:pt x="8609" y="43267"/>
                    <a:pt x="7974" y="42753"/>
                    <a:pt x="7372" y="42230"/>
                  </a:cubicBezTo>
                  <a:cubicBezTo>
                    <a:pt x="6771" y="41707"/>
                    <a:pt x="6204" y="41175"/>
                    <a:pt x="5672" y="40635"/>
                  </a:cubicBezTo>
                  <a:cubicBezTo>
                    <a:pt x="5141" y="40095"/>
                    <a:pt x="4645" y="39547"/>
                    <a:pt x="4185" y="38992"/>
                  </a:cubicBezTo>
                  <a:cubicBezTo>
                    <a:pt x="3726" y="38437"/>
                    <a:pt x="3303" y="37875"/>
                    <a:pt x="2917" y="37307"/>
                  </a:cubicBezTo>
                  <a:cubicBezTo>
                    <a:pt x="2531" y="36739"/>
                    <a:pt x="2183" y="36166"/>
                    <a:pt x="1872" y="35588"/>
                  </a:cubicBezTo>
                  <a:cubicBezTo>
                    <a:pt x="1562" y="35009"/>
                    <a:pt x="1290" y="34427"/>
                    <a:pt x="1056" y="33840"/>
                  </a:cubicBezTo>
                  <a:cubicBezTo>
                    <a:pt x="822" y="33254"/>
                    <a:pt x="626" y="32664"/>
                    <a:pt x="470" y="32072"/>
                  </a:cubicBezTo>
                  <a:cubicBezTo>
                    <a:pt x="314" y="31480"/>
                    <a:pt x="196" y="30885"/>
                    <a:pt x="118" y="30290"/>
                  </a:cubicBezTo>
                  <a:cubicBezTo>
                    <a:pt x="39" y="29694"/>
                    <a:pt x="0" y="29097"/>
                    <a:pt x="0" y="28500"/>
                  </a:cubicBezTo>
                  <a:cubicBezTo>
                    <a:pt x="0" y="27903"/>
                    <a:pt x="39" y="27306"/>
                    <a:pt x="118" y="26710"/>
                  </a:cubicBezTo>
                  <a:cubicBezTo>
                    <a:pt x="196" y="26115"/>
                    <a:pt x="314" y="25520"/>
                    <a:pt x="470" y="24928"/>
                  </a:cubicBezTo>
                  <a:cubicBezTo>
                    <a:pt x="626" y="24336"/>
                    <a:pt x="822" y="23746"/>
                    <a:pt x="1056" y="23160"/>
                  </a:cubicBezTo>
                  <a:cubicBezTo>
                    <a:pt x="1290" y="22573"/>
                    <a:pt x="1562" y="21991"/>
                    <a:pt x="1872" y="21412"/>
                  </a:cubicBezTo>
                  <a:cubicBezTo>
                    <a:pt x="2183" y="20834"/>
                    <a:pt x="2531" y="20261"/>
                    <a:pt x="2917" y="19693"/>
                  </a:cubicBezTo>
                  <a:cubicBezTo>
                    <a:pt x="3303" y="19125"/>
                    <a:pt x="3726" y="18563"/>
                    <a:pt x="4185" y="18008"/>
                  </a:cubicBezTo>
                  <a:cubicBezTo>
                    <a:pt x="4645" y="17453"/>
                    <a:pt x="5141" y="16905"/>
                    <a:pt x="5672" y="16365"/>
                  </a:cubicBezTo>
                  <a:cubicBezTo>
                    <a:pt x="6204" y="15825"/>
                    <a:pt x="6771" y="15293"/>
                    <a:pt x="7372" y="14770"/>
                  </a:cubicBezTo>
                  <a:cubicBezTo>
                    <a:pt x="7974" y="14247"/>
                    <a:pt x="8609" y="13733"/>
                    <a:pt x="9278" y="13229"/>
                  </a:cubicBezTo>
                  <a:cubicBezTo>
                    <a:pt x="9947" y="12725"/>
                    <a:pt x="10649" y="12231"/>
                    <a:pt x="11383" y="11748"/>
                  </a:cubicBezTo>
                  <a:cubicBezTo>
                    <a:pt x="12116" y="11265"/>
                    <a:pt x="12882" y="10793"/>
                    <a:pt x="13677" y="10333"/>
                  </a:cubicBezTo>
                  <a:cubicBezTo>
                    <a:pt x="14473" y="9873"/>
                    <a:pt x="15299" y="9426"/>
                    <a:pt x="16153" y="8990"/>
                  </a:cubicBezTo>
                  <a:cubicBezTo>
                    <a:pt x="17008" y="8555"/>
                    <a:pt x="17891" y="8133"/>
                    <a:pt x="18801" y="7724"/>
                  </a:cubicBezTo>
                  <a:cubicBezTo>
                    <a:pt x="19711" y="7316"/>
                    <a:pt x="20648" y="6921"/>
                    <a:pt x="21610" y="6540"/>
                  </a:cubicBezTo>
                  <a:cubicBezTo>
                    <a:pt x="22571" y="6160"/>
                    <a:pt x="23558" y="5794"/>
                    <a:pt x="24568" y="5443"/>
                  </a:cubicBezTo>
                  <a:cubicBezTo>
                    <a:pt x="25578" y="5092"/>
                    <a:pt x="26611" y="4757"/>
                    <a:pt x="27665" y="4437"/>
                  </a:cubicBezTo>
                  <a:cubicBezTo>
                    <a:pt x="28719" y="4117"/>
                    <a:pt x="29794" y="3813"/>
                    <a:pt x="30887" y="3525"/>
                  </a:cubicBezTo>
                  <a:cubicBezTo>
                    <a:pt x="31981" y="3238"/>
                    <a:pt x="33094" y="2967"/>
                    <a:pt x="34224" y="2712"/>
                  </a:cubicBezTo>
                  <a:cubicBezTo>
                    <a:pt x="35353" y="2458"/>
                    <a:pt x="36499" y="2221"/>
                    <a:pt x="37660" y="2001"/>
                  </a:cubicBezTo>
                  <a:cubicBezTo>
                    <a:pt x="38820" y="1782"/>
                    <a:pt x="39995" y="1579"/>
                    <a:pt x="41183" y="1395"/>
                  </a:cubicBezTo>
                  <a:cubicBezTo>
                    <a:pt x="42370" y="1210"/>
                    <a:pt x="43569" y="1044"/>
                    <a:pt x="44778" y="895"/>
                  </a:cubicBezTo>
                  <a:cubicBezTo>
                    <a:pt x="45987" y="747"/>
                    <a:pt x="47206" y="617"/>
                    <a:pt x="48432" y="505"/>
                  </a:cubicBezTo>
                  <a:cubicBezTo>
                    <a:pt x="49658" y="393"/>
                    <a:pt x="50892" y="300"/>
                    <a:pt x="52130" y="225"/>
                  </a:cubicBezTo>
                  <a:cubicBezTo>
                    <a:pt x="53369" y="150"/>
                    <a:pt x="54612" y="94"/>
                    <a:pt x="55858" y="56"/>
                  </a:cubicBezTo>
                  <a:cubicBezTo>
                    <a:pt x="57104" y="19"/>
                    <a:pt x="58352" y="0"/>
                    <a:pt x="59600" y="0"/>
                  </a:cubicBezTo>
                  <a:cubicBezTo>
                    <a:pt x="60848" y="0"/>
                    <a:pt x="62096" y="19"/>
                    <a:pt x="63342" y="56"/>
                  </a:cubicBezTo>
                  <a:cubicBezTo>
                    <a:pt x="64588" y="94"/>
                    <a:pt x="65831" y="150"/>
                    <a:pt x="67070" y="225"/>
                  </a:cubicBezTo>
                  <a:cubicBezTo>
                    <a:pt x="68308" y="300"/>
                    <a:pt x="69542" y="393"/>
                    <a:pt x="70768" y="505"/>
                  </a:cubicBezTo>
                  <a:cubicBezTo>
                    <a:pt x="71994" y="617"/>
                    <a:pt x="73213" y="747"/>
                    <a:pt x="74422" y="895"/>
                  </a:cubicBezTo>
                  <a:cubicBezTo>
                    <a:pt x="75631" y="1044"/>
                    <a:pt x="76830" y="1210"/>
                    <a:pt x="78017" y="1395"/>
                  </a:cubicBezTo>
                  <a:cubicBezTo>
                    <a:pt x="79205" y="1579"/>
                    <a:pt x="80380" y="1782"/>
                    <a:pt x="81540" y="2001"/>
                  </a:cubicBezTo>
                  <a:cubicBezTo>
                    <a:pt x="82701" y="2221"/>
                    <a:pt x="83847" y="2458"/>
                    <a:pt x="84976" y="2712"/>
                  </a:cubicBezTo>
                  <a:cubicBezTo>
                    <a:pt x="86106" y="2967"/>
                    <a:pt x="87219" y="3238"/>
                    <a:pt x="88313" y="3525"/>
                  </a:cubicBezTo>
                  <a:cubicBezTo>
                    <a:pt x="89406" y="3813"/>
                    <a:pt x="90481" y="4117"/>
                    <a:pt x="91535" y="4437"/>
                  </a:cubicBezTo>
                  <a:cubicBezTo>
                    <a:pt x="92589" y="4757"/>
                    <a:pt x="93622" y="5092"/>
                    <a:pt x="94632" y="5443"/>
                  </a:cubicBezTo>
                  <a:cubicBezTo>
                    <a:pt x="95642" y="5794"/>
                    <a:pt x="96629" y="6160"/>
                    <a:pt x="97590" y="6540"/>
                  </a:cubicBezTo>
                  <a:cubicBezTo>
                    <a:pt x="98552" y="6921"/>
                    <a:pt x="99489" y="7316"/>
                    <a:pt x="100399" y="7724"/>
                  </a:cubicBezTo>
                  <a:cubicBezTo>
                    <a:pt x="101309" y="8133"/>
                    <a:pt x="102192" y="8555"/>
                    <a:pt x="103047" y="8990"/>
                  </a:cubicBezTo>
                  <a:cubicBezTo>
                    <a:pt x="103901" y="9426"/>
                    <a:pt x="104727" y="9873"/>
                    <a:pt x="105523" y="10333"/>
                  </a:cubicBezTo>
                  <a:cubicBezTo>
                    <a:pt x="106318" y="10793"/>
                    <a:pt x="107084" y="11265"/>
                    <a:pt x="107817" y="11748"/>
                  </a:cubicBezTo>
                  <a:cubicBezTo>
                    <a:pt x="108551" y="12231"/>
                    <a:pt x="109253" y="12725"/>
                    <a:pt x="109922" y="13229"/>
                  </a:cubicBezTo>
                  <a:cubicBezTo>
                    <a:pt x="110591" y="13733"/>
                    <a:pt x="111226" y="14247"/>
                    <a:pt x="111828" y="14770"/>
                  </a:cubicBezTo>
                  <a:cubicBezTo>
                    <a:pt x="112429" y="15293"/>
                    <a:pt x="112996" y="15825"/>
                    <a:pt x="113528" y="16365"/>
                  </a:cubicBezTo>
                  <a:cubicBezTo>
                    <a:pt x="114059" y="16905"/>
                    <a:pt x="114555" y="17453"/>
                    <a:pt x="115015" y="18008"/>
                  </a:cubicBezTo>
                  <a:cubicBezTo>
                    <a:pt x="115474" y="18563"/>
                    <a:pt x="115897" y="19125"/>
                    <a:pt x="116283" y="19693"/>
                  </a:cubicBezTo>
                  <a:cubicBezTo>
                    <a:pt x="116669" y="20261"/>
                    <a:pt x="117017" y="20834"/>
                    <a:pt x="117328" y="21412"/>
                  </a:cubicBezTo>
                  <a:cubicBezTo>
                    <a:pt x="117638" y="21991"/>
                    <a:pt x="117910" y="22573"/>
                    <a:pt x="118144" y="23160"/>
                  </a:cubicBezTo>
                  <a:cubicBezTo>
                    <a:pt x="118378" y="23746"/>
                    <a:pt x="118574" y="24336"/>
                    <a:pt x="118730" y="24928"/>
                  </a:cubicBezTo>
                  <a:cubicBezTo>
                    <a:pt x="118886" y="25520"/>
                    <a:pt x="119004" y="26115"/>
                    <a:pt x="119082" y="26710"/>
                  </a:cubicBezTo>
                  <a:cubicBezTo>
                    <a:pt x="119161" y="27306"/>
                    <a:pt x="119200" y="27903"/>
                    <a:pt x="119200" y="2850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4" name="probe-noto-emoji_u1f6f0-part-23"/>
            <p:cNvSpPr/>
            <p:nvPr/>
          </p:nvSpPr>
          <p:spPr>
            <a:xfrm>
              <a:off x="640600" y="370700"/>
              <a:ext cx="100200" cy="44000"/>
            </a:xfrm>
            <a:custGeom>
              <a:avLst/>
              <a:gdLst/>
              <a:ahLst/>
              <a:cxnLst/>
              <a:rect l="0" t="0" r="r" b="b"/>
              <a:pathLst>
                <a:path w="100200" h="44000">
                  <a:moveTo>
                    <a:pt x="100200" y="22000"/>
                  </a:moveTo>
                  <a:cubicBezTo>
                    <a:pt x="100200" y="22461"/>
                    <a:pt x="100167" y="22921"/>
                    <a:pt x="100101" y="23381"/>
                  </a:cubicBezTo>
                  <a:cubicBezTo>
                    <a:pt x="100035" y="23841"/>
                    <a:pt x="99936" y="24300"/>
                    <a:pt x="99805" y="24757"/>
                  </a:cubicBezTo>
                  <a:cubicBezTo>
                    <a:pt x="99673" y="25215"/>
                    <a:pt x="99509" y="25670"/>
                    <a:pt x="99313" y="26122"/>
                  </a:cubicBezTo>
                  <a:cubicBezTo>
                    <a:pt x="99116" y="26575"/>
                    <a:pt x="98887" y="27025"/>
                    <a:pt x="98626" y="27471"/>
                  </a:cubicBezTo>
                  <a:cubicBezTo>
                    <a:pt x="98365" y="27918"/>
                    <a:pt x="98072" y="28360"/>
                    <a:pt x="97748" y="28798"/>
                  </a:cubicBezTo>
                  <a:cubicBezTo>
                    <a:pt x="97424" y="29237"/>
                    <a:pt x="97068" y="29670"/>
                    <a:pt x="96682" y="30099"/>
                  </a:cubicBezTo>
                  <a:cubicBezTo>
                    <a:pt x="96296" y="30527"/>
                    <a:pt x="95879" y="30950"/>
                    <a:pt x="95432" y="31367"/>
                  </a:cubicBezTo>
                  <a:cubicBezTo>
                    <a:pt x="94985" y="31784"/>
                    <a:pt x="94509" y="32195"/>
                    <a:pt x="94003" y="32599"/>
                  </a:cubicBezTo>
                  <a:cubicBezTo>
                    <a:pt x="93497" y="33002"/>
                    <a:pt x="92963" y="33399"/>
                    <a:pt x="92401" y="33788"/>
                  </a:cubicBezTo>
                  <a:cubicBezTo>
                    <a:pt x="91839" y="34177"/>
                    <a:pt x="91249" y="34558"/>
                    <a:pt x="90632" y="34931"/>
                  </a:cubicBezTo>
                  <a:cubicBezTo>
                    <a:pt x="90015" y="35304"/>
                    <a:pt x="89372" y="35668"/>
                    <a:pt x="88703" y="36023"/>
                  </a:cubicBezTo>
                  <a:cubicBezTo>
                    <a:pt x="88034" y="36378"/>
                    <a:pt x="87340" y="36724"/>
                    <a:pt x="86621" y="37060"/>
                  </a:cubicBezTo>
                  <a:cubicBezTo>
                    <a:pt x="85903" y="37396"/>
                    <a:pt x="85161" y="37722"/>
                    <a:pt x="84396" y="38037"/>
                  </a:cubicBezTo>
                  <a:cubicBezTo>
                    <a:pt x="83631" y="38353"/>
                    <a:pt x="82844" y="38658"/>
                    <a:pt x="82035" y="38951"/>
                  </a:cubicBezTo>
                  <a:cubicBezTo>
                    <a:pt x="81226" y="39245"/>
                    <a:pt x="80397" y="39528"/>
                    <a:pt x="79548" y="39798"/>
                  </a:cubicBezTo>
                  <a:cubicBezTo>
                    <a:pt x="78699" y="40069"/>
                    <a:pt x="77831" y="40328"/>
                    <a:pt x="76945" y="40575"/>
                  </a:cubicBezTo>
                  <a:cubicBezTo>
                    <a:pt x="76059" y="40822"/>
                    <a:pt x="75155" y="41057"/>
                    <a:pt x="74236" y="41279"/>
                  </a:cubicBezTo>
                  <a:cubicBezTo>
                    <a:pt x="73316" y="41501"/>
                    <a:pt x="72381" y="41710"/>
                    <a:pt x="71432" y="41906"/>
                  </a:cubicBezTo>
                  <a:cubicBezTo>
                    <a:pt x="70482" y="42102"/>
                    <a:pt x="69519" y="42285"/>
                    <a:pt x="68543" y="42455"/>
                  </a:cubicBezTo>
                  <a:cubicBezTo>
                    <a:pt x="67567" y="42625"/>
                    <a:pt x="66580" y="42781"/>
                    <a:pt x="65582" y="42923"/>
                  </a:cubicBezTo>
                  <a:cubicBezTo>
                    <a:pt x="64584" y="43066"/>
                    <a:pt x="63576" y="43194"/>
                    <a:pt x="62559" y="43309"/>
                  </a:cubicBezTo>
                  <a:cubicBezTo>
                    <a:pt x="61543" y="43423"/>
                    <a:pt x="60519" y="43524"/>
                    <a:pt x="59488" y="43610"/>
                  </a:cubicBezTo>
                  <a:cubicBezTo>
                    <a:pt x="58457" y="43697"/>
                    <a:pt x="57420" y="43769"/>
                    <a:pt x="56379" y="43827"/>
                  </a:cubicBezTo>
                  <a:cubicBezTo>
                    <a:pt x="55338" y="43884"/>
                    <a:pt x="54293" y="43928"/>
                    <a:pt x="53246" y="43957"/>
                  </a:cubicBezTo>
                  <a:cubicBezTo>
                    <a:pt x="52198" y="43986"/>
                    <a:pt x="51149" y="44000"/>
                    <a:pt x="50100" y="44000"/>
                  </a:cubicBezTo>
                  <a:cubicBezTo>
                    <a:pt x="49051" y="44000"/>
                    <a:pt x="48002" y="43986"/>
                    <a:pt x="46954" y="43957"/>
                  </a:cubicBezTo>
                  <a:cubicBezTo>
                    <a:pt x="45907" y="43928"/>
                    <a:pt x="44862" y="43884"/>
                    <a:pt x="43821" y="43827"/>
                  </a:cubicBezTo>
                  <a:cubicBezTo>
                    <a:pt x="42780" y="43769"/>
                    <a:pt x="41743" y="43697"/>
                    <a:pt x="40712" y="43610"/>
                  </a:cubicBezTo>
                  <a:cubicBezTo>
                    <a:pt x="39681" y="43524"/>
                    <a:pt x="38657" y="43423"/>
                    <a:pt x="37641" y="43309"/>
                  </a:cubicBezTo>
                  <a:cubicBezTo>
                    <a:pt x="36624" y="43194"/>
                    <a:pt x="35616" y="43066"/>
                    <a:pt x="34618" y="42923"/>
                  </a:cubicBezTo>
                  <a:cubicBezTo>
                    <a:pt x="33620" y="42781"/>
                    <a:pt x="32633" y="42625"/>
                    <a:pt x="31657" y="42455"/>
                  </a:cubicBezTo>
                  <a:cubicBezTo>
                    <a:pt x="30681" y="42285"/>
                    <a:pt x="29718" y="42102"/>
                    <a:pt x="28768" y="41906"/>
                  </a:cubicBezTo>
                  <a:cubicBezTo>
                    <a:pt x="27819" y="41710"/>
                    <a:pt x="26884" y="41501"/>
                    <a:pt x="25964" y="41279"/>
                  </a:cubicBezTo>
                  <a:cubicBezTo>
                    <a:pt x="25045" y="41057"/>
                    <a:pt x="24141" y="40822"/>
                    <a:pt x="23255" y="40575"/>
                  </a:cubicBezTo>
                  <a:cubicBezTo>
                    <a:pt x="22369" y="40328"/>
                    <a:pt x="21501" y="40069"/>
                    <a:pt x="20652" y="39798"/>
                  </a:cubicBezTo>
                  <a:cubicBezTo>
                    <a:pt x="19803" y="39528"/>
                    <a:pt x="18974" y="39245"/>
                    <a:pt x="18165" y="38951"/>
                  </a:cubicBezTo>
                  <a:cubicBezTo>
                    <a:pt x="17356" y="38658"/>
                    <a:pt x="16569" y="38353"/>
                    <a:pt x="15804" y="38037"/>
                  </a:cubicBezTo>
                  <a:cubicBezTo>
                    <a:pt x="15039" y="37722"/>
                    <a:pt x="14297" y="37396"/>
                    <a:pt x="13579" y="37060"/>
                  </a:cubicBezTo>
                  <a:cubicBezTo>
                    <a:pt x="12860" y="36724"/>
                    <a:pt x="12166" y="36378"/>
                    <a:pt x="11497" y="36023"/>
                  </a:cubicBezTo>
                  <a:cubicBezTo>
                    <a:pt x="10828" y="35668"/>
                    <a:pt x="10185" y="35304"/>
                    <a:pt x="9568" y="34931"/>
                  </a:cubicBezTo>
                  <a:cubicBezTo>
                    <a:pt x="8951" y="34558"/>
                    <a:pt x="8361" y="34177"/>
                    <a:pt x="7799" y="33788"/>
                  </a:cubicBezTo>
                  <a:cubicBezTo>
                    <a:pt x="7237" y="33399"/>
                    <a:pt x="6703" y="33002"/>
                    <a:pt x="6197" y="32599"/>
                  </a:cubicBezTo>
                  <a:cubicBezTo>
                    <a:pt x="5691" y="32195"/>
                    <a:pt x="5215" y="31784"/>
                    <a:pt x="4768" y="31367"/>
                  </a:cubicBezTo>
                  <a:cubicBezTo>
                    <a:pt x="4321" y="30950"/>
                    <a:pt x="3904" y="30527"/>
                    <a:pt x="3518" y="30099"/>
                  </a:cubicBezTo>
                  <a:cubicBezTo>
                    <a:pt x="3132" y="29670"/>
                    <a:pt x="2776" y="29237"/>
                    <a:pt x="2452" y="28798"/>
                  </a:cubicBezTo>
                  <a:cubicBezTo>
                    <a:pt x="2128" y="28360"/>
                    <a:pt x="1835" y="27918"/>
                    <a:pt x="1574" y="27471"/>
                  </a:cubicBezTo>
                  <a:cubicBezTo>
                    <a:pt x="1313" y="27025"/>
                    <a:pt x="1084" y="26575"/>
                    <a:pt x="887" y="26122"/>
                  </a:cubicBezTo>
                  <a:cubicBezTo>
                    <a:pt x="691" y="25670"/>
                    <a:pt x="527" y="25215"/>
                    <a:pt x="395" y="24757"/>
                  </a:cubicBezTo>
                  <a:cubicBezTo>
                    <a:pt x="264" y="24300"/>
                    <a:pt x="165" y="23841"/>
                    <a:pt x="99" y="23381"/>
                  </a:cubicBezTo>
                  <a:cubicBezTo>
                    <a:pt x="33" y="22921"/>
                    <a:pt x="0" y="22461"/>
                    <a:pt x="0" y="22000"/>
                  </a:cubicBezTo>
                  <a:cubicBezTo>
                    <a:pt x="0" y="21539"/>
                    <a:pt x="33" y="21079"/>
                    <a:pt x="99" y="20619"/>
                  </a:cubicBezTo>
                  <a:cubicBezTo>
                    <a:pt x="165" y="20159"/>
                    <a:pt x="264" y="19700"/>
                    <a:pt x="395" y="19243"/>
                  </a:cubicBezTo>
                  <a:cubicBezTo>
                    <a:pt x="527" y="18785"/>
                    <a:pt x="691" y="18330"/>
                    <a:pt x="887" y="17878"/>
                  </a:cubicBezTo>
                  <a:cubicBezTo>
                    <a:pt x="1084" y="17425"/>
                    <a:pt x="1313" y="16975"/>
                    <a:pt x="1574" y="16529"/>
                  </a:cubicBezTo>
                  <a:cubicBezTo>
                    <a:pt x="1835" y="16082"/>
                    <a:pt x="2128" y="15640"/>
                    <a:pt x="2452" y="15202"/>
                  </a:cubicBezTo>
                  <a:cubicBezTo>
                    <a:pt x="2776" y="14763"/>
                    <a:pt x="3132" y="14330"/>
                    <a:pt x="3518" y="13901"/>
                  </a:cubicBezTo>
                  <a:cubicBezTo>
                    <a:pt x="3904" y="13473"/>
                    <a:pt x="4321" y="13050"/>
                    <a:pt x="4768" y="12633"/>
                  </a:cubicBezTo>
                  <a:cubicBezTo>
                    <a:pt x="5215" y="12216"/>
                    <a:pt x="5691" y="11805"/>
                    <a:pt x="6197" y="11401"/>
                  </a:cubicBezTo>
                  <a:cubicBezTo>
                    <a:pt x="6703" y="10998"/>
                    <a:pt x="7237" y="10601"/>
                    <a:pt x="7799" y="10212"/>
                  </a:cubicBezTo>
                  <a:cubicBezTo>
                    <a:pt x="8361" y="9823"/>
                    <a:pt x="8951" y="9442"/>
                    <a:pt x="9568" y="9069"/>
                  </a:cubicBezTo>
                  <a:cubicBezTo>
                    <a:pt x="10185" y="8696"/>
                    <a:pt x="10828" y="8332"/>
                    <a:pt x="11497" y="7977"/>
                  </a:cubicBezTo>
                  <a:cubicBezTo>
                    <a:pt x="12166" y="7622"/>
                    <a:pt x="12860" y="7276"/>
                    <a:pt x="13579" y="6940"/>
                  </a:cubicBezTo>
                  <a:cubicBezTo>
                    <a:pt x="14297" y="6604"/>
                    <a:pt x="15039" y="6278"/>
                    <a:pt x="15804" y="5963"/>
                  </a:cubicBezTo>
                  <a:cubicBezTo>
                    <a:pt x="16569" y="5647"/>
                    <a:pt x="17356" y="5342"/>
                    <a:pt x="18165" y="5049"/>
                  </a:cubicBezTo>
                  <a:cubicBezTo>
                    <a:pt x="18974" y="4755"/>
                    <a:pt x="19803" y="4472"/>
                    <a:pt x="20652" y="4202"/>
                  </a:cubicBezTo>
                  <a:cubicBezTo>
                    <a:pt x="21501" y="3931"/>
                    <a:pt x="22369" y="3672"/>
                    <a:pt x="23255" y="3425"/>
                  </a:cubicBezTo>
                  <a:cubicBezTo>
                    <a:pt x="24141" y="3178"/>
                    <a:pt x="25045" y="2943"/>
                    <a:pt x="25964" y="2721"/>
                  </a:cubicBezTo>
                  <a:cubicBezTo>
                    <a:pt x="26884" y="2499"/>
                    <a:pt x="27819" y="2290"/>
                    <a:pt x="28768" y="2094"/>
                  </a:cubicBezTo>
                  <a:cubicBezTo>
                    <a:pt x="29718" y="1898"/>
                    <a:pt x="30681" y="1715"/>
                    <a:pt x="31657" y="1545"/>
                  </a:cubicBezTo>
                  <a:cubicBezTo>
                    <a:pt x="32633" y="1375"/>
                    <a:pt x="33620" y="1219"/>
                    <a:pt x="34618" y="1077"/>
                  </a:cubicBezTo>
                  <a:cubicBezTo>
                    <a:pt x="35616" y="934"/>
                    <a:pt x="36624" y="806"/>
                    <a:pt x="37641" y="691"/>
                  </a:cubicBezTo>
                  <a:cubicBezTo>
                    <a:pt x="38657" y="577"/>
                    <a:pt x="39681" y="476"/>
                    <a:pt x="40712" y="390"/>
                  </a:cubicBezTo>
                  <a:cubicBezTo>
                    <a:pt x="41743" y="303"/>
                    <a:pt x="42780" y="231"/>
                    <a:pt x="43821" y="173"/>
                  </a:cubicBezTo>
                  <a:cubicBezTo>
                    <a:pt x="44862" y="116"/>
                    <a:pt x="45907" y="72"/>
                    <a:pt x="46954" y="43"/>
                  </a:cubicBezTo>
                  <a:cubicBezTo>
                    <a:pt x="48002" y="14"/>
                    <a:pt x="49051" y="0"/>
                    <a:pt x="50100" y="0"/>
                  </a:cubicBezTo>
                  <a:cubicBezTo>
                    <a:pt x="51149" y="0"/>
                    <a:pt x="52198" y="14"/>
                    <a:pt x="53246" y="43"/>
                  </a:cubicBezTo>
                  <a:cubicBezTo>
                    <a:pt x="54293" y="72"/>
                    <a:pt x="55338" y="116"/>
                    <a:pt x="56379" y="173"/>
                  </a:cubicBezTo>
                  <a:cubicBezTo>
                    <a:pt x="57420" y="231"/>
                    <a:pt x="58457" y="303"/>
                    <a:pt x="59488" y="390"/>
                  </a:cubicBezTo>
                  <a:cubicBezTo>
                    <a:pt x="60519" y="476"/>
                    <a:pt x="61543" y="577"/>
                    <a:pt x="62559" y="691"/>
                  </a:cubicBezTo>
                  <a:cubicBezTo>
                    <a:pt x="63576" y="806"/>
                    <a:pt x="64584" y="934"/>
                    <a:pt x="65582" y="1077"/>
                  </a:cubicBezTo>
                  <a:cubicBezTo>
                    <a:pt x="66580" y="1219"/>
                    <a:pt x="67567" y="1375"/>
                    <a:pt x="68543" y="1545"/>
                  </a:cubicBezTo>
                  <a:cubicBezTo>
                    <a:pt x="69519" y="1715"/>
                    <a:pt x="70482" y="1898"/>
                    <a:pt x="71432" y="2094"/>
                  </a:cubicBezTo>
                  <a:cubicBezTo>
                    <a:pt x="72381" y="2290"/>
                    <a:pt x="73316" y="2499"/>
                    <a:pt x="74236" y="2721"/>
                  </a:cubicBezTo>
                  <a:cubicBezTo>
                    <a:pt x="75155" y="2943"/>
                    <a:pt x="76059" y="3178"/>
                    <a:pt x="76945" y="3425"/>
                  </a:cubicBezTo>
                  <a:cubicBezTo>
                    <a:pt x="77831" y="3672"/>
                    <a:pt x="78699" y="3931"/>
                    <a:pt x="79548" y="4202"/>
                  </a:cubicBezTo>
                  <a:cubicBezTo>
                    <a:pt x="80397" y="4472"/>
                    <a:pt x="81226" y="4755"/>
                    <a:pt x="82035" y="5049"/>
                  </a:cubicBezTo>
                  <a:cubicBezTo>
                    <a:pt x="82844" y="5342"/>
                    <a:pt x="83631" y="5647"/>
                    <a:pt x="84396" y="5963"/>
                  </a:cubicBezTo>
                  <a:cubicBezTo>
                    <a:pt x="85161" y="6278"/>
                    <a:pt x="85903" y="6604"/>
                    <a:pt x="86621" y="6940"/>
                  </a:cubicBezTo>
                  <a:cubicBezTo>
                    <a:pt x="87340" y="7276"/>
                    <a:pt x="88034" y="7622"/>
                    <a:pt x="88703" y="7977"/>
                  </a:cubicBezTo>
                  <a:cubicBezTo>
                    <a:pt x="89372" y="8332"/>
                    <a:pt x="90015" y="8696"/>
                    <a:pt x="90632" y="9069"/>
                  </a:cubicBezTo>
                  <a:cubicBezTo>
                    <a:pt x="91249" y="9442"/>
                    <a:pt x="91839" y="9823"/>
                    <a:pt x="92401" y="10212"/>
                  </a:cubicBezTo>
                  <a:cubicBezTo>
                    <a:pt x="92963" y="10601"/>
                    <a:pt x="93497" y="10998"/>
                    <a:pt x="94003" y="11401"/>
                  </a:cubicBezTo>
                  <a:cubicBezTo>
                    <a:pt x="94509" y="11805"/>
                    <a:pt x="94985" y="12216"/>
                    <a:pt x="95432" y="12633"/>
                  </a:cubicBezTo>
                  <a:cubicBezTo>
                    <a:pt x="95879" y="13050"/>
                    <a:pt x="96296" y="13473"/>
                    <a:pt x="96682" y="13901"/>
                  </a:cubicBezTo>
                  <a:cubicBezTo>
                    <a:pt x="97068" y="14330"/>
                    <a:pt x="97424" y="14763"/>
                    <a:pt x="97748" y="15202"/>
                  </a:cubicBezTo>
                  <a:cubicBezTo>
                    <a:pt x="98072" y="15640"/>
                    <a:pt x="98365" y="16082"/>
                    <a:pt x="98626" y="16529"/>
                  </a:cubicBezTo>
                  <a:cubicBezTo>
                    <a:pt x="98887" y="16975"/>
                    <a:pt x="99116" y="17425"/>
                    <a:pt x="99313" y="17878"/>
                  </a:cubicBezTo>
                  <a:cubicBezTo>
                    <a:pt x="99509" y="18330"/>
                    <a:pt x="99673" y="18785"/>
                    <a:pt x="99805" y="19243"/>
                  </a:cubicBezTo>
                  <a:cubicBezTo>
                    <a:pt x="99936" y="19700"/>
                    <a:pt x="100035" y="20159"/>
                    <a:pt x="100101" y="20619"/>
                  </a:cubicBezTo>
                  <a:cubicBezTo>
                    <a:pt x="100167" y="21079"/>
                    <a:pt x="100200" y="21539"/>
                    <a:pt x="100200" y="22000"/>
                  </a:cubicBez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5" name="probe-noto-emoji_u1f6f0-part-24"/>
            <p:cNvSpPr/>
            <p:nvPr/>
          </p:nvSpPr>
          <p:spPr>
            <a:xfrm>
              <a:off x="681400" y="278550"/>
              <a:ext cx="18800" cy="118450"/>
            </a:xfrm>
            <a:custGeom>
              <a:avLst/>
              <a:gdLst/>
              <a:ahLst/>
              <a:cxnLst/>
              <a:rect l="0" t="0" r="r" b="b"/>
              <a:pathLst>
                <a:path w="18800" h="118450">
                  <a:moveTo>
                    <a:pt x="18800" y="114450"/>
                  </a:moveTo>
                  <a:cubicBezTo>
                    <a:pt x="18800" y="114450"/>
                    <a:pt x="16900" y="118450"/>
                    <a:pt x="9400" y="118450"/>
                  </a:cubicBezTo>
                  <a:cubicBezTo>
                    <a:pt x="1900" y="118450"/>
                    <a:pt x="0" y="114450"/>
                    <a:pt x="0" y="114450"/>
                  </a:cubicBezTo>
                  <a:cubicBezTo>
                    <a:pt x="0" y="114450"/>
                    <a:pt x="2700" y="11650"/>
                    <a:pt x="3500" y="4950"/>
                  </a:cubicBezTo>
                  <a:cubicBezTo>
                    <a:pt x="4300" y="-1750"/>
                    <a:pt x="13700" y="-1550"/>
                    <a:pt x="14000" y="4950"/>
                  </a:cubicBezTo>
                  <a:cubicBezTo>
                    <a:pt x="14200" y="11450"/>
                    <a:pt x="18800" y="114450"/>
                    <a:pt x="18800" y="11445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6" name="probe-noto-emoji_u1f6f0-part-25"/>
            <p:cNvSpPr/>
            <p:nvPr/>
          </p:nvSpPr>
          <p:spPr>
            <a:xfrm>
              <a:off x="667303" y="394700"/>
              <a:ext cx="82997" cy="51017"/>
            </a:xfrm>
            <a:custGeom>
              <a:avLst/>
              <a:gdLst/>
              <a:ahLst/>
              <a:cxnLst/>
              <a:rect l="0" t="0" r="r" b="b"/>
              <a:pathLst>
                <a:path w="82997" h="51017">
                  <a:moveTo>
                    <a:pt x="82997" y="0"/>
                  </a:moveTo>
                  <a:cubicBezTo>
                    <a:pt x="82997" y="0"/>
                    <a:pt x="79297" y="16300"/>
                    <a:pt x="46197" y="22900"/>
                  </a:cubicBezTo>
                  <a:cubicBezTo>
                    <a:pt x="21897" y="27700"/>
                    <a:pt x="4497" y="25800"/>
                    <a:pt x="297" y="38500"/>
                  </a:cubicBezTo>
                  <a:cubicBezTo>
                    <a:pt x="-2903" y="48100"/>
                    <a:pt x="20097" y="56000"/>
                    <a:pt x="52597" y="47200"/>
                  </a:cubicBezTo>
                  <a:cubicBezTo>
                    <a:pt x="81897" y="39200"/>
                    <a:pt x="82997" y="24600"/>
                    <a:pt x="82997" y="22400"/>
                  </a:cubicBezTo>
                  <a:cubicBezTo>
                    <a:pt x="82997" y="20200"/>
                    <a:pt x="82997" y="0"/>
                    <a:pt x="82997" y="0"/>
                  </a:cubicBezTo>
                  <a:close/>
                </a:path>
              </a:pathLst>
            </a:custGeom>
            <a:solidFill>
              <a:srgbClr val="BF8904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7" name="probe-noto-emoji_u1f6f0-part-26"/>
            <p:cNvSpPr/>
            <p:nvPr/>
          </p:nvSpPr>
          <p:spPr>
            <a:xfrm>
              <a:off x="366200" y="458281"/>
              <a:ext cx="280090" cy="466019"/>
            </a:xfrm>
            <a:custGeom>
              <a:avLst/>
              <a:gdLst/>
              <a:ahLst/>
              <a:cxnLst/>
              <a:rect l="0" t="0" r="r" b="b"/>
              <a:pathLst>
                <a:path w="280090" h="466019">
                  <a:moveTo>
                    <a:pt x="173200" y="466019"/>
                  </a:moveTo>
                  <a:lnTo>
                    <a:pt x="0" y="6619"/>
                  </a:lnTo>
                  <a:cubicBezTo>
                    <a:pt x="75400" y="-21781"/>
                    <a:pt x="215600" y="42819"/>
                    <a:pt x="263400" y="169619"/>
                  </a:cubicBezTo>
                  <a:cubicBezTo>
                    <a:pt x="311200" y="296419"/>
                    <a:pt x="248600" y="437619"/>
                    <a:pt x="173200" y="466019"/>
                  </a:cubicBezTo>
                  <a:close/>
                </a:path>
              </a:pathLst>
            </a:custGeom>
            <a:solidFill>
              <a:srgbClr val="9DD4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8" name="probe-noto-emoji_u1f6f0-part-27"/>
            <p:cNvSpPr/>
            <p:nvPr/>
          </p:nvSpPr>
          <p:spPr>
            <a:xfrm>
              <a:off x="517000" y="597300"/>
              <a:ext cx="129331" cy="327000"/>
            </a:xfrm>
            <a:custGeom>
              <a:avLst/>
              <a:gdLst/>
              <a:ahLst/>
              <a:cxnLst/>
              <a:rect l="0" t="0" r="r" b="b"/>
              <a:pathLst>
                <a:path w="129331" h="327000">
                  <a:moveTo>
                    <a:pt x="0" y="267600"/>
                  </a:moveTo>
                  <a:lnTo>
                    <a:pt x="22400" y="327000"/>
                  </a:lnTo>
                  <a:cubicBezTo>
                    <a:pt x="97800" y="298600"/>
                    <a:pt x="160500" y="157500"/>
                    <a:pt x="112600" y="30600"/>
                  </a:cubicBezTo>
                  <a:cubicBezTo>
                    <a:pt x="108600" y="20000"/>
                    <a:pt x="103900" y="9800"/>
                    <a:pt x="98600" y="0"/>
                  </a:cubicBezTo>
                  <a:cubicBezTo>
                    <a:pt x="117600" y="88900"/>
                    <a:pt x="82600" y="199200"/>
                    <a:pt x="0" y="26760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9" name="probe-noto-emoji_u1f6f0-part-28"/>
            <p:cNvSpPr/>
            <p:nvPr/>
          </p:nvSpPr>
          <p:spPr>
            <a:xfrm>
              <a:off x="302945" y="469870"/>
              <a:ext cx="298661" cy="451432"/>
            </a:xfrm>
            <a:custGeom>
              <a:avLst/>
              <a:gdLst/>
              <a:ahLst/>
              <a:cxnLst/>
              <a:rect l="0" t="0" r="r" b="b"/>
              <a:pathLst>
                <a:path w="298661" h="451432">
                  <a:moveTo>
                    <a:pt x="273311" y="178983"/>
                  </a:moveTo>
                  <a:cubicBezTo>
                    <a:pt x="275054" y="183609"/>
                    <a:pt x="276715" y="188264"/>
                    <a:pt x="278292" y="192941"/>
                  </a:cubicBezTo>
                  <a:cubicBezTo>
                    <a:pt x="279869" y="197619"/>
                    <a:pt x="281361" y="202317"/>
                    <a:pt x="282765" y="207029"/>
                  </a:cubicBezTo>
                  <a:cubicBezTo>
                    <a:pt x="284170" y="211740"/>
                    <a:pt x="285486" y="216463"/>
                    <a:pt x="286712" y="221190"/>
                  </a:cubicBezTo>
                  <a:cubicBezTo>
                    <a:pt x="287938" y="225916"/>
                    <a:pt x="289073" y="230645"/>
                    <a:pt x="290116" y="235368"/>
                  </a:cubicBezTo>
                  <a:cubicBezTo>
                    <a:pt x="291159" y="240092"/>
                    <a:pt x="292109" y="244808"/>
                    <a:pt x="292964" y="249509"/>
                  </a:cubicBezTo>
                  <a:cubicBezTo>
                    <a:pt x="293820" y="254211"/>
                    <a:pt x="294581" y="258895"/>
                    <a:pt x="295246" y="263556"/>
                  </a:cubicBezTo>
                  <a:cubicBezTo>
                    <a:pt x="295911" y="268217"/>
                    <a:pt x="296480" y="272852"/>
                    <a:pt x="296952" y="277454"/>
                  </a:cubicBezTo>
                  <a:cubicBezTo>
                    <a:pt x="297423" y="282056"/>
                    <a:pt x="297798" y="286622"/>
                    <a:pt x="298075" y="291147"/>
                  </a:cubicBezTo>
                  <a:cubicBezTo>
                    <a:pt x="298352" y="295672"/>
                    <a:pt x="298530" y="300153"/>
                    <a:pt x="298611" y="304582"/>
                  </a:cubicBezTo>
                  <a:cubicBezTo>
                    <a:pt x="298692" y="309012"/>
                    <a:pt x="298674" y="313389"/>
                    <a:pt x="298558" y="317706"/>
                  </a:cubicBezTo>
                  <a:cubicBezTo>
                    <a:pt x="298442" y="322024"/>
                    <a:pt x="298228" y="326279"/>
                    <a:pt x="297916" y="330467"/>
                  </a:cubicBezTo>
                  <a:cubicBezTo>
                    <a:pt x="297604" y="334655"/>
                    <a:pt x="297195" y="338773"/>
                    <a:pt x="296688" y="342815"/>
                  </a:cubicBezTo>
                  <a:cubicBezTo>
                    <a:pt x="296181" y="346856"/>
                    <a:pt x="295577" y="350820"/>
                    <a:pt x="294878" y="354700"/>
                  </a:cubicBezTo>
                  <a:cubicBezTo>
                    <a:pt x="294178" y="358580"/>
                    <a:pt x="293383" y="362374"/>
                    <a:pt x="292494" y="366076"/>
                  </a:cubicBezTo>
                  <a:cubicBezTo>
                    <a:pt x="291604" y="369779"/>
                    <a:pt x="290620" y="373388"/>
                    <a:pt x="289544" y="376899"/>
                  </a:cubicBezTo>
                  <a:cubicBezTo>
                    <a:pt x="288468" y="380409"/>
                    <a:pt x="287300" y="383819"/>
                    <a:pt x="286042" y="387124"/>
                  </a:cubicBezTo>
                  <a:cubicBezTo>
                    <a:pt x="284783" y="390429"/>
                    <a:pt x="283435" y="393627"/>
                    <a:pt x="282000" y="396713"/>
                  </a:cubicBezTo>
                  <a:cubicBezTo>
                    <a:pt x="280564" y="399799"/>
                    <a:pt x="279041" y="402772"/>
                    <a:pt x="277434" y="405627"/>
                  </a:cubicBezTo>
                  <a:cubicBezTo>
                    <a:pt x="275826" y="408482"/>
                    <a:pt x="274135" y="411218"/>
                    <a:pt x="272362" y="413831"/>
                  </a:cubicBezTo>
                  <a:cubicBezTo>
                    <a:pt x="270590" y="416443"/>
                    <a:pt x="268737" y="418932"/>
                    <a:pt x="266806" y="421292"/>
                  </a:cubicBezTo>
                  <a:cubicBezTo>
                    <a:pt x="264875" y="423652"/>
                    <a:pt x="262867" y="425883"/>
                    <a:pt x="260785" y="427982"/>
                  </a:cubicBezTo>
                  <a:cubicBezTo>
                    <a:pt x="258703" y="430080"/>
                    <a:pt x="256549" y="432045"/>
                    <a:pt x="254325" y="433873"/>
                  </a:cubicBezTo>
                  <a:cubicBezTo>
                    <a:pt x="252101" y="435701"/>
                    <a:pt x="249808" y="437392"/>
                    <a:pt x="247450" y="438943"/>
                  </a:cubicBezTo>
                  <a:cubicBezTo>
                    <a:pt x="245092" y="440494"/>
                    <a:pt x="242670" y="441904"/>
                    <a:pt x="240188" y="443171"/>
                  </a:cubicBezTo>
                  <a:cubicBezTo>
                    <a:pt x="237706" y="444438"/>
                    <a:pt x="235164" y="445562"/>
                    <a:pt x="232567" y="446541"/>
                  </a:cubicBezTo>
                  <a:cubicBezTo>
                    <a:pt x="229971" y="447520"/>
                    <a:pt x="227320" y="448353"/>
                    <a:pt x="224618" y="449040"/>
                  </a:cubicBezTo>
                  <a:cubicBezTo>
                    <a:pt x="221917" y="449726"/>
                    <a:pt x="219167" y="450266"/>
                    <a:pt x="216372" y="450657"/>
                  </a:cubicBezTo>
                  <a:cubicBezTo>
                    <a:pt x="213577" y="451049"/>
                    <a:pt x="210739" y="451292"/>
                    <a:pt x="207862" y="451387"/>
                  </a:cubicBezTo>
                  <a:cubicBezTo>
                    <a:pt x="204984" y="451481"/>
                    <a:pt x="202069" y="451428"/>
                    <a:pt x="199120" y="451226"/>
                  </a:cubicBezTo>
                  <a:cubicBezTo>
                    <a:pt x="196171" y="451023"/>
                    <a:pt x="193190" y="450673"/>
                    <a:pt x="190182" y="450174"/>
                  </a:cubicBezTo>
                  <a:cubicBezTo>
                    <a:pt x="187173" y="449676"/>
                    <a:pt x="184138" y="449030"/>
                    <a:pt x="181082" y="448238"/>
                  </a:cubicBezTo>
                  <a:cubicBezTo>
                    <a:pt x="178026" y="447445"/>
                    <a:pt x="174949" y="446506"/>
                    <a:pt x="171857" y="445422"/>
                  </a:cubicBezTo>
                  <a:cubicBezTo>
                    <a:pt x="168765" y="444339"/>
                    <a:pt x="165659" y="443111"/>
                    <a:pt x="162544" y="441740"/>
                  </a:cubicBezTo>
                  <a:cubicBezTo>
                    <a:pt x="159428" y="440370"/>
                    <a:pt x="156305" y="438857"/>
                    <a:pt x="153178" y="437206"/>
                  </a:cubicBezTo>
                  <a:cubicBezTo>
                    <a:pt x="150051" y="435554"/>
                    <a:pt x="146923" y="433763"/>
                    <a:pt x="143797" y="431836"/>
                  </a:cubicBezTo>
                  <a:cubicBezTo>
                    <a:pt x="140671" y="429909"/>
                    <a:pt x="137550" y="427847"/>
                    <a:pt x="134438" y="425653"/>
                  </a:cubicBezTo>
                  <a:cubicBezTo>
                    <a:pt x="131325" y="423459"/>
                    <a:pt x="128224" y="421134"/>
                    <a:pt x="125137" y="418681"/>
                  </a:cubicBezTo>
                  <a:cubicBezTo>
                    <a:pt x="122051" y="416229"/>
                    <a:pt x="118981" y="413650"/>
                    <a:pt x="115932" y="410948"/>
                  </a:cubicBezTo>
                  <a:cubicBezTo>
                    <a:pt x="112884" y="408246"/>
                    <a:pt x="109858" y="405423"/>
                    <a:pt x="106859" y="402483"/>
                  </a:cubicBezTo>
                  <a:cubicBezTo>
                    <a:pt x="103861" y="399544"/>
                    <a:pt x="100891" y="396488"/>
                    <a:pt x="97954" y="393321"/>
                  </a:cubicBezTo>
                  <a:cubicBezTo>
                    <a:pt x="95017" y="390155"/>
                    <a:pt x="92115" y="386879"/>
                    <a:pt x="89251" y="383498"/>
                  </a:cubicBezTo>
                  <a:cubicBezTo>
                    <a:pt x="86388" y="380117"/>
                    <a:pt x="83564" y="376633"/>
                    <a:pt x="80785" y="373052"/>
                  </a:cubicBezTo>
                  <a:cubicBezTo>
                    <a:pt x="78007" y="369470"/>
                    <a:pt x="75273" y="365792"/>
                    <a:pt x="72590" y="362024"/>
                  </a:cubicBezTo>
                  <a:cubicBezTo>
                    <a:pt x="69907" y="358256"/>
                    <a:pt x="67275" y="354398"/>
                    <a:pt x="64698" y="350458"/>
                  </a:cubicBezTo>
                  <a:cubicBezTo>
                    <a:pt x="62121" y="346518"/>
                    <a:pt x="59600" y="342497"/>
                    <a:pt x="57140" y="338400"/>
                  </a:cubicBezTo>
                  <a:cubicBezTo>
                    <a:pt x="54679" y="334304"/>
                    <a:pt x="52280" y="330134"/>
                    <a:pt x="49945" y="325898"/>
                  </a:cubicBezTo>
                  <a:cubicBezTo>
                    <a:pt x="47611" y="321661"/>
                    <a:pt x="45342" y="317360"/>
                    <a:pt x="43143" y="313000"/>
                  </a:cubicBezTo>
                  <a:cubicBezTo>
                    <a:pt x="40944" y="308640"/>
                    <a:pt x="38815" y="304223"/>
                    <a:pt x="36760" y="299757"/>
                  </a:cubicBezTo>
                  <a:cubicBezTo>
                    <a:pt x="34705" y="295291"/>
                    <a:pt x="32724" y="290777"/>
                    <a:pt x="30821" y="286222"/>
                  </a:cubicBezTo>
                  <a:cubicBezTo>
                    <a:pt x="28918" y="281668"/>
                    <a:pt x="27093" y="277074"/>
                    <a:pt x="25350" y="272449"/>
                  </a:cubicBezTo>
                  <a:cubicBezTo>
                    <a:pt x="23607" y="267823"/>
                    <a:pt x="21945" y="263168"/>
                    <a:pt x="20368" y="258491"/>
                  </a:cubicBezTo>
                  <a:cubicBezTo>
                    <a:pt x="18791" y="253813"/>
                    <a:pt x="17300" y="249115"/>
                    <a:pt x="15895" y="244404"/>
                  </a:cubicBezTo>
                  <a:cubicBezTo>
                    <a:pt x="14491" y="239692"/>
                    <a:pt x="13175" y="234969"/>
                    <a:pt x="11949" y="230242"/>
                  </a:cubicBezTo>
                  <a:cubicBezTo>
                    <a:pt x="10723" y="225516"/>
                    <a:pt x="9588" y="220787"/>
                    <a:pt x="8545" y="216064"/>
                  </a:cubicBezTo>
                  <a:cubicBezTo>
                    <a:pt x="7502" y="211340"/>
                    <a:pt x="6552" y="206624"/>
                    <a:pt x="5696" y="201923"/>
                  </a:cubicBezTo>
                  <a:cubicBezTo>
                    <a:pt x="4841" y="197221"/>
                    <a:pt x="4080" y="192537"/>
                    <a:pt x="3415" y="187876"/>
                  </a:cubicBezTo>
                  <a:cubicBezTo>
                    <a:pt x="2750" y="183215"/>
                    <a:pt x="2181" y="178580"/>
                    <a:pt x="1709" y="173978"/>
                  </a:cubicBezTo>
                  <a:cubicBezTo>
                    <a:pt x="1237" y="169376"/>
                    <a:pt x="862" y="164810"/>
                    <a:pt x="586" y="160285"/>
                  </a:cubicBezTo>
                  <a:cubicBezTo>
                    <a:pt x="309" y="155760"/>
                    <a:pt x="130" y="151280"/>
                    <a:pt x="50" y="146850"/>
                  </a:cubicBezTo>
                  <a:cubicBezTo>
                    <a:pt x="-31" y="142420"/>
                    <a:pt x="-13" y="138043"/>
                    <a:pt x="103" y="133726"/>
                  </a:cubicBezTo>
                  <a:cubicBezTo>
                    <a:pt x="218" y="129408"/>
                    <a:pt x="433" y="125153"/>
                    <a:pt x="744" y="120965"/>
                  </a:cubicBezTo>
                  <a:cubicBezTo>
                    <a:pt x="1056" y="116777"/>
                    <a:pt x="1466" y="112659"/>
                    <a:pt x="1973" y="108617"/>
                  </a:cubicBezTo>
                  <a:cubicBezTo>
                    <a:pt x="2480" y="104576"/>
                    <a:pt x="3083" y="100612"/>
                    <a:pt x="3783" y="96732"/>
                  </a:cubicBezTo>
                  <a:cubicBezTo>
                    <a:pt x="4482" y="92852"/>
                    <a:pt x="5277" y="89058"/>
                    <a:pt x="6167" y="85356"/>
                  </a:cubicBezTo>
                  <a:cubicBezTo>
                    <a:pt x="7057" y="81653"/>
                    <a:pt x="8040" y="78044"/>
                    <a:pt x="9116" y="74533"/>
                  </a:cubicBezTo>
                  <a:cubicBezTo>
                    <a:pt x="10192" y="71023"/>
                    <a:pt x="11360" y="67613"/>
                    <a:pt x="12619" y="64308"/>
                  </a:cubicBezTo>
                  <a:cubicBezTo>
                    <a:pt x="13877" y="61003"/>
                    <a:pt x="15225" y="57805"/>
                    <a:pt x="16661" y="54719"/>
                  </a:cubicBezTo>
                  <a:cubicBezTo>
                    <a:pt x="18097" y="51633"/>
                    <a:pt x="19619" y="48660"/>
                    <a:pt x="21227" y="45805"/>
                  </a:cubicBezTo>
                  <a:cubicBezTo>
                    <a:pt x="22834" y="42950"/>
                    <a:pt x="24525" y="40214"/>
                    <a:pt x="26298" y="37601"/>
                  </a:cubicBezTo>
                  <a:cubicBezTo>
                    <a:pt x="28071" y="34989"/>
                    <a:pt x="29924" y="32500"/>
                    <a:pt x="31855" y="30140"/>
                  </a:cubicBezTo>
                  <a:cubicBezTo>
                    <a:pt x="33786" y="27780"/>
                    <a:pt x="35794" y="25549"/>
                    <a:pt x="37875" y="23450"/>
                  </a:cubicBezTo>
                  <a:cubicBezTo>
                    <a:pt x="39957" y="21352"/>
                    <a:pt x="42112" y="19387"/>
                    <a:pt x="44336" y="17559"/>
                  </a:cubicBezTo>
                  <a:cubicBezTo>
                    <a:pt x="46560" y="15731"/>
                    <a:pt x="48853" y="14040"/>
                    <a:pt x="51211" y="12489"/>
                  </a:cubicBezTo>
                  <a:cubicBezTo>
                    <a:pt x="53568" y="10938"/>
                    <a:pt x="55990" y="9528"/>
                    <a:pt x="58473" y="8261"/>
                  </a:cubicBezTo>
                  <a:cubicBezTo>
                    <a:pt x="60955" y="6994"/>
                    <a:pt x="63496" y="5870"/>
                    <a:pt x="66093" y="4891"/>
                  </a:cubicBezTo>
                  <a:cubicBezTo>
                    <a:pt x="68690" y="3912"/>
                    <a:pt x="71341" y="3079"/>
                    <a:pt x="74042" y="2392"/>
                  </a:cubicBezTo>
                  <a:cubicBezTo>
                    <a:pt x="76743" y="1706"/>
                    <a:pt x="79493" y="1166"/>
                    <a:pt x="82288" y="775"/>
                  </a:cubicBezTo>
                  <a:cubicBezTo>
                    <a:pt x="85083" y="383"/>
                    <a:pt x="87921" y="140"/>
                    <a:pt x="90799" y="45"/>
                  </a:cubicBezTo>
                  <a:cubicBezTo>
                    <a:pt x="93677" y="-49"/>
                    <a:pt x="96592" y="4"/>
                    <a:pt x="99541" y="206"/>
                  </a:cubicBezTo>
                  <a:cubicBezTo>
                    <a:pt x="102490" y="409"/>
                    <a:pt x="105470" y="759"/>
                    <a:pt x="108479" y="1258"/>
                  </a:cubicBezTo>
                  <a:cubicBezTo>
                    <a:pt x="111488" y="1756"/>
                    <a:pt x="114522" y="2402"/>
                    <a:pt x="117578" y="3194"/>
                  </a:cubicBezTo>
                  <a:cubicBezTo>
                    <a:pt x="120635" y="3987"/>
                    <a:pt x="123711" y="4926"/>
                    <a:pt x="126803" y="6010"/>
                  </a:cubicBezTo>
                  <a:cubicBezTo>
                    <a:pt x="129895" y="7093"/>
                    <a:pt x="133001" y="8321"/>
                    <a:pt x="136117" y="9692"/>
                  </a:cubicBezTo>
                  <a:cubicBezTo>
                    <a:pt x="139232" y="11062"/>
                    <a:pt x="142356" y="12575"/>
                    <a:pt x="145483" y="14226"/>
                  </a:cubicBezTo>
                  <a:cubicBezTo>
                    <a:pt x="148610" y="15878"/>
                    <a:pt x="151738" y="17669"/>
                    <a:pt x="154864" y="19596"/>
                  </a:cubicBezTo>
                  <a:cubicBezTo>
                    <a:pt x="157989" y="21523"/>
                    <a:pt x="161111" y="23585"/>
                    <a:pt x="164223" y="25779"/>
                  </a:cubicBezTo>
                  <a:cubicBezTo>
                    <a:pt x="167335" y="27973"/>
                    <a:pt x="170437" y="30298"/>
                    <a:pt x="173523" y="32751"/>
                  </a:cubicBezTo>
                  <a:cubicBezTo>
                    <a:pt x="176610" y="35203"/>
                    <a:pt x="179680" y="37782"/>
                    <a:pt x="182728" y="40484"/>
                  </a:cubicBezTo>
                  <a:cubicBezTo>
                    <a:pt x="185777" y="43186"/>
                    <a:pt x="188803" y="46009"/>
                    <a:pt x="191801" y="48949"/>
                  </a:cubicBezTo>
                  <a:cubicBezTo>
                    <a:pt x="194800" y="51888"/>
                    <a:pt x="197770" y="54944"/>
                    <a:pt x="200707" y="58111"/>
                  </a:cubicBezTo>
                  <a:cubicBezTo>
                    <a:pt x="203644" y="61277"/>
                    <a:pt x="206546" y="64553"/>
                    <a:pt x="209410" y="67934"/>
                  </a:cubicBezTo>
                  <a:cubicBezTo>
                    <a:pt x="212273" y="71315"/>
                    <a:pt x="215096" y="74799"/>
                    <a:pt x="217875" y="78380"/>
                  </a:cubicBezTo>
                  <a:cubicBezTo>
                    <a:pt x="220654" y="81962"/>
                    <a:pt x="223387" y="85640"/>
                    <a:pt x="226070" y="89408"/>
                  </a:cubicBezTo>
                  <a:cubicBezTo>
                    <a:pt x="228754" y="93177"/>
                    <a:pt x="231386" y="97034"/>
                    <a:pt x="233963" y="100974"/>
                  </a:cubicBezTo>
                  <a:cubicBezTo>
                    <a:pt x="236540" y="104914"/>
                    <a:pt x="239060" y="108935"/>
                    <a:pt x="241521" y="113032"/>
                  </a:cubicBezTo>
                  <a:cubicBezTo>
                    <a:pt x="243981" y="117128"/>
                    <a:pt x="246381" y="121298"/>
                    <a:pt x="248715" y="125534"/>
                  </a:cubicBezTo>
                  <a:cubicBezTo>
                    <a:pt x="251050" y="129771"/>
                    <a:pt x="253318" y="134073"/>
                    <a:pt x="255517" y="138433"/>
                  </a:cubicBezTo>
                  <a:cubicBezTo>
                    <a:pt x="257717" y="142793"/>
                    <a:pt x="259845" y="147209"/>
                    <a:pt x="261901" y="151675"/>
                  </a:cubicBezTo>
                  <a:cubicBezTo>
                    <a:pt x="263956" y="156141"/>
                    <a:pt x="265936" y="160655"/>
                    <a:pt x="267839" y="165210"/>
                  </a:cubicBezTo>
                  <a:cubicBezTo>
                    <a:pt x="269742" y="169764"/>
                    <a:pt x="271567" y="174358"/>
                    <a:pt x="273311" y="178983"/>
                  </a:cubicBezTo>
                  <a:close/>
                </a:path>
              </a:pathLst>
            </a:custGeom>
            <a:solidFill>
              <a:srgbClr val="F5F5F5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0" name="probe-noto-emoji_u1f6f0-part-29"/>
            <p:cNvSpPr/>
            <p:nvPr/>
          </p:nvSpPr>
          <p:spPr>
            <a:xfrm>
              <a:off x="332221" y="465222"/>
              <a:ext cx="271742" cy="369723"/>
            </a:xfrm>
            <a:custGeom>
              <a:avLst/>
              <a:gdLst/>
              <a:ahLst/>
              <a:cxnLst/>
              <a:rect l="0" t="0" r="r" b="b"/>
              <a:pathLst>
                <a:path w="271742" h="369723">
                  <a:moveTo>
                    <a:pt x="38179" y="215378"/>
                  </a:moveTo>
                  <a:cubicBezTo>
                    <a:pt x="3079" y="149778"/>
                    <a:pt x="-19621" y="51478"/>
                    <a:pt x="23879" y="14878"/>
                  </a:cubicBezTo>
                  <a:cubicBezTo>
                    <a:pt x="69779" y="-23722"/>
                    <a:pt x="134679" y="21678"/>
                    <a:pt x="167279" y="50578"/>
                  </a:cubicBezTo>
                  <a:cubicBezTo>
                    <a:pt x="185379" y="66578"/>
                    <a:pt x="194879" y="79078"/>
                    <a:pt x="204279" y="91878"/>
                  </a:cubicBezTo>
                  <a:cubicBezTo>
                    <a:pt x="257879" y="164878"/>
                    <a:pt x="303979" y="308478"/>
                    <a:pt x="242179" y="360978"/>
                  </a:cubicBezTo>
                  <a:cubicBezTo>
                    <a:pt x="199079" y="397578"/>
                    <a:pt x="90679" y="313578"/>
                    <a:pt x="38179" y="215378"/>
                  </a:cubicBezTo>
                  <a:close/>
                </a:path>
              </a:pathLst>
            </a:custGeom>
            <a:solidFill>
              <a:srgbClr val="BDBDBD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1" name="probe-noto-emoji_u1f6f0-part-30"/>
            <p:cNvSpPr/>
            <p:nvPr/>
          </p:nvSpPr>
          <p:spPr>
            <a:xfrm>
              <a:off x="296635" y="457058"/>
              <a:ext cx="323374" cy="470915"/>
            </a:xfrm>
            <a:custGeom>
              <a:avLst/>
              <a:gdLst/>
              <a:ahLst/>
              <a:cxnLst/>
              <a:rect l="0" t="0" r="r" b="b"/>
              <a:pathLst>
                <a:path w="323374" h="470915">
                  <a:moveTo>
                    <a:pt x="38565" y="281842"/>
                  </a:moveTo>
                  <a:cubicBezTo>
                    <a:pt x="-4535" y="167442"/>
                    <a:pt x="12865" y="50542"/>
                    <a:pt x="76665" y="26542"/>
                  </a:cubicBezTo>
                  <a:cubicBezTo>
                    <a:pt x="140465" y="2542"/>
                    <a:pt x="230665" y="78842"/>
                    <a:pt x="273765" y="193242"/>
                  </a:cubicBezTo>
                  <a:cubicBezTo>
                    <a:pt x="316865" y="307642"/>
                    <a:pt x="299465" y="424542"/>
                    <a:pt x="235665" y="448542"/>
                  </a:cubicBezTo>
                  <a:cubicBezTo>
                    <a:pt x="171865" y="472542"/>
                    <a:pt x="81665" y="396242"/>
                    <a:pt x="38565" y="281842"/>
                  </a:cubicBezTo>
                  <a:moveTo>
                    <a:pt x="25165" y="286942"/>
                  </a:moveTo>
                  <a:cubicBezTo>
                    <a:pt x="72965" y="413842"/>
                    <a:pt x="172865" y="493642"/>
                    <a:pt x="248265" y="465142"/>
                  </a:cubicBezTo>
                  <a:cubicBezTo>
                    <a:pt x="323665" y="436742"/>
                    <a:pt x="346065" y="310842"/>
                    <a:pt x="298165" y="183942"/>
                  </a:cubicBezTo>
                  <a:cubicBezTo>
                    <a:pt x="250265" y="57042"/>
                    <a:pt x="150465" y="-22658"/>
                    <a:pt x="75065" y="5742"/>
                  </a:cubicBezTo>
                  <a:cubicBezTo>
                    <a:pt x="-335" y="34142"/>
                    <a:pt x="-22635" y="160042"/>
                    <a:pt x="25165" y="286942"/>
                  </a:cubicBezTo>
                  <a:lnTo>
                    <a:pt x="25165" y="286942"/>
                  </a:lnTo>
                  <a:close/>
                </a:path>
              </a:pathLst>
            </a:custGeom>
            <a:solidFill>
              <a:srgbClr val="6392A5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2" name="probe-noto-emoji_u1f6f0-part-31"/>
            <p:cNvSpPr/>
            <p:nvPr/>
          </p:nvSpPr>
          <p:spPr>
            <a:xfrm>
              <a:off x="267200" y="647600"/>
              <a:ext cx="260600" cy="115400"/>
            </a:xfrm>
            <a:custGeom>
              <a:avLst/>
              <a:gdLst/>
              <a:ahLst/>
              <a:cxnLst/>
              <a:rect l="0" t="0" r="r" b="b"/>
              <a:pathLst>
                <a:path w="260600" h="115400">
                  <a:moveTo>
                    <a:pt x="0" y="115400"/>
                  </a:moveTo>
                  <a:lnTo>
                    <a:pt x="260600" y="0"/>
                  </a:lnTo>
                </a:path>
              </a:pathLst>
            </a:custGeom>
            <a:noFill/>
            <a:ln w="12055" cap="rnd">
              <a:solidFill>
                <a:srgbClr val="6392A5"/>
              </a:solidFill>
              <a:prstDash val="solid"/>
              <a:miter/>
            </a:ln>
          </p:spPr>
        </p:sp>
        <p:sp>
          <p:nvSpPr>
            <p:cNvPr id="343" name="probe-noto-emoji_u1f6f0-part-32"/>
            <p:cNvSpPr/>
            <p:nvPr/>
          </p:nvSpPr>
          <p:spPr>
            <a:xfrm>
              <a:off x="267200" y="592900"/>
              <a:ext cx="151900" cy="170100"/>
            </a:xfrm>
            <a:custGeom>
              <a:avLst/>
              <a:gdLst/>
              <a:ahLst/>
              <a:cxnLst/>
              <a:rect l="0" t="0" r="r" b="b"/>
              <a:pathLst>
                <a:path w="151900" h="170100">
                  <a:moveTo>
                    <a:pt x="0" y="170100"/>
                  </a:moveTo>
                  <a:lnTo>
                    <a:pt x="151900" y="0"/>
                  </a:lnTo>
                </a:path>
              </a:pathLst>
            </a:custGeom>
            <a:noFill/>
            <a:ln w="12055" cap="rnd">
              <a:solidFill>
                <a:srgbClr val="6392A5"/>
              </a:solidFill>
              <a:prstDash val="solid"/>
              <a:miter/>
            </a:ln>
          </p:spPr>
        </p:sp>
        <p:sp>
          <p:nvSpPr>
            <p:cNvPr id="344" name="probe-noto-emoji_u1f6f0-part-33"/>
            <p:cNvSpPr/>
            <p:nvPr/>
          </p:nvSpPr>
          <p:spPr>
            <a:xfrm>
              <a:off x="267200" y="763000"/>
              <a:ext cx="232500" cy="35400"/>
            </a:xfrm>
            <a:custGeom>
              <a:avLst/>
              <a:gdLst/>
              <a:ahLst/>
              <a:cxnLst/>
              <a:rect l="0" t="0" r="r" b="b"/>
              <a:pathLst>
                <a:path w="232500" h="35400">
                  <a:moveTo>
                    <a:pt x="0" y="0"/>
                  </a:moveTo>
                  <a:lnTo>
                    <a:pt x="232500" y="35400"/>
                  </a:lnTo>
                </a:path>
              </a:pathLst>
            </a:custGeom>
            <a:noFill/>
            <a:ln w="12055" cap="rnd">
              <a:solidFill>
                <a:srgbClr val="6392A5"/>
              </a:solidFill>
              <a:prstDash val="solid"/>
              <a:miter/>
            </a:ln>
          </p:spPr>
        </p:sp>
        <p:sp>
          <p:nvSpPr>
            <p:cNvPr id="345" name="probe-noto-emoji_u1f6f0-part-34"/>
            <p:cNvSpPr/>
            <p:nvPr/>
          </p:nvSpPr>
          <p:spPr>
            <a:xfrm>
              <a:off x="226138" y="739425"/>
              <a:ext cx="66323" cy="53436"/>
            </a:xfrm>
            <a:custGeom>
              <a:avLst/>
              <a:gdLst/>
              <a:ahLst/>
              <a:cxnLst/>
              <a:rect l="0" t="0" r="r" b="b"/>
              <a:pathLst>
                <a:path w="66323" h="53436">
                  <a:moveTo>
                    <a:pt x="57862" y="5475"/>
                  </a:moveTo>
                  <a:lnTo>
                    <a:pt x="65762" y="26275"/>
                  </a:lnTo>
                  <a:cubicBezTo>
                    <a:pt x="67462" y="30675"/>
                    <a:pt x="65162" y="35675"/>
                    <a:pt x="60762" y="37275"/>
                  </a:cubicBezTo>
                  <a:lnTo>
                    <a:pt x="19462" y="52875"/>
                  </a:lnTo>
                  <a:cubicBezTo>
                    <a:pt x="15062" y="54575"/>
                    <a:pt x="10062" y="52275"/>
                    <a:pt x="8462" y="47875"/>
                  </a:cubicBezTo>
                  <a:lnTo>
                    <a:pt x="562" y="27075"/>
                  </a:lnTo>
                  <a:cubicBezTo>
                    <a:pt x="-1138" y="22675"/>
                    <a:pt x="1162" y="17675"/>
                    <a:pt x="5562" y="16075"/>
                  </a:cubicBezTo>
                  <a:lnTo>
                    <a:pt x="46862" y="575"/>
                  </a:lnTo>
                  <a:cubicBezTo>
                    <a:pt x="51262" y="-1125"/>
                    <a:pt x="56162" y="1075"/>
                    <a:pt x="57862" y="5475"/>
                  </a:cubicBezTo>
                  <a:close/>
                </a:path>
              </a:pathLst>
            </a:custGeom>
            <a:solidFill>
              <a:srgbClr val="6392A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346" name="probe-noto-emoji_u1f97e" descr="登山鞋 — Google Noto Emoji contributors; Apache-2.0; original SVG unchanged. Source: https://github.com/googlefonts/noto-emoji/blob/e20cbc2bbec1926686be9f9bee7d1d2cfa1fea0e/2D/svg/emoji_u1f97e.svg; SVG SHA256: c013714f6511da3fd145ce18fc4a709453e6fa7721f86df8ac6e72d2de6fc9cb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1280000" cy="1280000"/>
          </a:xfrm>
        </p:grpSpPr>
        <p:sp>
          <p:nvSpPr>
            <p:cNvPr id="347" name="probe-noto-emoji_u1f97e-part-1"/>
            <p:cNvSpPr/>
            <p:nvPr/>
          </p:nvSpPr>
          <p:spPr>
            <a:xfrm>
              <a:off x="127800" y="161200"/>
              <a:ext cx="381300" cy="190000"/>
            </a:xfrm>
            <a:custGeom>
              <a:avLst/>
              <a:gdLst/>
              <a:ahLst/>
              <a:cxnLst/>
              <a:rect l="0" t="0" r="r" b="b"/>
              <a:pathLst>
                <a:path w="381300" h="190000">
                  <a:moveTo>
                    <a:pt x="0" y="136200"/>
                  </a:moveTo>
                  <a:lnTo>
                    <a:pt x="0" y="44300"/>
                  </a:lnTo>
                  <a:cubicBezTo>
                    <a:pt x="9800" y="32900"/>
                    <a:pt x="38200" y="9500"/>
                    <a:pt x="108300" y="2700"/>
                  </a:cubicBezTo>
                  <a:cubicBezTo>
                    <a:pt x="126900" y="900"/>
                    <a:pt x="144900" y="0"/>
                    <a:pt x="161800" y="0"/>
                  </a:cubicBezTo>
                  <a:cubicBezTo>
                    <a:pt x="228600" y="0"/>
                    <a:pt x="310300" y="6300"/>
                    <a:pt x="343300" y="33500"/>
                  </a:cubicBezTo>
                  <a:cubicBezTo>
                    <a:pt x="361200" y="48300"/>
                    <a:pt x="375800" y="59900"/>
                    <a:pt x="381300" y="68700"/>
                  </a:cubicBezTo>
                  <a:lnTo>
                    <a:pt x="227100" y="190000"/>
                  </a:lnTo>
                  <a:lnTo>
                    <a:pt x="0" y="136200"/>
                  </a:lnTo>
                  <a:close/>
                </a:path>
              </a:pathLst>
            </a:custGeom>
            <a:solidFill>
              <a:srgbClr val="2632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8" name="probe-noto-emoji_u1f97e-part-2"/>
            <p:cNvSpPr/>
            <p:nvPr/>
          </p:nvSpPr>
          <p:spPr>
            <a:xfrm>
              <a:off x="69787" y="141607"/>
              <a:ext cx="1120557" cy="995223"/>
            </a:xfrm>
            <a:custGeom>
              <a:avLst/>
              <a:gdLst/>
              <a:ahLst/>
              <a:cxnLst/>
              <a:rect l="0" t="0" r="r" b="b"/>
              <a:pathLst>
                <a:path w="1120557" h="995223">
                  <a:moveTo>
                    <a:pt x="1119713" y="807393"/>
                  </a:moveTo>
                  <a:cubicBezTo>
                    <a:pt x="1119713" y="807393"/>
                    <a:pt x="1082713" y="672893"/>
                    <a:pt x="1020313" y="654193"/>
                  </a:cubicBezTo>
                  <a:cubicBezTo>
                    <a:pt x="973613" y="640193"/>
                    <a:pt x="924613" y="638093"/>
                    <a:pt x="876313" y="634793"/>
                  </a:cubicBezTo>
                  <a:cubicBezTo>
                    <a:pt x="843813" y="632593"/>
                    <a:pt x="813313" y="623893"/>
                    <a:pt x="788813" y="601693"/>
                  </a:cubicBezTo>
                  <a:cubicBezTo>
                    <a:pt x="762613" y="577993"/>
                    <a:pt x="640913" y="429293"/>
                    <a:pt x="589913" y="354993"/>
                  </a:cubicBezTo>
                  <a:cubicBezTo>
                    <a:pt x="570613" y="326893"/>
                    <a:pt x="587413" y="280093"/>
                    <a:pt x="596213" y="246093"/>
                  </a:cubicBezTo>
                  <a:cubicBezTo>
                    <a:pt x="605013" y="211993"/>
                    <a:pt x="616213" y="177593"/>
                    <a:pt x="613913" y="141893"/>
                  </a:cubicBezTo>
                  <a:cubicBezTo>
                    <a:pt x="611313" y="103193"/>
                    <a:pt x="591913" y="77193"/>
                    <a:pt x="530913" y="69293"/>
                  </a:cubicBezTo>
                  <a:cubicBezTo>
                    <a:pt x="483913" y="63193"/>
                    <a:pt x="460613" y="65493"/>
                    <a:pt x="460613" y="65493"/>
                  </a:cubicBezTo>
                  <a:cubicBezTo>
                    <a:pt x="425213" y="21893"/>
                    <a:pt x="322413" y="-4707"/>
                    <a:pt x="228913" y="693"/>
                  </a:cubicBezTo>
                  <a:cubicBezTo>
                    <a:pt x="167213" y="4293"/>
                    <a:pt x="82513" y="12593"/>
                    <a:pt x="34313" y="55893"/>
                  </a:cubicBezTo>
                  <a:cubicBezTo>
                    <a:pt x="3513" y="83593"/>
                    <a:pt x="-7587" y="145493"/>
                    <a:pt x="31613" y="187593"/>
                  </a:cubicBezTo>
                  <a:cubicBezTo>
                    <a:pt x="-987" y="208393"/>
                    <a:pt x="-4787" y="248293"/>
                    <a:pt x="4213" y="277293"/>
                  </a:cubicBezTo>
                  <a:cubicBezTo>
                    <a:pt x="13113" y="305993"/>
                    <a:pt x="33313" y="317493"/>
                    <a:pt x="34313" y="325893"/>
                  </a:cubicBezTo>
                  <a:cubicBezTo>
                    <a:pt x="35313" y="333993"/>
                    <a:pt x="38713" y="413993"/>
                    <a:pt x="42513" y="445493"/>
                  </a:cubicBezTo>
                  <a:cubicBezTo>
                    <a:pt x="46813" y="481393"/>
                    <a:pt x="28613" y="515593"/>
                    <a:pt x="16913" y="549793"/>
                  </a:cubicBezTo>
                  <a:cubicBezTo>
                    <a:pt x="8313" y="574793"/>
                    <a:pt x="2413" y="621093"/>
                    <a:pt x="4713" y="655993"/>
                  </a:cubicBezTo>
                  <a:cubicBezTo>
                    <a:pt x="5413" y="665993"/>
                    <a:pt x="4413" y="674393"/>
                    <a:pt x="6613" y="681793"/>
                  </a:cubicBezTo>
                  <a:cubicBezTo>
                    <a:pt x="8813" y="689093"/>
                    <a:pt x="14113" y="695493"/>
                    <a:pt x="18013" y="698693"/>
                  </a:cubicBezTo>
                  <a:cubicBezTo>
                    <a:pt x="97113" y="763193"/>
                    <a:pt x="264613" y="804793"/>
                    <a:pt x="300013" y="825693"/>
                  </a:cubicBezTo>
                  <a:cubicBezTo>
                    <a:pt x="335413" y="846493"/>
                    <a:pt x="510213" y="967193"/>
                    <a:pt x="622613" y="985993"/>
                  </a:cubicBezTo>
                  <a:cubicBezTo>
                    <a:pt x="735013" y="1004693"/>
                    <a:pt x="879613" y="1000693"/>
                    <a:pt x="1008613" y="919493"/>
                  </a:cubicBezTo>
                  <a:cubicBezTo>
                    <a:pt x="1137613" y="837993"/>
                    <a:pt x="1119713" y="807393"/>
                    <a:pt x="1119713" y="807393"/>
                  </a:cubicBezTo>
                  <a:close/>
                  <a:moveTo>
                    <a:pt x="180613" y="44593"/>
                  </a:moveTo>
                  <a:cubicBezTo>
                    <a:pt x="330313" y="34793"/>
                    <a:pt x="387413" y="64993"/>
                    <a:pt x="406013" y="84493"/>
                  </a:cubicBezTo>
                  <a:cubicBezTo>
                    <a:pt x="406013" y="84493"/>
                    <a:pt x="353113" y="95193"/>
                    <a:pt x="335313" y="129393"/>
                  </a:cubicBezTo>
                  <a:cubicBezTo>
                    <a:pt x="327513" y="144293"/>
                    <a:pt x="317813" y="161193"/>
                    <a:pt x="318413" y="178093"/>
                  </a:cubicBezTo>
                  <a:cubicBezTo>
                    <a:pt x="283313" y="147493"/>
                    <a:pt x="246413" y="153893"/>
                    <a:pt x="203213" y="151093"/>
                  </a:cubicBezTo>
                  <a:cubicBezTo>
                    <a:pt x="144913" y="147293"/>
                    <a:pt x="78413" y="129493"/>
                    <a:pt x="80113" y="93893"/>
                  </a:cubicBezTo>
                  <a:cubicBezTo>
                    <a:pt x="81913" y="54493"/>
                    <a:pt x="160213" y="45893"/>
                    <a:pt x="180613" y="44593"/>
                  </a:cubicBezTo>
                  <a:close/>
                </a:path>
              </a:pathLst>
            </a:custGeom>
            <a:solidFill>
              <a:srgbClr val="784D3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9" name="probe-noto-emoji_u1f97e-part-3"/>
            <p:cNvSpPr/>
            <p:nvPr/>
          </p:nvSpPr>
          <p:spPr>
            <a:xfrm>
              <a:off x="770301" y="900233"/>
              <a:ext cx="196032" cy="112568"/>
            </a:xfrm>
            <a:custGeom>
              <a:avLst/>
              <a:gdLst/>
              <a:ahLst/>
              <a:cxnLst/>
              <a:rect l="0" t="0" r="r" b="b"/>
              <a:pathLst>
                <a:path w="196032" h="112568">
                  <a:moveTo>
                    <a:pt x="169099" y="63667"/>
                  </a:moveTo>
                  <a:cubicBezTo>
                    <a:pt x="177999" y="57567"/>
                    <a:pt x="186699" y="50567"/>
                    <a:pt x="191799" y="41167"/>
                  </a:cubicBezTo>
                  <a:cubicBezTo>
                    <a:pt x="196899" y="31767"/>
                    <a:pt x="197999" y="19267"/>
                    <a:pt x="191699" y="10567"/>
                  </a:cubicBezTo>
                  <a:cubicBezTo>
                    <a:pt x="184499" y="567"/>
                    <a:pt x="170099" y="-1833"/>
                    <a:pt x="158099" y="1267"/>
                  </a:cubicBezTo>
                  <a:cubicBezTo>
                    <a:pt x="146099" y="4367"/>
                    <a:pt x="135799" y="11667"/>
                    <a:pt x="125099" y="17867"/>
                  </a:cubicBezTo>
                  <a:cubicBezTo>
                    <a:pt x="111199" y="25867"/>
                    <a:pt x="76799" y="39067"/>
                    <a:pt x="45599" y="47667"/>
                  </a:cubicBezTo>
                  <a:cubicBezTo>
                    <a:pt x="14699" y="56267"/>
                    <a:pt x="-4201" y="73667"/>
                    <a:pt x="799" y="92467"/>
                  </a:cubicBezTo>
                  <a:cubicBezTo>
                    <a:pt x="9299" y="124567"/>
                    <a:pt x="63599" y="109767"/>
                    <a:pt x="81599" y="104967"/>
                  </a:cubicBezTo>
                  <a:cubicBezTo>
                    <a:pt x="111599" y="96967"/>
                    <a:pt x="143299" y="81367"/>
                    <a:pt x="169099" y="63667"/>
                  </a:cubicBezTo>
                  <a:close/>
                </a:path>
              </a:pathLst>
            </a:custGeom>
            <a:solidFill>
              <a:srgbClr val="A068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0" name="probe-noto-emoji_u1f97e-part-4"/>
            <p:cNvSpPr/>
            <p:nvPr/>
          </p:nvSpPr>
          <p:spPr>
            <a:xfrm>
              <a:off x="117822" y="627168"/>
              <a:ext cx="129111" cy="145604"/>
            </a:xfrm>
            <a:custGeom>
              <a:avLst/>
              <a:gdLst/>
              <a:ahLst/>
              <a:cxnLst/>
              <a:rect l="0" t="0" r="r" b="b"/>
              <a:pathLst>
                <a:path w="129111" h="145604">
                  <a:moveTo>
                    <a:pt x="118778" y="26532"/>
                  </a:moveTo>
                  <a:cubicBezTo>
                    <a:pt x="135078" y="50232"/>
                    <a:pt x="132178" y="86732"/>
                    <a:pt x="109478" y="104332"/>
                  </a:cubicBezTo>
                  <a:cubicBezTo>
                    <a:pt x="97478" y="113632"/>
                    <a:pt x="82078" y="117032"/>
                    <a:pt x="69178" y="124932"/>
                  </a:cubicBezTo>
                  <a:cubicBezTo>
                    <a:pt x="61478" y="129632"/>
                    <a:pt x="42078" y="150032"/>
                    <a:pt x="21078" y="144732"/>
                  </a:cubicBezTo>
                  <a:cubicBezTo>
                    <a:pt x="9178" y="141732"/>
                    <a:pt x="4078" y="127332"/>
                    <a:pt x="1878" y="115332"/>
                  </a:cubicBezTo>
                  <a:cubicBezTo>
                    <a:pt x="-4822" y="79032"/>
                    <a:pt x="6578" y="39432"/>
                    <a:pt x="33278" y="12832"/>
                  </a:cubicBezTo>
                  <a:cubicBezTo>
                    <a:pt x="57578" y="-11468"/>
                    <a:pt x="101878" y="1932"/>
                    <a:pt x="118778" y="26532"/>
                  </a:cubicBezTo>
                  <a:close/>
                </a:path>
              </a:pathLst>
            </a:custGeom>
            <a:solidFill>
              <a:srgbClr val="A068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1" name="probe-noto-emoji_u1f97e-part-5"/>
            <p:cNvSpPr/>
            <p:nvPr/>
          </p:nvSpPr>
          <p:spPr>
            <a:xfrm>
              <a:off x="39997" y="797400"/>
              <a:ext cx="1200054" cy="432478"/>
            </a:xfrm>
            <a:custGeom>
              <a:avLst/>
              <a:gdLst/>
              <a:ahLst/>
              <a:cxnLst/>
              <a:rect l="0" t="0" r="r" b="b"/>
              <a:pathLst>
                <a:path w="1200054" h="432478">
                  <a:moveTo>
                    <a:pt x="1196303" y="204200"/>
                  </a:moveTo>
                  <a:cubicBezTo>
                    <a:pt x="1203803" y="181600"/>
                    <a:pt x="1198903" y="156500"/>
                    <a:pt x="1191703" y="134400"/>
                  </a:cubicBezTo>
                  <a:cubicBezTo>
                    <a:pt x="1186203" y="125100"/>
                    <a:pt x="1171103" y="122700"/>
                    <a:pt x="1161503" y="118900"/>
                  </a:cubicBezTo>
                  <a:cubicBezTo>
                    <a:pt x="1158803" y="118000"/>
                    <a:pt x="1136203" y="113700"/>
                    <a:pt x="1135603" y="111900"/>
                  </a:cubicBezTo>
                  <a:cubicBezTo>
                    <a:pt x="1138603" y="121700"/>
                    <a:pt x="1143603" y="131200"/>
                    <a:pt x="1144703" y="141500"/>
                  </a:cubicBezTo>
                  <a:cubicBezTo>
                    <a:pt x="1145403" y="155800"/>
                    <a:pt x="1103403" y="211400"/>
                    <a:pt x="1016903" y="251400"/>
                  </a:cubicBezTo>
                  <a:cubicBezTo>
                    <a:pt x="797403" y="352800"/>
                    <a:pt x="661203" y="310900"/>
                    <a:pt x="626603" y="305100"/>
                  </a:cubicBezTo>
                  <a:cubicBezTo>
                    <a:pt x="517503" y="285200"/>
                    <a:pt x="406703" y="211300"/>
                    <a:pt x="332303" y="165100"/>
                  </a:cubicBezTo>
                  <a:cubicBezTo>
                    <a:pt x="253703" y="129200"/>
                    <a:pt x="136203" y="101900"/>
                    <a:pt x="61703" y="46800"/>
                  </a:cubicBezTo>
                  <a:cubicBezTo>
                    <a:pt x="52403" y="40200"/>
                    <a:pt x="42103" y="33800"/>
                    <a:pt x="37803" y="22600"/>
                  </a:cubicBezTo>
                  <a:cubicBezTo>
                    <a:pt x="37803" y="22600"/>
                    <a:pt x="36803" y="20100"/>
                    <a:pt x="36403" y="17500"/>
                  </a:cubicBezTo>
                  <a:cubicBezTo>
                    <a:pt x="35703" y="12400"/>
                    <a:pt x="34403" y="0"/>
                    <a:pt x="34403" y="0"/>
                  </a:cubicBezTo>
                  <a:cubicBezTo>
                    <a:pt x="18803" y="9600"/>
                    <a:pt x="503" y="24000"/>
                    <a:pt x="703" y="44300"/>
                  </a:cubicBezTo>
                  <a:cubicBezTo>
                    <a:pt x="703" y="44300"/>
                    <a:pt x="3" y="114100"/>
                    <a:pt x="3" y="114100"/>
                  </a:cubicBezTo>
                  <a:cubicBezTo>
                    <a:pt x="-97" y="121100"/>
                    <a:pt x="2803" y="127800"/>
                    <a:pt x="8003" y="132500"/>
                  </a:cubicBezTo>
                  <a:cubicBezTo>
                    <a:pt x="19203" y="142800"/>
                    <a:pt x="39003" y="155300"/>
                    <a:pt x="53503" y="164000"/>
                  </a:cubicBezTo>
                  <a:cubicBezTo>
                    <a:pt x="62103" y="169100"/>
                    <a:pt x="71603" y="167200"/>
                    <a:pt x="73703" y="156800"/>
                  </a:cubicBezTo>
                  <a:cubicBezTo>
                    <a:pt x="74503" y="152900"/>
                    <a:pt x="75503" y="149000"/>
                    <a:pt x="76703" y="145100"/>
                  </a:cubicBezTo>
                  <a:cubicBezTo>
                    <a:pt x="80803" y="130200"/>
                    <a:pt x="90703" y="139900"/>
                    <a:pt x="101203" y="144200"/>
                  </a:cubicBezTo>
                  <a:cubicBezTo>
                    <a:pt x="104803" y="145900"/>
                    <a:pt x="109303" y="147400"/>
                    <a:pt x="109203" y="152000"/>
                  </a:cubicBezTo>
                  <a:cubicBezTo>
                    <a:pt x="109203" y="152000"/>
                    <a:pt x="109203" y="184200"/>
                    <a:pt x="109203" y="184200"/>
                  </a:cubicBezTo>
                  <a:cubicBezTo>
                    <a:pt x="109203" y="193000"/>
                    <a:pt x="114403" y="200800"/>
                    <a:pt x="122603" y="204100"/>
                  </a:cubicBezTo>
                  <a:cubicBezTo>
                    <a:pt x="135503" y="207600"/>
                    <a:pt x="158903" y="225100"/>
                    <a:pt x="172003" y="212000"/>
                  </a:cubicBezTo>
                  <a:cubicBezTo>
                    <a:pt x="176303" y="202400"/>
                    <a:pt x="174703" y="189300"/>
                    <a:pt x="181803" y="181200"/>
                  </a:cubicBezTo>
                  <a:cubicBezTo>
                    <a:pt x="187103" y="178000"/>
                    <a:pt x="200803" y="185100"/>
                    <a:pt x="205903" y="187000"/>
                  </a:cubicBezTo>
                  <a:cubicBezTo>
                    <a:pt x="213803" y="190000"/>
                    <a:pt x="207703" y="218600"/>
                    <a:pt x="207403" y="222300"/>
                  </a:cubicBezTo>
                  <a:cubicBezTo>
                    <a:pt x="206703" y="231200"/>
                    <a:pt x="211303" y="238500"/>
                    <a:pt x="219903" y="241800"/>
                  </a:cubicBezTo>
                  <a:cubicBezTo>
                    <a:pt x="219903" y="241800"/>
                    <a:pt x="247303" y="252200"/>
                    <a:pt x="247303" y="252200"/>
                  </a:cubicBezTo>
                  <a:cubicBezTo>
                    <a:pt x="253103" y="254400"/>
                    <a:pt x="264803" y="254400"/>
                    <a:pt x="269103" y="248900"/>
                  </a:cubicBezTo>
                  <a:cubicBezTo>
                    <a:pt x="274403" y="240200"/>
                    <a:pt x="272703" y="228500"/>
                    <a:pt x="277703" y="219700"/>
                  </a:cubicBezTo>
                  <a:cubicBezTo>
                    <a:pt x="283803" y="211300"/>
                    <a:pt x="298803" y="222800"/>
                    <a:pt x="305303" y="226100"/>
                  </a:cubicBezTo>
                  <a:cubicBezTo>
                    <a:pt x="317103" y="231800"/>
                    <a:pt x="330703" y="240100"/>
                    <a:pt x="341703" y="247400"/>
                  </a:cubicBezTo>
                  <a:cubicBezTo>
                    <a:pt x="374103" y="268200"/>
                    <a:pt x="392003" y="277000"/>
                    <a:pt x="441103" y="303100"/>
                  </a:cubicBezTo>
                  <a:cubicBezTo>
                    <a:pt x="443103" y="304200"/>
                    <a:pt x="444403" y="306200"/>
                    <a:pt x="444503" y="308400"/>
                  </a:cubicBezTo>
                  <a:lnTo>
                    <a:pt x="446203" y="340300"/>
                  </a:lnTo>
                  <a:cubicBezTo>
                    <a:pt x="448203" y="361600"/>
                    <a:pt x="476203" y="365600"/>
                    <a:pt x="491403" y="375700"/>
                  </a:cubicBezTo>
                  <a:cubicBezTo>
                    <a:pt x="497203" y="378600"/>
                    <a:pt x="508303" y="379800"/>
                    <a:pt x="512503" y="373600"/>
                  </a:cubicBezTo>
                  <a:cubicBezTo>
                    <a:pt x="516203" y="366700"/>
                    <a:pt x="516503" y="358300"/>
                    <a:pt x="520403" y="351300"/>
                  </a:cubicBezTo>
                  <a:cubicBezTo>
                    <a:pt x="524303" y="343000"/>
                    <a:pt x="533803" y="345300"/>
                    <a:pt x="540703" y="347900"/>
                  </a:cubicBezTo>
                  <a:cubicBezTo>
                    <a:pt x="569003" y="355100"/>
                    <a:pt x="558703" y="371600"/>
                    <a:pt x="559203" y="393400"/>
                  </a:cubicBezTo>
                  <a:cubicBezTo>
                    <a:pt x="559703" y="401500"/>
                    <a:pt x="567503" y="408800"/>
                    <a:pt x="575103" y="411100"/>
                  </a:cubicBezTo>
                  <a:cubicBezTo>
                    <a:pt x="589203" y="415300"/>
                    <a:pt x="606703" y="419500"/>
                    <a:pt x="615903" y="421600"/>
                  </a:cubicBezTo>
                  <a:cubicBezTo>
                    <a:pt x="638303" y="426700"/>
                    <a:pt x="636903" y="402800"/>
                    <a:pt x="638303" y="389600"/>
                  </a:cubicBezTo>
                  <a:cubicBezTo>
                    <a:pt x="638803" y="383800"/>
                    <a:pt x="639703" y="373600"/>
                    <a:pt x="648203" y="374600"/>
                  </a:cubicBezTo>
                  <a:cubicBezTo>
                    <a:pt x="655903" y="375500"/>
                    <a:pt x="663603" y="376300"/>
                    <a:pt x="671403" y="377000"/>
                  </a:cubicBezTo>
                  <a:cubicBezTo>
                    <a:pt x="674603" y="377300"/>
                    <a:pt x="677103" y="379800"/>
                    <a:pt x="677303" y="383000"/>
                  </a:cubicBezTo>
                  <a:lnTo>
                    <a:pt x="678803" y="411500"/>
                  </a:lnTo>
                  <a:cubicBezTo>
                    <a:pt x="679403" y="422700"/>
                    <a:pt x="688603" y="431700"/>
                    <a:pt x="699703" y="432000"/>
                  </a:cubicBezTo>
                  <a:cubicBezTo>
                    <a:pt x="715203" y="432400"/>
                    <a:pt x="738003" y="432600"/>
                    <a:pt x="755703" y="432400"/>
                  </a:cubicBezTo>
                  <a:cubicBezTo>
                    <a:pt x="764803" y="432600"/>
                    <a:pt x="773203" y="425000"/>
                    <a:pt x="772403" y="415500"/>
                  </a:cubicBezTo>
                  <a:cubicBezTo>
                    <a:pt x="773003" y="399900"/>
                    <a:pt x="763103" y="383000"/>
                    <a:pt x="783703" y="377600"/>
                  </a:cubicBezTo>
                  <a:cubicBezTo>
                    <a:pt x="791303" y="375200"/>
                    <a:pt x="812803" y="372500"/>
                    <a:pt x="821403" y="372100"/>
                  </a:cubicBezTo>
                  <a:cubicBezTo>
                    <a:pt x="828903" y="371800"/>
                    <a:pt x="829903" y="377500"/>
                    <a:pt x="831003" y="388700"/>
                  </a:cubicBezTo>
                  <a:cubicBezTo>
                    <a:pt x="831803" y="396300"/>
                    <a:pt x="831703" y="405200"/>
                    <a:pt x="837303" y="410300"/>
                  </a:cubicBezTo>
                  <a:cubicBezTo>
                    <a:pt x="841303" y="414000"/>
                    <a:pt x="847403" y="414200"/>
                    <a:pt x="852803" y="413400"/>
                  </a:cubicBezTo>
                  <a:cubicBezTo>
                    <a:pt x="981203" y="395000"/>
                    <a:pt x="1135003" y="319400"/>
                    <a:pt x="1196303" y="20420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2" name="probe-noto-emoji_u1f97e-part-6"/>
            <p:cNvSpPr/>
            <p:nvPr/>
          </p:nvSpPr>
          <p:spPr>
            <a:xfrm>
              <a:off x="442100" y="504900"/>
              <a:ext cx="243400" cy="27700"/>
            </a:xfrm>
            <a:custGeom>
              <a:avLst/>
              <a:gdLst/>
              <a:ahLst/>
              <a:cxnLst/>
              <a:rect l="0" t="0" r="r" b="b"/>
              <a:pathLst>
                <a:path w="243400" h="27700">
                  <a:moveTo>
                    <a:pt x="0" y="0"/>
                  </a:moveTo>
                  <a:cubicBezTo>
                    <a:pt x="26600" y="38400"/>
                    <a:pt x="190200" y="2800"/>
                    <a:pt x="243400" y="27700"/>
                  </a:cubicBezTo>
                </a:path>
              </a:pathLst>
            </a:custGeom>
            <a:noFill/>
            <a:ln w="24651" cap="rnd">
              <a:solidFill>
                <a:srgbClr val="C62828"/>
              </a:solidFill>
              <a:prstDash val="solid"/>
              <a:miter/>
            </a:ln>
          </p:spPr>
        </p:sp>
        <p:sp>
          <p:nvSpPr>
            <p:cNvPr id="353" name="probe-noto-emoji_u1f97e-part-7"/>
            <p:cNvSpPr/>
            <p:nvPr/>
          </p:nvSpPr>
          <p:spPr>
            <a:xfrm>
              <a:off x="488200" y="594270"/>
              <a:ext cx="246900" cy="21360"/>
            </a:xfrm>
            <a:custGeom>
              <a:avLst/>
              <a:gdLst/>
              <a:ahLst/>
              <a:cxnLst/>
              <a:rect l="0" t="0" r="r" b="b"/>
              <a:pathLst>
                <a:path w="246900" h="21360">
                  <a:moveTo>
                    <a:pt x="0" y="12830"/>
                  </a:moveTo>
                  <a:cubicBezTo>
                    <a:pt x="19000" y="41630"/>
                    <a:pt x="188500" y="-13070"/>
                    <a:pt x="246900" y="3030"/>
                  </a:cubicBezTo>
                </a:path>
              </a:pathLst>
            </a:custGeom>
            <a:noFill/>
            <a:ln w="24651" cap="rnd">
              <a:solidFill>
                <a:srgbClr val="C62828"/>
              </a:solidFill>
              <a:prstDash val="solid"/>
              <a:miter/>
            </a:ln>
          </p:spPr>
        </p:sp>
        <p:sp>
          <p:nvSpPr>
            <p:cNvPr id="354" name="probe-noto-emoji_u1f97e-part-8"/>
            <p:cNvSpPr/>
            <p:nvPr/>
          </p:nvSpPr>
          <p:spPr>
            <a:xfrm>
              <a:off x="550700" y="660430"/>
              <a:ext cx="236900" cy="39479"/>
            </a:xfrm>
            <a:custGeom>
              <a:avLst/>
              <a:gdLst/>
              <a:ahLst/>
              <a:cxnLst/>
              <a:rect l="0" t="0" r="r" b="b"/>
              <a:pathLst>
                <a:path w="236900" h="39479">
                  <a:moveTo>
                    <a:pt x="0" y="33370"/>
                  </a:moveTo>
                  <a:cubicBezTo>
                    <a:pt x="23500" y="60570"/>
                    <a:pt x="159600" y="-12730"/>
                    <a:pt x="236900" y="1970"/>
                  </a:cubicBezTo>
                </a:path>
              </a:pathLst>
            </a:custGeom>
            <a:noFill/>
            <a:ln w="24651" cap="rnd">
              <a:solidFill>
                <a:srgbClr val="C62828"/>
              </a:solidFill>
              <a:prstDash val="solid"/>
              <a:miter/>
            </a:ln>
          </p:spPr>
        </p:sp>
        <p:sp>
          <p:nvSpPr>
            <p:cNvPr id="355" name="probe-noto-emoji_u1f97e-part-9"/>
            <p:cNvSpPr/>
            <p:nvPr/>
          </p:nvSpPr>
          <p:spPr>
            <a:xfrm>
              <a:off x="623100" y="735360"/>
              <a:ext cx="242019" cy="96897"/>
            </a:xfrm>
            <a:custGeom>
              <a:avLst/>
              <a:gdLst/>
              <a:ahLst/>
              <a:cxnLst/>
              <a:rect l="0" t="0" r="r" b="b"/>
              <a:pathLst>
                <a:path w="242019" h="96897">
                  <a:moveTo>
                    <a:pt x="0" y="29640"/>
                  </a:moveTo>
                  <a:cubicBezTo>
                    <a:pt x="17300" y="62640"/>
                    <a:pt x="153800" y="-24960"/>
                    <a:pt x="229600" y="7240"/>
                  </a:cubicBezTo>
                  <a:cubicBezTo>
                    <a:pt x="238300" y="10940"/>
                    <a:pt x="247100" y="16240"/>
                    <a:pt x="238500" y="20140"/>
                  </a:cubicBezTo>
                  <a:cubicBezTo>
                    <a:pt x="177300" y="47840"/>
                    <a:pt x="96200" y="113840"/>
                    <a:pt x="66700" y="92840"/>
                  </a:cubicBezTo>
                </a:path>
              </a:pathLst>
            </a:custGeom>
            <a:noFill/>
            <a:ln w="24651" cap="flat">
              <a:solidFill>
                <a:srgbClr val="C62828"/>
              </a:solidFill>
              <a:prstDash val="solid"/>
              <a:miter/>
            </a:ln>
          </p:spPr>
        </p:sp>
        <p:sp>
          <p:nvSpPr>
            <p:cNvPr id="356" name="probe-noto-emoji_u1f97e-part-10"/>
            <p:cNvSpPr/>
            <p:nvPr/>
          </p:nvSpPr>
          <p:spPr>
            <a:xfrm>
              <a:off x="673200" y="662400"/>
              <a:ext cx="114300" cy="159900"/>
            </a:xfrm>
            <a:custGeom>
              <a:avLst/>
              <a:gdLst/>
              <a:ahLst/>
              <a:cxnLst/>
              <a:rect l="0" t="0" r="r" b="b"/>
              <a:pathLst>
                <a:path w="114300" h="159900">
                  <a:moveTo>
                    <a:pt x="0" y="159900"/>
                  </a:moveTo>
                  <a:cubicBezTo>
                    <a:pt x="4800" y="93600"/>
                    <a:pt x="65100" y="35900"/>
                    <a:pt x="114300" y="0"/>
                  </a:cubicBezTo>
                </a:path>
              </a:pathLst>
            </a:custGeom>
            <a:noFill/>
            <a:ln w="24651" cap="rnd">
              <a:solidFill>
                <a:srgbClr val="F44336"/>
              </a:solidFill>
              <a:prstDash val="solid"/>
              <a:miter/>
            </a:ln>
          </p:spPr>
        </p:sp>
        <p:sp>
          <p:nvSpPr>
            <p:cNvPr id="357" name="probe-noto-emoji_u1f97e-part-11"/>
            <p:cNvSpPr/>
            <p:nvPr/>
          </p:nvSpPr>
          <p:spPr>
            <a:xfrm>
              <a:off x="602900" y="597300"/>
              <a:ext cx="132200" cy="158100"/>
            </a:xfrm>
            <a:custGeom>
              <a:avLst/>
              <a:gdLst/>
              <a:ahLst/>
              <a:cxnLst/>
              <a:rect l="0" t="0" r="r" b="b"/>
              <a:pathLst>
                <a:path w="132200" h="158100">
                  <a:moveTo>
                    <a:pt x="0" y="158100"/>
                  </a:moveTo>
                  <a:cubicBezTo>
                    <a:pt x="0" y="100700"/>
                    <a:pt x="102600" y="14500"/>
                    <a:pt x="132200" y="0"/>
                  </a:cubicBezTo>
                </a:path>
              </a:pathLst>
            </a:custGeom>
            <a:noFill/>
            <a:ln w="24651" cap="rnd">
              <a:solidFill>
                <a:srgbClr val="F44336"/>
              </a:solidFill>
              <a:prstDash val="solid"/>
              <a:miter/>
            </a:ln>
          </p:spPr>
        </p:sp>
        <p:sp>
          <p:nvSpPr>
            <p:cNvPr id="358" name="probe-noto-emoji_u1f97e-part-12"/>
            <p:cNvSpPr/>
            <p:nvPr/>
          </p:nvSpPr>
          <p:spPr>
            <a:xfrm>
              <a:off x="530200" y="532500"/>
              <a:ext cx="155200" cy="149400"/>
            </a:xfrm>
            <a:custGeom>
              <a:avLst/>
              <a:gdLst/>
              <a:ahLst/>
              <a:cxnLst/>
              <a:rect l="0" t="0" r="r" b="b"/>
              <a:pathLst>
                <a:path w="155200" h="149400">
                  <a:moveTo>
                    <a:pt x="0" y="149400"/>
                  </a:moveTo>
                  <a:cubicBezTo>
                    <a:pt x="23500" y="84700"/>
                    <a:pt x="99500" y="30900"/>
                    <a:pt x="155200" y="0"/>
                  </a:cubicBezTo>
                </a:path>
              </a:pathLst>
            </a:custGeom>
            <a:noFill/>
            <a:ln w="24651" cap="rnd">
              <a:solidFill>
                <a:srgbClr val="F44336"/>
              </a:solidFill>
              <a:prstDash val="solid"/>
              <a:miter/>
            </a:ln>
          </p:spPr>
        </p:sp>
        <p:sp>
          <p:nvSpPr>
            <p:cNvPr id="359" name="probe-noto-emoji_u1f97e-part-13"/>
            <p:cNvSpPr/>
            <p:nvPr/>
          </p:nvSpPr>
          <p:spPr>
            <a:xfrm>
              <a:off x="477100" y="473400"/>
              <a:ext cx="174300" cy="111900"/>
            </a:xfrm>
            <a:custGeom>
              <a:avLst/>
              <a:gdLst/>
              <a:ahLst/>
              <a:cxnLst/>
              <a:rect l="0" t="0" r="r" b="b"/>
              <a:pathLst>
                <a:path w="174300" h="111900">
                  <a:moveTo>
                    <a:pt x="0" y="111900"/>
                  </a:moveTo>
                  <a:cubicBezTo>
                    <a:pt x="37200" y="56000"/>
                    <a:pt x="116900" y="18400"/>
                    <a:pt x="174300" y="0"/>
                  </a:cubicBezTo>
                </a:path>
              </a:pathLst>
            </a:custGeom>
            <a:noFill/>
            <a:ln w="24651" cap="rnd">
              <a:solidFill>
                <a:srgbClr val="F44336"/>
              </a:solidFill>
              <a:prstDash val="solid"/>
              <a:miter/>
            </a:ln>
          </p:spPr>
        </p:sp>
        <p:sp>
          <p:nvSpPr>
            <p:cNvPr id="360" name="probe-noto-emoji_u1f97e-part-14"/>
            <p:cNvSpPr/>
            <p:nvPr/>
          </p:nvSpPr>
          <p:spPr>
            <a:xfrm>
              <a:off x="444700" y="415750"/>
              <a:ext cx="212000" cy="63250"/>
            </a:xfrm>
            <a:custGeom>
              <a:avLst/>
              <a:gdLst/>
              <a:ahLst/>
              <a:cxnLst/>
              <a:rect l="0" t="0" r="r" b="b"/>
              <a:pathLst>
                <a:path w="212000" h="63250">
                  <a:moveTo>
                    <a:pt x="0" y="63250"/>
                  </a:moveTo>
                  <a:cubicBezTo>
                    <a:pt x="48900" y="8050"/>
                    <a:pt x="138800" y="-6350"/>
                    <a:pt x="212000" y="2350"/>
                  </a:cubicBezTo>
                </a:path>
              </a:pathLst>
            </a:custGeom>
            <a:noFill/>
            <a:ln w="24651" cap="rnd">
              <a:solidFill>
                <a:srgbClr val="F44336"/>
              </a:solidFill>
              <a:prstDash val="solid"/>
              <a:miter/>
            </a:ln>
          </p:spPr>
        </p:sp>
        <p:sp>
          <p:nvSpPr>
            <p:cNvPr id="361" name="probe-noto-emoji_u1f97e-part-15"/>
            <p:cNvSpPr/>
            <p:nvPr/>
          </p:nvSpPr>
          <p:spPr>
            <a:xfrm>
              <a:off x="386359" y="205040"/>
              <a:ext cx="288341" cy="280460"/>
            </a:xfrm>
            <a:custGeom>
              <a:avLst/>
              <a:gdLst/>
              <a:ahLst/>
              <a:cxnLst/>
              <a:rect l="0" t="0" r="r" b="b"/>
              <a:pathLst>
                <a:path w="288341" h="280460">
                  <a:moveTo>
                    <a:pt x="9041" y="144660"/>
                  </a:moveTo>
                  <a:cubicBezTo>
                    <a:pt x="19441" y="188460"/>
                    <a:pt x="19441" y="236160"/>
                    <a:pt x="17641" y="280460"/>
                  </a:cubicBezTo>
                  <a:cubicBezTo>
                    <a:pt x="66041" y="238860"/>
                    <a:pt x="68141" y="169060"/>
                    <a:pt x="66241" y="109660"/>
                  </a:cubicBezTo>
                  <a:cubicBezTo>
                    <a:pt x="65141" y="97560"/>
                    <a:pt x="67341" y="84560"/>
                    <a:pt x="83241" y="74360"/>
                  </a:cubicBezTo>
                  <a:cubicBezTo>
                    <a:pt x="134841" y="41060"/>
                    <a:pt x="190141" y="27960"/>
                    <a:pt x="248341" y="31760"/>
                  </a:cubicBezTo>
                  <a:cubicBezTo>
                    <a:pt x="271641" y="33360"/>
                    <a:pt x="288341" y="44060"/>
                    <a:pt x="288341" y="44060"/>
                  </a:cubicBezTo>
                  <a:cubicBezTo>
                    <a:pt x="276841" y="21560"/>
                    <a:pt x="253341" y="4960"/>
                    <a:pt x="211441" y="1460"/>
                  </a:cubicBezTo>
                  <a:cubicBezTo>
                    <a:pt x="155541" y="-3140"/>
                    <a:pt x="90041" y="1960"/>
                    <a:pt x="42141" y="33760"/>
                  </a:cubicBezTo>
                  <a:cubicBezTo>
                    <a:pt x="2041" y="60560"/>
                    <a:pt x="-10459" y="101560"/>
                    <a:pt x="9041" y="144660"/>
                  </a:cubicBezTo>
                  <a:close/>
                </a:path>
              </a:pathLst>
            </a:custGeom>
            <a:solidFill>
              <a:srgbClr val="A068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2" name="probe-noto-emoji_u1f97e-part-16"/>
            <p:cNvSpPr/>
            <p:nvPr/>
          </p:nvSpPr>
          <p:spPr>
            <a:xfrm>
              <a:off x="379143" y="455269"/>
              <a:ext cx="104003" cy="83888"/>
            </a:xfrm>
            <a:custGeom>
              <a:avLst/>
              <a:gdLst/>
              <a:ahLst/>
              <a:cxnLst/>
              <a:rect l="0" t="0" r="r" b="b"/>
              <a:pathLst>
                <a:path w="104003" h="83888">
                  <a:moveTo>
                    <a:pt x="62957" y="49631"/>
                  </a:moveTo>
                  <a:lnTo>
                    <a:pt x="95057" y="58431"/>
                  </a:lnTo>
                  <a:cubicBezTo>
                    <a:pt x="100357" y="59831"/>
                    <a:pt x="105157" y="55031"/>
                    <a:pt x="103757" y="49831"/>
                  </a:cubicBezTo>
                  <a:lnTo>
                    <a:pt x="91857" y="5231"/>
                  </a:lnTo>
                  <a:cubicBezTo>
                    <a:pt x="90457" y="-69"/>
                    <a:pt x="83857" y="-1769"/>
                    <a:pt x="79957" y="2131"/>
                  </a:cubicBezTo>
                  <a:lnTo>
                    <a:pt x="56357" y="26131"/>
                  </a:lnTo>
                  <a:lnTo>
                    <a:pt x="56357" y="26131"/>
                  </a:lnTo>
                  <a:cubicBezTo>
                    <a:pt x="52657" y="12831"/>
                    <a:pt x="38957" y="5031"/>
                    <a:pt x="25657" y="8731"/>
                  </a:cubicBezTo>
                  <a:lnTo>
                    <a:pt x="15757" y="11431"/>
                  </a:lnTo>
                  <a:cubicBezTo>
                    <a:pt x="4357" y="14531"/>
                    <a:pt x="-2343" y="26431"/>
                    <a:pt x="757" y="37831"/>
                  </a:cubicBezTo>
                  <a:lnTo>
                    <a:pt x="9157" y="68131"/>
                  </a:lnTo>
                  <a:cubicBezTo>
                    <a:pt x="12257" y="79531"/>
                    <a:pt x="24157" y="86231"/>
                    <a:pt x="35557" y="83131"/>
                  </a:cubicBezTo>
                  <a:lnTo>
                    <a:pt x="45457" y="80431"/>
                  </a:lnTo>
                  <a:cubicBezTo>
                    <a:pt x="58857" y="76631"/>
                    <a:pt x="66657" y="62931"/>
                    <a:pt x="62957" y="49631"/>
                  </a:cubicBezTo>
                  <a:lnTo>
                    <a:pt x="62957" y="49631"/>
                  </a:lnTo>
                  <a:close/>
                </a:path>
              </a:pathLst>
            </a:custGeom>
            <a:solidFill>
              <a:srgbClr val="78A3AC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3" name="probe-noto-emoji_u1f97e-part-17"/>
            <p:cNvSpPr/>
            <p:nvPr/>
          </p:nvSpPr>
          <p:spPr>
            <a:xfrm>
              <a:off x="628144" y="782482"/>
              <a:ext cx="99729" cy="106252"/>
            </a:xfrm>
            <a:custGeom>
              <a:avLst/>
              <a:gdLst/>
              <a:ahLst/>
              <a:cxnLst/>
              <a:rect l="0" t="0" r="r" b="b"/>
              <a:pathLst>
                <a:path w="99729" h="106252">
                  <a:moveTo>
                    <a:pt x="8856" y="83618"/>
                  </a:moveTo>
                  <a:lnTo>
                    <a:pt x="34256" y="102118"/>
                  </a:lnTo>
                  <a:cubicBezTo>
                    <a:pt x="43856" y="109118"/>
                    <a:pt x="57256" y="107018"/>
                    <a:pt x="64256" y="97418"/>
                  </a:cubicBezTo>
                  <a:lnTo>
                    <a:pt x="70356" y="89118"/>
                  </a:lnTo>
                  <a:cubicBezTo>
                    <a:pt x="78456" y="78018"/>
                    <a:pt x="76056" y="62318"/>
                    <a:pt x="64856" y="54218"/>
                  </a:cubicBezTo>
                  <a:lnTo>
                    <a:pt x="95456" y="41118"/>
                  </a:lnTo>
                  <a:cubicBezTo>
                    <a:pt x="100456" y="39018"/>
                    <a:pt x="101256" y="32218"/>
                    <a:pt x="96856" y="28918"/>
                  </a:cubicBezTo>
                  <a:lnTo>
                    <a:pt x="59756" y="1418"/>
                  </a:lnTo>
                  <a:cubicBezTo>
                    <a:pt x="55356" y="-1882"/>
                    <a:pt x="49056" y="918"/>
                    <a:pt x="48556" y="6318"/>
                  </a:cubicBezTo>
                  <a:lnTo>
                    <a:pt x="45056" y="39818"/>
                  </a:lnTo>
                  <a:lnTo>
                    <a:pt x="45056" y="39818"/>
                  </a:lnTo>
                  <a:cubicBezTo>
                    <a:pt x="33956" y="31718"/>
                    <a:pt x="18256" y="34118"/>
                    <a:pt x="10156" y="45318"/>
                  </a:cubicBezTo>
                  <a:lnTo>
                    <a:pt x="4056" y="53618"/>
                  </a:lnTo>
                  <a:cubicBezTo>
                    <a:pt x="-2844" y="63218"/>
                    <a:pt x="-744" y="76618"/>
                    <a:pt x="8856" y="83618"/>
                  </a:cubicBezTo>
                  <a:close/>
                </a:path>
              </a:pathLst>
            </a:custGeom>
            <a:solidFill>
              <a:srgbClr val="78A3AC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4" name="probe-noto-emoji_u1f97e-part-18"/>
            <p:cNvSpPr/>
            <p:nvPr/>
          </p:nvSpPr>
          <p:spPr>
            <a:xfrm>
              <a:off x="553748" y="717794"/>
              <a:ext cx="104047" cy="103708"/>
            </a:xfrm>
            <a:custGeom>
              <a:avLst/>
              <a:gdLst/>
              <a:ahLst/>
              <a:cxnLst/>
              <a:rect l="0" t="0" r="r" b="b"/>
              <a:pathLst>
                <a:path w="104047" h="103708">
                  <a:moveTo>
                    <a:pt x="6052" y="74706"/>
                  </a:moveTo>
                  <a:lnTo>
                    <a:pt x="28052" y="97206"/>
                  </a:lnTo>
                  <a:cubicBezTo>
                    <a:pt x="36352" y="105706"/>
                    <a:pt x="49952" y="105906"/>
                    <a:pt x="58452" y="97606"/>
                  </a:cubicBezTo>
                  <a:lnTo>
                    <a:pt x="65852" y="90406"/>
                  </a:lnTo>
                  <a:cubicBezTo>
                    <a:pt x="75752" y="80806"/>
                    <a:pt x="75952" y="65006"/>
                    <a:pt x="66252" y="55106"/>
                  </a:cubicBezTo>
                  <a:lnTo>
                    <a:pt x="98652" y="47306"/>
                  </a:lnTo>
                  <a:cubicBezTo>
                    <a:pt x="103952" y="46006"/>
                    <a:pt x="105852" y="39506"/>
                    <a:pt x="102052" y="35506"/>
                  </a:cubicBezTo>
                  <a:lnTo>
                    <a:pt x="70152" y="2206"/>
                  </a:lnTo>
                  <a:cubicBezTo>
                    <a:pt x="66352" y="-1794"/>
                    <a:pt x="59752" y="-94"/>
                    <a:pt x="58252" y="5206"/>
                  </a:cubicBezTo>
                  <a:lnTo>
                    <a:pt x="49252" y="37606"/>
                  </a:lnTo>
                  <a:lnTo>
                    <a:pt x="49252" y="37606"/>
                  </a:lnTo>
                  <a:cubicBezTo>
                    <a:pt x="39652" y="27706"/>
                    <a:pt x="23852" y="27506"/>
                    <a:pt x="13952" y="37206"/>
                  </a:cubicBezTo>
                  <a:lnTo>
                    <a:pt x="6552" y="44406"/>
                  </a:lnTo>
                  <a:cubicBezTo>
                    <a:pt x="-2048" y="52606"/>
                    <a:pt x="-2148" y="66206"/>
                    <a:pt x="6052" y="74706"/>
                  </a:cubicBezTo>
                  <a:close/>
                </a:path>
              </a:pathLst>
            </a:custGeom>
            <a:solidFill>
              <a:srgbClr val="78A3AC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5" name="probe-noto-emoji_u1f97e-part-19"/>
            <p:cNvSpPr/>
            <p:nvPr/>
          </p:nvSpPr>
          <p:spPr>
            <a:xfrm>
              <a:off x="484382" y="639386"/>
              <a:ext cx="106289" cy="98458"/>
            </a:xfrm>
            <a:custGeom>
              <a:avLst/>
              <a:gdLst/>
              <a:ahLst/>
              <a:cxnLst/>
              <a:rect l="0" t="0" r="r" b="b"/>
              <a:pathLst>
                <a:path w="106289" h="98458">
                  <a:moveTo>
                    <a:pt x="3618" y="62714"/>
                  </a:moveTo>
                  <a:lnTo>
                    <a:pt x="21118" y="88914"/>
                  </a:lnTo>
                  <a:cubicBezTo>
                    <a:pt x="27718" y="98814"/>
                    <a:pt x="41018" y="101414"/>
                    <a:pt x="50918" y="94814"/>
                  </a:cubicBezTo>
                  <a:lnTo>
                    <a:pt x="59518" y="89114"/>
                  </a:lnTo>
                  <a:cubicBezTo>
                    <a:pt x="71018" y="81414"/>
                    <a:pt x="74018" y="65914"/>
                    <a:pt x="66418" y="54514"/>
                  </a:cubicBezTo>
                  <a:lnTo>
                    <a:pt x="99618" y="52714"/>
                  </a:lnTo>
                  <a:cubicBezTo>
                    <a:pt x="105018" y="52414"/>
                    <a:pt x="108118" y="46314"/>
                    <a:pt x="105118" y="41814"/>
                  </a:cubicBezTo>
                  <a:lnTo>
                    <a:pt x="79818" y="3214"/>
                  </a:lnTo>
                  <a:cubicBezTo>
                    <a:pt x="76818" y="-1386"/>
                    <a:pt x="69918" y="-986"/>
                    <a:pt x="67518" y="4014"/>
                  </a:cubicBezTo>
                  <a:lnTo>
                    <a:pt x="52718" y="34214"/>
                  </a:lnTo>
                  <a:lnTo>
                    <a:pt x="52718" y="34214"/>
                  </a:lnTo>
                  <a:cubicBezTo>
                    <a:pt x="45018" y="22714"/>
                    <a:pt x="29518" y="19714"/>
                    <a:pt x="18118" y="27314"/>
                  </a:cubicBezTo>
                  <a:lnTo>
                    <a:pt x="9518" y="33014"/>
                  </a:lnTo>
                  <a:cubicBezTo>
                    <a:pt x="-282" y="39514"/>
                    <a:pt x="-2982" y="52914"/>
                    <a:pt x="3618" y="62714"/>
                  </a:cubicBezTo>
                  <a:close/>
                </a:path>
              </a:pathLst>
            </a:custGeom>
            <a:solidFill>
              <a:srgbClr val="78A3AC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6" name="probe-noto-emoji_u1f97e-part-20"/>
            <p:cNvSpPr/>
            <p:nvPr/>
          </p:nvSpPr>
          <p:spPr>
            <a:xfrm>
              <a:off x="422621" y="553790"/>
              <a:ext cx="106364" cy="93967"/>
            </a:xfrm>
            <a:custGeom>
              <a:avLst/>
              <a:gdLst/>
              <a:ahLst/>
              <a:cxnLst/>
              <a:rect l="0" t="0" r="r" b="b"/>
              <a:pathLst>
                <a:path w="106364" h="93967">
                  <a:moveTo>
                    <a:pt x="2379" y="54310"/>
                  </a:moveTo>
                  <a:lnTo>
                    <a:pt x="16779" y="82310"/>
                  </a:lnTo>
                  <a:cubicBezTo>
                    <a:pt x="22179" y="92810"/>
                    <a:pt x="35179" y="97010"/>
                    <a:pt x="45679" y="91610"/>
                  </a:cubicBezTo>
                  <a:lnTo>
                    <a:pt x="54879" y="86910"/>
                  </a:lnTo>
                  <a:cubicBezTo>
                    <a:pt x="67179" y="80610"/>
                    <a:pt x="71979" y="65610"/>
                    <a:pt x="65679" y="53310"/>
                  </a:cubicBezTo>
                  <a:lnTo>
                    <a:pt x="98879" y="55310"/>
                  </a:lnTo>
                  <a:cubicBezTo>
                    <a:pt x="104279" y="55610"/>
                    <a:pt x="108079" y="49910"/>
                    <a:pt x="105579" y="45110"/>
                  </a:cubicBezTo>
                  <a:lnTo>
                    <a:pt x="84879" y="3910"/>
                  </a:lnTo>
                  <a:cubicBezTo>
                    <a:pt x="82379" y="-990"/>
                    <a:pt x="75579" y="-1390"/>
                    <a:pt x="72579" y="3310"/>
                  </a:cubicBezTo>
                  <a:lnTo>
                    <a:pt x="54379" y="31610"/>
                  </a:lnTo>
                  <a:lnTo>
                    <a:pt x="54379" y="31610"/>
                  </a:lnTo>
                  <a:cubicBezTo>
                    <a:pt x="48079" y="19310"/>
                    <a:pt x="33079" y="14510"/>
                    <a:pt x="20779" y="20810"/>
                  </a:cubicBezTo>
                  <a:lnTo>
                    <a:pt x="11579" y="25510"/>
                  </a:lnTo>
                  <a:cubicBezTo>
                    <a:pt x="1079" y="30810"/>
                    <a:pt x="-3021" y="43810"/>
                    <a:pt x="2379" y="54310"/>
                  </a:cubicBezTo>
                  <a:close/>
                </a:path>
              </a:pathLst>
            </a:custGeom>
            <a:solidFill>
              <a:srgbClr val="78A3AC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7" name="probe-noto-emoji_u1f97e-part-21"/>
            <p:cNvSpPr/>
            <p:nvPr/>
          </p:nvSpPr>
          <p:spPr>
            <a:xfrm>
              <a:off x="94070" y="328800"/>
              <a:ext cx="211847" cy="83500"/>
            </a:xfrm>
            <a:custGeom>
              <a:avLst/>
              <a:gdLst/>
              <a:ahLst/>
              <a:cxnLst/>
              <a:rect l="0" t="0" r="r" b="b"/>
              <a:pathLst>
                <a:path w="211847" h="83500">
                  <a:moveTo>
                    <a:pt x="191030" y="83500"/>
                  </a:moveTo>
                  <a:cubicBezTo>
                    <a:pt x="113430" y="83500"/>
                    <a:pt x="16630" y="56700"/>
                    <a:pt x="1930" y="22400"/>
                  </a:cubicBezTo>
                  <a:cubicBezTo>
                    <a:pt x="-4570" y="7100"/>
                    <a:pt x="7430" y="0"/>
                    <a:pt x="7430" y="0"/>
                  </a:cubicBezTo>
                  <a:cubicBezTo>
                    <a:pt x="49230" y="34400"/>
                    <a:pt x="117830" y="53700"/>
                    <a:pt x="196130" y="52800"/>
                  </a:cubicBezTo>
                  <a:cubicBezTo>
                    <a:pt x="204530" y="52700"/>
                    <a:pt x="211530" y="59100"/>
                    <a:pt x="211830" y="67400"/>
                  </a:cubicBezTo>
                  <a:lnTo>
                    <a:pt x="211830" y="67400"/>
                  </a:lnTo>
                  <a:cubicBezTo>
                    <a:pt x="212230" y="76100"/>
                    <a:pt x="205330" y="83300"/>
                    <a:pt x="196630" y="83400"/>
                  </a:cubicBezTo>
                  <a:cubicBezTo>
                    <a:pt x="194730" y="83400"/>
                    <a:pt x="192830" y="83500"/>
                    <a:pt x="191030" y="83500"/>
                  </a:cubicBezTo>
                  <a:close/>
                </a:path>
              </a:pathLst>
            </a:custGeom>
            <a:solidFill>
              <a:srgbClr val="4E342E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8" name="probe-noto-emoji_u1f97e-part-22"/>
            <p:cNvSpPr/>
            <p:nvPr/>
          </p:nvSpPr>
          <p:spPr>
            <a:xfrm>
              <a:off x="85000" y="440600"/>
              <a:ext cx="213910" cy="94000"/>
            </a:xfrm>
            <a:custGeom>
              <a:avLst/>
              <a:gdLst/>
              <a:ahLst/>
              <a:cxnLst/>
              <a:rect l="0" t="0" r="r" b="b"/>
              <a:pathLst>
                <a:path w="213910" h="94000">
                  <a:moveTo>
                    <a:pt x="196400" y="94000"/>
                  </a:moveTo>
                  <a:cubicBezTo>
                    <a:pt x="128400" y="94000"/>
                    <a:pt x="66600" y="79500"/>
                    <a:pt x="20700" y="53500"/>
                  </a:cubicBezTo>
                  <a:cubicBezTo>
                    <a:pt x="20700" y="53500"/>
                    <a:pt x="22600" y="33200"/>
                    <a:pt x="16100" y="26100"/>
                  </a:cubicBezTo>
                  <a:cubicBezTo>
                    <a:pt x="6600" y="15600"/>
                    <a:pt x="0" y="0"/>
                    <a:pt x="0" y="0"/>
                  </a:cubicBezTo>
                  <a:cubicBezTo>
                    <a:pt x="40000" y="40500"/>
                    <a:pt x="113500" y="63800"/>
                    <a:pt x="198300" y="63300"/>
                  </a:cubicBezTo>
                  <a:cubicBezTo>
                    <a:pt x="206700" y="63300"/>
                    <a:pt x="213600" y="69700"/>
                    <a:pt x="213900" y="78000"/>
                  </a:cubicBezTo>
                  <a:lnTo>
                    <a:pt x="213900" y="78000"/>
                  </a:lnTo>
                  <a:cubicBezTo>
                    <a:pt x="214200" y="86600"/>
                    <a:pt x="207400" y="93900"/>
                    <a:pt x="198900" y="93900"/>
                  </a:cubicBezTo>
                  <a:cubicBezTo>
                    <a:pt x="198000" y="94000"/>
                    <a:pt x="197200" y="94000"/>
                    <a:pt x="196400" y="94000"/>
                  </a:cubicBezTo>
                  <a:close/>
                </a:path>
              </a:pathLst>
            </a:custGeom>
            <a:solidFill>
              <a:srgbClr val="4E342E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9" name="probe-noto-emoji_u1f97e-part-23"/>
            <p:cNvSpPr/>
            <p:nvPr/>
          </p:nvSpPr>
          <p:spPr>
            <a:xfrm>
              <a:off x="81050" y="148777"/>
              <a:ext cx="195278" cy="179677"/>
            </a:xfrm>
            <a:custGeom>
              <a:avLst/>
              <a:gdLst/>
              <a:ahLst/>
              <a:cxnLst/>
              <a:rect l="0" t="0" r="r" b="b"/>
              <a:pathLst>
                <a:path w="195278" h="179677">
                  <a:moveTo>
                    <a:pt x="157650" y="38523"/>
                  </a:moveTo>
                  <a:cubicBezTo>
                    <a:pt x="140850" y="39823"/>
                    <a:pt x="121850" y="44023"/>
                    <a:pt x="106050" y="49923"/>
                  </a:cubicBezTo>
                  <a:cubicBezTo>
                    <a:pt x="92050" y="55123"/>
                    <a:pt x="75450" y="63223"/>
                    <a:pt x="70850" y="77323"/>
                  </a:cubicBezTo>
                  <a:cubicBezTo>
                    <a:pt x="65350" y="94323"/>
                    <a:pt x="75350" y="107523"/>
                    <a:pt x="87150" y="116523"/>
                  </a:cubicBezTo>
                  <a:cubicBezTo>
                    <a:pt x="103750" y="130723"/>
                    <a:pt x="145750" y="131923"/>
                    <a:pt x="138550" y="158923"/>
                  </a:cubicBezTo>
                  <a:cubicBezTo>
                    <a:pt x="128350" y="197023"/>
                    <a:pt x="47650" y="174523"/>
                    <a:pt x="28250" y="155823"/>
                  </a:cubicBezTo>
                  <a:cubicBezTo>
                    <a:pt x="-31850" y="102223"/>
                    <a:pt x="13250" y="38423"/>
                    <a:pt x="76750" y="17323"/>
                  </a:cubicBezTo>
                  <a:cubicBezTo>
                    <a:pt x="107050" y="7223"/>
                    <a:pt x="140850" y="-477"/>
                    <a:pt x="168450" y="23"/>
                  </a:cubicBezTo>
                  <a:cubicBezTo>
                    <a:pt x="175150" y="123"/>
                    <a:pt x="197150" y="2123"/>
                    <a:pt x="195150" y="19123"/>
                  </a:cubicBezTo>
                  <a:cubicBezTo>
                    <a:pt x="193450" y="33923"/>
                    <a:pt x="179450" y="36823"/>
                    <a:pt x="157650" y="38523"/>
                  </a:cubicBezTo>
                  <a:close/>
                </a:path>
              </a:pathLst>
            </a:custGeom>
            <a:solidFill>
              <a:srgbClr val="A068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370" name="probe-noto-emoji_u1f97e-part-24"/>
            <p:cNvSpPr/>
            <p:nvPr/>
          </p:nvSpPr>
          <p:spPr>
            <a:xfrm>
              <a:off x="81318" y="383685"/>
              <a:ext cx="93832" cy="61891"/>
            </a:xfrm>
            <a:custGeom>
              <a:avLst/>
              <a:gdLst/>
              <a:ahLst/>
              <a:cxnLst/>
              <a:rect l="0" t="0" r="r" b="b"/>
              <a:pathLst>
                <a:path w="93832" h="61891">
                  <a:moveTo>
                    <a:pt x="42982" y="10515"/>
                  </a:moveTo>
                  <a:cubicBezTo>
                    <a:pt x="58182" y="19015"/>
                    <a:pt x="91682" y="23315"/>
                    <a:pt x="93682" y="40615"/>
                  </a:cubicBezTo>
                  <a:cubicBezTo>
                    <a:pt x="96782" y="66715"/>
                    <a:pt x="51082" y="64815"/>
                    <a:pt x="33482" y="55915"/>
                  </a:cubicBezTo>
                  <a:cubicBezTo>
                    <a:pt x="20082" y="51215"/>
                    <a:pt x="4782" y="38715"/>
                    <a:pt x="882" y="20615"/>
                  </a:cubicBezTo>
                  <a:cubicBezTo>
                    <a:pt x="-3818" y="-785"/>
                    <a:pt x="10282" y="-7785"/>
                    <a:pt x="42982" y="10515"/>
                  </a:cubicBezTo>
                  <a:close/>
                </a:path>
              </a:pathLst>
            </a:custGeom>
            <a:solidFill>
              <a:srgbClr val="A06841"/>
            </a:solidFill>
            <a:ln w="8037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noto/emoji_u1f9f0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noto/emoji_u1fa9d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tabler/binoculars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tabler/map-pin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tabler/mountain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temaki/benchmark_disk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temaki/binoculars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temaki/campfire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temaki/cliff_falling_rocks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temaki/fishing_pier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temaki/grass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temaki/hunting_blind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temaki/island_trees_building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temaki/islet_tree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temaki/mountain_range</a:t>
            </a:r>
          </a:p>
        </p:txBody>
      </p:sp>
      <p:grpSp>
        <p:nvGrpSpPr>
          <p:cNvPr id="23" name="probe-noto-emoji_u1f9e4" descr="防护手套 — Google Noto Emoji contributors; Apache-2.0; original SVG unchanged. Source: https://github.com/googlefonts/noto-emoji/blob/e20cbc2bbec1926686be9f9bee7d1d2cfa1fea0e/2D/svg/emoji_u1f9e4.svg; SVG SHA256: 355a43eb2ad518a780c80e81a5f81dc9b57e61781a8ae778624a66ac40dfe008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1280000" cy="1280000"/>
          </a:xfrm>
        </p:grpSpPr>
        <p:sp>
          <p:nvSpPr>
            <p:cNvPr id="24" name="probe-noto-emoji_u1f9e4-part-1"/>
            <p:cNvSpPr/>
            <p:nvPr/>
          </p:nvSpPr>
          <p:spPr>
            <a:xfrm>
              <a:off x="40011" y="96745"/>
              <a:ext cx="597830" cy="871752"/>
            </a:xfrm>
            <a:custGeom>
              <a:avLst/>
              <a:gdLst/>
              <a:ahLst/>
              <a:cxnLst/>
              <a:rect l="0" t="0" r="r" b="b"/>
              <a:pathLst>
                <a:path w="597830" h="871752">
                  <a:moveTo>
                    <a:pt x="569989" y="463155"/>
                  </a:moveTo>
                  <a:cubicBezTo>
                    <a:pt x="566089" y="481355"/>
                    <a:pt x="556989" y="531755"/>
                    <a:pt x="554989" y="550055"/>
                  </a:cubicBezTo>
                  <a:cubicBezTo>
                    <a:pt x="552389" y="573255"/>
                    <a:pt x="552789" y="604455"/>
                    <a:pt x="555389" y="629555"/>
                  </a:cubicBezTo>
                  <a:cubicBezTo>
                    <a:pt x="557389" y="649155"/>
                    <a:pt x="570589" y="733455"/>
                    <a:pt x="576189" y="768955"/>
                  </a:cubicBezTo>
                  <a:cubicBezTo>
                    <a:pt x="577689" y="778455"/>
                    <a:pt x="572489" y="787655"/>
                    <a:pt x="563589" y="791155"/>
                  </a:cubicBezTo>
                  <a:cubicBezTo>
                    <a:pt x="534889" y="802755"/>
                    <a:pt x="466689" y="827755"/>
                    <a:pt x="372289" y="845855"/>
                  </a:cubicBezTo>
                  <a:cubicBezTo>
                    <a:pt x="286189" y="862355"/>
                    <a:pt x="231789" y="869055"/>
                    <a:pt x="205789" y="871655"/>
                  </a:cubicBezTo>
                  <a:cubicBezTo>
                    <a:pt x="195389" y="872655"/>
                    <a:pt x="185889" y="865855"/>
                    <a:pt x="183689" y="855555"/>
                  </a:cubicBezTo>
                  <a:cubicBezTo>
                    <a:pt x="171289" y="798455"/>
                    <a:pt x="129789" y="614055"/>
                    <a:pt x="80589" y="478855"/>
                  </a:cubicBezTo>
                  <a:cubicBezTo>
                    <a:pt x="74289" y="461555"/>
                    <a:pt x="4889" y="255155"/>
                    <a:pt x="4889" y="255155"/>
                  </a:cubicBezTo>
                  <a:cubicBezTo>
                    <a:pt x="-6311" y="224355"/>
                    <a:pt x="1489" y="194455"/>
                    <a:pt x="30789" y="182455"/>
                  </a:cubicBezTo>
                  <a:cubicBezTo>
                    <a:pt x="60889" y="170055"/>
                    <a:pt x="83089" y="184155"/>
                    <a:pt x="94389" y="210855"/>
                  </a:cubicBezTo>
                  <a:lnTo>
                    <a:pt x="140489" y="334755"/>
                  </a:lnTo>
                  <a:cubicBezTo>
                    <a:pt x="142689" y="339955"/>
                    <a:pt x="147489" y="349255"/>
                    <a:pt x="152889" y="347755"/>
                  </a:cubicBezTo>
                  <a:cubicBezTo>
                    <a:pt x="158689" y="346055"/>
                    <a:pt x="160189" y="340955"/>
                    <a:pt x="158689" y="335255"/>
                  </a:cubicBezTo>
                  <a:cubicBezTo>
                    <a:pt x="148789" y="296355"/>
                    <a:pt x="108189" y="168555"/>
                    <a:pt x="103389" y="144055"/>
                  </a:cubicBezTo>
                  <a:cubicBezTo>
                    <a:pt x="96789" y="110155"/>
                    <a:pt x="106989" y="81655"/>
                    <a:pt x="138089" y="73555"/>
                  </a:cubicBezTo>
                  <a:cubicBezTo>
                    <a:pt x="169189" y="65455"/>
                    <a:pt x="196089" y="87655"/>
                    <a:pt x="202989" y="112955"/>
                  </a:cubicBezTo>
                  <a:cubicBezTo>
                    <a:pt x="209889" y="138255"/>
                    <a:pt x="259189" y="309655"/>
                    <a:pt x="259189" y="309655"/>
                  </a:cubicBezTo>
                  <a:cubicBezTo>
                    <a:pt x="263389" y="321255"/>
                    <a:pt x="274889" y="313155"/>
                    <a:pt x="273789" y="307055"/>
                  </a:cubicBezTo>
                  <a:lnTo>
                    <a:pt x="231989" y="78255"/>
                  </a:lnTo>
                  <a:cubicBezTo>
                    <a:pt x="223789" y="30355"/>
                    <a:pt x="248989" y="1355"/>
                    <a:pt x="280589" y="55"/>
                  </a:cubicBezTo>
                  <a:cubicBezTo>
                    <a:pt x="305989" y="-945"/>
                    <a:pt x="333589" y="11455"/>
                    <a:pt x="341789" y="53055"/>
                  </a:cubicBezTo>
                  <a:lnTo>
                    <a:pt x="381989" y="291955"/>
                  </a:lnTo>
                  <a:cubicBezTo>
                    <a:pt x="384789" y="302455"/>
                    <a:pt x="394289" y="301655"/>
                    <a:pt x="393389" y="289255"/>
                  </a:cubicBezTo>
                  <a:lnTo>
                    <a:pt x="379789" y="83055"/>
                  </a:lnTo>
                  <a:cubicBezTo>
                    <a:pt x="376989" y="34255"/>
                    <a:pt x="397389" y="18755"/>
                    <a:pt x="423089" y="17155"/>
                  </a:cubicBezTo>
                  <a:cubicBezTo>
                    <a:pt x="461589" y="14755"/>
                    <a:pt x="477389" y="37055"/>
                    <a:pt x="480689" y="79955"/>
                  </a:cubicBezTo>
                  <a:cubicBezTo>
                    <a:pt x="482389" y="102255"/>
                    <a:pt x="498989" y="271355"/>
                    <a:pt x="498989" y="271355"/>
                  </a:cubicBezTo>
                  <a:cubicBezTo>
                    <a:pt x="499189" y="274055"/>
                    <a:pt x="499489" y="278555"/>
                    <a:pt x="499489" y="278555"/>
                  </a:cubicBezTo>
                  <a:cubicBezTo>
                    <a:pt x="510589" y="265055"/>
                    <a:pt x="525089" y="251455"/>
                    <a:pt x="548089" y="251155"/>
                  </a:cubicBezTo>
                  <a:cubicBezTo>
                    <a:pt x="568989" y="250855"/>
                    <a:pt x="585889" y="255455"/>
                    <a:pt x="595989" y="294255"/>
                  </a:cubicBezTo>
                  <a:cubicBezTo>
                    <a:pt x="604689" y="328155"/>
                    <a:pt x="580289" y="415355"/>
                    <a:pt x="569989" y="463155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" name="probe-noto-emoji_u1f9e4-part-2"/>
            <p:cNvSpPr/>
            <p:nvPr/>
          </p:nvSpPr>
          <p:spPr>
            <a:xfrm>
              <a:off x="476667" y="352900"/>
              <a:ext cx="62633" cy="241113"/>
            </a:xfrm>
            <a:custGeom>
              <a:avLst/>
              <a:gdLst/>
              <a:ahLst/>
              <a:cxnLst/>
              <a:rect l="0" t="0" r="r" b="b"/>
              <a:pathLst>
                <a:path w="62633" h="241113">
                  <a:moveTo>
                    <a:pt x="1033" y="205000"/>
                  </a:moveTo>
                  <a:cubicBezTo>
                    <a:pt x="-3167" y="142700"/>
                    <a:pt x="3333" y="27300"/>
                    <a:pt x="60633" y="0"/>
                  </a:cubicBezTo>
                  <a:lnTo>
                    <a:pt x="62633" y="22300"/>
                  </a:lnTo>
                  <a:cubicBezTo>
                    <a:pt x="27733" y="70400"/>
                    <a:pt x="17533" y="211400"/>
                    <a:pt x="16833" y="230900"/>
                  </a:cubicBezTo>
                  <a:cubicBezTo>
                    <a:pt x="16133" y="250500"/>
                    <a:pt x="3533" y="241900"/>
                    <a:pt x="1033" y="20500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" name="probe-noto-emoji_u1f9e4-part-3"/>
            <p:cNvSpPr/>
            <p:nvPr/>
          </p:nvSpPr>
          <p:spPr>
            <a:xfrm>
              <a:off x="236427" y="794888"/>
              <a:ext cx="52073" cy="168112"/>
            </a:xfrm>
            <a:custGeom>
              <a:avLst/>
              <a:gdLst/>
              <a:ahLst/>
              <a:cxnLst/>
              <a:rect l="0" t="0" r="r" b="b"/>
              <a:pathLst>
                <a:path w="52073" h="168112">
                  <a:moveTo>
                    <a:pt x="52073" y="168112"/>
                  </a:moveTo>
                  <a:cubicBezTo>
                    <a:pt x="52073" y="168112"/>
                    <a:pt x="36573" y="166212"/>
                    <a:pt x="28573" y="144712"/>
                  </a:cubicBezTo>
                  <a:cubicBezTo>
                    <a:pt x="20573" y="123212"/>
                    <a:pt x="1173" y="25712"/>
                    <a:pt x="373" y="17412"/>
                  </a:cubicBezTo>
                  <a:cubicBezTo>
                    <a:pt x="-1327" y="12"/>
                    <a:pt x="3173" y="-88"/>
                    <a:pt x="6073" y="12"/>
                  </a:cubicBezTo>
                  <a:cubicBezTo>
                    <a:pt x="9873" y="212"/>
                    <a:pt x="14373" y="6012"/>
                    <a:pt x="18873" y="24512"/>
                  </a:cubicBezTo>
                  <a:cubicBezTo>
                    <a:pt x="26873" y="57312"/>
                    <a:pt x="52073" y="168112"/>
                    <a:pt x="52073" y="168112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" name="probe-noto-emoji_u1f9e4-part-4"/>
            <p:cNvSpPr/>
            <p:nvPr/>
          </p:nvSpPr>
          <p:spPr>
            <a:xfrm>
              <a:off x="314232" y="782670"/>
              <a:ext cx="51868" cy="168130"/>
            </a:xfrm>
            <a:custGeom>
              <a:avLst/>
              <a:gdLst/>
              <a:ahLst/>
              <a:cxnLst/>
              <a:rect l="0" t="0" r="r" b="b"/>
              <a:pathLst>
                <a:path w="51868" h="168130">
                  <a:moveTo>
                    <a:pt x="51868" y="168130"/>
                  </a:moveTo>
                  <a:cubicBezTo>
                    <a:pt x="51868" y="168130"/>
                    <a:pt x="36368" y="166230"/>
                    <a:pt x="28368" y="144730"/>
                  </a:cubicBezTo>
                  <a:cubicBezTo>
                    <a:pt x="20368" y="123230"/>
                    <a:pt x="1468" y="28030"/>
                    <a:pt x="568" y="19830"/>
                  </a:cubicBezTo>
                  <a:cubicBezTo>
                    <a:pt x="-1332" y="2030"/>
                    <a:pt x="1968" y="1230"/>
                    <a:pt x="4068" y="330"/>
                  </a:cubicBezTo>
                  <a:cubicBezTo>
                    <a:pt x="8068" y="-1370"/>
                    <a:pt x="13468" y="3030"/>
                    <a:pt x="18668" y="24530"/>
                  </a:cubicBezTo>
                  <a:cubicBezTo>
                    <a:pt x="26568" y="57330"/>
                    <a:pt x="51868" y="168130"/>
                    <a:pt x="51868" y="16813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" name="probe-noto-emoji_u1f9e4-part-5"/>
            <p:cNvSpPr/>
            <p:nvPr/>
          </p:nvSpPr>
          <p:spPr>
            <a:xfrm>
              <a:off x="384354" y="769858"/>
              <a:ext cx="52046" cy="166842"/>
            </a:xfrm>
            <a:custGeom>
              <a:avLst/>
              <a:gdLst/>
              <a:ahLst/>
              <a:cxnLst/>
              <a:rect l="0" t="0" r="r" b="b"/>
              <a:pathLst>
                <a:path w="52046" h="166842">
                  <a:moveTo>
                    <a:pt x="52046" y="166842"/>
                  </a:moveTo>
                  <a:cubicBezTo>
                    <a:pt x="52046" y="166842"/>
                    <a:pt x="36546" y="164942"/>
                    <a:pt x="28546" y="143442"/>
                  </a:cubicBezTo>
                  <a:cubicBezTo>
                    <a:pt x="22346" y="126842"/>
                    <a:pt x="6246" y="58042"/>
                    <a:pt x="846" y="24042"/>
                  </a:cubicBezTo>
                  <a:cubicBezTo>
                    <a:pt x="-1254" y="10742"/>
                    <a:pt x="546" y="242"/>
                    <a:pt x="6346" y="142"/>
                  </a:cubicBezTo>
                  <a:cubicBezTo>
                    <a:pt x="8946" y="42"/>
                    <a:pt x="13046" y="-2858"/>
                    <a:pt x="18946" y="23242"/>
                  </a:cubicBezTo>
                  <a:cubicBezTo>
                    <a:pt x="26246" y="56142"/>
                    <a:pt x="52046" y="166842"/>
                    <a:pt x="52046" y="166842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" name="probe-noto-emoji_u1f9e4-part-6"/>
            <p:cNvSpPr/>
            <p:nvPr/>
          </p:nvSpPr>
          <p:spPr>
            <a:xfrm>
              <a:off x="530679" y="735239"/>
              <a:ext cx="44528" cy="167361"/>
            </a:xfrm>
            <a:custGeom>
              <a:avLst/>
              <a:gdLst/>
              <a:ahLst/>
              <a:cxnLst/>
              <a:rect l="0" t="0" r="r" b="b"/>
              <a:pathLst>
                <a:path w="44528" h="167361">
                  <a:moveTo>
                    <a:pt x="33221" y="167361"/>
                  </a:moveTo>
                  <a:cubicBezTo>
                    <a:pt x="33221" y="167361"/>
                    <a:pt x="46321" y="158961"/>
                    <a:pt x="44321" y="136161"/>
                  </a:cubicBezTo>
                  <a:cubicBezTo>
                    <a:pt x="42721" y="118561"/>
                    <a:pt x="28021" y="49261"/>
                    <a:pt x="18521" y="16161"/>
                  </a:cubicBezTo>
                  <a:cubicBezTo>
                    <a:pt x="16921" y="10661"/>
                    <a:pt x="11921" y="-1539"/>
                    <a:pt x="5321" y="161"/>
                  </a:cubicBezTo>
                  <a:cubicBezTo>
                    <a:pt x="-1279" y="1861"/>
                    <a:pt x="-979" y="8861"/>
                    <a:pt x="2121" y="23361"/>
                  </a:cubicBezTo>
                  <a:cubicBezTo>
                    <a:pt x="9021" y="56261"/>
                    <a:pt x="33221" y="167361"/>
                    <a:pt x="33221" y="167361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0" name="probe-noto-emoji_u1f9e4-part-7"/>
            <p:cNvSpPr/>
            <p:nvPr/>
          </p:nvSpPr>
          <p:spPr>
            <a:xfrm>
              <a:off x="457495" y="753899"/>
              <a:ext cx="44413" cy="169501"/>
            </a:xfrm>
            <a:custGeom>
              <a:avLst/>
              <a:gdLst/>
              <a:ahLst/>
              <a:cxnLst/>
              <a:rect l="0" t="0" r="r" b="b"/>
              <a:pathLst>
                <a:path w="44413" h="169501">
                  <a:moveTo>
                    <a:pt x="33105" y="169501"/>
                  </a:moveTo>
                  <a:cubicBezTo>
                    <a:pt x="33105" y="169501"/>
                    <a:pt x="46205" y="161101"/>
                    <a:pt x="44205" y="138301"/>
                  </a:cubicBezTo>
                  <a:cubicBezTo>
                    <a:pt x="42705" y="121301"/>
                    <a:pt x="29005" y="56601"/>
                    <a:pt x="19505" y="22301"/>
                  </a:cubicBezTo>
                  <a:cubicBezTo>
                    <a:pt x="16205" y="10401"/>
                    <a:pt x="14405" y="101"/>
                    <a:pt x="6005" y="1"/>
                  </a:cubicBezTo>
                  <a:cubicBezTo>
                    <a:pt x="-1195" y="-99"/>
                    <a:pt x="-1095" y="11401"/>
                    <a:pt x="2005" y="25501"/>
                  </a:cubicBezTo>
                  <a:cubicBezTo>
                    <a:pt x="4905" y="39601"/>
                    <a:pt x="33105" y="169501"/>
                    <a:pt x="33105" y="169501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1" name="probe-noto-emoji_u1f9e4-part-8"/>
            <p:cNvSpPr/>
            <p:nvPr/>
          </p:nvSpPr>
          <p:spPr>
            <a:xfrm>
              <a:off x="648626" y="338359"/>
              <a:ext cx="591556" cy="865051"/>
            </a:xfrm>
            <a:custGeom>
              <a:avLst/>
              <a:gdLst/>
              <a:ahLst/>
              <a:cxnLst/>
              <a:rect l="0" t="0" r="r" b="b"/>
              <a:pathLst>
                <a:path w="591556" h="865051">
                  <a:moveTo>
                    <a:pt x="19474" y="461941"/>
                  </a:moveTo>
                  <a:cubicBezTo>
                    <a:pt x="23274" y="480141"/>
                    <a:pt x="31874" y="530641"/>
                    <a:pt x="33874" y="548941"/>
                  </a:cubicBezTo>
                  <a:cubicBezTo>
                    <a:pt x="36274" y="572141"/>
                    <a:pt x="35574" y="603341"/>
                    <a:pt x="32774" y="628441"/>
                  </a:cubicBezTo>
                  <a:cubicBezTo>
                    <a:pt x="30674" y="646841"/>
                    <a:pt x="18374" y="722241"/>
                    <a:pt x="12074" y="760641"/>
                  </a:cubicBezTo>
                  <a:cubicBezTo>
                    <a:pt x="9774" y="774341"/>
                    <a:pt x="17274" y="787641"/>
                    <a:pt x="30174" y="792741"/>
                  </a:cubicBezTo>
                  <a:cubicBezTo>
                    <a:pt x="61974" y="805441"/>
                    <a:pt x="126774" y="828741"/>
                    <a:pt x="214274" y="846141"/>
                  </a:cubicBezTo>
                  <a:cubicBezTo>
                    <a:pt x="296974" y="862641"/>
                    <a:pt x="354974" y="865241"/>
                    <a:pt x="385274" y="865041"/>
                  </a:cubicBezTo>
                  <a:cubicBezTo>
                    <a:pt x="399374" y="864941"/>
                    <a:pt x="411374" y="854941"/>
                    <a:pt x="414074" y="841141"/>
                  </a:cubicBezTo>
                  <a:cubicBezTo>
                    <a:pt x="425674" y="780541"/>
                    <a:pt x="460374" y="611641"/>
                    <a:pt x="508974" y="481541"/>
                  </a:cubicBezTo>
                  <a:cubicBezTo>
                    <a:pt x="515374" y="464341"/>
                    <a:pt x="586474" y="258441"/>
                    <a:pt x="586474" y="258441"/>
                  </a:cubicBezTo>
                  <a:cubicBezTo>
                    <a:pt x="597874" y="227741"/>
                    <a:pt x="590374" y="197741"/>
                    <a:pt x="561174" y="185541"/>
                  </a:cubicBezTo>
                  <a:cubicBezTo>
                    <a:pt x="531174" y="172941"/>
                    <a:pt x="508874" y="186841"/>
                    <a:pt x="497274" y="213441"/>
                  </a:cubicBezTo>
                  <a:lnTo>
                    <a:pt x="444074" y="343041"/>
                  </a:lnTo>
                  <a:cubicBezTo>
                    <a:pt x="441874" y="348241"/>
                    <a:pt x="437874" y="349841"/>
                    <a:pt x="434974" y="348741"/>
                  </a:cubicBezTo>
                  <a:cubicBezTo>
                    <a:pt x="432074" y="347641"/>
                    <a:pt x="431874" y="344641"/>
                    <a:pt x="433474" y="338841"/>
                  </a:cubicBezTo>
                  <a:cubicBezTo>
                    <a:pt x="443674" y="300041"/>
                    <a:pt x="483574" y="163041"/>
                    <a:pt x="488574" y="138641"/>
                  </a:cubicBezTo>
                  <a:cubicBezTo>
                    <a:pt x="494474" y="109941"/>
                    <a:pt x="483774" y="83241"/>
                    <a:pt x="452774" y="74841"/>
                  </a:cubicBezTo>
                  <a:cubicBezTo>
                    <a:pt x="421774" y="66541"/>
                    <a:pt x="395974" y="83841"/>
                    <a:pt x="388874" y="109141"/>
                  </a:cubicBezTo>
                  <a:cubicBezTo>
                    <a:pt x="381774" y="134441"/>
                    <a:pt x="331574" y="317941"/>
                    <a:pt x="331574" y="317941"/>
                  </a:cubicBezTo>
                  <a:cubicBezTo>
                    <a:pt x="329974" y="324141"/>
                    <a:pt x="317974" y="322141"/>
                    <a:pt x="320474" y="311641"/>
                  </a:cubicBezTo>
                  <a:lnTo>
                    <a:pt x="369674" y="78041"/>
                  </a:lnTo>
                  <a:cubicBezTo>
                    <a:pt x="377174" y="31741"/>
                    <a:pt x="359074" y="7541"/>
                    <a:pt x="326474" y="1341"/>
                  </a:cubicBezTo>
                  <a:cubicBezTo>
                    <a:pt x="293974" y="-4859"/>
                    <a:pt x="267374" y="9941"/>
                    <a:pt x="259274" y="56241"/>
                  </a:cubicBezTo>
                  <a:cubicBezTo>
                    <a:pt x="259274" y="56241"/>
                    <a:pt x="216974" y="291641"/>
                    <a:pt x="215474" y="298041"/>
                  </a:cubicBezTo>
                  <a:cubicBezTo>
                    <a:pt x="213574" y="305741"/>
                    <a:pt x="201874" y="304641"/>
                    <a:pt x="203774" y="294741"/>
                  </a:cubicBezTo>
                  <a:lnTo>
                    <a:pt x="222374" y="76541"/>
                  </a:lnTo>
                  <a:cubicBezTo>
                    <a:pt x="223274" y="32141"/>
                    <a:pt x="199874" y="16841"/>
                    <a:pt x="171174" y="16441"/>
                  </a:cubicBezTo>
                  <a:cubicBezTo>
                    <a:pt x="131074" y="15941"/>
                    <a:pt x="115074" y="44541"/>
                    <a:pt x="111674" y="83741"/>
                  </a:cubicBezTo>
                  <a:cubicBezTo>
                    <a:pt x="109774" y="106041"/>
                    <a:pt x="91874" y="277841"/>
                    <a:pt x="91874" y="277841"/>
                  </a:cubicBezTo>
                  <a:cubicBezTo>
                    <a:pt x="91874" y="277841"/>
                    <a:pt x="71974" y="252241"/>
                    <a:pt x="45574" y="252941"/>
                  </a:cubicBezTo>
                  <a:cubicBezTo>
                    <a:pt x="32974" y="253241"/>
                    <a:pt x="2274" y="259641"/>
                    <a:pt x="174" y="301441"/>
                  </a:cubicBezTo>
                  <a:cubicBezTo>
                    <a:pt x="-1526" y="331041"/>
                    <a:pt x="9574" y="414141"/>
                    <a:pt x="19474" y="461941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" name="probe-noto-emoji_u1f9e4-part-9"/>
            <p:cNvSpPr/>
            <p:nvPr/>
          </p:nvSpPr>
          <p:spPr>
            <a:xfrm>
              <a:off x="706503" y="594900"/>
              <a:ext cx="33797" cy="229805"/>
            </a:xfrm>
            <a:custGeom>
              <a:avLst/>
              <a:gdLst/>
              <a:ahLst/>
              <a:cxnLst/>
              <a:rect l="0" t="0" r="r" b="b"/>
              <a:pathLst>
                <a:path w="33797" h="229805">
                  <a:moveTo>
                    <a:pt x="3397" y="200500"/>
                  </a:moveTo>
                  <a:cubicBezTo>
                    <a:pt x="-5503" y="137600"/>
                    <a:pt x="5897" y="0"/>
                    <a:pt x="5897" y="0"/>
                  </a:cubicBezTo>
                  <a:cubicBezTo>
                    <a:pt x="19997" y="2800"/>
                    <a:pt x="33797" y="21300"/>
                    <a:pt x="33797" y="21300"/>
                  </a:cubicBezTo>
                  <a:lnTo>
                    <a:pt x="19497" y="227500"/>
                  </a:lnTo>
                  <a:cubicBezTo>
                    <a:pt x="19497" y="227500"/>
                    <a:pt x="9197" y="241500"/>
                    <a:pt x="3397" y="20050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" name="probe-noto-emoji_u1f9e4-part-10"/>
            <p:cNvSpPr/>
            <p:nvPr/>
          </p:nvSpPr>
          <p:spPr>
            <a:xfrm>
              <a:off x="706136" y="972104"/>
              <a:ext cx="40294" cy="173096"/>
            </a:xfrm>
            <a:custGeom>
              <a:avLst/>
              <a:gdLst/>
              <a:ahLst/>
              <a:cxnLst/>
              <a:rect l="0" t="0" r="r" b="b"/>
              <a:pathLst>
                <a:path w="40294" h="173096">
                  <a:moveTo>
                    <a:pt x="12364" y="173096"/>
                  </a:moveTo>
                  <a:cubicBezTo>
                    <a:pt x="12364" y="173096"/>
                    <a:pt x="-1036" y="165196"/>
                    <a:pt x="64" y="142296"/>
                  </a:cubicBezTo>
                  <a:cubicBezTo>
                    <a:pt x="964" y="123896"/>
                    <a:pt x="14964" y="49196"/>
                    <a:pt x="22764" y="17496"/>
                  </a:cubicBezTo>
                  <a:cubicBezTo>
                    <a:pt x="27264" y="-904"/>
                    <a:pt x="32764" y="-204"/>
                    <a:pt x="35164" y="96"/>
                  </a:cubicBezTo>
                  <a:cubicBezTo>
                    <a:pt x="39364" y="496"/>
                    <a:pt x="42264" y="6896"/>
                    <a:pt x="38664" y="27996"/>
                  </a:cubicBezTo>
                  <a:cubicBezTo>
                    <a:pt x="32964" y="61396"/>
                    <a:pt x="12364" y="173096"/>
                    <a:pt x="12364" y="173096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" name="probe-noto-emoji_u1f9e4-part-11"/>
            <p:cNvSpPr/>
            <p:nvPr/>
          </p:nvSpPr>
          <p:spPr>
            <a:xfrm>
              <a:off x="783036" y="996219"/>
              <a:ext cx="40233" cy="173081"/>
            </a:xfrm>
            <a:custGeom>
              <a:avLst/>
              <a:gdLst/>
              <a:ahLst/>
              <a:cxnLst/>
              <a:rect l="0" t="0" r="r" b="b"/>
              <a:pathLst>
                <a:path w="40233" h="173081">
                  <a:moveTo>
                    <a:pt x="12364" y="173081"/>
                  </a:moveTo>
                  <a:cubicBezTo>
                    <a:pt x="12364" y="173081"/>
                    <a:pt x="-1036" y="165181"/>
                    <a:pt x="64" y="142281"/>
                  </a:cubicBezTo>
                  <a:cubicBezTo>
                    <a:pt x="964" y="123881"/>
                    <a:pt x="14664" y="49381"/>
                    <a:pt x="22764" y="17681"/>
                  </a:cubicBezTo>
                  <a:cubicBezTo>
                    <a:pt x="27464" y="-619"/>
                    <a:pt x="32964" y="-219"/>
                    <a:pt x="35364" y="81"/>
                  </a:cubicBezTo>
                  <a:cubicBezTo>
                    <a:pt x="39464" y="681"/>
                    <a:pt x="42064" y="5281"/>
                    <a:pt x="38664" y="27981"/>
                  </a:cubicBezTo>
                  <a:cubicBezTo>
                    <a:pt x="33464" y="61381"/>
                    <a:pt x="12364" y="173081"/>
                    <a:pt x="12364" y="173081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" name="probe-noto-emoji_u1f9e4-part-12"/>
            <p:cNvSpPr/>
            <p:nvPr/>
          </p:nvSpPr>
          <p:spPr>
            <a:xfrm>
              <a:off x="852136" y="1009925"/>
              <a:ext cx="40600" cy="174875"/>
            </a:xfrm>
            <a:custGeom>
              <a:avLst/>
              <a:gdLst/>
              <a:ahLst/>
              <a:cxnLst/>
              <a:rect l="0" t="0" r="r" b="b"/>
              <a:pathLst>
                <a:path w="40600" h="174875">
                  <a:moveTo>
                    <a:pt x="12364" y="174875"/>
                  </a:moveTo>
                  <a:cubicBezTo>
                    <a:pt x="12364" y="174875"/>
                    <a:pt x="-1036" y="166975"/>
                    <a:pt x="64" y="144075"/>
                  </a:cubicBezTo>
                  <a:cubicBezTo>
                    <a:pt x="964" y="125675"/>
                    <a:pt x="19464" y="33975"/>
                    <a:pt x="22764" y="19375"/>
                  </a:cubicBezTo>
                  <a:cubicBezTo>
                    <a:pt x="26064" y="4775"/>
                    <a:pt x="29264" y="-725"/>
                    <a:pt x="34464" y="75"/>
                  </a:cubicBezTo>
                  <a:cubicBezTo>
                    <a:pt x="39664" y="875"/>
                    <a:pt x="42864" y="4975"/>
                    <a:pt x="38664" y="29775"/>
                  </a:cubicBezTo>
                  <a:cubicBezTo>
                    <a:pt x="32964" y="63175"/>
                    <a:pt x="12364" y="174875"/>
                    <a:pt x="12364" y="174875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" name="probe-noto-emoji_u1f9e4-part-13"/>
            <p:cNvSpPr/>
            <p:nvPr/>
          </p:nvSpPr>
          <p:spPr>
            <a:xfrm>
              <a:off x="994900" y="1029777"/>
              <a:ext cx="46996" cy="171723"/>
            </a:xfrm>
            <a:custGeom>
              <a:avLst/>
              <a:gdLst/>
              <a:ahLst/>
              <a:cxnLst/>
              <a:rect l="0" t="0" r="r" b="b"/>
              <a:pathLst>
                <a:path w="46996" h="171723">
                  <a:moveTo>
                    <a:pt x="0" y="171723"/>
                  </a:moveTo>
                  <a:cubicBezTo>
                    <a:pt x="0" y="171723"/>
                    <a:pt x="15400" y="169123"/>
                    <a:pt x="22500" y="147423"/>
                  </a:cubicBezTo>
                  <a:cubicBezTo>
                    <a:pt x="28300" y="129723"/>
                    <a:pt x="43200" y="54223"/>
                    <a:pt x="46700" y="22223"/>
                  </a:cubicBezTo>
                  <a:cubicBezTo>
                    <a:pt x="47500" y="14723"/>
                    <a:pt x="46900" y="1423"/>
                    <a:pt x="42100" y="223"/>
                  </a:cubicBezTo>
                  <a:cubicBezTo>
                    <a:pt x="38100" y="-777"/>
                    <a:pt x="33200" y="523"/>
                    <a:pt x="28100" y="27023"/>
                  </a:cubicBezTo>
                  <a:cubicBezTo>
                    <a:pt x="21900" y="60223"/>
                    <a:pt x="0" y="171723"/>
                    <a:pt x="0" y="171723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37" name="probe-noto-emoji_u1f9e4-part-14"/>
            <p:cNvSpPr/>
            <p:nvPr/>
          </p:nvSpPr>
          <p:spPr>
            <a:xfrm>
              <a:off x="920800" y="1022602"/>
              <a:ext cx="46412" cy="171398"/>
            </a:xfrm>
            <a:custGeom>
              <a:avLst/>
              <a:gdLst/>
              <a:ahLst/>
              <a:cxnLst/>
              <a:rect l="0" t="0" r="r" b="b"/>
              <a:pathLst>
                <a:path w="46412" h="171398">
                  <a:moveTo>
                    <a:pt x="0" y="171398"/>
                  </a:moveTo>
                  <a:cubicBezTo>
                    <a:pt x="0" y="171398"/>
                    <a:pt x="15400" y="168798"/>
                    <a:pt x="22500" y="147098"/>
                  </a:cubicBezTo>
                  <a:cubicBezTo>
                    <a:pt x="29600" y="125398"/>
                    <a:pt x="45700" y="22898"/>
                    <a:pt x="46300" y="14598"/>
                  </a:cubicBezTo>
                  <a:cubicBezTo>
                    <a:pt x="47100" y="2398"/>
                    <a:pt x="43500" y="-902"/>
                    <a:pt x="38900" y="198"/>
                  </a:cubicBezTo>
                  <a:cubicBezTo>
                    <a:pt x="34200" y="1198"/>
                    <a:pt x="30900" y="13198"/>
                    <a:pt x="28200" y="26798"/>
                  </a:cubicBezTo>
                  <a:cubicBezTo>
                    <a:pt x="21600" y="59898"/>
                    <a:pt x="0" y="171398"/>
                    <a:pt x="0" y="171398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38" name="probe-noto-emoji_u1f9e5" descr="野外外套 — Google Noto Emoji contributors; Apache-2.0; original SVG unchanged. Source: https://github.com/googlefonts/noto-emoji/blob/e20cbc2bbec1926686be9f9bee7d1d2cfa1fea0e/2D/svg/emoji_u1f9e5.svg; SVG SHA256: 315db9b0c664d47571b39bbdf7c33ab104e6967f54157268f0b701f05f405795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1280000" cy="1280000"/>
          </a:xfrm>
        </p:grpSpPr>
        <p:sp>
          <p:nvSpPr>
            <p:cNvPr id="39" name="probe-noto-emoji_u1f9e5-part-1"/>
            <p:cNvSpPr/>
            <p:nvPr/>
          </p:nvSpPr>
          <p:spPr>
            <a:xfrm>
              <a:off x="154900" y="102700"/>
              <a:ext cx="963400" cy="1133743"/>
            </a:xfrm>
            <a:custGeom>
              <a:avLst/>
              <a:gdLst/>
              <a:ahLst/>
              <a:cxnLst/>
              <a:rect l="0" t="0" r="r" b="b"/>
              <a:pathLst>
                <a:path w="963400" h="1133743">
                  <a:moveTo>
                    <a:pt x="148100" y="453500"/>
                  </a:moveTo>
                  <a:cubicBezTo>
                    <a:pt x="151100" y="436600"/>
                    <a:pt x="194600" y="369200"/>
                    <a:pt x="199700" y="359000"/>
                  </a:cubicBezTo>
                  <a:cubicBezTo>
                    <a:pt x="204800" y="348800"/>
                    <a:pt x="223100" y="317000"/>
                    <a:pt x="226000" y="317000"/>
                  </a:cubicBezTo>
                  <a:cubicBezTo>
                    <a:pt x="228900" y="317000"/>
                    <a:pt x="242400" y="363400"/>
                    <a:pt x="249100" y="384700"/>
                  </a:cubicBezTo>
                  <a:cubicBezTo>
                    <a:pt x="253400" y="398500"/>
                    <a:pt x="260700" y="420800"/>
                    <a:pt x="264900" y="432000"/>
                  </a:cubicBezTo>
                  <a:cubicBezTo>
                    <a:pt x="266500" y="436300"/>
                    <a:pt x="270300" y="444100"/>
                    <a:pt x="270300" y="444100"/>
                  </a:cubicBezTo>
                  <a:lnTo>
                    <a:pt x="275400" y="465200"/>
                  </a:lnTo>
                  <a:cubicBezTo>
                    <a:pt x="275400" y="465200"/>
                    <a:pt x="266700" y="466700"/>
                    <a:pt x="263000" y="473900"/>
                  </a:cubicBezTo>
                  <a:cubicBezTo>
                    <a:pt x="259300" y="481100"/>
                    <a:pt x="255000" y="507300"/>
                    <a:pt x="255000" y="507300"/>
                  </a:cubicBezTo>
                  <a:lnTo>
                    <a:pt x="247600" y="977400"/>
                  </a:lnTo>
                  <a:lnTo>
                    <a:pt x="190000" y="1042200"/>
                  </a:lnTo>
                  <a:cubicBezTo>
                    <a:pt x="190000" y="1042200"/>
                    <a:pt x="186700" y="1061800"/>
                    <a:pt x="191300" y="1071800"/>
                  </a:cubicBezTo>
                  <a:cubicBezTo>
                    <a:pt x="195900" y="1081800"/>
                    <a:pt x="313800" y="1132600"/>
                    <a:pt x="448900" y="1133700"/>
                  </a:cubicBezTo>
                  <a:cubicBezTo>
                    <a:pt x="584000" y="1134800"/>
                    <a:pt x="613200" y="1114200"/>
                    <a:pt x="613200" y="1114200"/>
                  </a:cubicBezTo>
                  <a:lnTo>
                    <a:pt x="650000" y="1085000"/>
                  </a:lnTo>
                  <a:lnTo>
                    <a:pt x="679200" y="1108800"/>
                  </a:lnTo>
                  <a:cubicBezTo>
                    <a:pt x="679200" y="1108800"/>
                    <a:pt x="713800" y="1099100"/>
                    <a:pt x="750500" y="1077500"/>
                  </a:cubicBezTo>
                  <a:cubicBezTo>
                    <a:pt x="787300" y="1055900"/>
                    <a:pt x="798100" y="1038600"/>
                    <a:pt x="798100" y="1023500"/>
                  </a:cubicBezTo>
                  <a:cubicBezTo>
                    <a:pt x="798100" y="1008400"/>
                    <a:pt x="788400" y="964100"/>
                    <a:pt x="788400" y="964100"/>
                  </a:cubicBezTo>
                  <a:lnTo>
                    <a:pt x="668400" y="512300"/>
                  </a:lnTo>
                  <a:lnTo>
                    <a:pt x="720300" y="459300"/>
                  </a:lnTo>
                  <a:cubicBezTo>
                    <a:pt x="720300" y="459300"/>
                    <a:pt x="718000" y="453300"/>
                    <a:pt x="713900" y="446700"/>
                  </a:cubicBezTo>
                  <a:cubicBezTo>
                    <a:pt x="709800" y="440100"/>
                    <a:pt x="702000" y="432200"/>
                    <a:pt x="702000" y="432200"/>
                  </a:cubicBezTo>
                  <a:lnTo>
                    <a:pt x="707900" y="358600"/>
                  </a:lnTo>
                  <a:cubicBezTo>
                    <a:pt x="707900" y="358600"/>
                    <a:pt x="717300" y="292400"/>
                    <a:pt x="720700" y="291600"/>
                  </a:cubicBezTo>
                  <a:cubicBezTo>
                    <a:pt x="724100" y="290800"/>
                    <a:pt x="753400" y="386800"/>
                    <a:pt x="763500" y="415200"/>
                  </a:cubicBezTo>
                  <a:cubicBezTo>
                    <a:pt x="773600" y="443700"/>
                    <a:pt x="782700" y="466900"/>
                    <a:pt x="785300" y="476700"/>
                  </a:cubicBezTo>
                  <a:cubicBezTo>
                    <a:pt x="789000" y="490900"/>
                    <a:pt x="803900" y="578300"/>
                    <a:pt x="807400" y="599100"/>
                  </a:cubicBezTo>
                  <a:cubicBezTo>
                    <a:pt x="810900" y="619900"/>
                    <a:pt x="821600" y="711800"/>
                    <a:pt x="824000" y="717100"/>
                  </a:cubicBezTo>
                  <a:cubicBezTo>
                    <a:pt x="826400" y="722400"/>
                    <a:pt x="866100" y="727800"/>
                    <a:pt x="866100" y="727800"/>
                  </a:cubicBezTo>
                  <a:lnTo>
                    <a:pt x="963400" y="652500"/>
                  </a:lnTo>
                  <a:lnTo>
                    <a:pt x="955700" y="592600"/>
                  </a:lnTo>
                  <a:lnTo>
                    <a:pt x="850800" y="337900"/>
                  </a:lnTo>
                  <a:lnTo>
                    <a:pt x="732700" y="55800"/>
                  </a:lnTo>
                  <a:cubicBezTo>
                    <a:pt x="732700" y="55800"/>
                    <a:pt x="635300" y="6600"/>
                    <a:pt x="629700" y="5400"/>
                  </a:cubicBezTo>
                  <a:cubicBezTo>
                    <a:pt x="615200" y="2200"/>
                    <a:pt x="591900" y="0"/>
                    <a:pt x="591900" y="0"/>
                  </a:cubicBezTo>
                  <a:lnTo>
                    <a:pt x="351100" y="9700"/>
                  </a:lnTo>
                  <a:cubicBezTo>
                    <a:pt x="351100" y="9700"/>
                    <a:pt x="332200" y="14800"/>
                    <a:pt x="323800" y="17100"/>
                  </a:cubicBezTo>
                  <a:cubicBezTo>
                    <a:pt x="315400" y="19400"/>
                    <a:pt x="192800" y="124100"/>
                    <a:pt x="192100" y="129500"/>
                  </a:cubicBezTo>
                  <a:cubicBezTo>
                    <a:pt x="191400" y="134900"/>
                    <a:pt x="57100" y="402700"/>
                    <a:pt x="57100" y="402700"/>
                  </a:cubicBezTo>
                  <a:cubicBezTo>
                    <a:pt x="57100" y="402700"/>
                    <a:pt x="13100" y="614900"/>
                    <a:pt x="10800" y="624900"/>
                  </a:cubicBezTo>
                  <a:cubicBezTo>
                    <a:pt x="8500" y="634900"/>
                    <a:pt x="0" y="660400"/>
                    <a:pt x="0" y="660400"/>
                  </a:cubicBezTo>
                  <a:lnTo>
                    <a:pt x="15400" y="681200"/>
                  </a:lnTo>
                  <a:cubicBezTo>
                    <a:pt x="15400" y="681200"/>
                    <a:pt x="149700" y="694300"/>
                    <a:pt x="155100" y="685100"/>
                  </a:cubicBezTo>
                  <a:cubicBezTo>
                    <a:pt x="160500" y="675900"/>
                    <a:pt x="156600" y="611000"/>
                    <a:pt x="155100" y="593300"/>
                  </a:cubicBezTo>
                  <a:cubicBezTo>
                    <a:pt x="153600" y="575600"/>
                    <a:pt x="145900" y="466500"/>
                    <a:pt x="148100" y="453500"/>
                  </a:cubicBezTo>
                  <a:lnTo>
                    <a:pt x="148100" y="453500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40" name="probe-noto-emoji_u1f9e5-part-2"/>
            <p:cNvSpPr/>
            <p:nvPr/>
          </p:nvSpPr>
          <p:spPr>
            <a:xfrm>
              <a:off x="344800" y="676948"/>
              <a:ext cx="431600" cy="524676"/>
            </a:xfrm>
            <a:custGeom>
              <a:avLst/>
              <a:gdLst/>
              <a:ahLst/>
              <a:cxnLst/>
              <a:rect l="0" t="0" r="r" b="b"/>
              <a:pathLst>
                <a:path w="431600" h="524676">
                  <a:moveTo>
                    <a:pt x="100" y="467952"/>
                  </a:moveTo>
                  <a:cubicBezTo>
                    <a:pt x="100" y="467952"/>
                    <a:pt x="77100" y="520352"/>
                    <a:pt x="211200" y="524352"/>
                  </a:cubicBezTo>
                  <a:cubicBezTo>
                    <a:pt x="345300" y="528352"/>
                    <a:pt x="431600" y="494052"/>
                    <a:pt x="431600" y="494052"/>
                  </a:cubicBezTo>
                  <a:cubicBezTo>
                    <a:pt x="431600" y="494052"/>
                    <a:pt x="430000" y="426152"/>
                    <a:pt x="429200" y="390252"/>
                  </a:cubicBezTo>
                  <a:cubicBezTo>
                    <a:pt x="428400" y="354352"/>
                    <a:pt x="425200" y="307952"/>
                    <a:pt x="425200" y="307952"/>
                  </a:cubicBezTo>
                  <a:cubicBezTo>
                    <a:pt x="425200" y="307952"/>
                    <a:pt x="338900" y="352652"/>
                    <a:pt x="323000" y="359052"/>
                  </a:cubicBezTo>
                  <a:cubicBezTo>
                    <a:pt x="307100" y="365452"/>
                    <a:pt x="289500" y="356652"/>
                    <a:pt x="287900" y="337452"/>
                  </a:cubicBezTo>
                  <a:cubicBezTo>
                    <a:pt x="286300" y="318252"/>
                    <a:pt x="288700" y="208052"/>
                    <a:pt x="288700" y="208052"/>
                  </a:cubicBezTo>
                  <a:cubicBezTo>
                    <a:pt x="288700" y="208052"/>
                    <a:pt x="267100" y="320652"/>
                    <a:pt x="263900" y="333452"/>
                  </a:cubicBezTo>
                  <a:cubicBezTo>
                    <a:pt x="260700" y="346252"/>
                    <a:pt x="255100" y="354252"/>
                    <a:pt x="235100" y="362252"/>
                  </a:cubicBezTo>
                  <a:cubicBezTo>
                    <a:pt x="215100" y="370252"/>
                    <a:pt x="170400" y="380652"/>
                    <a:pt x="157600" y="383852"/>
                  </a:cubicBezTo>
                  <a:cubicBezTo>
                    <a:pt x="144800" y="387052"/>
                    <a:pt x="133600" y="379852"/>
                    <a:pt x="133600" y="367852"/>
                  </a:cubicBezTo>
                  <a:cubicBezTo>
                    <a:pt x="133600" y="355852"/>
                    <a:pt x="143200" y="337552"/>
                    <a:pt x="143200" y="337552"/>
                  </a:cubicBezTo>
                  <a:lnTo>
                    <a:pt x="257200" y="19452"/>
                  </a:lnTo>
                  <a:cubicBezTo>
                    <a:pt x="257200" y="19452"/>
                    <a:pt x="175100" y="12252"/>
                    <a:pt x="128200" y="4652"/>
                  </a:cubicBezTo>
                  <a:cubicBezTo>
                    <a:pt x="81300" y="-2948"/>
                    <a:pt x="56000" y="1052"/>
                    <a:pt x="56000" y="1052"/>
                  </a:cubicBezTo>
                  <a:cubicBezTo>
                    <a:pt x="56000" y="1052"/>
                    <a:pt x="31500" y="129152"/>
                    <a:pt x="23500" y="214652"/>
                  </a:cubicBezTo>
                  <a:cubicBezTo>
                    <a:pt x="15500" y="300152"/>
                    <a:pt x="5400" y="430352"/>
                    <a:pt x="4600" y="441552"/>
                  </a:cubicBezTo>
                  <a:cubicBezTo>
                    <a:pt x="3800" y="452752"/>
                    <a:pt x="0" y="468152"/>
                    <a:pt x="0" y="468152"/>
                  </a:cubicBezTo>
                  <a:lnTo>
                    <a:pt x="100" y="467952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41" name="probe-noto-emoji_u1f9e5-part-3"/>
            <p:cNvSpPr/>
            <p:nvPr/>
          </p:nvSpPr>
          <p:spPr>
            <a:xfrm>
              <a:off x="367500" y="749592"/>
              <a:ext cx="110400" cy="155308"/>
            </a:xfrm>
            <a:custGeom>
              <a:avLst/>
              <a:gdLst/>
              <a:ahLst/>
              <a:cxnLst/>
              <a:rect l="0" t="0" r="r" b="b"/>
              <a:pathLst>
                <a:path w="110400" h="155308">
                  <a:moveTo>
                    <a:pt x="69700" y="8"/>
                  </a:moveTo>
                  <a:cubicBezTo>
                    <a:pt x="66600" y="408"/>
                    <a:pt x="31600" y="50708"/>
                    <a:pt x="24100" y="60208"/>
                  </a:cubicBezTo>
                  <a:cubicBezTo>
                    <a:pt x="16600" y="69708"/>
                    <a:pt x="8000" y="80308"/>
                    <a:pt x="8000" y="80308"/>
                  </a:cubicBezTo>
                  <a:cubicBezTo>
                    <a:pt x="8000" y="80308"/>
                    <a:pt x="3200" y="113408"/>
                    <a:pt x="2500" y="124408"/>
                  </a:cubicBezTo>
                  <a:cubicBezTo>
                    <a:pt x="1500" y="139408"/>
                    <a:pt x="0" y="155308"/>
                    <a:pt x="0" y="155308"/>
                  </a:cubicBezTo>
                  <a:cubicBezTo>
                    <a:pt x="0" y="155308"/>
                    <a:pt x="32100" y="125908"/>
                    <a:pt x="61200" y="92308"/>
                  </a:cubicBezTo>
                  <a:cubicBezTo>
                    <a:pt x="91300" y="57608"/>
                    <a:pt x="110400" y="37108"/>
                    <a:pt x="110400" y="30108"/>
                  </a:cubicBezTo>
                  <a:cubicBezTo>
                    <a:pt x="110400" y="23108"/>
                    <a:pt x="73800" y="-492"/>
                    <a:pt x="69700" y="8"/>
                  </a:cubicBezTo>
                  <a:lnTo>
                    <a:pt x="69700" y="8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42" name="probe-noto-emoji_u1f9e5-part-4"/>
            <p:cNvSpPr/>
            <p:nvPr/>
          </p:nvSpPr>
          <p:spPr>
            <a:xfrm>
              <a:off x="488004" y="617400"/>
              <a:ext cx="348428" cy="599500"/>
            </a:xfrm>
            <a:custGeom>
              <a:avLst/>
              <a:gdLst/>
              <a:ahLst/>
              <a:cxnLst/>
              <a:rect l="0" t="0" r="r" b="b"/>
              <a:pathLst>
                <a:path w="348428" h="599500">
                  <a:moveTo>
                    <a:pt x="300396" y="56500"/>
                  </a:moveTo>
                  <a:cubicBezTo>
                    <a:pt x="300396" y="56500"/>
                    <a:pt x="309996" y="234200"/>
                    <a:pt x="315296" y="288500"/>
                  </a:cubicBezTo>
                  <a:cubicBezTo>
                    <a:pt x="320596" y="342800"/>
                    <a:pt x="323796" y="427900"/>
                    <a:pt x="331296" y="467300"/>
                  </a:cubicBezTo>
                  <a:cubicBezTo>
                    <a:pt x="338796" y="506700"/>
                    <a:pt x="347596" y="544900"/>
                    <a:pt x="348296" y="562000"/>
                  </a:cubicBezTo>
                  <a:cubicBezTo>
                    <a:pt x="349096" y="580200"/>
                    <a:pt x="345996" y="594100"/>
                    <a:pt x="345996" y="594100"/>
                  </a:cubicBezTo>
                  <a:cubicBezTo>
                    <a:pt x="345996" y="594100"/>
                    <a:pt x="321696" y="596000"/>
                    <a:pt x="312096" y="596000"/>
                  </a:cubicBezTo>
                  <a:cubicBezTo>
                    <a:pt x="302496" y="596000"/>
                    <a:pt x="280096" y="599500"/>
                    <a:pt x="280096" y="599500"/>
                  </a:cubicBezTo>
                  <a:cubicBezTo>
                    <a:pt x="280096" y="599500"/>
                    <a:pt x="287396" y="538100"/>
                    <a:pt x="284796" y="450300"/>
                  </a:cubicBezTo>
                  <a:cubicBezTo>
                    <a:pt x="282196" y="362500"/>
                    <a:pt x="278896" y="339400"/>
                    <a:pt x="278896" y="339400"/>
                  </a:cubicBezTo>
                  <a:cubicBezTo>
                    <a:pt x="278896" y="339400"/>
                    <a:pt x="217096" y="372900"/>
                    <a:pt x="199396" y="381100"/>
                  </a:cubicBezTo>
                  <a:cubicBezTo>
                    <a:pt x="187396" y="386600"/>
                    <a:pt x="163196" y="396000"/>
                    <a:pt x="163196" y="371500"/>
                  </a:cubicBezTo>
                  <a:cubicBezTo>
                    <a:pt x="163196" y="347000"/>
                    <a:pt x="153696" y="137500"/>
                    <a:pt x="153696" y="137500"/>
                  </a:cubicBezTo>
                  <a:cubicBezTo>
                    <a:pt x="153696" y="137500"/>
                    <a:pt x="106796" y="356600"/>
                    <a:pt x="102596" y="369400"/>
                  </a:cubicBezTo>
                  <a:cubicBezTo>
                    <a:pt x="98396" y="382200"/>
                    <a:pt x="97096" y="387800"/>
                    <a:pt x="80696" y="394000"/>
                  </a:cubicBezTo>
                  <a:cubicBezTo>
                    <a:pt x="64296" y="400200"/>
                    <a:pt x="11096" y="419400"/>
                    <a:pt x="4696" y="417300"/>
                  </a:cubicBezTo>
                  <a:cubicBezTo>
                    <a:pt x="-1704" y="415200"/>
                    <a:pt x="296" y="397000"/>
                    <a:pt x="296" y="397000"/>
                  </a:cubicBezTo>
                  <a:lnTo>
                    <a:pt x="124996" y="80900"/>
                  </a:lnTo>
                  <a:lnTo>
                    <a:pt x="107696" y="54500"/>
                  </a:lnTo>
                  <a:cubicBezTo>
                    <a:pt x="107696" y="54500"/>
                    <a:pt x="97396" y="43500"/>
                    <a:pt x="97996" y="33500"/>
                  </a:cubicBezTo>
                  <a:cubicBezTo>
                    <a:pt x="98596" y="23500"/>
                    <a:pt x="117296" y="0"/>
                    <a:pt x="117296" y="0"/>
                  </a:cubicBezTo>
                  <a:lnTo>
                    <a:pt x="192196" y="6800"/>
                  </a:lnTo>
                  <a:cubicBezTo>
                    <a:pt x="192196" y="6800"/>
                    <a:pt x="206496" y="23000"/>
                    <a:pt x="206496" y="31800"/>
                  </a:cubicBezTo>
                  <a:cubicBezTo>
                    <a:pt x="206496" y="40600"/>
                    <a:pt x="197396" y="60800"/>
                    <a:pt x="197396" y="60800"/>
                  </a:cubicBezTo>
                  <a:lnTo>
                    <a:pt x="300596" y="56400"/>
                  </a:lnTo>
                  <a:lnTo>
                    <a:pt x="300396" y="56500"/>
                  </a:lnTo>
                  <a:close/>
                </a:path>
              </a:pathLst>
            </a:custGeom>
            <a:solidFill>
              <a:srgbClr val="A66F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43" name="probe-noto-emoji_u1f9e5-part-5"/>
            <p:cNvSpPr/>
            <p:nvPr/>
          </p:nvSpPr>
          <p:spPr>
            <a:xfrm>
              <a:off x="685100" y="692268"/>
              <a:ext cx="79500" cy="239132"/>
            </a:xfrm>
            <a:custGeom>
              <a:avLst/>
              <a:gdLst/>
              <a:ahLst/>
              <a:cxnLst/>
              <a:rect l="0" t="0" r="r" b="b"/>
              <a:pathLst>
                <a:path w="79500" h="239132">
                  <a:moveTo>
                    <a:pt x="0" y="12032"/>
                  </a:moveTo>
                  <a:cubicBezTo>
                    <a:pt x="0" y="12032"/>
                    <a:pt x="20100" y="1932"/>
                    <a:pt x="34900" y="332"/>
                  </a:cubicBezTo>
                  <a:cubicBezTo>
                    <a:pt x="49700" y="-1268"/>
                    <a:pt x="68200" y="3432"/>
                    <a:pt x="68200" y="3432"/>
                  </a:cubicBezTo>
                  <a:cubicBezTo>
                    <a:pt x="68200" y="3432"/>
                    <a:pt x="72800" y="92232"/>
                    <a:pt x="74500" y="132532"/>
                  </a:cubicBezTo>
                  <a:cubicBezTo>
                    <a:pt x="76300" y="175432"/>
                    <a:pt x="79500" y="239132"/>
                    <a:pt x="79500" y="239132"/>
                  </a:cubicBezTo>
                  <a:lnTo>
                    <a:pt x="8700" y="125932"/>
                  </a:lnTo>
                  <a:lnTo>
                    <a:pt x="0" y="12032"/>
                  </a:lnTo>
                  <a:lnTo>
                    <a:pt x="0" y="12032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44" name="probe-noto-emoji_u1f9e5-part-6"/>
            <p:cNvSpPr/>
            <p:nvPr/>
          </p:nvSpPr>
          <p:spPr>
            <a:xfrm>
              <a:off x="525997" y="708991"/>
              <a:ext cx="57988" cy="57809"/>
            </a:xfrm>
            <a:custGeom>
              <a:avLst/>
              <a:gdLst/>
              <a:ahLst/>
              <a:cxnLst/>
              <a:rect l="0" t="0" r="r" b="b"/>
              <a:pathLst>
                <a:path w="57988" h="57809">
                  <a:moveTo>
                    <a:pt x="29003" y="9"/>
                  </a:moveTo>
                  <a:cubicBezTo>
                    <a:pt x="5103" y="609"/>
                    <a:pt x="-897" y="20109"/>
                    <a:pt x="103" y="32009"/>
                  </a:cubicBezTo>
                  <a:cubicBezTo>
                    <a:pt x="1403" y="46409"/>
                    <a:pt x="15803" y="57809"/>
                    <a:pt x="29003" y="57809"/>
                  </a:cubicBezTo>
                  <a:cubicBezTo>
                    <a:pt x="42203" y="57809"/>
                    <a:pt x="56603" y="48409"/>
                    <a:pt x="57903" y="30209"/>
                  </a:cubicBezTo>
                  <a:cubicBezTo>
                    <a:pt x="59203" y="12009"/>
                    <a:pt x="45303" y="-391"/>
                    <a:pt x="29003" y="9"/>
                  </a:cubicBez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45" name="probe-noto-emoji_u1f9e5-part-7"/>
            <p:cNvSpPr/>
            <p:nvPr/>
          </p:nvSpPr>
          <p:spPr>
            <a:xfrm>
              <a:off x="809000" y="659000"/>
              <a:ext cx="142900" cy="509900"/>
            </a:xfrm>
            <a:custGeom>
              <a:avLst/>
              <a:gdLst/>
              <a:ahLst/>
              <a:cxnLst/>
              <a:rect l="0" t="0" r="r" b="b"/>
              <a:pathLst>
                <a:path w="142900" h="509900">
                  <a:moveTo>
                    <a:pt x="58600" y="509800"/>
                  </a:moveTo>
                  <a:cubicBezTo>
                    <a:pt x="58600" y="509800"/>
                    <a:pt x="91400" y="490800"/>
                    <a:pt x="110400" y="478600"/>
                  </a:cubicBezTo>
                  <a:cubicBezTo>
                    <a:pt x="129400" y="466400"/>
                    <a:pt x="142900" y="454100"/>
                    <a:pt x="142900" y="454100"/>
                  </a:cubicBezTo>
                  <a:cubicBezTo>
                    <a:pt x="142900" y="454100"/>
                    <a:pt x="130200" y="366700"/>
                    <a:pt x="124800" y="336200"/>
                  </a:cubicBezTo>
                  <a:cubicBezTo>
                    <a:pt x="119400" y="305700"/>
                    <a:pt x="104600" y="205100"/>
                    <a:pt x="98300" y="146700"/>
                  </a:cubicBezTo>
                  <a:cubicBezTo>
                    <a:pt x="91600" y="84300"/>
                    <a:pt x="80000" y="0"/>
                    <a:pt x="80000" y="0"/>
                  </a:cubicBezTo>
                  <a:cubicBezTo>
                    <a:pt x="80000" y="0"/>
                    <a:pt x="43800" y="2300"/>
                    <a:pt x="30900" y="6100"/>
                  </a:cubicBezTo>
                  <a:cubicBezTo>
                    <a:pt x="18000" y="9900"/>
                    <a:pt x="0" y="25200"/>
                    <a:pt x="0" y="25200"/>
                  </a:cubicBezTo>
                  <a:cubicBezTo>
                    <a:pt x="0" y="25200"/>
                    <a:pt x="9900" y="213700"/>
                    <a:pt x="17600" y="282200"/>
                  </a:cubicBezTo>
                  <a:cubicBezTo>
                    <a:pt x="25200" y="350700"/>
                    <a:pt x="37400" y="415000"/>
                    <a:pt x="44900" y="439800"/>
                  </a:cubicBezTo>
                  <a:cubicBezTo>
                    <a:pt x="57800" y="482500"/>
                    <a:pt x="58600" y="509900"/>
                    <a:pt x="58600" y="509900"/>
                  </a:cubicBezTo>
                  <a:lnTo>
                    <a:pt x="58600" y="509800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46" name="probe-noto-emoji_u1f9e5-part-8"/>
            <p:cNvSpPr/>
            <p:nvPr/>
          </p:nvSpPr>
          <p:spPr>
            <a:xfrm>
              <a:off x="819998" y="749297"/>
              <a:ext cx="98240" cy="142504"/>
            </a:xfrm>
            <a:custGeom>
              <a:avLst/>
              <a:gdLst/>
              <a:ahLst/>
              <a:cxnLst/>
              <a:rect l="0" t="0" r="r" b="b"/>
              <a:pathLst>
                <a:path w="98240" h="142504">
                  <a:moveTo>
                    <a:pt x="37902" y="3"/>
                  </a:moveTo>
                  <a:cubicBezTo>
                    <a:pt x="37902" y="3"/>
                    <a:pt x="502" y="22703"/>
                    <a:pt x="2" y="28403"/>
                  </a:cubicBezTo>
                  <a:cubicBezTo>
                    <a:pt x="-298" y="32103"/>
                    <a:pt x="28902" y="68003"/>
                    <a:pt x="54202" y="96303"/>
                  </a:cubicBezTo>
                  <a:cubicBezTo>
                    <a:pt x="79502" y="124603"/>
                    <a:pt x="98002" y="142603"/>
                    <a:pt x="98202" y="142503"/>
                  </a:cubicBezTo>
                  <a:cubicBezTo>
                    <a:pt x="99002" y="142103"/>
                    <a:pt x="86802" y="55403"/>
                    <a:pt x="86802" y="55403"/>
                  </a:cubicBezTo>
                  <a:cubicBezTo>
                    <a:pt x="86802" y="55403"/>
                    <a:pt x="42002" y="-497"/>
                    <a:pt x="37802" y="3"/>
                  </a:cubicBezTo>
                  <a:lnTo>
                    <a:pt x="37902" y="3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47" name="probe-noto-emoji_u1f9e5-part-9"/>
            <p:cNvSpPr/>
            <p:nvPr/>
          </p:nvSpPr>
          <p:spPr>
            <a:xfrm>
              <a:off x="675811" y="710185"/>
              <a:ext cx="55521" cy="53186"/>
            </a:xfrm>
            <a:custGeom>
              <a:avLst/>
              <a:gdLst/>
              <a:ahLst/>
              <a:cxnLst/>
              <a:rect l="0" t="0" r="r" b="b"/>
              <a:pathLst>
                <a:path w="55521" h="53186">
                  <a:moveTo>
                    <a:pt x="26289" y="115"/>
                  </a:moveTo>
                  <a:cubicBezTo>
                    <a:pt x="10289" y="615"/>
                    <a:pt x="-2411" y="13315"/>
                    <a:pt x="389" y="29315"/>
                  </a:cubicBezTo>
                  <a:cubicBezTo>
                    <a:pt x="2889" y="43515"/>
                    <a:pt x="11989" y="54715"/>
                    <a:pt x="30689" y="53015"/>
                  </a:cubicBezTo>
                  <a:cubicBezTo>
                    <a:pt x="48289" y="51415"/>
                    <a:pt x="56089" y="40315"/>
                    <a:pt x="55489" y="24315"/>
                  </a:cubicBezTo>
                  <a:cubicBezTo>
                    <a:pt x="55089" y="11615"/>
                    <a:pt x="42789" y="-485"/>
                    <a:pt x="26289" y="15"/>
                  </a:cubicBezTo>
                  <a:lnTo>
                    <a:pt x="26289" y="115"/>
                  </a:ln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48" name="probe-noto-emoji_u1f9e5-part-10"/>
            <p:cNvSpPr/>
            <p:nvPr/>
          </p:nvSpPr>
          <p:spPr>
            <a:xfrm>
              <a:off x="530600" y="51200"/>
              <a:ext cx="198300" cy="122000"/>
            </a:xfrm>
            <a:custGeom>
              <a:avLst/>
              <a:gdLst/>
              <a:ahLst/>
              <a:cxnLst/>
              <a:rect l="0" t="0" r="r" b="b"/>
              <a:pathLst>
                <a:path w="198300" h="122000">
                  <a:moveTo>
                    <a:pt x="10200" y="38700"/>
                  </a:moveTo>
                  <a:lnTo>
                    <a:pt x="0" y="76200"/>
                  </a:lnTo>
                  <a:lnTo>
                    <a:pt x="20400" y="122000"/>
                  </a:lnTo>
                  <a:lnTo>
                    <a:pt x="190000" y="122000"/>
                  </a:lnTo>
                  <a:lnTo>
                    <a:pt x="198300" y="27900"/>
                  </a:lnTo>
                  <a:lnTo>
                    <a:pt x="123300" y="0"/>
                  </a:lnTo>
                  <a:lnTo>
                    <a:pt x="37500" y="10800"/>
                  </a:ln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49" name="probe-noto-emoji_u1f9e5-part-11"/>
            <p:cNvSpPr/>
            <p:nvPr/>
          </p:nvSpPr>
          <p:spPr>
            <a:xfrm>
              <a:off x="542700" y="138900"/>
              <a:ext cx="183700" cy="174700"/>
            </a:xfrm>
            <a:custGeom>
              <a:avLst/>
              <a:gdLst/>
              <a:ahLst/>
              <a:cxnLst/>
              <a:rect l="0" t="0" r="r" b="b"/>
              <a:pathLst>
                <a:path w="183700" h="174700">
                  <a:moveTo>
                    <a:pt x="0" y="26000"/>
                  </a:moveTo>
                  <a:cubicBezTo>
                    <a:pt x="0" y="26000"/>
                    <a:pt x="31800" y="0"/>
                    <a:pt x="90900" y="0"/>
                  </a:cubicBezTo>
                  <a:cubicBezTo>
                    <a:pt x="150000" y="0"/>
                    <a:pt x="183700" y="27300"/>
                    <a:pt x="183700" y="27300"/>
                  </a:cubicBezTo>
                  <a:lnTo>
                    <a:pt x="93500" y="174700"/>
                  </a:lnTo>
                  <a:lnTo>
                    <a:pt x="66200" y="154400"/>
                  </a:lnTo>
                  <a:lnTo>
                    <a:pt x="0" y="26000"/>
                  </a:lnTo>
                  <a:lnTo>
                    <a:pt x="0" y="26000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50" name="probe-noto-emoji_u1f9e5-part-12"/>
            <p:cNvSpPr/>
            <p:nvPr/>
          </p:nvSpPr>
          <p:spPr>
            <a:xfrm>
              <a:off x="172200" y="119600"/>
              <a:ext cx="559908" cy="565500"/>
            </a:xfrm>
            <a:custGeom>
              <a:avLst/>
              <a:gdLst/>
              <a:ahLst/>
              <a:cxnLst/>
              <a:rect l="0" t="0" r="r" b="b"/>
              <a:pathLst>
                <a:path w="559908" h="565500">
                  <a:moveTo>
                    <a:pt x="182900" y="149100"/>
                  </a:moveTo>
                  <a:cubicBezTo>
                    <a:pt x="184500" y="165000"/>
                    <a:pt x="194200" y="171200"/>
                    <a:pt x="224200" y="177900"/>
                  </a:cubicBezTo>
                  <a:cubicBezTo>
                    <a:pt x="254200" y="184600"/>
                    <a:pt x="301800" y="198700"/>
                    <a:pt x="301800" y="198700"/>
                  </a:cubicBezTo>
                  <a:cubicBezTo>
                    <a:pt x="301800" y="198700"/>
                    <a:pt x="278900" y="264500"/>
                    <a:pt x="277100" y="278000"/>
                  </a:cubicBezTo>
                  <a:cubicBezTo>
                    <a:pt x="275300" y="291500"/>
                    <a:pt x="277900" y="309600"/>
                    <a:pt x="295700" y="315700"/>
                  </a:cubicBezTo>
                  <a:cubicBezTo>
                    <a:pt x="313500" y="321800"/>
                    <a:pt x="349400" y="332700"/>
                    <a:pt x="373300" y="340000"/>
                  </a:cubicBezTo>
                  <a:cubicBezTo>
                    <a:pt x="397200" y="347300"/>
                    <a:pt x="470500" y="373100"/>
                    <a:pt x="486200" y="382200"/>
                  </a:cubicBezTo>
                  <a:cubicBezTo>
                    <a:pt x="497500" y="388700"/>
                    <a:pt x="549900" y="419300"/>
                    <a:pt x="555600" y="441300"/>
                  </a:cubicBezTo>
                  <a:cubicBezTo>
                    <a:pt x="560300" y="459600"/>
                    <a:pt x="559900" y="466400"/>
                    <a:pt x="559900" y="466400"/>
                  </a:cubicBezTo>
                  <a:cubicBezTo>
                    <a:pt x="559900" y="466400"/>
                    <a:pt x="468000" y="481700"/>
                    <a:pt x="387700" y="473800"/>
                  </a:cubicBezTo>
                  <a:cubicBezTo>
                    <a:pt x="307400" y="465800"/>
                    <a:pt x="258200" y="448100"/>
                    <a:pt x="258200" y="448100"/>
                  </a:cubicBezTo>
                  <a:cubicBezTo>
                    <a:pt x="258200" y="448100"/>
                    <a:pt x="247900" y="416500"/>
                    <a:pt x="247700" y="415300"/>
                  </a:cubicBezTo>
                  <a:cubicBezTo>
                    <a:pt x="247500" y="414100"/>
                    <a:pt x="249500" y="336000"/>
                    <a:pt x="247900" y="310400"/>
                  </a:cubicBezTo>
                  <a:cubicBezTo>
                    <a:pt x="246300" y="284800"/>
                    <a:pt x="242900" y="247300"/>
                    <a:pt x="231200" y="238700"/>
                  </a:cubicBezTo>
                  <a:cubicBezTo>
                    <a:pt x="219500" y="230100"/>
                    <a:pt x="205600" y="231000"/>
                    <a:pt x="195300" y="246700"/>
                  </a:cubicBezTo>
                  <a:cubicBezTo>
                    <a:pt x="185000" y="262400"/>
                    <a:pt x="168300" y="298000"/>
                    <a:pt x="151400" y="325200"/>
                  </a:cubicBezTo>
                  <a:cubicBezTo>
                    <a:pt x="134500" y="352400"/>
                    <a:pt x="108100" y="388800"/>
                    <a:pt x="106500" y="405700"/>
                  </a:cubicBezTo>
                  <a:cubicBezTo>
                    <a:pt x="104900" y="422600"/>
                    <a:pt x="113500" y="534800"/>
                    <a:pt x="113500" y="534800"/>
                  </a:cubicBezTo>
                  <a:lnTo>
                    <a:pt x="0" y="565500"/>
                  </a:lnTo>
                  <a:cubicBezTo>
                    <a:pt x="0" y="565500"/>
                    <a:pt x="2000" y="480700"/>
                    <a:pt x="700" y="440700"/>
                  </a:cubicBezTo>
                  <a:cubicBezTo>
                    <a:pt x="-600" y="400600"/>
                    <a:pt x="-900" y="367400"/>
                    <a:pt x="9400" y="336500"/>
                  </a:cubicBezTo>
                  <a:cubicBezTo>
                    <a:pt x="23400" y="294400"/>
                    <a:pt x="68900" y="242800"/>
                    <a:pt x="85500" y="216300"/>
                  </a:cubicBezTo>
                  <a:cubicBezTo>
                    <a:pt x="100200" y="192900"/>
                    <a:pt x="127600" y="126800"/>
                    <a:pt x="146900" y="92100"/>
                  </a:cubicBezTo>
                  <a:cubicBezTo>
                    <a:pt x="166200" y="57400"/>
                    <a:pt x="240500" y="27800"/>
                    <a:pt x="263200" y="16500"/>
                  </a:cubicBezTo>
                  <a:cubicBezTo>
                    <a:pt x="285900" y="5200"/>
                    <a:pt x="307200" y="0"/>
                    <a:pt x="307200" y="0"/>
                  </a:cubicBezTo>
                  <a:cubicBezTo>
                    <a:pt x="307200" y="0"/>
                    <a:pt x="282000" y="34300"/>
                    <a:pt x="267100" y="52100"/>
                  </a:cubicBezTo>
                  <a:cubicBezTo>
                    <a:pt x="243100" y="80800"/>
                    <a:pt x="181600" y="131400"/>
                    <a:pt x="183300" y="148900"/>
                  </a:cubicBezTo>
                  <a:lnTo>
                    <a:pt x="182900" y="149100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51" name="probe-noto-emoji_u1f9e5-part-13"/>
            <p:cNvSpPr/>
            <p:nvPr/>
          </p:nvSpPr>
          <p:spPr>
            <a:xfrm>
              <a:off x="749900" y="108438"/>
              <a:ext cx="354000" cy="570662"/>
            </a:xfrm>
            <a:custGeom>
              <a:avLst/>
              <a:gdLst/>
              <a:ahLst/>
              <a:cxnLst/>
              <a:rect l="0" t="0" r="r" b="b"/>
              <a:pathLst>
                <a:path w="354000" h="570662">
                  <a:moveTo>
                    <a:pt x="0" y="356362"/>
                  </a:moveTo>
                  <a:cubicBezTo>
                    <a:pt x="0" y="356362"/>
                    <a:pt x="18800" y="389162"/>
                    <a:pt x="26300" y="413562"/>
                  </a:cubicBezTo>
                  <a:cubicBezTo>
                    <a:pt x="33800" y="437962"/>
                    <a:pt x="37600" y="464662"/>
                    <a:pt x="37600" y="464662"/>
                  </a:cubicBezTo>
                  <a:cubicBezTo>
                    <a:pt x="37600" y="464662"/>
                    <a:pt x="68800" y="453162"/>
                    <a:pt x="83000" y="445962"/>
                  </a:cubicBezTo>
                  <a:cubicBezTo>
                    <a:pt x="97200" y="438762"/>
                    <a:pt x="110500" y="429862"/>
                    <a:pt x="110500" y="429862"/>
                  </a:cubicBezTo>
                  <a:cubicBezTo>
                    <a:pt x="110500" y="429862"/>
                    <a:pt x="115300" y="360562"/>
                    <a:pt x="117300" y="341062"/>
                  </a:cubicBezTo>
                  <a:cubicBezTo>
                    <a:pt x="119300" y="321562"/>
                    <a:pt x="124100" y="290762"/>
                    <a:pt x="124100" y="287362"/>
                  </a:cubicBezTo>
                  <a:cubicBezTo>
                    <a:pt x="124100" y="283962"/>
                    <a:pt x="116300" y="231462"/>
                    <a:pt x="116300" y="222662"/>
                  </a:cubicBezTo>
                  <a:cubicBezTo>
                    <a:pt x="116300" y="213862"/>
                    <a:pt x="119200" y="206262"/>
                    <a:pt x="129000" y="204862"/>
                  </a:cubicBezTo>
                  <a:cubicBezTo>
                    <a:pt x="138800" y="203462"/>
                    <a:pt x="148300" y="211462"/>
                    <a:pt x="156800" y="239562"/>
                  </a:cubicBezTo>
                  <a:cubicBezTo>
                    <a:pt x="165300" y="267662"/>
                    <a:pt x="228500" y="436162"/>
                    <a:pt x="232100" y="456262"/>
                  </a:cubicBezTo>
                  <a:cubicBezTo>
                    <a:pt x="237300" y="485362"/>
                    <a:pt x="247200" y="567762"/>
                    <a:pt x="247200" y="567762"/>
                  </a:cubicBezTo>
                  <a:lnTo>
                    <a:pt x="354000" y="570662"/>
                  </a:lnTo>
                  <a:cubicBezTo>
                    <a:pt x="354000" y="570662"/>
                    <a:pt x="350000" y="509162"/>
                    <a:pt x="338600" y="460162"/>
                  </a:cubicBezTo>
                  <a:cubicBezTo>
                    <a:pt x="327200" y="411162"/>
                    <a:pt x="319600" y="382562"/>
                    <a:pt x="311800" y="356562"/>
                  </a:cubicBezTo>
                  <a:cubicBezTo>
                    <a:pt x="305100" y="334162"/>
                    <a:pt x="232100" y="146462"/>
                    <a:pt x="219600" y="115162"/>
                  </a:cubicBezTo>
                  <a:cubicBezTo>
                    <a:pt x="207100" y="83862"/>
                    <a:pt x="187700" y="62262"/>
                    <a:pt x="163800" y="49162"/>
                  </a:cubicBezTo>
                  <a:cubicBezTo>
                    <a:pt x="139900" y="36062"/>
                    <a:pt x="37000" y="-1738"/>
                    <a:pt x="34700" y="62"/>
                  </a:cubicBezTo>
                  <a:cubicBezTo>
                    <a:pt x="33100" y="1362"/>
                    <a:pt x="74800" y="52862"/>
                    <a:pt x="92000" y="74162"/>
                  </a:cubicBezTo>
                  <a:cubicBezTo>
                    <a:pt x="119000" y="107562"/>
                    <a:pt x="135600" y="130062"/>
                    <a:pt x="136800" y="137662"/>
                  </a:cubicBezTo>
                  <a:cubicBezTo>
                    <a:pt x="138000" y="145262"/>
                    <a:pt x="130000" y="152362"/>
                    <a:pt x="117500" y="159062"/>
                  </a:cubicBezTo>
                  <a:cubicBezTo>
                    <a:pt x="109200" y="163462"/>
                    <a:pt x="40900" y="189762"/>
                    <a:pt x="40900" y="194862"/>
                  </a:cubicBezTo>
                  <a:cubicBezTo>
                    <a:pt x="40900" y="199962"/>
                    <a:pt x="58900" y="222362"/>
                    <a:pt x="66300" y="233162"/>
                  </a:cubicBezTo>
                  <a:cubicBezTo>
                    <a:pt x="73700" y="243962"/>
                    <a:pt x="87500" y="259662"/>
                    <a:pt x="86300" y="269962"/>
                  </a:cubicBezTo>
                  <a:cubicBezTo>
                    <a:pt x="85100" y="280262"/>
                    <a:pt x="52700" y="308662"/>
                    <a:pt x="39000" y="321762"/>
                  </a:cubicBezTo>
                  <a:cubicBezTo>
                    <a:pt x="25300" y="334862"/>
                    <a:pt x="0" y="356462"/>
                    <a:pt x="0" y="356462"/>
                  </a:cubicBezTo>
                  <a:lnTo>
                    <a:pt x="0" y="356362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52" name="probe-noto-emoji_u1f9e5-part-14"/>
            <p:cNvSpPr/>
            <p:nvPr/>
          </p:nvSpPr>
          <p:spPr>
            <a:xfrm>
              <a:off x="400900" y="613800"/>
              <a:ext cx="488200" cy="92170"/>
            </a:xfrm>
            <a:custGeom>
              <a:avLst/>
              <a:gdLst/>
              <a:ahLst/>
              <a:cxnLst/>
              <a:rect l="0" t="0" r="r" b="b"/>
              <a:pathLst>
                <a:path w="488200" h="92170">
                  <a:moveTo>
                    <a:pt x="55900" y="23900"/>
                  </a:moveTo>
                  <a:lnTo>
                    <a:pt x="3200" y="35200"/>
                  </a:lnTo>
                  <a:lnTo>
                    <a:pt x="0" y="64000"/>
                  </a:lnTo>
                  <a:cubicBezTo>
                    <a:pt x="0" y="64000"/>
                    <a:pt x="131600" y="93800"/>
                    <a:pt x="239800" y="92100"/>
                  </a:cubicBezTo>
                  <a:cubicBezTo>
                    <a:pt x="281100" y="91500"/>
                    <a:pt x="319200" y="87400"/>
                    <a:pt x="352400" y="81800"/>
                  </a:cubicBezTo>
                  <a:cubicBezTo>
                    <a:pt x="373000" y="78400"/>
                    <a:pt x="391700" y="74400"/>
                    <a:pt x="408200" y="70300"/>
                  </a:cubicBezTo>
                  <a:cubicBezTo>
                    <a:pt x="458300" y="58000"/>
                    <a:pt x="488200" y="45000"/>
                    <a:pt x="488200" y="45000"/>
                  </a:cubicBezTo>
                  <a:lnTo>
                    <a:pt x="483800" y="17200"/>
                  </a:lnTo>
                  <a:lnTo>
                    <a:pt x="407300" y="0"/>
                  </a:lnTo>
                  <a:lnTo>
                    <a:pt x="320500" y="57900"/>
                  </a:lnTo>
                  <a:cubicBezTo>
                    <a:pt x="320500" y="57900"/>
                    <a:pt x="267400" y="63800"/>
                    <a:pt x="236900" y="64300"/>
                  </a:cubicBezTo>
                  <a:cubicBezTo>
                    <a:pt x="206400" y="64800"/>
                    <a:pt x="157600" y="60500"/>
                    <a:pt x="157600" y="60500"/>
                  </a:cubicBezTo>
                  <a:lnTo>
                    <a:pt x="55900" y="23900"/>
                  </a:lnTo>
                  <a:lnTo>
                    <a:pt x="55900" y="23900"/>
                  </a:lnTo>
                  <a:close/>
                </a:path>
              </a:pathLst>
            </a:custGeom>
            <a:solidFill>
              <a:srgbClr val="A66F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53" name="probe-noto-emoji_u1f9e5-part-15"/>
            <p:cNvSpPr/>
            <p:nvPr/>
          </p:nvSpPr>
          <p:spPr>
            <a:xfrm>
              <a:off x="403067" y="590700"/>
              <a:ext cx="175333" cy="84500"/>
            </a:xfrm>
            <a:custGeom>
              <a:avLst/>
              <a:gdLst/>
              <a:ahLst/>
              <a:cxnLst/>
              <a:rect l="0" t="0" r="r" b="b"/>
              <a:pathLst>
                <a:path w="175333" h="84500">
                  <a:moveTo>
                    <a:pt x="10533" y="0"/>
                  </a:moveTo>
                  <a:cubicBezTo>
                    <a:pt x="10533" y="0"/>
                    <a:pt x="46733" y="13700"/>
                    <a:pt x="82033" y="19200"/>
                  </a:cubicBezTo>
                  <a:cubicBezTo>
                    <a:pt x="124933" y="25800"/>
                    <a:pt x="175333" y="30700"/>
                    <a:pt x="175333" y="30700"/>
                  </a:cubicBezTo>
                  <a:cubicBezTo>
                    <a:pt x="175333" y="30700"/>
                    <a:pt x="151233" y="50600"/>
                    <a:pt x="149833" y="59800"/>
                  </a:cubicBezTo>
                  <a:cubicBezTo>
                    <a:pt x="148433" y="69000"/>
                    <a:pt x="162833" y="84500"/>
                    <a:pt x="162833" y="84500"/>
                  </a:cubicBezTo>
                  <a:cubicBezTo>
                    <a:pt x="162833" y="84500"/>
                    <a:pt x="93133" y="78300"/>
                    <a:pt x="61233" y="73000"/>
                  </a:cubicBezTo>
                  <a:cubicBezTo>
                    <a:pt x="23333" y="66700"/>
                    <a:pt x="933" y="58500"/>
                    <a:pt x="933" y="58500"/>
                  </a:cubicBezTo>
                  <a:cubicBezTo>
                    <a:pt x="933" y="58500"/>
                    <a:pt x="-1867" y="49400"/>
                    <a:pt x="2233" y="28200"/>
                  </a:cubicBezTo>
                  <a:cubicBezTo>
                    <a:pt x="4433" y="16800"/>
                    <a:pt x="10533" y="100"/>
                    <a:pt x="10533" y="100"/>
                  </a:cubicBezTo>
                  <a:lnTo>
                    <a:pt x="10533" y="0"/>
                  </a:ln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54" name="probe-noto-emoji_u1f9e5-part-16"/>
            <p:cNvSpPr/>
            <p:nvPr/>
          </p:nvSpPr>
          <p:spPr>
            <a:xfrm>
              <a:off x="693888" y="561900"/>
              <a:ext cx="193443" cy="110454"/>
            </a:xfrm>
            <a:custGeom>
              <a:avLst/>
              <a:gdLst/>
              <a:ahLst/>
              <a:cxnLst/>
              <a:rect l="0" t="0" r="r" b="b"/>
              <a:pathLst>
                <a:path w="193443" h="110454">
                  <a:moveTo>
                    <a:pt x="12" y="52900"/>
                  </a:moveTo>
                  <a:cubicBezTo>
                    <a:pt x="-988" y="49600"/>
                    <a:pt x="58712" y="48300"/>
                    <a:pt x="105912" y="33100"/>
                  </a:cubicBezTo>
                  <a:cubicBezTo>
                    <a:pt x="153112" y="17900"/>
                    <a:pt x="181312" y="0"/>
                    <a:pt x="181312" y="0"/>
                  </a:cubicBezTo>
                  <a:cubicBezTo>
                    <a:pt x="181312" y="0"/>
                    <a:pt x="191812" y="20000"/>
                    <a:pt x="193012" y="35600"/>
                  </a:cubicBezTo>
                  <a:cubicBezTo>
                    <a:pt x="194512" y="54700"/>
                    <a:pt x="191612" y="70400"/>
                    <a:pt x="191612" y="71700"/>
                  </a:cubicBezTo>
                  <a:cubicBezTo>
                    <a:pt x="191612" y="73000"/>
                    <a:pt x="146112" y="91100"/>
                    <a:pt x="113512" y="98000"/>
                  </a:cubicBezTo>
                  <a:cubicBezTo>
                    <a:pt x="80912" y="104900"/>
                    <a:pt x="29412" y="112800"/>
                    <a:pt x="27612" y="109800"/>
                  </a:cubicBezTo>
                  <a:cubicBezTo>
                    <a:pt x="25812" y="106800"/>
                    <a:pt x="35412" y="86100"/>
                    <a:pt x="34112" y="78500"/>
                  </a:cubicBezTo>
                  <a:cubicBezTo>
                    <a:pt x="32812" y="70900"/>
                    <a:pt x="1112" y="56100"/>
                    <a:pt x="12" y="52900"/>
                  </a:cubicBezTo>
                  <a:lnTo>
                    <a:pt x="12" y="52900"/>
                  </a:ln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55" name="probe-noto-emoji_u1f9e5-part-17"/>
            <p:cNvSpPr/>
            <p:nvPr/>
          </p:nvSpPr>
          <p:spPr>
            <a:xfrm>
              <a:off x="513280" y="43218"/>
              <a:ext cx="251120" cy="540282"/>
            </a:xfrm>
            <a:custGeom>
              <a:avLst/>
              <a:gdLst/>
              <a:ahLst/>
              <a:cxnLst/>
              <a:rect l="0" t="0" r="r" b="b"/>
              <a:pathLst>
                <a:path w="251120" h="540282">
                  <a:moveTo>
                    <a:pt x="231220" y="472382"/>
                  </a:moveTo>
                  <a:cubicBezTo>
                    <a:pt x="218820" y="441082"/>
                    <a:pt x="204020" y="415482"/>
                    <a:pt x="204020" y="415482"/>
                  </a:cubicBezTo>
                  <a:lnTo>
                    <a:pt x="221320" y="178982"/>
                  </a:lnTo>
                  <a:lnTo>
                    <a:pt x="240320" y="72682"/>
                  </a:lnTo>
                  <a:lnTo>
                    <a:pt x="225520" y="34782"/>
                  </a:lnTo>
                  <a:cubicBezTo>
                    <a:pt x="225520" y="34782"/>
                    <a:pt x="202820" y="6882"/>
                    <a:pt x="171020" y="3182"/>
                  </a:cubicBezTo>
                  <a:cubicBezTo>
                    <a:pt x="139220" y="-518"/>
                    <a:pt x="85720" y="-1718"/>
                    <a:pt x="67520" y="3582"/>
                  </a:cubicBezTo>
                  <a:cubicBezTo>
                    <a:pt x="39120" y="11782"/>
                    <a:pt x="15420" y="40582"/>
                    <a:pt x="5420" y="54582"/>
                  </a:cubicBezTo>
                  <a:cubicBezTo>
                    <a:pt x="-4580" y="68582"/>
                    <a:pt x="2320" y="202882"/>
                    <a:pt x="2320" y="202882"/>
                  </a:cubicBezTo>
                  <a:lnTo>
                    <a:pt x="161820" y="421882"/>
                  </a:lnTo>
                  <a:lnTo>
                    <a:pt x="200820" y="461882"/>
                  </a:lnTo>
                  <a:cubicBezTo>
                    <a:pt x="200820" y="461882"/>
                    <a:pt x="220720" y="481782"/>
                    <a:pt x="227120" y="496282"/>
                  </a:cubicBezTo>
                  <a:cubicBezTo>
                    <a:pt x="237520" y="519882"/>
                    <a:pt x="239320" y="540282"/>
                    <a:pt x="239320" y="540282"/>
                  </a:cubicBezTo>
                  <a:lnTo>
                    <a:pt x="251120" y="537582"/>
                  </a:lnTo>
                  <a:cubicBezTo>
                    <a:pt x="251120" y="537582"/>
                    <a:pt x="243720" y="503682"/>
                    <a:pt x="231320" y="472382"/>
                  </a:cubicBezTo>
                  <a:lnTo>
                    <a:pt x="231220" y="472382"/>
                  </a:lnTo>
                  <a:close/>
                  <a:moveTo>
                    <a:pt x="164720" y="190282"/>
                  </a:moveTo>
                  <a:cubicBezTo>
                    <a:pt x="148220" y="218882"/>
                    <a:pt x="115820" y="258882"/>
                    <a:pt x="115820" y="258882"/>
                  </a:cubicBezTo>
                  <a:cubicBezTo>
                    <a:pt x="115820" y="258882"/>
                    <a:pt x="25120" y="115182"/>
                    <a:pt x="33220" y="75882"/>
                  </a:cubicBezTo>
                  <a:cubicBezTo>
                    <a:pt x="40720" y="39582"/>
                    <a:pt x="59020" y="31682"/>
                    <a:pt x="67920" y="25982"/>
                  </a:cubicBezTo>
                  <a:cubicBezTo>
                    <a:pt x="76820" y="20282"/>
                    <a:pt x="162120" y="21282"/>
                    <a:pt x="173620" y="26382"/>
                  </a:cubicBezTo>
                  <a:cubicBezTo>
                    <a:pt x="185020" y="31482"/>
                    <a:pt x="204820" y="52382"/>
                    <a:pt x="203520" y="84882"/>
                  </a:cubicBezTo>
                  <a:cubicBezTo>
                    <a:pt x="201620" y="132582"/>
                    <a:pt x="181320" y="161782"/>
                    <a:pt x="164720" y="190382"/>
                  </a:cubicBezTo>
                  <a:lnTo>
                    <a:pt x="164720" y="190282"/>
                  </a:lnTo>
                  <a:close/>
                </a:path>
              </a:pathLst>
            </a:custGeom>
            <a:solidFill>
              <a:srgbClr val="A66F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56" name="probe-noto-emoji_u1f9e5-part-18"/>
            <p:cNvSpPr/>
            <p:nvPr/>
          </p:nvSpPr>
          <p:spPr>
            <a:xfrm>
              <a:off x="806804" y="100186"/>
              <a:ext cx="88311" cy="47948"/>
            </a:xfrm>
            <a:custGeom>
              <a:avLst/>
              <a:gdLst/>
              <a:ahLst/>
              <a:cxnLst/>
              <a:rect l="0" t="0" r="r" b="b"/>
              <a:pathLst>
                <a:path w="88311" h="47948">
                  <a:moveTo>
                    <a:pt x="3996" y="1414"/>
                  </a:moveTo>
                  <a:cubicBezTo>
                    <a:pt x="-1304" y="4714"/>
                    <a:pt x="196" y="15314"/>
                    <a:pt x="196" y="15314"/>
                  </a:cubicBezTo>
                  <a:cubicBezTo>
                    <a:pt x="196" y="15314"/>
                    <a:pt x="27896" y="26414"/>
                    <a:pt x="42096" y="32314"/>
                  </a:cubicBezTo>
                  <a:cubicBezTo>
                    <a:pt x="56296" y="38214"/>
                    <a:pt x="71196" y="48614"/>
                    <a:pt x="80196" y="47914"/>
                  </a:cubicBezTo>
                  <a:cubicBezTo>
                    <a:pt x="89196" y="47214"/>
                    <a:pt x="92296" y="27814"/>
                    <a:pt x="81196" y="15014"/>
                  </a:cubicBezTo>
                  <a:cubicBezTo>
                    <a:pt x="70096" y="2214"/>
                    <a:pt x="10496" y="-2686"/>
                    <a:pt x="3996" y="1414"/>
                  </a:cubicBezTo>
                  <a:lnTo>
                    <a:pt x="3996" y="1414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57" name="probe-noto-emoji_u1f9e5-part-19"/>
            <p:cNvSpPr/>
            <p:nvPr/>
          </p:nvSpPr>
          <p:spPr>
            <a:xfrm>
              <a:off x="362907" y="118269"/>
              <a:ext cx="79493" cy="55731"/>
            </a:xfrm>
            <a:custGeom>
              <a:avLst/>
              <a:gdLst/>
              <a:ahLst/>
              <a:cxnLst/>
              <a:rect l="0" t="0" r="r" b="b"/>
              <a:pathLst>
                <a:path w="79493" h="55731">
                  <a:moveTo>
                    <a:pt x="71393" y="331"/>
                  </a:moveTo>
                  <a:cubicBezTo>
                    <a:pt x="64293" y="-1669"/>
                    <a:pt x="41993" y="5831"/>
                    <a:pt x="26393" y="11431"/>
                  </a:cubicBezTo>
                  <a:cubicBezTo>
                    <a:pt x="10793" y="17031"/>
                    <a:pt x="1093" y="24931"/>
                    <a:pt x="93" y="31531"/>
                  </a:cubicBezTo>
                  <a:cubicBezTo>
                    <a:pt x="-907" y="38131"/>
                    <a:pt x="6293" y="55731"/>
                    <a:pt x="13993" y="55731"/>
                  </a:cubicBezTo>
                  <a:cubicBezTo>
                    <a:pt x="21693" y="55731"/>
                    <a:pt x="79493" y="21131"/>
                    <a:pt x="79493" y="17331"/>
                  </a:cubicBezTo>
                  <a:cubicBezTo>
                    <a:pt x="79493" y="13531"/>
                    <a:pt x="77793" y="2131"/>
                    <a:pt x="71393" y="331"/>
                  </a:cubicBezTo>
                  <a:lnTo>
                    <a:pt x="71393" y="331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58" name="probe-noto-emoji_u1f9e5-part-20"/>
            <p:cNvSpPr/>
            <p:nvPr/>
          </p:nvSpPr>
          <p:spPr>
            <a:xfrm>
              <a:off x="149229" y="725000"/>
              <a:ext cx="136671" cy="89400"/>
            </a:xfrm>
            <a:custGeom>
              <a:avLst/>
              <a:gdLst/>
              <a:ahLst/>
              <a:cxnLst/>
              <a:rect l="0" t="0" r="r" b="b"/>
              <a:pathLst>
                <a:path w="136671" h="89400">
                  <a:moveTo>
                    <a:pt x="132771" y="0"/>
                  </a:moveTo>
                  <a:cubicBezTo>
                    <a:pt x="132771" y="0"/>
                    <a:pt x="85771" y="4600"/>
                    <a:pt x="56371" y="14700"/>
                  </a:cubicBezTo>
                  <a:cubicBezTo>
                    <a:pt x="26971" y="24800"/>
                    <a:pt x="5571" y="38100"/>
                    <a:pt x="5571" y="38100"/>
                  </a:cubicBezTo>
                  <a:cubicBezTo>
                    <a:pt x="5571" y="38100"/>
                    <a:pt x="1371" y="49600"/>
                    <a:pt x="171" y="61600"/>
                  </a:cubicBezTo>
                  <a:cubicBezTo>
                    <a:pt x="-1029" y="73600"/>
                    <a:pt x="4471" y="86800"/>
                    <a:pt x="4471" y="86800"/>
                  </a:cubicBezTo>
                  <a:lnTo>
                    <a:pt x="61971" y="89400"/>
                  </a:lnTo>
                  <a:lnTo>
                    <a:pt x="136671" y="50800"/>
                  </a:lnTo>
                  <a:lnTo>
                    <a:pt x="132871" y="0"/>
                  </a:lnTo>
                  <a:lnTo>
                    <a:pt x="132771" y="0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59" name="probe-noto-emoji_u1f9e5-part-21"/>
            <p:cNvSpPr/>
            <p:nvPr/>
          </p:nvSpPr>
          <p:spPr>
            <a:xfrm>
              <a:off x="152500" y="771674"/>
              <a:ext cx="157400" cy="70339"/>
            </a:xfrm>
            <a:custGeom>
              <a:avLst/>
              <a:gdLst/>
              <a:ahLst/>
              <a:cxnLst/>
              <a:rect l="0" t="0" r="r" b="b"/>
              <a:pathLst>
                <a:path w="157400" h="70339">
                  <a:moveTo>
                    <a:pt x="54000" y="7426"/>
                  </a:moveTo>
                  <a:cubicBezTo>
                    <a:pt x="18200" y="17026"/>
                    <a:pt x="0" y="36626"/>
                    <a:pt x="0" y="36626"/>
                  </a:cubicBezTo>
                  <a:cubicBezTo>
                    <a:pt x="0" y="36626"/>
                    <a:pt x="10100" y="71126"/>
                    <a:pt x="59000" y="70326"/>
                  </a:cubicBezTo>
                  <a:cubicBezTo>
                    <a:pt x="139400" y="69026"/>
                    <a:pt x="157400" y="16126"/>
                    <a:pt x="157400" y="16126"/>
                  </a:cubicBezTo>
                  <a:cubicBezTo>
                    <a:pt x="157400" y="16126"/>
                    <a:pt x="131700" y="-13374"/>
                    <a:pt x="54000" y="7426"/>
                  </a:cubicBez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60" name="probe-noto-emoji_u1f9e5-part-22"/>
            <p:cNvSpPr/>
            <p:nvPr/>
          </p:nvSpPr>
          <p:spPr>
            <a:xfrm>
              <a:off x="116756" y="647117"/>
              <a:ext cx="206979" cy="104083"/>
            </a:xfrm>
            <a:custGeom>
              <a:avLst/>
              <a:gdLst/>
              <a:ahLst/>
              <a:cxnLst/>
              <a:rect l="0" t="0" r="r" b="b"/>
              <a:pathLst>
                <a:path w="206979" h="104083">
                  <a:moveTo>
                    <a:pt x="141244" y="1183"/>
                  </a:moveTo>
                  <a:cubicBezTo>
                    <a:pt x="141244" y="1183"/>
                    <a:pt x="154044" y="-817"/>
                    <a:pt x="171444" y="383"/>
                  </a:cubicBezTo>
                  <a:cubicBezTo>
                    <a:pt x="188844" y="1583"/>
                    <a:pt x="201944" y="7383"/>
                    <a:pt x="204644" y="18383"/>
                  </a:cubicBezTo>
                  <a:cubicBezTo>
                    <a:pt x="207344" y="29383"/>
                    <a:pt x="209044" y="49883"/>
                    <a:pt x="201944" y="55883"/>
                  </a:cubicBezTo>
                  <a:cubicBezTo>
                    <a:pt x="194844" y="61883"/>
                    <a:pt x="186944" y="59783"/>
                    <a:pt x="170844" y="59283"/>
                  </a:cubicBezTo>
                  <a:cubicBezTo>
                    <a:pt x="151244" y="58683"/>
                    <a:pt x="126544" y="63283"/>
                    <a:pt x="87444" y="75383"/>
                  </a:cubicBezTo>
                  <a:cubicBezTo>
                    <a:pt x="59744" y="83983"/>
                    <a:pt x="32944" y="103983"/>
                    <a:pt x="19344" y="104083"/>
                  </a:cubicBezTo>
                  <a:cubicBezTo>
                    <a:pt x="10544" y="104083"/>
                    <a:pt x="4044" y="100783"/>
                    <a:pt x="1244" y="94283"/>
                  </a:cubicBezTo>
                  <a:cubicBezTo>
                    <a:pt x="-1556" y="87783"/>
                    <a:pt x="1244" y="78383"/>
                    <a:pt x="1244" y="78383"/>
                  </a:cubicBezTo>
                  <a:lnTo>
                    <a:pt x="141344" y="1183"/>
                  </a:lnTo>
                  <a:lnTo>
                    <a:pt x="141244" y="1183"/>
                  </a:lnTo>
                  <a:close/>
                </a:path>
              </a:pathLst>
            </a:custGeom>
            <a:solidFill>
              <a:srgbClr val="A66F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61" name="probe-noto-emoji_u1f9e5-part-23"/>
            <p:cNvSpPr/>
            <p:nvPr/>
          </p:nvSpPr>
          <p:spPr>
            <a:xfrm>
              <a:off x="116652" y="648300"/>
              <a:ext cx="144948" cy="86782"/>
            </a:xfrm>
            <a:custGeom>
              <a:avLst/>
              <a:gdLst/>
              <a:ahLst/>
              <a:cxnLst/>
              <a:rect l="0" t="0" r="r" b="b"/>
              <a:pathLst>
                <a:path w="144948" h="86782">
                  <a:moveTo>
                    <a:pt x="144748" y="37300"/>
                  </a:moveTo>
                  <a:cubicBezTo>
                    <a:pt x="145948" y="33900"/>
                    <a:pt x="141348" y="0"/>
                    <a:pt x="141348" y="0"/>
                  </a:cubicBezTo>
                  <a:cubicBezTo>
                    <a:pt x="141348" y="0"/>
                    <a:pt x="90448" y="9300"/>
                    <a:pt x="53248" y="26800"/>
                  </a:cubicBezTo>
                  <a:cubicBezTo>
                    <a:pt x="16648" y="44000"/>
                    <a:pt x="-1052" y="67700"/>
                    <a:pt x="48" y="84200"/>
                  </a:cubicBezTo>
                  <a:cubicBezTo>
                    <a:pt x="548" y="93000"/>
                    <a:pt x="16548" y="77800"/>
                    <a:pt x="61648" y="61300"/>
                  </a:cubicBezTo>
                  <a:cubicBezTo>
                    <a:pt x="105848" y="45200"/>
                    <a:pt x="143648" y="40600"/>
                    <a:pt x="144848" y="37200"/>
                  </a:cubicBezTo>
                  <a:lnTo>
                    <a:pt x="144748" y="37300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62" name="probe-noto-emoji_u1f9e5-part-24"/>
            <p:cNvSpPr/>
            <p:nvPr/>
          </p:nvSpPr>
          <p:spPr>
            <a:xfrm>
              <a:off x="646000" y="77900"/>
              <a:ext cx="218115" cy="385200"/>
            </a:xfrm>
            <a:custGeom>
              <a:avLst/>
              <a:gdLst/>
              <a:ahLst/>
              <a:cxnLst/>
              <a:rect l="0" t="0" r="r" b="b"/>
              <a:pathLst>
                <a:path w="218115" h="385200">
                  <a:moveTo>
                    <a:pt x="0" y="244100"/>
                  </a:moveTo>
                  <a:lnTo>
                    <a:pt x="73100" y="385200"/>
                  </a:lnTo>
                  <a:cubicBezTo>
                    <a:pt x="73100" y="385200"/>
                    <a:pt x="107200" y="357200"/>
                    <a:pt x="122300" y="342700"/>
                  </a:cubicBezTo>
                  <a:cubicBezTo>
                    <a:pt x="135800" y="329800"/>
                    <a:pt x="169600" y="304500"/>
                    <a:pt x="169600" y="295500"/>
                  </a:cubicBezTo>
                  <a:cubicBezTo>
                    <a:pt x="169600" y="286500"/>
                    <a:pt x="148000" y="263100"/>
                    <a:pt x="136500" y="245200"/>
                  </a:cubicBezTo>
                  <a:cubicBezTo>
                    <a:pt x="125000" y="227300"/>
                    <a:pt x="114900" y="213900"/>
                    <a:pt x="114900" y="213900"/>
                  </a:cubicBezTo>
                  <a:cubicBezTo>
                    <a:pt x="114900" y="213900"/>
                    <a:pt x="166000" y="191800"/>
                    <a:pt x="184400" y="184400"/>
                  </a:cubicBezTo>
                  <a:cubicBezTo>
                    <a:pt x="202800" y="177000"/>
                    <a:pt x="217000" y="172200"/>
                    <a:pt x="218100" y="163300"/>
                  </a:cubicBezTo>
                  <a:cubicBezTo>
                    <a:pt x="219000" y="155600"/>
                    <a:pt x="179700" y="112800"/>
                    <a:pt x="162800" y="91700"/>
                  </a:cubicBezTo>
                  <a:cubicBezTo>
                    <a:pt x="145900" y="70600"/>
                    <a:pt x="120700" y="32700"/>
                    <a:pt x="112800" y="23300"/>
                  </a:cubicBezTo>
                  <a:cubicBezTo>
                    <a:pt x="104900" y="13900"/>
                    <a:pt x="92900" y="0"/>
                    <a:pt x="92900" y="0"/>
                  </a:cubicBezTo>
                  <a:cubicBezTo>
                    <a:pt x="92900" y="0"/>
                    <a:pt x="105700" y="68700"/>
                    <a:pt x="74600" y="129800"/>
                  </a:cubicBezTo>
                  <a:cubicBezTo>
                    <a:pt x="43500" y="190900"/>
                    <a:pt x="200" y="244000"/>
                    <a:pt x="200" y="244000"/>
                  </a:cubicBezTo>
                  <a:lnTo>
                    <a:pt x="0" y="244100"/>
                  </a:ln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63" name="probe-noto-emoji_u1f9e5-part-25"/>
            <p:cNvSpPr/>
            <p:nvPr/>
          </p:nvSpPr>
          <p:spPr>
            <a:xfrm>
              <a:off x="380509" y="97800"/>
              <a:ext cx="333391" cy="407300"/>
            </a:xfrm>
            <a:custGeom>
              <a:avLst/>
              <a:gdLst/>
              <a:ahLst/>
              <a:cxnLst/>
              <a:rect l="0" t="0" r="r" b="b"/>
              <a:pathLst>
                <a:path w="333391" h="407300">
                  <a:moveTo>
                    <a:pt x="138091" y="0"/>
                  </a:moveTo>
                  <a:cubicBezTo>
                    <a:pt x="138091" y="0"/>
                    <a:pt x="125991" y="8300"/>
                    <a:pt x="109691" y="33000"/>
                  </a:cubicBezTo>
                  <a:cubicBezTo>
                    <a:pt x="93391" y="57700"/>
                    <a:pt x="64391" y="93500"/>
                    <a:pt x="45991" y="111400"/>
                  </a:cubicBezTo>
                  <a:cubicBezTo>
                    <a:pt x="27591" y="129300"/>
                    <a:pt x="1691" y="153700"/>
                    <a:pt x="191" y="160400"/>
                  </a:cubicBezTo>
                  <a:cubicBezTo>
                    <a:pt x="-3009" y="175100"/>
                    <a:pt x="34691" y="178800"/>
                    <a:pt x="57091" y="183700"/>
                  </a:cubicBezTo>
                  <a:cubicBezTo>
                    <a:pt x="79491" y="188600"/>
                    <a:pt x="124691" y="198600"/>
                    <a:pt x="124691" y="198600"/>
                  </a:cubicBezTo>
                  <a:cubicBezTo>
                    <a:pt x="124691" y="198600"/>
                    <a:pt x="103691" y="259200"/>
                    <a:pt x="99191" y="273100"/>
                  </a:cubicBezTo>
                  <a:cubicBezTo>
                    <a:pt x="94991" y="285800"/>
                    <a:pt x="89591" y="297600"/>
                    <a:pt x="93691" y="306200"/>
                  </a:cubicBezTo>
                  <a:cubicBezTo>
                    <a:pt x="96891" y="313000"/>
                    <a:pt x="150791" y="329900"/>
                    <a:pt x="174491" y="337300"/>
                  </a:cubicBezTo>
                  <a:cubicBezTo>
                    <a:pt x="198191" y="344700"/>
                    <a:pt x="250491" y="364700"/>
                    <a:pt x="272891" y="374700"/>
                  </a:cubicBezTo>
                  <a:cubicBezTo>
                    <a:pt x="300391" y="386900"/>
                    <a:pt x="333391" y="407300"/>
                    <a:pt x="333391" y="407300"/>
                  </a:cubicBezTo>
                  <a:cubicBezTo>
                    <a:pt x="333391" y="407300"/>
                    <a:pt x="306591" y="355200"/>
                    <a:pt x="282891" y="315200"/>
                  </a:cubicBezTo>
                  <a:cubicBezTo>
                    <a:pt x="259191" y="275200"/>
                    <a:pt x="198091" y="171000"/>
                    <a:pt x="182891" y="139900"/>
                  </a:cubicBezTo>
                  <a:cubicBezTo>
                    <a:pt x="167691" y="108800"/>
                    <a:pt x="135791" y="70300"/>
                    <a:pt x="138091" y="0"/>
                  </a:cubicBez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64" name="probe-noto-emoji_u1f9e5-part-26"/>
            <p:cNvSpPr/>
            <p:nvPr/>
          </p:nvSpPr>
          <p:spPr>
            <a:xfrm>
              <a:off x="664783" y="526278"/>
              <a:ext cx="55304" cy="53105"/>
            </a:xfrm>
            <a:custGeom>
              <a:avLst/>
              <a:gdLst/>
              <a:ahLst/>
              <a:cxnLst/>
              <a:rect l="0" t="0" r="r" b="b"/>
              <a:pathLst>
                <a:path w="55304" h="53105">
                  <a:moveTo>
                    <a:pt x="26017" y="22"/>
                  </a:moveTo>
                  <a:cubicBezTo>
                    <a:pt x="10017" y="722"/>
                    <a:pt x="-1283" y="13122"/>
                    <a:pt x="117" y="29222"/>
                  </a:cubicBezTo>
                  <a:cubicBezTo>
                    <a:pt x="1417" y="44322"/>
                    <a:pt x="11717" y="54622"/>
                    <a:pt x="30417" y="52922"/>
                  </a:cubicBezTo>
                  <a:cubicBezTo>
                    <a:pt x="48017" y="51322"/>
                    <a:pt x="56717" y="40722"/>
                    <a:pt x="55117" y="24822"/>
                  </a:cubicBezTo>
                  <a:cubicBezTo>
                    <a:pt x="53717" y="11222"/>
                    <a:pt x="40917" y="-578"/>
                    <a:pt x="26017" y="22"/>
                  </a:cubicBez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65" name="probe-noto-emoji_u1f9e5-part-27"/>
            <p:cNvSpPr/>
            <p:nvPr/>
          </p:nvSpPr>
          <p:spPr>
            <a:xfrm>
              <a:off x="542984" y="522899"/>
              <a:ext cx="53616" cy="55112"/>
            </a:xfrm>
            <a:custGeom>
              <a:avLst/>
              <a:gdLst/>
              <a:ahLst/>
              <a:cxnLst/>
              <a:rect l="0" t="0" r="r" b="b"/>
              <a:pathLst>
                <a:path w="53616" h="55112">
                  <a:moveTo>
                    <a:pt x="24916" y="1"/>
                  </a:moveTo>
                  <a:cubicBezTo>
                    <a:pt x="5616" y="1"/>
                    <a:pt x="-984" y="18201"/>
                    <a:pt x="116" y="30301"/>
                  </a:cubicBezTo>
                  <a:cubicBezTo>
                    <a:pt x="1216" y="42401"/>
                    <a:pt x="11716" y="54601"/>
                    <a:pt x="28216" y="55101"/>
                  </a:cubicBezTo>
                  <a:cubicBezTo>
                    <a:pt x="44716" y="55601"/>
                    <a:pt x="53616" y="40201"/>
                    <a:pt x="53616" y="27501"/>
                  </a:cubicBezTo>
                  <a:cubicBezTo>
                    <a:pt x="53616" y="14801"/>
                    <a:pt x="42116" y="-99"/>
                    <a:pt x="24916" y="1"/>
                  </a:cubicBezTo>
                  <a:lnTo>
                    <a:pt x="24916" y="1"/>
                  </a:ln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66" name="probe-noto-emoji_u1f9e5-part-28"/>
            <p:cNvSpPr/>
            <p:nvPr/>
          </p:nvSpPr>
          <p:spPr>
            <a:xfrm>
              <a:off x="1004000" y="737633"/>
              <a:ext cx="124584" cy="70867"/>
            </a:xfrm>
            <a:custGeom>
              <a:avLst/>
              <a:gdLst/>
              <a:ahLst/>
              <a:cxnLst/>
              <a:rect l="0" t="0" r="r" b="b"/>
              <a:pathLst>
                <a:path w="124584" h="70867">
                  <a:moveTo>
                    <a:pt x="100" y="2267"/>
                  </a:moveTo>
                  <a:lnTo>
                    <a:pt x="11300" y="70867"/>
                  </a:lnTo>
                  <a:lnTo>
                    <a:pt x="112500" y="65267"/>
                  </a:lnTo>
                  <a:cubicBezTo>
                    <a:pt x="112500" y="65267"/>
                    <a:pt x="120900" y="63967"/>
                    <a:pt x="124100" y="54167"/>
                  </a:cubicBezTo>
                  <a:cubicBezTo>
                    <a:pt x="127300" y="44367"/>
                    <a:pt x="113600" y="11967"/>
                    <a:pt x="113600" y="11967"/>
                  </a:cubicBezTo>
                  <a:cubicBezTo>
                    <a:pt x="113600" y="11967"/>
                    <a:pt x="87000" y="3167"/>
                    <a:pt x="54700" y="767"/>
                  </a:cubicBezTo>
                  <a:cubicBezTo>
                    <a:pt x="22400" y="-1633"/>
                    <a:pt x="0" y="2367"/>
                    <a:pt x="0" y="2367"/>
                  </a:cubicBezTo>
                  <a:lnTo>
                    <a:pt x="100" y="2267"/>
                  </a:lnTo>
                  <a:close/>
                </a:path>
              </a:pathLst>
            </a:custGeom>
            <a:solidFill>
              <a:srgbClr val="D5AA67"/>
            </a:solidFill>
            <a:ln w="8037" cap="flat">
              <a:noFill/>
              <a:prstDash val="solid"/>
              <a:miter/>
            </a:ln>
          </p:spPr>
        </p:sp>
        <p:sp>
          <p:nvSpPr>
            <p:cNvPr id="67" name="probe-noto-emoji_u1f9e5-part-29"/>
            <p:cNvSpPr/>
            <p:nvPr/>
          </p:nvSpPr>
          <p:spPr>
            <a:xfrm>
              <a:off x="978800" y="782639"/>
              <a:ext cx="150576" cy="60629"/>
            </a:xfrm>
            <a:custGeom>
              <a:avLst/>
              <a:gdLst/>
              <a:ahLst/>
              <a:cxnLst/>
              <a:rect l="0" t="0" r="r" b="b"/>
              <a:pathLst>
                <a:path w="150576" h="60629">
                  <a:moveTo>
                    <a:pt x="0" y="37261"/>
                  </a:moveTo>
                  <a:cubicBezTo>
                    <a:pt x="0" y="37261"/>
                    <a:pt x="17200" y="11861"/>
                    <a:pt x="60200" y="3961"/>
                  </a:cubicBezTo>
                  <a:cubicBezTo>
                    <a:pt x="115300" y="-6139"/>
                    <a:pt x="149800" y="6261"/>
                    <a:pt x="149800" y="6261"/>
                  </a:cubicBezTo>
                  <a:cubicBezTo>
                    <a:pt x="149800" y="6261"/>
                    <a:pt x="158100" y="43861"/>
                    <a:pt x="120400" y="53961"/>
                  </a:cubicBezTo>
                  <a:cubicBezTo>
                    <a:pt x="93900" y="61061"/>
                    <a:pt x="49000" y="62961"/>
                    <a:pt x="27600" y="57361"/>
                  </a:cubicBezTo>
                  <a:cubicBezTo>
                    <a:pt x="2400" y="50761"/>
                    <a:pt x="0" y="37261"/>
                    <a:pt x="0" y="37261"/>
                  </a:cubicBezTo>
                  <a:close/>
                </a:path>
              </a:pathLst>
            </a:custGeom>
            <a:solidFill>
              <a:srgbClr val="7A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68" name="probe-noto-emoji_u1f9e5-part-30"/>
            <p:cNvSpPr/>
            <p:nvPr/>
          </p:nvSpPr>
          <p:spPr>
            <a:xfrm>
              <a:off x="949829" y="658500"/>
              <a:ext cx="203871" cy="76307"/>
            </a:xfrm>
            <a:custGeom>
              <a:avLst/>
              <a:gdLst/>
              <a:ahLst/>
              <a:cxnLst/>
              <a:rect l="0" t="0" r="r" b="b"/>
              <a:pathLst>
                <a:path w="203871" h="76307">
                  <a:moveTo>
                    <a:pt x="2571" y="23500"/>
                  </a:moveTo>
                  <a:cubicBezTo>
                    <a:pt x="-3529" y="31800"/>
                    <a:pt x="2471" y="55300"/>
                    <a:pt x="7671" y="70200"/>
                  </a:cubicBezTo>
                  <a:cubicBezTo>
                    <a:pt x="12871" y="85100"/>
                    <a:pt x="42271" y="65800"/>
                    <a:pt x="60471" y="62300"/>
                  </a:cubicBezTo>
                  <a:cubicBezTo>
                    <a:pt x="80071" y="58500"/>
                    <a:pt x="103771" y="58400"/>
                    <a:pt x="127371" y="62900"/>
                  </a:cubicBezTo>
                  <a:cubicBezTo>
                    <a:pt x="150971" y="67400"/>
                    <a:pt x="165371" y="76600"/>
                    <a:pt x="178271" y="76300"/>
                  </a:cubicBezTo>
                  <a:cubicBezTo>
                    <a:pt x="199671" y="75700"/>
                    <a:pt x="203871" y="63300"/>
                    <a:pt x="203871" y="63300"/>
                  </a:cubicBezTo>
                  <a:lnTo>
                    <a:pt x="167171" y="23000"/>
                  </a:lnTo>
                  <a:lnTo>
                    <a:pt x="58671" y="0"/>
                  </a:lnTo>
                  <a:cubicBezTo>
                    <a:pt x="58671" y="0"/>
                    <a:pt x="13671" y="8400"/>
                    <a:pt x="2471" y="23600"/>
                  </a:cubicBezTo>
                  <a:lnTo>
                    <a:pt x="2571" y="23500"/>
                  </a:lnTo>
                  <a:close/>
                </a:path>
              </a:pathLst>
            </a:custGeom>
            <a:solidFill>
              <a:srgbClr val="A66F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69" name="probe-noto-emoji_u1f9e5-part-31"/>
            <p:cNvSpPr/>
            <p:nvPr/>
          </p:nvSpPr>
          <p:spPr>
            <a:xfrm>
              <a:off x="1008700" y="654716"/>
              <a:ext cx="146571" cy="68442"/>
            </a:xfrm>
            <a:custGeom>
              <a:avLst/>
              <a:gdLst/>
              <a:ahLst/>
              <a:cxnLst/>
              <a:rect l="0" t="0" r="r" b="b"/>
              <a:pathLst>
                <a:path w="146571" h="68442">
                  <a:moveTo>
                    <a:pt x="6800" y="48684"/>
                  </a:moveTo>
                  <a:lnTo>
                    <a:pt x="0" y="3784"/>
                  </a:lnTo>
                  <a:cubicBezTo>
                    <a:pt x="0" y="3784"/>
                    <a:pt x="36400" y="-5116"/>
                    <a:pt x="84300" y="4384"/>
                  </a:cubicBezTo>
                  <a:cubicBezTo>
                    <a:pt x="132600" y="13984"/>
                    <a:pt x="152400" y="52684"/>
                    <a:pt x="145100" y="67184"/>
                  </a:cubicBezTo>
                  <a:cubicBezTo>
                    <a:pt x="142300" y="72784"/>
                    <a:pt x="107600" y="58284"/>
                    <a:pt x="70000" y="51284"/>
                  </a:cubicBezTo>
                  <a:cubicBezTo>
                    <a:pt x="27800" y="43384"/>
                    <a:pt x="6800" y="48784"/>
                    <a:pt x="6800" y="48784"/>
                  </a:cubicBezTo>
                  <a:lnTo>
                    <a:pt x="6800" y="48684"/>
                  </a:lnTo>
                  <a:close/>
                </a:path>
              </a:pathLst>
            </a:custGeom>
            <a:solidFill>
              <a:srgbClr val="B7885A"/>
            </a:solidFill>
            <a:ln w="8037" cap="flat">
              <a:noFill/>
              <a:prstDash val="solid"/>
              <a:miter/>
            </a:ln>
          </p:spPr>
        </p:sp>
        <p:sp>
          <p:nvSpPr>
            <p:cNvPr id="70" name="probe-noto-emoji_u1f9e5-part-32"/>
            <p:cNvSpPr/>
            <p:nvPr/>
          </p:nvSpPr>
          <p:spPr>
            <a:xfrm>
              <a:off x="600064" y="592100"/>
              <a:ext cx="79949" cy="75400"/>
            </a:xfrm>
            <a:custGeom>
              <a:avLst/>
              <a:gdLst/>
              <a:ahLst/>
              <a:cxnLst/>
              <a:rect l="0" t="0" r="r" b="b"/>
              <a:pathLst>
                <a:path w="79949" h="75400">
                  <a:moveTo>
                    <a:pt x="79936" y="32100"/>
                  </a:moveTo>
                  <a:cubicBezTo>
                    <a:pt x="80636" y="38400"/>
                    <a:pt x="54136" y="75400"/>
                    <a:pt x="42836" y="75400"/>
                  </a:cubicBezTo>
                  <a:cubicBezTo>
                    <a:pt x="31536" y="75400"/>
                    <a:pt x="2636" y="43400"/>
                    <a:pt x="136" y="35200"/>
                  </a:cubicBezTo>
                  <a:cubicBezTo>
                    <a:pt x="-2364" y="27000"/>
                    <a:pt x="30336" y="0"/>
                    <a:pt x="40336" y="0"/>
                  </a:cubicBezTo>
                  <a:cubicBezTo>
                    <a:pt x="50336" y="0"/>
                    <a:pt x="78636" y="20700"/>
                    <a:pt x="79936" y="32100"/>
                  </a:cubicBezTo>
                  <a:lnTo>
                    <a:pt x="79936" y="32100"/>
                  </a:ln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1" name="probe-noto-emoji_u1f9e5-part-33"/>
            <p:cNvSpPr/>
            <p:nvPr/>
          </p:nvSpPr>
          <p:spPr>
            <a:xfrm>
              <a:off x="487851" y="670800"/>
              <a:ext cx="142649" cy="343917"/>
            </a:xfrm>
            <a:custGeom>
              <a:avLst/>
              <a:gdLst/>
              <a:ahLst/>
              <a:cxnLst/>
              <a:rect l="0" t="0" r="r" b="b"/>
              <a:pathLst>
                <a:path w="142649" h="343917">
                  <a:moveTo>
                    <a:pt x="106549" y="0"/>
                  </a:moveTo>
                  <a:cubicBezTo>
                    <a:pt x="106549" y="0"/>
                    <a:pt x="114749" y="10100"/>
                    <a:pt x="125349" y="17300"/>
                  </a:cubicBezTo>
                  <a:cubicBezTo>
                    <a:pt x="132849" y="22400"/>
                    <a:pt x="142649" y="27800"/>
                    <a:pt x="142649" y="31300"/>
                  </a:cubicBezTo>
                  <a:cubicBezTo>
                    <a:pt x="142649" y="39500"/>
                    <a:pt x="82749" y="317200"/>
                    <a:pt x="80849" y="320300"/>
                  </a:cubicBezTo>
                  <a:cubicBezTo>
                    <a:pt x="78949" y="323400"/>
                    <a:pt x="4249" y="346900"/>
                    <a:pt x="149" y="343600"/>
                  </a:cubicBezTo>
                  <a:cubicBezTo>
                    <a:pt x="-2051" y="341900"/>
                    <a:pt x="20349" y="253600"/>
                    <a:pt x="48849" y="163900"/>
                  </a:cubicBezTo>
                  <a:cubicBezTo>
                    <a:pt x="74249" y="83900"/>
                    <a:pt x="105449" y="3100"/>
                    <a:pt x="106549" y="0"/>
                  </a:cubicBezTo>
                  <a:lnTo>
                    <a:pt x="106549" y="0"/>
                  </a:ln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2" name="probe-noto-emoji_u1f9e5-part-34"/>
            <p:cNvSpPr/>
            <p:nvPr/>
          </p:nvSpPr>
          <p:spPr>
            <a:xfrm>
              <a:off x="657100" y="669500"/>
              <a:ext cx="108300" cy="305500"/>
            </a:xfrm>
            <a:custGeom>
              <a:avLst/>
              <a:gdLst/>
              <a:ahLst/>
              <a:cxnLst/>
              <a:rect l="0" t="0" r="r" b="b"/>
              <a:pathLst>
                <a:path w="108300" h="305500">
                  <a:moveTo>
                    <a:pt x="31700" y="0"/>
                  </a:moveTo>
                  <a:cubicBezTo>
                    <a:pt x="31700" y="0"/>
                    <a:pt x="24500" y="10000"/>
                    <a:pt x="16600" y="17400"/>
                  </a:cubicBezTo>
                  <a:cubicBezTo>
                    <a:pt x="8700" y="24800"/>
                    <a:pt x="0" y="29700"/>
                    <a:pt x="0" y="31600"/>
                  </a:cubicBezTo>
                  <a:cubicBezTo>
                    <a:pt x="0" y="35400"/>
                    <a:pt x="8500" y="138200"/>
                    <a:pt x="13500" y="194100"/>
                  </a:cubicBezTo>
                  <a:cubicBezTo>
                    <a:pt x="18500" y="250000"/>
                    <a:pt x="24000" y="305500"/>
                    <a:pt x="24000" y="305500"/>
                  </a:cubicBezTo>
                  <a:cubicBezTo>
                    <a:pt x="24000" y="305500"/>
                    <a:pt x="59400" y="291000"/>
                    <a:pt x="72900" y="283900"/>
                  </a:cubicBezTo>
                  <a:cubicBezTo>
                    <a:pt x="91500" y="274200"/>
                    <a:pt x="108300" y="262500"/>
                    <a:pt x="108300" y="262500"/>
                  </a:cubicBezTo>
                  <a:cubicBezTo>
                    <a:pt x="108300" y="262500"/>
                    <a:pt x="75600" y="148200"/>
                    <a:pt x="68100" y="118700"/>
                  </a:cubicBezTo>
                  <a:cubicBezTo>
                    <a:pt x="60600" y="89200"/>
                    <a:pt x="31700" y="0"/>
                    <a:pt x="31700" y="0"/>
                  </a:cubicBezTo>
                  <a:close/>
                </a:path>
              </a:pathLst>
            </a:custGeom>
            <a:solidFill>
              <a:srgbClr val="E7BA7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73" name="probe-noto-emoji_u1f9ed" descr="Noto Emoji artwork by Google; Apache License 2.0; preserve full bundled license. Source: https://github.com/googlefonts/noto-emoji/blob/e20cbc2bbec1926686be9f9bee7d1d2cfa1fea0e/2D/svg/emoji_u1f9ed.svg; SVG SHA256: 3b074ca37db6d2d46a6f33c8c99645abc57c4271129385e65bd07ce04767debe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1280000" cy="1280000"/>
          </a:xfrm>
        </p:grpSpPr>
        <p:sp>
          <p:nvSpPr>
            <p:cNvPr id="74" name="probe-noto-emoji_u1f9ed-part-1"/>
            <p:cNvSpPr/>
            <p:nvPr/>
          </p:nvSpPr>
          <p:spPr>
            <a:xfrm>
              <a:off x="987675" y="40000"/>
              <a:ext cx="251938" cy="252200"/>
            </a:xfrm>
            <a:custGeom>
              <a:avLst/>
              <a:gdLst/>
              <a:ahLst/>
              <a:cxnLst/>
              <a:rect l="0" t="0" r="r" b="b"/>
              <a:pathLst>
                <a:path w="251938" h="252200">
                  <a:moveTo>
                    <a:pt x="215025" y="36900"/>
                  </a:moveTo>
                  <a:cubicBezTo>
                    <a:pt x="191225" y="13100"/>
                    <a:pt x="159525" y="0"/>
                    <a:pt x="125925" y="0"/>
                  </a:cubicBezTo>
                  <a:cubicBezTo>
                    <a:pt x="92325" y="0"/>
                    <a:pt x="60625" y="13100"/>
                    <a:pt x="36825" y="36900"/>
                  </a:cubicBezTo>
                  <a:cubicBezTo>
                    <a:pt x="-12275" y="86100"/>
                    <a:pt x="-12275" y="166100"/>
                    <a:pt x="36825" y="215300"/>
                  </a:cubicBezTo>
                  <a:cubicBezTo>
                    <a:pt x="60625" y="239100"/>
                    <a:pt x="92325" y="252200"/>
                    <a:pt x="125925" y="252200"/>
                  </a:cubicBezTo>
                  <a:cubicBezTo>
                    <a:pt x="159625" y="252200"/>
                    <a:pt x="191225" y="239100"/>
                    <a:pt x="215125" y="215300"/>
                  </a:cubicBezTo>
                  <a:cubicBezTo>
                    <a:pt x="264225" y="166100"/>
                    <a:pt x="264225" y="86100"/>
                    <a:pt x="215025" y="36900"/>
                  </a:cubicBezTo>
                  <a:close/>
                  <a:moveTo>
                    <a:pt x="76125" y="76300"/>
                  </a:moveTo>
                  <a:cubicBezTo>
                    <a:pt x="89425" y="63000"/>
                    <a:pt x="107125" y="55700"/>
                    <a:pt x="125825" y="55700"/>
                  </a:cubicBezTo>
                  <a:cubicBezTo>
                    <a:pt x="144525" y="55700"/>
                    <a:pt x="162325" y="63000"/>
                    <a:pt x="175625" y="76300"/>
                  </a:cubicBezTo>
                  <a:cubicBezTo>
                    <a:pt x="203125" y="103800"/>
                    <a:pt x="203125" y="148500"/>
                    <a:pt x="175625" y="175900"/>
                  </a:cubicBezTo>
                  <a:cubicBezTo>
                    <a:pt x="162325" y="189200"/>
                    <a:pt x="144625" y="196500"/>
                    <a:pt x="125825" y="196500"/>
                  </a:cubicBezTo>
                  <a:cubicBezTo>
                    <a:pt x="107025" y="196500"/>
                    <a:pt x="89325" y="189200"/>
                    <a:pt x="76125" y="175900"/>
                  </a:cubicBezTo>
                  <a:cubicBezTo>
                    <a:pt x="48725" y="148500"/>
                    <a:pt x="48725" y="103800"/>
                    <a:pt x="76125" y="7630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75" name="probe-noto-emoji_u1f9ed-part-2"/>
            <p:cNvSpPr/>
            <p:nvPr/>
          </p:nvSpPr>
          <p:spPr>
            <a:xfrm>
              <a:off x="970400" y="154150"/>
              <a:ext cx="155250" cy="155350"/>
            </a:xfrm>
            <a:custGeom>
              <a:avLst/>
              <a:gdLst/>
              <a:ahLst/>
              <a:cxnLst/>
              <a:rect l="0" t="0" r="r" b="b"/>
              <a:pathLst>
                <a:path w="155250" h="155350">
                  <a:moveTo>
                    <a:pt x="84700" y="155350"/>
                  </a:moveTo>
                  <a:lnTo>
                    <a:pt x="0" y="70550"/>
                  </a:lnTo>
                  <a:lnTo>
                    <a:pt x="60400" y="10050"/>
                  </a:lnTo>
                  <a:cubicBezTo>
                    <a:pt x="73800" y="-3350"/>
                    <a:pt x="95500" y="-3350"/>
                    <a:pt x="109000" y="10050"/>
                  </a:cubicBezTo>
                  <a:lnTo>
                    <a:pt x="145200" y="46250"/>
                  </a:lnTo>
                  <a:cubicBezTo>
                    <a:pt x="158600" y="59650"/>
                    <a:pt x="158600" y="81350"/>
                    <a:pt x="145200" y="94750"/>
                  </a:cubicBezTo>
                  <a:lnTo>
                    <a:pt x="84700" y="155350"/>
                  </a:ln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76" name="probe-noto-emoji_u1f9ed-part-3"/>
            <p:cNvSpPr/>
            <p:nvPr/>
          </p:nvSpPr>
          <p:spPr>
            <a:xfrm>
              <a:off x="970400" y="200617"/>
              <a:ext cx="108925" cy="108883"/>
            </a:xfrm>
            <a:custGeom>
              <a:avLst/>
              <a:gdLst/>
              <a:ahLst/>
              <a:cxnLst/>
              <a:rect l="0" t="0" r="r" b="b"/>
              <a:pathLst>
                <a:path w="108925" h="108883">
                  <a:moveTo>
                    <a:pt x="106500" y="86983"/>
                  </a:moveTo>
                  <a:cubicBezTo>
                    <a:pt x="106500" y="86983"/>
                    <a:pt x="119800" y="60283"/>
                    <a:pt x="84100" y="24583"/>
                  </a:cubicBezTo>
                  <a:cubicBezTo>
                    <a:pt x="48400" y="-11117"/>
                    <a:pt x="21400" y="2583"/>
                    <a:pt x="21400" y="2583"/>
                  </a:cubicBezTo>
                  <a:lnTo>
                    <a:pt x="0" y="24083"/>
                  </a:lnTo>
                  <a:lnTo>
                    <a:pt x="84700" y="108883"/>
                  </a:lnTo>
                  <a:lnTo>
                    <a:pt x="106500" y="86983"/>
                  </a:ln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77" name="probe-noto-emoji_u1f9ed-part-4"/>
            <p:cNvSpPr/>
            <p:nvPr/>
          </p:nvSpPr>
          <p:spPr>
            <a:xfrm>
              <a:off x="40400" y="72600"/>
              <a:ext cx="1166600" cy="1167400"/>
            </a:xfrm>
            <a:custGeom>
              <a:avLst/>
              <a:gdLst/>
              <a:ahLst/>
              <a:cxnLst/>
              <a:rect l="0" t="0" r="r" b="b"/>
              <a:pathLst>
                <a:path w="1166600" h="1167400">
                  <a:moveTo>
                    <a:pt x="1166600" y="583700"/>
                  </a:moveTo>
                  <a:cubicBezTo>
                    <a:pt x="1166600" y="595926"/>
                    <a:pt x="1166216" y="608149"/>
                    <a:pt x="1165449" y="620351"/>
                  </a:cubicBezTo>
                  <a:cubicBezTo>
                    <a:pt x="1164682" y="632553"/>
                    <a:pt x="1163532" y="644727"/>
                    <a:pt x="1162001" y="656857"/>
                  </a:cubicBezTo>
                  <a:cubicBezTo>
                    <a:pt x="1160469" y="668987"/>
                    <a:pt x="1158558" y="681065"/>
                    <a:pt x="1156268" y="693074"/>
                  </a:cubicBezTo>
                  <a:cubicBezTo>
                    <a:pt x="1153979" y="705084"/>
                    <a:pt x="1151313" y="717018"/>
                    <a:pt x="1148275" y="728860"/>
                  </a:cubicBezTo>
                  <a:cubicBezTo>
                    <a:pt x="1145236" y="740702"/>
                    <a:pt x="1141827" y="752446"/>
                    <a:pt x="1138051" y="764073"/>
                  </a:cubicBezTo>
                  <a:cubicBezTo>
                    <a:pt x="1134276" y="775701"/>
                    <a:pt x="1130136" y="787207"/>
                    <a:pt x="1125639" y="798574"/>
                  </a:cubicBezTo>
                  <a:cubicBezTo>
                    <a:pt x="1121141" y="809942"/>
                    <a:pt x="1116288" y="821165"/>
                    <a:pt x="1111086" y="832227"/>
                  </a:cubicBezTo>
                  <a:cubicBezTo>
                    <a:pt x="1105884" y="843290"/>
                    <a:pt x="1100336" y="854186"/>
                    <a:pt x="1094450" y="864900"/>
                  </a:cubicBezTo>
                  <a:cubicBezTo>
                    <a:pt x="1088564" y="875613"/>
                    <a:pt x="1082343" y="886139"/>
                    <a:pt x="1075796" y="896462"/>
                  </a:cubicBezTo>
                  <a:cubicBezTo>
                    <a:pt x="1069250" y="906785"/>
                    <a:pt x="1062381" y="916899"/>
                    <a:pt x="1055200" y="926790"/>
                  </a:cubicBezTo>
                  <a:cubicBezTo>
                    <a:pt x="1048018" y="936681"/>
                    <a:pt x="1040528" y="946344"/>
                    <a:pt x="1032740" y="955764"/>
                  </a:cubicBezTo>
                  <a:cubicBezTo>
                    <a:pt x="1024953" y="965185"/>
                    <a:pt x="1016871" y="974358"/>
                    <a:pt x="1008507" y="983270"/>
                  </a:cubicBezTo>
                  <a:cubicBezTo>
                    <a:pt x="1000144" y="992183"/>
                    <a:pt x="991503" y="1000830"/>
                    <a:pt x="982596" y="1009199"/>
                  </a:cubicBezTo>
                  <a:cubicBezTo>
                    <a:pt x="973690" y="1017568"/>
                    <a:pt x="964523" y="1025655"/>
                    <a:pt x="955109" y="1033449"/>
                  </a:cubicBezTo>
                  <a:cubicBezTo>
                    <a:pt x="945696" y="1041242"/>
                    <a:pt x="936039" y="1048737"/>
                    <a:pt x="926155" y="1055923"/>
                  </a:cubicBezTo>
                  <a:cubicBezTo>
                    <a:pt x="916271" y="1063109"/>
                    <a:pt x="906163" y="1069983"/>
                    <a:pt x="895848" y="1076534"/>
                  </a:cubicBezTo>
                  <a:cubicBezTo>
                    <a:pt x="885532" y="1083085"/>
                    <a:pt x="875013" y="1089310"/>
                    <a:pt x="864307" y="1095200"/>
                  </a:cubicBezTo>
                  <a:cubicBezTo>
                    <a:pt x="853601" y="1101090"/>
                    <a:pt x="842712" y="1106642"/>
                    <a:pt x="831657" y="1111848"/>
                  </a:cubicBezTo>
                  <a:cubicBezTo>
                    <a:pt x="820602" y="1117053"/>
                    <a:pt x="809387" y="1121910"/>
                    <a:pt x="798027" y="1126411"/>
                  </a:cubicBezTo>
                  <a:cubicBezTo>
                    <a:pt x="786667" y="1130911"/>
                    <a:pt x="775169" y="1135054"/>
                    <a:pt x="763550" y="1138832"/>
                  </a:cubicBezTo>
                  <a:cubicBezTo>
                    <a:pt x="751930" y="1142610"/>
                    <a:pt x="740195" y="1146022"/>
                    <a:pt x="728361" y="1149062"/>
                  </a:cubicBezTo>
                  <a:cubicBezTo>
                    <a:pt x="716527" y="1152102"/>
                    <a:pt x="704601" y="1154770"/>
                    <a:pt x="692600" y="1157061"/>
                  </a:cubicBezTo>
                  <a:cubicBezTo>
                    <a:pt x="680598" y="1159352"/>
                    <a:pt x="668528" y="1161265"/>
                    <a:pt x="656407" y="1162797"/>
                  </a:cubicBezTo>
                  <a:cubicBezTo>
                    <a:pt x="644286" y="1164330"/>
                    <a:pt x="632119" y="1165481"/>
                    <a:pt x="619926" y="1166248"/>
                  </a:cubicBezTo>
                  <a:cubicBezTo>
                    <a:pt x="607732" y="1167016"/>
                    <a:pt x="595518" y="1167400"/>
                    <a:pt x="583300" y="1167400"/>
                  </a:cubicBezTo>
                  <a:cubicBezTo>
                    <a:pt x="571082" y="1167400"/>
                    <a:pt x="558868" y="1167016"/>
                    <a:pt x="546674" y="1166248"/>
                  </a:cubicBezTo>
                  <a:cubicBezTo>
                    <a:pt x="534481" y="1165481"/>
                    <a:pt x="522314" y="1164330"/>
                    <a:pt x="510193" y="1162797"/>
                  </a:cubicBezTo>
                  <a:cubicBezTo>
                    <a:pt x="498072" y="1161265"/>
                    <a:pt x="486002" y="1159352"/>
                    <a:pt x="474000" y="1157061"/>
                  </a:cubicBezTo>
                  <a:cubicBezTo>
                    <a:pt x="461999" y="1154770"/>
                    <a:pt x="450073" y="1152102"/>
                    <a:pt x="438239" y="1149062"/>
                  </a:cubicBezTo>
                  <a:cubicBezTo>
                    <a:pt x="426405" y="1146022"/>
                    <a:pt x="414670" y="1142610"/>
                    <a:pt x="403050" y="1138832"/>
                  </a:cubicBezTo>
                  <a:cubicBezTo>
                    <a:pt x="391431" y="1135054"/>
                    <a:pt x="379933" y="1130911"/>
                    <a:pt x="368573" y="1126411"/>
                  </a:cubicBezTo>
                  <a:cubicBezTo>
                    <a:pt x="357213" y="1121910"/>
                    <a:pt x="345998" y="1117053"/>
                    <a:pt x="334943" y="1111848"/>
                  </a:cubicBezTo>
                  <a:cubicBezTo>
                    <a:pt x="323888" y="1106642"/>
                    <a:pt x="312999" y="1101090"/>
                    <a:pt x="302293" y="1095200"/>
                  </a:cubicBezTo>
                  <a:cubicBezTo>
                    <a:pt x="291587" y="1089310"/>
                    <a:pt x="281068" y="1083085"/>
                    <a:pt x="270752" y="1076534"/>
                  </a:cubicBezTo>
                  <a:cubicBezTo>
                    <a:pt x="260437" y="1069983"/>
                    <a:pt x="250329" y="1063109"/>
                    <a:pt x="240445" y="1055923"/>
                  </a:cubicBezTo>
                  <a:cubicBezTo>
                    <a:pt x="230561" y="1048737"/>
                    <a:pt x="220904" y="1041242"/>
                    <a:pt x="211491" y="1033449"/>
                  </a:cubicBezTo>
                  <a:cubicBezTo>
                    <a:pt x="202077" y="1025655"/>
                    <a:pt x="192910" y="1017568"/>
                    <a:pt x="184004" y="1009199"/>
                  </a:cubicBezTo>
                  <a:cubicBezTo>
                    <a:pt x="175097" y="1000830"/>
                    <a:pt x="166456" y="992183"/>
                    <a:pt x="158093" y="983270"/>
                  </a:cubicBezTo>
                  <a:cubicBezTo>
                    <a:pt x="149729" y="974358"/>
                    <a:pt x="141647" y="965185"/>
                    <a:pt x="133860" y="955764"/>
                  </a:cubicBezTo>
                  <a:cubicBezTo>
                    <a:pt x="126072" y="946344"/>
                    <a:pt x="118582" y="936681"/>
                    <a:pt x="111400" y="926790"/>
                  </a:cubicBezTo>
                  <a:cubicBezTo>
                    <a:pt x="104219" y="916899"/>
                    <a:pt x="97350" y="906785"/>
                    <a:pt x="90804" y="896462"/>
                  </a:cubicBezTo>
                  <a:cubicBezTo>
                    <a:pt x="84257" y="886139"/>
                    <a:pt x="78036" y="875613"/>
                    <a:pt x="72150" y="864900"/>
                  </a:cubicBezTo>
                  <a:cubicBezTo>
                    <a:pt x="66264" y="854186"/>
                    <a:pt x="60716" y="843290"/>
                    <a:pt x="55514" y="832227"/>
                  </a:cubicBezTo>
                  <a:cubicBezTo>
                    <a:pt x="50312" y="821165"/>
                    <a:pt x="45459" y="809942"/>
                    <a:pt x="40961" y="798574"/>
                  </a:cubicBezTo>
                  <a:cubicBezTo>
                    <a:pt x="36464" y="787207"/>
                    <a:pt x="32324" y="775701"/>
                    <a:pt x="28549" y="764073"/>
                  </a:cubicBezTo>
                  <a:cubicBezTo>
                    <a:pt x="24773" y="752446"/>
                    <a:pt x="21364" y="740702"/>
                    <a:pt x="18325" y="728860"/>
                  </a:cubicBezTo>
                  <a:cubicBezTo>
                    <a:pt x="15287" y="717018"/>
                    <a:pt x="12621" y="705084"/>
                    <a:pt x="10332" y="693074"/>
                  </a:cubicBezTo>
                  <a:cubicBezTo>
                    <a:pt x="8042" y="681065"/>
                    <a:pt x="6131" y="668987"/>
                    <a:pt x="4599" y="656857"/>
                  </a:cubicBezTo>
                  <a:cubicBezTo>
                    <a:pt x="3068" y="644727"/>
                    <a:pt x="1918" y="632553"/>
                    <a:pt x="1151" y="620351"/>
                  </a:cubicBezTo>
                  <a:cubicBezTo>
                    <a:pt x="384" y="608149"/>
                    <a:pt x="0" y="595926"/>
                    <a:pt x="0" y="583700"/>
                  </a:cubicBezTo>
                  <a:cubicBezTo>
                    <a:pt x="0" y="571474"/>
                    <a:pt x="384" y="559251"/>
                    <a:pt x="1151" y="547049"/>
                  </a:cubicBezTo>
                  <a:cubicBezTo>
                    <a:pt x="1918" y="534847"/>
                    <a:pt x="3068" y="522673"/>
                    <a:pt x="4599" y="510543"/>
                  </a:cubicBezTo>
                  <a:cubicBezTo>
                    <a:pt x="6131" y="498413"/>
                    <a:pt x="8042" y="486335"/>
                    <a:pt x="10332" y="474326"/>
                  </a:cubicBezTo>
                  <a:cubicBezTo>
                    <a:pt x="12621" y="462316"/>
                    <a:pt x="15287" y="450382"/>
                    <a:pt x="18325" y="438540"/>
                  </a:cubicBezTo>
                  <a:cubicBezTo>
                    <a:pt x="21364" y="426698"/>
                    <a:pt x="24773" y="414954"/>
                    <a:pt x="28549" y="403327"/>
                  </a:cubicBezTo>
                  <a:cubicBezTo>
                    <a:pt x="32324" y="391699"/>
                    <a:pt x="36464" y="380193"/>
                    <a:pt x="40961" y="368826"/>
                  </a:cubicBezTo>
                  <a:cubicBezTo>
                    <a:pt x="45459" y="357458"/>
                    <a:pt x="50312" y="346235"/>
                    <a:pt x="55514" y="335173"/>
                  </a:cubicBezTo>
                  <a:cubicBezTo>
                    <a:pt x="60716" y="324110"/>
                    <a:pt x="66264" y="313214"/>
                    <a:pt x="72150" y="302500"/>
                  </a:cubicBezTo>
                  <a:cubicBezTo>
                    <a:pt x="78036" y="291787"/>
                    <a:pt x="84257" y="281261"/>
                    <a:pt x="90804" y="270938"/>
                  </a:cubicBezTo>
                  <a:cubicBezTo>
                    <a:pt x="97350" y="260615"/>
                    <a:pt x="104219" y="250501"/>
                    <a:pt x="111400" y="240610"/>
                  </a:cubicBezTo>
                  <a:cubicBezTo>
                    <a:pt x="118582" y="230719"/>
                    <a:pt x="126072" y="221056"/>
                    <a:pt x="133860" y="211636"/>
                  </a:cubicBezTo>
                  <a:cubicBezTo>
                    <a:pt x="141647" y="202215"/>
                    <a:pt x="149729" y="193042"/>
                    <a:pt x="158093" y="184130"/>
                  </a:cubicBezTo>
                  <a:cubicBezTo>
                    <a:pt x="166456" y="175217"/>
                    <a:pt x="175097" y="166570"/>
                    <a:pt x="184004" y="158201"/>
                  </a:cubicBezTo>
                  <a:cubicBezTo>
                    <a:pt x="192910" y="149832"/>
                    <a:pt x="202077" y="141745"/>
                    <a:pt x="211491" y="133951"/>
                  </a:cubicBezTo>
                  <a:cubicBezTo>
                    <a:pt x="220904" y="126158"/>
                    <a:pt x="230561" y="118663"/>
                    <a:pt x="240445" y="111477"/>
                  </a:cubicBezTo>
                  <a:cubicBezTo>
                    <a:pt x="250329" y="104291"/>
                    <a:pt x="260437" y="97417"/>
                    <a:pt x="270752" y="90866"/>
                  </a:cubicBezTo>
                  <a:cubicBezTo>
                    <a:pt x="281068" y="84315"/>
                    <a:pt x="291587" y="78090"/>
                    <a:pt x="302293" y="72200"/>
                  </a:cubicBezTo>
                  <a:cubicBezTo>
                    <a:pt x="312999" y="66310"/>
                    <a:pt x="323888" y="60758"/>
                    <a:pt x="334943" y="55552"/>
                  </a:cubicBezTo>
                  <a:cubicBezTo>
                    <a:pt x="345998" y="50347"/>
                    <a:pt x="357213" y="45490"/>
                    <a:pt x="368573" y="40989"/>
                  </a:cubicBezTo>
                  <a:cubicBezTo>
                    <a:pt x="379933" y="36489"/>
                    <a:pt x="391431" y="32346"/>
                    <a:pt x="403050" y="28568"/>
                  </a:cubicBezTo>
                  <a:cubicBezTo>
                    <a:pt x="414670" y="24790"/>
                    <a:pt x="426405" y="21378"/>
                    <a:pt x="438239" y="18338"/>
                  </a:cubicBezTo>
                  <a:cubicBezTo>
                    <a:pt x="450073" y="15298"/>
                    <a:pt x="461999" y="12630"/>
                    <a:pt x="474000" y="10339"/>
                  </a:cubicBezTo>
                  <a:cubicBezTo>
                    <a:pt x="486002" y="8048"/>
                    <a:pt x="498072" y="6135"/>
                    <a:pt x="510193" y="4603"/>
                  </a:cubicBezTo>
                  <a:cubicBezTo>
                    <a:pt x="522314" y="3070"/>
                    <a:pt x="534481" y="1919"/>
                    <a:pt x="546674" y="1152"/>
                  </a:cubicBezTo>
                  <a:cubicBezTo>
                    <a:pt x="558868" y="384"/>
                    <a:pt x="571082" y="0"/>
                    <a:pt x="583300" y="0"/>
                  </a:cubicBezTo>
                  <a:cubicBezTo>
                    <a:pt x="595518" y="0"/>
                    <a:pt x="607732" y="384"/>
                    <a:pt x="619926" y="1152"/>
                  </a:cubicBezTo>
                  <a:cubicBezTo>
                    <a:pt x="632119" y="1919"/>
                    <a:pt x="644286" y="3070"/>
                    <a:pt x="656407" y="4603"/>
                  </a:cubicBezTo>
                  <a:cubicBezTo>
                    <a:pt x="668528" y="6135"/>
                    <a:pt x="680598" y="8048"/>
                    <a:pt x="692600" y="10339"/>
                  </a:cubicBezTo>
                  <a:cubicBezTo>
                    <a:pt x="704601" y="12630"/>
                    <a:pt x="716527" y="15298"/>
                    <a:pt x="728361" y="18338"/>
                  </a:cubicBezTo>
                  <a:cubicBezTo>
                    <a:pt x="740195" y="21378"/>
                    <a:pt x="751930" y="24790"/>
                    <a:pt x="763550" y="28568"/>
                  </a:cubicBezTo>
                  <a:cubicBezTo>
                    <a:pt x="775169" y="32346"/>
                    <a:pt x="786667" y="36489"/>
                    <a:pt x="798027" y="40989"/>
                  </a:cubicBezTo>
                  <a:cubicBezTo>
                    <a:pt x="809387" y="45490"/>
                    <a:pt x="820602" y="50347"/>
                    <a:pt x="831657" y="55552"/>
                  </a:cubicBezTo>
                  <a:cubicBezTo>
                    <a:pt x="842712" y="60758"/>
                    <a:pt x="853601" y="66310"/>
                    <a:pt x="864307" y="72200"/>
                  </a:cubicBezTo>
                  <a:cubicBezTo>
                    <a:pt x="875013" y="78090"/>
                    <a:pt x="885532" y="84315"/>
                    <a:pt x="895848" y="90866"/>
                  </a:cubicBezTo>
                  <a:cubicBezTo>
                    <a:pt x="906163" y="97417"/>
                    <a:pt x="916271" y="104291"/>
                    <a:pt x="926155" y="111477"/>
                  </a:cubicBezTo>
                  <a:cubicBezTo>
                    <a:pt x="936039" y="118663"/>
                    <a:pt x="945696" y="126158"/>
                    <a:pt x="955109" y="133951"/>
                  </a:cubicBezTo>
                  <a:cubicBezTo>
                    <a:pt x="964523" y="141745"/>
                    <a:pt x="973690" y="149832"/>
                    <a:pt x="982596" y="158201"/>
                  </a:cubicBezTo>
                  <a:cubicBezTo>
                    <a:pt x="991503" y="166570"/>
                    <a:pt x="1000144" y="175217"/>
                    <a:pt x="1008507" y="184130"/>
                  </a:cubicBezTo>
                  <a:cubicBezTo>
                    <a:pt x="1016871" y="193042"/>
                    <a:pt x="1024953" y="202215"/>
                    <a:pt x="1032740" y="211636"/>
                  </a:cubicBezTo>
                  <a:cubicBezTo>
                    <a:pt x="1040528" y="221056"/>
                    <a:pt x="1048018" y="230719"/>
                    <a:pt x="1055200" y="240610"/>
                  </a:cubicBezTo>
                  <a:cubicBezTo>
                    <a:pt x="1062381" y="250501"/>
                    <a:pt x="1069250" y="260615"/>
                    <a:pt x="1075796" y="270938"/>
                  </a:cubicBezTo>
                  <a:cubicBezTo>
                    <a:pt x="1082343" y="281261"/>
                    <a:pt x="1088564" y="291787"/>
                    <a:pt x="1094450" y="302500"/>
                  </a:cubicBezTo>
                  <a:cubicBezTo>
                    <a:pt x="1100336" y="313214"/>
                    <a:pt x="1105884" y="324110"/>
                    <a:pt x="1111086" y="335173"/>
                  </a:cubicBezTo>
                  <a:cubicBezTo>
                    <a:pt x="1116288" y="346235"/>
                    <a:pt x="1121141" y="357458"/>
                    <a:pt x="1125639" y="368826"/>
                  </a:cubicBezTo>
                  <a:cubicBezTo>
                    <a:pt x="1130136" y="380193"/>
                    <a:pt x="1134276" y="391699"/>
                    <a:pt x="1138051" y="403327"/>
                  </a:cubicBezTo>
                  <a:cubicBezTo>
                    <a:pt x="1141827" y="414954"/>
                    <a:pt x="1145236" y="426698"/>
                    <a:pt x="1148275" y="438540"/>
                  </a:cubicBezTo>
                  <a:cubicBezTo>
                    <a:pt x="1151313" y="450382"/>
                    <a:pt x="1153979" y="462316"/>
                    <a:pt x="1156268" y="474326"/>
                  </a:cubicBezTo>
                  <a:cubicBezTo>
                    <a:pt x="1158558" y="486335"/>
                    <a:pt x="1160469" y="498413"/>
                    <a:pt x="1162001" y="510543"/>
                  </a:cubicBezTo>
                  <a:cubicBezTo>
                    <a:pt x="1163532" y="522673"/>
                    <a:pt x="1164682" y="534847"/>
                    <a:pt x="1165449" y="547049"/>
                  </a:cubicBezTo>
                  <a:cubicBezTo>
                    <a:pt x="1166216" y="559251"/>
                    <a:pt x="1166600" y="571474"/>
                    <a:pt x="1166600" y="583700"/>
                  </a:cubicBez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78" name="probe-noto-emoji_u1f9ed-part-5"/>
            <p:cNvSpPr/>
            <p:nvPr/>
          </p:nvSpPr>
          <p:spPr>
            <a:xfrm>
              <a:off x="150800" y="183100"/>
              <a:ext cx="945800" cy="946400"/>
            </a:xfrm>
            <a:custGeom>
              <a:avLst/>
              <a:gdLst/>
              <a:ahLst/>
              <a:cxnLst/>
              <a:rect l="0" t="0" r="r" b="b"/>
              <a:pathLst>
                <a:path w="945800" h="946400">
                  <a:moveTo>
                    <a:pt x="945800" y="473200"/>
                  </a:moveTo>
                  <a:cubicBezTo>
                    <a:pt x="945800" y="483111"/>
                    <a:pt x="945489" y="493021"/>
                    <a:pt x="944867" y="502912"/>
                  </a:cubicBezTo>
                  <a:cubicBezTo>
                    <a:pt x="944245" y="512804"/>
                    <a:pt x="943312" y="522674"/>
                    <a:pt x="942071" y="532508"/>
                  </a:cubicBezTo>
                  <a:cubicBezTo>
                    <a:pt x="940830" y="542341"/>
                    <a:pt x="939280" y="552133"/>
                    <a:pt x="937424" y="561869"/>
                  </a:cubicBezTo>
                  <a:cubicBezTo>
                    <a:pt x="935568" y="571605"/>
                    <a:pt x="933406" y="581280"/>
                    <a:pt x="930943" y="590880"/>
                  </a:cubicBezTo>
                  <a:cubicBezTo>
                    <a:pt x="928480" y="600480"/>
                    <a:pt x="925716" y="610000"/>
                    <a:pt x="922655" y="619427"/>
                  </a:cubicBezTo>
                  <a:cubicBezTo>
                    <a:pt x="919594" y="628853"/>
                    <a:pt x="916238" y="638181"/>
                    <a:pt x="912591" y="647397"/>
                  </a:cubicBezTo>
                  <a:cubicBezTo>
                    <a:pt x="908945" y="656612"/>
                    <a:pt x="905010" y="665711"/>
                    <a:pt x="900793" y="674679"/>
                  </a:cubicBezTo>
                  <a:cubicBezTo>
                    <a:pt x="896575" y="683647"/>
                    <a:pt x="892077" y="692480"/>
                    <a:pt x="887305" y="701166"/>
                  </a:cubicBezTo>
                  <a:cubicBezTo>
                    <a:pt x="882534" y="709851"/>
                    <a:pt x="877490" y="718385"/>
                    <a:pt x="872183" y="726753"/>
                  </a:cubicBezTo>
                  <a:cubicBezTo>
                    <a:pt x="866875" y="735122"/>
                    <a:pt x="861306" y="743321"/>
                    <a:pt x="855484" y="751340"/>
                  </a:cubicBezTo>
                  <a:cubicBezTo>
                    <a:pt x="849662" y="759359"/>
                    <a:pt x="843590" y="767192"/>
                    <a:pt x="837276" y="774829"/>
                  </a:cubicBezTo>
                  <a:cubicBezTo>
                    <a:pt x="830962" y="782466"/>
                    <a:pt x="824410" y="789903"/>
                    <a:pt x="817629" y="797128"/>
                  </a:cubicBezTo>
                  <a:cubicBezTo>
                    <a:pt x="810849" y="804353"/>
                    <a:pt x="803843" y="811363"/>
                    <a:pt x="796622" y="818148"/>
                  </a:cubicBezTo>
                  <a:cubicBezTo>
                    <a:pt x="789402" y="824933"/>
                    <a:pt x="781970" y="831489"/>
                    <a:pt x="774338" y="837807"/>
                  </a:cubicBezTo>
                  <a:cubicBezTo>
                    <a:pt x="766706" y="844125"/>
                    <a:pt x="758877" y="850201"/>
                    <a:pt x="750864" y="856027"/>
                  </a:cubicBezTo>
                  <a:cubicBezTo>
                    <a:pt x="742850" y="861853"/>
                    <a:pt x="734656" y="867425"/>
                    <a:pt x="726292" y="872736"/>
                  </a:cubicBezTo>
                  <a:cubicBezTo>
                    <a:pt x="717929" y="878047"/>
                    <a:pt x="709401" y="883093"/>
                    <a:pt x="700721" y="887868"/>
                  </a:cubicBezTo>
                  <a:cubicBezTo>
                    <a:pt x="692041" y="892643"/>
                    <a:pt x="683214" y="897144"/>
                    <a:pt x="674251" y="901364"/>
                  </a:cubicBezTo>
                  <a:cubicBezTo>
                    <a:pt x="665289" y="905584"/>
                    <a:pt x="656196" y="909522"/>
                    <a:pt x="646986" y="913170"/>
                  </a:cubicBezTo>
                  <a:cubicBezTo>
                    <a:pt x="637776" y="916819"/>
                    <a:pt x="628455" y="920177"/>
                    <a:pt x="619034" y="923240"/>
                  </a:cubicBezTo>
                  <a:cubicBezTo>
                    <a:pt x="609614" y="926303"/>
                    <a:pt x="600099" y="929069"/>
                    <a:pt x="590505" y="931534"/>
                  </a:cubicBezTo>
                  <a:cubicBezTo>
                    <a:pt x="580911" y="933998"/>
                    <a:pt x="571242" y="936161"/>
                    <a:pt x="561513" y="938018"/>
                  </a:cubicBezTo>
                  <a:cubicBezTo>
                    <a:pt x="551783" y="939876"/>
                    <a:pt x="541997" y="941426"/>
                    <a:pt x="532170" y="942669"/>
                  </a:cubicBezTo>
                  <a:cubicBezTo>
                    <a:pt x="522343" y="943911"/>
                    <a:pt x="512479" y="944844"/>
                    <a:pt x="502594" y="945466"/>
                  </a:cubicBezTo>
                  <a:cubicBezTo>
                    <a:pt x="492708" y="946089"/>
                    <a:pt x="482805" y="946400"/>
                    <a:pt x="472900" y="946400"/>
                  </a:cubicBezTo>
                  <a:cubicBezTo>
                    <a:pt x="462995" y="946400"/>
                    <a:pt x="453092" y="946089"/>
                    <a:pt x="443206" y="945466"/>
                  </a:cubicBezTo>
                  <a:cubicBezTo>
                    <a:pt x="433321" y="944844"/>
                    <a:pt x="423457" y="943911"/>
                    <a:pt x="413630" y="942669"/>
                  </a:cubicBezTo>
                  <a:cubicBezTo>
                    <a:pt x="403803" y="941426"/>
                    <a:pt x="394017" y="939876"/>
                    <a:pt x="384287" y="938018"/>
                  </a:cubicBezTo>
                  <a:cubicBezTo>
                    <a:pt x="374558" y="936161"/>
                    <a:pt x="364889" y="933998"/>
                    <a:pt x="355295" y="931534"/>
                  </a:cubicBezTo>
                  <a:cubicBezTo>
                    <a:pt x="345701" y="929069"/>
                    <a:pt x="336186" y="926303"/>
                    <a:pt x="326766" y="923240"/>
                  </a:cubicBezTo>
                  <a:cubicBezTo>
                    <a:pt x="317345" y="920177"/>
                    <a:pt x="308024" y="916819"/>
                    <a:pt x="298814" y="913170"/>
                  </a:cubicBezTo>
                  <a:cubicBezTo>
                    <a:pt x="289604" y="909522"/>
                    <a:pt x="280511" y="905584"/>
                    <a:pt x="271549" y="901364"/>
                  </a:cubicBezTo>
                  <a:cubicBezTo>
                    <a:pt x="262586" y="897144"/>
                    <a:pt x="253759" y="892643"/>
                    <a:pt x="245079" y="887868"/>
                  </a:cubicBezTo>
                  <a:cubicBezTo>
                    <a:pt x="236399" y="883093"/>
                    <a:pt x="227871" y="878047"/>
                    <a:pt x="219508" y="872736"/>
                  </a:cubicBezTo>
                  <a:cubicBezTo>
                    <a:pt x="211144" y="867425"/>
                    <a:pt x="202950" y="861853"/>
                    <a:pt x="194936" y="856027"/>
                  </a:cubicBezTo>
                  <a:cubicBezTo>
                    <a:pt x="186923" y="850201"/>
                    <a:pt x="179094" y="844125"/>
                    <a:pt x="171462" y="837807"/>
                  </a:cubicBezTo>
                  <a:cubicBezTo>
                    <a:pt x="163830" y="831489"/>
                    <a:pt x="156398" y="824933"/>
                    <a:pt x="149178" y="818148"/>
                  </a:cubicBezTo>
                  <a:cubicBezTo>
                    <a:pt x="141957" y="811363"/>
                    <a:pt x="134951" y="804353"/>
                    <a:pt x="128171" y="797128"/>
                  </a:cubicBezTo>
                  <a:cubicBezTo>
                    <a:pt x="121390" y="789903"/>
                    <a:pt x="114838" y="782466"/>
                    <a:pt x="108524" y="774829"/>
                  </a:cubicBezTo>
                  <a:cubicBezTo>
                    <a:pt x="102210" y="767192"/>
                    <a:pt x="96138" y="759359"/>
                    <a:pt x="90316" y="751340"/>
                  </a:cubicBezTo>
                  <a:cubicBezTo>
                    <a:pt x="84494" y="743321"/>
                    <a:pt x="78925" y="735122"/>
                    <a:pt x="73617" y="726753"/>
                  </a:cubicBezTo>
                  <a:cubicBezTo>
                    <a:pt x="68310" y="718385"/>
                    <a:pt x="63266" y="709851"/>
                    <a:pt x="58495" y="701166"/>
                  </a:cubicBezTo>
                  <a:cubicBezTo>
                    <a:pt x="53723" y="692480"/>
                    <a:pt x="49225" y="683647"/>
                    <a:pt x="45007" y="674679"/>
                  </a:cubicBezTo>
                  <a:cubicBezTo>
                    <a:pt x="40790" y="665711"/>
                    <a:pt x="36855" y="656612"/>
                    <a:pt x="33209" y="647397"/>
                  </a:cubicBezTo>
                  <a:cubicBezTo>
                    <a:pt x="29562" y="638181"/>
                    <a:pt x="26206" y="628853"/>
                    <a:pt x="23145" y="619427"/>
                  </a:cubicBezTo>
                  <a:cubicBezTo>
                    <a:pt x="20084" y="610000"/>
                    <a:pt x="17320" y="600480"/>
                    <a:pt x="14857" y="590880"/>
                  </a:cubicBezTo>
                  <a:cubicBezTo>
                    <a:pt x="12394" y="581280"/>
                    <a:pt x="10232" y="571605"/>
                    <a:pt x="8376" y="561869"/>
                  </a:cubicBezTo>
                  <a:cubicBezTo>
                    <a:pt x="6520" y="552133"/>
                    <a:pt x="4970" y="542341"/>
                    <a:pt x="3729" y="532508"/>
                  </a:cubicBezTo>
                  <a:cubicBezTo>
                    <a:pt x="2488" y="522674"/>
                    <a:pt x="1555" y="512804"/>
                    <a:pt x="933" y="502912"/>
                  </a:cubicBezTo>
                  <a:cubicBezTo>
                    <a:pt x="311" y="493021"/>
                    <a:pt x="0" y="483111"/>
                    <a:pt x="0" y="473200"/>
                  </a:cubicBezTo>
                  <a:cubicBezTo>
                    <a:pt x="0" y="463289"/>
                    <a:pt x="311" y="453379"/>
                    <a:pt x="933" y="443488"/>
                  </a:cubicBezTo>
                  <a:cubicBezTo>
                    <a:pt x="1555" y="433596"/>
                    <a:pt x="2488" y="423726"/>
                    <a:pt x="3729" y="413892"/>
                  </a:cubicBezTo>
                  <a:cubicBezTo>
                    <a:pt x="4970" y="404059"/>
                    <a:pt x="6520" y="394267"/>
                    <a:pt x="8376" y="384531"/>
                  </a:cubicBezTo>
                  <a:cubicBezTo>
                    <a:pt x="10232" y="374795"/>
                    <a:pt x="12394" y="365120"/>
                    <a:pt x="14857" y="355520"/>
                  </a:cubicBezTo>
                  <a:cubicBezTo>
                    <a:pt x="17320" y="345920"/>
                    <a:pt x="20084" y="336400"/>
                    <a:pt x="23145" y="326973"/>
                  </a:cubicBezTo>
                  <a:cubicBezTo>
                    <a:pt x="26206" y="317547"/>
                    <a:pt x="29562" y="308219"/>
                    <a:pt x="33209" y="299003"/>
                  </a:cubicBezTo>
                  <a:cubicBezTo>
                    <a:pt x="36855" y="289788"/>
                    <a:pt x="40790" y="280689"/>
                    <a:pt x="45007" y="271721"/>
                  </a:cubicBezTo>
                  <a:cubicBezTo>
                    <a:pt x="49225" y="262753"/>
                    <a:pt x="53723" y="253920"/>
                    <a:pt x="58495" y="245234"/>
                  </a:cubicBezTo>
                  <a:cubicBezTo>
                    <a:pt x="63266" y="236549"/>
                    <a:pt x="68310" y="228015"/>
                    <a:pt x="73617" y="219647"/>
                  </a:cubicBezTo>
                  <a:cubicBezTo>
                    <a:pt x="78925" y="211278"/>
                    <a:pt x="84494" y="203079"/>
                    <a:pt x="90316" y="195060"/>
                  </a:cubicBezTo>
                  <a:cubicBezTo>
                    <a:pt x="96138" y="187041"/>
                    <a:pt x="102210" y="179208"/>
                    <a:pt x="108524" y="171571"/>
                  </a:cubicBezTo>
                  <a:cubicBezTo>
                    <a:pt x="114838" y="163934"/>
                    <a:pt x="121390" y="156497"/>
                    <a:pt x="128171" y="149272"/>
                  </a:cubicBezTo>
                  <a:cubicBezTo>
                    <a:pt x="134951" y="142047"/>
                    <a:pt x="141957" y="135037"/>
                    <a:pt x="149178" y="128252"/>
                  </a:cubicBezTo>
                  <a:cubicBezTo>
                    <a:pt x="156398" y="121467"/>
                    <a:pt x="163830" y="114911"/>
                    <a:pt x="171462" y="108593"/>
                  </a:cubicBezTo>
                  <a:cubicBezTo>
                    <a:pt x="179094" y="102275"/>
                    <a:pt x="186923" y="96199"/>
                    <a:pt x="194936" y="90373"/>
                  </a:cubicBezTo>
                  <a:cubicBezTo>
                    <a:pt x="202950" y="84547"/>
                    <a:pt x="211144" y="78975"/>
                    <a:pt x="219508" y="73664"/>
                  </a:cubicBezTo>
                  <a:cubicBezTo>
                    <a:pt x="227871" y="68353"/>
                    <a:pt x="236399" y="63307"/>
                    <a:pt x="245079" y="58532"/>
                  </a:cubicBezTo>
                  <a:cubicBezTo>
                    <a:pt x="253759" y="53757"/>
                    <a:pt x="262586" y="49256"/>
                    <a:pt x="271549" y="45036"/>
                  </a:cubicBezTo>
                  <a:cubicBezTo>
                    <a:pt x="280511" y="40816"/>
                    <a:pt x="289604" y="36878"/>
                    <a:pt x="298814" y="33230"/>
                  </a:cubicBezTo>
                  <a:cubicBezTo>
                    <a:pt x="308024" y="29581"/>
                    <a:pt x="317345" y="26223"/>
                    <a:pt x="326766" y="23160"/>
                  </a:cubicBezTo>
                  <a:cubicBezTo>
                    <a:pt x="336186" y="20097"/>
                    <a:pt x="345701" y="17331"/>
                    <a:pt x="355295" y="14866"/>
                  </a:cubicBezTo>
                  <a:cubicBezTo>
                    <a:pt x="364889" y="12402"/>
                    <a:pt x="374558" y="10239"/>
                    <a:pt x="384287" y="8382"/>
                  </a:cubicBezTo>
                  <a:cubicBezTo>
                    <a:pt x="394017" y="6524"/>
                    <a:pt x="403803" y="4974"/>
                    <a:pt x="413630" y="3731"/>
                  </a:cubicBezTo>
                  <a:cubicBezTo>
                    <a:pt x="423457" y="2489"/>
                    <a:pt x="433321" y="1556"/>
                    <a:pt x="443206" y="934"/>
                  </a:cubicBezTo>
                  <a:cubicBezTo>
                    <a:pt x="453092" y="311"/>
                    <a:pt x="462995" y="0"/>
                    <a:pt x="472900" y="0"/>
                  </a:cubicBezTo>
                  <a:cubicBezTo>
                    <a:pt x="482805" y="0"/>
                    <a:pt x="492708" y="311"/>
                    <a:pt x="502594" y="934"/>
                  </a:cubicBezTo>
                  <a:cubicBezTo>
                    <a:pt x="512479" y="1556"/>
                    <a:pt x="522343" y="2489"/>
                    <a:pt x="532170" y="3731"/>
                  </a:cubicBezTo>
                  <a:cubicBezTo>
                    <a:pt x="541997" y="4974"/>
                    <a:pt x="551783" y="6524"/>
                    <a:pt x="561513" y="8382"/>
                  </a:cubicBezTo>
                  <a:cubicBezTo>
                    <a:pt x="571242" y="10239"/>
                    <a:pt x="580911" y="12402"/>
                    <a:pt x="590505" y="14866"/>
                  </a:cubicBezTo>
                  <a:cubicBezTo>
                    <a:pt x="600099" y="17331"/>
                    <a:pt x="609614" y="20097"/>
                    <a:pt x="619034" y="23160"/>
                  </a:cubicBezTo>
                  <a:cubicBezTo>
                    <a:pt x="628455" y="26223"/>
                    <a:pt x="637776" y="29581"/>
                    <a:pt x="646986" y="33230"/>
                  </a:cubicBezTo>
                  <a:cubicBezTo>
                    <a:pt x="656196" y="36878"/>
                    <a:pt x="665289" y="40816"/>
                    <a:pt x="674251" y="45036"/>
                  </a:cubicBezTo>
                  <a:cubicBezTo>
                    <a:pt x="683214" y="49256"/>
                    <a:pt x="692041" y="53757"/>
                    <a:pt x="700721" y="58532"/>
                  </a:cubicBezTo>
                  <a:cubicBezTo>
                    <a:pt x="709401" y="63307"/>
                    <a:pt x="717929" y="68353"/>
                    <a:pt x="726292" y="73664"/>
                  </a:cubicBezTo>
                  <a:cubicBezTo>
                    <a:pt x="734656" y="78975"/>
                    <a:pt x="742850" y="84547"/>
                    <a:pt x="750864" y="90373"/>
                  </a:cubicBezTo>
                  <a:cubicBezTo>
                    <a:pt x="758877" y="96199"/>
                    <a:pt x="766706" y="102275"/>
                    <a:pt x="774338" y="108593"/>
                  </a:cubicBezTo>
                  <a:cubicBezTo>
                    <a:pt x="781970" y="114911"/>
                    <a:pt x="789402" y="121467"/>
                    <a:pt x="796622" y="128252"/>
                  </a:cubicBezTo>
                  <a:cubicBezTo>
                    <a:pt x="803843" y="135037"/>
                    <a:pt x="810849" y="142047"/>
                    <a:pt x="817629" y="149272"/>
                  </a:cubicBezTo>
                  <a:cubicBezTo>
                    <a:pt x="824410" y="156497"/>
                    <a:pt x="830962" y="163934"/>
                    <a:pt x="837276" y="171571"/>
                  </a:cubicBezTo>
                  <a:cubicBezTo>
                    <a:pt x="843590" y="179208"/>
                    <a:pt x="849662" y="187041"/>
                    <a:pt x="855484" y="195060"/>
                  </a:cubicBezTo>
                  <a:cubicBezTo>
                    <a:pt x="861306" y="203079"/>
                    <a:pt x="866875" y="211278"/>
                    <a:pt x="872183" y="219647"/>
                  </a:cubicBezTo>
                  <a:cubicBezTo>
                    <a:pt x="877490" y="228015"/>
                    <a:pt x="882534" y="236549"/>
                    <a:pt x="887305" y="245234"/>
                  </a:cubicBezTo>
                  <a:cubicBezTo>
                    <a:pt x="892077" y="253920"/>
                    <a:pt x="896575" y="262753"/>
                    <a:pt x="900793" y="271721"/>
                  </a:cubicBezTo>
                  <a:cubicBezTo>
                    <a:pt x="905010" y="280689"/>
                    <a:pt x="908945" y="289788"/>
                    <a:pt x="912591" y="299003"/>
                  </a:cubicBezTo>
                  <a:cubicBezTo>
                    <a:pt x="916238" y="308219"/>
                    <a:pt x="919594" y="317547"/>
                    <a:pt x="922655" y="326973"/>
                  </a:cubicBezTo>
                  <a:cubicBezTo>
                    <a:pt x="925716" y="336400"/>
                    <a:pt x="928480" y="345920"/>
                    <a:pt x="930943" y="355520"/>
                  </a:cubicBezTo>
                  <a:cubicBezTo>
                    <a:pt x="933406" y="365120"/>
                    <a:pt x="935568" y="374795"/>
                    <a:pt x="937424" y="384531"/>
                  </a:cubicBezTo>
                  <a:cubicBezTo>
                    <a:pt x="939280" y="394267"/>
                    <a:pt x="940830" y="404059"/>
                    <a:pt x="942071" y="413892"/>
                  </a:cubicBezTo>
                  <a:cubicBezTo>
                    <a:pt x="943312" y="423726"/>
                    <a:pt x="944245" y="433596"/>
                    <a:pt x="944867" y="443488"/>
                  </a:cubicBezTo>
                  <a:cubicBezTo>
                    <a:pt x="945489" y="453379"/>
                    <a:pt x="945800" y="463289"/>
                    <a:pt x="945800" y="47320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79" name="probe-noto-emoji_u1f9ed-part-6"/>
            <p:cNvSpPr/>
            <p:nvPr/>
          </p:nvSpPr>
          <p:spPr>
            <a:xfrm>
              <a:off x="282600" y="315000"/>
              <a:ext cx="682200" cy="682600"/>
            </a:xfrm>
            <a:custGeom>
              <a:avLst/>
              <a:gdLst/>
              <a:ahLst/>
              <a:cxnLst/>
              <a:rect l="0" t="0" r="r" b="b"/>
              <a:pathLst>
                <a:path w="682200" h="682600">
                  <a:moveTo>
                    <a:pt x="405200" y="405500"/>
                  </a:moveTo>
                  <a:lnTo>
                    <a:pt x="341100" y="682600"/>
                  </a:lnTo>
                  <a:lnTo>
                    <a:pt x="277000" y="405500"/>
                  </a:lnTo>
                  <a:lnTo>
                    <a:pt x="0" y="341300"/>
                  </a:lnTo>
                  <a:lnTo>
                    <a:pt x="277000" y="277200"/>
                  </a:lnTo>
                  <a:lnTo>
                    <a:pt x="341100" y="0"/>
                  </a:lnTo>
                  <a:lnTo>
                    <a:pt x="405200" y="277200"/>
                  </a:lnTo>
                  <a:lnTo>
                    <a:pt x="682200" y="341300"/>
                  </a:lnTo>
                  <a:close/>
                </a:path>
              </a:pathLst>
            </a:custGeom>
            <a:solidFill>
              <a:srgbClr val="E0C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80" name="probe-noto-emoji_u1f9ed-part-7"/>
            <p:cNvSpPr/>
            <p:nvPr/>
          </p:nvSpPr>
          <p:spPr>
            <a:xfrm>
              <a:off x="382500" y="415000"/>
              <a:ext cx="482400" cy="482700"/>
            </a:xfrm>
            <a:custGeom>
              <a:avLst/>
              <a:gdLst/>
              <a:ahLst/>
              <a:cxnLst/>
              <a:rect l="0" t="0" r="r" b="b"/>
              <a:pathLst>
                <a:path w="482400" h="482700">
                  <a:moveTo>
                    <a:pt x="331800" y="241300"/>
                  </a:moveTo>
                  <a:lnTo>
                    <a:pt x="482400" y="482700"/>
                  </a:lnTo>
                  <a:lnTo>
                    <a:pt x="241200" y="332000"/>
                  </a:lnTo>
                  <a:lnTo>
                    <a:pt x="0" y="482700"/>
                  </a:lnTo>
                  <a:lnTo>
                    <a:pt x="150600" y="241300"/>
                  </a:lnTo>
                  <a:lnTo>
                    <a:pt x="0" y="0"/>
                  </a:lnTo>
                  <a:lnTo>
                    <a:pt x="241200" y="150600"/>
                  </a:lnTo>
                  <a:lnTo>
                    <a:pt x="482400" y="0"/>
                  </a:lnTo>
                  <a:close/>
                </a:path>
              </a:pathLst>
            </a:custGeom>
            <a:solidFill>
              <a:srgbClr val="B2947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1" name="probe-noto-emoji_u1f9ed-part-8"/>
            <p:cNvSpPr/>
            <p:nvPr/>
          </p:nvSpPr>
          <p:spPr>
            <a:xfrm>
              <a:off x="364398" y="404607"/>
              <a:ext cx="535401" cy="538253"/>
            </a:xfrm>
            <a:custGeom>
              <a:avLst/>
              <a:gdLst/>
              <a:ahLst/>
              <a:cxnLst/>
              <a:rect l="0" t="0" r="r" b="b"/>
              <a:pathLst>
                <a:path w="535401" h="538253">
                  <a:moveTo>
                    <a:pt x="140102" y="464793"/>
                  </a:moveTo>
                  <a:cubicBezTo>
                    <a:pt x="140102" y="464793"/>
                    <a:pt x="268302" y="373893"/>
                    <a:pt x="316902" y="325293"/>
                  </a:cubicBezTo>
                  <a:cubicBezTo>
                    <a:pt x="365602" y="276793"/>
                    <a:pt x="468202" y="134093"/>
                    <a:pt x="468202" y="134093"/>
                  </a:cubicBezTo>
                  <a:cubicBezTo>
                    <a:pt x="495702" y="103593"/>
                    <a:pt x="526602" y="26493"/>
                    <a:pt x="535202" y="4093"/>
                  </a:cubicBezTo>
                  <a:cubicBezTo>
                    <a:pt x="536102" y="1693"/>
                    <a:pt x="533802" y="-707"/>
                    <a:pt x="531402" y="193"/>
                  </a:cubicBezTo>
                  <a:cubicBezTo>
                    <a:pt x="511802" y="7693"/>
                    <a:pt x="449702" y="32193"/>
                    <a:pt x="406402" y="59793"/>
                  </a:cubicBezTo>
                  <a:cubicBezTo>
                    <a:pt x="352302" y="94393"/>
                    <a:pt x="255502" y="173493"/>
                    <a:pt x="210402" y="218593"/>
                  </a:cubicBezTo>
                  <a:cubicBezTo>
                    <a:pt x="165302" y="263693"/>
                    <a:pt x="106702" y="350593"/>
                    <a:pt x="73402" y="397893"/>
                  </a:cubicBezTo>
                  <a:cubicBezTo>
                    <a:pt x="45602" y="437493"/>
                    <a:pt x="10802" y="511093"/>
                    <a:pt x="302" y="533993"/>
                  </a:cubicBezTo>
                  <a:cubicBezTo>
                    <a:pt x="-898" y="536493"/>
                    <a:pt x="1702" y="539093"/>
                    <a:pt x="4202" y="537993"/>
                  </a:cubicBezTo>
                  <a:cubicBezTo>
                    <a:pt x="27802" y="528093"/>
                    <a:pt x="104302" y="494393"/>
                    <a:pt x="140102" y="464793"/>
                  </a:cubicBezTo>
                  <a:close/>
                </a:path>
              </a:pathLst>
            </a:custGeom>
            <a:solidFill>
              <a:srgbClr val="212121">
                <a:alpha val="32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82" name="probe-noto-emoji_u1f9ed-part-9"/>
            <p:cNvSpPr/>
            <p:nvPr/>
          </p:nvSpPr>
          <p:spPr>
            <a:xfrm>
              <a:off x="567100" y="389318"/>
              <a:ext cx="323418" cy="323582"/>
            </a:xfrm>
            <a:custGeom>
              <a:avLst/>
              <a:gdLst/>
              <a:ahLst/>
              <a:cxnLst/>
              <a:rect l="0" t="0" r="r" b="b"/>
              <a:pathLst>
                <a:path w="323418" h="323582">
                  <a:moveTo>
                    <a:pt x="259500" y="135282"/>
                  </a:moveTo>
                  <a:cubicBezTo>
                    <a:pt x="288100" y="98782"/>
                    <a:pt x="315200" y="26882"/>
                    <a:pt x="323200" y="4582"/>
                  </a:cubicBezTo>
                  <a:cubicBezTo>
                    <a:pt x="324200" y="1882"/>
                    <a:pt x="321600" y="-718"/>
                    <a:pt x="318800" y="182"/>
                  </a:cubicBezTo>
                  <a:cubicBezTo>
                    <a:pt x="296500" y="8182"/>
                    <a:pt x="224700" y="35382"/>
                    <a:pt x="188200" y="63982"/>
                  </a:cubicBezTo>
                  <a:cubicBezTo>
                    <a:pt x="144700" y="98082"/>
                    <a:pt x="0" y="216982"/>
                    <a:pt x="0" y="216982"/>
                  </a:cubicBezTo>
                  <a:lnTo>
                    <a:pt x="106500" y="323582"/>
                  </a:lnTo>
                  <a:cubicBezTo>
                    <a:pt x="106600" y="323582"/>
                    <a:pt x="225400" y="178782"/>
                    <a:pt x="259500" y="135282"/>
                  </a:cubicBez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83" name="probe-noto-emoji_u1f9ed-part-10"/>
            <p:cNvSpPr/>
            <p:nvPr/>
          </p:nvSpPr>
          <p:spPr>
            <a:xfrm>
              <a:off x="350182" y="606500"/>
              <a:ext cx="323418" cy="323582"/>
            </a:xfrm>
            <a:custGeom>
              <a:avLst/>
              <a:gdLst/>
              <a:ahLst/>
              <a:cxnLst/>
              <a:rect l="0" t="0" r="r" b="b"/>
              <a:pathLst>
                <a:path w="323418" h="323582">
                  <a:moveTo>
                    <a:pt x="63918" y="188300"/>
                  </a:moveTo>
                  <a:cubicBezTo>
                    <a:pt x="35318" y="224800"/>
                    <a:pt x="8218" y="296700"/>
                    <a:pt x="218" y="319000"/>
                  </a:cubicBezTo>
                  <a:cubicBezTo>
                    <a:pt x="-782" y="321700"/>
                    <a:pt x="1818" y="324300"/>
                    <a:pt x="4618" y="323400"/>
                  </a:cubicBezTo>
                  <a:cubicBezTo>
                    <a:pt x="26918" y="315400"/>
                    <a:pt x="98718" y="288200"/>
                    <a:pt x="135218" y="259600"/>
                  </a:cubicBezTo>
                  <a:cubicBezTo>
                    <a:pt x="178718" y="225500"/>
                    <a:pt x="323418" y="106600"/>
                    <a:pt x="323418" y="106600"/>
                  </a:cubicBezTo>
                  <a:lnTo>
                    <a:pt x="216818" y="0"/>
                  </a:lnTo>
                  <a:cubicBezTo>
                    <a:pt x="216818" y="0"/>
                    <a:pt x="98018" y="144700"/>
                    <a:pt x="63918" y="188300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84" name="probe-noto-emoji_u1f9ed-part-11"/>
            <p:cNvSpPr/>
            <p:nvPr/>
          </p:nvSpPr>
          <p:spPr>
            <a:xfrm>
              <a:off x="544700" y="584100"/>
              <a:ext cx="151200" cy="151400"/>
            </a:xfrm>
            <a:custGeom>
              <a:avLst/>
              <a:gdLst/>
              <a:ahLst/>
              <a:cxnLst/>
              <a:rect l="0" t="0" r="r" b="b"/>
              <a:pathLst>
                <a:path w="151200" h="151400">
                  <a:moveTo>
                    <a:pt x="151200" y="75700"/>
                  </a:moveTo>
                  <a:cubicBezTo>
                    <a:pt x="151200" y="77286"/>
                    <a:pt x="151150" y="78871"/>
                    <a:pt x="151051" y="80453"/>
                  </a:cubicBezTo>
                  <a:cubicBezTo>
                    <a:pt x="150951" y="82036"/>
                    <a:pt x="150802" y="83615"/>
                    <a:pt x="150604" y="85188"/>
                  </a:cubicBezTo>
                  <a:cubicBezTo>
                    <a:pt x="150405" y="86761"/>
                    <a:pt x="150158" y="88327"/>
                    <a:pt x="149861" y="89885"/>
                  </a:cubicBezTo>
                  <a:cubicBezTo>
                    <a:pt x="149564" y="91442"/>
                    <a:pt x="149219" y="92990"/>
                    <a:pt x="148825" y="94526"/>
                  </a:cubicBezTo>
                  <a:cubicBezTo>
                    <a:pt x="148431" y="96062"/>
                    <a:pt x="147989" y="97585"/>
                    <a:pt x="147500" y="99093"/>
                  </a:cubicBezTo>
                  <a:cubicBezTo>
                    <a:pt x="147011" y="100601"/>
                    <a:pt x="146474" y="102093"/>
                    <a:pt x="145891" y="103567"/>
                  </a:cubicBezTo>
                  <a:cubicBezTo>
                    <a:pt x="145308" y="105041"/>
                    <a:pt x="144679" y="106497"/>
                    <a:pt x="144005" y="107931"/>
                  </a:cubicBezTo>
                  <a:cubicBezTo>
                    <a:pt x="143331" y="109366"/>
                    <a:pt x="142612" y="110779"/>
                    <a:pt x="141849" y="112169"/>
                  </a:cubicBezTo>
                  <a:cubicBezTo>
                    <a:pt x="141086" y="113558"/>
                    <a:pt x="140280" y="114923"/>
                    <a:pt x="139431" y="116262"/>
                  </a:cubicBezTo>
                  <a:cubicBezTo>
                    <a:pt x="138583" y="117601"/>
                    <a:pt x="137692" y="118913"/>
                    <a:pt x="136762" y="120195"/>
                  </a:cubicBezTo>
                  <a:cubicBezTo>
                    <a:pt x="135831" y="121478"/>
                    <a:pt x="134860" y="122731"/>
                    <a:pt x="133851" y="123953"/>
                  </a:cubicBezTo>
                  <a:cubicBezTo>
                    <a:pt x="132841" y="125175"/>
                    <a:pt x="131794" y="126364"/>
                    <a:pt x="130710" y="127520"/>
                  </a:cubicBezTo>
                  <a:cubicBezTo>
                    <a:pt x="129626" y="128676"/>
                    <a:pt x="128506" y="129798"/>
                    <a:pt x="127352" y="130883"/>
                  </a:cubicBezTo>
                  <a:cubicBezTo>
                    <a:pt x="126197" y="131968"/>
                    <a:pt x="125009" y="133017"/>
                    <a:pt x="123789" y="134028"/>
                  </a:cubicBezTo>
                  <a:cubicBezTo>
                    <a:pt x="122569" y="135039"/>
                    <a:pt x="121318" y="136011"/>
                    <a:pt x="120037" y="136943"/>
                  </a:cubicBezTo>
                  <a:cubicBezTo>
                    <a:pt x="118755" y="137875"/>
                    <a:pt x="117445" y="138766"/>
                    <a:pt x="116109" y="139616"/>
                  </a:cubicBezTo>
                  <a:cubicBezTo>
                    <a:pt x="114772" y="140465"/>
                    <a:pt x="113408" y="141273"/>
                    <a:pt x="112021" y="142036"/>
                  </a:cubicBezTo>
                  <a:cubicBezTo>
                    <a:pt x="110633" y="142800"/>
                    <a:pt x="109222" y="143520"/>
                    <a:pt x="107789" y="144195"/>
                  </a:cubicBezTo>
                  <a:cubicBezTo>
                    <a:pt x="106356" y="144871"/>
                    <a:pt x="104903" y="145500"/>
                    <a:pt x="103430" y="146084"/>
                  </a:cubicBezTo>
                  <a:cubicBezTo>
                    <a:pt x="101958" y="146668"/>
                    <a:pt x="100468" y="147205"/>
                    <a:pt x="98962" y="147695"/>
                  </a:cubicBezTo>
                  <a:cubicBezTo>
                    <a:pt x="97456" y="148185"/>
                    <a:pt x="95935" y="148627"/>
                    <a:pt x="94401" y="149022"/>
                  </a:cubicBezTo>
                  <a:cubicBezTo>
                    <a:pt x="92867" y="149416"/>
                    <a:pt x="91321" y="149762"/>
                    <a:pt x="89766" y="150059"/>
                  </a:cubicBezTo>
                  <a:cubicBezTo>
                    <a:pt x="88211" y="150356"/>
                    <a:pt x="86646" y="150604"/>
                    <a:pt x="85075" y="150803"/>
                  </a:cubicBezTo>
                  <a:cubicBezTo>
                    <a:pt x="83504" y="151002"/>
                    <a:pt x="81927" y="151151"/>
                    <a:pt x="80347" y="151251"/>
                  </a:cubicBezTo>
                  <a:cubicBezTo>
                    <a:pt x="78767" y="151350"/>
                    <a:pt x="77183" y="151400"/>
                    <a:pt x="75600" y="151400"/>
                  </a:cubicBezTo>
                  <a:cubicBezTo>
                    <a:pt x="74017" y="151400"/>
                    <a:pt x="72433" y="151350"/>
                    <a:pt x="70853" y="151251"/>
                  </a:cubicBezTo>
                  <a:cubicBezTo>
                    <a:pt x="69273" y="151151"/>
                    <a:pt x="67696" y="151002"/>
                    <a:pt x="66125" y="150803"/>
                  </a:cubicBezTo>
                  <a:cubicBezTo>
                    <a:pt x="64554" y="150604"/>
                    <a:pt x="62989" y="150356"/>
                    <a:pt x="61434" y="150059"/>
                  </a:cubicBezTo>
                  <a:cubicBezTo>
                    <a:pt x="59879" y="149762"/>
                    <a:pt x="58333" y="149416"/>
                    <a:pt x="56799" y="149022"/>
                  </a:cubicBezTo>
                  <a:cubicBezTo>
                    <a:pt x="55265" y="148627"/>
                    <a:pt x="53744" y="148185"/>
                    <a:pt x="52238" y="147695"/>
                  </a:cubicBezTo>
                  <a:cubicBezTo>
                    <a:pt x="50732" y="147205"/>
                    <a:pt x="49242" y="146668"/>
                    <a:pt x="47770" y="146084"/>
                  </a:cubicBezTo>
                  <a:cubicBezTo>
                    <a:pt x="46297" y="145500"/>
                    <a:pt x="44844" y="144871"/>
                    <a:pt x="43411" y="144195"/>
                  </a:cubicBezTo>
                  <a:cubicBezTo>
                    <a:pt x="41978" y="143520"/>
                    <a:pt x="40567" y="142800"/>
                    <a:pt x="39179" y="142036"/>
                  </a:cubicBezTo>
                  <a:cubicBezTo>
                    <a:pt x="37792" y="141273"/>
                    <a:pt x="36428" y="140465"/>
                    <a:pt x="35091" y="139616"/>
                  </a:cubicBezTo>
                  <a:cubicBezTo>
                    <a:pt x="33755" y="138766"/>
                    <a:pt x="32445" y="137875"/>
                    <a:pt x="31163" y="136943"/>
                  </a:cubicBezTo>
                  <a:cubicBezTo>
                    <a:pt x="29882" y="136011"/>
                    <a:pt x="28631" y="135039"/>
                    <a:pt x="27411" y="134028"/>
                  </a:cubicBezTo>
                  <a:cubicBezTo>
                    <a:pt x="26191" y="133017"/>
                    <a:pt x="25003" y="131968"/>
                    <a:pt x="23848" y="130883"/>
                  </a:cubicBezTo>
                  <a:cubicBezTo>
                    <a:pt x="22694" y="129798"/>
                    <a:pt x="21574" y="128676"/>
                    <a:pt x="20490" y="127520"/>
                  </a:cubicBezTo>
                  <a:cubicBezTo>
                    <a:pt x="19406" y="126364"/>
                    <a:pt x="18359" y="125175"/>
                    <a:pt x="17349" y="123953"/>
                  </a:cubicBezTo>
                  <a:cubicBezTo>
                    <a:pt x="16340" y="122731"/>
                    <a:pt x="15369" y="121478"/>
                    <a:pt x="14438" y="120195"/>
                  </a:cubicBezTo>
                  <a:cubicBezTo>
                    <a:pt x="13508" y="118913"/>
                    <a:pt x="12617" y="117601"/>
                    <a:pt x="11769" y="116262"/>
                  </a:cubicBezTo>
                  <a:cubicBezTo>
                    <a:pt x="10920" y="114923"/>
                    <a:pt x="10114" y="113558"/>
                    <a:pt x="9351" y="112169"/>
                  </a:cubicBezTo>
                  <a:cubicBezTo>
                    <a:pt x="8588" y="110779"/>
                    <a:pt x="7869" y="109366"/>
                    <a:pt x="7195" y="107931"/>
                  </a:cubicBezTo>
                  <a:cubicBezTo>
                    <a:pt x="6521" y="106497"/>
                    <a:pt x="5892" y="105041"/>
                    <a:pt x="5309" y="103567"/>
                  </a:cubicBezTo>
                  <a:cubicBezTo>
                    <a:pt x="4726" y="102093"/>
                    <a:pt x="4189" y="100601"/>
                    <a:pt x="3700" y="99093"/>
                  </a:cubicBezTo>
                  <a:cubicBezTo>
                    <a:pt x="3211" y="97585"/>
                    <a:pt x="2769" y="96062"/>
                    <a:pt x="2375" y="94526"/>
                  </a:cubicBezTo>
                  <a:cubicBezTo>
                    <a:pt x="1981" y="92990"/>
                    <a:pt x="1636" y="91442"/>
                    <a:pt x="1339" y="89885"/>
                  </a:cubicBezTo>
                  <a:cubicBezTo>
                    <a:pt x="1042" y="88327"/>
                    <a:pt x="795" y="86761"/>
                    <a:pt x="596" y="85188"/>
                  </a:cubicBezTo>
                  <a:cubicBezTo>
                    <a:pt x="398" y="83615"/>
                    <a:pt x="249" y="82036"/>
                    <a:pt x="149" y="80453"/>
                  </a:cubicBezTo>
                  <a:cubicBezTo>
                    <a:pt x="50" y="78871"/>
                    <a:pt x="0" y="77286"/>
                    <a:pt x="0" y="75700"/>
                  </a:cubicBezTo>
                  <a:cubicBezTo>
                    <a:pt x="0" y="74114"/>
                    <a:pt x="50" y="72529"/>
                    <a:pt x="149" y="70947"/>
                  </a:cubicBezTo>
                  <a:cubicBezTo>
                    <a:pt x="249" y="69364"/>
                    <a:pt x="398" y="67785"/>
                    <a:pt x="596" y="66212"/>
                  </a:cubicBezTo>
                  <a:cubicBezTo>
                    <a:pt x="795" y="64639"/>
                    <a:pt x="1042" y="63073"/>
                    <a:pt x="1339" y="61515"/>
                  </a:cubicBezTo>
                  <a:cubicBezTo>
                    <a:pt x="1636" y="59958"/>
                    <a:pt x="1981" y="58410"/>
                    <a:pt x="2375" y="56874"/>
                  </a:cubicBezTo>
                  <a:cubicBezTo>
                    <a:pt x="2769" y="55338"/>
                    <a:pt x="3211" y="53815"/>
                    <a:pt x="3700" y="52307"/>
                  </a:cubicBezTo>
                  <a:cubicBezTo>
                    <a:pt x="4189" y="50799"/>
                    <a:pt x="4726" y="49307"/>
                    <a:pt x="5309" y="47833"/>
                  </a:cubicBezTo>
                  <a:cubicBezTo>
                    <a:pt x="5892" y="46359"/>
                    <a:pt x="6521" y="44903"/>
                    <a:pt x="7195" y="43469"/>
                  </a:cubicBezTo>
                  <a:cubicBezTo>
                    <a:pt x="7869" y="42034"/>
                    <a:pt x="8588" y="40621"/>
                    <a:pt x="9351" y="39231"/>
                  </a:cubicBezTo>
                  <a:cubicBezTo>
                    <a:pt x="10114" y="37842"/>
                    <a:pt x="10920" y="36477"/>
                    <a:pt x="11769" y="35138"/>
                  </a:cubicBezTo>
                  <a:cubicBezTo>
                    <a:pt x="12617" y="33799"/>
                    <a:pt x="13508" y="32487"/>
                    <a:pt x="14438" y="31205"/>
                  </a:cubicBezTo>
                  <a:cubicBezTo>
                    <a:pt x="15369" y="29922"/>
                    <a:pt x="16340" y="28669"/>
                    <a:pt x="17349" y="27447"/>
                  </a:cubicBezTo>
                  <a:cubicBezTo>
                    <a:pt x="18359" y="26225"/>
                    <a:pt x="19406" y="25036"/>
                    <a:pt x="20490" y="23880"/>
                  </a:cubicBezTo>
                  <a:cubicBezTo>
                    <a:pt x="21574" y="22724"/>
                    <a:pt x="22694" y="21602"/>
                    <a:pt x="23848" y="20517"/>
                  </a:cubicBezTo>
                  <a:cubicBezTo>
                    <a:pt x="25003" y="19432"/>
                    <a:pt x="26191" y="18383"/>
                    <a:pt x="27411" y="17372"/>
                  </a:cubicBezTo>
                  <a:cubicBezTo>
                    <a:pt x="28631" y="16361"/>
                    <a:pt x="29882" y="15389"/>
                    <a:pt x="31163" y="14457"/>
                  </a:cubicBezTo>
                  <a:cubicBezTo>
                    <a:pt x="32445" y="13525"/>
                    <a:pt x="33755" y="12634"/>
                    <a:pt x="35091" y="11784"/>
                  </a:cubicBezTo>
                  <a:cubicBezTo>
                    <a:pt x="36428" y="10935"/>
                    <a:pt x="37792" y="10127"/>
                    <a:pt x="39179" y="9364"/>
                  </a:cubicBezTo>
                  <a:cubicBezTo>
                    <a:pt x="40567" y="8600"/>
                    <a:pt x="41978" y="7880"/>
                    <a:pt x="43411" y="7205"/>
                  </a:cubicBezTo>
                  <a:cubicBezTo>
                    <a:pt x="44844" y="6529"/>
                    <a:pt x="46297" y="5900"/>
                    <a:pt x="47770" y="5316"/>
                  </a:cubicBezTo>
                  <a:cubicBezTo>
                    <a:pt x="49242" y="4732"/>
                    <a:pt x="50732" y="4195"/>
                    <a:pt x="52238" y="3705"/>
                  </a:cubicBezTo>
                  <a:cubicBezTo>
                    <a:pt x="53744" y="3215"/>
                    <a:pt x="55265" y="2773"/>
                    <a:pt x="56799" y="2378"/>
                  </a:cubicBezTo>
                  <a:cubicBezTo>
                    <a:pt x="58333" y="1984"/>
                    <a:pt x="59879" y="1638"/>
                    <a:pt x="61434" y="1341"/>
                  </a:cubicBezTo>
                  <a:cubicBezTo>
                    <a:pt x="62989" y="1044"/>
                    <a:pt x="64554" y="796"/>
                    <a:pt x="66125" y="597"/>
                  </a:cubicBezTo>
                  <a:cubicBezTo>
                    <a:pt x="67696" y="398"/>
                    <a:pt x="69273" y="249"/>
                    <a:pt x="70853" y="149"/>
                  </a:cubicBezTo>
                  <a:cubicBezTo>
                    <a:pt x="72433" y="50"/>
                    <a:pt x="74017" y="0"/>
                    <a:pt x="75600" y="0"/>
                  </a:cubicBezTo>
                  <a:cubicBezTo>
                    <a:pt x="77183" y="0"/>
                    <a:pt x="78767" y="50"/>
                    <a:pt x="80347" y="149"/>
                  </a:cubicBezTo>
                  <a:cubicBezTo>
                    <a:pt x="81927" y="249"/>
                    <a:pt x="83504" y="398"/>
                    <a:pt x="85075" y="597"/>
                  </a:cubicBezTo>
                  <a:cubicBezTo>
                    <a:pt x="86646" y="796"/>
                    <a:pt x="88211" y="1044"/>
                    <a:pt x="89766" y="1341"/>
                  </a:cubicBezTo>
                  <a:cubicBezTo>
                    <a:pt x="91321" y="1638"/>
                    <a:pt x="92867" y="1984"/>
                    <a:pt x="94401" y="2378"/>
                  </a:cubicBezTo>
                  <a:cubicBezTo>
                    <a:pt x="95935" y="2773"/>
                    <a:pt x="97456" y="3215"/>
                    <a:pt x="98962" y="3705"/>
                  </a:cubicBezTo>
                  <a:cubicBezTo>
                    <a:pt x="100468" y="4195"/>
                    <a:pt x="101958" y="4732"/>
                    <a:pt x="103430" y="5316"/>
                  </a:cubicBezTo>
                  <a:cubicBezTo>
                    <a:pt x="104903" y="5900"/>
                    <a:pt x="106356" y="6529"/>
                    <a:pt x="107789" y="7205"/>
                  </a:cubicBezTo>
                  <a:cubicBezTo>
                    <a:pt x="109222" y="7880"/>
                    <a:pt x="110633" y="8600"/>
                    <a:pt x="112021" y="9364"/>
                  </a:cubicBezTo>
                  <a:cubicBezTo>
                    <a:pt x="113408" y="10127"/>
                    <a:pt x="114772" y="10935"/>
                    <a:pt x="116109" y="11784"/>
                  </a:cubicBezTo>
                  <a:cubicBezTo>
                    <a:pt x="117445" y="12634"/>
                    <a:pt x="118755" y="13525"/>
                    <a:pt x="120037" y="14457"/>
                  </a:cubicBezTo>
                  <a:cubicBezTo>
                    <a:pt x="121318" y="15389"/>
                    <a:pt x="122569" y="16361"/>
                    <a:pt x="123789" y="17372"/>
                  </a:cubicBezTo>
                  <a:cubicBezTo>
                    <a:pt x="125009" y="18383"/>
                    <a:pt x="126197" y="19432"/>
                    <a:pt x="127352" y="20517"/>
                  </a:cubicBezTo>
                  <a:cubicBezTo>
                    <a:pt x="128506" y="21602"/>
                    <a:pt x="129626" y="22724"/>
                    <a:pt x="130710" y="23880"/>
                  </a:cubicBezTo>
                  <a:cubicBezTo>
                    <a:pt x="131794" y="25036"/>
                    <a:pt x="132841" y="26225"/>
                    <a:pt x="133851" y="27447"/>
                  </a:cubicBezTo>
                  <a:cubicBezTo>
                    <a:pt x="134860" y="28669"/>
                    <a:pt x="135831" y="29922"/>
                    <a:pt x="136762" y="31205"/>
                  </a:cubicBezTo>
                  <a:cubicBezTo>
                    <a:pt x="137692" y="32487"/>
                    <a:pt x="138583" y="33799"/>
                    <a:pt x="139431" y="35138"/>
                  </a:cubicBezTo>
                  <a:cubicBezTo>
                    <a:pt x="140280" y="36477"/>
                    <a:pt x="141086" y="37842"/>
                    <a:pt x="141849" y="39231"/>
                  </a:cubicBezTo>
                  <a:cubicBezTo>
                    <a:pt x="142612" y="40621"/>
                    <a:pt x="143331" y="42034"/>
                    <a:pt x="144005" y="43469"/>
                  </a:cubicBezTo>
                  <a:cubicBezTo>
                    <a:pt x="144679" y="44903"/>
                    <a:pt x="145308" y="46359"/>
                    <a:pt x="145891" y="47833"/>
                  </a:cubicBezTo>
                  <a:cubicBezTo>
                    <a:pt x="146474" y="49307"/>
                    <a:pt x="147011" y="50799"/>
                    <a:pt x="147500" y="52307"/>
                  </a:cubicBezTo>
                  <a:cubicBezTo>
                    <a:pt x="147989" y="53815"/>
                    <a:pt x="148431" y="55338"/>
                    <a:pt x="148825" y="56874"/>
                  </a:cubicBezTo>
                  <a:cubicBezTo>
                    <a:pt x="149219" y="58410"/>
                    <a:pt x="149564" y="59958"/>
                    <a:pt x="149861" y="61515"/>
                  </a:cubicBezTo>
                  <a:cubicBezTo>
                    <a:pt x="150158" y="63073"/>
                    <a:pt x="150405" y="64639"/>
                    <a:pt x="150604" y="66212"/>
                  </a:cubicBezTo>
                  <a:cubicBezTo>
                    <a:pt x="150802" y="67785"/>
                    <a:pt x="150951" y="69364"/>
                    <a:pt x="151051" y="70947"/>
                  </a:cubicBezTo>
                  <a:cubicBezTo>
                    <a:pt x="151150" y="72529"/>
                    <a:pt x="151200" y="74114"/>
                    <a:pt x="151200" y="75700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85" name="probe-noto-emoji_u1f9ed-part-12"/>
            <p:cNvSpPr/>
            <p:nvPr/>
          </p:nvSpPr>
          <p:spPr>
            <a:xfrm>
              <a:off x="894550" y="291000"/>
              <a:ext cx="94250" cy="94325"/>
            </a:xfrm>
            <a:custGeom>
              <a:avLst/>
              <a:gdLst/>
              <a:ahLst/>
              <a:cxnLst/>
              <a:rect l="0" t="0" r="r" b="b"/>
              <a:pathLst>
                <a:path w="94250" h="94325">
                  <a:moveTo>
                    <a:pt x="10050" y="84200"/>
                  </a:moveTo>
                  <a:lnTo>
                    <a:pt x="10050" y="84200"/>
                  </a:lnTo>
                  <a:cubicBezTo>
                    <a:pt x="-3350" y="70800"/>
                    <a:pt x="-3350" y="49000"/>
                    <a:pt x="10050" y="35600"/>
                  </a:cubicBezTo>
                  <a:lnTo>
                    <a:pt x="45650" y="0"/>
                  </a:lnTo>
                  <a:lnTo>
                    <a:pt x="94250" y="48600"/>
                  </a:lnTo>
                  <a:lnTo>
                    <a:pt x="58750" y="84200"/>
                  </a:lnTo>
                  <a:cubicBezTo>
                    <a:pt x="45250" y="97700"/>
                    <a:pt x="23450" y="97700"/>
                    <a:pt x="10050" y="84200"/>
                  </a:cubicBez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86" name="probe-noto-emoji_u1f9ed-part-13"/>
            <p:cNvSpPr/>
            <p:nvPr/>
          </p:nvSpPr>
          <p:spPr>
            <a:xfrm>
              <a:off x="258600" y="927350"/>
              <a:ext cx="94250" cy="94250"/>
            </a:xfrm>
            <a:custGeom>
              <a:avLst/>
              <a:gdLst/>
              <a:ahLst/>
              <a:cxnLst/>
              <a:rect l="0" t="0" r="r" b="b"/>
              <a:pathLst>
                <a:path w="94250" h="94250">
                  <a:moveTo>
                    <a:pt x="84200" y="10050"/>
                  </a:moveTo>
                  <a:lnTo>
                    <a:pt x="84200" y="10050"/>
                  </a:lnTo>
                  <a:cubicBezTo>
                    <a:pt x="97600" y="23450"/>
                    <a:pt x="97600" y="45250"/>
                    <a:pt x="84200" y="58650"/>
                  </a:cubicBezTo>
                  <a:lnTo>
                    <a:pt x="48600" y="94250"/>
                  </a:lnTo>
                  <a:lnTo>
                    <a:pt x="0" y="45650"/>
                  </a:lnTo>
                  <a:lnTo>
                    <a:pt x="35500" y="10050"/>
                  </a:lnTo>
                  <a:cubicBezTo>
                    <a:pt x="49000" y="-3350"/>
                    <a:pt x="70800" y="-3350"/>
                    <a:pt x="84200" y="10050"/>
                  </a:cubicBezTo>
                  <a:close/>
                </a:path>
              </a:pathLst>
            </a:custGeom>
            <a:solidFill>
              <a:srgbClr val="B2947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7" name="probe-noto-emoji_u1f9ed-part-14"/>
            <p:cNvSpPr/>
            <p:nvPr/>
          </p:nvSpPr>
          <p:spPr>
            <a:xfrm>
              <a:off x="1021000" y="621900"/>
              <a:ext cx="84600" cy="68800"/>
            </a:xfrm>
            <a:custGeom>
              <a:avLst/>
              <a:gdLst/>
              <a:ahLst/>
              <a:cxnLst/>
              <a:rect l="0" t="0" r="r" b="b"/>
              <a:pathLst>
                <a:path w="84600" h="68800">
                  <a:moveTo>
                    <a:pt x="0" y="34400"/>
                  </a:moveTo>
                  <a:lnTo>
                    <a:pt x="0" y="34400"/>
                  </a:lnTo>
                  <a:cubicBezTo>
                    <a:pt x="0" y="15400"/>
                    <a:pt x="15400" y="0"/>
                    <a:pt x="34400" y="0"/>
                  </a:cubicBezTo>
                  <a:lnTo>
                    <a:pt x="84600" y="0"/>
                  </a:lnTo>
                  <a:lnTo>
                    <a:pt x="84600" y="68800"/>
                  </a:lnTo>
                  <a:lnTo>
                    <a:pt x="34400" y="68800"/>
                  </a:lnTo>
                  <a:cubicBezTo>
                    <a:pt x="15400" y="68800"/>
                    <a:pt x="0" y="53400"/>
                    <a:pt x="0" y="34400"/>
                  </a:cubicBezTo>
                  <a:close/>
                </a:path>
              </a:pathLst>
            </a:custGeom>
            <a:solidFill>
              <a:srgbClr val="E0C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88" name="probe-noto-emoji_u1f9ed-part-15"/>
            <p:cNvSpPr/>
            <p:nvPr/>
          </p:nvSpPr>
          <p:spPr>
            <a:xfrm>
              <a:off x="141900" y="621900"/>
              <a:ext cx="84600" cy="68800"/>
            </a:xfrm>
            <a:custGeom>
              <a:avLst/>
              <a:gdLst/>
              <a:ahLst/>
              <a:cxnLst/>
              <a:rect l="0" t="0" r="r" b="b"/>
              <a:pathLst>
                <a:path w="84600" h="68800">
                  <a:moveTo>
                    <a:pt x="84600" y="34400"/>
                  </a:moveTo>
                  <a:lnTo>
                    <a:pt x="84600" y="34400"/>
                  </a:lnTo>
                  <a:cubicBezTo>
                    <a:pt x="84600" y="53400"/>
                    <a:pt x="69200" y="68800"/>
                    <a:pt x="50200" y="68800"/>
                  </a:cubicBezTo>
                  <a:lnTo>
                    <a:pt x="0" y="68800"/>
                  </a:lnTo>
                  <a:lnTo>
                    <a:pt x="0" y="0"/>
                  </a:lnTo>
                  <a:lnTo>
                    <a:pt x="50200" y="0"/>
                  </a:lnTo>
                  <a:cubicBezTo>
                    <a:pt x="69200" y="0"/>
                    <a:pt x="84600" y="15400"/>
                    <a:pt x="84600" y="34400"/>
                  </a:cubicBezTo>
                  <a:close/>
                </a:path>
              </a:pathLst>
            </a:custGeom>
            <a:solidFill>
              <a:srgbClr val="E0C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9ed-part-16"/>
            <p:cNvSpPr/>
            <p:nvPr/>
          </p:nvSpPr>
          <p:spPr>
            <a:xfrm>
              <a:off x="894537" y="927350"/>
              <a:ext cx="94163" cy="94250"/>
            </a:xfrm>
            <a:custGeom>
              <a:avLst/>
              <a:gdLst/>
              <a:ahLst/>
              <a:cxnLst/>
              <a:rect l="0" t="0" r="r" b="b"/>
              <a:pathLst>
                <a:path w="94163" h="94250">
                  <a:moveTo>
                    <a:pt x="10063" y="10050"/>
                  </a:moveTo>
                  <a:lnTo>
                    <a:pt x="10063" y="10050"/>
                  </a:lnTo>
                  <a:cubicBezTo>
                    <a:pt x="23463" y="-3350"/>
                    <a:pt x="45263" y="-3350"/>
                    <a:pt x="58663" y="10050"/>
                  </a:cubicBezTo>
                  <a:lnTo>
                    <a:pt x="94163" y="45650"/>
                  </a:lnTo>
                  <a:lnTo>
                    <a:pt x="45563" y="94250"/>
                  </a:lnTo>
                  <a:lnTo>
                    <a:pt x="9963" y="58650"/>
                  </a:lnTo>
                  <a:cubicBezTo>
                    <a:pt x="-3337" y="45250"/>
                    <a:pt x="-3337" y="23550"/>
                    <a:pt x="10063" y="10050"/>
                  </a:cubicBezTo>
                  <a:close/>
                </a:path>
              </a:pathLst>
            </a:custGeom>
            <a:solidFill>
              <a:srgbClr val="B2947C"/>
            </a:solidFill>
            <a:ln w="8037" cap="flat">
              <a:noFill/>
              <a:prstDash val="solid"/>
              <a:miter/>
            </a:ln>
          </p:spPr>
        </p:sp>
        <p:sp>
          <p:nvSpPr>
            <p:cNvPr id="90" name="probe-noto-emoji_u1f9ed-part-17"/>
            <p:cNvSpPr/>
            <p:nvPr/>
          </p:nvSpPr>
          <p:spPr>
            <a:xfrm>
              <a:off x="258700" y="291000"/>
              <a:ext cx="94163" cy="94250"/>
            </a:xfrm>
            <a:custGeom>
              <a:avLst/>
              <a:gdLst/>
              <a:ahLst/>
              <a:cxnLst/>
              <a:rect l="0" t="0" r="r" b="b"/>
              <a:pathLst>
                <a:path w="94163" h="94250">
                  <a:moveTo>
                    <a:pt x="84100" y="84200"/>
                  </a:moveTo>
                  <a:lnTo>
                    <a:pt x="84100" y="84200"/>
                  </a:lnTo>
                  <a:cubicBezTo>
                    <a:pt x="70700" y="97600"/>
                    <a:pt x="48900" y="97600"/>
                    <a:pt x="35500" y="84200"/>
                  </a:cubicBezTo>
                  <a:lnTo>
                    <a:pt x="0" y="48600"/>
                  </a:lnTo>
                  <a:lnTo>
                    <a:pt x="48600" y="0"/>
                  </a:lnTo>
                  <a:lnTo>
                    <a:pt x="84200" y="35600"/>
                  </a:lnTo>
                  <a:cubicBezTo>
                    <a:pt x="97500" y="49000"/>
                    <a:pt x="97500" y="70800"/>
                    <a:pt x="84100" y="84200"/>
                  </a:cubicBezTo>
                  <a:close/>
                </a:path>
              </a:pathLst>
            </a:custGeom>
            <a:solidFill>
              <a:srgbClr val="B2947C"/>
            </a:solidFill>
            <a:ln w="8037" cap="flat">
              <a:noFill/>
              <a:prstDash val="solid"/>
              <a:miter/>
            </a:ln>
          </p:spPr>
        </p:sp>
        <p:sp>
          <p:nvSpPr>
            <p:cNvPr id="91" name="probe-noto-emoji_u1f9ed-part-18"/>
            <p:cNvSpPr/>
            <p:nvPr/>
          </p:nvSpPr>
          <p:spPr>
            <a:xfrm>
              <a:off x="589400" y="1053800"/>
              <a:ext cx="68700" cy="84700"/>
            </a:xfrm>
            <a:custGeom>
              <a:avLst/>
              <a:gdLst/>
              <a:ahLst/>
              <a:cxnLst/>
              <a:rect l="0" t="0" r="r" b="b"/>
              <a:pathLst>
                <a:path w="68700" h="84700">
                  <a:moveTo>
                    <a:pt x="34300" y="0"/>
                  </a:moveTo>
                  <a:lnTo>
                    <a:pt x="34300" y="0"/>
                  </a:lnTo>
                  <a:cubicBezTo>
                    <a:pt x="53300" y="0"/>
                    <a:pt x="68700" y="15400"/>
                    <a:pt x="68700" y="34400"/>
                  </a:cubicBezTo>
                  <a:lnTo>
                    <a:pt x="68700" y="84700"/>
                  </a:lnTo>
                  <a:lnTo>
                    <a:pt x="0" y="84700"/>
                  </a:lnTo>
                  <a:lnTo>
                    <a:pt x="0" y="34400"/>
                  </a:lnTo>
                  <a:cubicBezTo>
                    <a:pt x="-100" y="15400"/>
                    <a:pt x="15300" y="0"/>
                    <a:pt x="34300" y="0"/>
                  </a:cubicBezTo>
                  <a:close/>
                </a:path>
              </a:pathLst>
            </a:custGeom>
            <a:solidFill>
              <a:srgbClr val="E0C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92" name="probe-noto-emoji_u1f9ed-part-19"/>
            <p:cNvSpPr/>
            <p:nvPr/>
          </p:nvSpPr>
          <p:spPr>
            <a:xfrm>
              <a:off x="589300" y="174100"/>
              <a:ext cx="68700" cy="84700"/>
            </a:xfrm>
            <a:custGeom>
              <a:avLst/>
              <a:gdLst/>
              <a:ahLst/>
              <a:cxnLst/>
              <a:rect l="0" t="0" r="r" b="b"/>
              <a:pathLst>
                <a:path w="68700" h="84700">
                  <a:moveTo>
                    <a:pt x="34400" y="84700"/>
                  </a:moveTo>
                  <a:lnTo>
                    <a:pt x="34400" y="84700"/>
                  </a:lnTo>
                  <a:cubicBezTo>
                    <a:pt x="15400" y="84700"/>
                    <a:pt x="0" y="69300"/>
                    <a:pt x="0" y="50300"/>
                  </a:cubicBezTo>
                  <a:lnTo>
                    <a:pt x="0" y="0"/>
                  </a:lnTo>
                  <a:lnTo>
                    <a:pt x="68700" y="0"/>
                  </a:lnTo>
                  <a:lnTo>
                    <a:pt x="68700" y="50300"/>
                  </a:lnTo>
                  <a:cubicBezTo>
                    <a:pt x="68800" y="69300"/>
                    <a:pt x="53400" y="84700"/>
                    <a:pt x="34400" y="84700"/>
                  </a:cubicBezTo>
                  <a:close/>
                </a:path>
              </a:pathLst>
            </a:custGeom>
            <a:solidFill>
              <a:srgbClr val="E0C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93" name="probe-noto-emoji_u1f9ed-part-20"/>
            <p:cNvSpPr/>
            <p:nvPr/>
          </p:nvSpPr>
          <p:spPr>
            <a:xfrm>
              <a:off x="150800" y="183100"/>
              <a:ext cx="945800" cy="946400"/>
            </a:xfrm>
            <a:custGeom>
              <a:avLst/>
              <a:gdLst/>
              <a:ahLst/>
              <a:cxnLst/>
              <a:rect l="0" t="0" r="r" b="b"/>
              <a:pathLst>
                <a:path w="945800" h="946400">
                  <a:moveTo>
                    <a:pt x="945800" y="473200"/>
                  </a:moveTo>
                  <a:cubicBezTo>
                    <a:pt x="945800" y="483111"/>
                    <a:pt x="945489" y="493021"/>
                    <a:pt x="944867" y="502912"/>
                  </a:cubicBezTo>
                  <a:cubicBezTo>
                    <a:pt x="944245" y="512804"/>
                    <a:pt x="943312" y="522674"/>
                    <a:pt x="942071" y="532508"/>
                  </a:cubicBezTo>
                  <a:cubicBezTo>
                    <a:pt x="940830" y="542341"/>
                    <a:pt x="939280" y="552133"/>
                    <a:pt x="937424" y="561869"/>
                  </a:cubicBezTo>
                  <a:cubicBezTo>
                    <a:pt x="935568" y="571605"/>
                    <a:pt x="933406" y="581280"/>
                    <a:pt x="930943" y="590880"/>
                  </a:cubicBezTo>
                  <a:cubicBezTo>
                    <a:pt x="928480" y="600480"/>
                    <a:pt x="925716" y="610000"/>
                    <a:pt x="922655" y="619427"/>
                  </a:cubicBezTo>
                  <a:cubicBezTo>
                    <a:pt x="919594" y="628853"/>
                    <a:pt x="916238" y="638181"/>
                    <a:pt x="912591" y="647397"/>
                  </a:cubicBezTo>
                  <a:cubicBezTo>
                    <a:pt x="908945" y="656612"/>
                    <a:pt x="905010" y="665711"/>
                    <a:pt x="900793" y="674679"/>
                  </a:cubicBezTo>
                  <a:cubicBezTo>
                    <a:pt x="896575" y="683647"/>
                    <a:pt x="892077" y="692480"/>
                    <a:pt x="887305" y="701166"/>
                  </a:cubicBezTo>
                  <a:cubicBezTo>
                    <a:pt x="882534" y="709851"/>
                    <a:pt x="877490" y="718385"/>
                    <a:pt x="872183" y="726753"/>
                  </a:cubicBezTo>
                  <a:cubicBezTo>
                    <a:pt x="866875" y="735122"/>
                    <a:pt x="861306" y="743321"/>
                    <a:pt x="855484" y="751340"/>
                  </a:cubicBezTo>
                  <a:cubicBezTo>
                    <a:pt x="849662" y="759359"/>
                    <a:pt x="843590" y="767192"/>
                    <a:pt x="837276" y="774829"/>
                  </a:cubicBezTo>
                  <a:cubicBezTo>
                    <a:pt x="830962" y="782466"/>
                    <a:pt x="824410" y="789903"/>
                    <a:pt x="817629" y="797128"/>
                  </a:cubicBezTo>
                  <a:cubicBezTo>
                    <a:pt x="810849" y="804353"/>
                    <a:pt x="803843" y="811363"/>
                    <a:pt x="796622" y="818148"/>
                  </a:cubicBezTo>
                  <a:cubicBezTo>
                    <a:pt x="789402" y="824933"/>
                    <a:pt x="781970" y="831489"/>
                    <a:pt x="774338" y="837807"/>
                  </a:cubicBezTo>
                  <a:cubicBezTo>
                    <a:pt x="766706" y="844125"/>
                    <a:pt x="758877" y="850201"/>
                    <a:pt x="750864" y="856027"/>
                  </a:cubicBezTo>
                  <a:cubicBezTo>
                    <a:pt x="742850" y="861853"/>
                    <a:pt x="734656" y="867425"/>
                    <a:pt x="726292" y="872736"/>
                  </a:cubicBezTo>
                  <a:cubicBezTo>
                    <a:pt x="717929" y="878047"/>
                    <a:pt x="709401" y="883093"/>
                    <a:pt x="700721" y="887868"/>
                  </a:cubicBezTo>
                  <a:cubicBezTo>
                    <a:pt x="692041" y="892643"/>
                    <a:pt x="683214" y="897144"/>
                    <a:pt x="674251" y="901364"/>
                  </a:cubicBezTo>
                  <a:cubicBezTo>
                    <a:pt x="665289" y="905584"/>
                    <a:pt x="656196" y="909522"/>
                    <a:pt x="646986" y="913170"/>
                  </a:cubicBezTo>
                  <a:cubicBezTo>
                    <a:pt x="637776" y="916819"/>
                    <a:pt x="628455" y="920177"/>
                    <a:pt x="619034" y="923240"/>
                  </a:cubicBezTo>
                  <a:cubicBezTo>
                    <a:pt x="609614" y="926303"/>
                    <a:pt x="600099" y="929069"/>
                    <a:pt x="590505" y="931534"/>
                  </a:cubicBezTo>
                  <a:cubicBezTo>
                    <a:pt x="580911" y="933998"/>
                    <a:pt x="571242" y="936161"/>
                    <a:pt x="561513" y="938018"/>
                  </a:cubicBezTo>
                  <a:cubicBezTo>
                    <a:pt x="551783" y="939876"/>
                    <a:pt x="541997" y="941426"/>
                    <a:pt x="532170" y="942669"/>
                  </a:cubicBezTo>
                  <a:cubicBezTo>
                    <a:pt x="522343" y="943911"/>
                    <a:pt x="512479" y="944844"/>
                    <a:pt x="502594" y="945466"/>
                  </a:cubicBezTo>
                  <a:cubicBezTo>
                    <a:pt x="492708" y="946089"/>
                    <a:pt x="482805" y="946400"/>
                    <a:pt x="472900" y="946400"/>
                  </a:cubicBezTo>
                  <a:cubicBezTo>
                    <a:pt x="462995" y="946400"/>
                    <a:pt x="453092" y="946089"/>
                    <a:pt x="443206" y="945466"/>
                  </a:cubicBezTo>
                  <a:cubicBezTo>
                    <a:pt x="433321" y="944844"/>
                    <a:pt x="423457" y="943911"/>
                    <a:pt x="413630" y="942669"/>
                  </a:cubicBezTo>
                  <a:cubicBezTo>
                    <a:pt x="403803" y="941426"/>
                    <a:pt x="394017" y="939876"/>
                    <a:pt x="384287" y="938018"/>
                  </a:cubicBezTo>
                  <a:cubicBezTo>
                    <a:pt x="374558" y="936161"/>
                    <a:pt x="364889" y="933998"/>
                    <a:pt x="355295" y="931534"/>
                  </a:cubicBezTo>
                  <a:cubicBezTo>
                    <a:pt x="345701" y="929069"/>
                    <a:pt x="336186" y="926303"/>
                    <a:pt x="326766" y="923240"/>
                  </a:cubicBezTo>
                  <a:cubicBezTo>
                    <a:pt x="317345" y="920177"/>
                    <a:pt x="308024" y="916819"/>
                    <a:pt x="298814" y="913170"/>
                  </a:cubicBezTo>
                  <a:cubicBezTo>
                    <a:pt x="289604" y="909522"/>
                    <a:pt x="280511" y="905584"/>
                    <a:pt x="271549" y="901364"/>
                  </a:cubicBezTo>
                  <a:cubicBezTo>
                    <a:pt x="262586" y="897144"/>
                    <a:pt x="253759" y="892643"/>
                    <a:pt x="245079" y="887868"/>
                  </a:cubicBezTo>
                  <a:cubicBezTo>
                    <a:pt x="236399" y="883093"/>
                    <a:pt x="227871" y="878047"/>
                    <a:pt x="219508" y="872736"/>
                  </a:cubicBezTo>
                  <a:cubicBezTo>
                    <a:pt x="211144" y="867425"/>
                    <a:pt x="202950" y="861853"/>
                    <a:pt x="194936" y="856027"/>
                  </a:cubicBezTo>
                  <a:cubicBezTo>
                    <a:pt x="186923" y="850201"/>
                    <a:pt x="179094" y="844125"/>
                    <a:pt x="171462" y="837807"/>
                  </a:cubicBezTo>
                  <a:cubicBezTo>
                    <a:pt x="163830" y="831489"/>
                    <a:pt x="156398" y="824933"/>
                    <a:pt x="149178" y="818148"/>
                  </a:cubicBezTo>
                  <a:cubicBezTo>
                    <a:pt x="141957" y="811363"/>
                    <a:pt x="134951" y="804353"/>
                    <a:pt x="128171" y="797128"/>
                  </a:cubicBezTo>
                  <a:cubicBezTo>
                    <a:pt x="121390" y="789903"/>
                    <a:pt x="114838" y="782466"/>
                    <a:pt x="108524" y="774829"/>
                  </a:cubicBezTo>
                  <a:cubicBezTo>
                    <a:pt x="102210" y="767192"/>
                    <a:pt x="96138" y="759359"/>
                    <a:pt x="90316" y="751340"/>
                  </a:cubicBezTo>
                  <a:cubicBezTo>
                    <a:pt x="84494" y="743321"/>
                    <a:pt x="78925" y="735122"/>
                    <a:pt x="73617" y="726753"/>
                  </a:cubicBezTo>
                  <a:cubicBezTo>
                    <a:pt x="68310" y="718385"/>
                    <a:pt x="63266" y="709851"/>
                    <a:pt x="58495" y="701166"/>
                  </a:cubicBezTo>
                  <a:cubicBezTo>
                    <a:pt x="53723" y="692480"/>
                    <a:pt x="49225" y="683647"/>
                    <a:pt x="45007" y="674679"/>
                  </a:cubicBezTo>
                  <a:cubicBezTo>
                    <a:pt x="40790" y="665711"/>
                    <a:pt x="36855" y="656612"/>
                    <a:pt x="33209" y="647397"/>
                  </a:cubicBezTo>
                  <a:cubicBezTo>
                    <a:pt x="29562" y="638181"/>
                    <a:pt x="26206" y="628853"/>
                    <a:pt x="23145" y="619427"/>
                  </a:cubicBezTo>
                  <a:cubicBezTo>
                    <a:pt x="20084" y="610000"/>
                    <a:pt x="17320" y="600480"/>
                    <a:pt x="14857" y="590880"/>
                  </a:cubicBezTo>
                  <a:cubicBezTo>
                    <a:pt x="12394" y="581280"/>
                    <a:pt x="10232" y="571605"/>
                    <a:pt x="8376" y="561869"/>
                  </a:cubicBezTo>
                  <a:cubicBezTo>
                    <a:pt x="6520" y="552133"/>
                    <a:pt x="4970" y="542341"/>
                    <a:pt x="3729" y="532508"/>
                  </a:cubicBezTo>
                  <a:cubicBezTo>
                    <a:pt x="2488" y="522674"/>
                    <a:pt x="1555" y="512804"/>
                    <a:pt x="933" y="502912"/>
                  </a:cubicBezTo>
                  <a:cubicBezTo>
                    <a:pt x="311" y="493021"/>
                    <a:pt x="0" y="483111"/>
                    <a:pt x="0" y="473200"/>
                  </a:cubicBezTo>
                  <a:cubicBezTo>
                    <a:pt x="0" y="463289"/>
                    <a:pt x="311" y="453379"/>
                    <a:pt x="933" y="443488"/>
                  </a:cubicBezTo>
                  <a:cubicBezTo>
                    <a:pt x="1555" y="433596"/>
                    <a:pt x="2488" y="423726"/>
                    <a:pt x="3729" y="413892"/>
                  </a:cubicBezTo>
                  <a:cubicBezTo>
                    <a:pt x="4970" y="404059"/>
                    <a:pt x="6520" y="394267"/>
                    <a:pt x="8376" y="384531"/>
                  </a:cubicBezTo>
                  <a:cubicBezTo>
                    <a:pt x="10232" y="374795"/>
                    <a:pt x="12394" y="365120"/>
                    <a:pt x="14857" y="355520"/>
                  </a:cubicBezTo>
                  <a:cubicBezTo>
                    <a:pt x="17320" y="345920"/>
                    <a:pt x="20084" y="336400"/>
                    <a:pt x="23145" y="326973"/>
                  </a:cubicBezTo>
                  <a:cubicBezTo>
                    <a:pt x="26206" y="317547"/>
                    <a:pt x="29562" y="308219"/>
                    <a:pt x="33209" y="299003"/>
                  </a:cubicBezTo>
                  <a:cubicBezTo>
                    <a:pt x="36855" y="289788"/>
                    <a:pt x="40790" y="280689"/>
                    <a:pt x="45007" y="271721"/>
                  </a:cubicBezTo>
                  <a:cubicBezTo>
                    <a:pt x="49225" y="262753"/>
                    <a:pt x="53723" y="253920"/>
                    <a:pt x="58495" y="245234"/>
                  </a:cubicBezTo>
                  <a:cubicBezTo>
                    <a:pt x="63266" y="236549"/>
                    <a:pt x="68310" y="228015"/>
                    <a:pt x="73617" y="219647"/>
                  </a:cubicBezTo>
                  <a:cubicBezTo>
                    <a:pt x="78925" y="211278"/>
                    <a:pt x="84494" y="203079"/>
                    <a:pt x="90316" y="195060"/>
                  </a:cubicBezTo>
                  <a:cubicBezTo>
                    <a:pt x="96138" y="187041"/>
                    <a:pt x="102210" y="179208"/>
                    <a:pt x="108524" y="171571"/>
                  </a:cubicBezTo>
                  <a:cubicBezTo>
                    <a:pt x="114838" y="163934"/>
                    <a:pt x="121390" y="156497"/>
                    <a:pt x="128171" y="149272"/>
                  </a:cubicBezTo>
                  <a:cubicBezTo>
                    <a:pt x="134951" y="142047"/>
                    <a:pt x="141957" y="135037"/>
                    <a:pt x="149178" y="128252"/>
                  </a:cubicBezTo>
                  <a:cubicBezTo>
                    <a:pt x="156398" y="121467"/>
                    <a:pt x="163830" y="114911"/>
                    <a:pt x="171462" y="108593"/>
                  </a:cubicBezTo>
                  <a:cubicBezTo>
                    <a:pt x="179094" y="102275"/>
                    <a:pt x="186923" y="96199"/>
                    <a:pt x="194936" y="90373"/>
                  </a:cubicBezTo>
                  <a:cubicBezTo>
                    <a:pt x="202950" y="84547"/>
                    <a:pt x="211144" y="78975"/>
                    <a:pt x="219508" y="73664"/>
                  </a:cubicBezTo>
                  <a:cubicBezTo>
                    <a:pt x="227871" y="68353"/>
                    <a:pt x="236399" y="63307"/>
                    <a:pt x="245079" y="58532"/>
                  </a:cubicBezTo>
                  <a:cubicBezTo>
                    <a:pt x="253759" y="53757"/>
                    <a:pt x="262586" y="49256"/>
                    <a:pt x="271549" y="45036"/>
                  </a:cubicBezTo>
                  <a:cubicBezTo>
                    <a:pt x="280511" y="40816"/>
                    <a:pt x="289604" y="36878"/>
                    <a:pt x="298814" y="33230"/>
                  </a:cubicBezTo>
                  <a:cubicBezTo>
                    <a:pt x="308024" y="29581"/>
                    <a:pt x="317345" y="26223"/>
                    <a:pt x="326766" y="23160"/>
                  </a:cubicBezTo>
                  <a:cubicBezTo>
                    <a:pt x="336186" y="20097"/>
                    <a:pt x="345701" y="17331"/>
                    <a:pt x="355295" y="14866"/>
                  </a:cubicBezTo>
                  <a:cubicBezTo>
                    <a:pt x="364889" y="12402"/>
                    <a:pt x="374558" y="10239"/>
                    <a:pt x="384287" y="8382"/>
                  </a:cubicBezTo>
                  <a:cubicBezTo>
                    <a:pt x="394017" y="6524"/>
                    <a:pt x="403803" y="4974"/>
                    <a:pt x="413630" y="3731"/>
                  </a:cubicBezTo>
                  <a:cubicBezTo>
                    <a:pt x="423457" y="2489"/>
                    <a:pt x="433321" y="1556"/>
                    <a:pt x="443206" y="934"/>
                  </a:cubicBezTo>
                  <a:cubicBezTo>
                    <a:pt x="453092" y="311"/>
                    <a:pt x="462995" y="0"/>
                    <a:pt x="472900" y="0"/>
                  </a:cubicBezTo>
                  <a:cubicBezTo>
                    <a:pt x="482805" y="0"/>
                    <a:pt x="492708" y="311"/>
                    <a:pt x="502594" y="934"/>
                  </a:cubicBezTo>
                  <a:cubicBezTo>
                    <a:pt x="512479" y="1556"/>
                    <a:pt x="522343" y="2489"/>
                    <a:pt x="532170" y="3731"/>
                  </a:cubicBezTo>
                  <a:cubicBezTo>
                    <a:pt x="541997" y="4974"/>
                    <a:pt x="551783" y="6524"/>
                    <a:pt x="561513" y="8382"/>
                  </a:cubicBezTo>
                  <a:cubicBezTo>
                    <a:pt x="571242" y="10239"/>
                    <a:pt x="580911" y="12402"/>
                    <a:pt x="590505" y="14866"/>
                  </a:cubicBezTo>
                  <a:cubicBezTo>
                    <a:pt x="600099" y="17331"/>
                    <a:pt x="609614" y="20097"/>
                    <a:pt x="619034" y="23160"/>
                  </a:cubicBezTo>
                  <a:cubicBezTo>
                    <a:pt x="628455" y="26223"/>
                    <a:pt x="637776" y="29581"/>
                    <a:pt x="646986" y="33230"/>
                  </a:cubicBezTo>
                  <a:cubicBezTo>
                    <a:pt x="656196" y="36878"/>
                    <a:pt x="665289" y="40816"/>
                    <a:pt x="674251" y="45036"/>
                  </a:cubicBezTo>
                  <a:cubicBezTo>
                    <a:pt x="683214" y="49256"/>
                    <a:pt x="692041" y="53757"/>
                    <a:pt x="700721" y="58532"/>
                  </a:cubicBezTo>
                  <a:cubicBezTo>
                    <a:pt x="709401" y="63307"/>
                    <a:pt x="717929" y="68353"/>
                    <a:pt x="726292" y="73664"/>
                  </a:cubicBezTo>
                  <a:cubicBezTo>
                    <a:pt x="734656" y="78975"/>
                    <a:pt x="742850" y="84547"/>
                    <a:pt x="750864" y="90373"/>
                  </a:cubicBezTo>
                  <a:cubicBezTo>
                    <a:pt x="758877" y="96199"/>
                    <a:pt x="766706" y="102275"/>
                    <a:pt x="774338" y="108593"/>
                  </a:cubicBezTo>
                  <a:cubicBezTo>
                    <a:pt x="781970" y="114911"/>
                    <a:pt x="789402" y="121467"/>
                    <a:pt x="796622" y="128252"/>
                  </a:cubicBezTo>
                  <a:cubicBezTo>
                    <a:pt x="803843" y="135037"/>
                    <a:pt x="810849" y="142047"/>
                    <a:pt x="817629" y="149272"/>
                  </a:cubicBezTo>
                  <a:cubicBezTo>
                    <a:pt x="824410" y="156497"/>
                    <a:pt x="830962" y="163934"/>
                    <a:pt x="837276" y="171571"/>
                  </a:cubicBezTo>
                  <a:cubicBezTo>
                    <a:pt x="843590" y="179208"/>
                    <a:pt x="849662" y="187041"/>
                    <a:pt x="855484" y="195060"/>
                  </a:cubicBezTo>
                  <a:cubicBezTo>
                    <a:pt x="861306" y="203079"/>
                    <a:pt x="866875" y="211278"/>
                    <a:pt x="872183" y="219647"/>
                  </a:cubicBezTo>
                  <a:cubicBezTo>
                    <a:pt x="877490" y="228015"/>
                    <a:pt x="882534" y="236549"/>
                    <a:pt x="887305" y="245234"/>
                  </a:cubicBezTo>
                  <a:cubicBezTo>
                    <a:pt x="892077" y="253920"/>
                    <a:pt x="896575" y="262753"/>
                    <a:pt x="900793" y="271721"/>
                  </a:cubicBezTo>
                  <a:cubicBezTo>
                    <a:pt x="905010" y="280689"/>
                    <a:pt x="908945" y="289788"/>
                    <a:pt x="912591" y="299003"/>
                  </a:cubicBezTo>
                  <a:cubicBezTo>
                    <a:pt x="916238" y="308219"/>
                    <a:pt x="919594" y="317547"/>
                    <a:pt x="922655" y="326973"/>
                  </a:cubicBezTo>
                  <a:cubicBezTo>
                    <a:pt x="925716" y="336400"/>
                    <a:pt x="928480" y="345920"/>
                    <a:pt x="930943" y="355520"/>
                  </a:cubicBezTo>
                  <a:cubicBezTo>
                    <a:pt x="933406" y="365120"/>
                    <a:pt x="935568" y="374795"/>
                    <a:pt x="937424" y="384531"/>
                  </a:cubicBezTo>
                  <a:cubicBezTo>
                    <a:pt x="939280" y="394267"/>
                    <a:pt x="940830" y="404059"/>
                    <a:pt x="942071" y="413892"/>
                  </a:cubicBezTo>
                  <a:cubicBezTo>
                    <a:pt x="943312" y="423726"/>
                    <a:pt x="944245" y="433596"/>
                    <a:pt x="944867" y="443488"/>
                  </a:cubicBezTo>
                  <a:cubicBezTo>
                    <a:pt x="945489" y="453379"/>
                    <a:pt x="945800" y="463289"/>
                    <a:pt x="945800" y="473200"/>
                  </a:cubicBezTo>
                  <a:close/>
                </a:path>
              </a:pathLst>
            </a:custGeom>
            <a:noFill/>
            <a:ln w="24110" cap="flat">
              <a:solidFill>
                <a:srgbClr val="E2A610"/>
              </a:solidFill>
              <a:prstDash val="solid"/>
              <a:miter/>
            </a:ln>
          </p:spPr>
        </p:sp>
        <p:sp>
          <p:nvSpPr>
            <p:cNvPr id="94" name="probe-noto-emoji_u1f9ed-part-21"/>
            <p:cNvSpPr/>
            <p:nvPr/>
          </p:nvSpPr>
          <p:spPr>
            <a:xfrm>
              <a:off x="83303" y="95629"/>
              <a:ext cx="725497" cy="553571"/>
            </a:xfrm>
            <a:custGeom>
              <a:avLst/>
              <a:gdLst/>
              <a:ahLst/>
              <a:cxnLst/>
              <a:rect l="0" t="0" r="r" b="b"/>
              <a:pathLst>
                <a:path w="725497" h="553571">
                  <a:moveTo>
                    <a:pt x="3897" y="553571"/>
                  </a:moveTo>
                  <a:cubicBezTo>
                    <a:pt x="3897" y="553571"/>
                    <a:pt x="-17303" y="446171"/>
                    <a:pt x="39197" y="313171"/>
                  </a:cubicBezTo>
                  <a:cubicBezTo>
                    <a:pt x="122597" y="116971"/>
                    <a:pt x="302697" y="8971"/>
                    <a:pt x="496397" y="571"/>
                  </a:cubicBezTo>
                  <a:cubicBezTo>
                    <a:pt x="641697" y="-5729"/>
                    <a:pt x="725497" y="42171"/>
                    <a:pt x="725497" y="42171"/>
                  </a:cubicBezTo>
                  <a:cubicBezTo>
                    <a:pt x="725497" y="42171"/>
                    <a:pt x="607297" y="32471"/>
                    <a:pt x="525797" y="36071"/>
                  </a:cubicBezTo>
                  <a:cubicBezTo>
                    <a:pt x="329197" y="44771"/>
                    <a:pt x="192597" y="134471"/>
                    <a:pt x="98997" y="287871"/>
                  </a:cubicBezTo>
                  <a:cubicBezTo>
                    <a:pt x="21997" y="414271"/>
                    <a:pt x="3897" y="553571"/>
                    <a:pt x="3897" y="553571"/>
                  </a:cubicBezTo>
                  <a:close/>
                </a:path>
              </a:pathLst>
            </a:custGeom>
            <a:solidFill>
              <a:srgbClr val="FFF59D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95" name="probe-noto-emoji_u1f9f0" descr="工具箱 — Google Noto Emoji contributors; Apache-2.0; original SVG unchanged. Source: https://github.com/googlefonts/noto-emoji/blob/e20cbc2bbec1926686be9f9bee7d1d2cfa1fea0e/2D/svg/emoji_u1f9f0.svg; SVG SHA256: 4818058c34483e427e069812fc1e0f4819e7b92b68aa25fed82ff53757a6fd3c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1280000" cy="1280000"/>
          </a:xfrm>
        </p:grpSpPr>
        <p:sp>
          <p:nvSpPr>
            <p:cNvPr id="96" name="probe-noto-emoji_u1f9f0-part-1"/>
            <p:cNvSpPr/>
            <p:nvPr/>
          </p:nvSpPr>
          <p:spPr>
            <a:xfrm>
              <a:off x="40000" y="322900"/>
              <a:ext cx="1200000" cy="176700"/>
            </a:xfrm>
            <a:custGeom>
              <a:avLst/>
              <a:gdLst/>
              <a:ahLst/>
              <a:cxnLst/>
              <a:rect l="0" t="0" r="r" b="b"/>
              <a:pathLst>
                <a:path w="1200000" h="176700">
                  <a:moveTo>
                    <a:pt x="1128700" y="0"/>
                  </a:moveTo>
                  <a:lnTo>
                    <a:pt x="71300" y="0"/>
                  </a:lnTo>
                  <a:lnTo>
                    <a:pt x="0" y="176700"/>
                  </a:lnTo>
                  <a:lnTo>
                    <a:pt x="1200000" y="176700"/>
                  </a:ln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97" name="probe-noto-emoji_u1f9f0-part-2"/>
            <p:cNvSpPr/>
            <p:nvPr/>
          </p:nvSpPr>
          <p:spPr>
            <a:xfrm>
              <a:off x="111200" y="266100"/>
              <a:ext cx="1057500" cy="56800"/>
            </a:xfrm>
            <a:custGeom>
              <a:avLst/>
              <a:gdLst/>
              <a:ahLst/>
              <a:cxnLst/>
              <a:rect l="0" t="0" r="r" b="b"/>
              <a:pathLst>
                <a:path w="1057500" h="56800">
                  <a:moveTo>
                    <a:pt x="887800" y="0"/>
                  </a:moveTo>
                  <a:lnTo>
                    <a:pt x="169800" y="0"/>
                  </a:lnTo>
                  <a:cubicBezTo>
                    <a:pt x="156400" y="0"/>
                    <a:pt x="143000" y="2400"/>
                    <a:pt x="130500" y="7200"/>
                  </a:cubicBezTo>
                  <a:lnTo>
                    <a:pt x="0" y="56800"/>
                  </a:lnTo>
                  <a:lnTo>
                    <a:pt x="1057500" y="56800"/>
                  </a:lnTo>
                  <a:lnTo>
                    <a:pt x="927000" y="7200"/>
                  </a:lnTo>
                  <a:cubicBezTo>
                    <a:pt x="914500" y="2400"/>
                    <a:pt x="901200" y="0"/>
                    <a:pt x="887800" y="0"/>
                  </a:cubicBezTo>
                  <a:close/>
                </a:path>
              </a:pathLst>
            </a:custGeom>
            <a:solidFill>
              <a:srgbClr val="FF75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98" name="probe-noto-emoji_u1f9f0-part-3"/>
            <p:cNvSpPr/>
            <p:nvPr/>
          </p:nvSpPr>
          <p:spPr>
            <a:xfrm>
              <a:off x="40000" y="499600"/>
              <a:ext cx="1200000" cy="676500"/>
            </a:xfrm>
            <a:custGeom>
              <a:avLst/>
              <a:gdLst/>
              <a:ahLst/>
              <a:cxnLst/>
              <a:rect l="0" t="0" r="r" b="b"/>
              <a:pathLst>
                <a:path w="1200000" h="676500">
                  <a:moveTo>
                    <a:pt x="1159700" y="676500"/>
                  </a:moveTo>
                  <a:lnTo>
                    <a:pt x="40300" y="676500"/>
                  </a:lnTo>
                  <a:cubicBezTo>
                    <a:pt x="18000" y="676500"/>
                    <a:pt x="0" y="658500"/>
                    <a:pt x="0" y="636200"/>
                  </a:cubicBezTo>
                  <a:lnTo>
                    <a:pt x="0" y="0"/>
                  </a:lnTo>
                  <a:lnTo>
                    <a:pt x="1200000" y="0"/>
                  </a:lnTo>
                  <a:lnTo>
                    <a:pt x="1200000" y="636200"/>
                  </a:lnTo>
                  <a:cubicBezTo>
                    <a:pt x="1200000" y="658500"/>
                    <a:pt x="1182000" y="676500"/>
                    <a:pt x="1159700" y="676500"/>
                  </a:cubicBezTo>
                  <a:close/>
                </a:path>
              </a:pathLst>
            </a:custGeom>
            <a:solidFill>
              <a:srgbClr val="C628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99" name="probe-noto-emoji_u1f9f0-part-4"/>
            <p:cNvSpPr/>
            <p:nvPr/>
          </p:nvSpPr>
          <p:spPr>
            <a:xfrm>
              <a:off x="40000" y="701000"/>
              <a:ext cx="1200000" cy="10"/>
            </a:xfrm>
            <a:custGeom>
              <a:avLst/>
              <a:gdLst/>
              <a:ahLst/>
              <a:cxnLst/>
              <a:rect l="0" t="0" r="r" b="b"/>
              <a:pathLst>
                <a:path w="1200000" h="10">
                  <a:moveTo>
                    <a:pt x="0" y="0"/>
                  </a:moveTo>
                  <a:lnTo>
                    <a:pt x="1200000" y="0"/>
                  </a:lnTo>
                </a:path>
              </a:pathLst>
            </a:custGeom>
            <a:noFill/>
            <a:ln w="17142" cap="flat">
              <a:solidFill>
                <a:srgbClr val="A80707"/>
              </a:solidFill>
              <a:prstDash val="solid"/>
              <a:miter/>
            </a:ln>
          </p:spPr>
        </p:sp>
        <p:sp>
          <p:nvSpPr>
            <p:cNvPr id="100" name="probe-noto-emoji_u1f9f0-part-5"/>
            <p:cNvSpPr/>
            <p:nvPr/>
          </p:nvSpPr>
          <p:spPr>
            <a:xfrm>
              <a:off x="250100" y="701000"/>
              <a:ext cx="10" cy="10"/>
            </a:xfrm>
            <a:custGeom>
              <a:avLst/>
              <a:gdLst/>
              <a:ahLst/>
              <a:cxnLst/>
              <a:rect l="0" t="0" r="r" b="b"/>
              <a:pathLst>
                <a:path w="10" h="10">
                  <a:moveTo>
                    <a:pt x="0" y="0"/>
                  </a:moveTo>
                </a:path>
              </a:pathLst>
            </a:custGeom>
            <a:noFill/>
            <a:ln w="17142" cap="flat">
              <a:solidFill>
                <a:srgbClr val="332424"/>
              </a:solidFill>
              <a:prstDash val="solid"/>
              <a:miter/>
            </a:ln>
          </p:spPr>
        </p:sp>
        <p:sp>
          <p:nvSpPr>
            <p:cNvPr id="101" name="probe-noto-emoji_u1f9f0-part-6"/>
            <p:cNvSpPr/>
            <p:nvPr/>
          </p:nvSpPr>
          <p:spPr>
            <a:xfrm>
              <a:off x="228200" y="652800"/>
              <a:ext cx="199500" cy="216200"/>
            </a:xfrm>
            <a:custGeom>
              <a:avLst/>
              <a:gdLst/>
              <a:ahLst/>
              <a:cxnLst/>
              <a:rect l="0" t="0" r="r" b="b"/>
              <a:pathLst>
                <a:path w="199500" h="216200">
                  <a:moveTo>
                    <a:pt x="182300" y="0"/>
                  </a:moveTo>
                  <a:lnTo>
                    <a:pt x="17100" y="0"/>
                  </a:lnTo>
                  <a:cubicBezTo>
                    <a:pt x="7700" y="0"/>
                    <a:pt x="0" y="6600"/>
                    <a:pt x="0" y="14700"/>
                  </a:cubicBezTo>
                  <a:lnTo>
                    <a:pt x="0" y="111800"/>
                  </a:lnTo>
                  <a:cubicBezTo>
                    <a:pt x="0" y="119900"/>
                    <a:pt x="7600" y="126500"/>
                    <a:pt x="17100" y="126500"/>
                  </a:cubicBezTo>
                  <a:lnTo>
                    <a:pt x="41600" y="126500"/>
                  </a:lnTo>
                  <a:lnTo>
                    <a:pt x="41600" y="177100"/>
                  </a:lnTo>
                  <a:cubicBezTo>
                    <a:pt x="41600" y="198700"/>
                    <a:pt x="61900" y="216200"/>
                    <a:pt x="87000" y="216200"/>
                  </a:cubicBezTo>
                  <a:lnTo>
                    <a:pt x="112500" y="216200"/>
                  </a:lnTo>
                  <a:cubicBezTo>
                    <a:pt x="137500" y="216200"/>
                    <a:pt x="157900" y="198700"/>
                    <a:pt x="157900" y="177100"/>
                  </a:cubicBezTo>
                  <a:lnTo>
                    <a:pt x="157900" y="126500"/>
                  </a:lnTo>
                  <a:lnTo>
                    <a:pt x="182400" y="126500"/>
                  </a:lnTo>
                  <a:cubicBezTo>
                    <a:pt x="191800" y="126500"/>
                    <a:pt x="199500" y="119900"/>
                    <a:pt x="199500" y="111800"/>
                  </a:cubicBezTo>
                  <a:lnTo>
                    <a:pt x="199500" y="14700"/>
                  </a:lnTo>
                  <a:cubicBezTo>
                    <a:pt x="199300" y="6600"/>
                    <a:pt x="191700" y="0"/>
                    <a:pt x="182300" y="0"/>
                  </a:cubicBezTo>
                  <a:close/>
                </a:path>
              </a:pathLst>
            </a:custGeom>
            <a:solidFill>
              <a:srgbClr val="A8070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2" name="probe-noto-emoji_u1f9f0-part-7"/>
            <p:cNvSpPr/>
            <p:nvPr/>
          </p:nvSpPr>
          <p:spPr>
            <a:xfrm>
              <a:off x="246100" y="635000"/>
              <a:ext cx="163402" cy="124200"/>
            </a:xfrm>
            <a:custGeom>
              <a:avLst/>
              <a:gdLst/>
              <a:ahLst/>
              <a:cxnLst/>
              <a:rect l="0" t="0" r="r" b="b"/>
              <a:pathLst>
                <a:path w="163402" h="124200">
                  <a:moveTo>
                    <a:pt x="152700" y="124200"/>
                  </a:moveTo>
                  <a:lnTo>
                    <a:pt x="10800" y="124200"/>
                  </a:lnTo>
                  <a:cubicBezTo>
                    <a:pt x="4800" y="124200"/>
                    <a:pt x="0" y="119400"/>
                    <a:pt x="0" y="113400"/>
                  </a:cubicBezTo>
                  <a:lnTo>
                    <a:pt x="0" y="10800"/>
                  </a:lnTo>
                  <a:cubicBezTo>
                    <a:pt x="0" y="4800"/>
                    <a:pt x="4800" y="0"/>
                    <a:pt x="10800" y="0"/>
                  </a:cubicBezTo>
                  <a:lnTo>
                    <a:pt x="152600" y="0"/>
                  </a:lnTo>
                  <a:cubicBezTo>
                    <a:pt x="158600" y="0"/>
                    <a:pt x="163400" y="4800"/>
                    <a:pt x="163400" y="10800"/>
                  </a:cubicBezTo>
                  <a:lnTo>
                    <a:pt x="163400" y="113400"/>
                  </a:lnTo>
                  <a:cubicBezTo>
                    <a:pt x="163500" y="119400"/>
                    <a:pt x="158600" y="124200"/>
                    <a:pt x="152700" y="124200"/>
                  </a:cubicBezTo>
                  <a:close/>
                </a:path>
              </a:pathLst>
            </a:custGeom>
            <a:solidFill>
              <a:srgbClr val="558EA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3" name="probe-noto-emoji_u1f9f0-part-8"/>
            <p:cNvSpPr/>
            <p:nvPr/>
          </p:nvSpPr>
          <p:spPr>
            <a:xfrm>
              <a:off x="280200" y="700300"/>
              <a:ext cx="95300" cy="10"/>
            </a:xfrm>
            <a:custGeom>
              <a:avLst/>
              <a:gdLst/>
              <a:ahLst/>
              <a:cxnLst/>
              <a:rect l="0" t="0" r="r" b="b"/>
              <a:pathLst>
                <a:path w="95300" h="10">
                  <a:moveTo>
                    <a:pt x="0" y="0"/>
                  </a:moveTo>
                  <a:lnTo>
                    <a:pt x="95300" y="0"/>
                  </a:lnTo>
                </a:path>
              </a:pathLst>
            </a:custGeom>
            <a:noFill/>
            <a:ln w="22745" cap="flat">
              <a:solidFill>
                <a:srgbClr val="332424"/>
              </a:solidFill>
              <a:prstDash val="solid"/>
              <a:miter/>
            </a:ln>
          </p:spPr>
        </p:sp>
        <p:sp>
          <p:nvSpPr>
            <p:cNvPr id="104" name="probe-noto-emoji_u1f9f0-part-9"/>
            <p:cNvSpPr/>
            <p:nvPr/>
          </p:nvSpPr>
          <p:spPr>
            <a:xfrm>
              <a:off x="280200" y="604400"/>
              <a:ext cx="95400" cy="81800"/>
            </a:xfrm>
            <a:custGeom>
              <a:avLst/>
              <a:gdLst/>
              <a:ahLst/>
              <a:cxnLst/>
              <a:rect l="0" t="0" r="r" b="b"/>
              <a:pathLst>
                <a:path w="95400" h="81800">
                  <a:moveTo>
                    <a:pt x="95300" y="81800"/>
                  </a:moveTo>
                  <a:lnTo>
                    <a:pt x="0" y="81800"/>
                  </a:lnTo>
                  <a:lnTo>
                    <a:pt x="0" y="28700"/>
                  </a:lnTo>
                  <a:cubicBezTo>
                    <a:pt x="0" y="12900"/>
                    <a:pt x="12800" y="0"/>
                    <a:pt x="28700" y="0"/>
                  </a:cubicBezTo>
                  <a:lnTo>
                    <a:pt x="66700" y="0"/>
                  </a:lnTo>
                  <a:cubicBezTo>
                    <a:pt x="82500" y="0"/>
                    <a:pt x="95400" y="12800"/>
                    <a:pt x="95400" y="28700"/>
                  </a:cubicBezTo>
                  <a:lnTo>
                    <a:pt x="95400" y="818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5" name="probe-noto-emoji_u1f9f0-part-10"/>
            <p:cNvSpPr/>
            <p:nvPr/>
          </p:nvSpPr>
          <p:spPr>
            <a:xfrm>
              <a:off x="280100" y="712800"/>
              <a:ext cx="95400" cy="134500"/>
            </a:xfrm>
            <a:custGeom>
              <a:avLst/>
              <a:gdLst/>
              <a:ahLst/>
              <a:cxnLst/>
              <a:rect l="0" t="0" r="r" b="b"/>
              <a:pathLst>
                <a:path w="95400" h="134500">
                  <a:moveTo>
                    <a:pt x="100" y="0"/>
                  </a:moveTo>
                  <a:lnTo>
                    <a:pt x="95400" y="0"/>
                  </a:lnTo>
                  <a:lnTo>
                    <a:pt x="95400" y="105800"/>
                  </a:lnTo>
                  <a:cubicBezTo>
                    <a:pt x="95400" y="121600"/>
                    <a:pt x="82600" y="134500"/>
                    <a:pt x="66700" y="134500"/>
                  </a:cubicBezTo>
                  <a:lnTo>
                    <a:pt x="28700" y="134500"/>
                  </a:lnTo>
                  <a:cubicBezTo>
                    <a:pt x="12900" y="134500"/>
                    <a:pt x="0" y="121700"/>
                    <a:pt x="0" y="105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6" name="probe-noto-emoji_u1f9f0-part-11"/>
            <p:cNvSpPr/>
            <p:nvPr/>
          </p:nvSpPr>
          <p:spPr>
            <a:xfrm>
              <a:off x="285427" y="795900"/>
              <a:ext cx="83580" cy="34461"/>
            </a:xfrm>
            <a:custGeom>
              <a:avLst/>
              <a:gdLst/>
              <a:ahLst/>
              <a:cxnLst/>
              <a:rect l="0" t="0" r="r" b="b"/>
              <a:pathLst>
                <a:path w="83580" h="34461">
                  <a:moveTo>
                    <a:pt x="72873" y="0"/>
                  </a:moveTo>
                  <a:cubicBezTo>
                    <a:pt x="77173" y="0"/>
                    <a:pt x="82273" y="3600"/>
                    <a:pt x="83473" y="10000"/>
                  </a:cubicBezTo>
                  <a:cubicBezTo>
                    <a:pt x="84073" y="13600"/>
                    <a:pt x="82073" y="21000"/>
                    <a:pt x="79273" y="23400"/>
                  </a:cubicBezTo>
                  <a:cubicBezTo>
                    <a:pt x="74173" y="27700"/>
                    <a:pt x="67373" y="30500"/>
                    <a:pt x="60273" y="32200"/>
                  </a:cubicBezTo>
                  <a:cubicBezTo>
                    <a:pt x="49273" y="34900"/>
                    <a:pt x="37273" y="35400"/>
                    <a:pt x="26373" y="32500"/>
                  </a:cubicBezTo>
                  <a:cubicBezTo>
                    <a:pt x="15473" y="29700"/>
                    <a:pt x="4073" y="24200"/>
                    <a:pt x="773" y="15100"/>
                  </a:cubicBezTo>
                  <a:cubicBezTo>
                    <a:pt x="-4227" y="1200"/>
                    <a:pt x="14473" y="200"/>
                    <a:pt x="72873" y="0"/>
                  </a:cubicBezTo>
                  <a:close/>
                </a:path>
              </a:pathLst>
            </a:custGeom>
            <a:solidFill>
              <a:srgbClr val="A1D5E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7" name="probe-noto-emoji_u1f9f0-part-12"/>
            <p:cNvSpPr/>
            <p:nvPr/>
          </p:nvSpPr>
          <p:spPr>
            <a:xfrm>
              <a:off x="852400" y="652800"/>
              <a:ext cx="199500" cy="216200"/>
            </a:xfrm>
            <a:custGeom>
              <a:avLst/>
              <a:gdLst/>
              <a:ahLst/>
              <a:cxnLst/>
              <a:rect l="0" t="0" r="r" b="b"/>
              <a:pathLst>
                <a:path w="199500" h="216200">
                  <a:moveTo>
                    <a:pt x="182300" y="0"/>
                  </a:moveTo>
                  <a:lnTo>
                    <a:pt x="17100" y="0"/>
                  </a:lnTo>
                  <a:cubicBezTo>
                    <a:pt x="7700" y="0"/>
                    <a:pt x="0" y="6600"/>
                    <a:pt x="0" y="14700"/>
                  </a:cubicBezTo>
                  <a:lnTo>
                    <a:pt x="0" y="111800"/>
                  </a:lnTo>
                  <a:cubicBezTo>
                    <a:pt x="0" y="119900"/>
                    <a:pt x="7600" y="126500"/>
                    <a:pt x="17100" y="126500"/>
                  </a:cubicBezTo>
                  <a:lnTo>
                    <a:pt x="41600" y="126500"/>
                  </a:lnTo>
                  <a:lnTo>
                    <a:pt x="41600" y="177100"/>
                  </a:lnTo>
                  <a:cubicBezTo>
                    <a:pt x="41600" y="198700"/>
                    <a:pt x="61900" y="216200"/>
                    <a:pt x="87000" y="216200"/>
                  </a:cubicBezTo>
                  <a:lnTo>
                    <a:pt x="112500" y="216200"/>
                  </a:lnTo>
                  <a:cubicBezTo>
                    <a:pt x="137500" y="216200"/>
                    <a:pt x="157900" y="198700"/>
                    <a:pt x="157900" y="177100"/>
                  </a:cubicBezTo>
                  <a:lnTo>
                    <a:pt x="157900" y="126500"/>
                  </a:lnTo>
                  <a:lnTo>
                    <a:pt x="182400" y="126500"/>
                  </a:lnTo>
                  <a:cubicBezTo>
                    <a:pt x="191800" y="126500"/>
                    <a:pt x="199500" y="119900"/>
                    <a:pt x="199500" y="111800"/>
                  </a:cubicBezTo>
                  <a:lnTo>
                    <a:pt x="199500" y="14700"/>
                  </a:lnTo>
                  <a:cubicBezTo>
                    <a:pt x="199400" y="6600"/>
                    <a:pt x="191800" y="0"/>
                    <a:pt x="182300" y="0"/>
                  </a:cubicBezTo>
                  <a:close/>
                </a:path>
              </a:pathLst>
            </a:custGeom>
            <a:solidFill>
              <a:srgbClr val="A8070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8" name="probe-noto-emoji_u1f9f0-part-13"/>
            <p:cNvSpPr/>
            <p:nvPr/>
          </p:nvSpPr>
          <p:spPr>
            <a:xfrm>
              <a:off x="870400" y="635000"/>
              <a:ext cx="163400" cy="124200"/>
            </a:xfrm>
            <a:custGeom>
              <a:avLst/>
              <a:gdLst/>
              <a:ahLst/>
              <a:cxnLst/>
              <a:rect l="0" t="0" r="r" b="b"/>
              <a:pathLst>
                <a:path w="163400" h="124200">
                  <a:moveTo>
                    <a:pt x="152700" y="124200"/>
                  </a:moveTo>
                  <a:lnTo>
                    <a:pt x="10800" y="124200"/>
                  </a:lnTo>
                  <a:cubicBezTo>
                    <a:pt x="4800" y="124200"/>
                    <a:pt x="0" y="119400"/>
                    <a:pt x="0" y="113400"/>
                  </a:cubicBezTo>
                  <a:lnTo>
                    <a:pt x="0" y="10800"/>
                  </a:lnTo>
                  <a:cubicBezTo>
                    <a:pt x="0" y="4800"/>
                    <a:pt x="4800" y="0"/>
                    <a:pt x="10800" y="0"/>
                  </a:cubicBezTo>
                  <a:lnTo>
                    <a:pt x="152600" y="0"/>
                  </a:lnTo>
                  <a:cubicBezTo>
                    <a:pt x="158600" y="0"/>
                    <a:pt x="163400" y="4800"/>
                    <a:pt x="163400" y="10800"/>
                  </a:cubicBezTo>
                  <a:lnTo>
                    <a:pt x="163400" y="113400"/>
                  </a:lnTo>
                  <a:cubicBezTo>
                    <a:pt x="163400" y="119400"/>
                    <a:pt x="158600" y="124200"/>
                    <a:pt x="152700" y="124200"/>
                  </a:cubicBezTo>
                  <a:close/>
                </a:path>
              </a:pathLst>
            </a:custGeom>
            <a:solidFill>
              <a:srgbClr val="558EA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9" name="probe-noto-emoji_u1f9f0-part-14"/>
            <p:cNvSpPr/>
            <p:nvPr/>
          </p:nvSpPr>
          <p:spPr>
            <a:xfrm>
              <a:off x="904500" y="700300"/>
              <a:ext cx="95300" cy="10"/>
            </a:xfrm>
            <a:custGeom>
              <a:avLst/>
              <a:gdLst/>
              <a:ahLst/>
              <a:cxnLst/>
              <a:rect l="0" t="0" r="r" b="b"/>
              <a:pathLst>
                <a:path w="95300" h="10">
                  <a:moveTo>
                    <a:pt x="0" y="0"/>
                  </a:moveTo>
                  <a:lnTo>
                    <a:pt x="95300" y="0"/>
                  </a:lnTo>
                </a:path>
              </a:pathLst>
            </a:custGeom>
            <a:noFill/>
            <a:ln w="22745" cap="flat">
              <a:solidFill>
                <a:srgbClr val="332424"/>
              </a:solidFill>
              <a:prstDash val="solid"/>
              <a:miter/>
            </a:ln>
          </p:spPr>
        </p:sp>
        <p:sp>
          <p:nvSpPr>
            <p:cNvPr id="110" name="probe-noto-emoji_u1f9f0-part-15"/>
            <p:cNvSpPr/>
            <p:nvPr/>
          </p:nvSpPr>
          <p:spPr>
            <a:xfrm>
              <a:off x="904500" y="604400"/>
              <a:ext cx="95400" cy="81800"/>
            </a:xfrm>
            <a:custGeom>
              <a:avLst/>
              <a:gdLst/>
              <a:ahLst/>
              <a:cxnLst/>
              <a:rect l="0" t="0" r="r" b="b"/>
              <a:pathLst>
                <a:path w="95400" h="81800">
                  <a:moveTo>
                    <a:pt x="95300" y="81800"/>
                  </a:moveTo>
                  <a:lnTo>
                    <a:pt x="0" y="81800"/>
                  </a:lnTo>
                  <a:lnTo>
                    <a:pt x="0" y="28700"/>
                  </a:lnTo>
                  <a:cubicBezTo>
                    <a:pt x="0" y="12900"/>
                    <a:pt x="12800" y="0"/>
                    <a:pt x="28700" y="0"/>
                  </a:cubicBezTo>
                  <a:lnTo>
                    <a:pt x="66700" y="0"/>
                  </a:lnTo>
                  <a:cubicBezTo>
                    <a:pt x="82500" y="0"/>
                    <a:pt x="95400" y="12800"/>
                    <a:pt x="95400" y="28700"/>
                  </a:cubicBezTo>
                  <a:lnTo>
                    <a:pt x="95400" y="818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1" name="probe-noto-emoji_u1f9f0-part-16"/>
            <p:cNvSpPr/>
            <p:nvPr/>
          </p:nvSpPr>
          <p:spPr>
            <a:xfrm>
              <a:off x="904400" y="712800"/>
              <a:ext cx="95400" cy="134500"/>
            </a:xfrm>
            <a:custGeom>
              <a:avLst/>
              <a:gdLst/>
              <a:ahLst/>
              <a:cxnLst/>
              <a:rect l="0" t="0" r="r" b="b"/>
              <a:pathLst>
                <a:path w="95400" h="134500">
                  <a:moveTo>
                    <a:pt x="100" y="0"/>
                  </a:moveTo>
                  <a:lnTo>
                    <a:pt x="95400" y="0"/>
                  </a:lnTo>
                  <a:lnTo>
                    <a:pt x="95400" y="105800"/>
                  </a:lnTo>
                  <a:cubicBezTo>
                    <a:pt x="95400" y="121600"/>
                    <a:pt x="82600" y="134500"/>
                    <a:pt x="66700" y="134500"/>
                  </a:cubicBezTo>
                  <a:lnTo>
                    <a:pt x="28700" y="134500"/>
                  </a:lnTo>
                  <a:cubicBezTo>
                    <a:pt x="12900" y="134500"/>
                    <a:pt x="0" y="121700"/>
                    <a:pt x="0" y="105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2" name="probe-noto-emoji_u1f9f0-part-17"/>
            <p:cNvSpPr/>
            <p:nvPr/>
          </p:nvSpPr>
          <p:spPr>
            <a:xfrm>
              <a:off x="909049" y="795251"/>
              <a:ext cx="87476" cy="35009"/>
            </a:xfrm>
            <a:custGeom>
              <a:avLst/>
              <a:gdLst/>
              <a:ahLst/>
              <a:cxnLst/>
              <a:rect l="0" t="0" r="r" b="b"/>
              <a:pathLst>
                <a:path w="87476" h="35009">
                  <a:moveTo>
                    <a:pt x="76451" y="649"/>
                  </a:moveTo>
                  <a:cubicBezTo>
                    <a:pt x="79451" y="749"/>
                    <a:pt x="84951" y="1649"/>
                    <a:pt x="86951" y="7549"/>
                  </a:cubicBezTo>
                  <a:cubicBezTo>
                    <a:pt x="88951" y="13449"/>
                    <a:pt x="84951" y="19649"/>
                    <a:pt x="79851" y="23949"/>
                  </a:cubicBezTo>
                  <a:cubicBezTo>
                    <a:pt x="74751" y="28249"/>
                    <a:pt x="67951" y="31049"/>
                    <a:pt x="60851" y="32749"/>
                  </a:cubicBezTo>
                  <a:cubicBezTo>
                    <a:pt x="49851" y="35449"/>
                    <a:pt x="37851" y="35949"/>
                    <a:pt x="26951" y="33049"/>
                  </a:cubicBezTo>
                  <a:cubicBezTo>
                    <a:pt x="16051" y="30249"/>
                    <a:pt x="6251" y="24049"/>
                    <a:pt x="1351" y="15649"/>
                  </a:cubicBezTo>
                  <a:cubicBezTo>
                    <a:pt x="-6449" y="2349"/>
                    <a:pt x="19651" y="-1751"/>
                    <a:pt x="76451" y="649"/>
                  </a:cubicBezTo>
                  <a:close/>
                </a:path>
              </a:pathLst>
            </a:custGeom>
            <a:solidFill>
              <a:srgbClr val="A1D5E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3" name="probe-noto-emoji_u1f9f0-part-18"/>
            <p:cNvSpPr/>
            <p:nvPr/>
          </p:nvSpPr>
          <p:spPr>
            <a:xfrm>
              <a:off x="402622" y="104000"/>
              <a:ext cx="505256" cy="182500"/>
            </a:xfrm>
            <a:custGeom>
              <a:avLst/>
              <a:gdLst/>
              <a:ahLst/>
              <a:cxnLst/>
              <a:rect l="0" t="0" r="r" b="b"/>
              <a:pathLst>
                <a:path w="505256" h="182500">
                  <a:moveTo>
                    <a:pt x="502678" y="166500"/>
                  </a:moveTo>
                  <a:cubicBezTo>
                    <a:pt x="497978" y="160200"/>
                    <a:pt x="482578" y="153800"/>
                    <a:pt x="478078" y="151200"/>
                  </a:cubicBezTo>
                  <a:cubicBezTo>
                    <a:pt x="447978" y="133300"/>
                    <a:pt x="451078" y="84000"/>
                    <a:pt x="430878" y="52000"/>
                  </a:cubicBezTo>
                  <a:cubicBezTo>
                    <a:pt x="412878" y="23400"/>
                    <a:pt x="380778" y="0"/>
                    <a:pt x="346978" y="0"/>
                  </a:cubicBezTo>
                  <a:cubicBezTo>
                    <a:pt x="346978" y="0"/>
                    <a:pt x="300678" y="0"/>
                    <a:pt x="253778" y="0"/>
                  </a:cubicBezTo>
                  <a:cubicBezTo>
                    <a:pt x="252978" y="0"/>
                    <a:pt x="252278" y="0"/>
                    <a:pt x="251478" y="0"/>
                  </a:cubicBezTo>
                  <a:cubicBezTo>
                    <a:pt x="204478" y="0"/>
                    <a:pt x="158278" y="0"/>
                    <a:pt x="158278" y="0"/>
                  </a:cubicBezTo>
                  <a:cubicBezTo>
                    <a:pt x="124478" y="0"/>
                    <a:pt x="92378" y="23500"/>
                    <a:pt x="74378" y="52000"/>
                  </a:cubicBezTo>
                  <a:cubicBezTo>
                    <a:pt x="54178" y="84000"/>
                    <a:pt x="57278" y="133300"/>
                    <a:pt x="27178" y="151200"/>
                  </a:cubicBezTo>
                  <a:cubicBezTo>
                    <a:pt x="22778" y="153800"/>
                    <a:pt x="7278" y="160300"/>
                    <a:pt x="2578" y="166500"/>
                  </a:cubicBezTo>
                  <a:cubicBezTo>
                    <a:pt x="-3222" y="174300"/>
                    <a:pt x="2578" y="182500"/>
                    <a:pt x="2578" y="182500"/>
                  </a:cubicBezTo>
                  <a:cubicBezTo>
                    <a:pt x="2578" y="182500"/>
                    <a:pt x="47278" y="182500"/>
                    <a:pt x="57178" y="182500"/>
                  </a:cubicBezTo>
                  <a:cubicBezTo>
                    <a:pt x="83878" y="182500"/>
                    <a:pt x="98878" y="137600"/>
                    <a:pt x="101178" y="131500"/>
                  </a:cubicBezTo>
                  <a:cubicBezTo>
                    <a:pt x="110278" y="106500"/>
                    <a:pt x="126878" y="69600"/>
                    <a:pt x="158278" y="69600"/>
                  </a:cubicBezTo>
                  <a:cubicBezTo>
                    <a:pt x="158278" y="69600"/>
                    <a:pt x="204578" y="69600"/>
                    <a:pt x="251478" y="69600"/>
                  </a:cubicBezTo>
                  <a:cubicBezTo>
                    <a:pt x="252278" y="69600"/>
                    <a:pt x="252978" y="69600"/>
                    <a:pt x="253778" y="69600"/>
                  </a:cubicBezTo>
                  <a:cubicBezTo>
                    <a:pt x="300778" y="69600"/>
                    <a:pt x="346978" y="69600"/>
                    <a:pt x="346978" y="69600"/>
                  </a:cubicBezTo>
                  <a:cubicBezTo>
                    <a:pt x="378378" y="69600"/>
                    <a:pt x="394978" y="106600"/>
                    <a:pt x="404078" y="131500"/>
                  </a:cubicBezTo>
                  <a:cubicBezTo>
                    <a:pt x="406278" y="137600"/>
                    <a:pt x="421278" y="182500"/>
                    <a:pt x="448078" y="182500"/>
                  </a:cubicBezTo>
                  <a:cubicBezTo>
                    <a:pt x="457978" y="182500"/>
                    <a:pt x="502678" y="182500"/>
                    <a:pt x="502678" y="182500"/>
                  </a:cubicBezTo>
                  <a:cubicBezTo>
                    <a:pt x="502678" y="182500"/>
                    <a:pt x="508478" y="174300"/>
                    <a:pt x="502678" y="166500"/>
                  </a:cubicBezTo>
                  <a:close/>
                </a:path>
              </a:pathLst>
            </a:custGeom>
            <a:solidFill>
              <a:srgbClr val="42424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4" name="probe-noto-emoji_u1f9f0-part-19"/>
            <p:cNvSpPr/>
            <p:nvPr/>
          </p:nvSpPr>
          <p:spPr>
            <a:xfrm>
              <a:off x="472630" y="115096"/>
              <a:ext cx="111976" cy="94746"/>
            </a:xfrm>
            <a:custGeom>
              <a:avLst/>
              <a:gdLst/>
              <a:ahLst/>
              <a:cxnLst/>
              <a:rect l="0" t="0" r="r" b="b"/>
              <a:pathLst>
                <a:path w="111976" h="94746">
                  <a:moveTo>
                    <a:pt x="39570" y="18804"/>
                  </a:moveTo>
                  <a:cubicBezTo>
                    <a:pt x="53870" y="6904"/>
                    <a:pt x="72370" y="-196"/>
                    <a:pt x="90970" y="4"/>
                  </a:cubicBezTo>
                  <a:cubicBezTo>
                    <a:pt x="96070" y="104"/>
                    <a:pt x="101370" y="704"/>
                    <a:pt x="105670" y="3504"/>
                  </a:cubicBezTo>
                  <a:cubicBezTo>
                    <a:pt x="109970" y="6304"/>
                    <a:pt x="112970" y="11604"/>
                    <a:pt x="111670" y="16604"/>
                  </a:cubicBezTo>
                  <a:cubicBezTo>
                    <a:pt x="110270" y="21904"/>
                    <a:pt x="104770" y="25004"/>
                    <a:pt x="99670" y="27004"/>
                  </a:cubicBezTo>
                  <a:cubicBezTo>
                    <a:pt x="81170" y="34204"/>
                    <a:pt x="59770" y="35804"/>
                    <a:pt x="45070" y="49004"/>
                  </a:cubicBezTo>
                  <a:cubicBezTo>
                    <a:pt x="34970" y="58104"/>
                    <a:pt x="29670" y="71204"/>
                    <a:pt x="22470" y="82704"/>
                  </a:cubicBezTo>
                  <a:cubicBezTo>
                    <a:pt x="18970" y="88304"/>
                    <a:pt x="14270" y="94004"/>
                    <a:pt x="7670" y="94704"/>
                  </a:cubicBezTo>
                  <a:cubicBezTo>
                    <a:pt x="5370" y="94904"/>
                    <a:pt x="2870" y="94404"/>
                    <a:pt x="1370" y="92704"/>
                  </a:cubicBezTo>
                  <a:cubicBezTo>
                    <a:pt x="-1230" y="89704"/>
                    <a:pt x="370" y="85104"/>
                    <a:pt x="2070" y="81604"/>
                  </a:cubicBezTo>
                  <a:cubicBezTo>
                    <a:pt x="7570" y="70204"/>
                    <a:pt x="10770" y="58204"/>
                    <a:pt x="16670" y="47104"/>
                  </a:cubicBezTo>
                  <a:cubicBezTo>
                    <a:pt x="22870" y="35704"/>
                    <a:pt x="30970" y="27904"/>
                    <a:pt x="39570" y="18804"/>
                  </a:cubicBezTo>
                  <a:close/>
                </a:path>
              </a:pathLst>
            </a:custGeom>
            <a:solidFill>
              <a:srgbClr val="61616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5" name="probe-noto-emoji_u1f9f0-part-20"/>
            <p:cNvSpPr/>
            <p:nvPr/>
          </p:nvSpPr>
          <p:spPr>
            <a:xfrm>
              <a:off x="288798" y="610195"/>
              <a:ext cx="66005" cy="46087"/>
            </a:xfrm>
            <a:custGeom>
              <a:avLst/>
              <a:gdLst/>
              <a:ahLst/>
              <a:cxnLst/>
              <a:rect l="0" t="0" r="r" b="b"/>
              <a:pathLst>
                <a:path w="66005" h="46087">
                  <a:moveTo>
                    <a:pt x="43202" y="24305"/>
                  </a:moveTo>
                  <a:cubicBezTo>
                    <a:pt x="30402" y="24805"/>
                    <a:pt x="18002" y="31505"/>
                    <a:pt x="11602" y="41505"/>
                  </a:cubicBezTo>
                  <a:cubicBezTo>
                    <a:pt x="10102" y="43805"/>
                    <a:pt x="8002" y="46605"/>
                    <a:pt x="5202" y="46005"/>
                  </a:cubicBezTo>
                  <a:cubicBezTo>
                    <a:pt x="3002" y="45505"/>
                    <a:pt x="2102" y="43205"/>
                    <a:pt x="1602" y="41205"/>
                  </a:cubicBezTo>
                  <a:cubicBezTo>
                    <a:pt x="-498" y="32805"/>
                    <a:pt x="-1198" y="23105"/>
                    <a:pt x="3702" y="15405"/>
                  </a:cubicBezTo>
                  <a:cubicBezTo>
                    <a:pt x="8802" y="7305"/>
                    <a:pt x="18702" y="2605"/>
                    <a:pt x="28302" y="1405"/>
                  </a:cubicBezTo>
                  <a:cubicBezTo>
                    <a:pt x="47702" y="-895"/>
                    <a:pt x="62102" y="-1795"/>
                    <a:pt x="65402" y="10305"/>
                  </a:cubicBezTo>
                  <a:cubicBezTo>
                    <a:pt x="69302" y="24605"/>
                    <a:pt x="53402" y="23905"/>
                    <a:pt x="43202" y="24305"/>
                  </a:cubicBezTo>
                  <a:close/>
                </a:path>
              </a:pathLst>
            </a:custGeom>
            <a:solidFill>
              <a:srgbClr val="A1D5E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6" name="probe-noto-emoji_u1f9f0-part-21"/>
            <p:cNvSpPr/>
            <p:nvPr/>
          </p:nvSpPr>
          <p:spPr>
            <a:xfrm>
              <a:off x="912598" y="610195"/>
              <a:ext cx="66030" cy="46087"/>
            </a:xfrm>
            <a:custGeom>
              <a:avLst/>
              <a:gdLst/>
              <a:ahLst/>
              <a:cxnLst/>
              <a:rect l="0" t="0" r="r" b="b"/>
              <a:pathLst>
                <a:path w="66030" h="46087">
                  <a:moveTo>
                    <a:pt x="43202" y="24305"/>
                  </a:moveTo>
                  <a:cubicBezTo>
                    <a:pt x="30402" y="24805"/>
                    <a:pt x="18002" y="31505"/>
                    <a:pt x="11602" y="41505"/>
                  </a:cubicBezTo>
                  <a:cubicBezTo>
                    <a:pt x="10102" y="43805"/>
                    <a:pt x="8002" y="46605"/>
                    <a:pt x="5202" y="46005"/>
                  </a:cubicBezTo>
                  <a:cubicBezTo>
                    <a:pt x="3002" y="45505"/>
                    <a:pt x="2102" y="43205"/>
                    <a:pt x="1602" y="41205"/>
                  </a:cubicBezTo>
                  <a:cubicBezTo>
                    <a:pt x="-498" y="32805"/>
                    <a:pt x="-1198" y="23105"/>
                    <a:pt x="3702" y="15405"/>
                  </a:cubicBezTo>
                  <a:cubicBezTo>
                    <a:pt x="8802" y="7305"/>
                    <a:pt x="18702" y="2605"/>
                    <a:pt x="28302" y="1405"/>
                  </a:cubicBezTo>
                  <a:cubicBezTo>
                    <a:pt x="47702" y="-895"/>
                    <a:pt x="62102" y="-1795"/>
                    <a:pt x="65402" y="10305"/>
                  </a:cubicBezTo>
                  <a:cubicBezTo>
                    <a:pt x="69402" y="24605"/>
                    <a:pt x="53402" y="23905"/>
                    <a:pt x="43202" y="24305"/>
                  </a:cubicBezTo>
                  <a:close/>
                </a:path>
              </a:pathLst>
            </a:custGeom>
            <a:solidFill>
              <a:srgbClr val="A1D5E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17" name="probe-noto-emoji_u1fa9d" descr="挂钩 — Google Noto Emoji contributors; Apache-2.0; original SVG unchanged. Source: https://github.com/googlefonts/noto-emoji/blob/e20cbc2bbec1926686be9f9bee7d1d2cfa1fea0e/2D/svg/emoji_u1fa9d.svg; SVG SHA256: 4ac0d3ddad6053012c59b272ef3a4095eb159f618c7d90a882ee6c80b67990b9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1280000" cy="1280000"/>
          </a:xfrm>
        </p:grpSpPr>
        <p:sp>
          <p:nvSpPr>
            <p:cNvPr id="118" name="probe-noto-emoji_u1fa9d-part-1"/>
            <p:cNvSpPr/>
            <p:nvPr/>
          </p:nvSpPr>
          <p:spPr>
            <a:xfrm>
              <a:off x="229058" y="35877"/>
              <a:ext cx="821889" cy="1208132"/>
            </a:xfrm>
            <a:custGeom>
              <a:avLst/>
              <a:gdLst/>
              <a:ahLst/>
              <a:cxnLst/>
              <a:rect l="0" t="0" r="r" b="b"/>
              <a:pathLst>
                <a:path w="821889" h="1208132">
                  <a:moveTo>
                    <a:pt x="49042" y="646023"/>
                  </a:moveTo>
                  <a:cubicBezTo>
                    <a:pt x="-81558" y="880023"/>
                    <a:pt x="65142" y="1142523"/>
                    <a:pt x="295142" y="1194323"/>
                  </a:cubicBezTo>
                  <a:cubicBezTo>
                    <a:pt x="447842" y="1228723"/>
                    <a:pt x="626842" y="1201623"/>
                    <a:pt x="717942" y="1081623"/>
                  </a:cubicBezTo>
                  <a:cubicBezTo>
                    <a:pt x="826542" y="938723"/>
                    <a:pt x="807142" y="805023"/>
                    <a:pt x="790842" y="745023"/>
                  </a:cubicBezTo>
                  <a:cubicBezTo>
                    <a:pt x="769642" y="666623"/>
                    <a:pt x="770642" y="622223"/>
                    <a:pt x="794642" y="594923"/>
                  </a:cubicBezTo>
                  <a:cubicBezTo>
                    <a:pt x="821542" y="564323"/>
                    <a:pt x="825642" y="547523"/>
                    <a:pt x="819242" y="528723"/>
                  </a:cubicBezTo>
                  <a:cubicBezTo>
                    <a:pt x="811142" y="505123"/>
                    <a:pt x="791142" y="498623"/>
                    <a:pt x="766342" y="500623"/>
                  </a:cubicBezTo>
                  <a:cubicBezTo>
                    <a:pt x="722142" y="504123"/>
                    <a:pt x="664742" y="528423"/>
                    <a:pt x="656442" y="625123"/>
                  </a:cubicBezTo>
                  <a:cubicBezTo>
                    <a:pt x="651142" y="687323"/>
                    <a:pt x="689842" y="850823"/>
                    <a:pt x="490942" y="871223"/>
                  </a:cubicBezTo>
                  <a:cubicBezTo>
                    <a:pt x="332142" y="887423"/>
                    <a:pt x="260942" y="700023"/>
                    <a:pt x="310442" y="606023"/>
                  </a:cubicBezTo>
                  <a:cubicBezTo>
                    <a:pt x="345142" y="540223"/>
                    <a:pt x="369242" y="512623"/>
                    <a:pt x="503442" y="364223"/>
                  </a:cubicBezTo>
                  <a:cubicBezTo>
                    <a:pt x="587242" y="271523"/>
                    <a:pt x="597442" y="218023"/>
                    <a:pt x="597442" y="186623"/>
                  </a:cubicBezTo>
                  <a:cubicBezTo>
                    <a:pt x="597442" y="76423"/>
                    <a:pt x="501942" y="-11477"/>
                    <a:pt x="389142" y="1223"/>
                  </a:cubicBezTo>
                  <a:cubicBezTo>
                    <a:pt x="303442" y="10823"/>
                    <a:pt x="234442" y="80223"/>
                    <a:pt x="225242" y="166023"/>
                  </a:cubicBezTo>
                  <a:cubicBezTo>
                    <a:pt x="219042" y="223223"/>
                    <a:pt x="238842" y="275823"/>
                    <a:pt x="274142" y="313723"/>
                  </a:cubicBezTo>
                  <a:cubicBezTo>
                    <a:pt x="289942" y="330623"/>
                    <a:pt x="291042" y="356523"/>
                    <a:pt x="275942" y="374023"/>
                  </a:cubicBezTo>
                  <a:cubicBezTo>
                    <a:pt x="261942" y="390323"/>
                    <a:pt x="245342" y="410923"/>
                    <a:pt x="222542" y="434523"/>
                  </a:cubicBezTo>
                  <a:cubicBezTo>
                    <a:pt x="150142" y="509523"/>
                    <a:pt x="109142" y="538323"/>
                    <a:pt x="49042" y="646023"/>
                  </a:cubicBezTo>
                  <a:close/>
                  <a:moveTo>
                    <a:pt x="475442" y="186723"/>
                  </a:moveTo>
                  <a:cubicBezTo>
                    <a:pt x="475442" y="231923"/>
                    <a:pt x="444542" y="268523"/>
                    <a:pt x="406442" y="268523"/>
                  </a:cubicBezTo>
                  <a:cubicBezTo>
                    <a:pt x="368342" y="268523"/>
                    <a:pt x="337442" y="231923"/>
                    <a:pt x="337442" y="186723"/>
                  </a:cubicBezTo>
                  <a:cubicBezTo>
                    <a:pt x="337442" y="141523"/>
                    <a:pt x="368342" y="104923"/>
                    <a:pt x="406442" y="104923"/>
                  </a:cubicBezTo>
                  <a:cubicBezTo>
                    <a:pt x="444542" y="104923"/>
                    <a:pt x="475442" y="141523"/>
                    <a:pt x="475442" y="186723"/>
                  </a:cubicBez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9" name="probe-noto-emoji_u1fa9d-part-2"/>
            <p:cNvSpPr/>
            <p:nvPr/>
          </p:nvSpPr>
          <p:spPr>
            <a:xfrm>
              <a:off x="229058" y="35877"/>
              <a:ext cx="821889" cy="1208132"/>
            </a:xfrm>
            <a:custGeom>
              <a:avLst/>
              <a:gdLst/>
              <a:ahLst/>
              <a:cxnLst/>
              <a:rect l="0" t="0" r="r" b="b"/>
              <a:pathLst>
                <a:path w="821889" h="1208132">
                  <a:moveTo>
                    <a:pt x="49042" y="646023"/>
                  </a:moveTo>
                  <a:cubicBezTo>
                    <a:pt x="-81558" y="880023"/>
                    <a:pt x="65142" y="1142523"/>
                    <a:pt x="295142" y="1194323"/>
                  </a:cubicBezTo>
                  <a:cubicBezTo>
                    <a:pt x="447842" y="1228723"/>
                    <a:pt x="626842" y="1201623"/>
                    <a:pt x="717942" y="1081623"/>
                  </a:cubicBezTo>
                  <a:cubicBezTo>
                    <a:pt x="826542" y="938723"/>
                    <a:pt x="807142" y="805023"/>
                    <a:pt x="790842" y="745023"/>
                  </a:cubicBezTo>
                  <a:cubicBezTo>
                    <a:pt x="769642" y="666623"/>
                    <a:pt x="770642" y="622223"/>
                    <a:pt x="794642" y="594923"/>
                  </a:cubicBezTo>
                  <a:cubicBezTo>
                    <a:pt x="821542" y="564323"/>
                    <a:pt x="825642" y="547523"/>
                    <a:pt x="819242" y="528723"/>
                  </a:cubicBezTo>
                  <a:cubicBezTo>
                    <a:pt x="811142" y="505123"/>
                    <a:pt x="791142" y="498623"/>
                    <a:pt x="766342" y="500623"/>
                  </a:cubicBezTo>
                  <a:cubicBezTo>
                    <a:pt x="722142" y="504123"/>
                    <a:pt x="664742" y="528423"/>
                    <a:pt x="656442" y="625123"/>
                  </a:cubicBezTo>
                  <a:cubicBezTo>
                    <a:pt x="651142" y="687323"/>
                    <a:pt x="689842" y="850823"/>
                    <a:pt x="490942" y="871223"/>
                  </a:cubicBezTo>
                  <a:cubicBezTo>
                    <a:pt x="332142" y="887423"/>
                    <a:pt x="260942" y="700023"/>
                    <a:pt x="310442" y="606023"/>
                  </a:cubicBezTo>
                  <a:cubicBezTo>
                    <a:pt x="345142" y="540223"/>
                    <a:pt x="369242" y="512623"/>
                    <a:pt x="503442" y="364223"/>
                  </a:cubicBezTo>
                  <a:cubicBezTo>
                    <a:pt x="587242" y="271523"/>
                    <a:pt x="597442" y="218023"/>
                    <a:pt x="597442" y="186623"/>
                  </a:cubicBezTo>
                  <a:cubicBezTo>
                    <a:pt x="597442" y="76423"/>
                    <a:pt x="501942" y="-11477"/>
                    <a:pt x="389142" y="1223"/>
                  </a:cubicBezTo>
                  <a:cubicBezTo>
                    <a:pt x="303442" y="10823"/>
                    <a:pt x="234442" y="80223"/>
                    <a:pt x="225242" y="166023"/>
                  </a:cubicBezTo>
                  <a:cubicBezTo>
                    <a:pt x="219042" y="223223"/>
                    <a:pt x="238842" y="275823"/>
                    <a:pt x="274142" y="313723"/>
                  </a:cubicBezTo>
                  <a:cubicBezTo>
                    <a:pt x="289942" y="330623"/>
                    <a:pt x="291042" y="356523"/>
                    <a:pt x="275942" y="374023"/>
                  </a:cubicBezTo>
                  <a:cubicBezTo>
                    <a:pt x="261942" y="390323"/>
                    <a:pt x="245342" y="410923"/>
                    <a:pt x="222542" y="434523"/>
                  </a:cubicBezTo>
                  <a:cubicBezTo>
                    <a:pt x="150142" y="509523"/>
                    <a:pt x="109142" y="538323"/>
                    <a:pt x="49042" y="646023"/>
                  </a:cubicBezTo>
                  <a:close/>
                  <a:moveTo>
                    <a:pt x="465442" y="186723"/>
                  </a:moveTo>
                  <a:cubicBezTo>
                    <a:pt x="465442" y="231923"/>
                    <a:pt x="434542" y="268523"/>
                    <a:pt x="396442" y="268523"/>
                  </a:cubicBezTo>
                  <a:cubicBezTo>
                    <a:pt x="358342" y="268523"/>
                    <a:pt x="327442" y="231923"/>
                    <a:pt x="327442" y="186723"/>
                  </a:cubicBezTo>
                  <a:cubicBezTo>
                    <a:pt x="327442" y="141523"/>
                    <a:pt x="358342" y="104923"/>
                    <a:pt x="396442" y="104923"/>
                  </a:cubicBezTo>
                  <a:cubicBezTo>
                    <a:pt x="434542" y="104923"/>
                    <a:pt x="465442" y="141523"/>
                    <a:pt x="465442" y="186723"/>
                  </a:cubicBezTo>
                  <a:close/>
                </a:path>
              </a:pathLst>
            </a:custGeom>
            <a:solidFill>
              <a:srgbClr val="FFCA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0" name="probe-noto-emoji_u1fa9d-part-3"/>
            <p:cNvSpPr/>
            <p:nvPr/>
          </p:nvSpPr>
          <p:spPr>
            <a:xfrm>
              <a:off x="732500" y="400100"/>
              <a:ext cx="10" cy="10"/>
            </a:xfrm>
            <a:custGeom>
              <a:avLst/>
              <a:gdLst/>
              <a:ahLst/>
              <a:cxnLst/>
              <a:rect l="0" t="0" r="r" b="b"/>
              <a:pathLst>
                <a:path w="10" h="10">
                  <a:moveTo>
                    <a:pt x="0" y="0"/>
                  </a:moveTo>
                </a:path>
              </a:pathLst>
            </a:custGeom>
            <a:noFill/>
            <a:ln w="48220" cap="flat">
              <a:solidFill>
                <a:srgbClr val="FFFFFF">
                  <a:alpha val="33000"/>
                </a:srgbClr>
              </a:solidFill>
              <a:prstDash val="solid"/>
              <a:miter/>
            </a:ln>
          </p:spPr>
        </p:sp>
        <p:sp>
          <p:nvSpPr>
            <p:cNvPr id="121" name="probe-noto-emoji_u1fa9d-part-4"/>
            <p:cNvSpPr/>
            <p:nvPr/>
          </p:nvSpPr>
          <p:spPr>
            <a:xfrm>
              <a:off x="433570" y="842235"/>
              <a:ext cx="464892" cy="249446"/>
            </a:xfrm>
            <a:custGeom>
              <a:avLst/>
              <a:gdLst/>
              <a:ahLst/>
              <a:cxnLst/>
              <a:rect l="0" t="0" r="r" b="b"/>
              <a:pathLst>
                <a:path w="464892" h="249446">
                  <a:moveTo>
                    <a:pt x="219230" y="157065"/>
                  </a:moveTo>
                  <a:cubicBezTo>
                    <a:pt x="113230" y="138465"/>
                    <a:pt x="41030" y="43365"/>
                    <a:pt x="28330" y="13565"/>
                  </a:cubicBezTo>
                  <a:cubicBezTo>
                    <a:pt x="16830" y="-13435"/>
                    <a:pt x="-13570" y="-4335"/>
                    <a:pt x="6930" y="79465"/>
                  </a:cubicBezTo>
                  <a:cubicBezTo>
                    <a:pt x="20330" y="134365"/>
                    <a:pt x="56530" y="182065"/>
                    <a:pt x="104530" y="211865"/>
                  </a:cubicBezTo>
                  <a:cubicBezTo>
                    <a:pt x="177530" y="257165"/>
                    <a:pt x="272430" y="262665"/>
                    <a:pt x="345930" y="222065"/>
                  </a:cubicBezTo>
                  <a:cubicBezTo>
                    <a:pt x="433130" y="173765"/>
                    <a:pt x="468330" y="99265"/>
                    <a:pt x="464630" y="62965"/>
                  </a:cubicBezTo>
                  <a:cubicBezTo>
                    <a:pt x="464030" y="57165"/>
                    <a:pt x="454130" y="35165"/>
                    <a:pt x="430430" y="80565"/>
                  </a:cubicBezTo>
                  <a:cubicBezTo>
                    <a:pt x="422630" y="95265"/>
                    <a:pt x="325230" y="175665"/>
                    <a:pt x="219230" y="157065"/>
                  </a:cubicBezTo>
                  <a:close/>
                </a:path>
              </a:pathLst>
            </a:custGeom>
            <a:solidFill>
              <a:srgbClr val="FFF59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2" name="probe-noto-emoji_u1fa9d-part-5"/>
            <p:cNvSpPr/>
            <p:nvPr/>
          </p:nvSpPr>
          <p:spPr>
            <a:xfrm>
              <a:off x="459572" y="455700"/>
              <a:ext cx="432743" cy="560845"/>
            </a:xfrm>
            <a:custGeom>
              <a:avLst/>
              <a:gdLst/>
              <a:ahLst/>
              <a:cxnLst/>
              <a:rect l="0" t="0" r="r" b="b"/>
              <a:pathLst>
                <a:path w="432743" h="560845">
                  <a:moveTo>
                    <a:pt x="320028" y="537300"/>
                  </a:moveTo>
                  <a:cubicBezTo>
                    <a:pt x="434528" y="480500"/>
                    <a:pt x="443428" y="387000"/>
                    <a:pt x="425628" y="266800"/>
                  </a:cubicBezTo>
                  <a:cubicBezTo>
                    <a:pt x="425628" y="266800"/>
                    <a:pt x="425628" y="266800"/>
                    <a:pt x="425628" y="266800"/>
                  </a:cubicBezTo>
                  <a:cubicBezTo>
                    <a:pt x="425028" y="340000"/>
                    <a:pt x="409728" y="436100"/>
                    <a:pt x="260328" y="451400"/>
                  </a:cubicBezTo>
                  <a:cubicBezTo>
                    <a:pt x="101628" y="467700"/>
                    <a:pt x="31928" y="281000"/>
                    <a:pt x="79928" y="186300"/>
                  </a:cubicBezTo>
                  <a:cubicBezTo>
                    <a:pt x="121828" y="103400"/>
                    <a:pt x="222828" y="0"/>
                    <a:pt x="222828" y="0"/>
                  </a:cubicBezTo>
                  <a:cubicBezTo>
                    <a:pt x="222828" y="0"/>
                    <a:pt x="101528" y="83800"/>
                    <a:pt x="45728" y="184300"/>
                  </a:cubicBezTo>
                  <a:cubicBezTo>
                    <a:pt x="-7372" y="279800"/>
                    <a:pt x="-25872" y="407000"/>
                    <a:pt x="54528" y="486900"/>
                  </a:cubicBezTo>
                  <a:cubicBezTo>
                    <a:pt x="87328" y="519400"/>
                    <a:pt x="128328" y="544200"/>
                    <a:pt x="173428" y="555100"/>
                  </a:cubicBezTo>
                  <a:cubicBezTo>
                    <a:pt x="223428" y="567000"/>
                    <a:pt x="274228" y="560100"/>
                    <a:pt x="320028" y="53730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3" name="probe-noto-emoji_u1fa9d-part-6"/>
            <p:cNvSpPr/>
            <p:nvPr/>
          </p:nvSpPr>
          <p:spPr>
            <a:xfrm>
              <a:off x="920468" y="559060"/>
              <a:ext cx="82959" cy="79935"/>
            </a:xfrm>
            <a:custGeom>
              <a:avLst/>
              <a:gdLst/>
              <a:ahLst/>
              <a:cxnLst/>
              <a:rect l="0" t="0" r="r" b="b"/>
              <a:pathLst>
                <a:path w="82959" h="79935">
                  <a:moveTo>
                    <a:pt x="76232" y="3440"/>
                  </a:moveTo>
                  <a:cubicBezTo>
                    <a:pt x="93732" y="16140"/>
                    <a:pt x="73132" y="33640"/>
                    <a:pt x="59332" y="39040"/>
                  </a:cubicBezTo>
                  <a:cubicBezTo>
                    <a:pt x="21832" y="53540"/>
                    <a:pt x="5932" y="91040"/>
                    <a:pt x="1332" y="76740"/>
                  </a:cubicBezTo>
                  <a:cubicBezTo>
                    <a:pt x="-2868" y="63540"/>
                    <a:pt x="2132" y="42540"/>
                    <a:pt x="26932" y="16940"/>
                  </a:cubicBezTo>
                  <a:cubicBezTo>
                    <a:pt x="38632" y="4840"/>
                    <a:pt x="63732" y="-5660"/>
                    <a:pt x="76232" y="3440"/>
                  </a:cubicBezTo>
                  <a:close/>
                </a:path>
              </a:pathLst>
            </a:custGeom>
            <a:solidFill>
              <a:srgbClr val="FFF59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4" name="probe-noto-emoji_u1fa9d-part-7"/>
            <p:cNvSpPr/>
            <p:nvPr/>
          </p:nvSpPr>
          <p:spPr>
            <a:xfrm>
              <a:off x="490647" y="70676"/>
              <a:ext cx="126299" cy="147735"/>
            </a:xfrm>
            <a:custGeom>
              <a:avLst/>
              <a:gdLst/>
              <a:ahLst/>
              <a:cxnLst/>
              <a:rect l="0" t="0" r="r" b="b"/>
              <a:pathLst>
                <a:path w="126299" h="147735">
                  <a:moveTo>
                    <a:pt x="122853" y="11924"/>
                  </a:moveTo>
                  <a:cubicBezTo>
                    <a:pt x="136553" y="37824"/>
                    <a:pt x="106153" y="41524"/>
                    <a:pt x="88653" y="49824"/>
                  </a:cubicBezTo>
                  <a:cubicBezTo>
                    <a:pt x="25653" y="79724"/>
                    <a:pt x="32853" y="150924"/>
                    <a:pt x="18353" y="147624"/>
                  </a:cubicBezTo>
                  <a:cubicBezTo>
                    <a:pt x="3853" y="144324"/>
                    <a:pt x="-547" y="120624"/>
                    <a:pt x="53" y="109124"/>
                  </a:cubicBezTo>
                  <a:cubicBezTo>
                    <a:pt x="1953" y="69324"/>
                    <a:pt x="24353" y="38324"/>
                    <a:pt x="40353" y="26124"/>
                  </a:cubicBezTo>
                  <a:cubicBezTo>
                    <a:pt x="78853" y="-3376"/>
                    <a:pt x="112453" y="-7576"/>
                    <a:pt x="122853" y="11924"/>
                  </a:cubicBezTo>
                  <a:close/>
                </a:path>
              </a:pathLst>
            </a:custGeom>
            <a:solidFill>
              <a:srgbClr val="FFF59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5" name="probe-noto-emoji_u1fa9d-part-8"/>
            <p:cNvSpPr/>
            <p:nvPr/>
          </p:nvSpPr>
          <p:spPr>
            <a:xfrm>
              <a:off x="556600" y="140800"/>
              <a:ext cx="91300" cy="163600"/>
            </a:xfrm>
            <a:custGeom>
              <a:avLst/>
              <a:gdLst/>
              <a:ahLst/>
              <a:cxnLst/>
              <a:rect l="0" t="0" r="r" b="b"/>
              <a:pathLst>
                <a:path w="91300" h="163600">
                  <a:moveTo>
                    <a:pt x="44600" y="81800"/>
                  </a:moveTo>
                  <a:cubicBezTo>
                    <a:pt x="44600" y="45900"/>
                    <a:pt x="64100" y="15500"/>
                    <a:pt x="91300" y="4500"/>
                  </a:cubicBezTo>
                  <a:cubicBezTo>
                    <a:pt x="84300" y="1700"/>
                    <a:pt x="76800" y="0"/>
                    <a:pt x="69000" y="0"/>
                  </a:cubicBezTo>
                  <a:cubicBezTo>
                    <a:pt x="30900" y="0"/>
                    <a:pt x="0" y="36600"/>
                    <a:pt x="0" y="81800"/>
                  </a:cubicBezTo>
                  <a:cubicBezTo>
                    <a:pt x="0" y="127000"/>
                    <a:pt x="30900" y="163600"/>
                    <a:pt x="69000" y="163600"/>
                  </a:cubicBezTo>
                  <a:cubicBezTo>
                    <a:pt x="76800" y="163600"/>
                    <a:pt x="84300" y="162000"/>
                    <a:pt x="91300" y="159100"/>
                  </a:cubicBezTo>
                  <a:cubicBezTo>
                    <a:pt x="64100" y="148100"/>
                    <a:pt x="44600" y="117700"/>
                    <a:pt x="44600" y="81800"/>
                  </a:cubicBezTo>
                  <a:close/>
                </a:path>
              </a:pathLst>
            </a:custGeom>
            <a:solidFill>
              <a:srgbClr val="E2A610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26" name="probe-tabler-binoculars" descr="binoculars — Tabler contributors; preserve the bundled full upstream license. Source: https://github.com/tabler/tabler-icons/blob/a4ce1404bc6d24d3c365afe7b258d6bf6f48d62d/icons/filled/binoculars.svg; SVG SHA256: 00bb6a7f1936881e82a8f8c66a0e67b6fdd71bdcbf9bcd38b57f5f53ea8e7089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127" name="probe-tabler-binoculars-part-1"/>
            <p:cNvSpPr/>
            <p:nvPr/>
          </p:nvSpPr>
          <p:spPr>
            <a:xfrm>
              <a:off x="30000" y="67480"/>
              <a:ext cx="180000" cy="132520"/>
            </a:xfrm>
            <a:custGeom>
              <a:avLst/>
              <a:gdLst/>
              <a:ahLst/>
              <a:cxnLst/>
              <a:rect l="0" t="0" r="r" b="b"/>
              <a:pathLst>
                <a:path w="180000" h="132520">
                  <a:moveTo>
                    <a:pt x="58870" y="0"/>
                  </a:moveTo>
                  <a:cubicBezTo>
                    <a:pt x="57240" y="0"/>
                    <a:pt x="55500" y="160"/>
                    <a:pt x="53810" y="570"/>
                  </a:cubicBezTo>
                  <a:cubicBezTo>
                    <a:pt x="52090" y="980"/>
                    <a:pt x="47990" y="2220"/>
                    <a:pt x="45430" y="6190"/>
                  </a:cubicBezTo>
                  <a:lnTo>
                    <a:pt x="45290" y="6390"/>
                  </a:lnTo>
                  <a:lnTo>
                    <a:pt x="39220" y="16890"/>
                  </a:lnTo>
                  <a:cubicBezTo>
                    <a:pt x="36150" y="18940"/>
                    <a:pt x="33880" y="21490"/>
                    <a:pt x="32290" y="24060"/>
                  </a:cubicBezTo>
                  <a:lnTo>
                    <a:pt x="32150" y="24260"/>
                  </a:lnTo>
                  <a:lnTo>
                    <a:pt x="6430" y="70760"/>
                  </a:lnTo>
                  <a:cubicBezTo>
                    <a:pt x="6087" y="71287"/>
                    <a:pt x="5757" y="71821"/>
                    <a:pt x="5440" y="72363"/>
                  </a:cubicBezTo>
                  <a:cubicBezTo>
                    <a:pt x="5122" y="72905"/>
                    <a:pt x="4817" y="73455"/>
                    <a:pt x="4526" y="74011"/>
                  </a:cubicBezTo>
                  <a:cubicBezTo>
                    <a:pt x="4234" y="74568"/>
                    <a:pt x="3955" y="75131"/>
                    <a:pt x="3690" y="75700"/>
                  </a:cubicBezTo>
                  <a:lnTo>
                    <a:pt x="3630" y="75800"/>
                  </a:lnTo>
                  <a:cubicBezTo>
                    <a:pt x="3288" y="76547"/>
                    <a:pt x="2969" y="77303"/>
                    <a:pt x="2673" y="78070"/>
                  </a:cubicBezTo>
                  <a:cubicBezTo>
                    <a:pt x="2378" y="78836"/>
                    <a:pt x="2106" y="79611"/>
                    <a:pt x="1858" y="80394"/>
                  </a:cubicBezTo>
                  <a:cubicBezTo>
                    <a:pt x="1611" y="81177"/>
                    <a:pt x="1387" y="81967"/>
                    <a:pt x="1188" y="82764"/>
                  </a:cubicBezTo>
                  <a:cubicBezTo>
                    <a:pt x="989" y="83561"/>
                    <a:pt x="815" y="84363"/>
                    <a:pt x="666" y="85171"/>
                  </a:cubicBezTo>
                  <a:cubicBezTo>
                    <a:pt x="516" y="85978"/>
                    <a:pt x="392" y="86790"/>
                    <a:pt x="293" y="87605"/>
                  </a:cubicBezTo>
                  <a:cubicBezTo>
                    <a:pt x="193" y="88420"/>
                    <a:pt x="119" y="89238"/>
                    <a:pt x="70" y="90058"/>
                  </a:cubicBezTo>
                  <a:cubicBezTo>
                    <a:pt x="22" y="90878"/>
                    <a:pt x="-2" y="91699"/>
                    <a:pt x="0" y="92520"/>
                  </a:cubicBezTo>
                  <a:cubicBezTo>
                    <a:pt x="0" y="93358"/>
                    <a:pt x="26" y="94196"/>
                    <a:pt x="79" y="95032"/>
                  </a:cubicBezTo>
                  <a:cubicBezTo>
                    <a:pt x="132" y="95868"/>
                    <a:pt x="211" y="96702"/>
                    <a:pt x="316" y="97534"/>
                  </a:cubicBezTo>
                  <a:cubicBezTo>
                    <a:pt x="421" y="98365"/>
                    <a:pt x="552" y="99192"/>
                    <a:pt x="709" y="100015"/>
                  </a:cubicBezTo>
                  <a:cubicBezTo>
                    <a:pt x="866" y="100838"/>
                    <a:pt x="1048" y="101656"/>
                    <a:pt x="1257" y="102468"/>
                  </a:cubicBezTo>
                  <a:cubicBezTo>
                    <a:pt x="1465" y="103279"/>
                    <a:pt x="1699" y="104084"/>
                    <a:pt x="1958" y="104881"/>
                  </a:cubicBezTo>
                  <a:cubicBezTo>
                    <a:pt x="2217" y="105678"/>
                    <a:pt x="2501" y="106466"/>
                    <a:pt x="2809" y="107245"/>
                  </a:cubicBezTo>
                  <a:cubicBezTo>
                    <a:pt x="3117" y="108024"/>
                    <a:pt x="3450" y="108793"/>
                    <a:pt x="3807" y="109551"/>
                  </a:cubicBezTo>
                  <a:cubicBezTo>
                    <a:pt x="4164" y="110309"/>
                    <a:pt x="4544" y="111056"/>
                    <a:pt x="4948" y="111790"/>
                  </a:cubicBezTo>
                  <a:cubicBezTo>
                    <a:pt x="5351" y="112525"/>
                    <a:pt x="5778" y="113246"/>
                    <a:pt x="6227" y="113953"/>
                  </a:cubicBezTo>
                  <a:cubicBezTo>
                    <a:pt x="6676" y="114661"/>
                    <a:pt x="7147" y="115354"/>
                    <a:pt x="7639" y="116032"/>
                  </a:cubicBezTo>
                  <a:cubicBezTo>
                    <a:pt x="8132" y="116709"/>
                    <a:pt x="8646" y="117372"/>
                    <a:pt x="9180" y="118017"/>
                  </a:cubicBezTo>
                  <a:cubicBezTo>
                    <a:pt x="9714" y="118663"/>
                    <a:pt x="10268" y="119291"/>
                    <a:pt x="10841" y="119902"/>
                  </a:cubicBezTo>
                  <a:cubicBezTo>
                    <a:pt x="11415" y="120513"/>
                    <a:pt x="12007" y="121105"/>
                    <a:pt x="12618" y="121679"/>
                  </a:cubicBezTo>
                  <a:cubicBezTo>
                    <a:pt x="13229" y="122252"/>
                    <a:pt x="13858" y="122807"/>
                    <a:pt x="14503" y="123341"/>
                  </a:cubicBezTo>
                  <a:cubicBezTo>
                    <a:pt x="15149" y="123875"/>
                    <a:pt x="15811" y="124388"/>
                    <a:pt x="16489" y="124881"/>
                  </a:cubicBezTo>
                  <a:cubicBezTo>
                    <a:pt x="17167" y="125373"/>
                    <a:pt x="17860" y="125844"/>
                    <a:pt x="18567" y="126293"/>
                  </a:cubicBezTo>
                  <a:cubicBezTo>
                    <a:pt x="19274" y="126742"/>
                    <a:pt x="19996" y="127169"/>
                    <a:pt x="20730" y="127572"/>
                  </a:cubicBezTo>
                  <a:cubicBezTo>
                    <a:pt x="21464" y="127976"/>
                    <a:pt x="22211" y="128357"/>
                    <a:pt x="22969" y="128713"/>
                  </a:cubicBezTo>
                  <a:cubicBezTo>
                    <a:pt x="23727" y="129070"/>
                    <a:pt x="24496" y="129403"/>
                    <a:pt x="25275" y="129711"/>
                  </a:cubicBezTo>
                  <a:cubicBezTo>
                    <a:pt x="26054" y="130020"/>
                    <a:pt x="26843" y="130304"/>
                    <a:pt x="27639" y="130562"/>
                  </a:cubicBezTo>
                  <a:cubicBezTo>
                    <a:pt x="28436" y="130821"/>
                    <a:pt x="29241" y="131055"/>
                    <a:pt x="30053" y="131263"/>
                  </a:cubicBezTo>
                  <a:cubicBezTo>
                    <a:pt x="30864" y="131472"/>
                    <a:pt x="31682" y="131655"/>
                    <a:pt x="32505" y="131812"/>
                  </a:cubicBezTo>
                  <a:cubicBezTo>
                    <a:pt x="33328" y="131969"/>
                    <a:pt x="34156" y="132100"/>
                    <a:pt x="34987" y="132205"/>
                  </a:cubicBezTo>
                  <a:cubicBezTo>
                    <a:pt x="35818" y="132310"/>
                    <a:pt x="36652" y="132389"/>
                    <a:pt x="37488" y="132441"/>
                  </a:cubicBezTo>
                  <a:cubicBezTo>
                    <a:pt x="38325" y="132494"/>
                    <a:pt x="39162" y="132520"/>
                    <a:pt x="40000" y="132520"/>
                  </a:cubicBezTo>
                  <a:cubicBezTo>
                    <a:pt x="40838" y="132520"/>
                    <a:pt x="41676" y="132494"/>
                    <a:pt x="42512" y="132441"/>
                  </a:cubicBezTo>
                  <a:cubicBezTo>
                    <a:pt x="43348" y="132389"/>
                    <a:pt x="44182" y="132310"/>
                    <a:pt x="45013" y="132205"/>
                  </a:cubicBezTo>
                  <a:cubicBezTo>
                    <a:pt x="45845" y="132100"/>
                    <a:pt x="46672" y="131969"/>
                    <a:pt x="47495" y="131812"/>
                  </a:cubicBezTo>
                  <a:cubicBezTo>
                    <a:pt x="48318" y="131655"/>
                    <a:pt x="49136" y="131472"/>
                    <a:pt x="49948" y="131263"/>
                  </a:cubicBezTo>
                  <a:cubicBezTo>
                    <a:pt x="50759" y="131055"/>
                    <a:pt x="51564" y="130821"/>
                    <a:pt x="52361" y="130562"/>
                  </a:cubicBezTo>
                  <a:cubicBezTo>
                    <a:pt x="53158" y="130304"/>
                    <a:pt x="53946" y="130020"/>
                    <a:pt x="54725" y="129711"/>
                  </a:cubicBezTo>
                  <a:cubicBezTo>
                    <a:pt x="55504" y="129403"/>
                    <a:pt x="56273" y="129070"/>
                    <a:pt x="57031" y="128713"/>
                  </a:cubicBezTo>
                  <a:cubicBezTo>
                    <a:pt x="57789" y="128357"/>
                    <a:pt x="58536" y="127976"/>
                    <a:pt x="59270" y="127572"/>
                  </a:cubicBezTo>
                  <a:cubicBezTo>
                    <a:pt x="60004" y="127169"/>
                    <a:pt x="60726" y="126742"/>
                    <a:pt x="61433" y="126293"/>
                  </a:cubicBezTo>
                  <a:cubicBezTo>
                    <a:pt x="62141" y="125844"/>
                    <a:pt x="62834" y="125373"/>
                    <a:pt x="63512" y="124881"/>
                  </a:cubicBezTo>
                  <a:cubicBezTo>
                    <a:pt x="64189" y="124388"/>
                    <a:pt x="64852" y="123875"/>
                    <a:pt x="65497" y="123341"/>
                  </a:cubicBezTo>
                  <a:cubicBezTo>
                    <a:pt x="66143" y="122807"/>
                    <a:pt x="66771" y="122252"/>
                    <a:pt x="67382" y="121679"/>
                  </a:cubicBezTo>
                  <a:cubicBezTo>
                    <a:pt x="67993" y="121105"/>
                    <a:pt x="68585" y="120513"/>
                    <a:pt x="69159" y="119902"/>
                  </a:cubicBezTo>
                  <a:cubicBezTo>
                    <a:pt x="69732" y="119291"/>
                    <a:pt x="70287" y="118663"/>
                    <a:pt x="70821" y="118017"/>
                  </a:cubicBezTo>
                  <a:cubicBezTo>
                    <a:pt x="71355" y="117372"/>
                    <a:pt x="71868" y="116709"/>
                    <a:pt x="72361" y="116032"/>
                  </a:cubicBezTo>
                  <a:cubicBezTo>
                    <a:pt x="72853" y="115354"/>
                    <a:pt x="73324" y="114661"/>
                    <a:pt x="73773" y="113953"/>
                  </a:cubicBezTo>
                  <a:cubicBezTo>
                    <a:pt x="74222" y="113246"/>
                    <a:pt x="74649" y="112525"/>
                    <a:pt x="75052" y="111790"/>
                  </a:cubicBezTo>
                  <a:cubicBezTo>
                    <a:pt x="75456" y="111056"/>
                    <a:pt x="75836" y="110309"/>
                    <a:pt x="76193" y="109551"/>
                  </a:cubicBezTo>
                  <a:cubicBezTo>
                    <a:pt x="76550" y="108793"/>
                    <a:pt x="76883" y="108024"/>
                    <a:pt x="77191" y="107245"/>
                  </a:cubicBezTo>
                  <a:cubicBezTo>
                    <a:pt x="77500" y="106466"/>
                    <a:pt x="77783" y="105678"/>
                    <a:pt x="78042" y="104881"/>
                  </a:cubicBezTo>
                  <a:cubicBezTo>
                    <a:pt x="78301" y="104084"/>
                    <a:pt x="78535" y="103279"/>
                    <a:pt x="78743" y="102468"/>
                  </a:cubicBezTo>
                  <a:cubicBezTo>
                    <a:pt x="78952" y="101656"/>
                    <a:pt x="79135" y="100838"/>
                    <a:pt x="79292" y="100015"/>
                  </a:cubicBezTo>
                  <a:cubicBezTo>
                    <a:pt x="79449" y="99192"/>
                    <a:pt x="79580" y="98365"/>
                    <a:pt x="79685" y="97534"/>
                  </a:cubicBezTo>
                  <a:cubicBezTo>
                    <a:pt x="79790" y="96702"/>
                    <a:pt x="79869" y="95868"/>
                    <a:pt x="79921" y="95032"/>
                  </a:cubicBezTo>
                  <a:cubicBezTo>
                    <a:pt x="79974" y="94196"/>
                    <a:pt x="80000" y="93358"/>
                    <a:pt x="80000" y="92520"/>
                  </a:cubicBezTo>
                  <a:lnTo>
                    <a:pt x="80000" y="82520"/>
                  </a:lnTo>
                  <a:lnTo>
                    <a:pt x="100000" y="82520"/>
                  </a:lnTo>
                  <a:lnTo>
                    <a:pt x="100000" y="92520"/>
                  </a:lnTo>
                  <a:cubicBezTo>
                    <a:pt x="100000" y="93356"/>
                    <a:pt x="100027" y="94191"/>
                    <a:pt x="100079" y="95025"/>
                  </a:cubicBezTo>
                  <a:cubicBezTo>
                    <a:pt x="100131" y="95859"/>
                    <a:pt x="100210" y="96691"/>
                    <a:pt x="100315" y="97520"/>
                  </a:cubicBezTo>
                  <a:cubicBezTo>
                    <a:pt x="100419" y="98349"/>
                    <a:pt x="100550" y="99175"/>
                    <a:pt x="100706" y="99996"/>
                  </a:cubicBezTo>
                  <a:cubicBezTo>
                    <a:pt x="100862" y="100817"/>
                    <a:pt x="101044" y="101632"/>
                    <a:pt x="101252" y="102442"/>
                  </a:cubicBezTo>
                  <a:cubicBezTo>
                    <a:pt x="101459" y="103251"/>
                    <a:pt x="101692" y="104054"/>
                    <a:pt x="101950" y="104849"/>
                  </a:cubicBezTo>
                  <a:cubicBezTo>
                    <a:pt x="102207" y="105644"/>
                    <a:pt x="102490" y="106430"/>
                    <a:pt x="102797" y="107208"/>
                  </a:cubicBezTo>
                  <a:cubicBezTo>
                    <a:pt x="103104" y="107985"/>
                    <a:pt x="103435" y="108752"/>
                    <a:pt x="103790" y="109509"/>
                  </a:cubicBezTo>
                  <a:cubicBezTo>
                    <a:pt x="104145" y="110265"/>
                    <a:pt x="104524" y="111010"/>
                    <a:pt x="104925" y="111743"/>
                  </a:cubicBezTo>
                  <a:cubicBezTo>
                    <a:pt x="105327" y="112476"/>
                    <a:pt x="105752" y="113196"/>
                    <a:pt x="106198" y="113902"/>
                  </a:cubicBezTo>
                  <a:cubicBezTo>
                    <a:pt x="106645" y="114608"/>
                    <a:pt x="107114" y="115300"/>
                    <a:pt x="107604" y="115977"/>
                  </a:cubicBezTo>
                  <a:cubicBezTo>
                    <a:pt x="108094" y="116653"/>
                    <a:pt x="108606" y="117315"/>
                    <a:pt x="109137" y="117959"/>
                  </a:cubicBezTo>
                  <a:cubicBezTo>
                    <a:pt x="109669" y="118604"/>
                    <a:pt x="110220" y="119232"/>
                    <a:pt x="110791" y="119842"/>
                  </a:cubicBezTo>
                  <a:cubicBezTo>
                    <a:pt x="111362" y="120452"/>
                    <a:pt x="111952" y="121045"/>
                    <a:pt x="112560" y="121618"/>
                  </a:cubicBezTo>
                  <a:cubicBezTo>
                    <a:pt x="113168" y="122191"/>
                    <a:pt x="113794" y="122745"/>
                    <a:pt x="114436" y="123279"/>
                  </a:cubicBezTo>
                  <a:cubicBezTo>
                    <a:pt x="115079" y="123813"/>
                    <a:pt x="115738" y="124327"/>
                    <a:pt x="116413" y="124820"/>
                  </a:cubicBezTo>
                  <a:cubicBezTo>
                    <a:pt x="117088" y="125312"/>
                    <a:pt x="117778" y="125784"/>
                    <a:pt x="118483" y="126233"/>
                  </a:cubicBezTo>
                  <a:cubicBezTo>
                    <a:pt x="119187" y="126683"/>
                    <a:pt x="119905" y="127110"/>
                    <a:pt x="120637" y="127515"/>
                  </a:cubicBezTo>
                  <a:cubicBezTo>
                    <a:pt x="121368" y="127919"/>
                    <a:pt x="122112" y="128301"/>
                    <a:pt x="122867" y="128659"/>
                  </a:cubicBezTo>
                  <a:cubicBezTo>
                    <a:pt x="123622" y="129016"/>
                    <a:pt x="124388" y="129351"/>
                    <a:pt x="125164" y="129661"/>
                  </a:cubicBezTo>
                  <a:cubicBezTo>
                    <a:pt x="125940" y="129971"/>
                    <a:pt x="126725" y="130256"/>
                    <a:pt x="127519" y="130517"/>
                  </a:cubicBezTo>
                  <a:cubicBezTo>
                    <a:pt x="128313" y="130778"/>
                    <a:pt x="129115" y="131013"/>
                    <a:pt x="129924" y="131224"/>
                  </a:cubicBezTo>
                  <a:cubicBezTo>
                    <a:pt x="130732" y="131434"/>
                    <a:pt x="131547" y="131619"/>
                    <a:pt x="132368" y="131779"/>
                  </a:cubicBezTo>
                  <a:cubicBezTo>
                    <a:pt x="133188" y="131938"/>
                    <a:pt x="134013" y="132072"/>
                    <a:pt x="134842" y="132180"/>
                  </a:cubicBezTo>
                  <a:cubicBezTo>
                    <a:pt x="135670" y="132288"/>
                    <a:pt x="136502" y="132369"/>
                    <a:pt x="137336" y="132425"/>
                  </a:cubicBezTo>
                  <a:cubicBezTo>
                    <a:pt x="138170" y="132481"/>
                    <a:pt x="139005" y="132510"/>
                    <a:pt x="139840" y="132513"/>
                  </a:cubicBezTo>
                  <a:cubicBezTo>
                    <a:pt x="140676" y="132517"/>
                    <a:pt x="141512" y="132494"/>
                    <a:pt x="142346" y="132445"/>
                  </a:cubicBezTo>
                  <a:cubicBezTo>
                    <a:pt x="143180" y="132396"/>
                    <a:pt x="144012" y="132321"/>
                    <a:pt x="144842" y="132220"/>
                  </a:cubicBezTo>
                  <a:cubicBezTo>
                    <a:pt x="145671" y="132119"/>
                    <a:pt x="146497" y="131991"/>
                    <a:pt x="147319" y="131839"/>
                  </a:cubicBezTo>
                  <a:cubicBezTo>
                    <a:pt x="148140" y="131686"/>
                    <a:pt x="148957" y="131507"/>
                    <a:pt x="149767" y="131303"/>
                  </a:cubicBezTo>
                  <a:cubicBezTo>
                    <a:pt x="150578" y="131099"/>
                    <a:pt x="151381" y="130870"/>
                    <a:pt x="152177" y="130615"/>
                  </a:cubicBezTo>
                  <a:cubicBezTo>
                    <a:pt x="152973" y="130361"/>
                    <a:pt x="153761" y="130082"/>
                    <a:pt x="154539" y="129778"/>
                  </a:cubicBezTo>
                  <a:cubicBezTo>
                    <a:pt x="155318" y="129474"/>
                    <a:pt x="156087" y="129146"/>
                    <a:pt x="156844" y="128794"/>
                  </a:cubicBezTo>
                  <a:cubicBezTo>
                    <a:pt x="157602" y="128442"/>
                    <a:pt x="158349" y="128067"/>
                    <a:pt x="159083" y="127668"/>
                  </a:cubicBezTo>
                  <a:cubicBezTo>
                    <a:pt x="159818" y="127269"/>
                    <a:pt x="160540" y="126848"/>
                    <a:pt x="161248" y="126404"/>
                  </a:cubicBezTo>
                  <a:cubicBezTo>
                    <a:pt x="161956" y="125960"/>
                    <a:pt x="162649" y="125494"/>
                    <a:pt x="163328" y="125007"/>
                  </a:cubicBezTo>
                  <a:cubicBezTo>
                    <a:pt x="164007" y="124520"/>
                    <a:pt x="164670" y="124011"/>
                    <a:pt x="165317" y="123482"/>
                  </a:cubicBezTo>
                  <a:cubicBezTo>
                    <a:pt x="165964" y="122953"/>
                    <a:pt x="166594" y="122404"/>
                    <a:pt x="167207" y="121836"/>
                  </a:cubicBezTo>
                  <a:cubicBezTo>
                    <a:pt x="167820" y="121268"/>
                    <a:pt x="168414" y="120680"/>
                    <a:pt x="168990" y="120075"/>
                  </a:cubicBezTo>
                  <a:cubicBezTo>
                    <a:pt x="169566" y="119469"/>
                    <a:pt x="170122" y="118845"/>
                    <a:pt x="170659" y="118205"/>
                  </a:cubicBezTo>
                  <a:cubicBezTo>
                    <a:pt x="171196" y="117564"/>
                    <a:pt x="171712" y="116907"/>
                    <a:pt x="172208" y="116235"/>
                  </a:cubicBezTo>
                  <a:cubicBezTo>
                    <a:pt x="172703" y="115562"/>
                    <a:pt x="173178" y="114873"/>
                    <a:pt x="173630" y="114171"/>
                  </a:cubicBezTo>
                  <a:cubicBezTo>
                    <a:pt x="174082" y="113468"/>
                    <a:pt x="174513" y="112752"/>
                    <a:pt x="174920" y="112022"/>
                  </a:cubicBezTo>
                  <a:cubicBezTo>
                    <a:pt x="175328" y="111293"/>
                    <a:pt x="175712" y="110551"/>
                    <a:pt x="176073" y="109797"/>
                  </a:cubicBezTo>
                  <a:cubicBezTo>
                    <a:pt x="176434" y="109044"/>
                    <a:pt x="176772" y="108279"/>
                    <a:pt x="177085" y="107504"/>
                  </a:cubicBezTo>
                  <a:cubicBezTo>
                    <a:pt x="177398" y="106730"/>
                    <a:pt x="177687" y="105945"/>
                    <a:pt x="177951" y="105152"/>
                  </a:cubicBezTo>
                  <a:cubicBezTo>
                    <a:pt x="178215" y="104360"/>
                    <a:pt x="178454" y="103559"/>
                    <a:pt x="178668" y="102751"/>
                  </a:cubicBezTo>
                  <a:cubicBezTo>
                    <a:pt x="178882" y="101943"/>
                    <a:pt x="179070" y="101129"/>
                    <a:pt x="179233" y="100309"/>
                  </a:cubicBezTo>
                  <a:cubicBezTo>
                    <a:pt x="179396" y="99490"/>
                    <a:pt x="179533" y="98665"/>
                    <a:pt x="179644" y="97837"/>
                  </a:cubicBezTo>
                  <a:cubicBezTo>
                    <a:pt x="179756" y="97009"/>
                    <a:pt x="179841" y="96177"/>
                    <a:pt x="179900" y="95344"/>
                  </a:cubicBezTo>
                  <a:cubicBezTo>
                    <a:pt x="179959" y="94510"/>
                    <a:pt x="179992" y="93675"/>
                    <a:pt x="179999" y="92840"/>
                  </a:cubicBezTo>
                  <a:cubicBezTo>
                    <a:pt x="180006" y="92004"/>
                    <a:pt x="179986" y="91168"/>
                    <a:pt x="179941" y="90334"/>
                  </a:cubicBezTo>
                  <a:cubicBezTo>
                    <a:pt x="179895" y="89500"/>
                    <a:pt x="179823" y="88667"/>
                    <a:pt x="179726" y="87837"/>
                  </a:cubicBezTo>
                  <a:cubicBezTo>
                    <a:pt x="179628" y="87007"/>
                    <a:pt x="179504" y="86181"/>
                    <a:pt x="179355" y="85358"/>
                  </a:cubicBezTo>
                  <a:cubicBezTo>
                    <a:pt x="179205" y="84536"/>
                    <a:pt x="179030" y="83719"/>
                    <a:pt x="178830" y="82908"/>
                  </a:cubicBezTo>
                  <a:cubicBezTo>
                    <a:pt x="178629" y="82097"/>
                    <a:pt x="178403" y="81292"/>
                    <a:pt x="178152" y="80495"/>
                  </a:cubicBezTo>
                  <a:cubicBezTo>
                    <a:pt x="177901" y="79698"/>
                    <a:pt x="177625" y="78909"/>
                    <a:pt x="177324" y="78129"/>
                  </a:cubicBezTo>
                  <a:cubicBezTo>
                    <a:pt x="177024" y="77350"/>
                    <a:pt x="176699" y="76580"/>
                    <a:pt x="176350" y="75820"/>
                  </a:cubicBezTo>
                  <a:lnTo>
                    <a:pt x="176310" y="75700"/>
                  </a:lnTo>
                  <a:cubicBezTo>
                    <a:pt x="176045" y="75131"/>
                    <a:pt x="175766" y="74568"/>
                    <a:pt x="175475" y="74011"/>
                  </a:cubicBezTo>
                  <a:cubicBezTo>
                    <a:pt x="175183" y="73455"/>
                    <a:pt x="174878" y="72905"/>
                    <a:pt x="174561" y="72363"/>
                  </a:cubicBezTo>
                  <a:cubicBezTo>
                    <a:pt x="174243" y="71821"/>
                    <a:pt x="173913" y="71287"/>
                    <a:pt x="173570" y="70760"/>
                  </a:cubicBezTo>
                  <a:lnTo>
                    <a:pt x="147850" y="24260"/>
                  </a:lnTo>
                  <a:lnTo>
                    <a:pt x="147710" y="24060"/>
                  </a:lnTo>
                  <a:cubicBezTo>
                    <a:pt x="147458" y="23654"/>
                    <a:pt x="147194" y="23255"/>
                    <a:pt x="146918" y="22864"/>
                  </a:cubicBezTo>
                  <a:cubicBezTo>
                    <a:pt x="146642" y="22474"/>
                    <a:pt x="146354" y="22092"/>
                    <a:pt x="146054" y="21719"/>
                  </a:cubicBezTo>
                  <a:cubicBezTo>
                    <a:pt x="145755" y="21347"/>
                    <a:pt x="145444" y="20983"/>
                    <a:pt x="145122" y="20629"/>
                  </a:cubicBezTo>
                  <a:cubicBezTo>
                    <a:pt x="144800" y="20276"/>
                    <a:pt x="144467" y="19932"/>
                    <a:pt x="144124" y="19599"/>
                  </a:cubicBezTo>
                  <a:cubicBezTo>
                    <a:pt x="143782" y="19266"/>
                    <a:pt x="143428" y="18943"/>
                    <a:pt x="143066" y="18631"/>
                  </a:cubicBezTo>
                  <a:cubicBezTo>
                    <a:pt x="142703" y="18320"/>
                    <a:pt x="142331" y="18019"/>
                    <a:pt x="141949" y="17731"/>
                  </a:cubicBezTo>
                  <a:cubicBezTo>
                    <a:pt x="141568" y="17442"/>
                    <a:pt x="141178" y="17165"/>
                    <a:pt x="140780" y="16900"/>
                  </a:cubicBezTo>
                  <a:lnTo>
                    <a:pt x="134710" y="6390"/>
                  </a:lnTo>
                  <a:lnTo>
                    <a:pt x="134570" y="6190"/>
                  </a:lnTo>
                  <a:cubicBezTo>
                    <a:pt x="132010" y="2220"/>
                    <a:pt x="127900" y="990"/>
                    <a:pt x="126190" y="570"/>
                  </a:cubicBezTo>
                  <a:cubicBezTo>
                    <a:pt x="125756" y="470"/>
                    <a:pt x="125319" y="383"/>
                    <a:pt x="124879" y="309"/>
                  </a:cubicBezTo>
                  <a:cubicBezTo>
                    <a:pt x="124440" y="235"/>
                    <a:pt x="123998" y="174"/>
                    <a:pt x="123555" y="127"/>
                  </a:cubicBezTo>
                  <a:cubicBezTo>
                    <a:pt x="123112" y="79"/>
                    <a:pt x="122667" y="45"/>
                    <a:pt x="122222" y="24"/>
                  </a:cubicBezTo>
                  <a:cubicBezTo>
                    <a:pt x="121777" y="3"/>
                    <a:pt x="121331" y="-4"/>
                    <a:pt x="120886" y="2"/>
                  </a:cubicBezTo>
                  <a:cubicBezTo>
                    <a:pt x="120440" y="8"/>
                    <a:pt x="119995" y="27"/>
                    <a:pt x="119550" y="60"/>
                  </a:cubicBezTo>
                  <a:cubicBezTo>
                    <a:pt x="119161" y="82"/>
                    <a:pt x="118773" y="114"/>
                    <a:pt x="118386" y="158"/>
                  </a:cubicBezTo>
                  <a:cubicBezTo>
                    <a:pt x="117999" y="201"/>
                    <a:pt x="117613" y="256"/>
                    <a:pt x="117229" y="321"/>
                  </a:cubicBezTo>
                  <a:cubicBezTo>
                    <a:pt x="116845" y="387"/>
                    <a:pt x="116463" y="463"/>
                    <a:pt x="116084" y="550"/>
                  </a:cubicBezTo>
                  <a:cubicBezTo>
                    <a:pt x="115704" y="637"/>
                    <a:pt x="115327" y="735"/>
                    <a:pt x="114953" y="844"/>
                  </a:cubicBezTo>
                  <a:cubicBezTo>
                    <a:pt x="114579" y="952"/>
                    <a:pt x="114208" y="1071"/>
                    <a:pt x="113840" y="1201"/>
                  </a:cubicBezTo>
                  <a:cubicBezTo>
                    <a:pt x="113473" y="1330"/>
                    <a:pt x="113110" y="1470"/>
                    <a:pt x="112750" y="1620"/>
                  </a:cubicBezTo>
                  <a:cubicBezTo>
                    <a:pt x="110910" y="2430"/>
                    <a:pt x="106370" y="4890"/>
                    <a:pt x="105210" y="10510"/>
                  </a:cubicBezTo>
                  <a:lnTo>
                    <a:pt x="105140" y="10880"/>
                  </a:lnTo>
                  <a:lnTo>
                    <a:pt x="103740" y="21880"/>
                  </a:lnTo>
                  <a:cubicBezTo>
                    <a:pt x="101540" y="24710"/>
                    <a:pt x="100000" y="28280"/>
                    <a:pt x="100000" y="32520"/>
                  </a:cubicBezTo>
                  <a:lnTo>
                    <a:pt x="100000" y="42520"/>
                  </a:lnTo>
                  <a:lnTo>
                    <a:pt x="80000" y="42520"/>
                  </a:lnTo>
                  <a:lnTo>
                    <a:pt x="80000" y="32520"/>
                  </a:lnTo>
                  <a:cubicBezTo>
                    <a:pt x="80000" y="28280"/>
                    <a:pt x="78460" y="24710"/>
                    <a:pt x="76270" y="21880"/>
                  </a:cubicBezTo>
                  <a:lnTo>
                    <a:pt x="74870" y="10880"/>
                  </a:lnTo>
                  <a:lnTo>
                    <a:pt x="74790" y="10510"/>
                  </a:lnTo>
                  <a:cubicBezTo>
                    <a:pt x="73630" y="4890"/>
                    <a:pt x="69090" y="2430"/>
                    <a:pt x="67250" y="1620"/>
                  </a:cubicBezTo>
                  <a:cubicBezTo>
                    <a:pt x="66891" y="1470"/>
                    <a:pt x="66527" y="1330"/>
                    <a:pt x="66160" y="1201"/>
                  </a:cubicBezTo>
                  <a:cubicBezTo>
                    <a:pt x="65792" y="1071"/>
                    <a:pt x="65422" y="952"/>
                    <a:pt x="65047" y="844"/>
                  </a:cubicBezTo>
                  <a:cubicBezTo>
                    <a:pt x="64673" y="735"/>
                    <a:pt x="64296" y="637"/>
                    <a:pt x="63917" y="550"/>
                  </a:cubicBezTo>
                  <a:cubicBezTo>
                    <a:pt x="63537" y="463"/>
                    <a:pt x="63155" y="387"/>
                    <a:pt x="62771" y="321"/>
                  </a:cubicBezTo>
                  <a:cubicBezTo>
                    <a:pt x="62387" y="256"/>
                    <a:pt x="62001" y="201"/>
                    <a:pt x="61614" y="158"/>
                  </a:cubicBezTo>
                  <a:cubicBezTo>
                    <a:pt x="61227" y="114"/>
                    <a:pt x="60839" y="82"/>
                    <a:pt x="60450" y="60"/>
                  </a:cubicBezTo>
                  <a:cubicBezTo>
                    <a:pt x="60187" y="41"/>
                    <a:pt x="59924" y="27"/>
                    <a:pt x="59661" y="17"/>
                  </a:cubicBezTo>
                  <a:cubicBezTo>
                    <a:pt x="59397" y="7"/>
                    <a:pt x="59134" y="1"/>
                    <a:pt x="58870" y="0"/>
                  </a:cubicBezTo>
                  <a:close/>
                  <a:moveTo>
                    <a:pt x="40000" y="72520"/>
                  </a:moveTo>
                  <a:cubicBezTo>
                    <a:pt x="40416" y="72520"/>
                    <a:pt x="40832" y="72534"/>
                    <a:pt x="41248" y="72560"/>
                  </a:cubicBezTo>
                  <a:cubicBezTo>
                    <a:pt x="41663" y="72586"/>
                    <a:pt x="42077" y="72625"/>
                    <a:pt x="42490" y="72677"/>
                  </a:cubicBezTo>
                  <a:cubicBezTo>
                    <a:pt x="42903" y="72729"/>
                    <a:pt x="43314" y="72794"/>
                    <a:pt x="43723" y="72872"/>
                  </a:cubicBezTo>
                  <a:cubicBezTo>
                    <a:pt x="44132" y="72949"/>
                    <a:pt x="44538" y="73040"/>
                    <a:pt x="44942" y="73143"/>
                  </a:cubicBezTo>
                  <a:cubicBezTo>
                    <a:pt x="45345" y="73246"/>
                    <a:pt x="45745" y="73362"/>
                    <a:pt x="46141" y="73490"/>
                  </a:cubicBezTo>
                  <a:cubicBezTo>
                    <a:pt x="46537" y="73618"/>
                    <a:pt x="46929" y="73758"/>
                    <a:pt x="47316" y="73910"/>
                  </a:cubicBezTo>
                  <a:cubicBezTo>
                    <a:pt x="47703" y="74063"/>
                    <a:pt x="48086" y="74227"/>
                    <a:pt x="48463" y="74404"/>
                  </a:cubicBezTo>
                  <a:cubicBezTo>
                    <a:pt x="48839" y="74580"/>
                    <a:pt x="49211" y="74768"/>
                    <a:pt x="49576" y="74968"/>
                  </a:cubicBezTo>
                  <a:cubicBezTo>
                    <a:pt x="49941" y="75167"/>
                    <a:pt x="50300" y="75378"/>
                    <a:pt x="50652" y="75600"/>
                  </a:cubicBezTo>
                  <a:cubicBezTo>
                    <a:pt x="51004" y="75822"/>
                    <a:pt x="51350" y="76054"/>
                    <a:pt x="51687" y="76298"/>
                  </a:cubicBezTo>
                  <a:cubicBezTo>
                    <a:pt x="52025" y="76541"/>
                    <a:pt x="52355" y="76795"/>
                    <a:pt x="52676" y="77059"/>
                  </a:cubicBezTo>
                  <a:cubicBezTo>
                    <a:pt x="52998" y="77323"/>
                    <a:pt x="53311" y="77597"/>
                    <a:pt x="53616" y="77881"/>
                  </a:cubicBezTo>
                  <a:cubicBezTo>
                    <a:pt x="53921" y="78164"/>
                    <a:pt x="54216" y="78457"/>
                    <a:pt x="54503" y="78759"/>
                  </a:cubicBezTo>
                  <a:cubicBezTo>
                    <a:pt x="54789" y="79061"/>
                    <a:pt x="55066" y="79372"/>
                    <a:pt x="55333" y="79691"/>
                  </a:cubicBezTo>
                  <a:cubicBezTo>
                    <a:pt x="55600" y="80011"/>
                    <a:pt x="55857" y="80338"/>
                    <a:pt x="56103" y="80673"/>
                  </a:cubicBezTo>
                  <a:cubicBezTo>
                    <a:pt x="56350" y="81009"/>
                    <a:pt x="56586" y="81352"/>
                    <a:pt x="56811" y="81702"/>
                  </a:cubicBezTo>
                  <a:cubicBezTo>
                    <a:pt x="57036" y="82052"/>
                    <a:pt x="57250" y="82409"/>
                    <a:pt x="57453" y="82772"/>
                  </a:cubicBezTo>
                  <a:cubicBezTo>
                    <a:pt x="57656" y="83135"/>
                    <a:pt x="57847" y="83505"/>
                    <a:pt x="58027" y="83880"/>
                  </a:cubicBezTo>
                  <a:cubicBezTo>
                    <a:pt x="58207" y="84256"/>
                    <a:pt x="58375" y="84637"/>
                    <a:pt x="58531" y="85022"/>
                  </a:cubicBezTo>
                  <a:cubicBezTo>
                    <a:pt x="58687" y="85408"/>
                    <a:pt x="58831" y="85799"/>
                    <a:pt x="58962" y="86194"/>
                  </a:cubicBezTo>
                  <a:cubicBezTo>
                    <a:pt x="59094" y="86588"/>
                    <a:pt x="59213" y="86987"/>
                    <a:pt x="59320" y="87389"/>
                  </a:cubicBezTo>
                  <a:cubicBezTo>
                    <a:pt x="59427" y="87792"/>
                    <a:pt x="59521" y="88197"/>
                    <a:pt x="59603" y="88605"/>
                  </a:cubicBezTo>
                  <a:cubicBezTo>
                    <a:pt x="59684" y="89013"/>
                    <a:pt x="59753" y="89424"/>
                    <a:pt x="59809" y="89836"/>
                  </a:cubicBezTo>
                  <a:cubicBezTo>
                    <a:pt x="59864" y="90249"/>
                    <a:pt x="59907" y="90663"/>
                    <a:pt x="59937" y="91078"/>
                  </a:cubicBezTo>
                  <a:cubicBezTo>
                    <a:pt x="59967" y="91493"/>
                    <a:pt x="59984" y="91909"/>
                    <a:pt x="59988" y="92325"/>
                  </a:cubicBezTo>
                  <a:cubicBezTo>
                    <a:pt x="59993" y="92741"/>
                    <a:pt x="59984" y="93157"/>
                    <a:pt x="59962" y="93573"/>
                  </a:cubicBezTo>
                  <a:cubicBezTo>
                    <a:pt x="59940" y="93989"/>
                    <a:pt x="59905" y="94403"/>
                    <a:pt x="59857" y="94817"/>
                  </a:cubicBezTo>
                  <a:cubicBezTo>
                    <a:pt x="59809" y="95230"/>
                    <a:pt x="59749" y="95642"/>
                    <a:pt x="59675" y="96052"/>
                  </a:cubicBezTo>
                  <a:cubicBezTo>
                    <a:pt x="59602" y="96461"/>
                    <a:pt x="59515" y="96869"/>
                    <a:pt x="59417" y="97273"/>
                  </a:cubicBezTo>
                  <a:cubicBezTo>
                    <a:pt x="59318" y="97677"/>
                    <a:pt x="59206" y="98078"/>
                    <a:pt x="59082" y="98475"/>
                  </a:cubicBezTo>
                  <a:cubicBezTo>
                    <a:pt x="58958" y="98873"/>
                    <a:pt x="58822" y="99266"/>
                    <a:pt x="58674" y="99655"/>
                  </a:cubicBezTo>
                  <a:cubicBezTo>
                    <a:pt x="58525" y="100044"/>
                    <a:pt x="58365" y="100428"/>
                    <a:pt x="58192" y="100806"/>
                  </a:cubicBezTo>
                  <a:cubicBezTo>
                    <a:pt x="58020" y="101185"/>
                    <a:pt x="57835" y="101559"/>
                    <a:pt x="57640" y="101926"/>
                  </a:cubicBezTo>
                  <a:cubicBezTo>
                    <a:pt x="57444" y="102293"/>
                    <a:pt x="57237" y="102654"/>
                    <a:pt x="57019" y="103008"/>
                  </a:cubicBezTo>
                  <a:cubicBezTo>
                    <a:pt x="56800" y="103363"/>
                    <a:pt x="56571" y="103710"/>
                    <a:pt x="56331" y="104050"/>
                  </a:cubicBezTo>
                  <a:cubicBezTo>
                    <a:pt x="56091" y="104390"/>
                    <a:pt x="55841" y="104723"/>
                    <a:pt x="55580" y="105047"/>
                  </a:cubicBezTo>
                  <a:cubicBezTo>
                    <a:pt x="55320" y="105372"/>
                    <a:pt x="55049" y="105688"/>
                    <a:pt x="54768" y="105995"/>
                  </a:cubicBezTo>
                  <a:cubicBezTo>
                    <a:pt x="54488" y="106303"/>
                    <a:pt x="54198" y="106602"/>
                    <a:pt x="53899" y="106891"/>
                  </a:cubicBezTo>
                  <a:cubicBezTo>
                    <a:pt x="53600" y="107181"/>
                    <a:pt x="53292" y="107461"/>
                    <a:pt x="52975" y="107731"/>
                  </a:cubicBezTo>
                  <a:cubicBezTo>
                    <a:pt x="52659" y="108001"/>
                    <a:pt x="52334" y="108261"/>
                    <a:pt x="52001" y="108511"/>
                  </a:cubicBezTo>
                  <a:cubicBezTo>
                    <a:pt x="51669" y="108761"/>
                    <a:pt x="51328" y="109001"/>
                    <a:pt x="50980" y="109229"/>
                  </a:cubicBezTo>
                  <a:cubicBezTo>
                    <a:pt x="50633" y="109458"/>
                    <a:pt x="50278" y="109676"/>
                    <a:pt x="49917" y="109882"/>
                  </a:cubicBezTo>
                  <a:cubicBezTo>
                    <a:pt x="49555" y="110089"/>
                    <a:pt x="49188" y="110284"/>
                    <a:pt x="48814" y="110468"/>
                  </a:cubicBezTo>
                  <a:cubicBezTo>
                    <a:pt x="48441" y="110652"/>
                    <a:pt x="48062" y="110823"/>
                    <a:pt x="47678" y="110983"/>
                  </a:cubicBezTo>
                  <a:cubicBezTo>
                    <a:pt x="47293" y="111143"/>
                    <a:pt x="46904" y="111291"/>
                    <a:pt x="46511" y="111427"/>
                  </a:cubicBezTo>
                  <a:cubicBezTo>
                    <a:pt x="46117" y="111563"/>
                    <a:pt x="45720" y="111686"/>
                    <a:pt x="45319" y="111797"/>
                  </a:cubicBezTo>
                  <a:cubicBezTo>
                    <a:pt x="44918" y="111908"/>
                    <a:pt x="44513" y="112006"/>
                    <a:pt x="44106" y="112092"/>
                  </a:cubicBezTo>
                  <a:cubicBezTo>
                    <a:pt x="43699" y="112178"/>
                    <a:pt x="43289" y="112251"/>
                    <a:pt x="42877" y="112311"/>
                  </a:cubicBezTo>
                  <a:cubicBezTo>
                    <a:pt x="42465" y="112371"/>
                    <a:pt x="42052" y="112418"/>
                    <a:pt x="41637" y="112452"/>
                  </a:cubicBezTo>
                  <a:cubicBezTo>
                    <a:pt x="41222" y="112486"/>
                    <a:pt x="40806" y="112508"/>
                    <a:pt x="40390" y="112516"/>
                  </a:cubicBezTo>
                  <a:cubicBezTo>
                    <a:pt x="39974" y="112524"/>
                    <a:pt x="39558" y="112520"/>
                    <a:pt x="39142" y="112502"/>
                  </a:cubicBezTo>
                  <a:cubicBezTo>
                    <a:pt x="38726" y="112485"/>
                    <a:pt x="38311" y="112454"/>
                    <a:pt x="37897" y="112410"/>
                  </a:cubicBezTo>
                  <a:cubicBezTo>
                    <a:pt x="37483" y="112367"/>
                    <a:pt x="37071" y="112310"/>
                    <a:pt x="36661" y="112241"/>
                  </a:cubicBezTo>
                  <a:cubicBezTo>
                    <a:pt x="36250" y="112172"/>
                    <a:pt x="35842" y="112090"/>
                    <a:pt x="35437" y="111995"/>
                  </a:cubicBezTo>
                  <a:cubicBezTo>
                    <a:pt x="35032" y="111900"/>
                    <a:pt x="34629" y="111793"/>
                    <a:pt x="34231" y="111673"/>
                  </a:cubicBezTo>
                  <a:cubicBezTo>
                    <a:pt x="33832" y="111553"/>
                    <a:pt x="33438" y="111421"/>
                    <a:pt x="33047" y="111277"/>
                  </a:cubicBezTo>
                  <a:cubicBezTo>
                    <a:pt x="32657" y="111132"/>
                    <a:pt x="32271" y="110976"/>
                    <a:pt x="31891" y="110807"/>
                  </a:cubicBezTo>
                  <a:cubicBezTo>
                    <a:pt x="31510" y="110639"/>
                    <a:pt x="31135" y="110458"/>
                    <a:pt x="30766" y="110266"/>
                  </a:cubicBezTo>
                  <a:cubicBezTo>
                    <a:pt x="30397" y="110074"/>
                    <a:pt x="30033" y="109871"/>
                    <a:pt x="29677" y="109656"/>
                  </a:cubicBezTo>
                  <a:cubicBezTo>
                    <a:pt x="29320" y="109442"/>
                    <a:pt x="28970" y="109216"/>
                    <a:pt x="28628" y="108980"/>
                  </a:cubicBezTo>
                  <a:cubicBezTo>
                    <a:pt x="28285" y="108743"/>
                    <a:pt x="27950" y="108496"/>
                    <a:pt x="27623" y="108239"/>
                  </a:cubicBezTo>
                  <a:cubicBezTo>
                    <a:pt x="27296" y="107982"/>
                    <a:pt x="26977" y="107714"/>
                    <a:pt x="26667" y="107437"/>
                  </a:cubicBezTo>
                  <a:cubicBezTo>
                    <a:pt x="26357" y="107160"/>
                    <a:pt x="26055" y="106873"/>
                    <a:pt x="25762" y="106577"/>
                  </a:cubicBezTo>
                  <a:cubicBezTo>
                    <a:pt x="25470" y="106281"/>
                    <a:pt x="25187" y="105976"/>
                    <a:pt x="24913" y="105662"/>
                  </a:cubicBezTo>
                  <a:cubicBezTo>
                    <a:pt x="24640" y="105348"/>
                    <a:pt x="24376" y="105026"/>
                    <a:pt x="24123" y="104696"/>
                  </a:cubicBezTo>
                  <a:cubicBezTo>
                    <a:pt x="23869" y="104366"/>
                    <a:pt x="23626" y="104028"/>
                    <a:pt x="23394" y="103682"/>
                  </a:cubicBezTo>
                  <a:cubicBezTo>
                    <a:pt x="23162" y="103337"/>
                    <a:pt x="22940" y="102985"/>
                    <a:pt x="22730" y="102626"/>
                  </a:cubicBezTo>
                  <a:cubicBezTo>
                    <a:pt x="22520" y="102266"/>
                    <a:pt x="22321" y="101901"/>
                    <a:pt x="22133" y="101529"/>
                  </a:cubicBezTo>
                  <a:cubicBezTo>
                    <a:pt x="21946" y="101158"/>
                    <a:pt x="21770" y="100780"/>
                    <a:pt x="21606" y="100398"/>
                  </a:cubicBezTo>
                  <a:cubicBezTo>
                    <a:pt x="21442" y="100015"/>
                    <a:pt x="21290" y="99628"/>
                    <a:pt x="21151" y="99236"/>
                  </a:cubicBezTo>
                  <a:cubicBezTo>
                    <a:pt x="21011" y="98844"/>
                    <a:pt x="20883" y="98447"/>
                    <a:pt x="20768" y="98048"/>
                  </a:cubicBezTo>
                  <a:cubicBezTo>
                    <a:pt x="20653" y="97648"/>
                    <a:pt x="20551" y="97244"/>
                    <a:pt x="20461" y="96838"/>
                  </a:cubicBezTo>
                  <a:cubicBezTo>
                    <a:pt x="20371" y="96431"/>
                    <a:pt x="20294" y="96022"/>
                    <a:pt x="20230" y="95611"/>
                  </a:cubicBezTo>
                  <a:cubicBezTo>
                    <a:pt x="20165" y="95200"/>
                    <a:pt x="20114" y="94787"/>
                    <a:pt x="20075" y="94373"/>
                  </a:cubicBezTo>
                  <a:cubicBezTo>
                    <a:pt x="20037" y="93958"/>
                    <a:pt x="20011" y="93543"/>
                    <a:pt x="19999" y="93127"/>
                  </a:cubicBezTo>
                  <a:cubicBezTo>
                    <a:pt x="19986" y="92711"/>
                    <a:pt x="19986" y="92294"/>
                    <a:pt x="20000" y="91878"/>
                  </a:cubicBezTo>
                  <a:cubicBezTo>
                    <a:pt x="20013" y="91463"/>
                    <a:pt x="20039" y="91047"/>
                    <a:pt x="20079" y="90633"/>
                  </a:cubicBezTo>
                  <a:cubicBezTo>
                    <a:pt x="20118" y="90218"/>
                    <a:pt x="20170" y="89805"/>
                    <a:pt x="20235" y="89394"/>
                  </a:cubicBezTo>
                  <a:cubicBezTo>
                    <a:pt x="20300" y="88983"/>
                    <a:pt x="20378" y="88574"/>
                    <a:pt x="20469" y="88168"/>
                  </a:cubicBezTo>
                  <a:cubicBezTo>
                    <a:pt x="20559" y="87762"/>
                    <a:pt x="20662" y="87359"/>
                    <a:pt x="20778" y="86959"/>
                  </a:cubicBezTo>
                  <a:cubicBezTo>
                    <a:pt x="20894" y="86559"/>
                    <a:pt x="21022" y="86163"/>
                    <a:pt x="21162" y="85771"/>
                  </a:cubicBezTo>
                  <a:cubicBezTo>
                    <a:pt x="21303" y="85380"/>
                    <a:pt x="21456" y="84992"/>
                    <a:pt x="21620" y="84610"/>
                  </a:cubicBezTo>
                  <a:lnTo>
                    <a:pt x="23520" y="81190"/>
                  </a:lnTo>
                  <a:cubicBezTo>
                    <a:pt x="27120" y="75960"/>
                    <a:pt x="33160" y="72520"/>
                    <a:pt x="40000" y="72520"/>
                  </a:cubicBezTo>
                  <a:close/>
                  <a:moveTo>
                    <a:pt x="140000" y="72520"/>
                  </a:moveTo>
                  <a:cubicBezTo>
                    <a:pt x="146840" y="72520"/>
                    <a:pt x="152880" y="75960"/>
                    <a:pt x="156480" y="81190"/>
                  </a:cubicBezTo>
                  <a:lnTo>
                    <a:pt x="158380" y="84610"/>
                  </a:lnTo>
                  <a:cubicBezTo>
                    <a:pt x="158545" y="84992"/>
                    <a:pt x="158697" y="85380"/>
                    <a:pt x="158838" y="85771"/>
                  </a:cubicBezTo>
                  <a:cubicBezTo>
                    <a:pt x="158978" y="86163"/>
                    <a:pt x="159106" y="86559"/>
                    <a:pt x="159222" y="86959"/>
                  </a:cubicBezTo>
                  <a:cubicBezTo>
                    <a:pt x="159338" y="87359"/>
                    <a:pt x="159441" y="87762"/>
                    <a:pt x="159532" y="88168"/>
                  </a:cubicBezTo>
                  <a:cubicBezTo>
                    <a:pt x="159622" y="88574"/>
                    <a:pt x="159700" y="88983"/>
                    <a:pt x="159765" y="89394"/>
                  </a:cubicBezTo>
                  <a:cubicBezTo>
                    <a:pt x="159830" y="89805"/>
                    <a:pt x="159882" y="90218"/>
                    <a:pt x="159922" y="90633"/>
                  </a:cubicBezTo>
                  <a:cubicBezTo>
                    <a:pt x="159961" y="91047"/>
                    <a:pt x="159987" y="91463"/>
                    <a:pt x="160000" y="91878"/>
                  </a:cubicBezTo>
                  <a:cubicBezTo>
                    <a:pt x="160014" y="92294"/>
                    <a:pt x="160014" y="92711"/>
                    <a:pt x="160002" y="93127"/>
                  </a:cubicBezTo>
                  <a:cubicBezTo>
                    <a:pt x="159989" y="93543"/>
                    <a:pt x="159963" y="93958"/>
                    <a:pt x="159925" y="94373"/>
                  </a:cubicBezTo>
                  <a:cubicBezTo>
                    <a:pt x="159886" y="94787"/>
                    <a:pt x="159835" y="95200"/>
                    <a:pt x="159770" y="95611"/>
                  </a:cubicBezTo>
                  <a:cubicBezTo>
                    <a:pt x="159706" y="96022"/>
                    <a:pt x="159629" y="96431"/>
                    <a:pt x="159539" y="96838"/>
                  </a:cubicBezTo>
                  <a:cubicBezTo>
                    <a:pt x="159449" y="97244"/>
                    <a:pt x="159347" y="97648"/>
                    <a:pt x="159232" y="98048"/>
                  </a:cubicBezTo>
                  <a:cubicBezTo>
                    <a:pt x="159117" y="98447"/>
                    <a:pt x="158989" y="98844"/>
                    <a:pt x="158850" y="99236"/>
                  </a:cubicBezTo>
                  <a:cubicBezTo>
                    <a:pt x="158710" y="99628"/>
                    <a:pt x="158558" y="100015"/>
                    <a:pt x="158394" y="100398"/>
                  </a:cubicBezTo>
                  <a:cubicBezTo>
                    <a:pt x="158230" y="100780"/>
                    <a:pt x="158054" y="101158"/>
                    <a:pt x="157867" y="101529"/>
                  </a:cubicBezTo>
                  <a:cubicBezTo>
                    <a:pt x="157679" y="101901"/>
                    <a:pt x="157480" y="102266"/>
                    <a:pt x="157270" y="102626"/>
                  </a:cubicBezTo>
                  <a:cubicBezTo>
                    <a:pt x="157060" y="102985"/>
                    <a:pt x="156838" y="103337"/>
                    <a:pt x="156606" y="103682"/>
                  </a:cubicBezTo>
                  <a:cubicBezTo>
                    <a:pt x="156374" y="104028"/>
                    <a:pt x="156131" y="104366"/>
                    <a:pt x="155877" y="104696"/>
                  </a:cubicBezTo>
                  <a:cubicBezTo>
                    <a:pt x="155624" y="105026"/>
                    <a:pt x="155360" y="105348"/>
                    <a:pt x="155087" y="105662"/>
                  </a:cubicBezTo>
                  <a:cubicBezTo>
                    <a:pt x="154814" y="105976"/>
                    <a:pt x="154530" y="106281"/>
                    <a:pt x="154238" y="106577"/>
                  </a:cubicBezTo>
                  <a:cubicBezTo>
                    <a:pt x="153945" y="106873"/>
                    <a:pt x="153644" y="107160"/>
                    <a:pt x="153333" y="107437"/>
                  </a:cubicBezTo>
                  <a:cubicBezTo>
                    <a:pt x="153023" y="107714"/>
                    <a:pt x="152704" y="107982"/>
                    <a:pt x="152377" y="108239"/>
                  </a:cubicBezTo>
                  <a:cubicBezTo>
                    <a:pt x="152050" y="108496"/>
                    <a:pt x="151715" y="108743"/>
                    <a:pt x="151372" y="108980"/>
                  </a:cubicBezTo>
                  <a:cubicBezTo>
                    <a:pt x="151030" y="109216"/>
                    <a:pt x="150680" y="109442"/>
                    <a:pt x="150323" y="109656"/>
                  </a:cubicBezTo>
                  <a:cubicBezTo>
                    <a:pt x="149967" y="109871"/>
                    <a:pt x="149604" y="110074"/>
                    <a:pt x="149234" y="110266"/>
                  </a:cubicBezTo>
                  <a:cubicBezTo>
                    <a:pt x="148865" y="110458"/>
                    <a:pt x="148490" y="110639"/>
                    <a:pt x="148109" y="110807"/>
                  </a:cubicBezTo>
                  <a:cubicBezTo>
                    <a:pt x="147729" y="110976"/>
                    <a:pt x="147343" y="111132"/>
                    <a:pt x="146953" y="111277"/>
                  </a:cubicBezTo>
                  <a:cubicBezTo>
                    <a:pt x="146563" y="111421"/>
                    <a:pt x="146168" y="111553"/>
                    <a:pt x="145769" y="111673"/>
                  </a:cubicBezTo>
                  <a:cubicBezTo>
                    <a:pt x="145371" y="111793"/>
                    <a:pt x="144969" y="111900"/>
                    <a:pt x="144563" y="111995"/>
                  </a:cubicBezTo>
                  <a:cubicBezTo>
                    <a:pt x="144158" y="112090"/>
                    <a:pt x="143750" y="112172"/>
                    <a:pt x="143340" y="112241"/>
                  </a:cubicBezTo>
                  <a:cubicBezTo>
                    <a:pt x="142929" y="112310"/>
                    <a:pt x="142517" y="112367"/>
                    <a:pt x="142103" y="112410"/>
                  </a:cubicBezTo>
                  <a:cubicBezTo>
                    <a:pt x="141689" y="112454"/>
                    <a:pt x="141274" y="112485"/>
                    <a:pt x="140858" y="112502"/>
                  </a:cubicBezTo>
                  <a:cubicBezTo>
                    <a:pt x="140442" y="112520"/>
                    <a:pt x="140026" y="112524"/>
                    <a:pt x="139610" y="112516"/>
                  </a:cubicBezTo>
                  <a:cubicBezTo>
                    <a:pt x="139194" y="112508"/>
                    <a:pt x="138778" y="112486"/>
                    <a:pt x="138363" y="112452"/>
                  </a:cubicBezTo>
                  <a:cubicBezTo>
                    <a:pt x="137949" y="112418"/>
                    <a:pt x="137535" y="112371"/>
                    <a:pt x="137123" y="112311"/>
                  </a:cubicBezTo>
                  <a:cubicBezTo>
                    <a:pt x="136711" y="112251"/>
                    <a:pt x="136302" y="112178"/>
                    <a:pt x="135894" y="112092"/>
                  </a:cubicBezTo>
                  <a:cubicBezTo>
                    <a:pt x="135487" y="112006"/>
                    <a:pt x="135083" y="111908"/>
                    <a:pt x="134681" y="111797"/>
                  </a:cubicBezTo>
                  <a:cubicBezTo>
                    <a:pt x="134280" y="111686"/>
                    <a:pt x="133883" y="111563"/>
                    <a:pt x="133489" y="111427"/>
                  </a:cubicBezTo>
                  <a:cubicBezTo>
                    <a:pt x="133096" y="111291"/>
                    <a:pt x="132707" y="111143"/>
                    <a:pt x="132323" y="110983"/>
                  </a:cubicBezTo>
                  <a:cubicBezTo>
                    <a:pt x="131938" y="110823"/>
                    <a:pt x="131559" y="110652"/>
                    <a:pt x="131186" y="110468"/>
                  </a:cubicBezTo>
                  <a:cubicBezTo>
                    <a:pt x="130812" y="110284"/>
                    <a:pt x="130445" y="110089"/>
                    <a:pt x="130084" y="109882"/>
                  </a:cubicBezTo>
                  <a:cubicBezTo>
                    <a:pt x="129722" y="109676"/>
                    <a:pt x="129367" y="109458"/>
                    <a:pt x="129020" y="109229"/>
                  </a:cubicBezTo>
                  <a:cubicBezTo>
                    <a:pt x="128672" y="109001"/>
                    <a:pt x="128332" y="108761"/>
                    <a:pt x="127999" y="108511"/>
                  </a:cubicBezTo>
                  <a:cubicBezTo>
                    <a:pt x="127666" y="108261"/>
                    <a:pt x="127341" y="108001"/>
                    <a:pt x="127025" y="107731"/>
                  </a:cubicBezTo>
                  <a:cubicBezTo>
                    <a:pt x="126708" y="107461"/>
                    <a:pt x="126400" y="107181"/>
                    <a:pt x="126101" y="106891"/>
                  </a:cubicBezTo>
                  <a:cubicBezTo>
                    <a:pt x="125802" y="106602"/>
                    <a:pt x="125512" y="106303"/>
                    <a:pt x="125232" y="105995"/>
                  </a:cubicBezTo>
                  <a:cubicBezTo>
                    <a:pt x="124951" y="105688"/>
                    <a:pt x="124681" y="105372"/>
                    <a:pt x="124420" y="105047"/>
                  </a:cubicBezTo>
                  <a:cubicBezTo>
                    <a:pt x="124159" y="104723"/>
                    <a:pt x="123909" y="104390"/>
                    <a:pt x="123669" y="104050"/>
                  </a:cubicBezTo>
                  <a:cubicBezTo>
                    <a:pt x="123429" y="103710"/>
                    <a:pt x="123200" y="103363"/>
                    <a:pt x="122982" y="103008"/>
                  </a:cubicBezTo>
                  <a:cubicBezTo>
                    <a:pt x="122763" y="102654"/>
                    <a:pt x="122556" y="102293"/>
                    <a:pt x="122360" y="101926"/>
                  </a:cubicBezTo>
                  <a:cubicBezTo>
                    <a:pt x="122165" y="101559"/>
                    <a:pt x="121981" y="101185"/>
                    <a:pt x="121808" y="100806"/>
                  </a:cubicBezTo>
                  <a:cubicBezTo>
                    <a:pt x="121636" y="100428"/>
                    <a:pt x="121475" y="100044"/>
                    <a:pt x="121327" y="99655"/>
                  </a:cubicBezTo>
                  <a:cubicBezTo>
                    <a:pt x="121178" y="99266"/>
                    <a:pt x="121042" y="98873"/>
                    <a:pt x="120918" y="98475"/>
                  </a:cubicBezTo>
                  <a:cubicBezTo>
                    <a:pt x="120794" y="98078"/>
                    <a:pt x="120683" y="97677"/>
                    <a:pt x="120584" y="97273"/>
                  </a:cubicBezTo>
                  <a:cubicBezTo>
                    <a:pt x="120485" y="96869"/>
                    <a:pt x="120399" y="96461"/>
                    <a:pt x="120325" y="96052"/>
                  </a:cubicBezTo>
                  <a:cubicBezTo>
                    <a:pt x="120252" y="95642"/>
                    <a:pt x="120191" y="95230"/>
                    <a:pt x="120143" y="94817"/>
                  </a:cubicBezTo>
                  <a:cubicBezTo>
                    <a:pt x="120095" y="94403"/>
                    <a:pt x="120060" y="93989"/>
                    <a:pt x="120039" y="93573"/>
                  </a:cubicBezTo>
                  <a:cubicBezTo>
                    <a:pt x="120017" y="93157"/>
                    <a:pt x="120008" y="92741"/>
                    <a:pt x="120012" y="92325"/>
                  </a:cubicBezTo>
                  <a:cubicBezTo>
                    <a:pt x="120016" y="91909"/>
                    <a:pt x="120033" y="91493"/>
                    <a:pt x="120063" y="91078"/>
                  </a:cubicBezTo>
                  <a:cubicBezTo>
                    <a:pt x="120093" y="90663"/>
                    <a:pt x="120136" y="90249"/>
                    <a:pt x="120192" y="89836"/>
                  </a:cubicBezTo>
                  <a:cubicBezTo>
                    <a:pt x="120248" y="89424"/>
                    <a:pt x="120316" y="89013"/>
                    <a:pt x="120398" y="88605"/>
                  </a:cubicBezTo>
                  <a:cubicBezTo>
                    <a:pt x="120479" y="88197"/>
                    <a:pt x="120573" y="87792"/>
                    <a:pt x="120680" y="87389"/>
                  </a:cubicBezTo>
                  <a:cubicBezTo>
                    <a:pt x="120787" y="86987"/>
                    <a:pt x="120906" y="86588"/>
                    <a:pt x="121038" y="86194"/>
                  </a:cubicBezTo>
                  <a:cubicBezTo>
                    <a:pt x="121169" y="85799"/>
                    <a:pt x="121313" y="85408"/>
                    <a:pt x="121469" y="85022"/>
                  </a:cubicBezTo>
                  <a:cubicBezTo>
                    <a:pt x="121625" y="84637"/>
                    <a:pt x="121793" y="84256"/>
                    <a:pt x="121973" y="83880"/>
                  </a:cubicBezTo>
                  <a:cubicBezTo>
                    <a:pt x="122153" y="83505"/>
                    <a:pt x="122344" y="83135"/>
                    <a:pt x="122547" y="82772"/>
                  </a:cubicBezTo>
                  <a:cubicBezTo>
                    <a:pt x="122750" y="82409"/>
                    <a:pt x="122964" y="82052"/>
                    <a:pt x="123189" y="81702"/>
                  </a:cubicBezTo>
                  <a:cubicBezTo>
                    <a:pt x="123414" y="81352"/>
                    <a:pt x="123650" y="81009"/>
                    <a:pt x="123897" y="80673"/>
                  </a:cubicBezTo>
                  <a:cubicBezTo>
                    <a:pt x="124144" y="80338"/>
                    <a:pt x="124400" y="80011"/>
                    <a:pt x="124667" y="79691"/>
                  </a:cubicBezTo>
                  <a:cubicBezTo>
                    <a:pt x="124934" y="79372"/>
                    <a:pt x="125211" y="79061"/>
                    <a:pt x="125498" y="78759"/>
                  </a:cubicBezTo>
                  <a:cubicBezTo>
                    <a:pt x="125784" y="78457"/>
                    <a:pt x="126080" y="78164"/>
                    <a:pt x="126384" y="77881"/>
                  </a:cubicBezTo>
                  <a:cubicBezTo>
                    <a:pt x="126689" y="77597"/>
                    <a:pt x="127002" y="77323"/>
                    <a:pt x="127324" y="77059"/>
                  </a:cubicBezTo>
                  <a:cubicBezTo>
                    <a:pt x="127646" y="76795"/>
                    <a:pt x="127976" y="76541"/>
                    <a:pt x="128313" y="76298"/>
                  </a:cubicBezTo>
                  <a:cubicBezTo>
                    <a:pt x="128651" y="76054"/>
                    <a:pt x="128996" y="75822"/>
                    <a:pt x="129348" y="75600"/>
                  </a:cubicBezTo>
                  <a:cubicBezTo>
                    <a:pt x="129700" y="75378"/>
                    <a:pt x="130059" y="75167"/>
                    <a:pt x="130424" y="74968"/>
                  </a:cubicBezTo>
                  <a:cubicBezTo>
                    <a:pt x="130789" y="74768"/>
                    <a:pt x="131161" y="74580"/>
                    <a:pt x="131538" y="74404"/>
                  </a:cubicBezTo>
                  <a:cubicBezTo>
                    <a:pt x="131915" y="74227"/>
                    <a:pt x="132297" y="74063"/>
                    <a:pt x="132684" y="73910"/>
                  </a:cubicBezTo>
                  <a:cubicBezTo>
                    <a:pt x="133072" y="73758"/>
                    <a:pt x="133463" y="73618"/>
                    <a:pt x="133859" y="73490"/>
                  </a:cubicBezTo>
                  <a:cubicBezTo>
                    <a:pt x="134255" y="73362"/>
                    <a:pt x="134655" y="73246"/>
                    <a:pt x="135059" y="73143"/>
                  </a:cubicBezTo>
                  <a:cubicBezTo>
                    <a:pt x="135462" y="73040"/>
                    <a:pt x="135868" y="72949"/>
                    <a:pt x="136277" y="72872"/>
                  </a:cubicBezTo>
                  <a:cubicBezTo>
                    <a:pt x="136686" y="72794"/>
                    <a:pt x="137097" y="72729"/>
                    <a:pt x="137510" y="72677"/>
                  </a:cubicBezTo>
                  <a:cubicBezTo>
                    <a:pt x="137923" y="72625"/>
                    <a:pt x="138337" y="72586"/>
                    <a:pt x="138753" y="72560"/>
                  </a:cubicBezTo>
                  <a:cubicBezTo>
                    <a:pt x="139168" y="72534"/>
                    <a:pt x="139584" y="72520"/>
                    <a:pt x="140000" y="7252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28" name="probe-tabler-camera" descr="camera — Tabler contributors; preserve the bundled full upstream license. Source: https://github.com/tabler/tabler-icons/blob/a4ce1404bc6d24d3c365afe7b258d6bf6f48d62d/icons/filled/camera.svg; SVG SHA256: e98c8326a800d4e1ec98153e0027953613b4668a87bcd5f215b92c41ec213b49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129" name="probe-tabler-camera-part-1"/>
            <p:cNvSpPr/>
            <p:nvPr/>
          </p:nvSpPr>
          <p:spPr>
            <a:xfrm>
              <a:off x="20000" y="30000"/>
              <a:ext cx="200000" cy="180000"/>
            </a:xfrm>
            <a:custGeom>
              <a:avLst/>
              <a:gdLst/>
              <a:ahLst/>
              <a:cxnLst/>
              <a:rect l="0" t="0" r="r" b="b"/>
              <a:pathLst>
                <a:path w="200000" h="180000">
                  <a:moveTo>
                    <a:pt x="130000" y="0"/>
                  </a:moveTo>
                  <a:cubicBezTo>
                    <a:pt x="130416" y="0"/>
                    <a:pt x="130831" y="13"/>
                    <a:pt x="131246" y="38"/>
                  </a:cubicBezTo>
                  <a:cubicBezTo>
                    <a:pt x="131661" y="64"/>
                    <a:pt x="132075" y="103"/>
                    <a:pt x="132487" y="154"/>
                  </a:cubicBezTo>
                  <a:cubicBezTo>
                    <a:pt x="132899" y="206"/>
                    <a:pt x="133310" y="270"/>
                    <a:pt x="133718" y="348"/>
                  </a:cubicBezTo>
                  <a:cubicBezTo>
                    <a:pt x="134127" y="425"/>
                    <a:pt x="134533" y="515"/>
                    <a:pt x="134935" y="617"/>
                  </a:cubicBezTo>
                  <a:cubicBezTo>
                    <a:pt x="135338" y="719"/>
                    <a:pt x="135738" y="834"/>
                    <a:pt x="136133" y="962"/>
                  </a:cubicBezTo>
                  <a:cubicBezTo>
                    <a:pt x="136529" y="1089"/>
                    <a:pt x="136921" y="1229"/>
                    <a:pt x="137307" y="1380"/>
                  </a:cubicBezTo>
                  <a:cubicBezTo>
                    <a:pt x="137694" y="1532"/>
                    <a:pt x="138076" y="1696"/>
                    <a:pt x="138453" y="1871"/>
                  </a:cubicBezTo>
                  <a:cubicBezTo>
                    <a:pt x="138830" y="2047"/>
                    <a:pt x="139201" y="2234"/>
                    <a:pt x="139566" y="2433"/>
                  </a:cubicBezTo>
                  <a:cubicBezTo>
                    <a:pt x="139931" y="2631"/>
                    <a:pt x="140290" y="2841"/>
                    <a:pt x="140642" y="3062"/>
                  </a:cubicBezTo>
                  <a:cubicBezTo>
                    <a:pt x="140994" y="3283"/>
                    <a:pt x="141339" y="3515"/>
                    <a:pt x="141676" y="3758"/>
                  </a:cubicBezTo>
                  <a:cubicBezTo>
                    <a:pt x="142014" y="4000"/>
                    <a:pt x="142344" y="4253"/>
                    <a:pt x="142666" y="4516"/>
                  </a:cubicBezTo>
                  <a:cubicBezTo>
                    <a:pt x="142987" y="4779"/>
                    <a:pt x="143301" y="5052"/>
                    <a:pt x="143605" y="5335"/>
                  </a:cubicBezTo>
                  <a:cubicBezTo>
                    <a:pt x="143910" y="5618"/>
                    <a:pt x="144206" y="5910"/>
                    <a:pt x="144493" y="6211"/>
                  </a:cubicBezTo>
                  <a:cubicBezTo>
                    <a:pt x="144779" y="6512"/>
                    <a:pt x="145056" y="6822"/>
                    <a:pt x="145323" y="7140"/>
                  </a:cubicBezTo>
                  <a:cubicBezTo>
                    <a:pt x="145591" y="7458"/>
                    <a:pt x="145848" y="7785"/>
                    <a:pt x="146095" y="8119"/>
                  </a:cubicBezTo>
                  <a:cubicBezTo>
                    <a:pt x="146342" y="8453"/>
                    <a:pt x="146578" y="8795"/>
                    <a:pt x="146804" y="9144"/>
                  </a:cubicBezTo>
                  <a:cubicBezTo>
                    <a:pt x="147029" y="9493"/>
                    <a:pt x="147244" y="9849"/>
                    <a:pt x="147447" y="10212"/>
                  </a:cubicBezTo>
                  <a:cubicBezTo>
                    <a:pt x="147651" y="10574"/>
                    <a:pt x="147843" y="10943"/>
                    <a:pt x="148023" y="11317"/>
                  </a:cubicBezTo>
                  <a:cubicBezTo>
                    <a:pt x="148204" y="11692"/>
                    <a:pt x="148372" y="12072"/>
                    <a:pt x="148529" y="12456"/>
                  </a:cubicBezTo>
                  <a:cubicBezTo>
                    <a:pt x="148686" y="12841"/>
                    <a:pt x="148831" y="13231"/>
                    <a:pt x="148963" y="13625"/>
                  </a:cubicBezTo>
                  <a:cubicBezTo>
                    <a:pt x="149096" y="14019"/>
                    <a:pt x="149216" y="14417"/>
                    <a:pt x="149323" y="14818"/>
                  </a:cubicBezTo>
                  <a:cubicBezTo>
                    <a:pt x="149431" y="15220"/>
                    <a:pt x="149526" y="15624"/>
                    <a:pt x="149609" y="16032"/>
                  </a:cubicBezTo>
                  <a:cubicBezTo>
                    <a:pt x="149691" y="16439"/>
                    <a:pt x="149761" y="16849"/>
                    <a:pt x="149818" y="17261"/>
                  </a:cubicBezTo>
                  <a:cubicBezTo>
                    <a:pt x="149875" y="17672"/>
                    <a:pt x="149919" y="18086"/>
                    <a:pt x="149950" y="18500"/>
                  </a:cubicBezTo>
                  <a:lnTo>
                    <a:pt x="150000" y="20000"/>
                  </a:lnTo>
                  <a:cubicBezTo>
                    <a:pt x="150000" y="20202"/>
                    <a:pt x="150006" y="20404"/>
                    <a:pt x="150018" y="20605"/>
                  </a:cubicBezTo>
                  <a:cubicBezTo>
                    <a:pt x="150031" y="20807"/>
                    <a:pt x="150049" y="21008"/>
                    <a:pt x="150073" y="21208"/>
                  </a:cubicBezTo>
                  <a:cubicBezTo>
                    <a:pt x="150098" y="21409"/>
                    <a:pt x="150128" y="21608"/>
                    <a:pt x="150165" y="21807"/>
                  </a:cubicBezTo>
                  <a:cubicBezTo>
                    <a:pt x="150201" y="22005"/>
                    <a:pt x="150244" y="22203"/>
                    <a:pt x="150292" y="22399"/>
                  </a:cubicBezTo>
                  <a:cubicBezTo>
                    <a:pt x="150341" y="22595"/>
                    <a:pt x="150395" y="22789"/>
                    <a:pt x="150455" y="22982"/>
                  </a:cubicBezTo>
                  <a:cubicBezTo>
                    <a:pt x="150516" y="23174"/>
                    <a:pt x="150582" y="23365"/>
                    <a:pt x="150653" y="23554"/>
                  </a:cubicBezTo>
                  <a:cubicBezTo>
                    <a:pt x="150725" y="23743"/>
                    <a:pt x="150803" y="23929"/>
                    <a:pt x="150886" y="24113"/>
                  </a:cubicBezTo>
                  <a:cubicBezTo>
                    <a:pt x="150969" y="24297"/>
                    <a:pt x="151057" y="24479"/>
                    <a:pt x="151151" y="24657"/>
                  </a:cubicBezTo>
                  <a:cubicBezTo>
                    <a:pt x="151245" y="24836"/>
                    <a:pt x="151345" y="25012"/>
                    <a:pt x="151450" y="25184"/>
                  </a:cubicBezTo>
                  <a:cubicBezTo>
                    <a:pt x="151554" y="25357"/>
                    <a:pt x="151664" y="25526"/>
                    <a:pt x="151779" y="25692"/>
                  </a:cubicBezTo>
                  <a:cubicBezTo>
                    <a:pt x="151894" y="25858"/>
                    <a:pt x="152014" y="26021"/>
                    <a:pt x="152139" y="26179"/>
                  </a:cubicBezTo>
                  <a:cubicBezTo>
                    <a:pt x="152263" y="26338"/>
                    <a:pt x="152393" y="26493"/>
                    <a:pt x="152527" y="26644"/>
                  </a:cubicBezTo>
                  <a:cubicBezTo>
                    <a:pt x="152661" y="26795"/>
                    <a:pt x="152800" y="26941"/>
                    <a:pt x="152943" y="27084"/>
                  </a:cubicBezTo>
                  <a:cubicBezTo>
                    <a:pt x="153086" y="27226"/>
                    <a:pt x="153233" y="27364"/>
                    <a:pt x="153385" y="27498"/>
                  </a:cubicBezTo>
                  <a:cubicBezTo>
                    <a:pt x="153536" y="27631"/>
                    <a:pt x="153692" y="27760"/>
                    <a:pt x="153851" y="27885"/>
                  </a:cubicBezTo>
                  <a:cubicBezTo>
                    <a:pt x="154010" y="28009"/>
                    <a:pt x="154173" y="28128"/>
                    <a:pt x="154339" y="28242"/>
                  </a:cubicBezTo>
                  <a:cubicBezTo>
                    <a:pt x="154506" y="28357"/>
                    <a:pt x="154676" y="28466"/>
                    <a:pt x="154849" y="28570"/>
                  </a:cubicBezTo>
                  <a:cubicBezTo>
                    <a:pt x="155022" y="28674"/>
                    <a:pt x="155198" y="28772"/>
                    <a:pt x="155377" y="28866"/>
                  </a:cubicBezTo>
                  <a:cubicBezTo>
                    <a:pt x="155556" y="28959"/>
                    <a:pt x="155738" y="29047"/>
                    <a:pt x="155922" y="29129"/>
                  </a:cubicBezTo>
                  <a:cubicBezTo>
                    <a:pt x="156106" y="29212"/>
                    <a:pt x="156293" y="29288"/>
                    <a:pt x="156482" y="29359"/>
                  </a:cubicBezTo>
                  <a:cubicBezTo>
                    <a:pt x="156671" y="29430"/>
                    <a:pt x="156862" y="29496"/>
                    <a:pt x="157055" y="29555"/>
                  </a:cubicBezTo>
                  <a:cubicBezTo>
                    <a:pt x="157248" y="29615"/>
                    <a:pt x="157442" y="29668"/>
                    <a:pt x="157639" y="29716"/>
                  </a:cubicBezTo>
                  <a:cubicBezTo>
                    <a:pt x="157835" y="29764"/>
                    <a:pt x="158032" y="29805"/>
                    <a:pt x="158231" y="29841"/>
                  </a:cubicBezTo>
                  <a:cubicBezTo>
                    <a:pt x="158430" y="29877"/>
                    <a:pt x="158630" y="29906"/>
                    <a:pt x="158830" y="29930"/>
                  </a:cubicBezTo>
                  <a:lnTo>
                    <a:pt x="160000" y="30000"/>
                  </a:lnTo>
                  <a:lnTo>
                    <a:pt x="170000" y="30000"/>
                  </a:lnTo>
                  <a:cubicBezTo>
                    <a:pt x="170605" y="30000"/>
                    <a:pt x="171210" y="30018"/>
                    <a:pt x="171813" y="30055"/>
                  </a:cubicBezTo>
                  <a:cubicBezTo>
                    <a:pt x="172417" y="30091"/>
                    <a:pt x="173020" y="30146"/>
                    <a:pt x="173620" y="30219"/>
                  </a:cubicBezTo>
                  <a:cubicBezTo>
                    <a:pt x="174221" y="30292"/>
                    <a:pt x="174819" y="30383"/>
                    <a:pt x="175414" y="30492"/>
                  </a:cubicBezTo>
                  <a:cubicBezTo>
                    <a:pt x="176009" y="30601"/>
                    <a:pt x="176600" y="30728"/>
                    <a:pt x="177188" y="30873"/>
                  </a:cubicBezTo>
                  <a:cubicBezTo>
                    <a:pt x="177775" y="31018"/>
                    <a:pt x="178358" y="31181"/>
                    <a:pt x="178935" y="31361"/>
                  </a:cubicBezTo>
                  <a:cubicBezTo>
                    <a:pt x="179513" y="31541"/>
                    <a:pt x="180085" y="31739"/>
                    <a:pt x="180650" y="31953"/>
                  </a:cubicBezTo>
                  <a:cubicBezTo>
                    <a:pt x="181216" y="32168"/>
                    <a:pt x="181775" y="32400"/>
                    <a:pt x="182326" y="32648"/>
                  </a:cubicBezTo>
                  <a:cubicBezTo>
                    <a:pt x="182878" y="32897"/>
                    <a:pt x="183421" y="33162"/>
                    <a:pt x="183957" y="33443"/>
                  </a:cubicBezTo>
                  <a:cubicBezTo>
                    <a:pt x="184492" y="33725"/>
                    <a:pt x="185019" y="34022"/>
                    <a:pt x="185537" y="34336"/>
                  </a:cubicBezTo>
                  <a:cubicBezTo>
                    <a:pt x="186054" y="34649"/>
                    <a:pt x="186562" y="34978"/>
                    <a:pt x="187060" y="35322"/>
                  </a:cubicBezTo>
                  <a:cubicBezTo>
                    <a:pt x="187557" y="35666"/>
                    <a:pt x="188044" y="36024"/>
                    <a:pt x="188520" y="36398"/>
                  </a:cubicBezTo>
                  <a:cubicBezTo>
                    <a:pt x="188996" y="36771"/>
                    <a:pt x="189461" y="37159"/>
                    <a:pt x="189913" y="37560"/>
                  </a:cubicBezTo>
                  <a:cubicBezTo>
                    <a:pt x="190366" y="37962"/>
                    <a:pt x="190806" y="38377"/>
                    <a:pt x="191233" y="38805"/>
                  </a:cubicBezTo>
                  <a:cubicBezTo>
                    <a:pt x="191661" y="39233"/>
                    <a:pt x="192075" y="39674"/>
                    <a:pt x="192476" y="40127"/>
                  </a:cubicBezTo>
                  <a:cubicBezTo>
                    <a:pt x="192876" y="40580"/>
                    <a:pt x="193263" y="41046"/>
                    <a:pt x="193636" y="41522"/>
                  </a:cubicBezTo>
                  <a:cubicBezTo>
                    <a:pt x="194008" y="41999"/>
                    <a:pt x="194366" y="42486"/>
                    <a:pt x="194710" y="42985"/>
                  </a:cubicBezTo>
                  <a:cubicBezTo>
                    <a:pt x="195053" y="43483"/>
                    <a:pt x="195381" y="43991"/>
                    <a:pt x="195693" y="44509"/>
                  </a:cubicBezTo>
                  <a:cubicBezTo>
                    <a:pt x="196005" y="45027"/>
                    <a:pt x="196302" y="45555"/>
                    <a:pt x="196582" y="46091"/>
                  </a:cubicBezTo>
                  <a:cubicBezTo>
                    <a:pt x="196863" y="46627"/>
                    <a:pt x="197127" y="47171"/>
                    <a:pt x="197375" y="47723"/>
                  </a:cubicBezTo>
                  <a:cubicBezTo>
                    <a:pt x="197622" y="48275"/>
                    <a:pt x="197853" y="48834"/>
                    <a:pt x="198067" y="49400"/>
                  </a:cubicBezTo>
                  <a:cubicBezTo>
                    <a:pt x="198280" y="49966"/>
                    <a:pt x="198477" y="50538"/>
                    <a:pt x="198656" y="51116"/>
                  </a:cubicBezTo>
                  <a:cubicBezTo>
                    <a:pt x="198835" y="51694"/>
                    <a:pt x="198997" y="52277"/>
                    <a:pt x="199141" y="52864"/>
                  </a:cubicBezTo>
                  <a:cubicBezTo>
                    <a:pt x="199285" y="53452"/>
                    <a:pt x="199411" y="54044"/>
                    <a:pt x="199519" y="54639"/>
                  </a:cubicBezTo>
                  <a:cubicBezTo>
                    <a:pt x="199627" y="55234"/>
                    <a:pt x="199717" y="55832"/>
                    <a:pt x="199789" y="56433"/>
                  </a:cubicBezTo>
                  <a:cubicBezTo>
                    <a:pt x="199861" y="57033"/>
                    <a:pt x="199915" y="57636"/>
                    <a:pt x="199950" y="58240"/>
                  </a:cubicBezTo>
                  <a:lnTo>
                    <a:pt x="200000" y="60000"/>
                  </a:lnTo>
                  <a:lnTo>
                    <a:pt x="200000" y="150000"/>
                  </a:lnTo>
                  <a:cubicBezTo>
                    <a:pt x="200000" y="150605"/>
                    <a:pt x="199982" y="151210"/>
                    <a:pt x="199945" y="151813"/>
                  </a:cubicBezTo>
                  <a:cubicBezTo>
                    <a:pt x="199909" y="152417"/>
                    <a:pt x="199854" y="153020"/>
                    <a:pt x="199781" y="153620"/>
                  </a:cubicBezTo>
                  <a:cubicBezTo>
                    <a:pt x="199708" y="154221"/>
                    <a:pt x="199617" y="154819"/>
                    <a:pt x="199508" y="155414"/>
                  </a:cubicBezTo>
                  <a:cubicBezTo>
                    <a:pt x="199399" y="156009"/>
                    <a:pt x="199272" y="156600"/>
                    <a:pt x="199127" y="157188"/>
                  </a:cubicBezTo>
                  <a:cubicBezTo>
                    <a:pt x="198982" y="157775"/>
                    <a:pt x="198819" y="158358"/>
                    <a:pt x="198639" y="158935"/>
                  </a:cubicBezTo>
                  <a:cubicBezTo>
                    <a:pt x="198459" y="159513"/>
                    <a:pt x="198261" y="160085"/>
                    <a:pt x="198047" y="160650"/>
                  </a:cubicBezTo>
                  <a:cubicBezTo>
                    <a:pt x="197832" y="161216"/>
                    <a:pt x="197600" y="161775"/>
                    <a:pt x="197352" y="162326"/>
                  </a:cubicBezTo>
                  <a:cubicBezTo>
                    <a:pt x="197103" y="162878"/>
                    <a:pt x="196838" y="163421"/>
                    <a:pt x="196557" y="163957"/>
                  </a:cubicBezTo>
                  <a:cubicBezTo>
                    <a:pt x="196275" y="164492"/>
                    <a:pt x="195978" y="165019"/>
                    <a:pt x="195664" y="165537"/>
                  </a:cubicBezTo>
                  <a:cubicBezTo>
                    <a:pt x="195351" y="166054"/>
                    <a:pt x="195022" y="166562"/>
                    <a:pt x="194678" y="167060"/>
                  </a:cubicBezTo>
                  <a:cubicBezTo>
                    <a:pt x="194334" y="167557"/>
                    <a:pt x="193976" y="168044"/>
                    <a:pt x="193602" y="168520"/>
                  </a:cubicBezTo>
                  <a:cubicBezTo>
                    <a:pt x="193229" y="168996"/>
                    <a:pt x="192841" y="169461"/>
                    <a:pt x="192440" y="169913"/>
                  </a:cubicBezTo>
                  <a:cubicBezTo>
                    <a:pt x="192038" y="170366"/>
                    <a:pt x="191623" y="170806"/>
                    <a:pt x="191195" y="171233"/>
                  </a:cubicBezTo>
                  <a:cubicBezTo>
                    <a:pt x="190767" y="171661"/>
                    <a:pt x="190326" y="172075"/>
                    <a:pt x="189873" y="172476"/>
                  </a:cubicBezTo>
                  <a:cubicBezTo>
                    <a:pt x="189420" y="172876"/>
                    <a:pt x="188954" y="173263"/>
                    <a:pt x="188478" y="173636"/>
                  </a:cubicBezTo>
                  <a:cubicBezTo>
                    <a:pt x="188001" y="174008"/>
                    <a:pt x="187514" y="174366"/>
                    <a:pt x="187015" y="174710"/>
                  </a:cubicBezTo>
                  <a:cubicBezTo>
                    <a:pt x="186517" y="175053"/>
                    <a:pt x="186009" y="175381"/>
                    <a:pt x="185491" y="175693"/>
                  </a:cubicBezTo>
                  <a:cubicBezTo>
                    <a:pt x="184973" y="176005"/>
                    <a:pt x="184445" y="176302"/>
                    <a:pt x="183909" y="176582"/>
                  </a:cubicBezTo>
                  <a:cubicBezTo>
                    <a:pt x="183373" y="176863"/>
                    <a:pt x="182829" y="177127"/>
                    <a:pt x="182277" y="177375"/>
                  </a:cubicBezTo>
                  <a:cubicBezTo>
                    <a:pt x="181725" y="177622"/>
                    <a:pt x="181166" y="177853"/>
                    <a:pt x="180600" y="178067"/>
                  </a:cubicBezTo>
                  <a:cubicBezTo>
                    <a:pt x="180034" y="178280"/>
                    <a:pt x="179462" y="178477"/>
                    <a:pt x="178884" y="178656"/>
                  </a:cubicBezTo>
                  <a:cubicBezTo>
                    <a:pt x="178306" y="178835"/>
                    <a:pt x="177723" y="178997"/>
                    <a:pt x="177136" y="179141"/>
                  </a:cubicBezTo>
                  <a:cubicBezTo>
                    <a:pt x="176548" y="179285"/>
                    <a:pt x="175956" y="179411"/>
                    <a:pt x="175361" y="179519"/>
                  </a:cubicBezTo>
                  <a:cubicBezTo>
                    <a:pt x="174766" y="179627"/>
                    <a:pt x="174168" y="179717"/>
                    <a:pt x="173567" y="179789"/>
                  </a:cubicBezTo>
                  <a:cubicBezTo>
                    <a:pt x="172967" y="179861"/>
                    <a:pt x="172364" y="179915"/>
                    <a:pt x="171760" y="179950"/>
                  </a:cubicBezTo>
                  <a:lnTo>
                    <a:pt x="170000" y="180000"/>
                  </a:lnTo>
                  <a:lnTo>
                    <a:pt x="30000" y="180000"/>
                  </a:lnTo>
                  <a:cubicBezTo>
                    <a:pt x="29395" y="180000"/>
                    <a:pt x="28790" y="179982"/>
                    <a:pt x="28187" y="179945"/>
                  </a:cubicBezTo>
                  <a:cubicBezTo>
                    <a:pt x="27583" y="179909"/>
                    <a:pt x="26980" y="179854"/>
                    <a:pt x="26380" y="179781"/>
                  </a:cubicBezTo>
                  <a:cubicBezTo>
                    <a:pt x="25779" y="179708"/>
                    <a:pt x="25181" y="179617"/>
                    <a:pt x="24586" y="179508"/>
                  </a:cubicBezTo>
                  <a:cubicBezTo>
                    <a:pt x="23991" y="179399"/>
                    <a:pt x="23400" y="179272"/>
                    <a:pt x="22812" y="179127"/>
                  </a:cubicBezTo>
                  <a:cubicBezTo>
                    <a:pt x="22225" y="178982"/>
                    <a:pt x="21642" y="178819"/>
                    <a:pt x="21065" y="178639"/>
                  </a:cubicBezTo>
                  <a:cubicBezTo>
                    <a:pt x="20487" y="178459"/>
                    <a:pt x="19915" y="178261"/>
                    <a:pt x="19350" y="178047"/>
                  </a:cubicBezTo>
                  <a:cubicBezTo>
                    <a:pt x="18784" y="177832"/>
                    <a:pt x="18225" y="177600"/>
                    <a:pt x="17674" y="177352"/>
                  </a:cubicBezTo>
                  <a:cubicBezTo>
                    <a:pt x="17122" y="177103"/>
                    <a:pt x="16579" y="176838"/>
                    <a:pt x="16043" y="176557"/>
                  </a:cubicBezTo>
                  <a:cubicBezTo>
                    <a:pt x="15508" y="176275"/>
                    <a:pt x="14981" y="175978"/>
                    <a:pt x="14463" y="175664"/>
                  </a:cubicBezTo>
                  <a:cubicBezTo>
                    <a:pt x="13946" y="175351"/>
                    <a:pt x="13438" y="175022"/>
                    <a:pt x="12940" y="174678"/>
                  </a:cubicBezTo>
                  <a:cubicBezTo>
                    <a:pt x="12443" y="174334"/>
                    <a:pt x="11956" y="173976"/>
                    <a:pt x="11480" y="173602"/>
                  </a:cubicBezTo>
                  <a:cubicBezTo>
                    <a:pt x="11004" y="173229"/>
                    <a:pt x="10539" y="172841"/>
                    <a:pt x="10087" y="172440"/>
                  </a:cubicBezTo>
                  <a:cubicBezTo>
                    <a:pt x="9634" y="172038"/>
                    <a:pt x="9194" y="171623"/>
                    <a:pt x="8767" y="171195"/>
                  </a:cubicBezTo>
                  <a:cubicBezTo>
                    <a:pt x="8339" y="170767"/>
                    <a:pt x="7925" y="170326"/>
                    <a:pt x="7524" y="169873"/>
                  </a:cubicBezTo>
                  <a:cubicBezTo>
                    <a:pt x="7124" y="169420"/>
                    <a:pt x="6737" y="168954"/>
                    <a:pt x="6364" y="168478"/>
                  </a:cubicBezTo>
                  <a:cubicBezTo>
                    <a:pt x="5992" y="168001"/>
                    <a:pt x="5634" y="167514"/>
                    <a:pt x="5290" y="167015"/>
                  </a:cubicBezTo>
                  <a:cubicBezTo>
                    <a:pt x="4947" y="166517"/>
                    <a:pt x="4619" y="166009"/>
                    <a:pt x="4307" y="165491"/>
                  </a:cubicBezTo>
                  <a:cubicBezTo>
                    <a:pt x="3995" y="164973"/>
                    <a:pt x="3698" y="164445"/>
                    <a:pt x="3418" y="163909"/>
                  </a:cubicBezTo>
                  <a:cubicBezTo>
                    <a:pt x="3137" y="163373"/>
                    <a:pt x="2873" y="162829"/>
                    <a:pt x="2625" y="162277"/>
                  </a:cubicBezTo>
                  <a:cubicBezTo>
                    <a:pt x="2378" y="161725"/>
                    <a:pt x="2147" y="161166"/>
                    <a:pt x="1933" y="160600"/>
                  </a:cubicBezTo>
                  <a:cubicBezTo>
                    <a:pt x="1720" y="160034"/>
                    <a:pt x="1523" y="159462"/>
                    <a:pt x="1344" y="158884"/>
                  </a:cubicBezTo>
                  <a:cubicBezTo>
                    <a:pt x="1165" y="158306"/>
                    <a:pt x="1003" y="157723"/>
                    <a:pt x="859" y="157136"/>
                  </a:cubicBezTo>
                  <a:cubicBezTo>
                    <a:pt x="715" y="156548"/>
                    <a:pt x="589" y="155956"/>
                    <a:pt x="481" y="155361"/>
                  </a:cubicBezTo>
                  <a:cubicBezTo>
                    <a:pt x="373" y="154766"/>
                    <a:pt x="283" y="154168"/>
                    <a:pt x="211" y="153567"/>
                  </a:cubicBezTo>
                  <a:cubicBezTo>
                    <a:pt x="139" y="152967"/>
                    <a:pt x="85" y="152364"/>
                    <a:pt x="50" y="151760"/>
                  </a:cubicBezTo>
                  <a:lnTo>
                    <a:pt x="0" y="150000"/>
                  </a:lnTo>
                  <a:lnTo>
                    <a:pt x="0" y="60000"/>
                  </a:lnTo>
                  <a:cubicBezTo>
                    <a:pt x="0" y="59395"/>
                    <a:pt x="18" y="58790"/>
                    <a:pt x="55" y="58187"/>
                  </a:cubicBezTo>
                  <a:cubicBezTo>
                    <a:pt x="91" y="57583"/>
                    <a:pt x="146" y="56980"/>
                    <a:pt x="219" y="56380"/>
                  </a:cubicBezTo>
                  <a:cubicBezTo>
                    <a:pt x="292" y="55779"/>
                    <a:pt x="383" y="55181"/>
                    <a:pt x="492" y="54586"/>
                  </a:cubicBezTo>
                  <a:cubicBezTo>
                    <a:pt x="601" y="53991"/>
                    <a:pt x="728" y="53400"/>
                    <a:pt x="873" y="52812"/>
                  </a:cubicBezTo>
                  <a:cubicBezTo>
                    <a:pt x="1018" y="52225"/>
                    <a:pt x="1181" y="51642"/>
                    <a:pt x="1361" y="51065"/>
                  </a:cubicBezTo>
                  <a:cubicBezTo>
                    <a:pt x="1541" y="50487"/>
                    <a:pt x="1739" y="49915"/>
                    <a:pt x="1953" y="49350"/>
                  </a:cubicBezTo>
                  <a:cubicBezTo>
                    <a:pt x="2168" y="48784"/>
                    <a:pt x="2400" y="48225"/>
                    <a:pt x="2648" y="47674"/>
                  </a:cubicBezTo>
                  <a:cubicBezTo>
                    <a:pt x="2897" y="47122"/>
                    <a:pt x="3162" y="46579"/>
                    <a:pt x="3443" y="46043"/>
                  </a:cubicBezTo>
                  <a:cubicBezTo>
                    <a:pt x="3725" y="45508"/>
                    <a:pt x="4022" y="44981"/>
                    <a:pt x="4336" y="44463"/>
                  </a:cubicBezTo>
                  <a:cubicBezTo>
                    <a:pt x="4649" y="43946"/>
                    <a:pt x="4978" y="43438"/>
                    <a:pt x="5322" y="42940"/>
                  </a:cubicBezTo>
                  <a:cubicBezTo>
                    <a:pt x="5666" y="42443"/>
                    <a:pt x="6024" y="41956"/>
                    <a:pt x="6398" y="41480"/>
                  </a:cubicBezTo>
                  <a:cubicBezTo>
                    <a:pt x="6771" y="41004"/>
                    <a:pt x="7159" y="40539"/>
                    <a:pt x="7560" y="40087"/>
                  </a:cubicBezTo>
                  <a:cubicBezTo>
                    <a:pt x="7962" y="39634"/>
                    <a:pt x="8377" y="39194"/>
                    <a:pt x="8805" y="38767"/>
                  </a:cubicBezTo>
                  <a:cubicBezTo>
                    <a:pt x="9233" y="38339"/>
                    <a:pt x="9674" y="37925"/>
                    <a:pt x="10127" y="37524"/>
                  </a:cubicBezTo>
                  <a:cubicBezTo>
                    <a:pt x="10580" y="37124"/>
                    <a:pt x="11046" y="36737"/>
                    <a:pt x="11522" y="36364"/>
                  </a:cubicBezTo>
                  <a:cubicBezTo>
                    <a:pt x="11999" y="35992"/>
                    <a:pt x="12486" y="35634"/>
                    <a:pt x="12985" y="35290"/>
                  </a:cubicBezTo>
                  <a:cubicBezTo>
                    <a:pt x="13483" y="34947"/>
                    <a:pt x="13991" y="34619"/>
                    <a:pt x="14509" y="34307"/>
                  </a:cubicBezTo>
                  <a:cubicBezTo>
                    <a:pt x="15027" y="33995"/>
                    <a:pt x="15555" y="33698"/>
                    <a:pt x="16091" y="33418"/>
                  </a:cubicBezTo>
                  <a:cubicBezTo>
                    <a:pt x="16627" y="33137"/>
                    <a:pt x="17171" y="32873"/>
                    <a:pt x="17723" y="32625"/>
                  </a:cubicBezTo>
                  <a:cubicBezTo>
                    <a:pt x="18275" y="32378"/>
                    <a:pt x="18834" y="32147"/>
                    <a:pt x="19400" y="31933"/>
                  </a:cubicBezTo>
                  <a:cubicBezTo>
                    <a:pt x="19966" y="31720"/>
                    <a:pt x="20538" y="31523"/>
                    <a:pt x="21116" y="31344"/>
                  </a:cubicBezTo>
                  <a:cubicBezTo>
                    <a:pt x="21694" y="31165"/>
                    <a:pt x="22277" y="31003"/>
                    <a:pt x="22864" y="30859"/>
                  </a:cubicBezTo>
                  <a:cubicBezTo>
                    <a:pt x="23452" y="30715"/>
                    <a:pt x="24044" y="30589"/>
                    <a:pt x="24639" y="30481"/>
                  </a:cubicBezTo>
                  <a:cubicBezTo>
                    <a:pt x="25234" y="30373"/>
                    <a:pt x="25832" y="30283"/>
                    <a:pt x="26433" y="30211"/>
                  </a:cubicBezTo>
                  <a:cubicBezTo>
                    <a:pt x="27033" y="30139"/>
                    <a:pt x="27636" y="30085"/>
                    <a:pt x="28240" y="30050"/>
                  </a:cubicBezTo>
                  <a:lnTo>
                    <a:pt x="30000" y="30000"/>
                  </a:lnTo>
                  <a:lnTo>
                    <a:pt x="40000" y="30000"/>
                  </a:lnTo>
                  <a:cubicBezTo>
                    <a:pt x="40209" y="30000"/>
                    <a:pt x="40419" y="29993"/>
                    <a:pt x="40628" y="29980"/>
                  </a:cubicBezTo>
                  <a:cubicBezTo>
                    <a:pt x="40837" y="29967"/>
                    <a:pt x="41046" y="29947"/>
                    <a:pt x="41253" y="29921"/>
                  </a:cubicBezTo>
                  <a:cubicBezTo>
                    <a:pt x="41461" y="29895"/>
                    <a:pt x="41668" y="29862"/>
                    <a:pt x="41874" y="29823"/>
                  </a:cubicBezTo>
                  <a:cubicBezTo>
                    <a:pt x="42080" y="29784"/>
                    <a:pt x="42284" y="29738"/>
                    <a:pt x="42487" y="29686"/>
                  </a:cubicBezTo>
                  <a:cubicBezTo>
                    <a:pt x="42690" y="29634"/>
                    <a:pt x="42891" y="29575"/>
                    <a:pt x="43090" y="29511"/>
                  </a:cubicBezTo>
                  <a:cubicBezTo>
                    <a:pt x="43289" y="29446"/>
                    <a:pt x="43486" y="29375"/>
                    <a:pt x="43681" y="29298"/>
                  </a:cubicBezTo>
                  <a:cubicBezTo>
                    <a:pt x="43876" y="29221"/>
                    <a:pt x="44068" y="29137"/>
                    <a:pt x="44258" y="29048"/>
                  </a:cubicBezTo>
                  <a:cubicBezTo>
                    <a:pt x="44447" y="28959"/>
                    <a:pt x="44634" y="28864"/>
                    <a:pt x="44818" y="28763"/>
                  </a:cubicBezTo>
                  <a:cubicBezTo>
                    <a:pt x="45001" y="28662"/>
                    <a:pt x="45181" y="28556"/>
                    <a:pt x="45358" y="28443"/>
                  </a:cubicBezTo>
                  <a:cubicBezTo>
                    <a:pt x="45535" y="28331"/>
                    <a:pt x="45708" y="28213"/>
                    <a:pt x="45878" y="28090"/>
                  </a:cubicBezTo>
                  <a:cubicBezTo>
                    <a:pt x="46047" y="27967"/>
                    <a:pt x="46213" y="27839"/>
                    <a:pt x="46374" y="27705"/>
                  </a:cubicBezTo>
                  <a:cubicBezTo>
                    <a:pt x="46536" y="27572"/>
                    <a:pt x="46693" y="27433"/>
                    <a:pt x="46845" y="27290"/>
                  </a:cubicBezTo>
                  <a:cubicBezTo>
                    <a:pt x="46998" y="27146"/>
                    <a:pt x="47146" y="26998"/>
                    <a:pt x="47290" y="26845"/>
                  </a:cubicBezTo>
                  <a:cubicBezTo>
                    <a:pt x="47433" y="26693"/>
                    <a:pt x="47572" y="26536"/>
                    <a:pt x="47705" y="26374"/>
                  </a:cubicBezTo>
                  <a:cubicBezTo>
                    <a:pt x="47839" y="26213"/>
                    <a:pt x="47967" y="26047"/>
                    <a:pt x="48090" y="25878"/>
                  </a:cubicBezTo>
                  <a:cubicBezTo>
                    <a:pt x="48213" y="25708"/>
                    <a:pt x="48331" y="25535"/>
                    <a:pt x="48443" y="25358"/>
                  </a:cubicBezTo>
                  <a:cubicBezTo>
                    <a:pt x="48556" y="25181"/>
                    <a:pt x="48662" y="25001"/>
                    <a:pt x="48763" y="24818"/>
                  </a:cubicBezTo>
                  <a:cubicBezTo>
                    <a:pt x="48864" y="24634"/>
                    <a:pt x="48959" y="24447"/>
                    <a:pt x="49048" y="24258"/>
                  </a:cubicBezTo>
                  <a:cubicBezTo>
                    <a:pt x="49137" y="24068"/>
                    <a:pt x="49221" y="23876"/>
                    <a:pt x="49298" y="23681"/>
                  </a:cubicBezTo>
                  <a:cubicBezTo>
                    <a:pt x="49375" y="23486"/>
                    <a:pt x="49446" y="23289"/>
                    <a:pt x="49511" y="23090"/>
                  </a:cubicBezTo>
                  <a:cubicBezTo>
                    <a:pt x="49575" y="22891"/>
                    <a:pt x="49634" y="22690"/>
                    <a:pt x="49686" y="22487"/>
                  </a:cubicBezTo>
                  <a:cubicBezTo>
                    <a:pt x="49738" y="22284"/>
                    <a:pt x="49784" y="22080"/>
                    <a:pt x="49823" y="21874"/>
                  </a:cubicBezTo>
                  <a:cubicBezTo>
                    <a:pt x="49862" y="21668"/>
                    <a:pt x="49895" y="21461"/>
                    <a:pt x="49921" y="21253"/>
                  </a:cubicBezTo>
                  <a:cubicBezTo>
                    <a:pt x="49947" y="21046"/>
                    <a:pt x="49967" y="20837"/>
                    <a:pt x="49980" y="20628"/>
                  </a:cubicBezTo>
                  <a:cubicBezTo>
                    <a:pt x="49993" y="20419"/>
                    <a:pt x="50000" y="20209"/>
                    <a:pt x="50000" y="20000"/>
                  </a:cubicBezTo>
                  <a:cubicBezTo>
                    <a:pt x="50000" y="19584"/>
                    <a:pt x="50013" y="19169"/>
                    <a:pt x="50038" y="18754"/>
                  </a:cubicBezTo>
                  <a:cubicBezTo>
                    <a:pt x="50064" y="18339"/>
                    <a:pt x="50103" y="17925"/>
                    <a:pt x="50154" y="17513"/>
                  </a:cubicBezTo>
                  <a:cubicBezTo>
                    <a:pt x="50206" y="17101"/>
                    <a:pt x="50270" y="16690"/>
                    <a:pt x="50348" y="16282"/>
                  </a:cubicBezTo>
                  <a:cubicBezTo>
                    <a:pt x="50425" y="15873"/>
                    <a:pt x="50515" y="15467"/>
                    <a:pt x="50617" y="15065"/>
                  </a:cubicBezTo>
                  <a:cubicBezTo>
                    <a:pt x="50719" y="14662"/>
                    <a:pt x="50834" y="14262"/>
                    <a:pt x="50962" y="13867"/>
                  </a:cubicBezTo>
                  <a:cubicBezTo>
                    <a:pt x="51089" y="13471"/>
                    <a:pt x="51229" y="13079"/>
                    <a:pt x="51380" y="12693"/>
                  </a:cubicBezTo>
                  <a:cubicBezTo>
                    <a:pt x="51532" y="12306"/>
                    <a:pt x="51696" y="11924"/>
                    <a:pt x="51871" y="11547"/>
                  </a:cubicBezTo>
                  <a:cubicBezTo>
                    <a:pt x="52047" y="11170"/>
                    <a:pt x="52234" y="10799"/>
                    <a:pt x="52433" y="10434"/>
                  </a:cubicBezTo>
                  <a:cubicBezTo>
                    <a:pt x="52631" y="10069"/>
                    <a:pt x="52841" y="9710"/>
                    <a:pt x="53062" y="9358"/>
                  </a:cubicBezTo>
                  <a:cubicBezTo>
                    <a:pt x="53283" y="9006"/>
                    <a:pt x="53515" y="8661"/>
                    <a:pt x="53758" y="8324"/>
                  </a:cubicBezTo>
                  <a:cubicBezTo>
                    <a:pt x="54000" y="7986"/>
                    <a:pt x="54253" y="7656"/>
                    <a:pt x="54516" y="7334"/>
                  </a:cubicBezTo>
                  <a:cubicBezTo>
                    <a:pt x="54779" y="7013"/>
                    <a:pt x="55052" y="6699"/>
                    <a:pt x="55335" y="6395"/>
                  </a:cubicBezTo>
                  <a:cubicBezTo>
                    <a:pt x="55618" y="6090"/>
                    <a:pt x="55910" y="5794"/>
                    <a:pt x="56211" y="5507"/>
                  </a:cubicBezTo>
                  <a:cubicBezTo>
                    <a:pt x="56512" y="5221"/>
                    <a:pt x="56822" y="4944"/>
                    <a:pt x="57140" y="4677"/>
                  </a:cubicBezTo>
                  <a:cubicBezTo>
                    <a:pt x="57458" y="4409"/>
                    <a:pt x="57785" y="4152"/>
                    <a:pt x="58119" y="3905"/>
                  </a:cubicBezTo>
                  <a:cubicBezTo>
                    <a:pt x="58453" y="3658"/>
                    <a:pt x="58795" y="3422"/>
                    <a:pt x="59144" y="3196"/>
                  </a:cubicBezTo>
                  <a:cubicBezTo>
                    <a:pt x="59493" y="2971"/>
                    <a:pt x="59849" y="2756"/>
                    <a:pt x="60212" y="2553"/>
                  </a:cubicBezTo>
                  <a:cubicBezTo>
                    <a:pt x="60574" y="2349"/>
                    <a:pt x="60943" y="2157"/>
                    <a:pt x="61317" y="1977"/>
                  </a:cubicBezTo>
                  <a:cubicBezTo>
                    <a:pt x="61692" y="1796"/>
                    <a:pt x="62072" y="1628"/>
                    <a:pt x="62456" y="1471"/>
                  </a:cubicBezTo>
                  <a:cubicBezTo>
                    <a:pt x="62841" y="1314"/>
                    <a:pt x="63231" y="1169"/>
                    <a:pt x="63625" y="1037"/>
                  </a:cubicBezTo>
                  <a:cubicBezTo>
                    <a:pt x="64019" y="904"/>
                    <a:pt x="64417" y="784"/>
                    <a:pt x="64818" y="677"/>
                  </a:cubicBezTo>
                  <a:cubicBezTo>
                    <a:pt x="65220" y="569"/>
                    <a:pt x="65624" y="474"/>
                    <a:pt x="66032" y="391"/>
                  </a:cubicBezTo>
                  <a:cubicBezTo>
                    <a:pt x="66439" y="309"/>
                    <a:pt x="66849" y="239"/>
                    <a:pt x="67261" y="182"/>
                  </a:cubicBezTo>
                  <a:cubicBezTo>
                    <a:pt x="67672" y="125"/>
                    <a:pt x="68086" y="81"/>
                    <a:pt x="68500" y="50"/>
                  </a:cubicBezTo>
                  <a:lnTo>
                    <a:pt x="70000" y="0"/>
                  </a:lnTo>
                  <a:lnTo>
                    <a:pt x="130000" y="0"/>
                  </a:lnTo>
                  <a:close/>
                  <a:moveTo>
                    <a:pt x="100000" y="70000"/>
                  </a:moveTo>
                  <a:cubicBezTo>
                    <a:pt x="99387" y="70000"/>
                    <a:pt x="98775" y="70019"/>
                    <a:pt x="98164" y="70056"/>
                  </a:cubicBezTo>
                  <a:cubicBezTo>
                    <a:pt x="97552" y="70094"/>
                    <a:pt x="96942" y="70150"/>
                    <a:pt x="96334" y="70225"/>
                  </a:cubicBezTo>
                  <a:cubicBezTo>
                    <a:pt x="95726" y="70299"/>
                    <a:pt x="95121" y="70393"/>
                    <a:pt x="94518" y="70505"/>
                  </a:cubicBezTo>
                  <a:cubicBezTo>
                    <a:pt x="93916" y="70617"/>
                    <a:pt x="93317" y="70747"/>
                    <a:pt x="92723" y="70895"/>
                  </a:cubicBezTo>
                  <a:cubicBezTo>
                    <a:pt x="92129" y="71044"/>
                    <a:pt x="91539" y="71211"/>
                    <a:pt x="90955" y="71395"/>
                  </a:cubicBezTo>
                  <a:cubicBezTo>
                    <a:pt x="90371" y="71580"/>
                    <a:pt x="89793" y="71782"/>
                    <a:pt x="89221" y="72002"/>
                  </a:cubicBezTo>
                  <a:cubicBezTo>
                    <a:pt x="88649" y="72222"/>
                    <a:pt x="88085" y="72460"/>
                    <a:pt x="87527" y="72715"/>
                  </a:cubicBezTo>
                  <a:cubicBezTo>
                    <a:pt x="86970" y="72969"/>
                    <a:pt x="86421" y="73241"/>
                    <a:pt x="85881" y="73529"/>
                  </a:cubicBezTo>
                  <a:cubicBezTo>
                    <a:pt x="85340" y="73817"/>
                    <a:pt x="84809" y="74122"/>
                    <a:pt x="84287" y="74443"/>
                  </a:cubicBezTo>
                  <a:cubicBezTo>
                    <a:pt x="83765" y="74764"/>
                    <a:pt x="83253" y="75100"/>
                    <a:pt x="82752" y="75453"/>
                  </a:cubicBezTo>
                  <a:cubicBezTo>
                    <a:pt x="82250" y="75805"/>
                    <a:pt x="81760" y="76172"/>
                    <a:pt x="81281" y="76554"/>
                  </a:cubicBezTo>
                  <a:cubicBezTo>
                    <a:pt x="80803" y="76936"/>
                    <a:pt x="80336" y="77333"/>
                    <a:pt x="79881" y="77744"/>
                  </a:cubicBezTo>
                  <a:cubicBezTo>
                    <a:pt x="79427" y="78155"/>
                    <a:pt x="78985" y="78579"/>
                    <a:pt x="78557" y="79017"/>
                  </a:cubicBezTo>
                  <a:cubicBezTo>
                    <a:pt x="78128" y="79455"/>
                    <a:pt x="77713" y="79906"/>
                    <a:pt x="77312" y="80369"/>
                  </a:cubicBezTo>
                  <a:cubicBezTo>
                    <a:pt x="76912" y="80832"/>
                    <a:pt x="76525" y="81307"/>
                    <a:pt x="76153" y="81794"/>
                  </a:cubicBezTo>
                  <a:cubicBezTo>
                    <a:pt x="75782" y="82281"/>
                    <a:pt x="75425" y="82779"/>
                    <a:pt x="75084" y="83288"/>
                  </a:cubicBezTo>
                  <a:cubicBezTo>
                    <a:pt x="74742" y="83797"/>
                    <a:pt x="74417" y="84316"/>
                    <a:pt x="74107" y="84844"/>
                  </a:cubicBezTo>
                  <a:cubicBezTo>
                    <a:pt x="73798" y="85373"/>
                    <a:pt x="73505" y="85911"/>
                    <a:pt x="73228" y="86458"/>
                  </a:cubicBezTo>
                  <a:cubicBezTo>
                    <a:pt x="72952" y="87004"/>
                    <a:pt x="72692" y="87559"/>
                    <a:pt x="72449" y="88122"/>
                  </a:cubicBezTo>
                  <a:cubicBezTo>
                    <a:pt x="72207" y="88684"/>
                    <a:pt x="71982" y="89254"/>
                    <a:pt x="71774" y="89830"/>
                  </a:cubicBezTo>
                  <a:cubicBezTo>
                    <a:pt x="71566" y="90407"/>
                    <a:pt x="71376" y="90989"/>
                    <a:pt x="71204" y="91577"/>
                  </a:cubicBezTo>
                  <a:cubicBezTo>
                    <a:pt x="71032" y="92165"/>
                    <a:pt x="70878" y="92758"/>
                    <a:pt x="70743" y="93355"/>
                  </a:cubicBezTo>
                  <a:cubicBezTo>
                    <a:pt x="70607" y="93953"/>
                    <a:pt x="70490" y="94554"/>
                    <a:pt x="70391" y="95159"/>
                  </a:cubicBezTo>
                  <a:cubicBezTo>
                    <a:pt x="70292" y="95763"/>
                    <a:pt x="70212" y="96371"/>
                    <a:pt x="70150" y="96980"/>
                  </a:cubicBezTo>
                  <a:lnTo>
                    <a:pt x="70040" y="98500"/>
                  </a:lnTo>
                  <a:lnTo>
                    <a:pt x="70000" y="100000"/>
                  </a:lnTo>
                  <a:lnTo>
                    <a:pt x="70040" y="101500"/>
                  </a:lnTo>
                  <a:cubicBezTo>
                    <a:pt x="70071" y="102121"/>
                    <a:pt x="70121" y="102741"/>
                    <a:pt x="70191" y="103359"/>
                  </a:cubicBezTo>
                  <a:cubicBezTo>
                    <a:pt x="70261" y="103976"/>
                    <a:pt x="70349" y="104592"/>
                    <a:pt x="70457" y="105204"/>
                  </a:cubicBezTo>
                  <a:cubicBezTo>
                    <a:pt x="70565" y="105816"/>
                    <a:pt x="70692" y="106425"/>
                    <a:pt x="70838" y="107030"/>
                  </a:cubicBezTo>
                  <a:cubicBezTo>
                    <a:pt x="70983" y="107634"/>
                    <a:pt x="71148" y="108234"/>
                    <a:pt x="71331" y="108828"/>
                  </a:cubicBezTo>
                  <a:cubicBezTo>
                    <a:pt x="71514" y="109422"/>
                    <a:pt x="71715" y="110010"/>
                    <a:pt x="71935" y="110592"/>
                  </a:cubicBezTo>
                  <a:cubicBezTo>
                    <a:pt x="72154" y="111174"/>
                    <a:pt x="72392" y="111748"/>
                    <a:pt x="72647" y="112315"/>
                  </a:cubicBezTo>
                  <a:cubicBezTo>
                    <a:pt x="72902" y="112882"/>
                    <a:pt x="73175" y="113441"/>
                    <a:pt x="73465" y="113991"/>
                  </a:cubicBezTo>
                  <a:cubicBezTo>
                    <a:pt x="73755" y="114541"/>
                    <a:pt x="74062" y="115082"/>
                    <a:pt x="74385" y="115613"/>
                  </a:cubicBezTo>
                  <a:cubicBezTo>
                    <a:pt x="74709" y="116144"/>
                    <a:pt x="75049" y="116664"/>
                    <a:pt x="75405" y="117174"/>
                  </a:cubicBezTo>
                  <a:cubicBezTo>
                    <a:pt x="75761" y="117684"/>
                    <a:pt x="76132" y="118182"/>
                    <a:pt x="76519" y="118669"/>
                  </a:cubicBezTo>
                  <a:cubicBezTo>
                    <a:pt x="76906" y="119156"/>
                    <a:pt x="77308" y="119630"/>
                    <a:pt x="77724" y="120092"/>
                  </a:cubicBezTo>
                  <a:cubicBezTo>
                    <a:pt x="78141" y="120554"/>
                    <a:pt x="78571" y="121002"/>
                    <a:pt x="79016" y="121437"/>
                  </a:cubicBezTo>
                  <a:cubicBezTo>
                    <a:pt x="79460" y="121872"/>
                    <a:pt x="79918" y="122293"/>
                    <a:pt x="80388" y="122700"/>
                  </a:cubicBezTo>
                  <a:cubicBezTo>
                    <a:pt x="80858" y="123106"/>
                    <a:pt x="81341" y="123498"/>
                    <a:pt x="81836" y="123874"/>
                  </a:cubicBezTo>
                  <a:cubicBezTo>
                    <a:pt x="82331" y="124251"/>
                    <a:pt x="82837" y="124612"/>
                    <a:pt x="83354" y="124957"/>
                  </a:cubicBezTo>
                  <a:cubicBezTo>
                    <a:pt x="83872" y="125302"/>
                    <a:pt x="84399" y="125631"/>
                    <a:pt x="84937" y="125943"/>
                  </a:cubicBezTo>
                  <a:cubicBezTo>
                    <a:pt x="85475" y="126255"/>
                    <a:pt x="86022" y="126551"/>
                    <a:pt x="86578" y="126829"/>
                  </a:cubicBezTo>
                  <a:cubicBezTo>
                    <a:pt x="87134" y="127107"/>
                    <a:pt x="87698" y="127368"/>
                    <a:pt x="88271" y="127611"/>
                  </a:cubicBezTo>
                  <a:cubicBezTo>
                    <a:pt x="88843" y="127854"/>
                    <a:pt x="89422" y="128079"/>
                    <a:pt x="90009" y="128286"/>
                  </a:cubicBezTo>
                  <a:cubicBezTo>
                    <a:pt x="90595" y="128494"/>
                    <a:pt x="91187" y="128682"/>
                    <a:pt x="91785" y="128853"/>
                  </a:cubicBezTo>
                  <a:cubicBezTo>
                    <a:pt x="92383" y="129023"/>
                    <a:pt x="92986" y="129175"/>
                    <a:pt x="93594" y="129307"/>
                  </a:cubicBezTo>
                  <a:cubicBezTo>
                    <a:pt x="94201" y="129440"/>
                    <a:pt x="94812" y="129554"/>
                    <a:pt x="95427" y="129649"/>
                  </a:cubicBezTo>
                  <a:cubicBezTo>
                    <a:pt x="96041" y="129744"/>
                    <a:pt x="96658" y="129820"/>
                    <a:pt x="97278" y="129876"/>
                  </a:cubicBezTo>
                  <a:cubicBezTo>
                    <a:pt x="97897" y="129932"/>
                    <a:pt x="98517" y="129970"/>
                    <a:pt x="99139" y="129988"/>
                  </a:cubicBezTo>
                  <a:cubicBezTo>
                    <a:pt x="99760" y="130005"/>
                    <a:pt x="100382" y="130004"/>
                    <a:pt x="101004" y="129983"/>
                  </a:cubicBezTo>
                  <a:cubicBezTo>
                    <a:pt x="101625" y="129963"/>
                    <a:pt x="102245" y="129922"/>
                    <a:pt x="102864" y="129863"/>
                  </a:cubicBezTo>
                  <a:cubicBezTo>
                    <a:pt x="103483" y="129804"/>
                    <a:pt x="104100" y="129725"/>
                    <a:pt x="104714" y="129628"/>
                  </a:cubicBezTo>
                  <a:cubicBezTo>
                    <a:pt x="105328" y="129530"/>
                    <a:pt x="105939" y="129413"/>
                    <a:pt x="106546" y="129278"/>
                  </a:cubicBezTo>
                  <a:cubicBezTo>
                    <a:pt x="107152" y="129142"/>
                    <a:pt x="107755" y="128988"/>
                    <a:pt x="108352" y="128815"/>
                  </a:cubicBezTo>
                  <a:cubicBezTo>
                    <a:pt x="108949" y="128642"/>
                    <a:pt x="109541" y="128450"/>
                    <a:pt x="110126" y="128240"/>
                  </a:cubicBezTo>
                  <a:cubicBezTo>
                    <a:pt x="110711" y="128031"/>
                    <a:pt x="111290" y="127803"/>
                    <a:pt x="111861" y="127557"/>
                  </a:cubicBezTo>
                  <a:cubicBezTo>
                    <a:pt x="112432" y="127311"/>
                    <a:pt x="112995" y="127048"/>
                    <a:pt x="113550" y="126767"/>
                  </a:cubicBezTo>
                  <a:cubicBezTo>
                    <a:pt x="114105" y="126486"/>
                    <a:pt x="114650" y="126188"/>
                    <a:pt x="115187" y="125874"/>
                  </a:cubicBezTo>
                  <a:cubicBezTo>
                    <a:pt x="115723" y="125559"/>
                    <a:pt x="116249" y="125228"/>
                    <a:pt x="116765" y="124880"/>
                  </a:cubicBezTo>
                  <a:cubicBezTo>
                    <a:pt x="117280" y="124533"/>
                    <a:pt x="117785" y="124170"/>
                    <a:pt x="118278" y="123791"/>
                  </a:cubicBezTo>
                  <a:cubicBezTo>
                    <a:pt x="118771" y="123412"/>
                    <a:pt x="119252" y="123018"/>
                    <a:pt x="119721" y="122609"/>
                  </a:cubicBezTo>
                  <a:cubicBezTo>
                    <a:pt x="120189" y="122201"/>
                    <a:pt x="120645" y="121778"/>
                    <a:pt x="121087" y="121341"/>
                  </a:cubicBezTo>
                  <a:cubicBezTo>
                    <a:pt x="121530" y="120904"/>
                    <a:pt x="121958" y="120453"/>
                    <a:pt x="122372" y="119990"/>
                  </a:cubicBezTo>
                  <a:cubicBezTo>
                    <a:pt x="122787" y="119526"/>
                    <a:pt x="123186" y="119050"/>
                    <a:pt x="123571" y="118561"/>
                  </a:cubicBezTo>
                  <a:cubicBezTo>
                    <a:pt x="123956" y="118073"/>
                    <a:pt x="124325" y="117573"/>
                    <a:pt x="124679" y="117061"/>
                  </a:cubicBezTo>
                  <a:cubicBezTo>
                    <a:pt x="125032" y="116550"/>
                    <a:pt x="125370" y="116028"/>
                    <a:pt x="125691" y="115495"/>
                  </a:cubicBezTo>
                  <a:cubicBezTo>
                    <a:pt x="126012" y="114963"/>
                    <a:pt x="126317" y="114421"/>
                    <a:pt x="126604" y="113869"/>
                  </a:cubicBezTo>
                  <a:cubicBezTo>
                    <a:pt x="126891" y="113318"/>
                    <a:pt x="127162" y="112758"/>
                    <a:pt x="127414" y="112190"/>
                  </a:cubicBezTo>
                  <a:cubicBezTo>
                    <a:pt x="127667" y="111622"/>
                    <a:pt x="127902" y="111046"/>
                    <a:pt x="128119" y="110463"/>
                  </a:cubicBezTo>
                  <a:cubicBezTo>
                    <a:pt x="128335" y="109881"/>
                    <a:pt x="128534" y="109291"/>
                    <a:pt x="128714" y="108696"/>
                  </a:cubicBezTo>
                  <a:cubicBezTo>
                    <a:pt x="128895" y="108101"/>
                    <a:pt x="129056" y="107501"/>
                    <a:pt x="129199" y="106896"/>
                  </a:cubicBezTo>
                  <a:cubicBezTo>
                    <a:pt x="129342" y="106291"/>
                    <a:pt x="129466" y="105681"/>
                    <a:pt x="129571" y="105069"/>
                  </a:cubicBezTo>
                  <a:cubicBezTo>
                    <a:pt x="129676" y="104456"/>
                    <a:pt x="129762" y="103840"/>
                    <a:pt x="129829" y="103222"/>
                  </a:cubicBezTo>
                  <a:cubicBezTo>
                    <a:pt x="129896" y="102604"/>
                    <a:pt x="129943" y="101984"/>
                    <a:pt x="129972" y="101363"/>
                  </a:cubicBezTo>
                  <a:cubicBezTo>
                    <a:pt x="130000" y="100742"/>
                    <a:pt x="130009" y="100120"/>
                    <a:pt x="129998" y="99498"/>
                  </a:cubicBezTo>
                  <a:cubicBezTo>
                    <a:pt x="129988" y="98877"/>
                    <a:pt x="129958" y="98255"/>
                    <a:pt x="129909" y="97636"/>
                  </a:cubicBezTo>
                  <a:cubicBezTo>
                    <a:pt x="129860" y="97016"/>
                    <a:pt x="129792" y="96398"/>
                    <a:pt x="129704" y="95782"/>
                  </a:cubicBezTo>
                  <a:cubicBezTo>
                    <a:pt x="129617" y="95167"/>
                    <a:pt x="129511" y="94554"/>
                    <a:pt x="129385" y="93945"/>
                  </a:cubicBezTo>
                  <a:cubicBezTo>
                    <a:pt x="129260" y="93336"/>
                    <a:pt x="129115" y="92731"/>
                    <a:pt x="128952" y="92131"/>
                  </a:cubicBezTo>
                  <a:cubicBezTo>
                    <a:pt x="128789" y="91531"/>
                    <a:pt x="128607" y="90937"/>
                    <a:pt x="128407" y="90348"/>
                  </a:cubicBezTo>
                  <a:cubicBezTo>
                    <a:pt x="128207" y="89759"/>
                    <a:pt x="127989" y="89177"/>
                    <a:pt x="127753" y="88602"/>
                  </a:cubicBezTo>
                  <a:cubicBezTo>
                    <a:pt x="127517" y="88027"/>
                    <a:pt x="127263" y="87459"/>
                    <a:pt x="126991" y="86900"/>
                  </a:cubicBezTo>
                  <a:cubicBezTo>
                    <a:pt x="126720" y="86341"/>
                    <a:pt x="126431" y="85790"/>
                    <a:pt x="126125" y="85249"/>
                  </a:cubicBezTo>
                  <a:cubicBezTo>
                    <a:pt x="125819" y="84707"/>
                    <a:pt x="125497" y="84176"/>
                    <a:pt x="125158" y="83654"/>
                  </a:cubicBezTo>
                  <a:cubicBezTo>
                    <a:pt x="124820" y="83133"/>
                    <a:pt x="124465" y="82622"/>
                    <a:pt x="124094" y="82123"/>
                  </a:cubicBezTo>
                  <a:cubicBezTo>
                    <a:pt x="123724" y="81624"/>
                    <a:pt x="123338" y="81136"/>
                    <a:pt x="122937" y="80661"/>
                  </a:cubicBezTo>
                  <a:cubicBezTo>
                    <a:pt x="122536" y="80185"/>
                    <a:pt x="122121" y="79723"/>
                    <a:pt x="121691" y="79273"/>
                  </a:cubicBezTo>
                  <a:cubicBezTo>
                    <a:pt x="121262" y="78824"/>
                    <a:pt x="120818" y="78388"/>
                    <a:pt x="120362" y="77966"/>
                  </a:cubicBezTo>
                  <a:cubicBezTo>
                    <a:pt x="119905" y="77544"/>
                    <a:pt x="119435" y="77136"/>
                    <a:pt x="118953" y="76744"/>
                  </a:cubicBezTo>
                  <a:cubicBezTo>
                    <a:pt x="118472" y="76351"/>
                    <a:pt x="117977" y="75973"/>
                    <a:pt x="117472" y="75611"/>
                  </a:cubicBezTo>
                  <a:cubicBezTo>
                    <a:pt x="116967" y="75249"/>
                    <a:pt x="116450" y="74903"/>
                    <a:pt x="115923" y="74573"/>
                  </a:cubicBezTo>
                  <a:cubicBezTo>
                    <a:pt x="115396" y="74243"/>
                    <a:pt x="114859" y="73930"/>
                    <a:pt x="114313" y="73633"/>
                  </a:cubicBezTo>
                  <a:cubicBezTo>
                    <a:pt x="113766" y="73336"/>
                    <a:pt x="113211" y="73057"/>
                    <a:pt x="112647" y="72795"/>
                  </a:cubicBezTo>
                  <a:cubicBezTo>
                    <a:pt x="112083" y="72533"/>
                    <a:pt x="111511" y="72288"/>
                    <a:pt x="110932" y="72062"/>
                  </a:cubicBezTo>
                  <a:cubicBezTo>
                    <a:pt x="110353" y="71835"/>
                    <a:pt x="109768" y="71627"/>
                    <a:pt x="109176" y="71437"/>
                  </a:cubicBezTo>
                  <a:cubicBezTo>
                    <a:pt x="108584" y="71247"/>
                    <a:pt x="107986" y="71075"/>
                    <a:pt x="107383" y="70922"/>
                  </a:cubicBezTo>
                  <a:cubicBezTo>
                    <a:pt x="106781" y="70769"/>
                    <a:pt x="106174" y="70635"/>
                    <a:pt x="105563" y="70520"/>
                  </a:cubicBezTo>
                  <a:cubicBezTo>
                    <a:pt x="104952" y="70405"/>
                    <a:pt x="104337" y="70308"/>
                    <a:pt x="103720" y="70231"/>
                  </a:cubicBezTo>
                  <a:cubicBezTo>
                    <a:pt x="103103" y="70154"/>
                    <a:pt x="102484" y="70096"/>
                    <a:pt x="101864" y="70058"/>
                  </a:cubicBezTo>
                  <a:cubicBezTo>
                    <a:pt x="101243" y="70019"/>
                    <a:pt x="100622" y="70000"/>
                    <a:pt x="100000" y="7000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30" name="probe-tabler-map-pin" descr="map-pin — Tabler contributors; preserve the bundled full upstream license. Source: https://github.com/tabler/tabler-icons/blob/a4ce1404bc6d24d3c365afe7b258d6bf6f48d62d/icons/filled/map-pin.svg; SVG SHA256: c95089577b40e89e0995b73d8fe75f43fafc19c3587eb5a8c4efd63fc314a998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131" name="probe-tabler-map-pin-part-1"/>
            <p:cNvSpPr/>
            <p:nvPr/>
          </p:nvSpPr>
          <p:spPr>
            <a:xfrm>
              <a:off x="29999" y="19999"/>
              <a:ext cx="180005" cy="204851"/>
            </a:xfrm>
            <a:custGeom>
              <a:avLst/>
              <a:gdLst/>
              <a:ahLst/>
              <a:cxnLst/>
              <a:rect l="0" t="0" r="r" b="b"/>
              <a:pathLst>
                <a:path w="180005" h="204851">
                  <a:moveTo>
                    <a:pt x="153641" y="26361"/>
                  </a:moveTo>
                  <a:cubicBezTo>
                    <a:pt x="154946" y="27666"/>
                    <a:pt x="156211" y="29011"/>
                    <a:pt x="157434" y="30395"/>
                  </a:cubicBezTo>
                  <a:cubicBezTo>
                    <a:pt x="158657" y="31778"/>
                    <a:pt x="159837" y="33199"/>
                    <a:pt x="160973" y="34654"/>
                  </a:cubicBezTo>
                  <a:cubicBezTo>
                    <a:pt x="162108" y="36110"/>
                    <a:pt x="163198" y="37601"/>
                    <a:pt x="164242" y="39124"/>
                  </a:cubicBezTo>
                  <a:cubicBezTo>
                    <a:pt x="165286" y="40647"/>
                    <a:pt x="166283" y="42201"/>
                    <a:pt x="167231" y="43786"/>
                  </a:cubicBezTo>
                  <a:cubicBezTo>
                    <a:pt x="168179" y="45370"/>
                    <a:pt x="169078" y="46983"/>
                    <a:pt x="169927" y="48623"/>
                  </a:cubicBezTo>
                  <a:cubicBezTo>
                    <a:pt x="170776" y="50262"/>
                    <a:pt x="171574" y="51928"/>
                    <a:pt x="172321" y="53616"/>
                  </a:cubicBezTo>
                  <a:cubicBezTo>
                    <a:pt x="173067" y="55305"/>
                    <a:pt x="173762" y="57016"/>
                    <a:pt x="174403" y="58748"/>
                  </a:cubicBezTo>
                  <a:cubicBezTo>
                    <a:pt x="175044" y="60479"/>
                    <a:pt x="175632" y="62230"/>
                    <a:pt x="176165" y="63997"/>
                  </a:cubicBezTo>
                  <a:cubicBezTo>
                    <a:pt x="176699" y="65765"/>
                    <a:pt x="177178" y="67549"/>
                    <a:pt x="177602" y="69346"/>
                  </a:cubicBezTo>
                  <a:cubicBezTo>
                    <a:pt x="178025" y="71143"/>
                    <a:pt x="178394" y="72952"/>
                    <a:pt x="178706" y="74772"/>
                  </a:cubicBezTo>
                  <a:cubicBezTo>
                    <a:pt x="179019" y="76592"/>
                    <a:pt x="179275" y="78421"/>
                    <a:pt x="179475" y="80256"/>
                  </a:cubicBezTo>
                  <a:cubicBezTo>
                    <a:pt x="179675" y="82091"/>
                    <a:pt x="179819" y="83933"/>
                    <a:pt x="179905" y="85777"/>
                  </a:cubicBezTo>
                  <a:cubicBezTo>
                    <a:pt x="179992" y="87621"/>
                    <a:pt x="180022" y="89468"/>
                    <a:pt x="179995" y="91314"/>
                  </a:cubicBezTo>
                  <a:cubicBezTo>
                    <a:pt x="179968" y="93160"/>
                    <a:pt x="179885" y="95005"/>
                    <a:pt x="179744" y="96846"/>
                  </a:cubicBezTo>
                  <a:cubicBezTo>
                    <a:pt x="179604" y="98687"/>
                    <a:pt x="179407" y="100523"/>
                    <a:pt x="179154" y="102352"/>
                  </a:cubicBezTo>
                  <a:cubicBezTo>
                    <a:pt x="178900" y="104181"/>
                    <a:pt x="178591" y="106001"/>
                    <a:pt x="178225" y="107811"/>
                  </a:cubicBezTo>
                  <a:cubicBezTo>
                    <a:pt x="177860" y="109621"/>
                    <a:pt x="177439" y="111419"/>
                    <a:pt x="176963" y="113203"/>
                  </a:cubicBezTo>
                  <a:cubicBezTo>
                    <a:pt x="176487" y="114987"/>
                    <a:pt x="175957" y="116756"/>
                    <a:pt x="175372" y="118507"/>
                  </a:cubicBezTo>
                  <a:cubicBezTo>
                    <a:pt x="174787" y="120259"/>
                    <a:pt x="174149" y="121991"/>
                    <a:pt x="173457" y="123703"/>
                  </a:cubicBezTo>
                  <a:cubicBezTo>
                    <a:pt x="172766" y="125415"/>
                    <a:pt x="172022" y="127106"/>
                    <a:pt x="171227" y="128772"/>
                  </a:cubicBezTo>
                  <a:cubicBezTo>
                    <a:pt x="170431" y="130438"/>
                    <a:pt x="169585" y="132080"/>
                    <a:pt x="168689" y="133694"/>
                  </a:cubicBezTo>
                  <a:cubicBezTo>
                    <a:pt x="167792" y="135308"/>
                    <a:pt x="166847" y="136894"/>
                    <a:pt x="165853" y="138450"/>
                  </a:cubicBezTo>
                  <a:cubicBezTo>
                    <a:pt x="164859" y="140006"/>
                    <a:pt x="163817" y="141531"/>
                    <a:pt x="162730" y="143023"/>
                  </a:cubicBezTo>
                  <a:cubicBezTo>
                    <a:pt x="161642" y="144515"/>
                    <a:pt x="160509" y="145973"/>
                    <a:pt x="159331" y="147396"/>
                  </a:cubicBezTo>
                  <a:cubicBezTo>
                    <a:pt x="158154" y="148818"/>
                    <a:pt x="156933" y="150203"/>
                    <a:pt x="155671" y="151551"/>
                  </a:cubicBezTo>
                  <a:lnTo>
                    <a:pt x="153641" y="153651"/>
                  </a:lnTo>
                  <a:lnTo>
                    <a:pt x="111211" y="196071"/>
                  </a:lnTo>
                  <a:cubicBezTo>
                    <a:pt x="110767" y="196514"/>
                    <a:pt x="110310" y="196943"/>
                    <a:pt x="109840" y="197357"/>
                  </a:cubicBezTo>
                  <a:cubicBezTo>
                    <a:pt x="109369" y="197772"/>
                    <a:pt x="108886" y="198171"/>
                    <a:pt x="108391" y="198555"/>
                  </a:cubicBezTo>
                  <a:cubicBezTo>
                    <a:pt x="107896" y="198940"/>
                    <a:pt x="107389" y="199308"/>
                    <a:pt x="106870" y="199661"/>
                  </a:cubicBezTo>
                  <a:cubicBezTo>
                    <a:pt x="106352" y="200013"/>
                    <a:pt x="105822" y="200349"/>
                    <a:pt x="105283" y="200668"/>
                  </a:cubicBezTo>
                  <a:cubicBezTo>
                    <a:pt x="104744" y="200988"/>
                    <a:pt x="104194" y="201290"/>
                    <a:pt x="103636" y="201575"/>
                  </a:cubicBezTo>
                  <a:cubicBezTo>
                    <a:pt x="103077" y="201860"/>
                    <a:pt x="102510" y="202127"/>
                    <a:pt x="101935" y="202376"/>
                  </a:cubicBezTo>
                  <a:cubicBezTo>
                    <a:pt x="101360" y="202625"/>
                    <a:pt x="100777" y="202857"/>
                    <a:pt x="100188" y="203069"/>
                  </a:cubicBezTo>
                  <a:cubicBezTo>
                    <a:pt x="99598" y="203282"/>
                    <a:pt x="99002" y="203476"/>
                    <a:pt x="98400" y="203652"/>
                  </a:cubicBezTo>
                  <a:cubicBezTo>
                    <a:pt x="97798" y="203827"/>
                    <a:pt x="97191" y="203984"/>
                    <a:pt x="96580" y="204121"/>
                  </a:cubicBezTo>
                  <a:cubicBezTo>
                    <a:pt x="95968" y="204259"/>
                    <a:pt x="95352" y="204377"/>
                    <a:pt x="94733" y="204476"/>
                  </a:cubicBezTo>
                  <a:cubicBezTo>
                    <a:pt x="94114" y="204574"/>
                    <a:pt x="93492" y="204654"/>
                    <a:pt x="92868" y="204714"/>
                  </a:cubicBezTo>
                  <a:cubicBezTo>
                    <a:pt x="92244" y="204773"/>
                    <a:pt x="91619" y="204814"/>
                    <a:pt x="90992" y="204834"/>
                  </a:cubicBezTo>
                  <a:cubicBezTo>
                    <a:pt x="90366" y="204855"/>
                    <a:pt x="89739" y="204856"/>
                    <a:pt x="89112" y="204837"/>
                  </a:cubicBezTo>
                  <a:cubicBezTo>
                    <a:pt x="88485" y="204819"/>
                    <a:pt x="87860" y="204780"/>
                    <a:pt x="87236" y="204723"/>
                  </a:cubicBezTo>
                  <a:cubicBezTo>
                    <a:pt x="86611" y="204665"/>
                    <a:pt x="85989" y="204587"/>
                    <a:pt x="85370" y="204491"/>
                  </a:cubicBezTo>
                  <a:cubicBezTo>
                    <a:pt x="84751" y="204394"/>
                    <a:pt x="84134" y="204277"/>
                    <a:pt x="83522" y="204142"/>
                  </a:cubicBezTo>
                  <a:cubicBezTo>
                    <a:pt x="82910" y="204007"/>
                    <a:pt x="82303" y="203852"/>
                    <a:pt x="81700" y="203679"/>
                  </a:cubicBezTo>
                  <a:cubicBezTo>
                    <a:pt x="81098" y="203505"/>
                    <a:pt x="80501" y="203313"/>
                    <a:pt x="79911" y="203102"/>
                  </a:cubicBezTo>
                  <a:cubicBezTo>
                    <a:pt x="79321" y="202891"/>
                    <a:pt x="78737" y="202662"/>
                    <a:pt x="78161" y="202414"/>
                  </a:cubicBezTo>
                  <a:cubicBezTo>
                    <a:pt x="77585" y="202167"/>
                    <a:pt x="77017" y="201901"/>
                    <a:pt x="76458" y="201618"/>
                  </a:cubicBezTo>
                  <a:cubicBezTo>
                    <a:pt x="75899" y="201335"/>
                    <a:pt x="75348" y="201035"/>
                    <a:pt x="74808" y="200717"/>
                  </a:cubicBezTo>
                  <a:cubicBezTo>
                    <a:pt x="74267" y="200400"/>
                    <a:pt x="73737" y="200065"/>
                    <a:pt x="73218" y="199714"/>
                  </a:cubicBezTo>
                  <a:cubicBezTo>
                    <a:pt x="72698" y="199364"/>
                    <a:pt x="72190" y="198997"/>
                    <a:pt x="71693" y="198614"/>
                  </a:cubicBezTo>
                  <a:cubicBezTo>
                    <a:pt x="71197" y="198232"/>
                    <a:pt x="70712" y="197833"/>
                    <a:pt x="70241" y="197421"/>
                  </a:cubicBezTo>
                  <a:lnTo>
                    <a:pt x="68801" y="196071"/>
                  </a:lnTo>
                  <a:lnTo>
                    <a:pt x="26361" y="153641"/>
                  </a:lnTo>
                  <a:cubicBezTo>
                    <a:pt x="25028" y="152308"/>
                    <a:pt x="23737" y="150933"/>
                    <a:pt x="22490" y="149519"/>
                  </a:cubicBezTo>
                  <a:cubicBezTo>
                    <a:pt x="21243" y="148105"/>
                    <a:pt x="20042" y="146652"/>
                    <a:pt x="18886" y="145163"/>
                  </a:cubicBezTo>
                  <a:cubicBezTo>
                    <a:pt x="17731" y="143673"/>
                    <a:pt x="16622" y="142148"/>
                    <a:pt x="15563" y="140588"/>
                  </a:cubicBezTo>
                  <a:cubicBezTo>
                    <a:pt x="14503" y="139029"/>
                    <a:pt x="13493" y="137437"/>
                    <a:pt x="12533" y="135815"/>
                  </a:cubicBezTo>
                  <a:cubicBezTo>
                    <a:pt x="11574" y="134192"/>
                    <a:pt x="10665" y="132540"/>
                    <a:pt x="9809" y="130860"/>
                  </a:cubicBezTo>
                  <a:cubicBezTo>
                    <a:pt x="8954" y="129180"/>
                    <a:pt x="8151" y="127474"/>
                    <a:pt x="7402" y="125744"/>
                  </a:cubicBezTo>
                  <a:cubicBezTo>
                    <a:pt x="6653" y="124014"/>
                    <a:pt x="5959" y="122261"/>
                    <a:pt x="5321" y="120487"/>
                  </a:cubicBezTo>
                  <a:cubicBezTo>
                    <a:pt x="4682" y="118713"/>
                    <a:pt x="4100" y="116920"/>
                    <a:pt x="3574" y="115110"/>
                  </a:cubicBezTo>
                  <a:cubicBezTo>
                    <a:pt x="3048" y="113300"/>
                    <a:pt x="2579" y="111473"/>
                    <a:pt x="2168" y="109634"/>
                  </a:cubicBezTo>
                  <a:cubicBezTo>
                    <a:pt x="1756" y="107794"/>
                    <a:pt x="1403" y="105942"/>
                    <a:pt x="1108" y="104080"/>
                  </a:cubicBezTo>
                  <a:cubicBezTo>
                    <a:pt x="813" y="102218"/>
                    <a:pt x="577" y="100347"/>
                    <a:pt x="399" y="98470"/>
                  </a:cubicBezTo>
                  <a:cubicBezTo>
                    <a:pt x="222" y="96594"/>
                    <a:pt x="104" y="94712"/>
                    <a:pt x="44" y="92828"/>
                  </a:cubicBezTo>
                  <a:cubicBezTo>
                    <a:pt x="-15" y="90943"/>
                    <a:pt x="-15" y="89058"/>
                    <a:pt x="44" y="87174"/>
                  </a:cubicBezTo>
                  <a:cubicBezTo>
                    <a:pt x="104" y="85289"/>
                    <a:pt x="222" y="83408"/>
                    <a:pt x="399" y="81531"/>
                  </a:cubicBezTo>
                  <a:cubicBezTo>
                    <a:pt x="577" y="79654"/>
                    <a:pt x="813" y="77783"/>
                    <a:pt x="1108" y="75921"/>
                  </a:cubicBezTo>
                  <a:cubicBezTo>
                    <a:pt x="1403" y="74059"/>
                    <a:pt x="1756" y="72207"/>
                    <a:pt x="2168" y="70368"/>
                  </a:cubicBezTo>
                  <a:cubicBezTo>
                    <a:pt x="2579" y="68528"/>
                    <a:pt x="3048" y="66701"/>
                    <a:pt x="3574" y="64891"/>
                  </a:cubicBezTo>
                  <a:cubicBezTo>
                    <a:pt x="4100" y="63081"/>
                    <a:pt x="4682" y="61288"/>
                    <a:pt x="5321" y="59514"/>
                  </a:cubicBezTo>
                  <a:cubicBezTo>
                    <a:pt x="5959" y="57740"/>
                    <a:pt x="6653" y="55987"/>
                    <a:pt x="7402" y="54257"/>
                  </a:cubicBezTo>
                  <a:cubicBezTo>
                    <a:pt x="8151" y="52527"/>
                    <a:pt x="8954" y="50821"/>
                    <a:pt x="9809" y="49141"/>
                  </a:cubicBezTo>
                  <a:cubicBezTo>
                    <a:pt x="10665" y="47461"/>
                    <a:pt x="11574" y="45809"/>
                    <a:pt x="12533" y="44187"/>
                  </a:cubicBezTo>
                  <a:cubicBezTo>
                    <a:pt x="13493" y="42564"/>
                    <a:pt x="14503" y="40972"/>
                    <a:pt x="15563" y="39413"/>
                  </a:cubicBezTo>
                  <a:cubicBezTo>
                    <a:pt x="16622" y="37854"/>
                    <a:pt x="17731" y="36328"/>
                    <a:pt x="18886" y="34839"/>
                  </a:cubicBezTo>
                  <a:cubicBezTo>
                    <a:pt x="20042" y="33349"/>
                    <a:pt x="21243" y="31896"/>
                    <a:pt x="22490" y="30482"/>
                  </a:cubicBezTo>
                  <a:cubicBezTo>
                    <a:pt x="23737" y="29068"/>
                    <a:pt x="25028" y="27694"/>
                    <a:pt x="26361" y="26361"/>
                  </a:cubicBezTo>
                  <a:cubicBezTo>
                    <a:pt x="27694" y="25028"/>
                    <a:pt x="29068" y="23737"/>
                    <a:pt x="30482" y="22490"/>
                  </a:cubicBezTo>
                  <a:cubicBezTo>
                    <a:pt x="31896" y="21243"/>
                    <a:pt x="33349" y="20042"/>
                    <a:pt x="34839" y="18886"/>
                  </a:cubicBezTo>
                  <a:cubicBezTo>
                    <a:pt x="36328" y="17731"/>
                    <a:pt x="37854" y="16622"/>
                    <a:pt x="39413" y="15563"/>
                  </a:cubicBezTo>
                  <a:cubicBezTo>
                    <a:pt x="40972" y="14503"/>
                    <a:pt x="42564" y="13493"/>
                    <a:pt x="44187" y="12533"/>
                  </a:cubicBezTo>
                  <a:cubicBezTo>
                    <a:pt x="45809" y="11574"/>
                    <a:pt x="47461" y="10665"/>
                    <a:pt x="49141" y="9809"/>
                  </a:cubicBezTo>
                  <a:cubicBezTo>
                    <a:pt x="50821" y="8954"/>
                    <a:pt x="52527" y="8151"/>
                    <a:pt x="54257" y="7402"/>
                  </a:cubicBezTo>
                  <a:cubicBezTo>
                    <a:pt x="55987" y="6653"/>
                    <a:pt x="57740" y="5959"/>
                    <a:pt x="59514" y="5321"/>
                  </a:cubicBezTo>
                  <a:cubicBezTo>
                    <a:pt x="61288" y="4682"/>
                    <a:pt x="63081" y="4100"/>
                    <a:pt x="64891" y="3574"/>
                  </a:cubicBezTo>
                  <a:cubicBezTo>
                    <a:pt x="66701" y="3048"/>
                    <a:pt x="68528" y="2579"/>
                    <a:pt x="70368" y="2168"/>
                  </a:cubicBezTo>
                  <a:cubicBezTo>
                    <a:pt x="72207" y="1756"/>
                    <a:pt x="74059" y="1403"/>
                    <a:pt x="75921" y="1108"/>
                  </a:cubicBezTo>
                  <a:cubicBezTo>
                    <a:pt x="77783" y="813"/>
                    <a:pt x="79654" y="577"/>
                    <a:pt x="81531" y="399"/>
                  </a:cubicBezTo>
                  <a:cubicBezTo>
                    <a:pt x="83408" y="222"/>
                    <a:pt x="85289" y="104"/>
                    <a:pt x="87174" y="44"/>
                  </a:cubicBezTo>
                  <a:cubicBezTo>
                    <a:pt x="89058" y="-15"/>
                    <a:pt x="90943" y="-15"/>
                    <a:pt x="92828" y="44"/>
                  </a:cubicBezTo>
                  <a:cubicBezTo>
                    <a:pt x="94712" y="104"/>
                    <a:pt x="96594" y="222"/>
                    <a:pt x="98470" y="399"/>
                  </a:cubicBezTo>
                  <a:cubicBezTo>
                    <a:pt x="100347" y="577"/>
                    <a:pt x="102218" y="813"/>
                    <a:pt x="104080" y="1108"/>
                  </a:cubicBezTo>
                  <a:cubicBezTo>
                    <a:pt x="105942" y="1403"/>
                    <a:pt x="107794" y="1756"/>
                    <a:pt x="109634" y="2168"/>
                  </a:cubicBezTo>
                  <a:cubicBezTo>
                    <a:pt x="111473" y="2579"/>
                    <a:pt x="113300" y="3048"/>
                    <a:pt x="115110" y="3574"/>
                  </a:cubicBezTo>
                  <a:cubicBezTo>
                    <a:pt x="116920" y="4100"/>
                    <a:pt x="118713" y="4682"/>
                    <a:pt x="120487" y="5321"/>
                  </a:cubicBezTo>
                  <a:cubicBezTo>
                    <a:pt x="122261" y="5959"/>
                    <a:pt x="124014" y="6653"/>
                    <a:pt x="125744" y="7402"/>
                  </a:cubicBezTo>
                  <a:cubicBezTo>
                    <a:pt x="127474" y="8151"/>
                    <a:pt x="129180" y="8954"/>
                    <a:pt x="130860" y="9809"/>
                  </a:cubicBezTo>
                  <a:cubicBezTo>
                    <a:pt x="132540" y="10665"/>
                    <a:pt x="134192" y="11574"/>
                    <a:pt x="135815" y="12533"/>
                  </a:cubicBezTo>
                  <a:cubicBezTo>
                    <a:pt x="137437" y="13493"/>
                    <a:pt x="139029" y="14503"/>
                    <a:pt x="140588" y="15563"/>
                  </a:cubicBezTo>
                  <a:cubicBezTo>
                    <a:pt x="142148" y="16622"/>
                    <a:pt x="143673" y="17731"/>
                    <a:pt x="145163" y="18886"/>
                  </a:cubicBezTo>
                  <a:cubicBezTo>
                    <a:pt x="146652" y="20042"/>
                    <a:pt x="148105" y="21243"/>
                    <a:pt x="149519" y="22490"/>
                  </a:cubicBezTo>
                  <a:cubicBezTo>
                    <a:pt x="150933" y="23737"/>
                    <a:pt x="152308" y="25028"/>
                    <a:pt x="153641" y="26361"/>
                  </a:cubicBezTo>
                  <a:close/>
                  <a:moveTo>
                    <a:pt x="90001" y="60001"/>
                  </a:moveTo>
                  <a:cubicBezTo>
                    <a:pt x="89372" y="60001"/>
                    <a:pt x="88744" y="60020"/>
                    <a:pt x="88117" y="60060"/>
                  </a:cubicBezTo>
                  <a:cubicBezTo>
                    <a:pt x="87490" y="60099"/>
                    <a:pt x="86864" y="60158"/>
                    <a:pt x="86241" y="60237"/>
                  </a:cubicBezTo>
                  <a:cubicBezTo>
                    <a:pt x="85617" y="60316"/>
                    <a:pt x="84996" y="60414"/>
                    <a:pt x="84379" y="60532"/>
                  </a:cubicBezTo>
                  <a:cubicBezTo>
                    <a:pt x="83762" y="60650"/>
                    <a:pt x="83148" y="60787"/>
                    <a:pt x="82540" y="60943"/>
                  </a:cubicBezTo>
                  <a:cubicBezTo>
                    <a:pt x="81931" y="61099"/>
                    <a:pt x="81328" y="61275"/>
                    <a:pt x="80730" y="61469"/>
                  </a:cubicBezTo>
                  <a:cubicBezTo>
                    <a:pt x="80132" y="61663"/>
                    <a:pt x="79541" y="61876"/>
                    <a:pt x="78957" y="62107"/>
                  </a:cubicBezTo>
                  <a:cubicBezTo>
                    <a:pt x="78373" y="62339"/>
                    <a:pt x="77796" y="62588"/>
                    <a:pt x="77227" y="62856"/>
                  </a:cubicBezTo>
                  <a:cubicBezTo>
                    <a:pt x="76659" y="63123"/>
                    <a:pt x="76099" y="63409"/>
                    <a:pt x="75548" y="63711"/>
                  </a:cubicBezTo>
                  <a:cubicBezTo>
                    <a:pt x="74997" y="64014"/>
                    <a:pt x="74456" y="64334"/>
                    <a:pt x="73926" y="64671"/>
                  </a:cubicBezTo>
                  <a:cubicBezTo>
                    <a:pt x="73395" y="65007"/>
                    <a:pt x="72875" y="65361"/>
                    <a:pt x="72367" y="65730"/>
                  </a:cubicBezTo>
                  <a:cubicBezTo>
                    <a:pt x="71859" y="66099"/>
                    <a:pt x="71362" y="66485"/>
                    <a:pt x="70878" y="66885"/>
                  </a:cubicBezTo>
                  <a:cubicBezTo>
                    <a:pt x="70394" y="67286"/>
                    <a:pt x="69922" y="67701"/>
                    <a:pt x="69464" y="68131"/>
                  </a:cubicBezTo>
                  <a:cubicBezTo>
                    <a:pt x="69006" y="68562"/>
                    <a:pt x="68562" y="69006"/>
                    <a:pt x="68131" y="69464"/>
                  </a:cubicBezTo>
                  <a:cubicBezTo>
                    <a:pt x="67701" y="69922"/>
                    <a:pt x="67286" y="70394"/>
                    <a:pt x="66885" y="70878"/>
                  </a:cubicBezTo>
                  <a:cubicBezTo>
                    <a:pt x="66485" y="71362"/>
                    <a:pt x="66099" y="71859"/>
                    <a:pt x="65730" y="72367"/>
                  </a:cubicBezTo>
                  <a:cubicBezTo>
                    <a:pt x="65361" y="72875"/>
                    <a:pt x="65007" y="73395"/>
                    <a:pt x="64671" y="73926"/>
                  </a:cubicBezTo>
                  <a:cubicBezTo>
                    <a:pt x="64334" y="74456"/>
                    <a:pt x="64014" y="74997"/>
                    <a:pt x="63711" y="75548"/>
                  </a:cubicBezTo>
                  <a:cubicBezTo>
                    <a:pt x="63409" y="76099"/>
                    <a:pt x="63123" y="76659"/>
                    <a:pt x="62856" y="77227"/>
                  </a:cubicBezTo>
                  <a:cubicBezTo>
                    <a:pt x="62588" y="77796"/>
                    <a:pt x="62339" y="78373"/>
                    <a:pt x="62107" y="78957"/>
                  </a:cubicBezTo>
                  <a:cubicBezTo>
                    <a:pt x="61876" y="79541"/>
                    <a:pt x="61663" y="80132"/>
                    <a:pt x="61469" y="80730"/>
                  </a:cubicBezTo>
                  <a:cubicBezTo>
                    <a:pt x="61275" y="81328"/>
                    <a:pt x="61099" y="81931"/>
                    <a:pt x="60943" y="82540"/>
                  </a:cubicBezTo>
                  <a:cubicBezTo>
                    <a:pt x="60787" y="83148"/>
                    <a:pt x="60650" y="83762"/>
                    <a:pt x="60532" y="84379"/>
                  </a:cubicBezTo>
                  <a:cubicBezTo>
                    <a:pt x="60414" y="84996"/>
                    <a:pt x="60316" y="85617"/>
                    <a:pt x="60237" y="86241"/>
                  </a:cubicBezTo>
                  <a:cubicBezTo>
                    <a:pt x="60158" y="86864"/>
                    <a:pt x="60099" y="87490"/>
                    <a:pt x="60060" y="88117"/>
                  </a:cubicBezTo>
                  <a:cubicBezTo>
                    <a:pt x="60020" y="88744"/>
                    <a:pt x="60001" y="89372"/>
                    <a:pt x="60001" y="90001"/>
                  </a:cubicBezTo>
                  <a:cubicBezTo>
                    <a:pt x="60001" y="90629"/>
                    <a:pt x="60020" y="91257"/>
                    <a:pt x="60060" y="91884"/>
                  </a:cubicBezTo>
                  <a:cubicBezTo>
                    <a:pt x="60099" y="92511"/>
                    <a:pt x="60158" y="93137"/>
                    <a:pt x="60237" y="93761"/>
                  </a:cubicBezTo>
                  <a:cubicBezTo>
                    <a:pt x="60316" y="94384"/>
                    <a:pt x="60414" y="95005"/>
                    <a:pt x="60532" y="95622"/>
                  </a:cubicBezTo>
                  <a:cubicBezTo>
                    <a:pt x="60650" y="96239"/>
                    <a:pt x="60787" y="96853"/>
                    <a:pt x="60943" y="97461"/>
                  </a:cubicBezTo>
                  <a:cubicBezTo>
                    <a:pt x="61099" y="98070"/>
                    <a:pt x="61275" y="98673"/>
                    <a:pt x="61469" y="99271"/>
                  </a:cubicBezTo>
                  <a:cubicBezTo>
                    <a:pt x="61663" y="99869"/>
                    <a:pt x="61876" y="100460"/>
                    <a:pt x="62107" y="101044"/>
                  </a:cubicBezTo>
                  <a:cubicBezTo>
                    <a:pt x="62339" y="101629"/>
                    <a:pt x="62588" y="102205"/>
                    <a:pt x="62856" y="102774"/>
                  </a:cubicBezTo>
                  <a:cubicBezTo>
                    <a:pt x="63123" y="103342"/>
                    <a:pt x="63409" y="103903"/>
                    <a:pt x="63711" y="104453"/>
                  </a:cubicBezTo>
                  <a:cubicBezTo>
                    <a:pt x="64014" y="105004"/>
                    <a:pt x="64334" y="105545"/>
                    <a:pt x="64671" y="106075"/>
                  </a:cubicBezTo>
                  <a:cubicBezTo>
                    <a:pt x="65007" y="106606"/>
                    <a:pt x="65361" y="107126"/>
                    <a:pt x="65730" y="107634"/>
                  </a:cubicBezTo>
                  <a:cubicBezTo>
                    <a:pt x="66099" y="108142"/>
                    <a:pt x="66485" y="108639"/>
                    <a:pt x="66885" y="109123"/>
                  </a:cubicBezTo>
                  <a:cubicBezTo>
                    <a:pt x="67286" y="109607"/>
                    <a:pt x="67701" y="110079"/>
                    <a:pt x="68131" y="110537"/>
                  </a:cubicBezTo>
                  <a:cubicBezTo>
                    <a:pt x="68562" y="110995"/>
                    <a:pt x="69006" y="111439"/>
                    <a:pt x="69464" y="111870"/>
                  </a:cubicBezTo>
                  <a:cubicBezTo>
                    <a:pt x="69922" y="112300"/>
                    <a:pt x="70394" y="112715"/>
                    <a:pt x="70878" y="113116"/>
                  </a:cubicBezTo>
                  <a:cubicBezTo>
                    <a:pt x="71362" y="113516"/>
                    <a:pt x="71859" y="113902"/>
                    <a:pt x="72367" y="114271"/>
                  </a:cubicBezTo>
                  <a:cubicBezTo>
                    <a:pt x="72875" y="114640"/>
                    <a:pt x="73395" y="114994"/>
                    <a:pt x="73926" y="115330"/>
                  </a:cubicBezTo>
                  <a:cubicBezTo>
                    <a:pt x="74456" y="115667"/>
                    <a:pt x="74997" y="115987"/>
                    <a:pt x="75548" y="116290"/>
                  </a:cubicBezTo>
                  <a:cubicBezTo>
                    <a:pt x="76099" y="116592"/>
                    <a:pt x="76659" y="116878"/>
                    <a:pt x="77227" y="117145"/>
                  </a:cubicBezTo>
                  <a:cubicBezTo>
                    <a:pt x="77796" y="117413"/>
                    <a:pt x="78373" y="117663"/>
                    <a:pt x="78957" y="117894"/>
                  </a:cubicBezTo>
                  <a:cubicBezTo>
                    <a:pt x="79541" y="118125"/>
                    <a:pt x="80132" y="118338"/>
                    <a:pt x="80730" y="118532"/>
                  </a:cubicBezTo>
                  <a:cubicBezTo>
                    <a:pt x="81328" y="118726"/>
                    <a:pt x="81931" y="118902"/>
                    <a:pt x="82540" y="119058"/>
                  </a:cubicBezTo>
                  <a:cubicBezTo>
                    <a:pt x="83148" y="119214"/>
                    <a:pt x="83762" y="119351"/>
                    <a:pt x="84379" y="119469"/>
                  </a:cubicBezTo>
                  <a:cubicBezTo>
                    <a:pt x="84996" y="119587"/>
                    <a:pt x="85617" y="119685"/>
                    <a:pt x="86241" y="119764"/>
                  </a:cubicBezTo>
                  <a:cubicBezTo>
                    <a:pt x="86864" y="119843"/>
                    <a:pt x="87490" y="119902"/>
                    <a:pt x="88117" y="119941"/>
                  </a:cubicBezTo>
                  <a:cubicBezTo>
                    <a:pt x="88744" y="119981"/>
                    <a:pt x="89372" y="120001"/>
                    <a:pt x="90001" y="120001"/>
                  </a:cubicBezTo>
                  <a:cubicBezTo>
                    <a:pt x="90629" y="120001"/>
                    <a:pt x="91257" y="119981"/>
                    <a:pt x="91884" y="119941"/>
                  </a:cubicBezTo>
                  <a:cubicBezTo>
                    <a:pt x="92511" y="119902"/>
                    <a:pt x="93137" y="119843"/>
                    <a:pt x="93761" y="119764"/>
                  </a:cubicBezTo>
                  <a:cubicBezTo>
                    <a:pt x="94384" y="119685"/>
                    <a:pt x="95005" y="119587"/>
                    <a:pt x="95622" y="119469"/>
                  </a:cubicBezTo>
                  <a:cubicBezTo>
                    <a:pt x="96239" y="119351"/>
                    <a:pt x="96853" y="119214"/>
                    <a:pt x="97461" y="119058"/>
                  </a:cubicBezTo>
                  <a:cubicBezTo>
                    <a:pt x="98070" y="118902"/>
                    <a:pt x="98673" y="118726"/>
                    <a:pt x="99271" y="118532"/>
                  </a:cubicBezTo>
                  <a:cubicBezTo>
                    <a:pt x="99869" y="118338"/>
                    <a:pt x="100460" y="118125"/>
                    <a:pt x="101044" y="117894"/>
                  </a:cubicBezTo>
                  <a:cubicBezTo>
                    <a:pt x="101629" y="117663"/>
                    <a:pt x="102205" y="117413"/>
                    <a:pt x="102774" y="117145"/>
                  </a:cubicBezTo>
                  <a:cubicBezTo>
                    <a:pt x="103342" y="116878"/>
                    <a:pt x="103903" y="116592"/>
                    <a:pt x="104453" y="116290"/>
                  </a:cubicBezTo>
                  <a:cubicBezTo>
                    <a:pt x="105004" y="115987"/>
                    <a:pt x="105545" y="115667"/>
                    <a:pt x="106075" y="115330"/>
                  </a:cubicBezTo>
                  <a:cubicBezTo>
                    <a:pt x="106606" y="114994"/>
                    <a:pt x="107126" y="114640"/>
                    <a:pt x="107634" y="114271"/>
                  </a:cubicBezTo>
                  <a:cubicBezTo>
                    <a:pt x="108142" y="113902"/>
                    <a:pt x="108639" y="113516"/>
                    <a:pt x="109123" y="113116"/>
                  </a:cubicBezTo>
                  <a:cubicBezTo>
                    <a:pt x="109607" y="112715"/>
                    <a:pt x="110079" y="112300"/>
                    <a:pt x="110537" y="111870"/>
                  </a:cubicBezTo>
                  <a:cubicBezTo>
                    <a:pt x="110995" y="111439"/>
                    <a:pt x="111439" y="110995"/>
                    <a:pt x="111870" y="110537"/>
                  </a:cubicBezTo>
                  <a:cubicBezTo>
                    <a:pt x="112300" y="110079"/>
                    <a:pt x="112715" y="109607"/>
                    <a:pt x="113116" y="109123"/>
                  </a:cubicBezTo>
                  <a:cubicBezTo>
                    <a:pt x="113516" y="108639"/>
                    <a:pt x="113902" y="108142"/>
                    <a:pt x="114271" y="107634"/>
                  </a:cubicBezTo>
                  <a:cubicBezTo>
                    <a:pt x="114640" y="107126"/>
                    <a:pt x="114994" y="106606"/>
                    <a:pt x="115330" y="106075"/>
                  </a:cubicBezTo>
                  <a:cubicBezTo>
                    <a:pt x="115667" y="105545"/>
                    <a:pt x="115987" y="105004"/>
                    <a:pt x="116290" y="104453"/>
                  </a:cubicBezTo>
                  <a:cubicBezTo>
                    <a:pt x="116592" y="103903"/>
                    <a:pt x="116878" y="103342"/>
                    <a:pt x="117145" y="102774"/>
                  </a:cubicBezTo>
                  <a:cubicBezTo>
                    <a:pt x="117413" y="102205"/>
                    <a:pt x="117663" y="101629"/>
                    <a:pt x="117894" y="101044"/>
                  </a:cubicBezTo>
                  <a:cubicBezTo>
                    <a:pt x="118125" y="100460"/>
                    <a:pt x="118338" y="99869"/>
                    <a:pt x="118532" y="99271"/>
                  </a:cubicBezTo>
                  <a:cubicBezTo>
                    <a:pt x="118726" y="98673"/>
                    <a:pt x="118902" y="98070"/>
                    <a:pt x="119058" y="97461"/>
                  </a:cubicBezTo>
                  <a:cubicBezTo>
                    <a:pt x="119214" y="96853"/>
                    <a:pt x="119351" y="96239"/>
                    <a:pt x="119469" y="95622"/>
                  </a:cubicBezTo>
                  <a:cubicBezTo>
                    <a:pt x="119587" y="95005"/>
                    <a:pt x="119685" y="94384"/>
                    <a:pt x="119764" y="93761"/>
                  </a:cubicBezTo>
                  <a:cubicBezTo>
                    <a:pt x="119843" y="93137"/>
                    <a:pt x="119902" y="92511"/>
                    <a:pt x="119941" y="91884"/>
                  </a:cubicBezTo>
                  <a:cubicBezTo>
                    <a:pt x="119981" y="91257"/>
                    <a:pt x="120001" y="90629"/>
                    <a:pt x="120001" y="90001"/>
                  </a:cubicBezTo>
                  <a:cubicBezTo>
                    <a:pt x="120001" y="89372"/>
                    <a:pt x="119981" y="88744"/>
                    <a:pt x="119941" y="88117"/>
                  </a:cubicBezTo>
                  <a:cubicBezTo>
                    <a:pt x="119902" y="87490"/>
                    <a:pt x="119843" y="86864"/>
                    <a:pt x="119764" y="86241"/>
                  </a:cubicBezTo>
                  <a:cubicBezTo>
                    <a:pt x="119685" y="85617"/>
                    <a:pt x="119587" y="84996"/>
                    <a:pt x="119469" y="84379"/>
                  </a:cubicBezTo>
                  <a:cubicBezTo>
                    <a:pt x="119351" y="83762"/>
                    <a:pt x="119214" y="83148"/>
                    <a:pt x="119058" y="82540"/>
                  </a:cubicBezTo>
                  <a:cubicBezTo>
                    <a:pt x="118902" y="81931"/>
                    <a:pt x="118726" y="81328"/>
                    <a:pt x="118532" y="80730"/>
                  </a:cubicBezTo>
                  <a:cubicBezTo>
                    <a:pt x="118338" y="80132"/>
                    <a:pt x="118125" y="79541"/>
                    <a:pt x="117894" y="78957"/>
                  </a:cubicBezTo>
                  <a:cubicBezTo>
                    <a:pt x="117663" y="78373"/>
                    <a:pt x="117413" y="77796"/>
                    <a:pt x="117145" y="77227"/>
                  </a:cubicBezTo>
                  <a:cubicBezTo>
                    <a:pt x="116878" y="76659"/>
                    <a:pt x="116592" y="76099"/>
                    <a:pt x="116290" y="75548"/>
                  </a:cubicBezTo>
                  <a:cubicBezTo>
                    <a:pt x="115987" y="74997"/>
                    <a:pt x="115667" y="74456"/>
                    <a:pt x="115330" y="73926"/>
                  </a:cubicBezTo>
                  <a:cubicBezTo>
                    <a:pt x="114994" y="73395"/>
                    <a:pt x="114640" y="72875"/>
                    <a:pt x="114271" y="72367"/>
                  </a:cubicBezTo>
                  <a:cubicBezTo>
                    <a:pt x="113902" y="71859"/>
                    <a:pt x="113516" y="71362"/>
                    <a:pt x="113116" y="70878"/>
                  </a:cubicBezTo>
                  <a:cubicBezTo>
                    <a:pt x="112715" y="70394"/>
                    <a:pt x="112300" y="69922"/>
                    <a:pt x="111870" y="69464"/>
                  </a:cubicBezTo>
                  <a:cubicBezTo>
                    <a:pt x="111439" y="69006"/>
                    <a:pt x="110995" y="68562"/>
                    <a:pt x="110537" y="68131"/>
                  </a:cubicBezTo>
                  <a:cubicBezTo>
                    <a:pt x="110079" y="67701"/>
                    <a:pt x="109607" y="67286"/>
                    <a:pt x="109123" y="66885"/>
                  </a:cubicBezTo>
                  <a:cubicBezTo>
                    <a:pt x="108639" y="66485"/>
                    <a:pt x="108142" y="66099"/>
                    <a:pt x="107634" y="65730"/>
                  </a:cubicBezTo>
                  <a:cubicBezTo>
                    <a:pt x="107126" y="65361"/>
                    <a:pt x="106606" y="65007"/>
                    <a:pt x="106075" y="64671"/>
                  </a:cubicBezTo>
                  <a:cubicBezTo>
                    <a:pt x="105545" y="64334"/>
                    <a:pt x="105004" y="64014"/>
                    <a:pt x="104453" y="63711"/>
                  </a:cubicBezTo>
                  <a:cubicBezTo>
                    <a:pt x="103903" y="63409"/>
                    <a:pt x="103342" y="63123"/>
                    <a:pt x="102774" y="62856"/>
                  </a:cubicBezTo>
                  <a:cubicBezTo>
                    <a:pt x="102205" y="62588"/>
                    <a:pt x="101629" y="62339"/>
                    <a:pt x="101044" y="62107"/>
                  </a:cubicBezTo>
                  <a:cubicBezTo>
                    <a:pt x="100460" y="61876"/>
                    <a:pt x="99869" y="61663"/>
                    <a:pt x="99271" y="61469"/>
                  </a:cubicBezTo>
                  <a:cubicBezTo>
                    <a:pt x="98673" y="61275"/>
                    <a:pt x="98070" y="61099"/>
                    <a:pt x="97461" y="60943"/>
                  </a:cubicBezTo>
                  <a:cubicBezTo>
                    <a:pt x="96853" y="60787"/>
                    <a:pt x="96239" y="60650"/>
                    <a:pt x="95622" y="60532"/>
                  </a:cubicBezTo>
                  <a:cubicBezTo>
                    <a:pt x="95005" y="60414"/>
                    <a:pt x="94384" y="60316"/>
                    <a:pt x="93761" y="60237"/>
                  </a:cubicBezTo>
                  <a:cubicBezTo>
                    <a:pt x="93137" y="60158"/>
                    <a:pt x="92511" y="60099"/>
                    <a:pt x="91884" y="60060"/>
                  </a:cubicBezTo>
                  <a:cubicBezTo>
                    <a:pt x="91257" y="60020"/>
                    <a:pt x="90629" y="60001"/>
                    <a:pt x="90001" y="60001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32" name="probe-tabler-mountain" descr="mountain — Tabler contributors; preserve the bundled full upstream license. Source: https://github.com/tabler/tabler-icons/blob/a4ce1404bc6d24d3c365afe7b258d6bf6f48d62d/icons/filled/mountain.svg; SVG SHA256: 6869787a2a7f0db16fad0d05a80b3c3bbc5a16265d02a07d616af03c03e018d5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133" name="probe-tabler-mountain-part-1"/>
            <p:cNvSpPr/>
            <p:nvPr/>
          </p:nvSpPr>
          <p:spPr>
            <a:xfrm>
              <a:off x="19998" y="30720"/>
              <a:ext cx="200004" cy="179280"/>
            </a:xfrm>
            <a:custGeom>
              <a:avLst/>
              <a:gdLst/>
              <a:ahLst/>
              <a:cxnLst/>
              <a:rect l="0" t="0" r="r" b="b"/>
              <a:pathLst>
                <a:path w="200004" h="179280">
                  <a:moveTo>
                    <a:pt x="41802" y="78780"/>
                  </a:moveTo>
                  <a:lnTo>
                    <a:pt x="67202" y="110530"/>
                  </a:lnTo>
                  <a:lnTo>
                    <a:pt x="68042" y="111460"/>
                  </a:lnTo>
                  <a:cubicBezTo>
                    <a:pt x="68191" y="111604"/>
                    <a:pt x="68344" y="111744"/>
                    <a:pt x="68502" y="111879"/>
                  </a:cubicBezTo>
                  <a:cubicBezTo>
                    <a:pt x="68659" y="112014"/>
                    <a:pt x="68821" y="112144"/>
                    <a:pt x="68986" y="112269"/>
                  </a:cubicBezTo>
                  <a:cubicBezTo>
                    <a:pt x="69152" y="112394"/>
                    <a:pt x="69321" y="112513"/>
                    <a:pt x="69495" y="112627"/>
                  </a:cubicBezTo>
                  <a:cubicBezTo>
                    <a:pt x="69668" y="112742"/>
                    <a:pt x="69844" y="112851"/>
                    <a:pt x="70024" y="112954"/>
                  </a:cubicBezTo>
                  <a:cubicBezTo>
                    <a:pt x="70204" y="113057"/>
                    <a:pt x="70387" y="113155"/>
                    <a:pt x="70572" y="113247"/>
                  </a:cubicBezTo>
                  <a:cubicBezTo>
                    <a:pt x="70758" y="113339"/>
                    <a:pt x="70947" y="113425"/>
                    <a:pt x="71138" y="113505"/>
                  </a:cubicBezTo>
                  <a:cubicBezTo>
                    <a:pt x="71329" y="113585"/>
                    <a:pt x="71523" y="113660"/>
                    <a:pt x="71719" y="113728"/>
                  </a:cubicBezTo>
                  <a:cubicBezTo>
                    <a:pt x="71915" y="113796"/>
                    <a:pt x="72113" y="113858"/>
                    <a:pt x="72312" y="113914"/>
                  </a:cubicBezTo>
                  <a:cubicBezTo>
                    <a:pt x="72512" y="113970"/>
                    <a:pt x="72713" y="114019"/>
                    <a:pt x="72916" y="114063"/>
                  </a:cubicBezTo>
                  <a:cubicBezTo>
                    <a:pt x="73119" y="114106"/>
                    <a:pt x="73323" y="114143"/>
                    <a:pt x="73528" y="114174"/>
                  </a:cubicBezTo>
                  <a:cubicBezTo>
                    <a:pt x="73733" y="114204"/>
                    <a:pt x="73939" y="114229"/>
                    <a:pt x="74146" y="114247"/>
                  </a:cubicBezTo>
                  <a:cubicBezTo>
                    <a:pt x="74352" y="114264"/>
                    <a:pt x="74559" y="114276"/>
                    <a:pt x="74767" y="114281"/>
                  </a:cubicBezTo>
                  <a:cubicBezTo>
                    <a:pt x="74974" y="114286"/>
                    <a:pt x="75181" y="114284"/>
                    <a:pt x="75389" y="114276"/>
                  </a:cubicBezTo>
                  <a:cubicBezTo>
                    <a:pt x="75596" y="114268"/>
                    <a:pt x="75803" y="114254"/>
                    <a:pt x="76009" y="114233"/>
                  </a:cubicBezTo>
                  <a:cubicBezTo>
                    <a:pt x="76215" y="114212"/>
                    <a:pt x="76421" y="114185"/>
                    <a:pt x="76626" y="114152"/>
                  </a:cubicBezTo>
                  <a:cubicBezTo>
                    <a:pt x="76830" y="114118"/>
                    <a:pt x="77034" y="114078"/>
                    <a:pt x="77236" y="114032"/>
                  </a:cubicBezTo>
                  <a:cubicBezTo>
                    <a:pt x="77438" y="113986"/>
                    <a:pt x="77639" y="113933"/>
                    <a:pt x="77838" y="113875"/>
                  </a:cubicBezTo>
                  <a:cubicBezTo>
                    <a:pt x="78036" y="113816"/>
                    <a:pt x="78233" y="113751"/>
                    <a:pt x="78428" y="113680"/>
                  </a:cubicBezTo>
                  <a:cubicBezTo>
                    <a:pt x="78623" y="113609"/>
                    <a:pt x="78816" y="113532"/>
                    <a:pt x="79006" y="113449"/>
                  </a:cubicBezTo>
                  <a:cubicBezTo>
                    <a:pt x="79196" y="113366"/>
                    <a:pt x="79383" y="113277"/>
                    <a:pt x="79568" y="113183"/>
                  </a:cubicBezTo>
                  <a:cubicBezTo>
                    <a:pt x="79752" y="113088"/>
                    <a:pt x="79934" y="112988"/>
                    <a:pt x="80112" y="112882"/>
                  </a:cubicBezTo>
                  <a:cubicBezTo>
                    <a:pt x="80290" y="112776"/>
                    <a:pt x="80465" y="112665"/>
                    <a:pt x="80637" y="112548"/>
                  </a:cubicBezTo>
                  <a:cubicBezTo>
                    <a:pt x="80808" y="112431"/>
                    <a:pt x="80976" y="112309"/>
                    <a:pt x="81140" y="112182"/>
                  </a:cubicBezTo>
                  <a:cubicBezTo>
                    <a:pt x="81303" y="112055"/>
                    <a:pt x="81463" y="111923"/>
                    <a:pt x="81619" y="111786"/>
                  </a:cubicBezTo>
                  <a:cubicBezTo>
                    <a:pt x="81774" y="111648"/>
                    <a:pt x="81925" y="111507"/>
                    <a:pt x="82072" y="111360"/>
                  </a:cubicBezTo>
                  <a:lnTo>
                    <a:pt x="98442" y="94980"/>
                  </a:lnTo>
                  <a:lnTo>
                    <a:pt x="111682" y="114830"/>
                  </a:lnTo>
                  <a:cubicBezTo>
                    <a:pt x="111796" y="115000"/>
                    <a:pt x="111914" y="115167"/>
                    <a:pt x="112038" y="115330"/>
                  </a:cubicBezTo>
                  <a:cubicBezTo>
                    <a:pt x="112162" y="115493"/>
                    <a:pt x="112291" y="115652"/>
                    <a:pt x="112424" y="115807"/>
                  </a:cubicBezTo>
                  <a:cubicBezTo>
                    <a:pt x="112558" y="115963"/>
                    <a:pt x="112696" y="116114"/>
                    <a:pt x="112839" y="116260"/>
                  </a:cubicBezTo>
                  <a:cubicBezTo>
                    <a:pt x="112982" y="116407"/>
                    <a:pt x="113129" y="116549"/>
                    <a:pt x="113281" y="116687"/>
                  </a:cubicBezTo>
                  <a:cubicBezTo>
                    <a:pt x="113432" y="116824"/>
                    <a:pt x="113588" y="116957"/>
                    <a:pt x="113748" y="117085"/>
                  </a:cubicBezTo>
                  <a:cubicBezTo>
                    <a:pt x="113907" y="117213"/>
                    <a:pt x="114071" y="117336"/>
                    <a:pt x="114238" y="117454"/>
                  </a:cubicBezTo>
                  <a:cubicBezTo>
                    <a:pt x="114405" y="117572"/>
                    <a:pt x="114576" y="117685"/>
                    <a:pt x="114750" y="117793"/>
                  </a:cubicBezTo>
                  <a:cubicBezTo>
                    <a:pt x="114925" y="117900"/>
                    <a:pt x="115102" y="118002"/>
                    <a:pt x="115282" y="118099"/>
                  </a:cubicBezTo>
                  <a:cubicBezTo>
                    <a:pt x="115463" y="118196"/>
                    <a:pt x="115646" y="118287"/>
                    <a:pt x="115832" y="118372"/>
                  </a:cubicBezTo>
                  <a:cubicBezTo>
                    <a:pt x="116018" y="118457"/>
                    <a:pt x="116207" y="118537"/>
                    <a:pt x="116398" y="118611"/>
                  </a:cubicBezTo>
                  <a:cubicBezTo>
                    <a:pt x="116589" y="118685"/>
                    <a:pt x="116782" y="118753"/>
                    <a:pt x="116977" y="118814"/>
                  </a:cubicBezTo>
                  <a:cubicBezTo>
                    <a:pt x="117172" y="118876"/>
                    <a:pt x="117369" y="118932"/>
                    <a:pt x="117568" y="118982"/>
                  </a:cubicBezTo>
                  <a:cubicBezTo>
                    <a:pt x="117766" y="119032"/>
                    <a:pt x="117966" y="119076"/>
                    <a:pt x="118167" y="119113"/>
                  </a:cubicBezTo>
                  <a:cubicBezTo>
                    <a:pt x="118369" y="119151"/>
                    <a:pt x="118571" y="119182"/>
                    <a:pt x="118774" y="119207"/>
                  </a:cubicBezTo>
                  <a:cubicBezTo>
                    <a:pt x="118977" y="119233"/>
                    <a:pt x="119181" y="119252"/>
                    <a:pt x="119385" y="119264"/>
                  </a:cubicBezTo>
                  <a:cubicBezTo>
                    <a:pt x="119590" y="119277"/>
                    <a:pt x="119794" y="119283"/>
                    <a:pt x="119999" y="119283"/>
                  </a:cubicBezTo>
                  <a:cubicBezTo>
                    <a:pt x="120204" y="119283"/>
                    <a:pt x="120408" y="119277"/>
                    <a:pt x="120613" y="119265"/>
                  </a:cubicBezTo>
                  <a:cubicBezTo>
                    <a:pt x="120817" y="119252"/>
                    <a:pt x="121021" y="119233"/>
                    <a:pt x="121224" y="119208"/>
                  </a:cubicBezTo>
                  <a:cubicBezTo>
                    <a:pt x="121427" y="119183"/>
                    <a:pt x="121630" y="119152"/>
                    <a:pt x="121831" y="119115"/>
                  </a:cubicBezTo>
                  <a:cubicBezTo>
                    <a:pt x="122032" y="119077"/>
                    <a:pt x="122232" y="119034"/>
                    <a:pt x="122431" y="118984"/>
                  </a:cubicBezTo>
                  <a:cubicBezTo>
                    <a:pt x="122629" y="118934"/>
                    <a:pt x="122826" y="118879"/>
                    <a:pt x="123021" y="118817"/>
                  </a:cubicBezTo>
                  <a:cubicBezTo>
                    <a:pt x="123217" y="118755"/>
                    <a:pt x="123410" y="118687"/>
                    <a:pt x="123601" y="118614"/>
                  </a:cubicBezTo>
                  <a:cubicBezTo>
                    <a:pt x="123792" y="118540"/>
                    <a:pt x="123980" y="118460"/>
                    <a:pt x="124166" y="118375"/>
                  </a:cubicBezTo>
                  <a:cubicBezTo>
                    <a:pt x="124353" y="118290"/>
                    <a:pt x="124536" y="118199"/>
                    <a:pt x="124717" y="118103"/>
                  </a:cubicBezTo>
                  <a:cubicBezTo>
                    <a:pt x="124897" y="118006"/>
                    <a:pt x="125075" y="117904"/>
                    <a:pt x="125249" y="117797"/>
                  </a:cubicBezTo>
                  <a:cubicBezTo>
                    <a:pt x="125423" y="117689"/>
                    <a:pt x="125594" y="117577"/>
                    <a:pt x="125761" y="117459"/>
                  </a:cubicBezTo>
                  <a:cubicBezTo>
                    <a:pt x="125929" y="117341"/>
                    <a:pt x="126092" y="117218"/>
                    <a:pt x="126252" y="117090"/>
                  </a:cubicBezTo>
                  <a:lnTo>
                    <a:pt x="162572" y="88030"/>
                  </a:lnTo>
                  <a:lnTo>
                    <a:pt x="199042" y="165000"/>
                  </a:lnTo>
                  <a:cubicBezTo>
                    <a:pt x="199129" y="165184"/>
                    <a:pt x="199211" y="165370"/>
                    <a:pt x="199286" y="165559"/>
                  </a:cubicBezTo>
                  <a:cubicBezTo>
                    <a:pt x="199362" y="165748"/>
                    <a:pt x="199432" y="165939"/>
                    <a:pt x="199496" y="166132"/>
                  </a:cubicBezTo>
                  <a:cubicBezTo>
                    <a:pt x="199560" y="166325"/>
                    <a:pt x="199618" y="166520"/>
                    <a:pt x="199670" y="166716"/>
                  </a:cubicBezTo>
                  <a:cubicBezTo>
                    <a:pt x="199722" y="166913"/>
                    <a:pt x="199769" y="167111"/>
                    <a:pt x="199809" y="167311"/>
                  </a:cubicBezTo>
                  <a:cubicBezTo>
                    <a:pt x="199849" y="167510"/>
                    <a:pt x="199883" y="167710"/>
                    <a:pt x="199910" y="167912"/>
                  </a:cubicBezTo>
                  <a:cubicBezTo>
                    <a:pt x="199938" y="168113"/>
                    <a:pt x="199960" y="168316"/>
                    <a:pt x="199975" y="168518"/>
                  </a:cubicBezTo>
                  <a:cubicBezTo>
                    <a:pt x="199991" y="168721"/>
                    <a:pt x="200000" y="168924"/>
                    <a:pt x="200003" y="169128"/>
                  </a:cubicBezTo>
                  <a:cubicBezTo>
                    <a:pt x="200006" y="169331"/>
                    <a:pt x="200003" y="169535"/>
                    <a:pt x="199994" y="169738"/>
                  </a:cubicBezTo>
                  <a:cubicBezTo>
                    <a:pt x="199985" y="169941"/>
                    <a:pt x="199969" y="170144"/>
                    <a:pt x="199947" y="170346"/>
                  </a:cubicBezTo>
                  <a:cubicBezTo>
                    <a:pt x="199926" y="170548"/>
                    <a:pt x="199898" y="170750"/>
                    <a:pt x="199864" y="170950"/>
                  </a:cubicBezTo>
                  <a:cubicBezTo>
                    <a:pt x="199830" y="171151"/>
                    <a:pt x="199790" y="171350"/>
                    <a:pt x="199744" y="171548"/>
                  </a:cubicBezTo>
                  <a:cubicBezTo>
                    <a:pt x="199698" y="171746"/>
                    <a:pt x="199645" y="171943"/>
                    <a:pt x="199587" y="172138"/>
                  </a:cubicBezTo>
                  <a:cubicBezTo>
                    <a:pt x="199529" y="172333"/>
                    <a:pt x="199465" y="172526"/>
                    <a:pt x="199395" y="172717"/>
                  </a:cubicBezTo>
                  <a:cubicBezTo>
                    <a:pt x="199325" y="172908"/>
                    <a:pt x="199250" y="173097"/>
                    <a:pt x="199168" y="173283"/>
                  </a:cubicBezTo>
                  <a:cubicBezTo>
                    <a:pt x="199087" y="173469"/>
                    <a:pt x="199000" y="173653"/>
                    <a:pt x="198907" y="173834"/>
                  </a:cubicBezTo>
                  <a:cubicBezTo>
                    <a:pt x="198815" y="174015"/>
                    <a:pt x="198716" y="174194"/>
                    <a:pt x="198613" y="174369"/>
                  </a:cubicBezTo>
                  <a:cubicBezTo>
                    <a:pt x="198509" y="174544"/>
                    <a:pt x="198401" y="174716"/>
                    <a:pt x="198287" y="174884"/>
                  </a:cubicBezTo>
                  <a:cubicBezTo>
                    <a:pt x="198173" y="175052"/>
                    <a:pt x="198054" y="175217"/>
                    <a:pt x="197930" y="175379"/>
                  </a:cubicBezTo>
                  <a:cubicBezTo>
                    <a:pt x="197805" y="175540"/>
                    <a:pt x="197677" y="175697"/>
                    <a:pt x="197543" y="175850"/>
                  </a:cubicBezTo>
                  <a:cubicBezTo>
                    <a:pt x="197409" y="176004"/>
                    <a:pt x="197271" y="176153"/>
                    <a:pt x="197128" y="176298"/>
                  </a:cubicBezTo>
                  <a:cubicBezTo>
                    <a:pt x="196986" y="176443"/>
                    <a:pt x="196838" y="176583"/>
                    <a:pt x="196687" y="176719"/>
                  </a:cubicBezTo>
                  <a:cubicBezTo>
                    <a:pt x="196536" y="176855"/>
                    <a:pt x="196380" y="176986"/>
                    <a:pt x="196221" y="177113"/>
                  </a:cubicBezTo>
                  <a:cubicBezTo>
                    <a:pt x="196062" y="177239"/>
                    <a:pt x="195899" y="177361"/>
                    <a:pt x="195732" y="177477"/>
                  </a:cubicBezTo>
                  <a:cubicBezTo>
                    <a:pt x="195565" y="177594"/>
                    <a:pt x="195395" y="177705"/>
                    <a:pt x="195222" y="177811"/>
                  </a:cubicBezTo>
                  <a:cubicBezTo>
                    <a:pt x="195048" y="177917"/>
                    <a:pt x="194871" y="178018"/>
                    <a:pt x="194692" y="178113"/>
                  </a:cubicBezTo>
                  <a:cubicBezTo>
                    <a:pt x="194512" y="178209"/>
                    <a:pt x="194330" y="178299"/>
                    <a:pt x="194144" y="178383"/>
                  </a:cubicBezTo>
                  <a:cubicBezTo>
                    <a:pt x="193959" y="178467"/>
                    <a:pt x="193772" y="178546"/>
                    <a:pt x="193582" y="178618"/>
                  </a:cubicBezTo>
                  <a:cubicBezTo>
                    <a:pt x="193392" y="178691"/>
                    <a:pt x="193200" y="178758"/>
                    <a:pt x="193006" y="178819"/>
                  </a:cubicBezTo>
                  <a:cubicBezTo>
                    <a:pt x="192812" y="178880"/>
                    <a:pt x="192616" y="178935"/>
                    <a:pt x="192418" y="178984"/>
                  </a:cubicBezTo>
                  <a:cubicBezTo>
                    <a:pt x="192221" y="179033"/>
                    <a:pt x="192022" y="179076"/>
                    <a:pt x="191822" y="179113"/>
                  </a:cubicBezTo>
                  <a:cubicBezTo>
                    <a:pt x="191622" y="179150"/>
                    <a:pt x="191421" y="179181"/>
                    <a:pt x="191219" y="179206"/>
                  </a:cubicBezTo>
                  <a:cubicBezTo>
                    <a:pt x="191018" y="179231"/>
                    <a:pt x="190815" y="179249"/>
                    <a:pt x="190612" y="179262"/>
                  </a:cubicBezTo>
                  <a:cubicBezTo>
                    <a:pt x="190409" y="179274"/>
                    <a:pt x="190206" y="179280"/>
                    <a:pt x="190002" y="179280"/>
                  </a:cubicBezTo>
                  <a:lnTo>
                    <a:pt x="10002" y="179280"/>
                  </a:lnTo>
                  <a:cubicBezTo>
                    <a:pt x="9799" y="179280"/>
                    <a:pt x="9596" y="179274"/>
                    <a:pt x="9392" y="179262"/>
                  </a:cubicBezTo>
                  <a:cubicBezTo>
                    <a:pt x="9189" y="179249"/>
                    <a:pt x="8987" y="179231"/>
                    <a:pt x="8785" y="179206"/>
                  </a:cubicBezTo>
                  <a:cubicBezTo>
                    <a:pt x="8583" y="179181"/>
                    <a:pt x="8382" y="179150"/>
                    <a:pt x="8182" y="179113"/>
                  </a:cubicBezTo>
                  <a:cubicBezTo>
                    <a:pt x="7982" y="179076"/>
                    <a:pt x="7783" y="179033"/>
                    <a:pt x="7586" y="178984"/>
                  </a:cubicBezTo>
                  <a:cubicBezTo>
                    <a:pt x="7389" y="178935"/>
                    <a:pt x="7193" y="178880"/>
                    <a:pt x="6999" y="178819"/>
                  </a:cubicBezTo>
                  <a:cubicBezTo>
                    <a:pt x="6805" y="178758"/>
                    <a:pt x="6613" y="178691"/>
                    <a:pt x="6423" y="178618"/>
                  </a:cubicBezTo>
                  <a:cubicBezTo>
                    <a:pt x="6233" y="178546"/>
                    <a:pt x="6045" y="178467"/>
                    <a:pt x="5860" y="178383"/>
                  </a:cubicBezTo>
                  <a:cubicBezTo>
                    <a:pt x="5675" y="178299"/>
                    <a:pt x="5492" y="178209"/>
                    <a:pt x="5313" y="178113"/>
                  </a:cubicBezTo>
                  <a:cubicBezTo>
                    <a:pt x="5133" y="178018"/>
                    <a:pt x="4956" y="177917"/>
                    <a:pt x="4783" y="177811"/>
                  </a:cubicBezTo>
                  <a:cubicBezTo>
                    <a:pt x="4609" y="177705"/>
                    <a:pt x="4439" y="177594"/>
                    <a:pt x="4272" y="177477"/>
                  </a:cubicBezTo>
                  <a:cubicBezTo>
                    <a:pt x="4106" y="177361"/>
                    <a:pt x="3943" y="177239"/>
                    <a:pt x="3783" y="177113"/>
                  </a:cubicBezTo>
                  <a:cubicBezTo>
                    <a:pt x="3624" y="176986"/>
                    <a:pt x="3469" y="176855"/>
                    <a:pt x="3317" y="176719"/>
                  </a:cubicBezTo>
                  <a:cubicBezTo>
                    <a:pt x="3166" y="176583"/>
                    <a:pt x="3019" y="176443"/>
                    <a:pt x="2876" y="176298"/>
                  </a:cubicBezTo>
                  <a:cubicBezTo>
                    <a:pt x="2733" y="176153"/>
                    <a:pt x="2595" y="176004"/>
                    <a:pt x="2461" y="175850"/>
                  </a:cubicBezTo>
                  <a:cubicBezTo>
                    <a:pt x="2328" y="175697"/>
                    <a:pt x="2199" y="175540"/>
                    <a:pt x="2075" y="175379"/>
                  </a:cubicBezTo>
                  <a:cubicBezTo>
                    <a:pt x="1951" y="175217"/>
                    <a:pt x="1832" y="175052"/>
                    <a:pt x="1718" y="174884"/>
                  </a:cubicBezTo>
                  <a:cubicBezTo>
                    <a:pt x="1604" y="174716"/>
                    <a:pt x="1495" y="174544"/>
                    <a:pt x="1392" y="174369"/>
                  </a:cubicBezTo>
                  <a:cubicBezTo>
                    <a:pt x="1288" y="174194"/>
                    <a:pt x="1190" y="174015"/>
                    <a:pt x="1097" y="173834"/>
                  </a:cubicBezTo>
                  <a:cubicBezTo>
                    <a:pt x="1005" y="173653"/>
                    <a:pt x="918" y="173469"/>
                    <a:pt x="836" y="173283"/>
                  </a:cubicBezTo>
                  <a:cubicBezTo>
                    <a:pt x="755" y="173097"/>
                    <a:pt x="679" y="172908"/>
                    <a:pt x="609" y="172717"/>
                  </a:cubicBezTo>
                  <a:cubicBezTo>
                    <a:pt x="539" y="172526"/>
                    <a:pt x="475" y="172333"/>
                    <a:pt x="417" y="172138"/>
                  </a:cubicBezTo>
                  <a:cubicBezTo>
                    <a:pt x="359" y="171943"/>
                    <a:pt x="307" y="171746"/>
                    <a:pt x="261" y="171548"/>
                  </a:cubicBezTo>
                  <a:cubicBezTo>
                    <a:pt x="215" y="171350"/>
                    <a:pt x="174" y="171151"/>
                    <a:pt x="140" y="170950"/>
                  </a:cubicBezTo>
                  <a:cubicBezTo>
                    <a:pt x="107" y="170750"/>
                    <a:pt x="79" y="170548"/>
                    <a:pt x="57" y="170346"/>
                  </a:cubicBezTo>
                  <a:cubicBezTo>
                    <a:pt x="35" y="170144"/>
                    <a:pt x="20" y="169941"/>
                    <a:pt x="10" y="169738"/>
                  </a:cubicBezTo>
                  <a:cubicBezTo>
                    <a:pt x="1" y="169535"/>
                    <a:pt x="-2" y="169331"/>
                    <a:pt x="1" y="169128"/>
                  </a:cubicBezTo>
                  <a:cubicBezTo>
                    <a:pt x="4" y="168924"/>
                    <a:pt x="14" y="168721"/>
                    <a:pt x="29" y="168518"/>
                  </a:cubicBezTo>
                  <a:cubicBezTo>
                    <a:pt x="45" y="168316"/>
                    <a:pt x="66" y="168113"/>
                    <a:pt x="94" y="167912"/>
                  </a:cubicBezTo>
                  <a:cubicBezTo>
                    <a:pt x="122" y="167710"/>
                    <a:pt x="156" y="167510"/>
                    <a:pt x="196" y="167311"/>
                  </a:cubicBezTo>
                  <a:cubicBezTo>
                    <a:pt x="236" y="167111"/>
                    <a:pt x="282" y="166913"/>
                    <a:pt x="334" y="166716"/>
                  </a:cubicBezTo>
                  <a:cubicBezTo>
                    <a:pt x="386" y="166520"/>
                    <a:pt x="444" y="166325"/>
                    <a:pt x="508" y="166132"/>
                  </a:cubicBezTo>
                  <a:cubicBezTo>
                    <a:pt x="572" y="165939"/>
                    <a:pt x="642" y="165748"/>
                    <a:pt x="718" y="165559"/>
                  </a:cubicBezTo>
                  <a:cubicBezTo>
                    <a:pt x="794" y="165370"/>
                    <a:pt x="875" y="165184"/>
                    <a:pt x="962" y="165000"/>
                  </a:cubicBezTo>
                  <a:close/>
                  <a:moveTo>
                    <a:pt x="100002" y="0"/>
                  </a:moveTo>
                  <a:cubicBezTo>
                    <a:pt x="100692" y="0"/>
                    <a:pt x="101382" y="21"/>
                    <a:pt x="102070" y="65"/>
                  </a:cubicBezTo>
                  <a:cubicBezTo>
                    <a:pt x="102759" y="108"/>
                    <a:pt x="103446" y="173"/>
                    <a:pt x="104130" y="259"/>
                  </a:cubicBezTo>
                  <a:cubicBezTo>
                    <a:pt x="104815" y="345"/>
                    <a:pt x="105496" y="453"/>
                    <a:pt x="106174" y="582"/>
                  </a:cubicBezTo>
                  <a:cubicBezTo>
                    <a:pt x="106852" y="711"/>
                    <a:pt x="107525" y="861"/>
                    <a:pt x="108193" y="1032"/>
                  </a:cubicBezTo>
                  <a:cubicBezTo>
                    <a:pt x="108862" y="1203"/>
                    <a:pt x="109524" y="1395"/>
                    <a:pt x="110181" y="1608"/>
                  </a:cubicBezTo>
                  <a:cubicBezTo>
                    <a:pt x="110837" y="1821"/>
                    <a:pt x="111486" y="2054"/>
                    <a:pt x="112128" y="2307"/>
                  </a:cubicBezTo>
                  <a:cubicBezTo>
                    <a:pt x="112769" y="2561"/>
                    <a:pt x="113403" y="2834"/>
                    <a:pt x="114027" y="3127"/>
                  </a:cubicBezTo>
                  <a:cubicBezTo>
                    <a:pt x="114652" y="3420"/>
                    <a:pt x="115267" y="3733"/>
                    <a:pt x="115872" y="4065"/>
                  </a:cubicBezTo>
                  <a:cubicBezTo>
                    <a:pt x="116477" y="4396"/>
                    <a:pt x="117071" y="4747"/>
                    <a:pt x="117654" y="5116"/>
                  </a:cubicBezTo>
                  <a:cubicBezTo>
                    <a:pt x="118237" y="5485"/>
                    <a:pt x="118808" y="5872"/>
                    <a:pt x="119367" y="6277"/>
                  </a:cubicBezTo>
                  <a:cubicBezTo>
                    <a:pt x="119925" y="6681"/>
                    <a:pt x="120471" y="7103"/>
                    <a:pt x="121003" y="7542"/>
                  </a:cubicBezTo>
                  <a:cubicBezTo>
                    <a:pt x="121536" y="7981"/>
                    <a:pt x="122054" y="8437"/>
                    <a:pt x="122558" y="8908"/>
                  </a:cubicBezTo>
                  <a:cubicBezTo>
                    <a:pt x="123061" y="9380"/>
                    <a:pt x="123550" y="9867"/>
                    <a:pt x="124023" y="10369"/>
                  </a:cubicBezTo>
                  <a:cubicBezTo>
                    <a:pt x="124496" y="10871"/>
                    <a:pt x="124953" y="11388"/>
                    <a:pt x="125394" y="11919"/>
                  </a:cubicBezTo>
                  <a:cubicBezTo>
                    <a:pt x="125835" y="12449"/>
                    <a:pt x="126259" y="12994"/>
                    <a:pt x="126665" y="13551"/>
                  </a:cubicBezTo>
                  <a:cubicBezTo>
                    <a:pt x="127072" y="14108"/>
                    <a:pt x="127461" y="14678"/>
                    <a:pt x="127832" y="15260"/>
                  </a:cubicBezTo>
                  <a:cubicBezTo>
                    <a:pt x="128203" y="15842"/>
                    <a:pt x="128555" y="16435"/>
                    <a:pt x="128889" y="17039"/>
                  </a:cubicBezTo>
                  <a:cubicBezTo>
                    <a:pt x="129222" y="17642"/>
                    <a:pt x="129537" y="18256"/>
                    <a:pt x="129832" y="18880"/>
                  </a:cubicBezTo>
                  <a:lnTo>
                    <a:pt x="153772" y="69450"/>
                  </a:lnTo>
                  <a:lnTo>
                    <a:pt x="122272" y="94650"/>
                  </a:lnTo>
                  <a:lnTo>
                    <a:pt x="108322" y="73730"/>
                  </a:lnTo>
                  <a:lnTo>
                    <a:pt x="107572" y="72740"/>
                  </a:lnTo>
                  <a:cubicBezTo>
                    <a:pt x="107440" y="72586"/>
                    <a:pt x="107302" y="72437"/>
                    <a:pt x="107160" y="72292"/>
                  </a:cubicBezTo>
                  <a:cubicBezTo>
                    <a:pt x="107019" y="72147"/>
                    <a:pt x="106872" y="72006"/>
                    <a:pt x="106722" y="71869"/>
                  </a:cubicBezTo>
                  <a:cubicBezTo>
                    <a:pt x="106572" y="71733"/>
                    <a:pt x="106417" y="71601"/>
                    <a:pt x="106259" y="71474"/>
                  </a:cubicBezTo>
                  <a:cubicBezTo>
                    <a:pt x="106100" y="71347"/>
                    <a:pt x="105938" y="71225"/>
                    <a:pt x="105772" y="71108"/>
                  </a:cubicBezTo>
                  <a:cubicBezTo>
                    <a:pt x="105606" y="70991"/>
                    <a:pt x="105437" y="70879"/>
                    <a:pt x="105264" y="70773"/>
                  </a:cubicBezTo>
                  <a:cubicBezTo>
                    <a:pt x="105092" y="70666"/>
                    <a:pt x="104916" y="70564"/>
                    <a:pt x="104737" y="70468"/>
                  </a:cubicBezTo>
                  <a:cubicBezTo>
                    <a:pt x="104558" y="70372"/>
                    <a:pt x="104377" y="70282"/>
                    <a:pt x="104192" y="70197"/>
                  </a:cubicBezTo>
                  <a:cubicBezTo>
                    <a:pt x="104008" y="70112"/>
                    <a:pt x="103821" y="70033"/>
                    <a:pt x="103632" y="69959"/>
                  </a:cubicBezTo>
                  <a:cubicBezTo>
                    <a:pt x="103443" y="69885"/>
                    <a:pt x="103251" y="69818"/>
                    <a:pt x="103058" y="69756"/>
                  </a:cubicBezTo>
                  <a:cubicBezTo>
                    <a:pt x="102865" y="69694"/>
                    <a:pt x="102670" y="69638"/>
                    <a:pt x="102473" y="69588"/>
                  </a:cubicBezTo>
                  <a:cubicBezTo>
                    <a:pt x="102276" y="69537"/>
                    <a:pt x="102078" y="69493"/>
                    <a:pt x="101879" y="69455"/>
                  </a:cubicBezTo>
                  <a:cubicBezTo>
                    <a:pt x="101679" y="69417"/>
                    <a:pt x="101479" y="69385"/>
                    <a:pt x="101278" y="69360"/>
                  </a:cubicBezTo>
                  <a:cubicBezTo>
                    <a:pt x="101076" y="69334"/>
                    <a:pt x="100874" y="69314"/>
                    <a:pt x="100672" y="69301"/>
                  </a:cubicBezTo>
                  <a:cubicBezTo>
                    <a:pt x="100469" y="69287"/>
                    <a:pt x="100266" y="69280"/>
                    <a:pt x="100063" y="69279"/>
                  </a:cubicBezTo>
                  <a:cubicBezTo>
                    <a:pt x="99860" y="69277"/>
                    <a:pt x="99657" y="69282"/>
                    <a:pt x="99455" y="69294"/>
                  </a:cubicBezTo>
                  <a:cubicBezTo>
                    <a:pt x="99252" y="69305"/>
                    <a:pt x="99050" y="69322"/>
                    <a:pt x="98848" y="69346"/>
                  </a:cubicBezTo>
                  <a:cubicBezTo>
                    <a:pt x="98647" y="69369"/>
                    <a:pt x="98446" y="69399"/>
                    <a:pt x="98246" y="69435"/>
                  </a:cubicBezTo>
                  <a:cubicBezTo>
                    <a:pt x="98046" y="69470"/>
                    <a:pt x="97848" y="69512"/>
                    <a:pt x="97650" y="69560"/>
                  </a:cubicBezTo>
                  <a:cubicBezTo>
                    <a:pt x="97453" y="69608"/>
                    <a:pt x="97257" y="69661"/>
                    <a:pt x="97063" y="69721"/>
                  </a:cubicBezTo>
                  <a:cubicBezTo>
                    <a:pt x="96869" y="69781"/>
                    <a:pt x="96677" y="69847"/>
                    <a:pt x="96487" y="69918"/>
                  </a:cubicBezTo>
                  <a:cubicBezTo>
                    <a:pt x="96297" y="69989"/>
                    <a:pt x="96109" y="70067"/>
                    <a:pt x="95924" y="70149"/>
                  </a:cubicBezTo>
                  <a:cubicBezTo>
                    <a:pt x="95739" y="70232"/>
                    <a:pt x="95556" y="70321"/>
                    <a:pt x="95376" y="70415"/>
                  </a:cubicBezTo>
                  <a:cubicBezTo>
                    <a:pt x="95196" y="70509"/>
                    <a:pt x="95019" y="70608"/>
                    <a:pt x="94845" y="70713"/>
                  </a:cubicBezTo>
                  <a:cubicBezTo>
                    <a:pt x="94672" y="70818"/>
                    <a:pt x="94501" y="70928"/>
                    <a:pt x="94334" y="71043"/>
                  </a:cubicBezTo>
                  <a:cubicBezTo>
                    <a:pt x="94167" y="71158"/>
                    <a:pt x="94003" y="71278"/>
                    <a:pt x="93843" y="71403"/>
                  </a:cubicBezTo>
                  <a:cubicBezTo>
                    <a:pt x="93683" y="71528"/>
                    <a:pt x="93527" y="71658"/>
                    <a:pt x="93375" y="71793"/>
                  </a:cubicBezTo>
                  <a:cubicBezTo>
                    <a:pt x="93223" y="71927"/>
                    <a:pt x="93076" y="72066"/>
                    <a:pt x="92932" y="72210"/>
                  </a:cubicBezTo>
                  <a:lnTo>
                    <a:pt x="75822" y="89300"/>
                  </a:lnTo>
                  <a:lnTo>
                    <a:pt x="62812" y="73030"/>
                  </a:lnTo>
                  <a:lnTo>
                    <a:pt x="51302" y="58680"/>
                  </a:lnTo>
                  <a:lnTo>
                    <a:pt x="70182" y="18880"/>
                  </a:lnTo>
                  <a:cubicBezTo>
                    <a:pt x="70477" y="18257"/>
                    <a:pt x="70792" y="17643"/>
                    <a:pt x="71125" y="17039"/>
                  </a:cubicBezTo>
                  <a:cubicBezTo>
                    <a:pt x="71459" y="16435"/>
                    <a:pt x="71811" y="15842"/>
                    <a:pt x="72182" y="15261"/>
                  </a:cubicBezTo>
                  <a:cubicBezTo>
                    <a:pt x="72553" y="14679"/>
                    <a:pt x="72942" y="14110"/>
                    <a:pt x="73348" y="13552"/>
                  </a:cubicBezTo>
                  <a:cubicBezTo>
                    <a:pt x="73755" y="12995"/>
                    <a:pt x="74178" y="12451"/>
                    <a:pt x="74619" y="11920"/>
                  </a:cubicBezTo>
                  <a:cubicBezTo>
                    <a:pt x="75060" y="11390"/>
                    <a:pt x="75517" y="10873"/>
                    <a:pt x="75989" y="10371"/>
                  </a:cubicBezTo>
                  <a:cubicBezTo>
                    <a:pt x="76462" y="9869"/>
                    <a:pt x="76951" y="9382"/>
                    <a:pt x="77454" y="8911"/>
                  </a:cubicBezTo>
                  <a:cubicBezTo>
                    <a:pt x="77958" y="8439"/>
                    <a:pt x="78476" y="7984"/>
                    <a:pt x="79008" y="7545"/>
                  </a:cubicBezTo>
                  <a:cubicBezTo>
                    <a:pt x="79540" y="7106"/>
                    <a:pt x="80086" y="6684"/>
                    <a:pt x="80644" y="6279"/>
                  </a:cubicBezTo>
                  <a:cubicBezTo>
                    <a:pt x="81202" y="5874"/>
                    <a:pt x="81773" y="5487"/>
                    <a:pt x="82356" y="5118"/>
                  </a:cubicBezTo>
                  <a:cubicBezTo>
                    <a:pt x="82939" y="4750"/>
                    <a:pt x="83533" y="4399"/>
                    <a:pt x="84138" y="4067"/>
                  </a:cubicBezTo>
                  <a:cubicBezTo>
                    <a:pt x="84742" y="3736"/>
                    <a:pt x="85357" y="3423"/>
                    <a:pt x="85981" y="3130"/>
                  </a:cubicBezTo>
                  <a:cubicBezTo>
                    <a:pt x="86606" y="2837"/>
                    <a:pt x="87239" y="2563"/>
                    <a:pt x="87880" y="2310"/>
                  </a:cubicBezTo>
                  <a:cubicBezTo>
                    <a:pt x="88522" y="2056"/>
                    <a:pt x="89171" y="1823"/>
                    <a:pt x="89827" y="1610"/>
                  </a:cubicBezTo>
                  <a:cubicBezTo>
                    <a:pt x="90483" y="1397"/>
                    <a:pt x="91146" y="1205"/>
                    <a:pt x="91814" y="1034"/>
                  </a:cubicBezTo>
                  <a:cubicBezTo>
                    <a:pt x="92482" y="863"/>
                    <a:pt x="93155" y="712"/>
                    <a:pt x="93832" y="583"/>
                  </a:cubicBezTo>
                  <a:cubicBezTo>
                    <a:pt x="94510" y="454"/>
                    <a:pt x="95191" y="346"/>
                    <a:pt x="95875" y="260"/>
                  </a:cubicBezTo>
                  <a:cubicBezTo>
                    <a:pt x="96560" y="173"/>
                    <a:pt x="97246" y="109"/>
                    <a:pt x="97935" y="65"/>
                  </a:cubicBezTo>
                  <a:cubicBezTo>
                    <a:pt x="98623" y="22"/>
                    <a:pt x="99313" y="0"/>
                    <a:pt x="100002" y="0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34" name="probe-temaki-benchmark_disk" descr="测量标志 — Temaki contributors; CC0-1.0; original SVG unchanged. Source: https://github.com/rapideditor/temaki/blob/6d9ac860d1d615d4449aab049f630d25d036c19e/icons/benchmark_disk.svg; SVG SHA256: e9b9898ec767717b80335827d430109efeb00ad19010ca8915f8be35a29c6111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150000" cy="150000"/>
          </a:xfrm>
        </p:grpSpPr>
        <p:sp>
          <p:nvSpPr>
            <p:cNvPr id="135" name="probe-temaki-benchmark_disk-part-1"/>
            <p:cNvSpPr/>
            <p:nvPr/>
          </p:nvSpPr>
          <p:spPr>
            <a:xfrm>
              <a:off x="0" y="0"/>
              <a:ext cx="150000" cy="150000"/>
            </a:xfrm>
            <a:custGeom>
              <a:avLst/>
              <a:gdLst/>
              <a:ahLst/>
              <a:cxnLst/>
              <a:rect l="0" t="0" r="r" b="b"/>
              <a:pathLst>
                <a:path w="150000" h="150000">
                  <a:moveTo>
                    <a:pt x="75000" y="150000"/>
                  </a:moveTo>
                  <a:cubicBezTo>
                    <a:pt x="33600" y="150000"/>
                    <a:pt x="0" y="116400"/>
                    <a:pt x="0" y="75000"/>
                  </a:cubicBezTo>
                  <a:cubicBezTo>
                    <a:pt x="0" y="33600"/>
                    <a:pt x="33600" y="0"/>
                    <a:pt x="75000" y="0"/>
                  </a:cubicBezTo>
                  <a:cubicBezTo>
                    <a:pt x="116400" y="0"/>
                    <a:pt x="150000" y="33600"/>
                    <a:pt x="150000" y="75000"/>
                  </a:cubicBezTo>
                  <a:cubicBezTo>
                    <a:pt x="150000" y="116400"/>
                    <a:pt x="116400" y="150000"/>
                    <a:pt x="75000" y="150000"/>
                  </a:cubicBezTo>
                  <a:close/>
                  <a:moveTo>
                    <a:pt x="75000" y="140000"/>
                  </a:moveTo>
                  <a:cubicBezTo>
                    <a:pt x="110900" y="140000"/>
                    <a:pt x="140000" y="110900"/>
                    <a:pt x="140000" y="75000"/>
                  </a:cubicBezTo>
                  <a:cubicBezTo>
                    <a:pt x="140000" y="39100"/>
                    <a:pt x="110900" y="10000"/>
                    <a:pt x="75000" y="10000"/>
                  </a:cubicBezTo>
                  <a:cubicBezTo>
                    <a:pt x="39100" y="10000"/>
                    <a:pt x="10000" y="39100"/>
                    <a:pt x="10000" y="75000"/>
                  </a:cubicBezTo>
                  <a:cubicBezTo>
                    <a:pt x="10000" y="110900"/>
                    <a:pt x="39100" y="140000"/>
                    <a:pt x="75000" y="140000"/>
                  </a:cubicBezTo>
                  <a:close/>
                  <a:moveTo>
                    <a:pt x="75000" y="130000"/>
                  </a:moveTo>
                  <a:cubicBezTo>
                    <a:pt x="44600" y="130000"/>
                    <a:pt x="20000" y="105400"/>
                    <a:pt x="20000" y="75000"/>
                  </a:cubicBezTo>
                  <a:cubicBezTo>
                    <a:pt x="20000" y="44600"/>
                    <a:pt x="44600" y="20000"/>
                    <a:pt x="75000" y="20000"/>
                  </a:cubicBezTo>
                  <a:cubicBezTo>
                    <a:pt x="105400" y="20000"/>
                    <a:pt x="130000" y="44600"/>
                    <a:pt x="130000" y="75000"/>
                  </a:cubicBezTo>
                  <a:cubicBezTo>
                    <a:pt x="130000" y="105400"/>
                    <a:pt x="105400" y="130000"/>
                    <a:pt x="75000" y="130000"/>
                  </a:cubicBezTo>
                  <a:close/>
                  <a:moveTo>
                    <a:pt x="51900" y="90000"/>
                  </a:moveTo>
                  <a:lnTo>
                    <a:pt x="75000" y="48200"/>
                  </a:lnTo>
                  <a:lnTo>
                    <a:pt x="98100" y="90000"/>
                  </a:lnTo>
                  <a:lnTo>
                    <a:pt x="51900" y="90000"/>
                  </a:lnTo>
                  <a:close/>
                  <a:moveTo>
                    <a:pt x="75000" y="27500"/>
                  </a:moveTo>
                  <a:lnTo>
                    <a:pt x="35000" y="100000"/>
                  </a:lnTo>
                  <a:lnTo>
                    <a:pt x="115000" y="100000"/>
                  </a:lnTo>
                  <a:lnTo>
                    <a:pt x="75000" y="27500"/>
                  </a:lnTo>
                  <a:close/>
                  <a:moveTo>
                    <a:pt x="75000" y="67500"/>
                  </a:moveTo>
                  <a:cubicBezTo>
                    <a:pt x="70900" y="67500"/>
                    <a:pt x="67500" y="70900"/>
                    <a:pt x="67500" y="75000"/>
                  </a:cubicBezTo>
                  <a:cubicBezTo>
                    <a:pt x="67500" y="79100"/>
                    <a:pt x="70900" y="82500"/>
                    <a:pt x="75000" y="82500"/>
                  </a:cubicBezTo>
                  <a:cubicBezTo>
                    <a:pt x="79100" y="82500"/>
                    <a:pt x="82500" y="79100"/>
                    <a:pt x="82500" y="75000"/>
                  </a:cubicBezTo>
                  <a:cubicBezTo>
                    <a:pt x="82500" y="70900"/>
                    <a:pt x="79100" y="67500"/>
                    <a:pt x="75000" y="675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36" name="probe-temaki-binoculars" descr="双筒望远镜 — Temaki contributors; CC0-1.0; original SVG unchanged. Source: https://github.com/rapideditor/temaki/blob/6d9ac860d1d615d4449aab049f630d25d036c19e/icons/binoculars.svg; SVG SHA256: 956dfed8f218140701c5e68ded71d521317e3b8ca31eda87f26100279018cf46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150000" cy="150000"/>
          </a:xfrm>
        </p:grpSpPr>
        <p:sp>
          <p:nvSpPr>
            <p:cNvPr id="137" name="probe-temaki-binoculars-part-1"/>
            <p:cNvSpPr/>
            <p:nvPr/>
          </p:nvSpPr>
          <p:spPr>
            <a:xfrm>
              <a:off x="13750" y="10000"/>
              <a:ext cx="122500" cy="130000"/>
            </a:xfrm>
            <a:custGeom>
              <a:avLst/>
              <a:gdLst/>
              <a:ahLst/>
              <a:cxnLst/>
              <a:rect l="0" t="0" r="r" b="b"/>
              <a:pathLst>
                <a:path w="122500" h="130000">
                  <a:moveTo>
                    <a:pt x="96250" y="15000"/>
                  </a:moveTo>
                  <a:cubicBezTo>
                    <a:pt x="106250" y="30000"/>
                    <a:pt x="106250" y="30000"/>
                    <a:pt x="111250" y="43400"/>
                  </a:cubicBezTo>
                  <a:cubicBezTo>
                    <a:pt x="116250" y="55000"/>
                    <a:pt x="116250" y="95000"/>
                    <a:pt x="116250" y="95000"/>
                  </a:cubicBezTo>
                  <a:cubicBezTo>
                    <a:pt x="116250" y="100000"/>
                    <a:pt x="76250" y="100000"/>
                    <a:pt x="76250" y="95000"/>
                  </a:cubicBezTo>
                  <a:cubicBezTo>
                    <a:pt x="76250" y="85000"/>
                    <a:pt x="76250" y="85000"/>
                    <a:pt x="76250" y="85000"/>
                  </a:cubicBezTo>
                  <a:cubicBezTo>
                    <a:pt x="76250" y="80000"/>
                    <a:pt x="71250" y="75000"/>
                    <a:pt x="71250" y="70000"/>
                  </a:cubicBezTo>
                  <a:lnTo>
                    <a:pt x="71250" y="65000"/>
                  </a:lnTo>
                  <a:lnTo>
                    <a:pt x="51250" y="65000"/>
                  </a:lnTo>
                  <a:lnTo>
                    <a:pt x="51250" y="70000"/>
                  </a:lnTo>
                  <a:cubicBezTo>
                    <a:pt x="51250" y="75000"/>
                    <a:pt x="46250" y="80000"/>
                    <a:pt x="46250" y="85000"/>
                  </a:cubicBezTo>
                  <a:lnTo>
                    <a:pt x="46250" y="95000"/>
                  </a:lnTo>
                  <a:cubicBezTo>
                    <a:pt x="46250" y="100000"/>
                    <a:pt x="6250" y="100000"/>
                    <a:pt x="6250" y="95000"/>
                  </a:cubicBezTo>
                  <a:cubicBezTo>
                    <a:pt x="6250" y="95000"/>
                    <a:pt x="6250" y="55000"/>
                    <a:pt x="11250" y="43400"/>
                  </a:cubicBezTo>
                  <a:cubicBezTo>
                    <a:pt x="16250" y="30000"/>
                    <a:pt x="16250" y="30000"/>
                    <a:pt x="26250" y="15000"/>
                  </a:cubicBezTo>
                  <a:cubicBezTo>
                    <a:pt x="26250" y="10000"/>
                    <a:pt x="46250" y="10000"/>
                    <a:pt x="46250" y="15000"/>
                  </a:cubicBezTo>
                  <a:lnTo>
                    <a:pt x="46250" y="25000"/>
                  </a:lnTo>
                  <a:lnTo>
                    <a:pt x="76250" y="25000"/>
                  </a:lnTo>
                  <a:cubicBezTo>
                    <a:pt x="76250" y="25000"/>
                    <a:pt x="76250" y="20000"/>
                    <a:pt x="76250" y="15000"/>
                  </a:cubicBezTo>
                  <a:cubicBezTo>
                    <a:pt x="76250" y="10000"/>
                    <a:pt x="96250" y="10000"/>
                    <a:pt x="96250" y="15000"/>
                  </a:cubicBezTo>
                  <a:close/>
                  <a:moveTo>
                    <a:pt x="11250" y="105000"/>
                  </a:moveTo>
                  <a:cubicBezTo>
                    <a:pt x="-3750" y="105000"/>
                    <a:pt x="-3750" y="130000"/>
                    <a:pt x="11250" y="130000"/>
                  </a:cubicBezTo>
                  <a:cubicBezTo>
                    <a:pt x="11250" y="130000"/>
                    <a:pt x="41250" y="130000"/>
                    <a:pt x="41250" y="130000"/>
                  </a:cubicBezTo>
                  <a:cubicBezTo>
                    <a:pt x="56250" y="130000"/>
                    <a:pt x="56250" y="105000"/>
                    <a:pt x="41250" y="105000"/>
                  </a:cubicBezTo>
                  <a:cubicBezTo>
                    <a:pt x="41250" y="105000"/>
                    <a:pt x="11250" y="105000"/>
                    <a:pt x="11250" y="105000"/>
                  </a:cubicBezTo>
                  <a:close/>
                  <a:moveTo>
                    <a:pt x="81250" y="105000"/>
                  </a:moveTo>
                  <a:cubicBezTo>
                    <a:pt x="66250" y="105000"/>
                    <a:pt x="66250" y="130000"/>
                    <a:pt x="81250" y="130000"/>
                  </a:cubicBezTo>
                  <a:cubicBezTo>
                    <a:pt x="81250" y="130000"/>
                    <a:pt x="111250" y="130000"/>
                    <a:pt x="111250" y="130000"/>
                  </a:cubicBezTo>
                  <a:cubicBezTo>
                    <a:pt x="126250" y="130000"/>
                    <a:pt x="126250" y="105000"/>
                    <a:pt x="111250" y="105000"/>
                  </a:cubicBezTo>
                  <a:cubicBezTo>
                    <a:pt x="111250" y="105000"/>
                    <a:pt x="81250" y="105000"/>
                    <a:pt x="81250" y="105000"/>
                  </a:cubicBezTo>
                  <a:close/>
                  <a:moveTo>
                    <a:pt x="31250" y="0"/>
                  </a:moveTo>
                  <a:cubicBezTo>
                    <a:pt x="23750" y="0"/>
                    <a:pt x="23750" y="10000"/>
                    <a:pt x="31250" y="10000"/>
                  </a:cubicBezTo>
                  <a:lnTo>
                    <a:pt x="41250" y="10000"/>
                  </a:lnTo>
                  <a:cubicBezTo>
                    <a:pt x="48750" y="10000"/>
                    <a:pt x="48750" y="0"/>
                    <a:pt x="41250" y="0"/>
                  </a:cubicBezTo>
                  <a:cubicBezTo>
                    <a:pt x="41250" y="0"/>
                    <a:pt x="31250" y="0"/>
                    <a:pt x="31250" y="0"/>
                  </a:cubicBezTo>
                  <a:close/>
                  <a:moveTo>
                    <a:pt x="81250" y="0"/>
                  </a:moveTo>
                  <a:cubicBezTo>
                    <a:pt x="73750" y="0"/>
                    <a:pt x="73750" y="10000"/>
                    <a:pt x="81250" y="10000"/>
                  </a:cubicBezTo>
                  <a:cubicBezTo>
                    <a:pt x="81250" y="10000"/>
                    <a:pt x="91250" y="10000"/>
                    <a:pt x="91250" y="10000"/>
                  </a:cubicBezTo>
                  <a:cubicBezTo>
                    <a:pt x="98750" y="10000"/>
                    <a:pt x="98750" y="0"/>
                    <a:pt x="91250" y="0"/>
                  </a:cubicBezTo>
                  <a:cubicBezTo>
                    <a:pt x="91250" y="0"/>
                    <a:pt x="81250" y="0"/>
                    <a:pt x="81250" y="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38" name="probe-temaki-campfire" descr="营火 — Temaki contributors; CC0-1.0; original SVG unchanged. Source: https://github.com/rapideditor/temaki/blob/6d9ac860d1d615d4449aab049f630d25d036c19e/icons/campfire.svg; SVG SHA256: b66ed4c3f509d78f25eb9a9fd043ede379e26d7a7bbc93248d15c46180abe9d0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150000" cy="150000"/>
          </a:xfrm>
        </p:grpSpPr>
        <p:sp>
          <p:nvSpPr>
            <p:cNvPr id="139" name="probe-temaki-campfire-part-1"/>
            <p:cNvSpPr/>
            <p:nvPr/>
          </p:nvSpPr>
          <p:spPr>
            <a:xfrm>
              <a:off x="30000" y="10000"/>
              <a:ext cx="90000" cy="130000"/>
            </a:xfrm>
            <a:custGeom>
              <a:avLst/>
              <a:gdLst/>
              <a:ahLst/>
              <a:cxnLst/>
              <a:rect l="0" t="0" r="r" b="b"/>
              <a:pathLst>
                <a:path w="90000" h="130000">
                  <a:moveTo>
                    <a:pt x="90000" y="128300"/>
                  </a:moveTo>
                  <a:lnTo>
                    <a:pt x="90000" y="108900"/>
                  </a:lnTo>
                  <a:lnTo>
                    <a:pt x="0" y="80800"/>
                  </a:lnTo>
                  <a:lnTo>
                    <a:pt x="0" y="100200"/>
                  </a:lnTo>
                  <a:lnTo>
                    <a:pt x="90000" y="128300"/>
                  </a:lnTo>
                  <a:close/>
                  <a:moveTo>
                    <a:pt x="20800" y="80800"/>
                  </a:moveTo>
                  <a:cubicBezTo>
                    <a:pt x="17700" y="77600"/>
                    <a:pt x="-2900" y="55300"/>
                    <a:pt x="17800" y="36100"/>
                  </a:cubicBezTo>
                  <a:cubicBezTo>
                    <a:pt x="35200" y="20000"/>
                    <a:pt x="37700" y="6500"/>
                    <a:pt x="31800" y="0"/>
                  </a:cubicBezTo>
                  <a:cubicBezTo>
                    <a:pt x="31800" y="0"/>
                    <a:pt x="75900" y="16900"/>
                    <a:pt x="50000" y="56200"/>
                  </a:cubicBezTo>
                  <a:cubicBezTo>
                    <a:pt x="45500" y="62800"/>
                    <a:pt x="34500" y="70700"/>
                    <a:pt x="40300" y="86900"/>
                  </a:cubicBezTo>
                  <a:lnTo>
                    <a:pt x="20800" y="80800"/>
                  </a:lnTo>
                  <a:lnTo>
                    <a:pt x="20800" y="80800"/>
                  </a:lnTo>
                  <a:close/>
                  <a:moveTo>
                    <a:pt x="47800" y="86100"/>
                  </a:moveTo>
                  <a:cubicBezTo>
                    <a:pt x="46900" y="82900"/>
                    <a:pt x="42600" y="75700"/>
                    <a:pt x="55500" y="61400"/>
                  </a:cubicBezTo>
                  <a:cubicBezTo>
                    <a:pt x="62400" y="53800"/>
                    <a:pt x="65000" y="42500"/>
                    <a:pt x="65600" y="38300"/>
                  </a:cubicBezTo>
                  <a:cubicBezTo>
                    <a:pt x="65600" y="38300"/>
                    <a:pt x="88400" y="50500"/>
                    <a:pt x="65700" y="80500"/>
                  </a:cubicBezTo>
                  <a:lnTo>
                    <a:pt x="47800" y="86100"/>
                  </a:lnTo>
                  <a:lnTo>
                    <a:pt x="47800" y="86100"/>
                  </a:lnTo>
                  <a:close/>
                  <a:moveTo>
                    <a:pt x="52600" y="90700"/>
                  </a:moveTo>
                  <a:lnTo>
                    <a:pt x="90000" y="79100"/>
                  </a:lnTo>
                  <a:lnTo>
                    <a:pt x="90000" y="98500"/>
                  </a:lnTo>
                  <a:lnTo>
                    <a:pt x="83700" y="100400"/>
                  </a:lnTo>
                  <a:lnTo>
                    <a:pt x="52600" y="90700"/>
                  </a:lnTo>
                  <a:close/>
                  <a:moveTo>
                    <a:pt x="37400" y="118400"/>
                  </a:moveTo>
                  <a:lnTo>
                    <a:pt x="0" y="130000"/>
                  </a:lnTo>
                  <a:lnTo>
                    <a:pt x="0" y="110600"/>
                  </a:lnTo>
                  <a:lnTo>
                    <a:pt x="6400" y="108700"/>
                  </a:lnTo>
                  <a:lnTo>
                    <a:pt x="37400" y="1184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40" name="probe-temaki-cliff_falling_rocks" descr="崖壁落石 — Temaki contributors; CC0-1.0; original SVG unchanged. Source: https://github.com/rapideditor/temaki/blob/6d9ac860d1d615d4449aab049f630d25d036c19e/icons/cliff_falling_rocks.svg; SVG SHA256: ac3f85f4e67274595a41614d71a0822440b517e22eec6028025adaa44ed74989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50000" cy="150000"/>
          </a:xfrm>
        </p:grpSpPr>
        <p:sp>
          <p:nvSpPr>
            <p:cNvPr id="141" name="probe-temaki-cliff_falling_rocks-part-1"/>
            <p:cNvSpPr/>
            <p:nvPr/>
          </p:nvSpPr>
          <p:spPr>
            <a:xfrm>
              <a:off x="10000" y="10000"/>
              <a:ext cx="132816" cy="130000"/>
            </a:xfrm>
            <a:custGeom>
              <a:avLst/>
              <a:gdLst/>
              <a:ahLst/>
              <a:cxnLst/>
              <a:rect l="0" t="0" r="r" b="b"/>
              <a:pathLst>
                <a:path w="132816" h="130000">
                  <a:moveTo>
                    <a:pt x="10000" y="0"/>
                  </a:moveTo>
                  <a:lnTo>
                    <a:pt x="27500" y="0"/>
                  </a:lnTo>
                  <a:cubicBezTo>
                    <a:pt x="29100" y="0"/>
                    <a:pt x="30600" y="700"/>
                    <a:pt x="31500" y="2000"/>
                  </a:cubicBezTo>
                  <a:lnTo>
                    <a:pt x="60000" y="40000"/>
                  </a:lnTo>
                  <a:lnTo>
                    <a:pt x="50000" y="90000"/>
                  </a:lnTo>
                  <a:lnTo>
                    <a:pt x="80000" y="110000"/>
                  </a:lnTo>
                  <a:lnTo>
                    <a:pt x="88200" y="126400"/>
                  </a:lnTo>
                  <a:cubicBezTo>
                    <a:pt x="88800" y="127600"/>
                    <a:pt x="88300" y="129100"/>
                    <a:pt x="87100" y="129700"/>
                  </a:cubicBezTo>
                  <a:cubicBezTo>
                    <a:pt x="86700" y="129900"/>
                    <a:pt x="86300" y="130000"/>
                    <a:pt x="86000" y="130000"/>
                  </a:cubicBezTo>
                  <a:lnTo>
                    <a:pt x="10000" y="130000"/>
                  </a:lnTo>
                  <a:cubicBezTo>
                    <a:pt x="4500" y="130000"/>
                    <a:pt x="0" y="125500"/>
                    <a:pt x="0" y="120000"/>
                  </a:cubicBezTo>
                  <a:lnTo>
                    <a:pt x="0" y="10000"/>
                  </a:lnTo>
                  <a:cubicBezTo>
                    <a:pt x="0" y="4500"/>
                    <a:pt x="4500" y="0"/>
                    <a:pt x="10000" y="0"/>
                  </a:cubicBezTo>
                  <a:close/>
                  <a:moveTo>
                    <a:pt x="84300" y="40300"/>
                  </a:moveTo>
                  <a:lnTo>
                    <a:pt x="106800" y="47800"/>
                  </a:lnTo>
                  <a:cubicBezTo>
                    <a:pt x="108300" y="48300"/>
                    <a:pt x="109500" y="49400"/>
                    <a:pt x="110000" y="50900"/>
                  </a:cubicBezTo>
                  <a:lnTo>
                    <a:pt x="117600" y="73800"/>
                  </a:lnTo>
                  <a:cubicBezTo>
                    <a:pt x="118500" y="76400"/>
                    <a:pt x="117100" y="79300"/>
                    <a:pt x="114400" y="80100"/>
                  </a:cubicBezTo>
                  <a:lnTo>
                    <a:pt x="91100" y="87900"/>
                  </a:lnTo>
                  <a:cubicBezTo>
                    <a:pt x="89900" y="88300"/>
                    <a:pt x="88500" y="88200"/>
                    <a:pt x="87300" y="87600"/>
                  </a:cubicBezTo>
                  <a:lnTo>
                    <a:pt x="72800" y="80300"/>
                  </a:lnTo>
                  <a:cubicBezTo>
                    <a:pt x="70700" y="79300"/>
                    <a:pt x="69600" y="76900"/>
                    <a:pt x="70100" y="74700"/>
                  </a:cubicBezTo>
                  <a:lnTo>
                    <a:pt x="77900" y="43800"/>
                  </a:lnTo>
                  <a:cubicBezTo>
                    <a:pt x="78500" y="41100"/>
                    <a:pt x="81300" y="39500"/>
                    <a:pt x="83900" y="40200"/>
                  </a:cubicBezTo>
                  <a:cubicBezTo>
                    <a:pt x="84100" y="40200"/>
                    <a:pt x="84200" y="40200"/>
                    <a:pt x="84300" y="40300"/>
                  </a:cubicBezTo>
                  <a:close/>
                  <a:moveTo>
                    <a:pt x="100000" y="113300"/>
                  </a:moveTo>
                  <a:lnTo>
                    <a:pt x="100000" y="101400"/>
                  </a:lnTo>
                  <a:cubicBezTo>
                    <a:pt x="100000" y="99500"/>
                    <a:pt x="101100" y="97800"/>
                    <a:pt x="102800" y="96900"/>
                  </a:cubicBezTo>
                  <a:lnTo>
                    <a:pt x="116300" y="90200"/>
                  </a:lnTo>
                  <a:cubicBezTo>
                    <a:pt x="118400" y="89100"/>
                    <a:pt x="121100" y="89700"/>
                    <a:pt x="122500" y="91600"/>
                  </a:cubicBezTo>
                  <a:lnTo>
                    <a:pt x="131800" y="104100"/>
                  </a:lnTo>
                  <a:cubicBezTo>
                    <a:pt x="133500" y="106300"/>
                    <a:pt x="133000" y="109400"/>
                    <a:pt x="130800" y="111100"/>
                  </a:cubicBezTo>
                  <a:cubicBezTo>
                    <a:pt x="130800" y="111100"/>
                    <a:pt x="130700" y="111200"/>
                    <a:pt x="130600" y="111200"/>
                  </a:cubicBezTo>
                  <a:lnTo>
                    <a:pt x="121300" y="117500"/>
                  </a:lnTo>
                  <a:cubicBezTo>
                    <a:pt x="120400" y="118000"/>
                    <a:pt x="119500" y="118300"/>
                    <a:pt x="118500" y="118300"/>
                  </a:cubicBezTo>
                  <a:lnTo>
                    <a:pt x="105000" y="118300"/>
                  </a:lnTo>
                  <a:cubicBezTo>
                    <a:pt x="102200" y="118300"/>
                    <a:pt x="100000" y="116100"/>
                    <a:pt x="100000" y="1133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42" name="probe-temaki-compass" descr="罗盘 — Temaki contributors; CC0-1.0; original SVG unchanged. Source: https://github.com/rapideditor/temaki/blob/6d9ac860d1d615d4449aab049f630d25d036c19e/icons/compass.svg; SVG SHA256: ec56ae6d0a36e87988e7d1ab695c569cfc8e63b472410bfde04b6f1d5f6bb12d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500000" cy="500000"/>
          </a:xfrm>
        </p:grpSpPr>
        <p:sp>
          <p:nvSpPr>
            <p:cNvPr id="143" name="probe-temaki-compass-part-1"/>
            <p:cNvSpPr/>
            <p:nvPr/>
          </p:nvSpPr>
          <p:spPr>
            <a:xfrm>
              <a:off x="10000" y="10000"/>
              <a:ext cx="480000" cy="480000"/>
            </a:xfrm>
            <a:custGeom>
              <a:avLst/>
              <a:gdLst/>
              <a:ahLst/>
              <a:cxnLst/>
              <a:rect l="0" t="0" r="r" b="b"/>
              <a:pathLst>
                <a:path w="480000" h="480000">
                  <a:moveTo>
                    <a:pt x="240000" y="480000"/>
                  </a:moveTo>
                  <a:cubicBezTo>
                    <a:pt x="107700" y="480000"/>
                    <a:pt x="0" y="372300"/>
                    <a:pt x="0" y="240000"/>
                  </a:cubicBezTo>
                  <a:cubicBezTo>
                    <a:pt x="0" y="107700"/>
                    <a:pt x="107700" y="0"/>
                    <a:pt x="240000" y="0"/>
                  </a:cubicBezTo>
                  <a:cubicBezTo>
                    <a:pt x="372300" y="0"/>
                    <a:pt x="480000" y="107700"/>
                    <a:pt x="480000" y="240000"/>
                  </a:cubicBezTo>
                  <a:cubicBezTo>
                    <a:pt x="480000" y="372300"/>
                    <a:pt x="372300" y="480000"/>
                    <a:pt x="240000" y="480000"/>
                  </a:cubicBezTo>
                  <a:close/>
                  <a:moveTo>
                    <a:pt x="240000" y="40000"/>
                  </a:moveTo>
                  <a:cubicBezTo>
                    <a:pt x="129700" y="40000"/>
                    <a:pt x="40000" y="129700"/>
                    <a:pt x="40000" y="240000"/>
                  </a:cubicBezTo>
                  <a:cubicBezTo>
                    <a:pt x="40000" y="350300"/>
                    <a:pt x="129700" y="440000"/>
                    <a:pt x="240000" y="440000"/>
                  </a:cubicBezTo>
                  <a:cubicBezTo>
                    <a:pt x="350300" y="440000"/>
                    <a:pt x="440000" y="350300"/>
                    <a:pt x="440000" y="240000"/>
                  </a:cubicBezTo>
                  <a:cubicBezTo>
                    <a:pt x="440000" y="129700"/>
                    <a:pt x="350300" y="40000"/>
                    <a:pt x="240000" y="40000"/>
                  </a:cubicBezTo>
                  <a:close/>
                  <a:moveTo>
                    <a:pt x="240500" y="72500"/>
                  </a:moveTo>
                  <a:cubicBezTo>
                    <a:pt x="240500" y="72500"/>
                    <a:pt x="170100" y="193200"/>
                    <a:pt x="170100" y="230000"/>
                  </a:cubicBezTo>
                  <a:lnTo>
                    <a:pt x="170100" y="250000"/>
                  </a:lnTo>
                  <a:cubicBezTo>
                    <a:pt x="170100" y="286800"/>
                    <a:pt x="240800" y="410000"/>
                    <a:pt x="240800" y="410000"/>
                  </a:cubicBezTo>
                  <a:cubicBezTo>
                    <a:pt x="240800" y="410000"/>
                    <a:pt x="310100" y="289300"/>
                    <a:pt x="310100" y="252600"/>
                  </a:cubicBezTo>
                  <a:lnTo>
                    <a:pt x="310100" y="230000"/>
                  </a:lnTo>
                  <a:cubicBezTo>
                    <a:pt x="310100" y="193200"/>
                    <a:pt x="240600" y="72600"/>
                    <a:pt x="240600" y="72600"/>
                  </a:cubicBezTo>
                  <a:close/>
                  <a:moveTo>
                    <a:pt x="240100" y="280000"/>
                  </a:moveTo>
                  <a:cubicBezTo>
                    <a:pt x="218000" y="280000"/>
                    <a:pt x="200100" y="262100"/>
                    <a:pt x="200100" y="240000"/>
                  </a:cubicBezTo>
                  <a:cubicBezTo>
                    <a:pt x="200100" y="217900"/>
                    <a:pt x="218000" y="200000"/>
                    <a:pt x="240100" y="200000"/>
                  </a:cubicBezTo>
                  <a:cubicBezTo>
                    <a:pt x="262200" y="200000"/>
                    <a:pt x="280100" y="217900"/>
                    <a:pt x="280100" y="240000"/>
                  </a:cubicBezTo>
                  <a:cubicBezTo>
                    <a:pt x="280100" y="262100"/>
                    <a:pt x="262200" y="280000"/>
                    <a:pt x="240100" y="280000"/>
                  </a:cubicBezTo>
                  <a:close/>
                </a:path>
              </a:pathLst>
            </a:custGeom>
            <a:solidFill>
              <a:srgbClr val="000000"/>
            </a:solidFill>
            <a:ln w="20574" cap="flat">
              <a:noFill/>
              <a:prstDash val="solid"/>
              <a:miter/>
            </a:ln>
          </p:spPr>
        </p:sp>
      </p:grpSp>
      <p:grpSp>
        <p:nvGrpSpPr>
          <p:cNvPr id="144" name="probe-temaki-fishing_pier" descr="水边平台 — Temaki contributors; CC0-1.0; original SVG unchanged. Source: https://github.com/rapideditor/temaki/blob/6d9ac860d1d615d4449aab049f630d25d036c19e/icons/fishing_pier.svg; SVG SHA256: 57d4e850136bf438cfce50846e5d34aa3a5f7bbac536748839a453d82914cf98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500000" cy="500000"/>
          </a:xfrm>
        </p:grpSpPr>
        <p:sp>
          <p:nvSpPr>
            <p:cNvPr id="145" name="probe-temaki-fishing_pier-part-1"/>
            <p:cNvSpPr/>
            <p:nvPr/>
          </p:nvSpPr>
          <p:spPr>
            <a:xfrm>
              <a:off x="19700" y="10063"/>
              <a:ext cx="460400" cy="480737"/>
            </a:xfrm>
            <a:custGeom>
              <a:avLst/>
              <a:gdLst/>
              <a:ahLst/>
              <a:cxnLst/>
              <a:rect l="0" t="0" r="r" b="b"/>
              <a:pathLst>
                <a:path w="460400" h="480737">
                  <a:moveTo>
                    <a:pt x="231100" y="65537"/>
                  </a:moveTo>
                  <a:cubicBezTo>
                    <a:pt x="248800" y="65537"/>
                    <a:pt x="263100" y="51237"/>
                    <a:pt x="263100" y="33637"/>
                  </a:cubicBezTo>
                  <a:cubicBezTo>
                    <a:pt x="263100" y="16137"/>
                    <a:pt x="248800" y="1737"/>
                    <a:pt x="231100" y="1737"/>
                  </a:cubicBezTo>
                  <a:cubicBezTo>
                    <a:pt x="213400" y="1737"/>
                    <a:pt x="199100" y="16137"/>
                    <a:pt x="199100" y="33637"/>
                  </a:cubicBezTo>
                  <a:cubicBezTo>
                    <a:pt x="199100" y="51337"/>
                    <a:pt x="213400" y="65537"/>
                    <a:pt x="231100" y="65537"/>
                  </a:cubicBezTo>
                  <a:close/>
                  <a:moveTo>
                    <a:pt x="432000" y="431637"/>
                  </a:moveTo>
                  <a:cubicBezTo>
                    <a:pt x="423200" y="427537"/>
                    <a:pt x="413200" y="425137"/>
                    <a:pt x="402800" y="425137"/>
                  </a:cubicBezTo>
                  <a:cubicBezTo>
                    <a:pt x="392500" y="425137"/>
                    <a:pt x="382600" y="427537"/>
                    <a:pt x="373600" y="431637"/>
                  </a:cubicBezTo>
                  <a:cubicBezTo>
                    <a:pt x="365000" y="435437"/>
                    <a:pt x="355400" y="437737"/>
                    <a:pt x="345400" y="437737"/>
                  </a:cubicBezTo>
                  <a:cubicBezTo>
                    <a:pt x="335400" y="437737"/>
                    <a:pt x="325600" y="435437"/>
                    <a:pt x="317000" y="431737"/>
                  </a:cubicBezTo>
                  <a:cubicBezTo>
                    <a:pt x="308200" y="427637"/>
                    <a:pt x="298300" y="425237"/>
                    <a:pt x="287800" y="425237"/>
                  </a:cubicBezTo>
                  <a:cubicBezTo>
                    <a:pt x="277300" y="425237"/>
                    <a:pt x="267400" y="427637"/>
                    <a:pt x="258600" y="431737"/>
                  </a:cubicBezTo>
                  <a:cubicBezTo>
                    <a:pt x="249900" y="435537"/>
                    <a:pt x="240300" y="437837"/>
                    <a:pt x="230200" y="437837"/>
                  </a:cubicBezTo>
                  <a:cubicBezTo>
                    <a:pt x="220100" y="437837"/>
                    <a:pt x="210500" y="435537"/>
                    <a:pt x="201800" y="431837"/>
                  </a:cubicBezTo>
                  <a:cubicBezTo>
                    <a:pt x="193000" y="427737"/>
                    <a:pt x="183000" y="425337"/>
                    <a:pt x="172600" y="425337"/>
                  </a:cubicBezTo>
                  <a:cubicBezTo>
                    <a:pt x="162300" y="425337"/>
                    <a:pt x="152400" y="427737"/>
                    <a:pt x="143400" y="431837"/>
                  </a:cubicBezTo>
                  <a:cubicBezTo>
                    <a:pt x="134800" y="435637"/>
                    <a:pt x="125200" y="437937"/>
                    <a:pt x="115200" y="437937"/>
                  </a:cubicBezTo>
                  <a:cubicBezTo>
                    <a:pt x="105100" y="437937"/>
                    <a:pt x="95400" y="435637"/>
                    <a:pt x="86800" y="431937"/>
                  </a:cubicBezTo>
                  <a:cubicBezTo>
                    <a:pt x="78000" y="427837"/>
                    <a:pt x="68000" y="425437"/>
                    <a:pt x="57600" y="425437"/>
                  </a:cubicBezTo>
                  <a:cubicBezTo>
                    <a:pt x="47200" y="425437"/>
                    <a:pt x="37200" y="427837"/>
                    <a:pt x="28400" y="431937"/>
                  </a:cubicBezTo>
                  <a:cubicBezTo>
                    <a:pt x="19700" y="435737"/>
                    <a:pt x="10100" y="438037"/>
                    <a:pt x="0" y="438037"/>
                  </a:cubicBezTo>
                  <a:lnTo>
                    <a:pt x="0" y="480337"/>
                  </a:lnTo>
                  <a:cubicBezTo>
                    <a:pt x="10100" y="480337"/>
                    <a:pt x="19700" y="478137"/>
                    <a:pt x="28400" y="474337"/>
                  </a:cubicBezTo>
                  <a:cubicBezTo>
                    <a:pt x="37200" y="470237"/>
                    <a:pt x="47200" y="467837"/>
                    <a:pt x="57600" y="467837"/>
                  </a:cubicBezTo>
                  <a:cubicBezTo>
                    <a:pt x="68000" y="467837"/>
                    <a:pt x="78000" y="470237"/>
                    <a:pt x="86800" y="474337"/>
                  </a:cubicBezTo>
                  <a:cubicBezTo>
                    <a:pt x="95400" y="478237"/>
                    <a:pt x="105100" y="480437"/>
                    <a:pt x="115200" y="480437"/>
                  </a:cubicBezTo>
                  <a:cubicBezTo>
                    <a:pt x="125200" y="480437"/>
                    <a:pt x="134800" y="478237"/>
                    <a:pt x="143400" y="474437"/>
                  </a:cubicBezTo>
                  <a:cubicBezTo>
                    <a:pt x="152300" y="470337"/>
                    <a:pt x="162300" y="467937"/>
                    <a:pt x="172600" y="467937"/>
                  </a:cubicBezTo>
                  <a:cubicBezTo>
                    <a:pt x="183000" y="467937"/>
                    <a:pt x="193000" y="470337"/>
                    <a:pt x="201800" y="474437"/>
                  </a:cubicBezTo>
                  <a:cubicBezTo>
                    <a:pt x="210500" y="478337"/>
                    <a:pt x="220100" y="480537"/>
                    <a:pt x="230200" y="480537"/>
                  </a:cubicBezTo>
                  <a:cubicBezTo>
                    <a:pt x="240300" y="480537"/>
                    <a:pt x="249900" y="478337"/>
                    <a:pt x="258600" y="474537"/>
                  </a:cubicBezTo>
                  <a:cubicBezTo>
                    <a:pt x="267400" y="470437"/>
                    <a:pt x="277400" y="468037"/>
                    <a:pt x="287800" y="468037"/>
                  </a:cubicBezTo>
                  <a:cubicBezTo>
                    <a:pt x="298200" y="468037"/>
                    <a:pt x="308200" y="470437"/>
                    <a:pt x="317000" y="474537"/>
                  </a:cubicBezTo>
                  <a:cubicBezTo>
                    <a:pt x="325600" y="478437"/>
                    <a:pt x="335300" y="480637"/>
                    <a:pt x="345400" y="480637"/>
                  </a:cubicBezTo>
                  <a:cubicBezTo>
                    <a:pt x="355500" y="480637"/>
                    <a:pt x="365100" y="478437"/>
                    <a:pt x="373600" y="474637"/>
                  </a:cubicBezTo>
                  <a:cubicBezTo>
                    <a:pt x="382600" y="470537"/>
                    <a:pt x="392500" y="468137"/>
                    <a:pt x="402800" y="468137"/>
                  </a:cubicBezTo>
                  <a:cubicBezTo>
                    <a:pt x="413200" y="468137"/>
                    <a:pt x="423200" y="470537"/>
                    <a:pt x="432000" y="474637"/>
                  </a:cubicBezTo>
                  <a:cubicBezTo>
                    <a:pt x="440700" y="478537"/>
                    <a:pt x="450300" y="480737"/>
                    <a:pt x="460400" y="480737"/>
                  </a:cubicBezTo>
                  <a:lnTo>
                    <a:pt x="460400" y="438437"/>
                  </a:lnTo>
                  <a:cubicBezTo>
                    <a:pt x="450300" y="438437"/>
                    <a:pt x="440700" y="436137"/>
                    <a:pt x="432000" y="432337"/>
                  </a:cubicBezTo>
                  <a:close/>
                  <a:moveTo>
                    <a:pt x="434600" y="437"/>
                  </a:moveTo>
                  <a:cubicBezTo>
                    <a:pt x="432300" y="-463"/>
                    <a:pt x="428800" y="37"/>
                    <a:pt x="427000" y="1837"/>
                  </a:cubicBezTo>
                  <a:lnTo>
                    <a:pt x="309800" y="119837"/>
                  </a:lnTo>
                  <a:cubicBezTo>
                    <a:pt x="308000" y="119037"/>
                    <a:pt x="305500" y="120037"/>
                    <a:pt x="303400" y="120037"/>
                  </a:cubicBezTo>
                  <a:lnTo>
                    <a:pt x="259100" y="120037"/>
                  </a:lnTo>
                  <a:cubicBezTo>
                    <a:pt x="251500" y="110037"/>
                    <a:pt x="211500" y="70937"/>
                    <a:pt x="211500" y="70937"/>
                  </a:cubicBezTo>
                  <a:cubicBezTo>
                    <a:pt x="209500" y="68837"/>
                    <a:pt x="206800" y="67037"/>
                    <a:pt x="204200" y="66337"/>
                  </a:cubicBezTo>
                  <a:cubicBezTo>
                    <a:pt x="195100" y="58337"/>
                    <a:pt x="181200" y="58137"/>
                    <a:pt x="172400" y="66837"/>
                  </a:cubicBezTo>
                  <a:lnTo>
                    <a:pt x="103900" y="135537"/>
                  </a:lnTo>
                  <a:cubicBezTo>
                    <a:pt x="101300" y="138137"/>
                    <a:pt x="100300" y="141637"/>
                    <a:pt x="100300" y="145537"/>
                  </a:cubicBezTo>
                  <a:lnTo>
                    <a:pt x="100300" y="190037"/>
                  </a:lnTo>
                  <a:lnTo>
                    <a:pt x="300" y="190037"/>
                  </a:lnTo>
                  <a:lnTo>
                    <a:pt x="300" y="210037"/>
                  </a:lnTo>
                  <a:lnTo>
                    <a:pt x="100300" y="210037"/>
                  </a:lnTo>
                  <a:lnTo>
                    <a:pt x="100300" y="325237"/>
                  </a:lnTo>
                  <a:cubicBezTo>
                    <a:pt x="100300" y="339537"/>
                    <a:pt x="111000" y="351037"/>
                    <a:pt x="125200" y="351037"/>
                  </a:cubicBezTo>
                  <a:cubicBezTo>
                    <a:pt x="139400" y="351037"/>
                    <a:pt x="150300" y="339537"/>
                    <a:pt x="150300" y="325237"/>
                  </a:cubicBezTo>
                  <a:lnTo>
                    <a:pt x="150300" y="210037"/>
                  </a:lnTo>
                  <a:lnTo>
                    <a:pt x="220300" y="210037"/>
                  </a:lnTo>
                  <a:lnTo>
                    <a:pt x="220300" y="360037"/>
                  </a:lnTo>
                  <a:lnTo>
                    <a:pt x="300" y="360037"/>
                  </a:lnTo>
                  <a:lnTo>
                    <a:pt x="300" y="390037"/>
                  </a:lnTo>
                  <a:lnTo>
                    <a:pt x="240300" y="390037"/>
                  </a:lnTo>
                  <a:lnTo>
                    <a:pt x="240300" y="210037"/>
                  </a:lnTo>
                  <a:lnTo>
                    <a:pt x="270300" y="210037"/>
                  </a:lnTo>
                  <a:lnTo>
                    <a:pt x="270300" y="190037"/>
                  </a:lnTo>
                  <a:lnTo>
                    <a:pt x="150300" y="190037"/>
                  </a:lnTo>
                  <a:lnTo>
                    <a:pt x="150300" y="181837"/>
                  </a:lnTo>
                  <a:lnTo>
                    <a:pt x="215100" y="117537"/>
                  </a:lnTo>
                  <a:lnTo>
                    <a:pt x="241500" y="144637"/>
                  </a:lnTo>
                  <a:cubicBezTo>
                    <a:pt x="244300" y="147637"/>
                    <a:pt x="248500" y="150037"/>
                    <a:pt x="252700" y="150037"/>
                  </a:cubicBezTo>
                  <a:lnTo>
                    <a:pt x="303400" y="150037"/>
                  </a:lnTo>
                  <a:cubicBezTo>
                    <a:pt x="312100" y="150037"/>
                    <a:pt x="320400" y="148737"/>
                    <a:pt x="320400" y="140037"/>
                  </a:cubicBezTo>
                  <a:cubicBezTo>
                    <a:pt x="320400" y="137937"/>
                    <a:pt x="321100" y="131837"/>
                    <a:pt x="320400" y="130037"/>
                  </a:cubicBezTo>
                  <a:cubicBezTo>
                    <a:pt x="348100" y="102437"/>
                    <a:pt x="420400" y="34537"/>
                    <a:pt x="430400" y="20737"/>
                  </a:cubicBezTo>
                  <a:lnTo>
                    <a:pt x="430400" y="390037"/>
                  </a:lnTo>
                  <a:lnTo>
                    <a:pt x="440400" y="390037"/>
                  </a:lnTo>
                  <a:lnTo>
                    <a:pt x="440400" y="6137"/>
                  </a:lnTo>
                  <a:cubicBezTo>
                    <a:pt x="440400" y="3637"/>
                    <a:pt x="437000" y="1437"/>
                    <a:pt x="434700" y="437"/>
                  </a:cubicBezTo>
                  <a:close/>
                </a:path>
              </a:pathLst>
            </a:custGeom>
            <a:solidFill>
              <a:srgbClr val="000000"/>
            </a:solidFill>
            <a:ln w="20574" cap="flat">
              <a:noFill/>
              <a:prstDash val="solid"/>
              <a:miter/>
            </a:ln>
          </p:spPr>
        </p:sp>
      </p:grpSp>
      <p:grpSp>
        <p:nvGrpSpPr>
          <p:cNvPr id="146" name="probe-temaki-grass" descr="草地 — Temaki contributors; CC0-1.0; original SVG unchanged. Source: https://github.com/rapideditor/temaki/blob/6d9ac860d1d615d4449aab049f630d25d036c19e/icons/grass.svg; SVG SHA256: f9958db388d6af72578484c118f1897a575a39e1263a057e5a0428158ee35656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150000" cy="150000"/>
          </a:xfrm>
        </p:grpSpPr>
        <p:sp>
          <p:nvSpPr>
            <p:cNvPr id="147" name="probe-temaki-grass-part-1"/>
            <p:cNvSpPr/>
            <p:nvPr/>
          </p:nvSpPr>
          <p:spPr>
            <a:xfrm>
              <a:off x="10000" y="20054"/>
              <a:ext cx="130200" cy="110046"/>
            </a:xfrm>
            <a:custGeom>
              <a:avLst/>
              <a:gdLst/>
              <a:ahLst/>
              <a:cxnLst/>
              <a:rect l="0" t="0" r="r" b="b"/>
              <a:pathLst>
                <a:path w="130200" h="110046">
                  <a:moveTo>
                    <a:pt x="44400" y="44746"/>
                  </a:moveTo>
                  <a:cubicBezTo>
                    <a:pt x="53600" y="14946"/>
                    <a:pt x="64400" y="-54"/>
                    <a:pt x="76600" y="46"/>
                  </a:cubicBezTo>
                  <a:cubicBezTo>
                    <a:pt x="83000" y="-354"/>
                    <a:pt x="95300" y="1846"/>
                    <a:pt x="100200" y="6246"/>
                  </a:cubicBezTo>
                  <a:cubicBezTo>
                    <a:pt x="89600" y="6646"/>
                    <a:pt x="80000" y="16946"/>
                    <a:pt x="76600" y="27546"/>
                  </a:cubicBezTo>
                  <a:cubicBezTo>
                    <a:pt x="75400" y="31446"/>
                    <a:pt x="73600" y="41846"/>
                    <a:pt x="71400" y="58746"/>
                  </a:cubicBezTo>
                  <a:cubicBezTo>
                    <a:pt x="67700" y="66146"/>
                    <a:pt x="64100" y="74646"/>
                    <a:pt x="60600" y="84246"/>
                  </a:cubicBezTo>
                  <a:cubicBezTo>
                    <a:pt x="55600" y="67846"/>
                    <a:pt x="50200" y="54646"/>
                    <a:pt x="44400" y="44746"/>
                  </a:cubicBezTo>
                  <a:lnTo>
                    <a:pt x="44400" y="44746"/>
                  </a:lnTo>
                  <a:close/>
                  <a:moveTo>
                    <a:pt x="67700" y="109946"/>
                  </a:moveTo>
                  <a:lnTo>
                    <a:pt x="67300" y="108146"/>
                  </a:lnTo>
                  <a:cubicBezTo>
                    <a:pt x="66300" y="104246"/>
                    <a:pt x="65300" y="100446"/>
                    <a:pt x="64300" y="96846"/>
                  </a:cubicBezTo>
                  <a:cubicBezTo>
                    <a:pt x="78900" y="52246"/>
                    <a:pt x="95000" y="29946"/>
                    <a:pt x="112500" y="30046"/>
                  </a:cubicBezTo>
                  <a:cubicBezTo>
                    <a:pt x="118900" y="29746"/>
                    <a:pt x="125300" y="31346"/>
                    <a:pt x="130200" y="34446"/>
                  </a:cubicBezTo>
                  <a:cubicBezTo>
                    <a:pt x="119600" y="34846"/>
                    <a:pt x="110300" y="40146"/>
                    <a:pt x="106900" y="47746"/>
                  </a:cubicBezTo>
                  <a:cubicBezTo>
                    <a:pt x="104700" y="52946"/>
                    <a:pt x="100800" y="73646"/>
                    <a:pt x="95300" y="109946"/>
                  </a:cubicBezTo>
                  <a:lnTo>
                    <a:pt x="67700" y="109946"/>
                  </a:lnTo>
                  <a:lnTo>
                    <a:pt x="67700" y="109946"/>
                  </a:lnTo>
                  <a:close/>
                  <a:moveTo>
                    <a:pt x="0" y="34446"/>
                  </a:moveTo>
                  <a:cubicBezTo>
                    <a:pt x="4200" y="31346"/>
                    <a:pt x="9700" y="29746"/>
                    <a:pt x="15100" y="30046"/>
                  </a:cubicBezTo>
                  <a:cubicBezTo>
                    <a:pt x="31600" y="30046"/>
                    <a:pt x="46600" y="56646"/>
                    <a:pt x="60000" y="110046"/>
                  </a:cubicBezTo>
                  <a:lnTo>
                    <a:pt x="30000" y="110046"/>
                  </a:lnTo>
                  <a:cubicBezTo>
                    <a:pt x="25300" y="73646"/>
                    <a:pt x="21900" y="52946"/>
                    <a:pt x="19900" y="47846"/>
                  </a:cubicBezTo>
                  <a:cubicBezTo>
                    <a:pt x="17000" y="40146"/>
                    <a:pt x="9100" y="34846"/>
                    <a:pt x="0" y="34446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48" name="probe-temaki-hunting_blind" descr="隐蔽观察棚 — Temaki contributors; CC0-1.0; original SVG unchanged. Source: https://github.com/rapideditor/temaki/blob/6d9ac860d1d615d4449aab049f630d25d036c19e/icons/hunting_blind.svg; SVG SHA256: 088897b52731b1e7e886c111fdbe515303a7596f3f745fdf17b09bf5ebd2b634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150000" cy="150000"/>
          </a:xfrm>
        </p:grpSpPr>
        <p:sp>
          <p:nvSpPr>
            <p:cNvPr id="149" name="probe-temaki-hunting_blind-part-1"/>
            <p:cNvSpPr/>
            <p:nvPr/>
          </p:nvSpPr>
          <p:spPr>
            <a:xfrm>
              <a:off x="24996" y="0"/>
              <a:ext cx="100025" cy="150020"/>
            </a:xfrm>
            <a:custGeom>
              <a:avLst/>
              <a:gdLst/>
              <a:ahLst/>
              <a:cxnLst/>
              <a:rect l="0" t="0" r="r" b="b"/>
              <a:pathLst>
                <a:path w="100025" h="150020">
                  <a:moveTo>
                    <a:pt x="85004" y="0"/>
                  </a:moveTo>
                  <a:lnTo>
                    <a:pt x="85004" y="79400"/>
                  </a:lnTo>
                  <a:lnTo>
                    <a:pt x="99904" y="143900"/>
                  </a:lnTo>
                  <a:cubicBezTo>
                    <a:pt x="100504" y="146600"/>
                    <a:pt x="98804" y="149300"/>
                    <a:pt x="96104" y="149900"/>
                  </a:cubicBezTo>
                  <a:cubicBezTo>
                    <a:pt x="93704" y="150400"/>
                    <a:pt x="91304" y="149200"/>
                    <a:pt x="90404" y="147000"/>
                  </a:cubicBezTo>
                  <a:lnTo>
                    <a:pt x="90104" y="146100"/>
                  </a:lnTo>
                  <a:lnTo>
                    <a:pt x="87904" y="136400"/>
                  </a:lnTo>
                  <a:lnTo>
                    <a:pt x="50004" y="109700"/>
                  </a:lnTo>
                  <a:lnTo>
                    <a:pt x="12104" y="136400"/>
                  </a:lnTo>
                  <a:lnTo>
                    <a:pt x="9904" y="146100"/>
                  </a:lnTo>
                  <a:cubicBezTo>
                    <a:pt x="9304" y="148800"/>
                    <a:pt x="6604" y="150500"/>
                    <a:pt x="3904" y="149900"/>
                  </a:cubicBezTo>
                  <a:cubicBezTo>
                    <a:pt x="1504" y="149300"/>
                    <a:pt x="-96" y="147100"/>
                    <a:pt x="4" y="144800"/>
                  </a:cubicBezTo>
                  <a:lnTo>
                    <a:pt x="104" y="143900"/>
                  </a:lnTo>
                  <a:lnTo>
                    <a:pt x="15004" y="79400"/>
                  </a:lnTo>
                  <a:lnTo>
                    <a:pt x="15004" y="10000"/>
                  </a:lnTo>
                  <a:lnTo>
                    <a:pt x="85004" y="0"/>
                  </a:lnTo>
                  <a:close/>
                  <a:moveTo>
                    <a:pt x="77304" y="90500"/>
                  </a:moveTo>
                  <a:lnTo>
                    <a:pt x="58704" y="103600"/>
                  </a:lnTo>
                  <a:lnTo>
                    <a:pt x="84504" y="121800"/>
                  </a:lnTo>
                  <a:lnTo>
                    <a:pt x="77304" y="90500"/>
                  </a:lnTo>
                  <a:close/>
                  <a:moveTo>
                    <a:pt x="22704" y="90500"/>
                  </a:moveTo>
                  <a:lnTo>
                    <a:pt x="15504" y="121800"/>
                  </a:lnTo>
                  <a:lnTo>
                    <a:pt x="41304" y="103600"/>
                  </a:lnTo>
                  <a:lnTo>
                    <a:pt x="22704" y="90500"/>
                  </a:lnTo>
                  <a:close/>
                  <a:moveTo>
                    <a:pt x="74804" y="80000"/>
                  </a:moveTo>
                  <a:lnTo>
                    <a:pt x="25204" y="80000"/>
                  </a:lnTo>
                  <a:lnTo>
                    <a:pt x="50004" y="97500"/>
                  </a:lnTo>
                  <a:lnTo>
                    <a:pt x="74804" y="80000"/>
                  </a:lnTo>
                  <a:close/>
                  <a:moveTo>
                    <a:pt x="45004" y="30000"/>
                  </a:moveTo>
                  <a:lnTo>
                    <a:pt x="25004" y="30000"/>
                  </a:lnTo>
                  <a:lnTo>
                    <a:pt x="25004" y="40000"/>
                  </a:lnTo>
                  <a:lnTo>
                    <a:pt x="45004" y="40000"/>
                  </a:lnTo>
                  <a:lnTo>
                    <a:pt x="45004" y="30000"/>
                  </a:lnTo>
                  <a:close/>
                  <a:moveTo>
                    <a:pt x="75004" y="30000"/>
                  </a:moveTo>
                  <a:lnTo>
                    <a:pt x="55004" y="30000"/>
                  </a:lnTo>
                  <a:lnTo>
                    <a:pt x="55004" y="40000"/>
                  </a:lnTo>
                  <a:lnTo>
                    <a:pt x="75004" y="40000"/>
                  </a:lnTo>
                  <a:lnTo>
                    <a:pt x="75004" y="30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50" name="probe-temaki-island_trees_building" descr="林地岛屿 — Temaki contributors; CC0-1.0; original SVG unchanged. Source: https://github.com/rapideditor/temaki/blob/6d9ac860d1d615d4449aab049f630d25d036c19e/icons/island_trees_building.svg; SVG SHA256: 3ac24546b0f1feec6fd8b6ae090dca932125e89082470eed55d4f07a392928f3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150000" cy="150000"/>
          </a:xfrm>
        </p:grpSpPr>
        <p:sp>
          <p:nvSpPr>
            <p:cNvPr id="151" name="probe-temaki-island_trees_building-part-1"/>
            <p:cNvSpPr/>
            <p:nvPr/>
          </p:nvSpPr>
          <p:spPr>
            <a:xfrm>
              <a:off x="10000" y="15636"/>
              <a:ext cx="130000" cy="124356"/>
            </a:xfrm>
            <a:custGeom>
              <a:avLst/>
              <a:gdLst/>
              <a:ahLst/>
              <a:cxnLst/>
              <a:rect l="0" t="0" r="r" b="b"/>
              <a:pathLst>
                <a:path w="130000" h="124356">
                  <a:moveTo>
                    <a:pt x="70000" y="58464"/>
                  </a:moveTo>
                  <a:lnTo>
                    <a:pt x="70000" y="44364"/>
                  </a:lnTo>
                  <a:lnTo>
                    <a:pt x="66400" y="44364"/>
                  </a:lnTo>
                  <a:cubicBezTo>
                    <a:pt x="63600" y="44364"/>
                    <a:pt x="61400" y="42164"/>
                    <a:pt x="61400" y="39364"/>
                  </a:cubicBezTo>
                  <a:cubicBezTo>
                    <a:pt x="61400" y="38964"/>
                    <a:pt x="61500" y="38564"/>
                    <a:pt x="61600" y="38164"/>
                  </a:cubicBezTo>
                  <a:lnTo>
                    <a:pt x="70200" y="3764"/>
                  </a:lnTo>
                  <a:cubicBezTo>
                    <a:pt x="70800" y="1064"/>
                    <a:pt x="73600" y="-536"/>
                    <a:pt x="76200" y="164"/>
                  </a:cubicBezTo>
                  <a:cubicBezTo>
                    <a:pt x="78000" y="564"/>
                    <a:pt x="79400" y="1964"/>
                    <a:pt x="79900" y="3764"/>
                  </a:cubicBezTo>
                  <a:lnTo>
                    <a:pt x="88400" y="38164"/>
                  </a:lnTo>
                  <a:cubicBezTo>
                    <a:pt x="89100" y="40864"/>
                    <a:pt x="87500" y="43564"/>
                    <a:pt x="84800" y="44264"/>
                  </a:cubicBezTo>
                  <a:cubicBezTo>
                    <a:pt x="84400" y="44364"/>
                    <a:pt x="84000" y="44364"/>
                    <a:pt x="83600" y="44364"/>
                  </a:cubicBezTo>
                  <a:lnTo>
                    <a:pt x="80000" y="44364"/>
                  </a:lnTo>
                  <a:lnTo>
                    <a:pt x="80000" y="59064"/>
                  </a:lnTo>
                  <a:cubicBezTo>
                    <a:pt x="80200" y="59164"/>
                    <a:pt x="80500" y="59264"/>
                    <a:pt x="80700" y="59364"/>
                  </a:cubicBezTo>
                  <a:lnTo>
                    <a:pt x="89200" y="63364"/>
                  </a:lnTo>
                  <a:cubicBezTo>
                    <a:pt x="90700" y="64064"/>
                    <a:pt x="92200" y="64664"/>
                    <a:pt x="93600" y="65164"/>
                  </a:cubicBezTo>
                  <a:lnTo>
                    <a:pt x="100000" y="67564"/>
                  </a:lnTo>
                  <a:lnTo>
                    <a:pt x="100000" y="54364"/>
                  </a:lnTo>
                  <a:lnTo>
                    <a:pt x="96400" y="54364"/>
                  </a:lnTo>
                  <a:cubicBezTo>
                    <a:pt x="93600" y="54364"/>
                    <a:pt x="91400" y="52164"/>
                    <a:pt x="91400" y="49364"/>
                  </a:cubicBezTo>
                  <a:cubicBezTo>
                    <a:pt x="91400" y="48964"/>
                    <a:pt x="91500" y="48564"/>
                    <a:pt x="91600" y="48164"/>
                  </a:cubicBezTo>
                  <a:lnTo>
                    <a:pt x="100200" y="13764"/>
                  </a:lnTo>
                  <a:cubicBezTo>
                    <a:pt x="100800" y="11064"/>
                    <a:pt x="103600" y="9464"/>
                    <a:pt x="106200" y="10164"/>
                  </a:cubicBezTo>
                  <a:cubicBezTo>
                    <a:pt x="108000" y="10564"/>
                    <a:pt x="109400" y="11964"/>
                    <a:pt x="109900" y="13764"/>
                  </a:cubicBezTo>
                  <a:lnTo>
                    <a:pt x="118400" y="48164"/>
                  </a:lnTo>
                  <a:cubicBezTo>
                    <a:pt x="119100" y="50864"/>
                    <a:pt x="117500" y="53564"/>
                    <a:pt x="114800" y="54264"/>
                  </a:cubicBezTo>
                  <a:cubicBezTo>
                    <a:pt x="114400" y="54364"/>
                    <a:pt x="114000" y="54364"/>
                    <a:pt x="113600" y="54364"/>
                  </a:cubicBezTo>
                  <a:lnTo>
                    <a:pt x="110000" y="54364"/>
                  </a:lnTo>
                  <a:lnTo>
                    <a:pt x="110000" y="71264"/>
                  </a:lnTo>
                  <a:lnTo>
                    <a:pt x="114900" y="73164"/>
                  </a:lnTo>
                  <a:cubicBezTo>
                    <a:pt x="117100" y="73964"/>
                    <a:pt x="119100" y="75164"/>
                    <a:pt x="120800" y="76564"/>
                  </a:cubicBezTo>
                  <a:lnTo>
                    <a:pt x="124100" y="79364"/>
                  </a:lnTo>
                  <a:cubicBezTo>
                    <a:pt x="127800" y="82564"/>
                    <a:pt x="130000" y="87164"/>
                    <a:pt x="130000" y="92064"/>
                  </a:cubicBezTo>
                  <a:lnTo>
                    <a:pt x="130000" y="94664"/>
                  </a:lnTo>
                  <a:cubicBezTo>
                    <a:pt x="125900" y="94564"/>
                    <a:pt x="121900" y="95964"/>
                    <a:pt x="118700" y="98564"/>
                  </a:cubicBezTo>
                  <a:lnTo>
                    <a:pt x="114000" y="102564"/>
                  </a:lnTo>
                  <a:cubicBezTo>
                    <a:pt x="111100" y="104964"/>
                    <a:pt x="106900" y="104964"/>
                    <a:pt x="104000" y="102564"/>
                  </a:cubicBezTo>
                  <a:cubicBezTo>
                    <a:pt x="102500" y="101364"/>
                    <a:pt x="101100" y="99964"/>
                    <a:pt x="99600" y="98764"/>
                  </a:cubicBezTo>
                  <a:cubicBezTo>
                    <a:pt x="92500" y="92864"/>
                    <a:pt x="82100" y="92864"/>
                    <a:pt x="75000" y="98764"/>
                  </a:cubicBezTo>
                  <a:cubicBezTo>
                    <a:pt x="73400" y="99964"/>
                    <a:pt x="71900" y="101464"/>
                    <a:pt x="70300" y="102764"/>
                  </a:cubicBezTo>
                  <a:cubicBezTo>
                    <a:pt x="67400" y="105164"/>
                    <a:pt x="63200" y="105164"/>
                    <a:pt x="60300" y="102764"/>
                  </a:cubicBezTo>
                  <a:cubicBezTo>
                    <a:pt x="58700" y="101464"/>
                    <a:pt x="57200" y="99964"/>
                    <a:pt x="55600" y="98764"/>
                  </a:cubicBezTo>
                  <a:cubicBezTo>
                    <a:pt x="48500" y="92964"/>
                    <a:pt x="38200" y="92964"/>
                    <a:pt x="31100" y="98764"/>
                  </a:cubicBezTo>
                  <a:cubicBezTo>
                    <a:pt x="29500" y="99964"/>
                    <a:pt x="28200" y="101364"/>
                    <a:pt x="26600" y="102564"/>
                  </a:cubicBezTo>
                  <a:cubicBezTo>
                    <a:pt x="25700" y="103264"/>
                    <a:pt x="24600" y="103764"/>
                    <a:pt x="23500" y="104064"/>
                  </a:cubicBezTo>
                  <a:cubicBezTo>
                    <a:pt x="20500" y="104764"/>
                    <a:pt x="17500" y="103864"/>
                    <a:pt x="15400" y="101664"/>
                  </a:cubicBezTo>
                  <a:cubicBezTo>
                    <a:pt x="12900" y="99564"/>
                    <a:pt x="10300" y="97664"/>
                    <a:pt x="7500" y="95964"/>
                  </a:cubicBezTo>
                  <a:cubicBezTo>
                    <a:pt x="6700" y="95564"/>
                    <a:pt x="5900" y="95264"/>
                    <a:pt x="5100" y="95064"/>
                  </a:cubicBezTo>
                  <a:cubicBezTo>
                    <a:pt x="8600" y="88864"/>
                    <a:pt x="13800" y="83664"/>
                    <a:pt x="20000" y="80164"/>
                  </a:cubicBezTo>
                  <a:lnTo>
                    <a:pt x="20000" y="59364"/>
                  </a:lnTo>
                  <a:lnTo>
                    <a:pt x="50000" y="59364"/>
                  </a:lnTo>
                  <a:lnTo>
                    <a:pt x="50000" y="73664"/>
                  </a:lnTo>
                  <a:cubicBezTo>
                    <a:pt x="53200" y="72264"/>
                    <a:pt x="57400" y="68764"/>
                    <a:pt x="62700" y="62964"/>
                  </a:cubicBezTo>
                  <a:cubicBezTo>
                    <a:pt x="64700" y="60764"/>
                    <a:pt x="67200" y="59264"/>
                    <a:pt x="70000" y="58464"/>
                  </a:cubicBezTo>
                  <a:close/>
                  <a:moveTo>
                    <a:pt x="130000" y="104664"/>
                  </a:moveTo>
                  <a:lnTo>
                    <a:pt x="130000" y="114364"/>
                  </a:lnTo>
                  <a:cubicBezTo>
                    <a:pt x="127400" y="114564"/>
                    <a:pt x="124900" y="115764"/>
                    <a:pt x="123200" y="117764"/>
                  </a:cubicBezTo>
                  <a:cubicBezTo>
                    <a:pt x="120500" y="120564"/>
                    <a:pt x="117000" y="122564"/>
                    <a:pt x="113200" y="123564"/>
                  </a:cubicBezTo>
                  <a:cubicBezTo>
                    <a:pt x="107100" y="125364"/>
                    <a:pt x="100400" y="124064"/>
                    <a:pt x="95500" y="119964"/>
                  </a:cubicBezTo>
                  <a:lnTo>
                    <a:pt x="91600" y="116564"/>
                  </a:lnTo>
                  <a:cubicBezTo>
                    <a:pt x="90300" y="115264"/>
                    <a:pt x="88600" y="114564"/>
                    <a:pt x="86800" y="114364"/>
                  </a:cubicBezTo>
                  <a:lnTo>
                    <a:pt x="85400" y="114364"/>
                  </a:lnTo>
                  <a:cubicBezTo>
                    <a:pt x="83600" y="114564"/>
                    <a:pt x="81900" y="115264"/>
                    <a:pt x="80600" y="116564"/>
                  </a:cubicBezTo>
                  <a:cubicBezTo>
                    <a:pt x="79200" y="117764"/>
                    <a:pt x="77900" y="118964"/>
                    <a:pt x="76400" y="120164"/>
                  </a:cubicBezTo>
                  <a:cubicBezTo>
                    <a:pt x="69100" y="125864"/>
                    <a:pt x="58600" y="125664"/>
                    <a:pt x="51600" y="119464"/>
                  </a:cubicBezTo>
                  <a:lnTo>
                    <a:pt x="47700" y="116064"/>
                  </a:lnTo>
                  <a:cubicBezTo>
                    <a:pt x="46700" y="115164"/>
                    <a:pt x="45400" y="114564"/>
                    <a:pt x="44100" y="114364"/>
                  </a:cubicBezTo>
                  <a:lnTo>
                    <a:pt x="41300" y="114364"/>
                  </a:lnTo>
                  <a:cubicBezTo>
                    <a:pt x="40000" y="114564"/>
                    <a:pt x="38700" y="115164"/>
                    <a:pt x="37700" y="116064"/>
                  </a:cubicBezTo>
                  <a:cubicBezTo>
                    <a:pt x="35800" y="117564"/>
                    <a:pt x="34100" y="119164"/>
                    <a:pt x="32200" y="120664"/>
                  </a:cubicBezTo>
                  <a:cubicBezTo>
                    <a:pt x="25200" y="125764"/>
                    <a:pt x="15500" y="125564"/>
                    <a:pt x="8700" y="120064"/>
                  </a:cubicBezTo>
                  <a:lnTo>
                    <a:pt x="5600" y="117464"/>
                  </a:lnTo>
                  <a:cubicBezTo>
                    <a:pt x="4200" y="115764"/>
                    <a:pt x="2200" y="114764"/>
                    <a:pt x="0" y="114364"/>
                  </a:cubicBezTo>
                  <a:lnTo>
                    <a:pt x="0" y="104664"/>
                  </a:lnTo>
                  <a:cubicBezTo>
                    <a:pt x="2600" y="104264"/>
                    <a:pt x="5200" y="104764"/>
                    <a:pt x="7500" y="105964"/>
                  </a:cubicBezTo>
                  <a:cubicBezTo>
                    <a:pt x="10300" y="107664"/>
                    <a:pt x="12900" y="109564"/>
                    <a:pt x="15400" y="111664"/>
                  </a:cubicBezTo>
                  <a:cubicBezTo>
                    <a:pt x="17000" y="113364"/>
                    <a:pt x="19200" y="114264"/>
                    <a:pt x="21500" y="114364"/>
                  </a:cubicBezTo>
                  <a:cubicBezTo>
                    <a:pt x="21900" y="114264"/>
                    <a:pt x="22400" y="114264"/>
                    <a:pt x="22900" y="114264"/>
                  </a:cubicBezTo>
                  <a:cubicBezTo>
                    <a:pt x="23100" y="114164"/>
                    <a:pt x="23300" y="114164"/>
                    <a:pt x="23500" y="114064"/>
                  </a:cubicBezTo>
                  <a:cubicBezTo>
                    <a:pt x="24600" y="113764"/>
                    <a:pt x="25700" y="113264"/>
                    <a:pt x="26600" y="112564"/>
                  </a:cubicBezTo>
                  <a:cubicBezTo>
                    <a:pt x="28200" y="111364"/>
                    <a:pt x="29500" y="109964"/>
                    <a:pt x="31100" y="108764"/>
                  </a:cubicBezTo>
                  <a:cubicBezTo>
                    <a:pt x="33800" y="106564"/>
                    <a:pt x="36900" y="105164"/>
                    <a:pt x="40100" y="104664"/>
                  </a:cubicBezTo>
                  <a:cubicBezTo>
                    <a:pt x="41500" y="104164"/>
                    <a:pt x="43000" y="104064"/>
                    <a:pt x="44500" y="104464"/>
                  </a:cubicBezTo>
                  <a:cubicBezTo>
                    <a:pt x="48500" y="104664"/>
                    <a:pt x="52400" y="106064"/>
                    <a:pt x="55600" y="108764"/>
                  </a:cubicBezTo>
                  <a:cubicBezTo>
                    <a:pt x="57200" y="109964"/>
                    <a:pt x="58700" y="111464"/>
                    <a:pt x="60300" y="112764"/>
                  </a:cubicBezTo>
                  <a:cubicBezTo>
                    <a:pt x="61100" y="113464"/>
                    <a:pt x="62100" y="113964"/>
                    <a:pt x="63000" y="114264"/>
                  </a:cubicBezTo>
                  <a:cubicBezTo>
                    <a:pt x="64900" y="114364"/>
                    <a:pt x="66800" y="114264"/>
                    <a:pt x="68600" y="113864"/>
                  </a:cubicBezTo>
                  <a:cubicBezTo>
                    <a:pt x="69200" y="113564"/>
                    <a:pt x="69800" y="113164"/>
                    <a:pt x="70300" y="112764"/>
                  </a:cubicBezTo>
                  <a:cubicBezTo>
                    <a:pt x="71900" y="111464"/>
                    <a:pt x="73400" y="109964"/>
                    <a:pt x="75000" y="108764"/>
                  </a:cubicBezTo>
                  <a:cubicBezTo>
                    <a:pt x="77600" y="106564"/>
                    <a:pt x="80600" y="105264"/>
                    <a:pt x="83700" y="104664"/>
                  </a:cubicBezTo>
                  <a:cubicBezTo>
                    <a:pt x="84800" y="104364"/>
                    <a:pt x="85800" y="104264"/>
                    <a:pt x="86900" y="104364"/>
                  </a:cubicBezTo>
                  <a:cubicBezTo>
                    <a:pt x="91400" y="104264"/>
                    <a:pt x="95900" y="105764"/>
                    <a:pt x="99600" y="108764"/>
                  </a:cubicBezTo>
                  <a:cubicBezTo>
                    <a:pt x="101100" y="109964"/>
                    <a:pt x="102500" y="111364"/>
                    <a:pt x="104000" y="112564"/>
                  </a:cubicBezTo>
                  <a:cubicBezTo>
                    <a:pt x="105300" y="113664"/>
                    <a:pt x="106800" y="114264"/>
                    <a:pt x="108400" y="114364"/>
                  </a:cubicBezTo>
                  <a:cubicBezTo>
                    <a:pt x="109300" y="114364"/>
                    <a:pt x="110200" y="114264"/>
                    <a:pt x="111200" y="114064"/>
                  </a:cubicBezTo>
                  <a:cubicBezTo>
                    <a:pt x="112200" y="113764"/>
                    <a:pt x="113200" y="113264"/>
                    <a:pt x="114000" y="112564"/>
                  </a:cubicBezTo>
                  <a:lnTo>
                    <a:pt x="118700" y="108564"/>
                  </a:lnTo>
                  <a:cubicBezTo>
                    <a:pt x="121400" y="106364"/>
                    <a:pt x="124700" y="105064"/>
                    <a:pt x="128100" y="104664"/>
                  </a:cubicBezTo>
                  <a:cubicBezTo>
                    <a:pt x="128800" y="104564"/>
                    <a:pt x="129400" y="104464"/>
                    <a:pt x="130000" y="104364"/>
                  </a:cubicBezTo>
                  <a:lnTo>
                    <a:pt x="130000" y="104664"/>
                  </a:lnTo>
                  <a:lnTo>
                    <a:pt x="130000" y="104664"/>
                  </a:lnTo>
                  <a:close/>
                  <a:moveTo>
                    <a:pt x="63500" y="114364"/>
                  </a:moveTo>
                  <a:lnTo>
                    <a:pt x="67100" y="114364"/>
                  </a:lnTo>
                  <a:cubicBezTo>
                    <a:pt x="65900" y="114664"/>
                    <a:pt x="64700" y="114664"/>
                    <a:pt x="63500" y="114364"/>
                  </a:cubicBezTo>
                  <a:lnTo>
                    <a:pt x="63500" y="114364"/>
                  </a:lnTo>
                  <a:close/>
                  <a:moveTo>
                    <a:pt x="35000" y="24364"/>
                  </a:moveTo>
                  <a:lnTo>
                    <a:pt x="60000" y="54364"/>
                  </a:lnTo>
                  <a:lnTo>
                    <a:pt x="10000" y="54364"/>
                  </a:lnTo>
                  <a:lnTo>
                    <a:pt x="35000" y="24364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52" name="probe-temaki-islet_tree" descr="小岛 — Temaki contributors; CC0-1.0; original SVG unchanged. Source: https://github.com/rapideditor/temaki/blob/6d9ac860d1d615d4449aab049f630d25d036c19e/icons/islet_tree.svg; SVG SHA256: 3eccb1cc087d8af572d668eede8e1a4dff764e1ba672ee6a101cd6330190c7f3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150000" cy="150000"/>
          </a:xfrm>
        </p:grpSpPr>
        <p:sp>
          <p:nvSpPr>
            <p:cNvPr id="153" name="probe-temaki-islet_tree-part-1"/>
            <p:cNvSpPr/>
            <p:nvPr/>
          </p:nvSpPr>
          <p:spPr>
            <a:xfrm>
              <a:off x="10000" y="5000"/>
              <a:ext cx="130000" cy="134991"/>
            </a:xfrm>
            <a:custGeom>
              <a:avLst/>
              <a:gdLst/>
              <a:ahLst/>
              <a:cxnLst/>
              <a:rect l="0" t="0" r="r" b="b"/>
              <a:pathLst>
                <a:path w="130000" h="134991">
                  <a:moveTo>
                    <a:pt x="30000" y="89200"/>
                  </a:moveTo>
                  <a:lnTo>
                    <a:pt x="30000" y="75200"/>
                  </a:lnTo>
                  <a:cubicBezTo>
                    <a:pt x="27200" y="74400"/>
                    <a:pt x="23900" y="72500"/>
                    <a:pt x="20000" y="69300"/>
                  </a:cubicBezTo>
                  <a:cubicBezTo>
                    <a:pt x="0" y="53300"/>
                    <a:pt x="28400" y="0"/>
                    <a:pt x="35000" y="0"/>
                  </a:cubicBezTo>
                  <a:cubicBezTo>
                    <a:pt x="41700" y="0"/>
                    <a:pt x="70000" y="53300"/>
                    <a:pt x="50000" y="69300"/>
                  </a:cubicBezTo>
                  <a:cubicBezTo>
                    <a:pt x="46100" y="72500"/>
                    <a:pt x="42800" y="74400"/>
                    <a:pt x="40000" y="75200"/>
                  </a:cubicBezTo>
                  <a:lnTo>
                    <a:pt x="40000" y="85700"/>
                  </a:lnTo>
                  <a:cubicBezTo>
                    <a:pt x="42400" y="85200"/>
                    <a:pt x="44800" y="85000"/>
                    <a:pt x="47300" y="85000"/>
                  </a:cubicBezTo>
                  <a:cubicBezTo>
                    <a:pt x="50600" y="85000"/>
                    <a:pt x="55700" y="81200"/>
                    <a:pt x="62700" y="73600"/>
                  </a:cubicBezTo>
                  <a:cubicBezTo>
                    <a:pt x="67300" y="68600"/>
                    <a:pt x="74600" y="67100"/>
                    <a:pt x="80700" y="70000"/>
                  </a:cubicBezTo>
                  <a:lnTo>
                    <a:pt x="88700" y="73700"/>
                  </a:lnTo>
                  <a:cubicBezTo>
                    <a:pt x="90500" y="74600"/>
                    <a:pt x="92300" y="75500"/>
                    <a:pt x="94000" y="76500"/>
                  </a:cubicBezTo>
                  <a:lnTo>
                    <a:pt x="106800" y="84200"/>
                  </a:lnTo>
                  <a:cubicBezTo>
                    <a:pt x="107700" y="84700"/>
                    <a:pt x="108600" y="85400"/>
                    <a:pt x="109400" y="86100"/>
                  </a:cubicBezTo>
                  <a:lnTo>
                    <a:pt x="114100" y="90000"/>
                  </a:lnTo>
                  <a:cubicBezTo>
                    <a:pt x="117800" y="93200"/>
                    <a:pt x="120000" y="97800"/>
                    <a:pt x="120000" y="102700"/>
                  </a:cubicBezTo>
                  <a:lnTo>
                    <a:pt x="120000" y="108200"/>
                  </a:lnTo>
                  <a:cubicBezTo>
                    <a:pt x="119600" y="108500"/>
                    <a:pt x="119100" y="108800"/>
                    <a:pt x="118700" y="109200"/>
                  </a:cubicBezTo>
                  <a:lnTo>
                    <a:pt x="114000" y="113200"/>
                  </a:lnTo>
                  <a:cubicBezTo>
                    <a:pt x="111100" y="115600"/>
                    <a:pt x="106900" y="115600"/>
                    <a:pt x="104000" y="113200"/>
                  </a:cubicBezTo>
                  <a:cubicBezTo>
                    <a:pt x="102500" y="112000"/>
                    <a:pt x="101100" y="110600"/>
                    <a:pt x="99600" y="109400"/>
                  </a:cubicBezTo>
                  <a:cubicBezTo>
                    <a:pt x="92500" y="103500"/>
                    <a:pt x="82100" y="103500"/>
                    <a:pt x="75000" y="109400"/>
                  </a:cubicBezTo>
                  <a:cubicBezTo>
                    <a:pt x="73400" y="110600"/>
                    <a:pt x="71900" y="112100"/>
                    <a:pt x="70300" y="113400"/>
                  </a:cubicBezTo>
                  <a:cubicBezTo>
                    <a:pt x="67400" y="115800"/>
                    <a:pt x="63200" y="115800"/>
                    <a:pt x="60300" y="113400"/>
                  </a:cubicBezTo>
                  <a:cubicBezTo>
                    <a:pt x="58700" y="112100"/>
                    <a:pt x="57200" y="110600"/>
                    <a:pt x="55600" y="109400"/>
                  </a:cubicBezTo>
                  <a:cubicBezTo>
                    <a:pt x="48500" y="103600"/>
                    <a:pt x="38200" y="103600"/>
                    <a:pt x="31100" y="109400"/>
                  </a:cubicBezTo>
                  <a:cubicBezTo>
                    <a:pt x="29500" y="110600"/>
                    <a:pt x="28200" y="112000"/>
                    <a:pt x="26600" y="113200"/>
                  </a:cubicBezTo>
                  <a:cubicBezTo>
                    <a:pt x="25700" y="113900"/>
                    <a:pt x="24600" y="114400"/>
                    <a:pt x="23500" y="114700"/>
                  </a:cubicBezTo>
                  <a:cubicBezTo>
                    <a:pt x="20500" y="115400"/>
                    <a:pt x="17500" y="114500"/>
                    <a:pt x="15400" y="112300"/>
                  </a:cubicBezTo>
                  <a:cubicBezTo>
                    <a:pt x="14300" y="111400"/>
                    <a:pt x="13300" y="110600"/>
                    <a:pt x="12200" y="109700"/>
                  </a:cubicBezTo>
                  <a:cubicBezTo>
                    <a:pt x="15300" y="100900"/>
                    <a:pt x="21800" y="93600"/>
                    <a:pt x="30000" y="89200"/>
                  </a:cubicBezTo>
                  <a:lnTo>
                    <a:pt x="30000" y="89200"/>
                  </a:lnTo>
                  <a:close/>
                  <a:moveTo>
                    <a:pt x="86800" y="125000"/>
                  </a:moveTo>
                  <a:lnTo>
                    <a:pt x="85400" y="125000"/>
                  </a:lnTo>
                  <a:cubicBezTo>
                    <a:pt x="83600" y="125200"/>
                    <a:pt x="81900" y="125900"/>
                    <a:pt x="80600" y="127200"/>
                  </a:cubicBezTo>
                  <a:cubicBezTo>
                    <a:pt x="79200" y="128400"/>
                    <a:pt x="77900" y="129600"/>
                    <a:pt x="76400" y="130800"/>
                  </a:cubicBezTo>
                  <a:cubicBezTo>
                    <a:pt x="69100" y="136500"/>
                    <a:pt x="58600" y="136300"/>
                    <a:pt x="51600" y="130100"/>
                  </a:cubicBezTo>
                  <a:lnTo>
                    <a:pt x="47700" y="126700"/>
                  </a:lnTo>
                  <a:cubicBezTo>
                    <a:pt x="46700" y="125800"/>
                    <a:pt x="45400" y="125200"/>
                    <a:pt x="44100" y="125000"/>
                  </a:cubicBezTo>
                  <a:lnTo>
                    <a:pt x="41300" y="125000"/>
                  </a:lnTo>
                  <a:cubicBezTo>
                    <a:pt x="40000" y="125200"/>
                    <a:pt x="38700" y="125800"/>
                    <a:pt x="37700" y="126700"/>
                  </a:cubicBezTo>
                  <a:cubicBezTo>
                    <a:pt x="35800" y="128200"/>
                    <a:pt x="34100" y="129800"/>
                    <a:pt x="32200" y="131300"/>
                  </a:cubicBezTo>
                  <a:cubicBezTo>
                    <a:pt x="25200" y="136400"/>
                    <a:pt x="15500" y="136200"/>
                    <a:pt x="8700" y="130700"/>
                  </a:cubicBezTo>
                  <a:lnTo>
                    <a:pt x="5600" y="128100"/>
                  </a:lnTo>
                  <a:cubicBezTo>
                    <a:pt x="4200" y="126400"/>
                    <a:pt x="2200" y="125400"/>
                    <a:pt x="0" y="125000"/>
                  </a:cubicBezTo>
                  <a:lnTo>
                    <a:pt x="0" y="115300"/>
                  </a:lnTo>
                  <a:cubicBezTo>
                    <a:pt x="2600" y="114900"/>
                    <a:pt x="5200" y="115400"/>
                    <a:pt x="7500" y="116600"/>
                  </a:cubicBezTo>
                  <a:cubicBezTo>
                    <a:pt x="10300" y="118300"/>
                    <a:pt x="12900" y="120200"/>
                    <a:pt x="15400" y="122300"/>
                  </a:cubicBezTo>
                  <a:cubicBezTo>
                    <a:pt x="17000" y="124000"/>
                    <a:pt x="19200" y="124900"/>
                    <a:pt x="21500" y="125000"/>
                  </a:cubicBezTo>
                  <a:cubicBezTo>
                    <a:pt x="21900" y="124900"/>
                    <a:pt x="22400" y="124900"/>
                    <a:pt x="22900" y="124900"/>
                  </a:cubicBezTo>
                  <a:cubicBezTo>
                    <a:pt x="23100" y="124800"/>
                    <a:pt x="23300" y="124800"/>
                    <a:pt x="23500" y="124700"/>
                  </a:cubicBezTo>
                  <a:cubicBezTo>
                    <a:pt x="24600" y="124400"/>
                    <a:pt x="25700" y="123900"/>
                    <a:pt x="26600" y="123200"/>
                  </a:cubicBezTo>
                  <a:cubicBezTo>
                    <a:pt x="28200" y="122000"/>
                    <a:pt x="29500" y="120600"/>
                    <a:pt x="31100" y="119400"/>
                  </a:cubicBezTo>
                  <a:cubicBezTo>
                    <a:pt x="33800" y="117200"/>
                    <a:pt x="36900" y="115800"/>
                    <a:pt x="40100" y="115300"/>
                  </a:cubicBezTo>
                  <a:cubicBezTo>
                    <a:pt x="41500" y="114800"/>
                    <a:pt x="43000" y="114700"/>
                    <a:pt x="44500" y="115100"/>
                  </a:cubicBezTo>
                  <a:cubicBezTo>
                    <a:pt x="48500" y="115300"/>
                    <a:pt x="52400" y="116700"/>
                    <a:pt x="55600" y="119400"/>
                  </a:cubicBezTo>
                  <a:cubicBezTo>
                    <a:pt x="57200" y="120600"/>
                    <a:pt x="58700" y="122100"/>
                    <a:pt x="60300" y="123400"/>
                  </a:cubicBezTo>
                  <a:cubicBezTo>
                    <a:pt x="61100" y="124100"/>
                    <a:pt x="62100" y="124600"/>
                    <a:pt x="63000" y="124900"/>
                  </a:cubicBezTo>
                  <a:cubicBezTo>
                    <a:pt x="64900" y="125000"/>
                    <a:pt x="66800" y="124900"/>
                    <a:pt x="68600" y="124500"/>
                  </a:cubicBezTo>
                  <a:cubicBezTo>
                    <a:pt x="69200" y="124200"/>
                    <a:pt x="69800" y="123800"/>
                    <a:pt x="70300" y="123400"/>
                  </a:cubicBezTo>
                  <a:cubicBezTo>
                    <a:pt x="71900" y="122100"/>
                    <a:pt x="73400" y="120600"/>
                    <a:pt x="75000" y="119400"/>
                  </a:cubicBezTo>
                  <a:cubicBezTo>
                    <a:pt x="77600" y="117200"/>
                    <a:pt x="80600" y="115900"/>
                    <a:pt x="83700" y="115300"/>
                  </a:cubicBezTo>
                  <a:cubicBezTo>
                    <a:pt x="84800" y="115000"/>
                    <a:pt x="85800" y="114900"/>
                    <a:pt x="86900" y="115000"/>
                  </a:cubicBezTo>
                  <a:cubicBezTo>
                    <a:pt x="91400" y="114900"/>
                    <a:pt x="95900" y="116400"/>
                    <a:pt x="99600" y="119400"/>
                  </a:cubicBezTo>
                  <a:cubicBezTo>
                    <a:pt x="101100" y="120600"/>
                    <a:pt x="102500" y="122000"/>
                    <a:pt x="104000" y="123200"/>
                  </a:cubicBezTo>
                  <a:cubicBezTo>
                    <a:pt x="105300" y="124300"/>
                    <a:pt x="106800" y="124900"/>
                    <a:pt x="108400" y="125000"/>
                  </a:cubicBezTo>
                  <a:cubicBezTo>
                    <a:pt x="109300" y="125000"/>
                    <a:pt x="110200" y="124900"/>
                    <a:pt x="111200" y="124700"/>
                  </a:cubicBezTo>
                  <a:cubicBezTo>
                    <a:pt x="112200" y="124400"/>
                    <a:pt x="113200" y="123900"/>
                    <a:pt x="114000" y="123200"/>
                  </a:cubicBezTo>
                  <a:lnTo>
                    <a:pt x="118700" y="119200"/>
                  </a:lnTo>
                  <a:cubicBezTo>
                    <a:pt x="121900" y="116600"/>
                    <a:pt x="125900" y="115200"/>
                    <a:pt x="130000" y="115300"/>
                  </a:cubicBezTo>
                  <a:lnTo>
                    <a:pt x="130000" y="125000"/>
                  </a:lnTo>
                  <a:cubicBezTo>
                    <a:pt x="127400" y="125200"/>
                    <a:pt x="124900" y="126400"/>
                    <a:pt x="123200" y="128400"/>
                  </a:cubicBezTo>
                  <a:cubicBezTo>
                    <a:pt x="120500" y="131200"/>
                    <a:pt x="117000" y="133200"/>
                    <a:pt x="113200" y="134200"/>
                  </a:cubicBezTo>
                  <a:cubicBezTo>
                    <a:pt x="107100" y="136000"/>
                    <a:pt x="100400" y="134700"/>
                    <a:pt x="95500" y="130600"/>
                  </a:cubicBezTo>
                  <a:lnTo>
                    <a:pt x="91600" y="127200"/>
                  </a:lnTo>
                  <a:cubicBezTo>
                    <a:pt x="90300" y="125900"/>
                    <a:pt x="88600" y="125200"/>
                    <a:pt x="86800" y="125000"/>
                  </a:cubicBezTo>
                  <a:lnTo>
                    <a:pt x="86800" y="125000"/>
                  </a:lnTo>
                  <a:close/>
                  <a:moveTo>
                    <a:pt x="63500" y="125000"/>
                  </a:moveTo>
                  <a:lnTo>
                    <a:pt x="67100" y="125000"/>
                  </a:lnTo>
                  <a:cubicBezTo>
                    <a:pt x="65900" y="125300"/>
                    <a:pt x="64700" y="125300"/>
                    <a:pt x="63500" y="125000"/>
                  </a:cubicBezTo>
                  <a:lnTo>
                    <a:pt x="63500" y="125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154" name="probe-temaki-mountain_range" descr="山脉 — Temaki contributors; CC0-1.0; original SVG unchanged. Source: https://github.com/rapideditor/temaki/blob/6d9ac860d1d615d4449aab049f630d25d036c19e/icons/mountain_range.svg; SVG SHA256: 40bceb5929f59d25428553b5672b93358ca3ed0b6931d859722fb67ae4c1ccea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150000" cy="150000"/>
          </a:xfrm>
        </p:grpSpPr>
        <p:sp>
          <p:nvSpPr>
            <p:cNvPr id="155" name="probe-temaki-mountain_range-part-1"/>
            <p:cNvSpPr/>
            <p:nvPr/>
          </p:nvSpPr>
          <p:spPr>
            <a:xfrm>
              <a:off x="0" y="5000"/>
              <a:ext cx="150000" cy="135000"/>
            </a:xfrm>
            <a:custGeom>
              <a:avLst/>
              <a:gdLst/>
              <a:ahLst/>
              <a:cxnLst/>
              <a:rect l="0" t="0" r="r" b="b"/>
              <a:pathLst>
                <a:path w="150000" h="135000">
                  <a:moveTo>
                    <a:pt x="59300" y="43400"/>
                  </a:moveTo>
                  <a:lnTo>
                    <a:pt x="67000" y="25300"/>
                  </a:lnTo>
                  <a:cubicBezTo>
                    <a:pt x="68400" y="22100"/>
                    <a:pt x="71500" y="20000"/>
                    <a:pt x="75000" y="20000"/>
                  </a:cubicBezTo>
                  <a:cubicBezTo>
                    <a:pt x="78500" y="20000"/>
                    <a:pt x="81600" y="22100"/>
                    <a:pt x="83000" y="25300"/>
                  </a:cubicBezTo>
                  <a:lnTo>
                    <a:pt x="100000" y="60000"/>
                  </a:lnTo>
                  <a:lnTo>
                    <a:pt x="107000" y="45300"/>
                  </a:lnTo>
                  <a:cubicBezTo>
                    <a:pt x="108400" y="42100"/>
                    <a:pt x="111500" y="40000"/>
                    <a:pt x="115000" y="40000"/>
                  </a:cubicBezTo>
                  <a:cubicBezTo>
                    <a:pt x="118500" y="40000"/>
                    <a:pt x="121600" y="42100"/>
                    <a:pt x="123000" y="45300"/>
                  </a:cubicBezTo>
                  <a:lnTo>
                    <a:pt x="148600" y="111500"/>
                  </a:lnTo>
                  <a:cubicBezTo>
                    <a:pt x="149500" y="113800"/>
                    <a:pt x="150000" y="116300"/>
                    <a:pt x="150000" y="118700"/>
                  </a:cubicBezTo>
                  <a:lnTo>
                    <a:pt x="150000" y="125000"/>
                  </a:lnTo>
                  <a:cubicBezTo>
                    <a:pt x="150000" y="130500"/>
                    <a:pt x="145500" y="135000"/>
                    <a:pt x="140000" y="135000"/>
                  </a:cubicBezTo>
                  <a:lnTo>
                    <a:pt x="15000" y="135000"/>
                  </a:lnTo>
                  <a:cubicBezTo>
                    <a:pt x="6700" y="135000"/>
                    <a:pt x="0" y="128300"/>
                    <a:pt x="0" y="120000"/>
                  </a:cubicBezTo>
                  <a:cubicBezTo>
                    <a:pt x="0" y="108300"/>
                    <a:pt x="0" y="96700"/>
                    <a:pt x="0" y="85000"/>
                  </a:cubicBezTo>
                  <a:cubicBezTo>
                    <a:pt x="0" y="67500"/>
                    <a:pt x="8500" y="48700"/>
                    <a:pt x="15400" y="32600"/>
                  </a:cubicBezTo>
                  <a:lnTo>
                    <a:pt x="27000" y="5300"/>
                  </a:lnTo>
                  <a:cubicBezTo>
                    <a:pt x="28400" y="2100"/>
                    <a:pt x="31500" y="0"/>
                    <a:pt x="35000" y="0"/>
                  </a:cubicBezTo>
                  <a:cubicBezTo>
                    <a:pt x="38500" y="0"/>
                    <a:pt x="41600" y="2100"/>
                    <a:pt x="43000" y="5300"/>
                  </a:cubicBezTo>
                  <a:lnTo>
                    <a:pt x="59300" y="43400"/>
                  </a:lnTo>
                  <a:close/>
                  <a:moveTo>
                    <a:pt x="115000" y="52500"/>
                  </a:moveTo>
                  <a:lnTo>
                    <a:pt x="95000" y="100000"/>
                  </a:lnTo>
                  <a:lnTo>
                    <a:pt x="115000" y="90000"/>
                  </a:lnTo>
                  <a:lnTo>
                    <a:pt x="125000" y="110000"/>
                  </a:lnTo>
                  <a:lnTo>
                    <a:pt x="135000" y="100000"/>
                  </a:lnTo>
                  <a:lnTo>
                    <a:pt x="115000" y="52500"/>
                  </a:lnTo>
                  <a:close/>
                  <a:moveTo>
                    <a:pt x="35000" y="12500"/>
                  </a:moveTo>
                  <a:lnTo>
                    <a:pt x="15000" y="60000"/>
                  </a:lnTo>
                  <a:lnTo>
                    <a:pt x="35000" y="50000"/>
                  </a:lnTo>
                  <a:lnTo>
                    <a:pt x="45000" y="70000"/>
                  </a:lnTo>
                  <a:lnTo>
                    <a:pt x="55000" y="60000"/>
                  </a:lnTo>
                  <a:lnTo>
                    <a:pt x="35000" y="12500"/>
                  </a:lnTo>
                  <a:close/>
                  <a:moveTo>
                    <a:pt x="75000" y="32500"/>
                  </a:moveTo>
                  <a:lnTo>
                    <a:pt x="55000" y="80000"/>
                  </a:lnTo>
                  <a:lnTo>
                    <a:pt x="75000" y="70000"/>
                  </a:lnTo>
                  <a:lnTo>
                    <a:pt x="85000" y="90000"/>
                  </a:lnTo>
                  <a:lnTo>
                    <a:pt x="95000" y="80000"/>
                  </a:lnTo>
                  <a:lnTo>
                    <a:pt x="75000" y="325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temaki/os_benchmark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temaki/picnic_shelter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temaki/rope_fence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temaki/security_camera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temaki/sleep_shelter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temaki/tree_broadleaved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temaki/tree_needleleaved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temaki/tree_stump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temaki/water_bottle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temaki/water_tap_drinkable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bioicons/microscope-cartoon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bioicons/round-bottomed-flask-cartoon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lucide/beaker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lucide/biohazard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lucide/clipboard-check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lucide/droplet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lucide/flask-conical</a:t>
            </a:r>
          </a:p>
        </p:txBody>
      </p:sp>
      <p:grpSp>
        <p:nvGrpSpPr>
          <p:cNvPr id="23" name="probe-temaki-os_benchmark" descr="高程基准 — Temaki contributors; CC0-1.0; original SVG unchanged. Source: https://github.com/rapideditor/temaki/blob/6d9ac860d1d615d4449aab049f630d25d036c19e/icons/os_benchmark.svg; SVG SHA256: a81412d56880408c545e84bd4aad4f1dbf4c2f3cc6037dab8b0da3ca466af9e8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150000" cy="150000"/>
          </a:xfrm>
        </p:grpSpPr>
        <p:sp>
          <p:nvSpPr>
            <p:cNvPr id="24" name="probe-temaki-os_benchmark-part-1"/>
            <p:cNvSpPr/>
            <p:nvPr/>
          </p:nvSpPr>
          <p:spPr>
            <a:xfrm>
              <a:off x="8200" y="10000"/>
              <a:ext cx="133600" cy="130000"/>
            </a:xfrm>
            <a:custGeom>
              <a:avLst/>
              <a:gdLst/>
              <a:ahLst/>
              <a:cxnLst/>
              <a:rect l="0" t="0" r="r" b="b"/>
              <a:pathLst>
                <a:path w="133600" h="130000">
                  <a:moveTo>
                    <a:pt x="1800" y="0"/>
                  </a:moveTo>
                  <a:lnTo>
                    <a:pt x="131800" y="0"/>
                  </a:lnTo>
                  <a:lnTo>
                    <a:pt x="131800" y="20000"/>
                  </a:lnTo>
                  <a:lnTo>
                    <a:pt x="1800" y="20000"/>
                  </a:lnTo>
                  <a:lnTo>
                    <a:pt x="1800" y="0"/>
                  </a:lnTo>
                  <a:close/>
                  <a:moveTo>
                    <a:pt x="66800" y="25000"/>
                  </a:moveTo>
                  <a:lnTo>
                    <a:pt x="81800" y="130000"/>
                  </a:lnTo>
                  <a:lnTo>
                    <a:pt x="51800" y="130000"/>
                  </a:lnTo>
                  <a:lnTo>
                    <a:pt x="66800" y="25000"/>
                  </a:lnTo>
                  <a:close/>
                  <a:moveTo>
                    <a:pt x="66800" y="25000"/>
                  </a:moveTo>
                  <a:lnTo>
                    <a:pt x="133600" y="94200"/>
                  </a:lnTo>
                  <a:lnTo>
                    <a:pt x="109000" y="111400"/>
                  </a:lnTo>
                  <a:lnTo>
                    <a:pt x="66800" y="25000"/>
                  </a:lnTo>
                  <a:close/>
                  <a:moveTo>
                    <a:pt x="66800" y="25000"/>
                  </a:moveTo>
                  <a:lnTo>
                    <a:pt x="24600" y="111400"/>
                  </a:lnTo>
                  <a:lnTo>
                    <a:pt x="0" y="94200"/>
                  </a:lnTo>
                  <a:lnTo>
                    <a:pt x="66800" y="25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25" name="probe-temaki-picnic_shelter" descr="野外雨棚 — Temaki contributors; CC0-1.0; original SVG unchanged. Source: https://github.com/rapideditor/temaki/blob/6d9ac860d1d615d4449aab049f630d25d036c19e/icons/picnic_shelter.svg; SVG SHA256: 1ca1e36ad64c4ac101c604d8bbeab38a4cb6293bb5f7658f63e285582f4f3f96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150000" cy="150000"/>
          </a:xfrm>
        </p:grpSpPr>
        <p:sp>
          <p:nvSpPr>
            <p:cNvPr id="26" name="probe-temaki-picnic_shelter-part-1"/>
            <p:cNvSpPr/>
            <p:nvPr/>
          </p:nvSpPr>
          <p:spPr>
            <a:xfrm>
              <a:off x="10000" y="10000"/>
              <a:ext cx="130000" cy="130000"/>
            </a:xfrm>
            <a:custGeom>
              <a:avLst/>
              <a:gdLst/>
              <a:ahLst/>
              <a:cxnLst/>
              <a:rect l="0" t="0" r="r" b="b"/>
              <a:pathLst>
                <a:path w="130000" h="130000">
                  <a:moveTo>
                    <a:pt x="30000" y="60000"/>
                  </a:moveTo>
                  <a:lnTo>
                    <a:pt x="30000" y="130000"/>
                  </a:lnTo>
                  <a:lnTo>
                    <a:pt x="10000" y="130000"/>
                  </a:lnTo>
                  <a:lnTo>
                    <a:pt x="10000" y="67800"/>
                  </a:lnTo>
                  <a:lnTo>
                    <a:pt x="0" y="71600"/>
                  </a:lnTo>
                  <a:lnTo>
                    <a:pt x="0" y="50000"/>
                  </a:lnTo>
                  <a:lnTo>
                    <a:pt x="130000" y="0"/>
                  </a:lnTo>
                  <a:lnTo>
                    <a:pt x="130000" y="21400"/>
                  </a:lnTo>
                  <a:lnTo>
                    <a:pt x="30000" y="60000"/>
                  </a:lnTo>
                  <a:close/>
                  <a:moveTo>
                    <a:pt x="57500" y="60000"/>
                  </a:moveTo>
                  <a:lnTo>
                    <a:pt x="112500" y="60000"/>
                  </a:lnTo>
                  <a:cubicBezTo>
                    <a:pt x="116700" y="60000"/>
                    <a:pt x="120000" y="63300"/>
                    <a:pt x="120000" y="67500"/>
                  </a:cubicBezTo>
                  <a:cubicBezTo>
                    <a:pt x="120000" y="71700"/>
                    <a:pt x="116700" y="75000"/>
                    <a:pt x="112500" y="75000"/>
                  </a:cubicBezTo>
                  <a:lnTo>
                    <a:pt x="100000" y="75000"/>
                  </a:lnTo>
                  <a:lnTo>
                    <a:pt x="104600" y="90000"/>
                  </a:lnTo>
                  <a:lnTo>
                    <a:pt x="122500" y="90000"/>
                  </a:lnTo>
                  <a:cubicBezTo>
                    <a:pt x="126700" y="90000"/>
                    <a:pt x="130000" y="93300"/>
                    <a:pt x="130000" y="97500"/>
                  </a:cubicBezTo>
                  <a:cubicBezTo>
                    <a:pt x="130000" y="101700"/>
                    <a:pt x="126700" y="105000"/>
                    <a:pt x="122500" y="105000"/>
                  </a:cubicBezTo>
                  <a:lnTo>
                    <a:pt x="109200" y="105000"/>
                  </a:lnTo>
                  <a:lnTo>
                    <a:pt x="120000" y="130000"/>
                  </a:lnTo>
                  <a:lnTo>
                    <a:pt x="110000" y="130000"/>
                  </a:lnTo>
                  <a:lnTo>
                    <a:pt x="99200" y="105000"/>
                  </a:lnTo>
                  <a:lnTo>
                    <a:pt x="70800" y="105000"/>
                  </a:lnTo>
                  <a:lnTo>
                    <a:pt x="60000" y="130000"/>
                  </a:lnTo>
                  <a:lnTo>
                    <a:pt x="50000" y="130000"/>
                  </a:lnTo>
                  <a:lnTo>
                    <a:pt x="60800" y="105000"/>
                  </a:lnTo>
                  <a:lnTo>
                    <a:pt x="47500" y="105000"/>
                  </a:lnTo>
                  <a:cubicBezTo>
                    <a:pt x="43300" y="105000"/>
                    <a:pt x="40000" y="101700"/>
                    <a:pt x="40000" y="97500"/>
                  </a:cubicBezTo>
                  <a:cubicBezTo>
                    <a:pt x="40000" y="93300"/>
                    <a:pt x="43300" y="90000"/>
                    <a:pt x="47500" y="90000"/>
                  </a:cubicBezTo>
                  <a:lnTo>
                    <a:pt x="65400" y="90000"/>
                  </a:lnTo>
                  <a:lnTo>
                    <a:pt x="70000" y="75000"/>
                  </a:lnTo>
                  <a:lnTo>
                    <a:pt x="57500" y="75000"/>
                  </a:lnTo>
                  <a:cubicBezTo>
                    <a:pt x="53300" y="75000"/>
                    <a:pt x="50000" y="71700"/>
                    <a:pt x="50000" y="67500"/>
                  </a:cubicBezTo>
                  <a:cubicBezTo>
                    <a:pt x="50000" y="63300"/>
                    <a:pt x="53300" y="60000"/>
                    <a:pt x="57500" y="60000"/>
                  </a:cubicBezTo>
                  <a:close/>
                  <a:moveTo>
                    <a:pt x="80000" y="75000"/>
                  </a:moveTo>
                  <a:lnTo>
                    <a:pt x="75400" y="90000"/>
                  </a:lnTo>
                  <a:lnTo>
                    <a:pt x="94600" y="90000"/>
                  </a:lnTo>
                  <a:lnTo>
                    <a:pt x="90000" y="75000"/>
                  </a:lnTo>
                  <a:lnTo>
                    <a:pt x="80000" y="75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27" name="probe-temaki-rope_fence" descr="绳索围栏 — Temaki contributors; CC0-1.0; original SVG unchanged. Source: https://github.com/rapideditor/temaki/blob/6d9ac860d1d615d4449aab049f630d25d036c19e/icons/rope_fence.svg; SVG SHA256: 4d586bffe84c0f7cfb70996047c28549aca9f972a4d6badc008a60ca7715ec11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150000" cy="150000"/>
          </a:xfrm>
        </p:grpSpPr>
        <p:sp>
          <p:nvSpPr>
            <p:cNvPr id="28" name="probe-temaki-rope_fence-part-1"/>
            <p:cNvSpPr/>
            <p:nvPr/>
          </p:nvSpPr>
          <p:spPr>
            <a:xfrm>
              <a:off x="10000" y="40000"/>
              <a:ext cx="20000" cy="70000"/>
            </a:xfrm>
            <a:custGeom>
              <a:avLst/>
              <a:gdLst/>
              <a:ahLst/>
              <a:cxnLst/>
              <a:rect l="0" t="0" r="r" b="b"/>
              <a:pathLst>
                <a:path w="20000" h="70000">
                  <a:moveTo>
                    <a:pt x="10000" y="0"/>
                  </a:moveTo>
                  <a:cubicBezTo>
                    <a:pt x="15500" y="0"/>
                    <a:pt x="20000" y="4500"/>
                    <a:pt x="20000" y="10000"/>
                  </a:cubicBezTo>
                  <a:lnTo>
                    <a:pt x="20000" y="70000"/>
                  </a:lnTo>
                  <a:lnTo>
                    <a:pt x="0" y="70000"/>
                  </a:lnTo>
                  <a:lnTo>
                    <a:pt x="0" y="10000"/>
                  </a:lnTo>
                  <a:cubicBezTo>
                    <a:pt x="0" y="4500"/>
                    <a:pt x="4500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  <p:sp>
          <p:nvSpPr>
            <p:cNvPr id="29" name="probe-temaki-rope_fence-part-2"/>
            <p:cNvSpPr/>
            <p:nvPr/>
          </p:nvSpPr>
          <p:spPr>
            <a:xfrm>
              <a:off x="120000" y="40000"/>
              <a:ext cx="20000" cy="70000"/>
            </a:xfrm>
            <a:custGeom>
              <a:avLst/>
              <a:gdLst/>
              <a:ahLst/>
              <a:cxnLst/>
              <a:rect l="0" t="0" r="r" b="b"/>
              <a:pathLst>
                <a:path w="20000" h="70000">
                  <a:moveTo>
                    <a:pt x="10000" y="0"/>
                  </a:moveTo>
                  <a:cubicBezTo>
                    <a:pt x="15500" y="0"/>
                    <a:pt x="20000" y="4500"/>
                    <a:pt x="20000" y="10000"/>
                  </a:cubicBezTo>
                  <a:lnTo>
                    <a:pt x="20000" y="70000"/>
                  </a:lnTo>
                  <a:lnTo>
                    <a:pt x="0" y="70000"/>
                  </a:lnTo>
                  <a:lnTo>
                    <a:pt x="0" y="10000"/>
                  </a:lnTo>
                  <a:cubicBezTo>
                    <a:pt x="0" y="4500"/>
                    <a:pt x="4500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  <p:sp>
          <p:nvSpPr>
            <p:cNvPr id="30" name="probe-temaki-rope_fence-part-3"/>
            <p:cNvSpPr/>
            <p:nvPr/>
          </p:nvSpPr>
          <p:spPr>
            <a:xfrm>
              <a:off x="3764" y="48764"/>
              <a:ext cx="142471" cy="32536"/>
            </a:xfrm>
            <a:custGeom>
              <a:avLst/>
              <a:gdLst/>
              <a:ahLst/>
              <a:cxnLst/>
              <a:rect l="0" t="0" r="r" b="b"/>
              <a:pathLst>
                <a:path w="142471" h="32536">
                  <a:moveTo>
                    <a:pt x="2736" y="11436"/>
                  </a:moveTo>
                  <a:cubicBezTo>
                    <a:pt x="-64" y="9536"/>
                    <a:pt x="-864" y="5636"/>
                    <a:pt x="1036" y="2736"/>
                  </a:cubicBezTo>
                  <a:cubicBezTo>
                    <a:pt x="2936" y="-64"/>
                    <a:pt x="6836" y="-864"/>
                    <a:pt x="9736" y="1036"/>
                  </a:cubicBezTo>
                  <a:cubicBezTo>
                    <a:pt x="28636" y="13736"/>
                    <a:pt x="49136" y="20036"/>
                    <a:pt x="71236" y="20036"/>
                  </a:cubicBezTo>
                  <a:cubicBezTo>
                    <a:pt x="93336" y="20036"/>
                    <a:pt x="113836" y="13736"/>
                    <a:pt x="132736" y="1036"/>
                  </a:cubicBezTo>
                  <a:cubicBezTo>
                    <a:pt x="135636" y="-864"/>
                    <a:pt x="139536" y="-64"/>
                    <a:pt x="141436" y="2736"/>
                  </a:cubicBezTo>
                  <a:cubicBezTo>
                    <a:pt x="143336" y="5636"/>
                    <a:pt x="142536" y="9536"/>
                    <a:pt x="139736" y="11436"/>
                  </a:cubicBezTo>
                  <a:cubicBezTo>
                    <a:pt x="118636" y="25436"/>
                    <a:pt x="95836" y="32536"/>
                    <a:pt x="71236" y="32536"/>
                  </a:cubicBezTo>
                  <a:cubicBezTo>
                    <a:pt x="46636" y="32536"/>
                    <a:pt x="23836" y="25436"/>
                    <a:pt x="2736" y="11436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31" name="probe-temaki-security_camera" descr="摄像监测 — Temaki contributors; CC0-1.0; original SVG unchanged. Source: https://github.com/rapideditor/temaki/blob/6d9ac860d1d615d4449aab049f630d25d036c19e/icons/security_camera.svg; SVG SHA256: 3a94c66dda0ec0c7a57627551c1bfa4de1d38a14de47001603504b1fd89a9323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150000" cy="150000"/>
          </a:xfrm>
        </p:grpSpPr>
        <p:sp>
          <p:nvSpPr>
            <p:cNvPr id="32" name="probe-temaki-security_camera-part-1"/>
            <p:cNvSpPr/>
            <p:nvPr/>
          </p:nvSpPr>
          <p:spPr>
            <a:xfrm>
              <a:off x="0" y="20000"/>
              <a:ext cx="150000" cy="45000"/>
            </a:xfrm>
            <a:custGeom>
              <a:avLst/>
              <a:gdLst/>
              <a:ahLst/>
              <a:cxnLst/>
              <a:rect l="0" t="0" r="r" b="b"/>
              <a:pathLst>
                <a:path w="150000" h="45000">
                  <a:moveTo>
                    <a:pt x="0" y="0"/>
                  </a:moveTo>
                  <a:cubicBezTo>
                    <a:pt x="0" y="0"/>
                    <a:pt x="50000" y="0"/>
                    <a:pt x="50000" y="0"/>
                  </a:cubicBezTo>
                  <a:cubicBezTo>
                    <a:pt x="50000" y="0"/>
                    <a:pt x="150000" y="45000"/>
                    <a:pt x="150000" y="45000"/>
                  </a:cubicBezTo>
                  <a:cubicBezTo>
                    <a:pt x="150000" y="45000"/>
                    <a:pt x="77500" y="45000"/>
                    <a:pt x="77500" y="45000"/>
                  </a:cubicBezTo>
                  <a:cubicBezTo>
                    <a:pt x="77500" y="450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  <p:sp>
          <p:nvSpPr>
            <p:cNvPr id="33" name="probe-temaki-security_camera-part-2"/>
            <p:cNvSpPr/>
            <p:nvPr/>
          </p:nvSpPr>
          <p:spPr>
            <a:xfrm>
              <a:off x="0" y="25000"/>
              <a:ext cx="75000" cy="100000"/>
            </a:xfrm>
            <a:custGeom>
              <a:avLst/>
              <a:gdLst/>
              <a:ahLst/>
              <a:cxnLst/>
              <a:rect l="0" t="0" r="r" b="b"/>
              <a:pathLst>
                <a:path w="75000" h="100000">
                  <a:moveTo>
                    <a:pt x="0" y="0"/>
                  </a:moveTo>
                  <a:cubicBezTo>
                    <a:pt x="0" y="0"/>
                    <a:pt x="75000" y="45000"/>
                    <a:pt x="75000" y="45000"/>
                  </a:cubicBezTo>
                  <a:cubicBezTo>
                    <a:pt x="75000" y="45000"/>
                    <a:pt x="55000" y="100000"/>
                    <a:pt x="55000" y="100000"/>
                  </a:cubicBezTo>
                  <a:cubicBezTo>
                    <a:pt x="55000" y="100000"/>
                    <a:pt x="0" y="35000"/>
                    <a:pt x="0" y="35000"/>
                  </a:cubicBezTo>
                  <a:cubicBezTo>
                    <a:pt x="0" y="350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  <p:sp>
          <p:nvSpPr>
            <p:cNvPr id="34" name="probe-temaki-security_camera-part-3"/>
            <p:cNvSpPr/>
            <p:nvPr/>
          </p:nvSpPr>
          <p:spPr>
            <a:xfrm>
              <a:off x="60000" y="70000"/>
              <a:ext cx="90000" cy="55000"/>
            </a:xfrm>
            <a:custGeom>
              <a:avLst/>
              <a:gdLst/>
              <a:ahLst/>
              <a:cxnLst/>
              <a:rect l="0" t="0" r="r" b="b"/>
              <a:pathLst>
                <a:path w="90000" h="55000">
                  <a:moveTo>
                    <a:pt x="90000" y="0"/>
                  </a:moveTo>
                  <a:cubicBezTo>
                    <a:pt x="90000" y="0"/>
                    <a:pt x="65000" y="55000"/>
                    <a:pt x="65000" y="55000"/>
                  </a:cubicBezTo>
                  <a:cubicBezTo>
                    <a:pt x="65000" y="55000"/>
                    <a:pt x="0" y="55000"/>
                    <a:pt x="0" y="55000"/>
                  </a:cubicBezTo>
                  <a:cubicBezTo>
                    <a:pt x="0" y="55000"/>
                    <a:pt x="20000" y="0"/>
                    <a:pt x="20000" y="0"/>
                  </a:cubicBezTo>
                  <a:lnTo>
                    <a:pt x="90000" y="0"/>
                  </a:lnTo>
                  <a:close/>
                  <a:moveTo>
                    <a:pt x="41300" y="5000"/>
                  </a:moveTo>
                  <a:cubicBezTo>
                    <a:pt x="29500" y="5000"/>
                    <a:pt x="20000" y="13500"/>
                    <a:pt x="20000" y="24000"/>
                  </a:cubicBezTo>
                  <a:cubicBezTo>
                    <a:pt x="20000" y="34500"/>
                    <a:pt x="29500" y="43000"/>
                    <a:pt x="41300" y="43000"/>
                  </a:cubicBezTo>
                  <a:cubicBezTo>
                    <a:pt x="53000" y="43000"/>
                    <a:pt x="62500" y="34500"/>
                    <a:pt x="62500" y="24000"/>
                  </a:cubicBezTo>
                  <a:cubicBezTo>
                    <a:pt x="62500" y="13500"/>
                    <a:pt x="53000" y="5000"/>
                    <a:pt x="41300" y="50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35" name="probe-temaki-sleep_shelter" descr="宿营庇护所 — Temaki contributors; CC0-1.0; original SVG unchanged. Source: https://github.com/rapideditor/temaki/blob/6d9ac860d1d615d4449aab049f630d25d036c19e/icons/sleep_shelter.svg; SVG SHA256: ff7db5fde9c318a30c1e8f31d8bf398b2170e294f5370da1d154ace83597b256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150000" cy="150000"/>
          </a:xfrm>
        </p:grpSpPr>
        <p:sp>
          <p:nvSpPr>
            <p:cNvPr id="36" name="probe-temaki-sleep_shelter-part-1"/>
            <p:cNvSpPr/>
            <p:nvPr/>
          </p:nvSpPr>
          <p:spPr>
            <a:xfrm>
              <a:off x="10000" y="10000"/>
              <a:ext cx="130000" cy="130000"/>
            </a:xfrm>
            <a:custGeom>
              <a:avLst/>
              <a:gdLst/>
              <a:ahLst/>
              <a:cxnLst/>
              <a:rect l="0" t="0" r="r" b="b"/>
              <a:pathLst>
                <a:path w="130000" h="130000">
                  <a:moveTo>
                    <a:pt x="30000" y="60000"/>
                  </a:moveTo>
                  <a:lnTo>
                    <a:pt x="30000" y="130000"/>
                  </a:lnTo>
                  <a:lnTo>
                    <a:pt x="10000" y="130000"/>
                  </a:lnTo>
                  <a:lnTo>
                    <a:pt x="10000" y="67800"/>
                  </a:lnTo>
                  <a:lnTo>
                    <a:pt x="0" y="71600"/>
                  </a:lnTo>
                  <a:lnTo>
                    <a:pt x="0" y="50000"/>
                  </a:lnTo>
                  <a:lnTo>
                    <a:pt x="130000" y="0"/>
                  </a:lnTo>
                  <a:lnTo>
                    <a:pt x="130000" y="21400"/>
                  </a:lnTo>
                  <a:lnTo>
                    <a:pt x="30000" y="60000"/>
                  </a:lnTo>
                  <a:close/>
                  <a:moveTo>
                    <a:pt x="58300" y="106600"/>
                  </a:moveTo>
                  <a:cubicBezTo>
                    <a:pt x="48200" y="106600"/>
                    <a:pt x="40000" y="98400"/>
                    <a:pt x="40000" y="88300"/>
                  </a:cubicBezTo>
                  <a:cubicBezTo>
                    <a:pt x="40000" y="78200"/>
                    <a:pt x="48200" y="70000"/>
                    <a:pt x="58300" y="70000"/>
                  </a:cubicBezTo>
                  <a:cubicBezTo>
                    <a:pt x="68300" y="70000"/>
                    <a:pt x="76500" y="78200"/>
                    <a:pt x="76500" y="88300"/>
                  </a:cubicBezTo>
                  <a:cubicBezTo>
                    <a:pt x="76500" y="98400"/>
                    <a:pt x="68300" y="106600"/>
                    <a:pt x="58300" y="106600"/>
                  </a:cubicBezTo>
                  <a:close/>
                  <a:moveTo>
                    <a:pt x="130000" y="130000"/>
                  </a:moveTo>
                  <a:lnTo>
                    <a:pt x="105000" y="130000"/>
                  </a:lnTo>
                  <a:lnTo>
                    <a:pt x="105000" y="77100"/>
                  </a:lnTo>
                  <a:lnTo>
                    <a:pt x="130000" y="77100"/>
                  </a:lnTo>
                  <a:lnTo>
                    <a:pt x="130000" y="130000"/>
                  </a:lnTo>
                  <a:close/>
                  <a:moveTo>
                    <a:pt x="82100" y="112000"/>
                  </a:moveTo>
                  <a:lnTo>
                    <a:pt x="82100" y="84800"/>
                  </a:lnTo>
                  <a:cubicBezTo>
                    <a:pt x="82100" y="79800"/>
                    <a:pt x="86100" y="75800"/>
                    <a:pt x="91100" y="75800"/>
                  </a:cubicBezTo>
                  <a:cubicBezTo>
                    <a:pt x="96000" y="75800"/>
                    <a:pt x="100100" y="79800"/>
                    <a:pt x="100100" y="84800"/>
                  </a:cubicBezTo>
                  <a:lnTo>
                    <a:pt x="100100" y="121000"/>
                  </a:lnTo>
                  <a:cubicBezTo>
                    <a:pt x="100100" y="125900"/>
                    <a:pt x="96000" y="130000"/>
                    <a:pt x="91100" y="130000"/>
                  </a:cubicBezTo>
                  <a:lnTo>
                    <a:pt x="49400" y="130000"/>
                  </a:lnTo>
                  <a:cubicBezTo>
                    <a:pt x="44400" y="130000"/>
                    <a:pt x="40400" y="125900"/>
                    <a:pt x="40400" y="121000"/>
                  </a:cubicBezTo>
                  <a:cubicBezTo>
                    <a:pt x="40400" y="116000"/>
                    <a:pt x="44400" y="112000"/>
                    <a:pt x="49400" y="112000"/>
                  </a:cubicBezTo>
                  <a:lnTo>
                    <a:pt x="82100" y="112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37" name="probe-temaki-tree_broadleaved" descr="阔叶树 — Temaki contributors; CC0-1.0; original SVG unchanged. Source: https://github.com/rapideditor/temaki/blob/6d9ac860d1d615d4449aab049f630d25d036c19e/icons/tree_broadleaved.svg; SVG SHA256: 68c48d84a81145003bc461180f44422b036cbd825108ab917c82852ea5a4ec5b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150000" cy="150000"/>
          </a:xfrm>
        </p:grpSpPr>
        <p:sp>
          <p:nvSpPr>
            <p:cNvPr id="38" name="probe-temaki-tree_broadleaved-part-1"/>
            <p:cNvSpPr/>
            <p:nvPr/>
          </p:nvSpPr>
          <p:spPr>
            <a:xfrm>
              <a:off x="19722" y="10000"/>
              <a:ext cx="120278" cy="130000"/>
            </a:xfrm>
            <a:custGeom>
              <a:avLst/>
              <a:gdLst/>
              <a:ahLst/>
              <a:cxnLst/>
              <a:rect l="0" t="0" r="r" b="b"/>
              <a:pathLst>
                <a:path w="120278" h="130000">
                  <a:moveTo>
                    <a:pt x="120278" y="47500"/>
                  </a:moveTo>
                  <a:cubicBezTo>
                    <a:pt x="120278" y="40600"/>
                    <a:pt x="116478" y="34300"/>
                    <a:pt x="110278" y="31400"/>
                  </a:cubicBezTo>
                  <a:cubicBezTo>
                    <a:pt x="109778" y="24900"/>
                    <a:pt x="104278" y="20000"/>
                    <a:pt x="97778" y="20000"/>
                  </a:cubicBezTo>
                  <a:cubicBezTo>
                    <a:pt x="96778" y="20000"/>
                    <a:pt x="95778" y="20000"/>
                    <a:pt x="94778" y="20000"/>
                  </a:cubicBezTo>
                  <a:cubicBezTo>
                    <a:pt x="94778" y="13400"/>
                    <a:pt x="88378" y="8500"/>
                    <a:pt x="81778" y="9100"/>
                  </a:cubicBezTo>
                  <a:cubicBezTo>
                    <a:pt x="79278" y="10000"/>
                    <a:pt x="76778" y="11100"/>
                    <a:pt x="74878" y="12500"/>
                  </a:cubicBezTo>
                  <a:lnTo>
                    <a:pt x="74878" y="12500"/>
                  </a:lnTo>
                  <a:cubicBezTo>
                    <a:pt x="74878" y="5600"/>
                    <a:pt x="69278" y="0"/>
                    <a:pt x="62378" y="0"/>
                  </a:cubicBezTo>
                  <a:cubicBezTo>
                    <a:pt x="55478" y="0"/>
                    <a:pt x="49878" y="5900"/>
                    <a:pt x="49878" y="12500"/>
                  </a:cubicBezTo>
                  <a:cubicBezTo>
                    <a:pt x="49878" y="12500"/>
                    <a:pt x="50278" y="13000"/>
                    <a:pt x="50278" y="13300"/>
                  </a:cubicBezTo>
                  <a:cubicBezTo>
                    <a:pt x="45178" y="8900"/>
                    <a:pt x="37478" y="9500"/>
                    <a:pt x="32778" y="14600"/>
                  </a:cubicBezTo>
                  <a:cubicBezTo>
                    <a:pt x="31578" y="16300"/>
                    <a:pt x="30278" y="18500"/>
                    <a:pt x="30278" y="20000"/>
                  </a:cubicBezTo>
                  <a:cubicBezTo>
                    <a:pt x="28678" y="20000"/>
                    <a:pt x="27078" y="20000"/>
                    <a:pt x="25378" y="20000"/>
                  </a:cubicBezTo>
                  <a:cubicBezTo>
                    <a:pt x="17078" y="20000"/>
                    <a:pt x="10278" y="26600"/>
                    <a:pt x="10278" y="34900"/>
                  </a:cubicBezTo>
                  <a:cubicBezTo>
                    <a:pt x="10278" y="36900"/>
                    <a:pt x="10278" y="38900"/>
                    <a:pt x="11378" y="40000"/>
                  </a:cubicBezTo>
                  <a:cubicBezTo>
                    <a:pt x="3478" y="43000"/>
                    <a:pt x="-1222" y="51100"/>
                    <a:pt x="278" y="59100"/>
                  </a:cubicBezTo>
                  <a:cubicBezTo>
                    <a:pt x="2478" y="64100"/>
                    <a:pt x="6378" y="68000"/>
                    <a:pt x="11378" y="69400"/>
                  </a:cubicBezTo>
                  <a:cubicBezTo>
                    <a:pt x="13878" y="77200"/>
                    <a:pt x="22278" y="81500"/>
                    <a:pt x="30178" y="79000"/>
                  </a:cubicBezTo>
                  <a:cubicBezTo>
                    <a:pt x="35478" y="77300"/>
                    <a:pt x="39378" y="72700"/>
                    <a:pt x="40278" y="67100"/>
                  </a:cubicBezTo>
                  <a:cubicBezTo>
                    <a:pt x="42078" y="68700"/>
                    <a:pt x="44378" y="69700"/>
                    <a:pt x="46778" y="70000"/>
                  </a:cubicBezTo>
                  <a:lnTo>
                    <a:pt x="46778" y="120000"/>
                  </a:lnTo>
                  <a:lnTo>
                    <a:pt x="30278" y="130000"/>
                  </a:lnTo>
                  <a:lnTo>
                    <a:pt x="80278" y="130000"/>
                  </a:lnTo>
                  <a:lnTo>
                    <a:pt x="64278" y="120000"/>
                  </a:lnTo>
                  <a:lnTo>
                    <a:pt x="64278" y="100000"/>
                  </a:lnTo>
                  <a:cubicBezTo>
                    <a:pt x="71678" y="91100"/>
                    <a:pt x="81178" y="84200"/>
                    <a:pt x="91978" y="80000"/>
                  </a:cubicBezTo>
                  <a:cubicBezTo>
                    <a:pt x="99978" y="81900"/>
                    <a:pt x="107978" y="76900"/>
                    <a:pt x="109878" y="68900"/>
                  </a:cubicBezTo>
                  <a:cubicBezTo>
                    <a:pt x="110278" y="67700"/>
                    <a:pt x="110278" y="66400"/>
                    <a:pt x="110278" y="65200"/>
                  </a:cubicBezTo>
                  <a:cubicBezTo>
                    <a:pt x="110278" y="65200"/>
                    <a:pt x="110278" y="64100"/>
                    <a:pt x="110278" y="63600"/>
                  </a:cubicBezTo>
                  <a:cubicBezTo>
                    <a:pt x="116478" y="60000"/>
                    <a:pt x="120278" y="54400"/>
                    <a:pt x="120278" y="47500"/>
                  </a:cubicBezTo>
                  <a:close/>
                  <a:moveTo>
                    <a:pt x="64278" y="92500"/>
                  </a:moveTo>
                  <a:lnTo>
                    <a:pt x="64278" y="58200"/>
                  </a:lnTo>
                  <a:cubicBezTo>
                    <a:pt x="66978" y="63000"/>
                    <a:pt x="72078" y="66000"/>
                    <a:pt x="77578" y="66000"/>
                  </a:cubicBezTo>
                  <a:lnTo>
                    <a:pt x="80078" y="66000"/>
                  </a:lnTo>
                  <a:cubicBezTo>
                    <a:pt x="80078" y="70400"/>
                    <a:pt x="82278" y="74500"/>
                    <a:pt x="85778" y="77200"/>
                  </a:cubicBezTo>
                  <a:cubicBezTo>
                    <a:pt x="77878" y="80900"/>
                    <a:pt x="70278" y="86200"/>
                    <a:pt x="64278" y="925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39" name="probe-temaki-tree_needleleaved" descr="针叶树 — Temaki contributors; CC0-1.0; original SVG unchanged. Source: https://github.com/rapideditor/temaki/blob/6d9ac860d1d615d4449aab049f630d25d036c19e/icons/tree_needleleaved.svg; SVG SHA256: b9d546a914484d81512acc327f64cd6226d4a46c48af13bc248c98a6c1723b30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150000" cy="150000"/>
          </a:xfrm>
        </p:grpSpPr>
        <p:sp>
          <p:nvSpPr>
            <p:cNvPr id="40" name="probe-temaki-tree_needleleaved-part-1"/>
            <p:cNvSpPr/>
            <p:nvPr/>
          </p:nvSpPr>
          <p:spPr>
            <a:xfrm>
              <a:off x="20000" y="5000"/>
              <a:ext cx="110000" cy="143750"/>
            </a:xfrm>
            <a:custGeom>
              <a:avLst/>
              <a:gdLst/>
              <a:ahLst/>
              <a:cxnLst/>
              <a:rect l="0" t="0" r="r" b="b"/>
              <a:pathLst>
                <a:path w="110000" h="143750">
                  <a:moveTo>
                    <a:pt x="75000" y="95000"/>
                  </a:moveTo>
                  <a:lnTo>
                    <a:pt x="100000" y="95000"/>
                  </a:lnTo>
                  <a:lnTo>
                    <a:pt x="70000" y="65000"/>
                  </a:lnTo>
                  <a:lnTo>
                    <a:pt x="90000" y="65000"/>
                  </a:lnTo>
                  <a:lnTo>
                    <a:pt x="65000" y="35000"/>
                  </a:lnTo>
                  <a:lnTo>
                    <a:pt x="80000" y="35000"/>
                  </a:lnTo>
                  <a:lnTo>
                    <a:pt x="55000" y="0"/>
                  </a:lnTo>
                  <a:lnTo>
                    <a:pt x="30000" y="35000"/>
                  </a:lnTo>
                  <a:lnTo>
                    <a:pt x="45000" y="35000"/>
                  </a:lnTo>
                  <a:lnTo>
                    <a:pt x="20000" y="65000"/>
                  </a:lnTo>
                  <a:lnTo>
                    <a:pt x="40000" y="65000"/>
                  </a:lnTo>
                  <a:lnTo>
                    <a:pt x="10000" y="95000"/>
                  </a:lnTo>
                  <a:lnTo>
                    <a:pt x="35000" y="95000"/>
                  </a:lnTo>
                  <a:lnTo>
                    <a:pt x="0" y="125000"/>
                  </a:lnTo>
                  <a:lnTo>
                    <a:pt x="45000" y="125000"/>
                  </a:lnTo>
                  <a:cubicBezTo>
                    <a:pt x="45000" y="125000"/>
                    <a:pt x="45000" y="135000"/>
                    <a:pt x="45000" y="140000"/>
                  </a:cubicBezTo>
                  <a:cubicBezTo>
                    <a:pt x="45000" y="145000"/>
                    <a:pt x="65000" y="145000"/>
                    <a:pt x="65000" y="140000"/>
                  </a:cubicBezTo>
                  <a:lnTo>
                    <a:pt x="65000" y="125000"/>
                  </a:lnTo>
                  <a:lnTo>
                    <a:pt x="110000" y="125000"/>
                  </a:lnTo>
                  <a:lnTo>
                    <a:pt x="75000" y="95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41" name="probe-temaki-tree_row" descr="林带 — Temaki contributors; CC0-1.0; original SVG unchanged. Source: https://github.com/rapideditor/temaki/blob/6d9ac860d1d615d4449aab049f630d25d036c19e/icons/tree_row.svg; SVG SHA256: 18b777ce4ed15a3dba17cfd9f1f7c1290bc5a8bb21528038edc2d200d0546483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150000" cy="150000"/>
          </a:xfrm>
        </p:grpSpPr>
        <p:sp>
          <p:nvSpPr>
            <p:cNvPr id="42" name="probe-temaki-tree_row-part-1"/>
            <p:cNvSpPr/>
            <p:nvPr/>
          </p:nvSpPr>
          <p:spPr>
            <a:xfrm>
              <a:off x="11200" y="10000"/>
              <a:ext cx="127673" cy="130000"/>
            </a:xfrm>
            <a:custGeom>
              <a:avLst/>
              <a:gdLst/>
              <a:ahLst/>
              <a:cxnLst/>
              <a:rect l="0" t="0" r="r" b="b"/>
              <a:pathLst>
                <a:path w="127673" h="130000">
                  <a:moveTo>
                    <a:pt x="108800" y="99400"/>
                  </a:moveTo>
                  <a:lnTo>
                    <a:pt x="108800" y="130000"/>
                  </a:lnTo>
                  <a:lnTo>
                    <a:pt x="98800" y="130000"/>
                  </a:lnTo>
                  <a:lnTo>
                    <a:pt x="98800" y="99500"/>
                  </a:lnTo>
                  <a:cubicBezTo>
                    <a:pt x="92500" y="98200"/>
                    <a:pt x="87100" y="94400"/>
                    <a:pt x="83700" y="89100"/>
                  </a:cubicBezTo>
                  <a:cubicBezTo>
                    <a:pt x="80400" y="94200"/>
                    <a:pt x="75100" y="98100"/>
                    <a:pt x="68800" y="99400"/>
                  </a:cubicBezTo>
                  <a:lnTo>
                    <a:pt x="68800" y="130000"/>
                  </a:lnTo>
                  <a:lnTo>
                    <a:pt x="58800" y="130000"/>
                  </a:lnTo>
                  <a:lnTo>
                    <a:pt x="58800" y="99500"/>
                  </a:lnTo>
                  <a:cubicBezTo>
                    <a:pt x="52500" y="98200"/>
                    <a:pt x="47100" y="94400"/>
                    <a:pt x="43700" y="89100"/>
                  </a:cubicBezTo>
                  <a:cubicBezTo>
                    <a:pt x="40400" y="94200"/>
                    <a:pt x="35100" y="98100"/>
                    <a:pt x="28800" y="99400"/>
                  </a:cubicBezTo>
                  <a:lnTo>
                    <a:pt x="28800" y="130000"/>
                  </a:lnTo>
                  <a:lnTo>
                    <a:pt x="18800" y="130000"/>
                  </a:lnTo>
                  <a:lnTo>
                    <a:pt x="18800" y="99500"/>
                  </a:lnTo>
                  <a:cubicBezTo>
                    <a:pt x="8100" y="97300"/>
                    <a:pt x="0" y="87700"/>
                    <a:pt x="0" y="76300"/>
                  </a:cubicBezTo>
                  <a:cubicBezTo>
                    <a:pt x="0" y="75000"/>
                    <a:pt x="100" y="73700"/>
                    <a:pt x="300" y="72400"/>
                  </a:cubicBezTo>
                  <a:cubicBezTo>
                    <a:pt x="8500" y="24100"/>
                    <a:pt x="16500" y="0"/>
                    <a:pt x="24400" y="0"/>
                  </a:cubicBezTo>
                  <a:cubicBezTo>
                    <a:pt x="31000" y="0"/>
                    <a:pt x="37600" y="17400"/>
                    <a:pt x="44000" y="52300"/>
                  </a:cubicBezTo>
                  <a:cubicBezTo>
                    <a:pt x="50900" y="17400"/>
                    <a:pt x="57700" y="0"/>
                    <a:pt x="64400" y="0"/>
                  </a:cubicBezTo>
                  <a:cubicBezTo>
                    <a:pt x="71000" y="0"/>
                    <a:pt x="77600" y="17400"/>
                    <a:pt x="84000" y="52300"/>
                  </a:cubicBezTo>
                  <a:cubicBezTo>
                    <a:pt x="90900" y="17400"/>
                    <a:pt x="97700" y="0"/>
                    <a:pt x="104400" y="0"/>
                  </a:cubicBezTo>
                  <a:cubicBezTo>
                    <a:pt x="112200" y="0"/>
                    <a:pt x="119900" y="24100"/>
                    <a:pt x="127400" y="72300"/>
                  </a:cubicBezTo>
                  <a:lnTo>
                    <a:pt x="127400" y="72300"/>
                  </a:lnTo>
                  <a:cubicBezTo>
                    <a:pt x="129300" y="84900"/>
                    <a:pt x="121100" y="96800"/>
                    <a:pt x="108800" y="994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43" name="probe-temaki-tree_stump" descr="树桩 — Temaki contributors; CC0-1.0; original SVG unchanged. Source: https://github.com/rapideditor/temaki/blob/6d9ac860d1d615d4449aab049f630d25d036c19e/icons/tree_stump.svg; SVG SHA256: 71a0fc5e4b5ea5548dc6d75fb1f294ed7bb3568e9a41df0f9edee7bec38449a9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150000" cy="150000"/>
          </a:xfrm>
        </p:grpSpPr>
        <p:sp>
          <p:nvSpPr>
            <p:cNvPr id="44" name="probe-temaki-tree_stump-part-1"/>
            <p:cNvSpPr/>
            <p:nvPr/>
          </p:nvSpPr>
          <p:spPr>
            <a:xfrm>
              <a:off x="9995" y="20000"/>
              <a:ext cx="130110" cy="110000"/>
            </a:xfrm>
            <a:custGeom>
              <a:avLst/>
              <a:gdLst/>
              <a:ahLst/>
              <a:cxnLst/>
              <a:rect l="0" t="0" r="r" b="b"/>
              <a:pathLst>
                <a:path w="130110" h="110000">
                  <a:moveTo>
                    <a:pt x="126005" y="77300"/>
                  </a:moveTo>
                  <a:cubicBezTo>
                    <a:pt x="123005" y="75000"/>
                    <a:pt x="120805" y="72100"/>
                    <a:pt x="119405" y="68800"/>
                  </a:cubicBezTo>
                  <a:cubicBezTo>
                    <a:pt x="116505" y="62000"/>
                    <a:pt x="115805" y="34900"/>
                    <a:pt x="116005" y="19400"/>
                  </a:cubicBezTo>
                  <a:cubicBezTo>
                    <a:pt x="116005" y="19200"/>
                    <a:pt x="116005" y="19000"/>
                    <a:pt x="116005" y="18700"/>
                  </a:cubicBezTo>
                  <a:cubicBezTo>
                    <a:pt x="115205" y="4000"/>
                    <a:pt x="83705" y="0"/>
                    <a:pt x="65005" y="0"/>
                  </a:cubicBezTo>
                  <a:cubicBezTo>
                    <a:pt x="46305" y="0"/>
                    <a:pt x="14805" y="4000"/>
                    <a:pt x="14005" y="18700"/>
                  </a:cubicBezTo>
                  <a:cubicBezTo>
                    <a:pt x="14005" y="18900"/>
                    <a:pt x="14005" y="19100"/>
                    <a:pt x="14005" y="19400"/>
                  </a:cubicBezTo>
                  <a:cubicBezTo>
                    <a:pt x="14205" y="34900"/>
                    <a:pt x="13505" y="62000"/>
                    <a:pt x="10605" y="68800"/>
                  </a:cubicBezTo>
                  <a:cubicBezTo>
                    <a:pt x="9205" y="72100"/>
                    <a:pt x="7005" y="75000"/>
                    <a:pt x="4005" y="77300"/>
                  </a:cubicBezTo>
                  <a:cubicBezTo>
                    <a:pt x="1505" y="79200"/>
                    <a:pt x="105" y="82200"/>
                    <a:pt x="5" y="85500"/>
                  </a:cubicBezTo>
                  <a:cubicBezTo>
                    <a:pt x="-95" y="88800"/>
                    <a:pt x="1305" y="91800"/>
                    <a:pt x="3605" y="93900"/>
                  </a:cubicBezTo>
                  <a:lnTo>
                    <a:pt x="4805" y="94900"/>
                  </a:lnTo>
                  <a:cubicBezTo>
                    <a:pt x="6405" y="96300"/>
                    <a:pt x="8505" y="97100"/>
                    <a:pt x="10605" y="97100"/>
                  </a:cubicBezTo>
                  <a:cubicBezTo>
                    <a:pt x="13205" y="97100"/>
                    <a:pt x="15805" y="95900"/>
                    <a:pt x="17505" y="93800"/>
                  </a:cubicBezTo>
                  <a:cubicBezTo>
                    <a:pt x="19905" y="91000"/>
                    <a:pt x="24705" y="86200"/>
                    <a:pt x="29405" y="86200"/>
                  </a:cubicBezTo>
                  <a:cubicBezTo>
                    <a:pt x="29705" y="86200"/>
                    <a:pt x="30005" y="86200"/>
                    <a:pt x="30405" y="86300"/>
                  </a:cubicBezTo>
                  <a:cubicBezTo>
                    <a:pt x="31105" y="86400"/>
                    <a:pt x="31205" y="86600"/>
                    <a:pt x="31305" y="86700"/>
                  </a:cubicBezTo>
                  <a:cubicBezTo>
                    <a:pt x="31805" y="87600"/>
                    <a:pt x="32305" y="90700"/>
                    <a:pt x="30705" y="97000"/>
                  </a:cubicBezTo>
                  <a:cubicBezTo>
                    <a:pt x="29305" y="102400"/>
                    <a:pt x="32205" y="108200"/>
                    <a:pt x="37205" y="109700"/>
                  </a:cubicBezTo>
                  <a:cubicBezTo>
                    <a:pt x="38105" y="109900"/>
                    <a:pt x="39005" y="110000"/>
                    <a:pt x="39905" y="110000"/>
                  </a:cubicBezTo>
                  <a:cubicBezTo>
                    <a:pt x="44305" y="110000"/>
                    <a:pt x="48005" y="106800"/>
                    <a:pt x="49105" y="102100"/>
                  </a:cubicBezTo>
                  <a:cubicBezTo>
                    <a:pt x="50905" y="94000"/>
                    <a:pt x="57405" y="88300"/>
                    <a:pt x="65105" y="88300"/>
                  </a:cubicBezTo>
                  <a:cubicBezTo>
                    <a:pt x="72705" y="88300"/>
                    <a:pt x="79305" y="94000"/>
                    <a:pt x="81105" y="102100"/>
                  </a:cubicBezTo>
                  <a:cubicBezTo>
                    <a:pt x="82105" y="106700"/>
                    <a:pt x="85905" y="110000"/>
                    <a:pt x="90305" y="110000"/>
                  </a:cubicBezTo>
                  <a:cubicBezTo>
                    <a:pt x="91205" y="110000"/>
                    <a:pt x="92105" y="109900"/>
                    <a:pt x="92905" y="109600"/>
                  </a:cubicBezTo>
                  <a:cubicBezTo>
                    <a:pt x="97905" y="108000"/>
                    <a:pt x="100805" y="102300"/>
                    <a:pt x="99405" y="96900"/>
                  </a:cubicBezTo>
                  <a:cubicBezTo>
                    <a:pt x="97805" y="90700"/>
                    <a:pt x="98305" y="87500"/>
                    <a:pt x="98805" y="86600"/>
                  </a:cubicBezTo>
                  <a:cubicBezTo>
                    <a:pt x="98905" y="86500"/>
                    <a:pt x="99005" y="86300"/>
                    <a:pt x="99705" y="86200"/>
                  </a:cubicBezTo>
                  <a:cubicBezTo>
                    <a:pt x="100005" y="86200"/>
                    <a:pt x="100305" y="86100"/>
                    <a:pt x="100705" y="86100"/>
                  </a:cubicBezTo>
                  <a:cubicBezTo>
                    <a:pt x="105505" y="86100"/>
                    <a:pt x="110205" y="90900"/>
                    <a:pt x="112605" y="93700"/>
                  </a:cubicBezTo>
                  <a:cubicBezTo>
                    <a:pt x="114405" y="95800"/>
                    <a:pt x="116905" y="97000"/>
                    <a:pt x="119505" y="97000"/>
                  </a:cubicBezTo>
                  <a:lnTo>
                    <a:pt x="119505" y="97000"/>
                  </a:lnTo>
                  <a:cubicBezTo>
                    <a:pt x="121605" y="97000"/>
                    <a:pt x="123605" y="96200"/>
                    <a:pt x="125305" y="94800"/>
                  </a:cubicBezTo>
                  <a:lnTo>
                    <a:pt x="126505" y="93800"/>
                  </a:lnTo>
                  <a:cubicBezTo>
                    <a:pt x="128905" y="91800"/>
                    <a:pt x="130205" y="88700"/>
                    <a:pt x="130105" y="85500"/>
                  </a:cubicBezTo>
                  <a:cubicBezTo>
                    <a:pt x="130005" y="82200"/>
                    <a:pt x="128605" y="79200"/>
                    <a:pt x="126105" y="77300"/>
                  </a:cubicBezTo>
                  <a:close/>
                  <a:moveTo>
                    <a:pt x="65005" y="10400"/>
                  </a:moveTo>
                  <a:cubicBezTo>
                    <a:pt x="90805" y="10400"/>
                    <a:pt x="98005" y="14100"/>
                    <a:pt x="100005" y="17000"/>
                  </a:cubicBezTo>
                  <a:cubicBezTo>
                    <a:pt x="100005" y="17000"/>
                    <a:pt x="100005" y="17000"/>
                    <a:pt x="100005" y="17000"/>
                  </a:cubicBezTo>
                  <a:cubicBezTo>
                    <a:pt x="94705" y="25500"/>
                    <a:pt x="78805" y="25100"/>
                    <a:pt x="64805" y="25500"/>
                  </a:cubicBezTo>
                  <a:cubicBezTo>
                    <a:pt x="50105" y="24400"/>
                    <a:pt x="36305" y="25500"/>
                    <a:pt x="30005" y="17000"/>
                  </a:cubicBezTo>
                  <a:cubicBezTo>
                    <a:pt x="30005" y="17000"/>
                    <a:pt x="30005" y="17000"/>
                    <a:pt x="30005" y="17000"/>
                  </a:cubicBezTo>
                  <a:cubicBezTo>
                    <a:pt x="32005" y="14100"/>
                    <a:pt x="39205" y="10400"/>
                    <a:pt x="65005" y="10400"/>
                  </a:cubicBez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45" name="probe-temaki-water_bottle" descr="水壶 — Temaki contributors; CC0-1.0; original SVG unchanged. Source: https://github.com/rapideditor/temaki/blob/6d9ac860d1d615d4449aab049f630d25d036c19e/icons/water_bottle.svg; SVG SHA256: 7b7be509688c011a23655d4ab0f5443e475d6621e630673e466ce3c7d651c28b; native DrawingML derivative; original colors retained"/>
          <p:cNvGrpSpPr/>
          <p:nvPr/>
        </p:nvGrpSpPr>
        <p:grpSpPr>
          <a:xfrm>
            <a:off x="10558462" y="2190750"/>
            <a:ext cx="428625" cy="1028700"/>
            <a:chOff x="0" y="0"/>
            <a:chExt cx="200000" cy="480000"/>
          </a:xfrm>
        </p:grpSpPr>
        <p:sp>
          <p:nvSpPr>
            <p:cNvPr id="46" name="probe-temaki-water_bottle-part-1"/>
            <p:cNvSpPr/>
            <p:nvPr/>
          </p:nvSpPr>
          <p:spPr>
            <a:xfrm>
              <a:off x="0" y="0"/>
              <a:ext cx="200000" cy="150000"/>
            </a:xfrm>
            <a:custGeom>
              <a:avLst/>
              <a:gdLst/>
              <a:ahLst/>
              <a:cxnLst/>
              <a:rect l="0" t="0" r="r" b="b"/>
              <a:pathLst>
                <a:path w="200000" h="150000">
                  <a:moveTo>
                    <a:pt x="10000" y="150000"/>
                  </a:moveTo>
                  <a:lnTo>
                    <a:pt x="190000" y="150000"/>
                  </a:lnTo>
                  <a:cubicBezTo>
                    <a:pt x="190209" y="150000"/>
                    <a:pt x="190419" y="149993"/>
                    <a:pt x="190628" y="149980"/>
                  </a:cubicBezTo>
                  <a:cubicBezTo>
                    <a:pt x="190837" y="149967"/>
                    <a:pt x="191046" y="149947"/>
                    <a:pt x="191253" y="149921"/>
                  </a:cubicBezTo>
                  <a:cubicBezTo>
                    <a:pt x="191461" y="149895"/>
                    <a:pt x="191668" y="149862"/>
                    <a:pt x="191874" y="149823"/>
                  </a:cubicBezTo>
                  <a:cubicBezTo>
                    <a:pt x="192080" y="149784"/>
                    <a:pt x="192284" y="149738"/>
                    <a:pt x="192487" y="149686"/>
                  </a:cubicBezTo>
                  <a:cubicBezTo>
                    <a:pt x="192690" y="149634"/>
                    <a:pt x="192891" y="149575"/>
                    <a:pt x="193090" y="149511"/>
                  </a:cubicBezTo>
                  <a:cubicBezTo>
                    <a:pt x="193289" y="149446"/>
                    <a:pt x="193486" y="149375"/>
                    <a:pt x="193681" y="149298"/>
                  </a:cubicBezTo>
                  <a:cubicBezTo>
                    <a:pt x="193876" y="149221"/>
                    <a:pt x="194068" y="149137"/>
                    <a:pt x="194258" y="149048"/>
                  </a:cubicBezTo>
                  <a:cubicBezTo>
                    <a:pt x="194447" y="148959"/>
                    <a:pt x="194634" y="148864"/>
                    <a:pt x="194818" y="148763"/>
                  </a:cubicBezTo>
                  <a:cubicBezTo>
                    <a:pt x="195001" y="148662"/>
                    <a:pt x="195181" y="148556"/>
                    <a:pt x="195358" y="148443"/>
                  </a:cubicBezTo>
                  <a:cubicBezTo>
                    <a:pt x="195535" y="148331"/>
                    <a:pt x="195708" y="148213"/>
                    <a:pt x="195878" y="148090"/>
                  </a:cubicBezTo>
                  <a:cubicBezTo>
                    <a:pt x="196047" y="147967"/>
                    <a:pt x="196213" y="147839"/>
                    <a:pt x="196374" y="147705"/>
                  </a:cubicBezTo>
                  <a:cubicBezTo>
                    <a:pt x="196536" y="147572"/>
                    <a:pt x="196693" y="147433"/>
                    <a:pt x="196845" y="147290"/>
                  </a:cubicBezTo>
                  <a:cubicBezTo>
                    <a:pt x="196998" y="147146"/>
                    <a:pt x="197146" y="146998"/>
                    <a:pt x="197290" y="146845"/>
                  </a:cubicBezTo>
                  <a:cubicBezTo>
                    <a:pt x="197433" y="146693"/>
                    <a:pt x="197572" y="146536"/>
                    <a:pt x="197705" y="146374"/>
                  </a:cubicBezTo>
                  <a:cubicBezTo>
                    <a:pt x="197839" y="146213"/>
                    <a:pt x="197967" y="146047"/>
                    <a:pt x="198090" y="145878"/>
                  </a:cubicBezTo>
                  <a:cubicBezTo>
                    <a:pt x="198213" y="145708"/>
                    <a:pt x="198331" y="145535"/>
                    <a:pt x="198443" y="145358"/>
                  </a:cubicBezTo>
                  <a:cubicBezTo>
                    <a:pt x="198556" y="145181"/>
                    <a:pt x="198662" y="145001"/>
                    <a:pt x="198763" y="144818"/>
                  </a:cubicBezTo>
                  <a:cubicBezTo>
                    <a:pt x="198864" y="144634"/>
                    <a:pt x="198959" y="144447"/>
                    <a:pt x="199048" y="144258"/>
                  </a:cubicBezTo>
                  <a:cubicBezTo>
                    <a:pt x="199137" y="144068"/>
                    <a:pt x="199221" y="143876"/>
                    <a:pt x="199298" y="143681"/>
                  </a:cubicBezTo>
                  <a:cubicBezTo>
                    <a:pt x="199375" y="143486"/>
                    <a:pt x="199446" y="143289"/>
                    <a:pt x="199511" y="143090"/>
                  </a:cubicBezTo>
                  <a:cubicBezTo>
                    <a:pt x="199575" y="142891"/>
                    <a:pt x="199634" y="142690"/>
                    <a:pt x="199686" y="142487"/>
                  </a:cubicBezTo>
                  <a:cubicBezTo>
                    <a:pt x="199738" y="142284"/>
                    <a:pt x="199784" y="142080"/>
                    <a:pt x="199823" y="141874"/>
                  </a:cubicBezTo>
                  <a:cubicBezTo>
                    <a:pt x="199862" y="141668"/>
                    <a:pt x="199895" y="141461"/>
                    <a:pt x="199921" y="141253"/>
                  </a:cubicBezTo>
                  <a:cubicBezTo>
                    <a:pt x="199947" y="141046"/>
                    <a:pt x="199967" y="140837"/>
                    <a:pt x="199980" y="140628"/>
                  </a:cubicBezTo>
                  <a:cubicBezTo>
                    <a:pt x="199993" y="140419"/>
                    <a:pt x="200000" y="140209"/>
                    <a:pt x="200000" y="140000"/>
                  </a:cubicBezTo>
                  <a:cubicBezTo>
                    <a:pt x="200000" y="138743"/>
                    <a:pt x="199961" y="137487"/>
                    <a:pt x="199882" y="136233"/>
                  </a:cubicBezTo>
                  <a:cubicBezTo>
                    <a:pt x="199803" y="134978"/>
                    <a:pt x="199684" y="133727"/>
                    <a:pt x="199527" y="132480"/>
                  </a:cubicBezTo>
                  <a:cubicBezTo>
                    <a:pt x="199369" y="131233"/>
                    <a:pt x="199173" y="129992"/>
                    <a:pt x="198937" y="128757"/>
                  </a:cubicBezTo>
                  <a:cubicBezTo>
                    <a:pt x="198702" y="127523"/>
                    <a:pt x="198428" y="126296"/>
                    <a:pt x="198115" y="125079"/>
                  </a:cubicBezTo>
                  <a:cubicBezTo>
                    <a:pt x="197802" y="123861"/>
                    <a:pt x="197452" y="122654"/>
                    <a:pt x="197063" y="121459"/>
                  </a:cubicBezTo>
                  <a:cubicBezTo>
                    <a:pt x="196675" y="120264"/>
                    <a:pt x="196249" y="119081"/>
                    <a:pt x="195787" y="117913"/>
                  </a:cubicBezTo>
                  <a:cubicBezTo>
                    <a:pt x="195324" y="116744"/>
                    <a:pt x="194825" y="115590"/>
                    <a:pt x="194290" y="114453"/>
                  </a:cubicBezTo>
                  <a:cubicBezTo>
                    <a:pt x="193755" y="113316"/>
                    <a:pt x="193184" y="112196"/>
                    <a:pt x="192578" y="111095"/>
                  </a:cubicBezTo>
                  <a:cubicBezTo>
                    <a:pt x="191973" y="109993"/>
                    <a:pt x="191333" y="108911"/>
                    <a:pt x="190660" y="107850"/>
                  </a:cubicBezTo>
                  <a:cubicBezTo>
                    <a:pt x="189986" y="106789"/>
                    <a:pt x="189280" y="105750"/>
                    <a:pt x="188541" y="104733"/>
                  </a:cubicBezTo>
                  <a:cubicBezTo>
                    <a:pt x="187802" y="103716"/>
                    <a:pt x="187032" y="102723"/>
                    <a:pt x="186231" y="101755"/>
                  </a:cubicBezTo>
                  <a:cubicBezTo>
                    <a:pt x="185430" y="100786"/>
                    <a:pt x="184598" y="99843"/>
                    <a:pt x="183738" y="98927"/>
                  </a:cubicBezTo>
                  <a:cubicBezTo>
                    <a:pt x="182878" y="98011"/>
                    <a:pt x="181989" y="97122"/>
                    <a:pt x="181073" y="96262"/>
                  </a:cubicBezTo>
                  <a:cubicBezTo>
                    <a:pt x="180157" y="95402"/>
                    <a:pt x="179214" y="94570"/>
                    <a:pt x="178245" y="93769"/>
                  </a:cubicBezTo>
                  <a:cubicBezTo>
                    <a:pt x="177277" y="92968"/>
                    <a:pt x="176284" y="92198"/>
                    <a:pt x="175267" y="91459"/>
                  </a:cubicBezTo>
                  <a:cubicBezTo>
                    <a:pt x="174250" y="90720"/>
                    <a:pt x="173211" y="90014"/>
                    <a:pt x="172150" y="89340"/>
                  </a:cubicBezTo>
                  <a:cubicBezTo>
                    <a:pt x="171089" y="88667"/>
                    <a:pt x="170007" y="88027"/>
                    <a:pt x="168905" y="87422"/>
                  </a:cubicBezTo>
                  <a:cubicBezTo>
                    <a:pt x="167804" y="86816"/>
                    <a:pt x="166684" y="86245"/>
                    <a:pt x="165547" y="85710"/>
                  </a:cubicBezTo>
                  <a:cubicBezTo>
                    <a:pt x="164410" y="85175"/>
                    <a:pt x="163256" y="84676"/>
                    <a:pt x="162087" y="84213"/>
                  </a:cubicBezTo>
                  <a:cubicBezTo>
                    <a:pt x="160919" y="83751"/>
                    <a:pt x="159736" y="83325"/>
                    <a:pt x="158541" y="82937"/>
                  </a:cubicBezTo>
                  <a:cubicBezTo>
                    <a:pt x="157346" y="82548"/>
                    <a:pt x="156139" y="82198"/>
                    <a:pt x="154921" y="81885"/>
                  </a:cubicBezTo>
                  <a:cubicBezTo>
                    <a:pt x="153704" y="81572"/>
                    <a:pt x="152477" y="81298"/>
                    <a:pt x="151243" y="81063"/>
                  </a:cubicBezTo>
                  <a:cubicBezTo>
                    <a:pt x="150008" y="80827"/>
                    <a:pt x="148767" y="80631"/>
                    <a:pt x="147520" y="80473"/>
                  </a:cubicBezTo>
                  <a:cubicBezTo>
                    <a:pt x="146273" y="80316"/>
                    <a:pt x="145022" y="80197"/>
                    <a:pt x="143767" y="80118"/>
                  </a:cubicBezTo>
                  <a:cubicBezTo>
                    <a:pt x="142513" y="80039"/>
                    <a:pt x="141257" y="80000"/>
                    <a:pt x="140000" y="80000"/>
                  </a:cubicBezTo>
                  <a:lnTo>
                    <a:pt x="140000" y="40000"/>
                  </a:lnTo>
                  <a:cubicBezTo>
                    <a:pt x="140419" y="40000"/>
                    <a:pt x="140838" y="39987"/>
                    <a:pt x="141256" y="39961"/>
                  </a:cubicBezTo>
                  <a:cubicBezTo>
                    <a:pt x="141674" y="39934"/>
                    <a:pt x="142091" y="39895"/>
                    <a:pt x="142507" y="39842"/>
                  </a:cubicBezTo>
                  <a:cubicBezTo>
                    <a:pt x="142922" y="39790"/>
                    <a:pt x="143336" y="39724"/>
                    <a:pt x="143748" y="39646"/>
                  </a:cubicBezTo>
                  <a:cubicBezTo>
                    <a:pt x="144159" y="39567"/>
                    <a:pt x="144568" y="39476"/>
                    <a:pt x="144974" y="39372"/>
                  </a:cubicBezTo>
                  <a:cubicBezTo>
                    <a:pt x="145380" y="39267"/>
                    <a:pt x="145782" y="39151"/>
                    <a:pt x="146180" y="39021"/>
                  </a:cubicBezTo>
                  <a:cubicBezTo>
                    <a:pt x="146579" y="38892"/>
                    <a:pt x="146973" y="38750"/>
                    <a:pt x="147362" y="38596"/>
                  </a:cubicBezTo>
                  <a:cubicBezTo>
                    <a:pt x="147752" y="38441"/>
                    <a:pt x="148137" y="38275"/>
                    <a:pt x="148516" y="38097"/>
                  </a:cubicBezTo>
                  <a:cubicBezTo>
                    <a:pt x="148895" y="37918"/>
                    <a:pt x="149268" y="37728"/>
                    <a:pt x="149635" y="37526"/>
                  </a:cubicBezTo>
                  <a:cubicBezTo>
                    <a:pt x="150002" y="37324"/>
                    <a:pt x="150363" y="37111"/>
                    <a:pt x="150717" y="36887"/>
                  </a:cubicBezTo>
                  <a:cubicBezTo>
                    <a:pt x="151070" y="36662"/>
                    <a:pt x="151417" y="36427"/>
                    <a:pt x="151756" y="36180"/>
                  </a:cubicBezTo>
                  <a:cubicBezTo>
                    <a:pt x="152095" y="35934"/>
                    <a:pt x="152426" y="35677"/>
                    <a:pt x="152748" y="35410"/>
                  </a:cubicBezTo>
                  <a:cubicBezTo>
                    <a:pt x="153071" y="35143"/>
                    <a:pt x="153386" y="34866"/>
                    <a:pt x="153691" y="34579"/>
                  </a:cubicBezTo>
                  <a:cubicBezTo>
                    <a:pt x="153996" y="34293"/>
                    <a:pt x="154293" y="33996"/>
                    <a:pt x="154579" y="33691"/>
                  </a:cubicBezTo>
                  <a:cubicBezTo>
                    <a:pt x="154866" y="33386"/>
                    <a:pt x="155143" y="33071"/>
                    <a:pt x="155410" y="32748"/>
                  </a:cubicBezTo>
                  <a:cubicBezTo>
                    <a:pt x="155677" y="32426"/>
                    <a:pt x="155934" y="32095"/>
                    <a:pt x="156180" y="31756"/>
                  </a:cubicBezTo>
                  <a:cubicBezTo>
                    <a:pt x="156427" y="31417"/>
                    <a:pt x="156662" y="31070"/>
                    <a:pt x="156887" y="30717"/>
                  </a:cubicBezTo>
                  <a:cubicBezTo>
                    <a:pt x="157111" y="30363"/>
                    <a:pt x="157324" y="30002"/>
                    <a:pt x="157526" y="29635"/>
                  </a:cubicBezTo>
                  <a:cubicBezTo>
                    <a:pt x="157728" y="29268"/>
                    <a:pt x="157918" y="28895"/>
                    <a:pt x="158097" y="28516"/>
                  </a:cubicBezTo>
                  <a:cubicBezTo>
                    <a:pt x="158275" y="28137"/>
                    <a:pt x="158441" y="27752"/>
                    <a:pt x="158596" y="27362"/>
                  </a:cubicBezTo>
                  <a:cubicBezTo>
                    <a:pt x="158750" y="26973"/>
                    <a:pt x="158892" y="26579"/>
                    <a:pt x="159021" y="26180"/>
                  </a:cubicBezTo>
                  <a:cubicBezTo>
                    <a:pt x="159151" y="25782"/>
                    <a:pt x="159267" y="25380"/>
                    <a:pt x="159372" y="24974"/>
                  </a:cubicBezTo>
                  <a:cubicBezTo>
                    <a:pt x="159476" y="24568"/>
                    <a:pt x="159567" y="24159"/>
                    <a:pt x="159646" y="23748"/>
                  </a:cubicBezTo>
                  <a:cubicBezTo>
                    <a:pt x="159724" y="23336"/>
                    <a:pt x="159790" y="22922"/>
                    <a:pt x="159842" y="22507"/>
                  </a:cubicBezTo>
                  <a:cubicBezTo>
                    <a:pt x="159895" y="22091"/>
                    <a:pt x="159934" y="21674"/>
                    <a:pt x="159961" y="21256"/>
                  </a:cubicBezTo>
                  <a:cubicBezTo>
                    <a:pt x="159987" y="20838"/>
                    <a:pt x="160000" y="20419"/>
                    <a:pt x="160000" y="20000"/>
                  </a:cubicBezTo>
                  <a:cubicBezTo>
                    <a:pt x="160000" y="19581"/>
                    <a:pt x="159987" y="19162"/>
                    <a:pt x="159961" y="18744"/>
                  </a:cubicBezTo>
                  <a:cubicBezTo>
                    <a:pt x="159934" y="18326"/>
                    <a:pt x="159895" y="17909"/>
                    <a:pt x="159842" y="17493"/>
                  </a:cubicBezTo>
                  <a:cubicBezTo>
                    <a:pt x="159790" y="17078"/>
                    <a:pt x="159724" y="16664"/>
                    <a:pt x="159646" y="16252"/>
                  </a:cubicBezTo>
                  <a:cubicBezTo>
                    <a:pt x="159567" y="15841"/>
                    <a:pt x="159476" y="15432"/>
                    <a:pt x="159372" y="15026"/>
                  </a:cubicBezTo>
                  <a:cubicBezTo>
                    <a:pt x="159267" y="14620"/>
                    <a:pt x="159151" y="14218"/>
                    <a:pt x="159021" y="13820"/>
                  </a:cubicBezTo>
                  <a:cubicBezTo>
                    <a:pt x="158892" y="13421"/>
                    <a:pt x="158750" y="13027"/>
                    <a:pt x="158596" y="12638"/>
                  </a:cubicBezTo>
                  <a:cubicBezTo>
                    <a:pt x="158441" y="12248"/>
                    <a:pt x="158275" y="11863"/>
                    <a:pt x="158097" y="11484"/>
                  </a:cubicBezTo>
                  <a:cubicBezTo>
                    <a:pt x="157918" y="11105"/>
                    <a:pt x="157728" y="10732"/>
                    <a:pt x="157526" y="10365"/>
                  </a:cubicBezTo>
                  <a:cubicBezTo>
                    <a:pt x="157324" y="9998"/>
                    <a:pt x="157111" y="9637"/>
                    <a:pt x="156887" y="9283"/>
                  </a:cubicBezTo>
                  <a:cubicBezTo>
                    <a:pt x="156662" y="8930"/>
                    <a:pt x="156427" y="8583"/>
                    <a:pt x="156180" y="8244"/>
                  </a:cubicBezTo>
                  <a:cubicBezTo>
                    <a:pt x="155934" y="7905"/>
                    <a:pt x="155677" y="7574"/>
                    <a:pt x="155410" y="7252"/>
                  </a:cubicBezTo>
                  <a:cubicBezTo>
                    <a:pt x="155143" y="6929"/>
                    <a:pt x="154866" y="6614"/>
                    <a:pt x="154579" y="6309"/>
                  </a:cubicBezTo>
                  <a:cubicBezTo>
                    <a:pt x="154293" y="6004"/>
                    <a:pt x="153996" y="5707"/>
                    <a:pt x="153691" y="5421"/>
                  </a:cubicBezTo>
                  <a:cubicBezTo>
                    <a:pt x="153386" y="5134"/>
                    <a:pt x="153071" y="4857"/>
                    <a:pt x="152748" y="4590"/>
                  </a:cubicBezTo>
                  <a:cubicBezTo>
                    <a:pt x="152426" y="4323"/>
                    <a:pt x="152095" y="4066"/>
                    <a:pt x="151756" y="3820"/>
                  </a:cubicBezTo>
                  <a:cubicBezTo>
                    <a:pt x="151417" y="3573"/>
                    <a:pt x="151070" y="3338"/>
                    <a:pt x="150717" y="3113"/>
                  </a:cubicBezTo>
                  <a:cubicBezTo>
                    <a:pt x="150363" y="2889"/>
                    <a:pt x="150002" y="2676"/>
                    <a:pt x="149635" y="2474"/>
                  </a:cubicBezTo>
                  <a:cubicBezTo>
                    <a:pt x="149268" y="2272"/>
                    <a:pt x="148895" y="2082"/>
                    <a:pt x="148516" y="1903"/>
                  </a:cubicBezTo>
                  <a:cubicBezTo>
                    <a:pt x="148137" y="1725"/>
                    <a:pt x="147752" y="1559"/>
                    <a:pt x="147362" y="1404"/>
                  </a:cubicBezTo>
                  <a:cubicBezTo>
                    <a:pt x="146973" y="1250"/>
                    <a:pt x="146579" y="1108"/>
                    <a:pt x="146180" y="979"/>
                  </a:cubicBezTo>
                  <a:cubicBezTo>
                    <a:pt x="145782" y="849"/>
                    <a:pt x="145380" y="733"/>
                    <a:pt x="144974" y="628"/>
                  </a:cubicBezTo>
                  <a:cubicBezTo>
                    <a:pt x="144568" y="524"/>
                    <a:pt x="144159" y="433"/>
                    <a:pt x="143748" y="354"/>
                  </a:cubicBezTo>
                  <a:cubicBezTo>
                    <a:pt x="143336" y="276"/>
                    <a:pt x="142922" y="210"/>
                    <a:pt x="142507" y="158"/>
                  </a:cubicBezTo>
                  <a:cubicBezTo>
                    <a:pt x="142091" y="105"/>
                    <a:pt x="141674" y="66"/>
                    <a:pt x="141256" y="39"/>
                  </a:cubicBezTo>
                  <a:cubicBezTo>
                    <a:pt x="140838" y="13"/>
                    <a:pt x="140419" y="0"/>
                    <a:pt x="140000" y="0"/>
                  </a:cubicBezTo>
                  <a:lnTo>
                    <a:pt x="60000" y="0"/>
                  </a:lnTo>
                  <a:cubicBezTo>
                    <a:pt x="59581" y="0"/>
                    <a:pt x="59162" y="13"/>
                    <a:pt x="58744" y="39"/>
                  </a:cubicBezTo>
                  <a:cubicBezTo>
                    <a:pt x="58326" y="66"/>
                    <a:pt x="57909" y="105"/>
                    <a:pt x="57493" y="158"/>
                  </a:cubicBezTo>
                  <a:cubicBezTo>
                    <a:pt x="57078" y="210"/>
                    <a:pt x="56664" y="276"/>
                    <a:pt x="56252" y="354"/>
                  </a:cubicBezTo>
                  <a:cubicBezTo>
                    <a:pt x="55841" y="433"/>
                    <a:pt x="55432" y="524"/>
                    <a:pt x="55026" y="628"/>
                  </a:cubicBezTo>
                  <a:cubicBezTo>
                    <a:pt x="54620" y="733"/>
                    <a:pt x="54218" y="849"/>
                    <a:pt x="53820" y="979"/>
                  </a:cubicBezTo>
                  <a:cubicBezTo>
                    <a:pt x="53421" y="1108"/>
                    <a:pt x="53027" y="1250"/>
                    <a:pt x="52638" y="1404"/>
                  </a:cubicBezTo>
                  <a:cubicBezTo>
                    <a:pt x="52248" y="1559"/>
                    <a:pt x="51863" y="1725"/>
                    <a:pt x="51484" y="1903"/>
                  </a:cubicBezTo>
                  <a:cubicBezTo>
                    <a:pt x="51105" y="2082"/>
                    <a:pt x="50732" y="2272"/>
                    <a:pt x="50365" y="2474"/>
                  </a:cubicBezTo>
                  <a:cubicBezTo>
                    <a:pt x="49998" y="2676"/>
                    <a:pt x="49637" y="2889"/>
                    <a:pt x="49283" y="3113"/>
                  </a:cubicBezTo>
                  <a:cubicBezTo>
                    <a:pt x="48930" y="3338"/>
                    <a:pt x="48583" y="3573"/>
                    <a:pt x="48244" y="3820"/>
                  </a:cubicBezTo>
                  <a:cubicBezTo>
                    <a:pt x="47905" y="4066"/>
                    <a:pt x="47574" y="4323"/>
                    <a:pt x="47252" y="4590"/>
                  </a:cubicBezTo>
                  <a:cubicBezTo>
                    <a:pt x="46929" y="4857"/>
                    <a:pt x="46614" y="5134"/>
                    <a:pt x="46309" y="5421"/>
                  </a:cubicBezTo>
                  <a:cubicBezTo>
                    <a:pt x="46004" y="5707"/>
                    <a:pt x="45707" y="6004"/>
                    <a:pt x="45421" y="6309"/>
                  </a:cubicBezTo>
                  <a:cubicBezTo>
                    <a:pt x="45134" y="6614"/>
                    <a:pt x="44857" y="6929"/>
                    <a:pt x="44590" y="7252"/>
                  </a:cubicBezTo>
                  <a:cubicBezTo>
                    <a:pt x="44323" y="7574"/>
                    <a:pt x="44066" y="7905"/>
                    <a:pt x="43820" y="8244"/>
                  </a:cubicBezTo>
                  <a:cubicBezTo>
                    <a:pt x="43573" y="8583"/>
                    <a:pt x="43338" y="8930"/>
                    <a:pt x="43113" y="9283"/>
                  </a:cubicBezTo>
                  <a:cubicBezTo>
                    <a:pt x="42889" y="9637"/>
                    <a:pt x="42676" y="9998"/>
                    <a:pt x="42474" y="10365"/>
                  </a:cubicBezTo>
                  <a:cubicBezTo>
                    <a:pt x="42272" y="10732"/>
                    <a:pt x="42082" y="11105"/>
                    <a:pt x="41903" y="11484"/>
                  </a:cubicBezTo>
                  <a:cubicBezTo>
                    <a:pt x="41725" y="11863"/>
                    <a:pt x="41559" y="12248"/>
                    <a:pt x="41404" y="12638"/>
                  </a:cubicBezTo>
                  <a:cubicBezTo>
                    <a:pt x="41250" y="13027"/>
                    <a:pt x="41108" y="13421"/>
                    <a:pt x="40979" y="13820"/>
                  </a:cubicBezTo>
                  <a:cubicBezTo>
                    <a:pt x="40849" y="14218"/>
                    <a:pt x="40733" y="14620"/>
                    <a:pt x="40628" y="15026"/>
                  </a:cubicBezTo>
                  <a:cubicBezTo>
                    <a:pt x="40524" y="15432"/>
                    <a:pt x="40433" y="15841"/>
                    <a:pt x="40354" y="16252"/>
                  </a:cubicBezTo>
                  <a:cubicBezTo>
                    <a:pt x="40276" y="16664"/>
                    <a:pt x="40210" y="17078"/>
                    <a:pt x="40158" y="17493"/>
                  </a:cubicBezTo>
                  <a:cubicBezTo>
                    <a:pt x="40105" y="17909"/>
                    <a:pt x="40066" y="18326"/>
                    <a:pt x="40039" y="18744"/>
                  </a:cubicBezTo>
                  <a:cubicBezTo>
                    <a:pt x="40013" y="19162"/>
                    <a:pt x="40000" y="19581"/>
                    <a:pt x="40000" y="20000"/>
                  </a:cubicBezTo>
                  <a:cubicBezTo>
                    <a:pt x="40000" y="20419"/>
                    <a:pt x="40013" y="20838"/>
                    <a:pt x="40039" y="21256"/>
                  </a:cubicBezTo>
                  <a:cubicBezTo>
                    <a:pt x="40066" y="21674"/>
                    <a:pt x="40105" y="22091"/>
                    <a:pt x="40158" y="22507"/>
                  </a:cubicBezTo>
                  <a:cubicBezTo>
                    <a:pt x="40210" y="22922"/>
                    <a:pt x="40276" y="23336"/>
                    <a:pt x="40354" y="23748"/>
                  </a:cubicBezTo>
                  <a:cubicBezTo>
                    <a:pt x="40433" y="24159"/>
                    <a:pt x="40524" y="24568"/>
                    <a:pt x="40628" y="24974"/>
                  </a:cubicBezTo>
                  <a:cubicBezTo>
                    <a:pt x="40733" y="25380"/>
                    <a:pt x="40849" y="25782"/>
                    <a:pt x="40979" y="26180"/>
                  </a:cubicBezTo>
                  <a:cubicBezTo>
                    <a:pt x="41108" y="26579"/>
                    <a:pt x="41250" y="26973"/>
                    <a:pt x="41404" y="27362"/>
                  </a:cubicBezTo>
                  <a:cubicBezTo>
                    <a:pt x="41559" y="27752"/>
                    <a:pt x="41725" y="28137"/>
                    <a:pt x="41903" y="28516"/>
                  </a:cubicBezTo>
                  <a:cubicBezTo>
                    <a:pt x="42082" y="28895"/>
                    <a:pt x="42272" y="29268"/>
                    <a:pt x="42474" y="29635"/>
                  </a:cubicBezTo>
                  <a:cubicBezTo>
                    <a:pt x="42676" y="30002"/>
                    <a:pt x="42889" y="30363"/>
                    <a:pt x="43113" y="30717"/>
                  </a:cubicBezTo>
                  <a:cubicBezTo>
                    <a:pt x="43338" y="31070"/>
                    <a:pt x="43573" y="31417"/>
                    <a:pt x="43820" y="31756"/>
                  </a:cubicBezTo>
                  <a:cubicBezTo>
                    <a:pt x="44066" y="32095"/>
                    <a:pt x="44323" y="32426"/>
                    <a:pt x="44590" y="32748"/>
                  </a:cubicBezTo>
                  <a:cubicBezTo>
                    <a:pt x="44857" y="33071"/>
                    <a:pt x="45134" y="33386"/>
                    <a:pt x="45421" y="33691"/>
                  </a:cubicBezTo>
                  <a:cubicBezTo>
                    <a:pt x="45707" y="33996"/>
                    <a:pt x="46004" y="34293"/>
                    <a:pt x="46309" y="34579"/>
                  </a:cubicBezTo>
                  <a:cubicBezTo>
                    <a:pt x="46614" y="34866"/>
                    <a:pt x="46929" y="35143"/>
                    <a:pt x="47252" y="35410"/>
                  </a:cubicBezTo>
                  <a:cubicBezTo>
                    <a:pt x="47574" y="35677"/>
                    <a:pt x="47905" y="35934"/>
                    <a:pt x="48244" y="36180"/>
                  </a:cubicBezTo>
                  <a:cubicBezTo>
                    <a:pt x="48583" y="36427"/>
                    <a:pt x="48930" y="36662"/>
                    <a:pt x="49283" y="36887"/>
                  </a:cubicBezTo>
                  <a:cubicBezTo>
                    <a:pt x="49637" y="37111"/>
                    <a:pt x="49998" y="37324"/>
                    <a:pt x="50365" y="37526"/>
                  </a:cubicBezTo>
                  <a:cubicBezTo>
                    <a:pt x="50732" y="37728"/>
                    <a:pt x="51105" y="37918"/>
                    <a:pt x="51484" y="38097"/>
                  </a:cubicBezTo>
                  <a:cubicBezTo>
                    <a:pt x="51863" y="38275"/>
                    <a:pt x="52248" y="38441"/>
                    <a:pt x="52638" y="38596"/>
                  </a:cubicBezTo>
                  <a:cubicBezTo>
                    <a:pt x="53027" y="38750"/>
                    <a:pt x="53421" y="38892"/>
                    <a:pt x="53820" y="39021"/>
                  </a:cubicBezTo>
                  <a:cubicBezTo>
                    <a:pt x="54218" y="39151"/>
                    <a:pt x="54620" y="39267"/>
                    <a:pt x="55026" y="39372"/>
                  </a:cubicBezTo>
                  <a:cubicBezTo>
                    <a:pt x="55432" y="39476"/>
                    <a:pt x="55841" y="39567"/>
                    <a:pt x="56252" y="39646"/>
                  </a:cubicBezTo>
                  <a:cubicBezTo>
                    <a:pt x="56664" y="39724"/>
                    <a:pt x="57078" y="39790"/>
                    <a:pt x="57493" y="39842"/>
                  </a:cubicBezTo>
                  <a:cubicBezTo>
                    <a:pt x="57909" y="39895"/>
                    <a:pt x="58326" y="39934"/>
                    <a:pt x="58744" y="39961"/>
                  </a:cubicBezTo>
                  <a:cubicBezTo>
                    <a:pt x="59162" y="39987"/>
                    <a:pt x="59581" y="40000"/>
                    <a:pt x="60000" y="40000"/>
                  </a:cubicBezTo>
                  <a:lnTo>
                    <a:pt x="60000" y="80000"/>
                  </a:lnTo>
                  <a:cubicBezTo>
                    <a:pt x="58743" y="80000"/>
                    <a:pt x="57487" y="80039"/>
                    <a:pt x="56233" y="80118"/>
                  </a:cubicBezTo>
                  <a:cubicBezTo>
                    <a:pt x="54978" y="80197"/>
                    <a:pt x="53727" y="80316"/>
                    <a:pt x="52480" y="80473"/>
                  </a:cubicBezTo>
                  <a:cubicBezTo>
                    <a:pt x="51233" y="80631"/>
                    <a:pt x="49992" y="80827"/>
                    <a:pt x="48757" y="81063"/>
                  </a:cubicBezTo>
                  <a:cubicBezTo>
                    <a:pt x="47523" y="81298"/>
                    <a:pt x="46296" y="81572"/>
                    <a:pt x="45079" y="81885"/>
                  </a:cubicBezTo>
                  <a:cubicBezTo>
                    <a:pt x="43861" y="82198"/>
                    <a:pt x="42654" y="82548"/>
                    <a:pt x="41459" y="82937"/>
                  </a:cubicBezTo>
                  <a:cubicBezTo>
                    <a:pt x="40264" y="83325"/>
                    <a:pt x="39081" y="83751"/>
                    <a:pt x="37913" y="84213"/>
                  </a:cubicBezTo>
                  <a:cubicBezTo>
                    <a:pt x="36744" y="84676"/>
                    <a:pt x="35590" y="85175"/>
                    <a:pt x="34453" y="85710"/>
                  </a:cubicBezTo>
                  <a:cubicBezTo>
                    <a:pt x="33316" y="86245"/>
                    <a:pt x="32196" y="86816"/>
                    <a:pt x="31095" y="87422"/>
                  </a:cubicBezTo>
                  <a:cubicBezTo>
                    <a:pt x="29993" y="88027"/>
                    <a:pt x="28911" y="88667"/>
                    <a:pt x="27850" y="89340"/>
                  </a:cubicBezTo>
                  <a:cubicBezTo>
                    <a:pt x="26789" y="90014"/>
                    <a:pt x="25750" y="90720"/>
                    <a:pt x="24733" y="91459"/>
                  </a:cubicBezTo>
                  <a:cubicBezTo>
                    <a:pt x="23716" y="92198"/>
                    <a:pt x="22723" y="92968"/>
                    <a:pt x="21755" y="93769"/>
                  </a:cubicBezTo>
                  <a:cubicBezTo>
                    <a:pt x="20786" y="94570"/>
                    <a:pt x="19843" y="95402"/>
                    <a:pt x="18927" y="96262"/>
                  </a:cubicBezTo>
                  <a:cubicBezTo>
                    <a:pt x="18011" y="97122"/>
                    <a:pt x="17122" y="98011"/>
                    <a:pt x="16262" y="98927"/>
                  </a:cubicBezTo>
                  <a:cubicBezTo>
                    <a:pt x="15402" y="99843"/>
                    <a:pt x="14570" y="100786"/>
                    <a:pt x="13769" y="101755"/>
                  </a:cubicBezTo>
                  <a:cubicBezTo>
                    <a:pt x="12968" y="102723"/>
                    <a:pt x="12198" y="103716"/>
                    <a:pt x="11459" y="104733"/>
                  </a:cubicBezTo>
                  <a:cubicBezTo>
                    <a:pt x="10720" y="105750"/>
                    <a:pt x="10014" y="106789"/>
                    <a:pt x="9340" y="107850"/>
                  </a:cubicBezTo>
                  <a:cubicBezTo>
                    <a:pt x="8667" y="108911"/>
                    <a:pt x="8027" y="109993"/>
                    <a:pt x="7422" y="111095"/>
                  </a:cubicBezTo>
                  <a:cubicBezTo>
                    <a:pt x="6816" y="112196"/>
                    <a:pt x="6245" y="113316"/>
                    <a:pt x="5710" y="114453"/>
                  </a:cubicBezTo>
                  <a:cubicBezTo>
                    <a:pt x="5175" y="115590"/>
                    <a:pt x="4676" y="116744"/>
                    <a:pt x="4213" y="117913"/>
                  </a:cubicBezTo>
                  <a:cubicBezTo>
                    <a:pt x="3751" y="119081"/>
                    <a:pt x="3325" y="120264"/>
                    <a:pt x="2937" y="121459"/>
                  </a:cubicBezTo>
                  <a:cubicBezTo>
                    <a:pt x="2548" y="122654"/>
                    <a:pt x="2198" y="123861"/>
                    <a:pt x="1885" y="125079"/>
                  </a:cubicBezTo>
                  <a:cubicBezTo>
                    <a:pt x="1572" y="126296"/>
                    <a:pt x="1298" y="127523"/>
                    <a:pt x="1063" y="128757"/>
                  </a:cubicBezTo>
                  <a:cubicBezTo>
                    <a:pt x="827" y="129992"/>
                    <a:pt x="631" y="131233"/>
                    <a:pt x="473" y="132480"/>
                  </a:cubicBezTo>
                  <a:cubicBezTo>
                    <a:pt x="316" y="133727"/>
                    <a:pt x="197" y="134978"/>
                    <a:pt x="118" y="136233"/>
                  </a:cubicBezTo>
                  <a:cubicBezTo>
                    <a:pt x="39" y="137487"/>
                    <a:pt x="0" y="138743"/>
                    <a:pt x="0" y="140000"/>
                  </a:cubicBezTo>
                  <a:cubicBezTo>
                    <a:pt x="0" y="140209"/>
                    <a:pt x="7" y="140419"/>
                    <a:pt x="20" y="140628"/>
                  </a:cubicBezTo>
                  <a:cubicBezTo>
                    <a:pt x="33" y="140837"/>
                    <a:pt x="53" y="141046"/>
                    <a:pt x="79" y="141253"/>
                  </a:cubicBezTo>
                  <a:cubicBezTo>
                    <a:pt x="105" y="141461"/>
                    <a:pt x="138" y="141668"/>
                    <a:pt x="177" y="141874"/>
                  </a:cubicBezTo>
                  <a:cubicBezTo>
                    <a:pt x="216" y="142080"/>
                    <a:pt x="262" y="142284"/>
                    <a:pt x="314" y="142487"/>
                  </a:cubicBezTo>
                  <a:cubicBezTo>
                    <a:pt x="366" y="142690"/>
                    <a:pt x="425" y="142891"/>
                    <a:pt x="489" y="143090"/>
                  </a:cubicBezTo>
                  <a:cubicBezTo>
                    <a:pt x="554" y="143289"/>
                    <a:pt x="625" y="143486"/>
                    <a:pt x="702" y="143681"/>
                  </a:cubicBezTo>
                  <a:cubicBezTo>
                    <a:pt x="779" y="143876"/>
                    <a:pt x="863" y="144068"/>
                    <a:pt x="952" y="144258"/>
                  </a:cubicBezTo>
                  <a:cubicBezTo>
                    <a:pt x="1041" y="144447"/>
                    <a:pt x="1136" y="144634"/>
                    <a:pt x="1237" y="144818"/>
                  </a:cubicBezTo>
                  <a:cubicBezTo>
                    <a:pt x="1338" y="145001"/>
                    <a:pt x="1444" y="145181"/>
                    <a:pt x="1557" y="145358"/>
                  </a:cubicBezTo>
                  <a:cubicBezTo>
                    <a:pt x="1669" y="145535"/>
                    <a:pt x="1787" y="145708"/>
                    <a:pt x="1910" y="145878"/>
                  </a:cubicBezTo>
                  <a:cubicBezTo>
                    <a:pt x="2033" y="146047"/>
                    <a:pt x="2161" y="146213"/>
                    <a:pt x="2295" y="146374"/>
                  </a:cubicBezTo>
                  <a:cubicBezTo>
                    <a:pt x="2428" y="146536"/>
                    <a:pt x="2567" y="146693"/>
                    <a:pt x="2710" y="146845"/>
                  </a:cubicBezTo>
                  <a:cubicBezTo>
                    <a:pt x="2854" y="146998"/>
                    <a:pt x="3002" y="147146"/>
                    <a:pt x="3155" y="147290"/>
                  </a:cubicBezTo>
                  <a:cubicBezTo>
                    <a:pt x="3307" y="147433"/>
                    <a:pt x="3464" y="147572"/>
                    <a:pt x="3626" y="147705"/>
                  </a:cubicBezTo>
                  <a:cubicBezTo>
                    <a:pt x="3787" y="147839"/>
                    <a:pt x="3953" y="147967"/>
                    <a:pt x="4122" y="148090"/>
                  </a:cubicBezTo>
                  <a:cubicBezTo>
                    <a:pt x="4292" y="148213"/>
                    <a:pt x="4465" y="148331"/>
                    <a:pt x="4642" y="148443"/>
                  </a:cubicBezTo>
                  <a:cubicBezTo>
                    <a:pt x="4819" y="148556"/>
                    <a:pt x="4999" y="148662"/>
                    <a:pt x="5182" y="148763"/>
                  </a:cubicBezTo>
                  <a:cubicBezTo>
                    <a:pt x="5366" y="148864"/>
                    <a:pt x="5553" y="148959"/>
                    <a:pt x="5742" y="149048"/>
                  </a:cubicBezTo>
                  <a:cubicBezTo>
                    <a:pt x="5932" y="149137"/>
                    <a:pt x="6124" y="149221"/>
                    <a:pt x="6319" y="149298"/>
                  </a:cubicBezTo>
                  <a:cubicBezTo>
                    <a:pt x="6514" y="149375"/>
                    <a:pt x="6711" y="149446"/>
                    <a:pt x="6910" y="149511"/>
                  </a:cubicBezTo>
                  <a:cubicBezTo>
                    <a:pt x="7109" y="149575"/>
                    <a:pt x="7310" y="149634"/>
                    <a:pt x="7513" y="149686"/>
                  </a:cubicBezTo>
                  <a:cubicBezTo>
                    <a:pt x="7716" y="149738"/>
                    <a:pt x="7920" y="149784"/>
                    <a:pt x="8126" y="149823"/>
                  </a:cubicBezTo>
                  <a:cubicBezTo>
                    <a:pt x="8332" y="149862"/>
                    <a:pt x="8539" y="149895"/>
                    <a:pt x="8747" y="149921"/>
                  </a:cubicBezTo>
                  <a:cubicBezTo>
                    <a:pt x="8954" y="149947"/>
                    <a:pt x="9163" y="149967"/>
                    <a:pt x="9372" y="149980"/>
                  </a:cubicBezTo>
                  <a:cubicBezTo>
                    <a:pt x="9581" y="149993"/>
                    <a:pt x="9791" y="150000"/>
                    <a:pt x="10000" y="150000"/>
                  </a:cubicBezTo>
                  <a:close/>
                </a:path>
              </a:pathLst>
            </a:custGeom>
            <a:solidFill>
              <a:srgbClr val="000000"/>
            </a:solidFill>
            <a:ln w="21431" cap="flat">
              <a:noFill/>
              <a:prstDash val="solid"/>
              <a:miter/>
            </a:ln>
          </p:spPr>
        </p:sp>
        <p:sp>
          <p:nvSpPr>
            <p:cNvPr id="47" name="probe-temaki-water_bottle-part-2"/>
            <p:cNvSpPr/>
            <p:nvPr/>
          </p:nvSpPr>
          <p:spPr>
            <a:xfrm>
              <a:off x="0" y="180000"/>
              <a:ext cx="200000" cy="40000"/>
            </a:xfrm>
            <a:custGeom>
              <a:avLst/>
              <a:gdLst/>
              <a:ahLst/>
              <a:cxnLst/>
              <a:rect l="0" t="0" r="r" b="b"/>
              <a:pathLst>
                <a:path w="200000" h="40000">
                  <a:moveTo>
                    <a:pt x="10000" y="0"/>
                  </a:moveTo>
                  <a:lnTo>
                    <a:pt x="190000" y="0"/>
                  </a:lnTo>
                  <a:cubicBezTo>
                    <a:pt x="190209" y="0"/>
                    <a:pt x="190419" y="7"/>
                    <a:pt x="190628" y="20"/>
                  </a:cubicBezTo>
                  <a:cubicBezTo>
                    <a:pt x="190837" y="33"/>
                    <a:pt x="191046" y="53"/>
                    <a:pt x="191253" y="79"/>
                  </a:cubicBezTo>
                  <a:cubicBezTo>
                    <a:pt x="191461" y="105"/>
                    <a:pt x="191668" y="138"/>
                    <a:pt x="191874" y="177"/>
                  </a:cubicBezTo>
                  <a:cubicBezTo>
                    <a:pt x="192080" y="216"/>
                    <a:pt x="192284" y="262"/>
                    <a:pt x="192487" y="314"/>
                  </a:cubicBezTo>
                  <a:cubicBezTo>
                    <a:pt x="192690" y="366"/>
                    <a:pt x="192891" y="425"/>
                    <a:pt x="193090" y="489"/>
                  </a:cubicBezTo>
                  <a:cubicBezTo>
                    <a:pt x="193289" y="554"/>
                    <a:pt x="193486" y="625"/>
                    <a:pt x="193681" y="702"/>
                  </a:cubicBezTo>
                  <a:cubicBezTo>
                    <a:pt x="193876" y="779"/>
                    <a:pt x="194068" y="863"/>
                    <a:pt x="194258" y="952"/>
                  </a:cubicBezTo>
                  <a:cubicBezTo>
                    <a:pt x="194447" y="1041"/>
                    <a:pt x="194634" y="1136"/>
                    <a:pt x="194818" y="1237"/>
                  </a:cubicBezTo>
                  <a:cubicBezTo>
                    <a:pt x="195001" y="1338"/>
                    <a:pt x="195181" y="1444"/>
                    <a:pt x="195358" y="1557"/>
                  </a:cubicBezTo>
                  <a:cubicBezTo>
                    <a:pt x="195535" y="1669"/>
                    <a:pt x="195708" y="1787"/>
                    <a:pt x="195878" y="1910"/>
                  </a:cubicBezTo>
                  <a:cubicBezTo>
                    <a:pt x="196047" y="2033"/>
                    <a:pt x="196213" y="2161"/>
                    <a:pt x="196374" y="2295"/>
                  </a:cubicBezTo>
                  <a:cubicBezTo>
                    <a:pt x="196536" y="2428"/>
                    <a:pt x="196693" y="2567"/>
                    <a:pt x="196845" y="2710"/>
                  </a:cubicBezTo>
                  <a:cubicBezTo>
                    <a:pt x="196998" y="2854"/>
                    <a:pt x="197146" y="3002"/>
                    <a:pt x="197290" y="3155"/>
                  </a:cubicBezTo>
                  <a:cubicBezTo>
                    <a:pt x="197433" y="3307"/>
                    <a:pt x="197572" y="3464"/>
                    <a:pt x="197705" y="3626"/>
                  </a:cubicBezTo>
                  <a:cubicBezTo>
                    <a:pt x="197839" y="3787"/>
                    <a:pt x="197967" y="3953"/>
                    <a:pt x="198090" y="4122"/>
                  </a:cubicBezTo>
                  <a:cubicBezTo>
                    <a:pt x="198213" y="4292"/>
                    <a:pt x="198331" y="4465"/>
                    <a:pt x="198443" y="4642"/>
                  </a:cubicBezTo>
                  <a:cubicBezTo>
                    <a:pt x="198556" y="4819"/>
                    <a:pt x="198662" y="4999"/>
                    <a:pt x="198763" y="5182"/>
                  </a:cubicBezTo>
                  <a:cubicBezTo>
                    <a:pt x="198864" y="5366"/>
                    <a:pt x="198959" y="5553"/>
                    <a:pt x="199048" y="5742"/>
                  </a:cubicBezTo>
                  <a:cubicBezTo>
                    <a:pt x="199137" y="5932"/>
                    <a:pt x="199221" y="6124"/>
                    <a:pt x="199298" y="6319"/>
                  </a:cubicBezTo>
                  <a:cubicBezTo>
                    <a:pt x="199375" y="6514"/>
                    <a:pt x="199446" y="6711"/>
                    <a:pt x="199511" y="6910"/>
                  </a:cubicBezTo>
                  <a:cubicBezTo>
                    <a:pt x="199575" y="7109"/>
                    <a:pt x="199634" y="7310"/>
                    <a:pt x="199686" y="7513"/>
                  </a:cubicBezTo>
                  <a:cubicBezTo>
                    <a:pt x="199738" y="7716"/>
                    <a:pt x="199784" y="7920"/>
                    <a:pt x="199823" y="8126"/>
                  </a:cubicBezTo>
                  <a:cubicBezTo>
                    <a:pt x="199862" y="8332"/>
                    <a:pt x="199895" y="8539"/>
                    <a:pt x="199921" y="8747"/>
                  </a:cubicBezTo>
                  <a:cubicBezTo>
                    <a:pt x="199947" y="8954"/>
                    <a:pt x="199967" y="9163"/>
                    <a:pt x="199980" y="9372"/>
                  </a:cubicBezTo>
                  <a:cubicBezTo>
                    <a:pt x="199993" y="9581"/>
                    <a:pt x="200000" y="9791"/>
                    <a:pt x="200000" y="10000"/>
                  </a:cubicBezTo>
                  <a:lnTo>
                    <a:pt x="200000" y="30000"/>
                  </a:lnTo>
                  <a:cubicBezTo>
                    <a:pt x="200000" y="30209"/>
                    <a:pt x="199993" y="30419"/>
                    <a:pt x="199980" y="30628"/>
                  </a:cubicBezTo>
                  <a:cubicBezTo>
                    <a:pt x="199967" y="30837"/>
                    <a:pt x="199947" y="31046"/>
                    <a:pt x="199921" y="31253"/>
                  </a:cubicBezTo>
                  <a:cubicBezTo>
                    <a:pt x="199895" y="31461"/>
                    <a:pt x="199862" y="31668"/>
                    <a:pt x="199823" y="31874"/>
                  </a:cubicBezTo>
                  <a:cubicBezTo>
                    <a:pt x="199784" y="32080"/>
                    <a:pt x="199738" y="32284"/>
                    <a:pt x="199686" y="32487"/>
                  </a:cubicBezTo>
                  <a:cubicBezTo>
                    <a:pt x="199634" y="32690"/>
                    <a:pt x="199575" y="32891"/>
                    <a:pt x="199511" y="33090"/>
                  </a:cubicBezTo>
                  <a:cubicBezTo>
                    <a:pt x="199446" y="33289"/>
                    <a:pt x="199375" y="33486"/>
                    <a:pt x="199298" y="33681"/>
                  </a:cubicBezTo>
                  <a:cubicBezTo>
                    <a:pt x="199221" y="33876"/>
                    <a:pt x="199137" y="34068"/>
                    <a:pt x="199048" y="34258"/>
                  </a:cubicBezTo>
                  <a:cubicBezTo>
                    <a:pt x="198959" y="34447"/>
                    <a:pt x="198864" y="34634"/>
                    <a:pt x="198763" y="34818"/>
                  </a:cubicBezTo>
                  <a:cubicBezTo>
                    <a:pt x="198662" y="35001"/>
                    <a:pt x="198556" y="35181"/>
                    <a:pt x="198443" y="35358"/>
                  </a:cubicBezTo>
                  <a:cubicBezTo>
                    <a:pt x="198331" y="35535"/>
                    <a:pt x="198213" y="35708"/>
                    <a:pt x="198090" y="35878"/>
                  </a:cubicBezTo>
                  <a:cubicBezTo>
                    <a:pt x="197967" y="36047"/>
                    <a:pt x="197839" y="36213"/>
                    <a:pt x="197705" y="36374"/>
                  </a:cubicBezTo>
                  <a:cubicBezTo>
                    <a:pt x="197572" y="36536"/>
                    <a:pt x="197433" y="36693"/>
                    <a:pt x="197290" y="36845"/>
                  </a:cubicBezTo>
                  <a:cubicBezTo>
                    <a:pt x="197146" y="36998"/>
                    <a:pt x="196998" y="37146"/>
                    <a:pt x="196845" y="37290"/>
                  </a:cubicBezTo>
                  <a:cubicBezTo>
                    <a:pt x="196693" y="37433"/>
                    <a:pt x="196536" y="37572"/>
                    <a:pt x="196374" y="37705"/>
                  </a:cubicBezTo>
                  <a:cubicBezTo>
                    <a:pt x="196213" y="37839"/>
                    <a:pt x="196047" y="37967"/>
                    <a:pt x="195878" y="38090"/>
                  </a:cubicBezTo>
                  <a:cubicBezTo>
                    <a:pt x="195708" y="38213"/>
                    <a:pt x="195535" y="38331"/>
                    <a:pt x="195358" y="38443"/>
                  </a:cubicBezTo>
                  <a:cubicBezTo>
                    <a:pt x="195181" y="38556"/>
                    <a:pt x="195001" y="38662"/>
                    <a:pt x="194818" y="38763"/>
                  </a:cubicBezTo>
                  <a:cubicBezTo>
                    <a:pt x="194634" y="38864"/>
                    <a:pt x="194447" y="38959"/>
                    <a:pt x="194258" y="39048"/>
                  </a:cubicBezTo>
                  <a:cubicBezTo>
                    <a:pt x="194068" y="39137"/>
                    <a:pt x="193876" y="39221"/>
                    <a:pt x="193681" y="39298"/>
                  </a:cubicBezTo>
                  <a:cubicBezTo>
                    <a:pt x="193486" y="39375"/>
                    <a:pt x="193289" y="39446"/>
                    <a:pt x="193090" y="39511"/>
                  </a:cubicBezTo>
                  <a:cubicBezTo>
                    <a:pt x="192891" y="39575"/>
                    <a:pt x="192690" y="39634"/>
                    <a:pt x="192487" y="39686"/>
                  </a:cubicBezTo>
                  <a:cubicBezTo>
                    <a:pt x="192284" y="39738"/>
                    <a:pt x="192080" y="39784"/>
                    <a:pt x="191874" y="39823"/>
                  </a:cubicBezTo>
                  <a:cubicBezTo>
                    <a:pt x="191668" y="39862"/>
                    <a:pt x="191461" y="39895"/>
                    <a:pt x="191253" y="39921"/>
                  </a:cubicBezTo>
                  <a:cubicBezTo>
                    <a:pt x="191046" y="39947"/>
                    <a:pt x="190837" y="39967"/>
                    <a:pt x="190628" y="39980"/>
                  </a:cubicBezTo>
                  <a:cubicBezTo>
                    <a:pt x="190419" y="39993"/>
                    <a:pt x="190209" y="40000"/>
                    <a:pt x="190000" y="40000"/>
                  </a:cubicBezTo>
                  <a:lnTo>
                    <a:pt x="10000" y="40000"/>
                  </a:lnTo>
                  <a:cubicBezTo>
                    <a:pt x="9791" y="40000"/>
                    <a:pt x="9581" y="39993"/>
                    <a:pt x="9372" y="39980"/>
                  </a:cubicBezTo>
                  <a:cubicBezTo>
                    <a:pt x="9163" y="39967"/>
                    <a:pt x="8954" y="39947"/>
                    <a:pt x="8747" y="39921"/>
                  </a:cubicBezTo>
                  <a:cubicBezTo>
                    <a:pt x="8539" y="39895"/>
                    <a:pt x="8332" y="39862"/>
                    <a:pt x="8126" y="39823"/>
                  </a:cubicBezTo>
                  <a:cubicBezTo>
                    <a:pt x="7920" y="39784"/>
                    <a:pt x="7716" y="39738"/>
                    <a:pt x="7513" y="39686"/>
                  </a:cubicBezTo>
                  <a:cubicBezTo>
                    <a:pt x="7310" y="39634"/>
                    <a:pt x="7109" y="39575"/>
                    <a:pt x="6910" y="39511"/>
                  </a:cubicBezTo>
                  <a:cubicBezTo>
                    <a:pt x="6711" y="39446"/>
                    <a:pt x="6514" y="39375"/>
                    <a:pt x="6319" y="39298"/>
                  </a:cubicBezTo>
                  <a:cubicBezTo>
                    <a:pt x="6124" y="39221"/>
                    <a:pt x="5932" y="39137"/>
                    <a:pt x="5742" y="39048"/>
                  </a:cubicBezTo>
                  <a:cubicBezTo>
                    <a:pt x="5553" y="38959"/>
                    <a:pt x="5366" y="38864"/>
                    <a:pt x="5182" y="38763"/>
                  </a:cubicBezTo>
                  <a:cubicBezTo>
                    <a:pt x="4999" y="38662"/>
                    <a:pt x="4819" y="38556"/>
                    <a:pt x="4642" y="38443"/>
                  </a:cubicBezTo>
                  <a:cubicBezTo>
                    <a:pt x="4465" y="38331"/>
                    <a:pt x="4292" y="38213"/>
                    <a:pt x="4122" y="38090"/>
                  </a:cubicBezTo>
                  <a:cubicBezTo>
                    <a:pt x="3953" y="37967"/>
                    <a:pt x="3787" y="37839"/>
                    <a:pt x="3626" y="37705"/>
                  </a:cubicBezTo>
                  <a:cubicBezTo>
                    <a:pt x="3464" y="37572"/>
                    <a:pt x="3307" y="37433"/>
                    <a:pt x="3155" y="37290"/>
                  </a:cubicBezTo>
                  <a:cubicBezTo>
                    <a:pt x="3002" y="37146"/>
                    <a:pt x="2854" y="36998"/>
                    <a:pt x="2710" y="36845"/>
                  </a:cubicBezTo>
                  <a:cubicBezTo>
                    <a:pt x="2567" y="36693"/>
                    <a:pt x="2428" y="36536"/>
                    <a:pt x="2295" y="36374"/>
                  </a:cubicBezTo>
                  <a:cubicBezTo>
                    <a:pt x="2161" y="36213"/>
                    <a:pt x="2033" y="36047"/>
                    <a:pt x="1910" y="35878"/>
                  </a:cubicBezTo>
                  <a:cubicBezTo>
                    <a:pt x="1787" y="35708"/>
                    <a:pt x="1669" y="35535"/>
                    <a:pt x="1557" y="35358"/>
                  </a:cubicBezTo>
                  <a:cubicBezTo>
                    <a:pt x="1444" y="35181"/>
                    <a:pt x="1338" y="35001"/>
                    <a:pt x="1237" y="34818"/>
                  </a:cubicBezTo>
                  <a:cubicBezTo>
                    <a:pt x="1136" y="34634"/>
                    <a:pt x="1041" y="34447"/>
                    <a:pt x="952" y="34258"/>
                  </a:cubicBezTo>
                  <a:cubicBezTo>
                    <a:pt x="863" y="34068"/>
                    <a:pt x="779" y="33876"/>
                    <a:pt x="702" y="33681"/>
                  </a:cubicBezTo>
                  <a:cubicBezTo>
                    <a:pt x="625" y="33486"/>
                    <a:pt x="554" y="33289"/>
                    <a:pt x="489" y="33090"/>
                  </a:cubicBezTo>
                  <a:cubicBezTo>
                    <a:pt x="425" y="32891"/>
                    <a:pt x="366" y="32690"/>
                    <a:pt x="314" y="32487"/>
                  </a:cubicBezTo>
                  <a:cubicBezTo>
                    <a:pt x="262" y="32284"/>
                    <a:pt x="216" y="32080"/>
                    <a:pt x="177" y="31874"/>
                  </a:cubicBezTo>
                  <a:cubicBezTo>
                    <a:pt x="138" y="31668"/>
                    <a:pt x="105" y="31461"/>
                    <a:pt x="79" y="31253"/>
                  </a:cubicBezTo>
                  <a:cubicBezTo>
                    <a:pt x="53" y="31046"/>
                    <a:pt x="33" y="30837"/>
                    <a:pt x="20" y="30628"/>
                  </a:cubicBezTo>
                  <a:cubicBezTo>
                    <a:pt x="7" y="30419"/>
                    <a:pt x="0" y="30209"/>
                    <a:pt x="0" y="3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21431" cap="flat">
              <a:noFill/>
              <a:prstDash val="solid"/>
              <a:miter/>
            </a:ln>
          </p:spPr>
        </p:sp>
        <p:sp>
          <p:nvSpPr>
            <p:cNvPr id="48" name="probe-temaki-water_bottle-part-3"/>
            <p:cNvSpPr/>
            <p:nvPr/>
          </p:nvSpPr>
          <p:spPr>
            <a:xfrm>
              <a:off x="0" y="250000"/>
              <a:ext cx="200000" cy="40000"/>
            </a:xfrm>
            <a:custGeom>
              <a:avLst/>
              <a:gdLst/>
              <a:ahLst/>
              <a:cxnLst/>
              <a:rect l="0" t="0" r="r" b="b"/>
              <a:pathLst>
                <a:path w="200000" h="40000">
                  <a:moveTo>
                    <a:pt x="10000" y="0"/>
                  </a:moveTo>
                  <a:lnTo>
                    <a:pt x="190000" y="0"/>
                  </a:lnTo>
                  <a:cubicBezTo>
                    <a:pt x="190209" y="0"/>
                    <a:pt x="190419" y="7"/>
                    <a:pt x="190628" y="20"/>
                  </a:cubicBezTo>
                  <a:cubicBezTo>
                    <a:pt x="190837" y="33"/>
                    <a:pt x="191046" y="53"/>
                    <a:pt x="191253" y="79"/>
                  </a:cubicBezTo>
                  <a:cubicBezTo>
                    <a:pt x="191461" y="105"/>
                    <a:pt x="191668" y="138"/>
                    <a:pt x="191874" y="177"/>
                  </a:cubicBezTo>
                  <a:cubicBezTo>
                    <a:pt x="192080" y="216"/>
                    <a:pt x="192284" y="262"/>
                    <a:pt x="192487" y="314"/>
                  </a:cubicBezTo>
                  <a:cubicBezTo>
                    <a:pt x="192690" y="366"/>
                    <a:pt x="192891" y="425"/>
                    <a:pt x="193090" y="489"/>
                  </a:cubicBezTo>
                  <a:cubicBezTo>
                    <a:pt x="193289" y="554"/>
                    <a:pt x="193486" y="625"/>
                    <a:pt x="193681" y="702"/>
                  </a:cubicBezTo>
                  <a:cubicBezTo>
                    <a:pt x="193876" y="779"/>
                    <a:pt x="194068" y="863"/>
                    <a:pt x="194258" y="952"/>
                  </a:cubicBezTo>
                  <a:cubicBezTo>
                    <a:pt x="194447" y="1041"/>
                    <a:pt x="194634" y="1136"/>
                    <a:pt x="194818" y="1237"/>
                  </a:cubicBezTo>
                  <a:cubicBezTo>
                    <a:pt x="195001" y="1338"/>
                    <a:pt x="195181" y="1444"/>
                    <a:pt x="195358" y="1557"/>
                  </a:cubicBezTo>
                  <a:cubicBezTo>
                    <a:pt x="195535" y="1669"/>
                    <a:pt x="195708" y="1787"/>
                    <a:pt x="195878" y="1910"/>
                  </a:cubicBezTo>
                  <a:cubicBezTo>
                    <a:pt x="196047" y="2033"/>
                    <a:pt x="196213" y="2161"/>
                    <a:pt x="196374" y="2295"/>
                  </a:cubicBezTo>
                  <a:cubicBezTo>
                    <a:pt x="196536" y="2428"/>
                    <a:pt x="196693" y="2567"/>
                    <a:pt x="196845" y="2710"/>
                  </a:cubicBezTo>
                  <a:cubicBezTo>
                    <a:pt x="196998" y="2854"/>
                    <a:pt x="197146" y="3002"/>
                    <a:pt x="197290" y="3155"/>
                  </a:cubicBezTo>
                  <a:cubicBezTo>
                    <a:pt x="197433" y="3307"/>
                    <a:pt x="197572" y="3464"/>
                    <a:pt x="197705" y="3626"/>
                  </a:cubicBezTo>
                  <a:cubicBezTo>
                    <a:pt x="197839" y="3787"/>
                    <a:pt x="197967" y="3953"/>
                    <a:pt x="198090" y="4122"/>
                  </a:cubicBezTo>
                  <a:cubicBezTo>
                    <a:pt x="198213" y="4292"/>
                    <a:pt x="198331" y="4465"/>
                    <a:pt x="198443" y="4642"/>
                  </a:cubicBezTo>
                  <a:cubicBezTo>
                    <a:pt x="198556" y="4819"/>
                    <a:pt x="198662" y="4999"/>
                    <a:pt x="198763" y="5182"/>
                  </a:cubicBezTo>
                  <a:cubicBezTo>
                    <a:pt x="198864" y="5366"/>
                    <a:pt x="198959" y="5553"/>
                    <a:pt x="199048" y="5742"/>
                  </a:cubicBezTo>
                  <a:cubicBezTo>
                    <a:pt x="199137" y="5932"/>
                    <a:pt x="199221" y="6124"/>
                    <a:pt x="199298" y="6319"/>
                  </a:cubicBezTo>
                  <a:cubicBezTo>
                    <a:pt x="199375" y="6514"/>
                    <a:pt x="199446" y="6711"/>
                    <a:pt x="199511" y="6910"/>
                  </a:cubicBezTo>
                  <a:cubicBezTo>
                    <a:pt x="199575" y="7109"/>
                    <a:pt x="199634" y="7310"/>
                    <a:pt x="199686" y="7513"/>
                  </a:cubicBezTo>
                  <a:cubicBezTo>
                    <a:pt x="199738" y="7716"/>
                    <a:pt x="199784" y="7920"/>
                    <a:pt x="199823" y="8126"/>
                  </a:cubicBezTo>
                  <a:cubicBezTo>
                    <a:pt x="199862" y="8332"/>
                    <a:pt x="199895" y="8539"/>
                    <a:pt x="199921" y="8747"/>
                  </a:cubicBezTo>
                  <a:cubicBezTo>
                    <a:pt x="199947" y="8954"/>
                    <a:pt x="199967" y="9163"/>
                    <a:pt x="199980" y="9372"/>
                  </a:cubicBezTo>
                  <a:cubicBezTo>
                    <a:pt x="199993" y="9581"/>
                    <a:pt x="200000" y="9791"/>
                    <a:pt x="200000" y="10000"/>
                  </a:cubicBezTo>
                  <a:lnTo>
                    <a:pt x="200000" y="30000"/>
                  </a:lnTo>
                  <a:cubicBezTo>
                    <a:pt x="200000" y="30209"/>
                    <a:pt x="199993" y="30419"/>
                    <a:pt x="199980" y="30628"/>
                  </a:cubicBezTo>
                  <a:cubicBezTo>
                    <a:pt x="199967" y="30837"/>
                    <a:pt x="199947" y="31046"/>
                    <a:pt x="199921" y="31253"/>
                  </a:cubicBezTo>
                  <a:cubicBezTo>
                    <a:pt x="199895" y="31461"/>
                    <a:pt x="199862" y="31668"/>
                    <a:pt x="199823" y="31874"/>
                  </a:cubicBezTo>
                  <a:cubicBezTo>
                    <a:pt x="199784" y="32080"/>
                    <a:pt x="199738" y="32284"/>
                    <a:pt x="199686" y="32487"/>
                  </a:cubicBezTo>
                  <a:cubicBezTo>
                    <a:pt x="199634" y="32690"/>
                    <a:pt x="199575" y="32891"/>
                    <a:pt x="199511" y="33090"/>
                  </a:cubicBezTo>
                  <a:cubicBezTo>
                    <a:pt x="199446" y="33289"/>
                    <a:pt x="199375" y="33486"/>
                    <a:pt x="199298" y="33681"/>
                  </a:cubicBezTo>
                  <a:cubicBezTo>
                    <a:pt x="199221" y="33876"/>
                    <a:pt x="199137" y="34068"/>
                    <a:pt x="199048" y="34258"/>
                  </a:cubicBezTo>
                  <a:cubicBezTo>
                    <a:pt x="198959" y="34447"/>
                    <a:pt x="198864" y="34634"/>
                    <a:pt x="198763" y="34818"/>
                  </a:cubicBezTo>
                  <a:cubicBezTo>
                    <a:pt x="198662" y="35001"/>
                    <a:pt x="198556" y="35181"/>
                    <a:pt x="198443" y="35358"/>
                  </a:cubicBezTo>
                  <a:cubicBezTo>
                    <a:pt x="198331" y="35535"/>
                    <a:pt x="198213" y="35708"/>
                    <a:pt x="198090" y="35878"/>
                  </a:cubicBezTo>
                  <a:cubicBezTo>
                    <a:pt x="197967" y="36047"/>
                    <a:pt x="197839" y="36213"/>
                    <a:pt x="197705" y="36374"/>
                  </a:cubicBezTo>
                  <a:cubicBezTo>
                    <a:pt x="197572" y="36536"/>
                    <a:pt x="197433" y="36693"/>
                    <a:pt x="197290" y="36845"/>
                  </a:cubicBezTo>
                  <a:cubicBezTo>
                    <a:pt x="197146" y="36998"/>
                    <a:pt x="196998" y="37146"/>
                    <a:pt x="196845" y="37290"/>
                  </a:cubicBezTo>
                  <a:cubicBezTo>
                    <a:pt x="196693" y="37433"/>
                    <a:pt x="196536" y="37572"/>
                    <a:pt x="196374" y="37705"/>
                  </a:cubicBezTo>
                  <a:cubicBezTo>
                    <a:pt x="196213" y="37839"/>
                    <a:pt x="196047" y="37967"/>
                    <a:pt x="195878" y="38090"/>
                  </a:cubicBezTo>
                  <a:cubicBezTo>
                    <a:pt x="195708" y="38213"/>
                    <a:pt x="195535" y="38331"/>
                    <a:pt x="195358" y="38443"/>
                  </a:cubicBezTo>
                  <a:cubicBezTo>
                    <a:pt x="195181" y="38556"/>
                    <a:pt x="195001" y="38662"/>
                    <a:pt x="194818" y="38763"/>
                  </a:cubicBezTo>
                  <a:cubicBezTo>
                    <a:pt x="194634" y="38864"/>
                    <a:pt x="194447" y="38959"/>
                    <a:pt x="194258" y="39048"/>
                  </a:cubicBezTo>
                  <a:cubicBezTo>
                    <a:pt x="194068" y="39137"/>
                    <a:pt x="193876" y="39221"/>
                    <a:pt x="193681" y="39298"/>
                  </a:cubicBezTo>
                  <a:cubicBezTo>
                    <a:pt x="193486" y="39375"/>
                    <a:pt x="193289" y="39446"/>
                    <a:pt x="193090" y="39511"/>
                  </a:cubicBezTo>
                  <a:cubicBezTo>
                    <a:pt x="192891" y="39575"/>
                    <a:pt x="192690" y="39634"/>
                    <a:pt x="192487" y="39686"/>
                  </a:cubicBezTo>
                  <a:cubicBezTo>
                    <a:pt x="192284" y="39738"/>
                    <a:pt x="192080" y="39784"/>
                    <a:pt x="191874" y="39823"/>
                  </a:cubicBezTo>
                  <a:cubicBezTo>
                    <a:pt x="191668" y="39862"/>
                    <a:pt x="191461" y="39895"/>
                    <a:pt x="191253" y="39921"/>
                  </a:cubicBezTo>
                  <a:cubicBezTo>
                    <a:pt x="191046" y="39947"/>
                    <a:pt x="190837" y="39967"/>
                    <a:pt x="190628" y="39980"/>
                  </a:cubicBezTo>
                  <a:cubicBezTo>
                    <a:pt x="190419" y="39993"/>
                    <a:pt x="190209" y="40000"/>
                    <a:pt x="190000" y="40000"/>
                  </a:cubicBezTo>
                  <a:lnTo>
                    <a:pt x="10000" y="40000"/>
                  </a:lnTo>
                  <a:cubicBezTo>
                    <a:pt x="9791" y="40000"/>
                    <a:pt x="9581" y="39993"/>
                    <a:pt x="9372" y="39980"/>
                  </a:cubicBezTo>
                  <a:cubicBezTo>
                    <a:pt x="9163" y="39967"/>
                    <a:pt x="8954" y="39947"/>
                    <a:pt x="8747" y="39921"/>
                  </a:cubicBezTo>
                  <a:cubicBezTo>
                    <a:pt x="8539" y="39895"/>
                    <a:pt x="8332" y="39862"/>
                    <a:pt x="8126" y="39823"/>
                  </a:cubicBezTo>
                  <a:cubicBezTo>
                    <a:pt x="7920" y="39784"/>
                    <a:pt x="7716" y="39738"/>
                    <a:pt x="7513" y="39686"/>
                  </a:cubicBezTo>
                  <a:cubicBezTo>
                    <a:pt x="7310" y="39634"/>
                    <a:pt x="7109" y="39575"/>
                    <a:pt x="6910" y="39511"/>
                  </a:cubicBezTo>
                  <a:cubicBezTo>
                    <a:pt x="6711" y="39446"/>
                    <a:pt x="6514" y="39375"/>
                    <a:pt x="6319" y="39298"/>
                  </a:cubicBezTo>
                  <a:cubicBezTo>
                    <a:pt x="6124" y="39221"/>
                    <a:pt x="5932" y="39137"/>
                    <a:pt x="5742" y="39048"/>
                  </a:cubicBezTo>
                  <a:cubicBezTo>
                    <a:pt x="5553" y="38959"/>
                    <a:pt x="5366" y="38864"/>
                    <a:pt x="5182" y="38763"/>
                  </a:cubicBezTo>
                  <a:cubicBezTo>
                    <a:pt x="4999" y="38662"/>
                    <a:pt x="4819" y="38556"/>
                    <a:pt x="4642" y="38443"/>
                  </a:cubicBezTo>
                  <a:cubicBezTo>
                    <a:pt x="4465" y="38331"/>
                    <a:pt x="4292" y="38213"/>
                    <a:pt x="4122" y="38090"/>
                  </a:cubicBezTo>
                  <a:cubicBezTo>
                    <a:pt x="3953" y="37967"/>
                    <a:pt x="3787" y="37839"/>
                    <a:pt x="3626" y="37705"/>
                  </a:cubicBezTo>
                  <a:cubicBezTo>
                    <a:pt x="3464" y="37572"/>
                    <a:pt x="3307" y="37433"/>
                    <a:pt x="3155" y="37290"/>
                  </a:cubicBezTo>
                  <a:cubicBezTo>
                    <a:pt x="3002" y="37146"/>
                    <a:pt x="2854" y="36998"/>
                    <a:pt x="2710" y="36845"/>
                  </a:cubicBezTo>
                  <a:cubicBezTo>
                    <a:pt x="2567" y="36693"/>
                    <a:pt x="2428" y="36536"/>
                    <a:pt x="2295" y="36374"/>
                  </a:cubicBezTo>
                  <a:cubicBezTo>
                    <a:pt x="2161" y="36213"/>
                    <a:pt x="2033" y="36047"/>
                    <a:pt x="1910" y="35878"/>
                  </a:cubicBezTo>
                  <a:cubicBezTo>
                    <a:pt x="1787" y="35708"/>
                    <a:pt x="1669" y="35535"/>
                    <a:pt x="1557" y="35358"/>
                  </a:cubicBezTo>
                  <a:cubicBezTo>
                    <a:pt x="1444" y="35181"/>
                    <a:pt x="1338" y="35001"/>
                    <a:pt x="1237" y="34818"/>
                  </a:cubicBezTo>
                  <a:cubicBezTo>
                    <a:pt x="1136" y="34634"/>
                    <a:pt x="1041" y="34447"/>
                    <a:pt x="952" y="34258"/>
                  </a:cubicBezTo>
                  <a:cubicBezTo>
                    <a:pt x="863" y="34068"/>
                    <a:pt x="779" y="33876"/>
                    <a:pt x="702" y="33681"/>
                  </a:cubicBezTo>
                  <a:cubicBezTo>
                    <a:pt x="625" y="33486"/>
                    <a:pt x="554" y="33289"/>
                    <a:pt x="489" y="33090"/>
                  </a:cubicBezTo>
                  <a:cubicBezTo>
                    <a:pt x="425" y="32891"/>
                    <a:pt x="366" y="32690"/>
                    <a:pt x="314" y="32487"/>
                  </a:cubicBezTo>
                  <a:cubicBezTo>
                    <a:pt x="262" y="32284"/>
                    <a:pt x="216" y="32080"/>
                    <a:pt x="177" y="31874"/>
                  </a:cubicBezTo>
                  <a:cubicBezTo>
                    <a:pt x="138" y="31668"/>
                    <a:pt x="105" y="31461"/>
                    <a:pt x="79" y="31253"/>
                  </a:cubicBezTo>
                  <a:cubicBezTo>
                    <a:pt x="53" y="31046"/>
                    <a:pt x="33" y="30837"/>
                    <a:pt x="20" y="30628"/>
                  </a:cubicBezTo>
                  <a:cubicBezTo>
                    <a:pt x="7" y="30419"/>
                    <a:pt x="0" y="30209"/>
                    <a:pt x="0" y="3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21431" cap="flat">
              <a:noFill/>
              <a:prstDash val="solid"/>
              <a:miter/>
            </a:ln>
          </p:spPr>
        </p:sp>
        <p:sp>
          <p:nvSpPr>
            <p:cNvPr id="49" name="probe-temaki-water_bottle-part-4"/>
            <p:cNvSpPr/>
            <p:nvPr/>
          </p:nvSpPr>
          <p:spPr>
            <a:xfrm>
              <a:off x="0" y="320000"/>
              <a:ext cx="200000" cy="160000"/>
            </a:xfrm>
            <a:custGeom>
              <a:avLst/>
              <a:gdLst/>
              <a:ahLst/>
              <a:cxnLst/>
              <a:rect l="0" t="0" r="r" b="b"/>
              <a:pathLst>
                <a:path w="200000" h="160000">
                  <a:moveTo>
                    <a:pt x="190000" y="0"/>
                  </a:move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140000"/>
                  </a:lnTo>
                  <a:cubicBezTo>
                    <a:pt x="0" y="140419"/>
                    <a:pt x="13" y="140838"/>
                    <a:pt x="39" y="141256"/>
                  </a:cubicBezTo>
                  <a:cubicBezTo>
                    <a:pt x="66" y="141674"/>
                    <a:pt x="105" y="142091"/>
                    <a:pt x="158" y="142507"/>
                  </a:cubicBezTo>
                  <a:cubicBezTo>
                    <a:pt x="210" y="142922"/>
                    <a:pt x="276" y="143336"/>
                    <a:pt x="354" y="143748"/>
                  </a:cubicBezTo>
                  <a:cubicBezTo>
                    <a:pt x="433" y="144159"/>
                    <a:pt x="524" y="144568"/>
                    <a:pt x="628" y="144974"/>
                  </a:cubicBezTo>
                  <a:cubicBezTo>
                    <a:pt x="733" y="145380"/>
                    <a:pt x="849" y="145782"/>
                    <a:pt x="979" y="146180"/>
                  </a:cubicBezTo>
                  <a:cubicBezTo>
                    <a:pt x="1108" y="146579"/>
                    <a:pt x="1250" y="146973"/>
                    <a:pt x="1404" y="147362"/>
                  </a:cubicBezTo>
                  <a:cubicBezTo>
                    <a:pt x="1559" y="147752"/>
                    <a:pt x="1725" y="148137"/>
                    <a:pt x="1903" y="148516"/>
                  </a:cubicBezTo>
                  <a:cubicBezTo>
                    <a:pt x="2082" y="148895"/>
                    <a:pt x="2272" y="149268"/>
                    <a:pt x="2474" y="149635"/>
                  </a:cubicBezTo>
                  <a:cubicBezTo>
                    <a:pt x="2676" y="150002"/>
                    <a:pt x="2889" y="150363"/>
                    <a:pt x="3113" y="150717"/>
                  </a:cubicBezTo>
                  <a:cubicBezTo>
                    <a:pt x="3338" y="151070"/>
                    <a:pt x="3573" y="151417"/>
                    <a:pt x="3820" y="151756"/>
                  </a:cubicBezTo>
                  <a:cubicBezTo>
                    <a:pt x="4066" y="152095"/>
                    <a:pt x="4323" y="152426"/>
                    <a:pt x="4590" y="152748"/>
                  </a:cubicBezTo>
                  <a:cubicBezTo>
                    <a:pt x="4857" y="153071"/>
                    <a:pt x="5134" y="153386"/>
                    <a:pt x="5421" y="153691"/>
                  </a:cubicBezTo>
                  <a:cubicBezTo>
                    <a:pt x="5707" y="153996"/>
                    <a:pt x="6004" y="154293"/>
                    <a:pt x="6309" y="154579"/>
                  </a:cubicBezTo>
                  <a:cubicBezTo>
                    <a:pt x="6614" y="154866"/>
                    <a:pt x="6929" y="155143"/>
                    <a:pt x="7252" y="155410"/>
                  </a:cubicBezTo>
                  <a:cubicBezTo>
                    <a:pt x="7574" y="155677"/>
                    <a:pt x="7905" y="155934"/>
                    <a:pt x="8244" y="156180"/>
                  </a:cubicBezTo>
                  <a:cubicBezTo>
                    <a:pt x="8583" y="156427"/>
                    <a:pt x="8930" y="156662"/>
                    <a:pt x="9283" y="156887"/>
                  </a:cubicBezTo>
                  <a:cubicBezTo>
                    <a:pt x="9637" y="157111"/>
                    <a:pt x="9998" y="157324"/>
                    <a:pt x="10365" y="157526"/>
                  </a:cubicBezTo>
                  <a:cubicBezTo>
                    <a:pt x="10732" y="157728"/>
                    <a:pt x="11105" y="157918"/>
                    <a:pt x="11484" y="158097"/>
                  </a:cubicBezTo>
                  <a:cubicBezTo>
                    <a:pt x="11863" y="158275"/>
                    <a:pt x="12248" y="158441"/>
                    <a:pt x="12638" y="158596"/>
                  </a:cubicBezTo>
                  <a:cubicBezTo>
                    <a:pt x="13027" y="158750"/>
                    <a:pt x="13421" y="158892"/>
                    <a:pt x="13820" y="159021"/>
                  </a:cubicBezTo>
                  <a:cubicBezTo>
                    <a:pt x="14218" y="159151"/>
                    <a:pt x="14620" y="159267"/>
                    <a:pt x="15026" y="159372"/>
                  </a:cubicBezTo>
                  <a:cubicBezTo>
                    <a:pt x="15432" y="159476"/>
                    <a:pt x="15841" y="159567"/>
                    <a:pt x="16252" y="159646"/>
                  </a:cubicBezTo>
                  <a:cubicBezTo>
                    <a:pt x="16664" y="159724"/>
                    <a:pt x="17078" y="159790"/>
                    <a:pt x="17493" y="159842"/>
                  </a:cubicBezTo>
                  <a:cubicBezTo>
                    <a:pt x="17909" y="159895"/>
                    <a:pt x="18326" y="159934"/>
                    <a:pt x="18744" y="159961"/>
                  </a:cubicBezTo>
                  <a:cubicBezTo>
                    <a:pt x="19162" y="159987"/>
                    <a:pt x="19581" y="160000"/>
                    <a:pt x="20000" y="160000"/>
                  </a:cubicBezTo>
                  <a:lnTo>
                    <a:pt x="180000" y="160000"/>
                  </a:lnTo>
                  <a:cubicBezTo>
                    <a:pt x="180419" y="160000"/>
                    <a:pt x="180838" y="159987"/>
                    <a:pt x="181256" y="159961"/>
                  </a:cubicBezTo>
                  <a:cubicBezTo>
                    <a:pt x="181674" y="159934"/>
                    <a:pt x="182091" y="159895"/>
                    <a:pt x="182507" y="159842"/>
                  </a:cubicBezTo>
                  <a:cubicBezTo>
                    <a:pt x="182922" y="159790"/>
                    <a:pt x="183336" y="159724"/>
                    <a:pt x="183748" y="159646"/>
                  </a:cubicBezTo>
                  <a:cubicBezTo>
                    <a:pt x="184159" y="159567"/>
                    <a:pt x="184568" y="159476"/>
                    <a:pt x="184974" y="159372"/>
                  </a:cubicBezTo>
                  <a:cubicBezTo>
                    <a:pt x="185380" y="159267"/>
                    <a:pt x="185782" y="159151"/>
                    <a:pt x="186180" y="159021"/>
                  </a:cubicBezTo>
                  <a:cubicBezTo>
                    <a:pt x="186579" y="158892"/>
                    <a:pt x="186973" y="158750"/>
                    <a:pt x="187362" y="158596"/>
                  </a:cubicBezTo>
                  <a:cubicBezTo>
                    <a:pt x="187752" y="158441"/>
                    <a:pt x="188137" y="158275"/>
                    <a:pt x="188516" y="158097"/>
                  </a:cubicBezTo>
                  <a:cubicBezTo>
                    <a:pt x="188895" y="157918"/>
                    <a:pt x="189268" y="157728"/>
                    <a:pt x="189635" y="157526"/>
                  </a:cubicBezTo>
                  <a:cubicBezTo>
                    <a:pt x="190002" y="157324"/>
                    <a:pt x="190363" y="157111"/>
                    <a:pt x="190717" y="156887"/>
                  </a:cubicBezTo>
                  <a:cubicBezTo>
                    <a:pt x="191070" y="156662"/>
                    <a:pt x="191417" y="156427"/>
                    <a:pt x="191756" y="156180"/>
                  </a:cubicBezTo>
                  <a:cubicBezTo>
                    <a:pt x="192095" y="155934"/>
                    <a:pt x="192426" y="155677"/>
                    <a:pt x="192748" y="155410"/>
                  </a:cubicBezTo>
                  <a:cubicBezTo>
                    <a:pt x="193071" y="155143"/>
                    <a:pt x="193386" y="154866"/>
                    <a:pt x="193691" y="154579"/>
                  </a:cubicBezTo>
                  <a:cubicBezTo>
                    <a:pt x="193996" y="154293"/>
                    <a:pt x="194293" y="153996"/>
                    <a:pt x="194579" y="153691"/>
                  </a:cubicBezTo>
                  <a:cubicBezTo>
                    <a:pt x="194866" y="153386"/>
                    <a:pt x="195143" y="153071"/>
                    <a:pt x="195410" y="152748"/>
                  </a:cubicBezTo>
                  <a:cubicBezTo>
                    <a:pt x="195677" y="152426"/>
                    <a:pt x="195934" y="152095"/>
                    <a:pt x="196180" y="151756"/>
                  </a:cubicBezTo>
                  <a:cubicBezTo>
                    <a:pt x="196427" y="151417"/>
                    <a:pt x="196662" y="151070"/>
                    <a:pt x="196887" y="150717"/>
                  </a:cubicBezTo>
                  <a:cubicBezTo>
                    <a:pt x="197111" y="150363"/>
                    <a:pt x="197324" y="150002"/>
                    <a:pt x="197526" y="149635"/>
                  </a:cubicBezTo>
                  <a:cubicBezTo>
                    <a:pt x="197728" y="149268"/>
                    <a:pt x="197918" y="148895"/>
                    <a:pt x="198097" y="148516"/>
                  </a:cubicBezTo>
                  <a:cubicBezTo>
                    <a:pt x="198275" y="148137"/>
                    <a:pt x="198441" y="147752"/>
                    <a:pt x="198596" y="147362"/>
                  </a:cubicBezTo>
                  <a:cubicBezTo>
                    <a:pt x="198750" y="146973"/>
                    <a:pt x="198892" y="146579"/>
                    <a:pt x="199021" y="146180"/>
                  </a:cubicBezTo>
                  <a:cubicBezTo>
                    <a:pt x="199151" y="145782"/>
                    <a:pt x="199267" y="145380"/>
                    <a:pt x="199372" y="144974"/>
                  </a:cubicBezTo>
                  <a:cubicBezTo>
                    <a:pt x="199476" y="144568"/>
                    <a:pt x="199567" y="144159"/>
                    <a:pt x="199646" y="143748"/>
                  </a:cubicBezTo>
                  <a:cubicBezTo>
                    <a:pt x="199724" y="143336"/>
                    <a:pt x="199790" y="142922"/>
                    <a:pt x="199842" y="142507"/>
                  </a:cubicBezTo>
                  <a:cubicBezTo>
                    <a:pt x="199895" y="142091"/>
                    <a:pt x="199934" y="141674"/>
                    <a:pt x="199961" y="141256"/>
                  </a:cubicBezTo>
                  <a:cubicBezTo>
                    <a:pt x="199987" y="140838"/>
                    <a:pt x="200000" y="140419"/>
                    <a:pt x="200000" y="140000"/>
                  </a:cubicBezTo>
                  <a:lnTo>
                    <a:pt x="200000" y="10000"/>
                  </a:lnTo>
                  <a:cubicBezTo>
                    <a:pt x="200000" y="9791"/>
                    <a:pt x="199993" y="9581"/>
                    <a:pt x="199980" y="9372"/>
                  </a:cubicBezTo>
                  <a:cubicBezTo>
                    <a:pt x="199967" y="9163"/>
                    <a:pt x="199947" y="8954"/>
                    <a:pt x="199921" y="8747"/>
                  </a:cubicBezTo>
                  <a:cubicBezTo>
                    <a:pt x="199895" y="8539"/>
                    <a:pt x="199862" y="8332"/>
                    <a:pt x="199823" y="8126"/>
                  </a:cubicBezTo>
                  <a:cubicBezTo>
                    <a:pt x="199784" y="7920"/>
                    <a:pt x="199738" y="7716"/>
                    <a:pt x="199686" y="7513"/>
                  </a:cubicBezTo>
                  <a:cubicBezTo>
                    <a:pt x="199634" y="7310"/>
                    <a:pt x="199575" y="7109"/>
                    <a:pt x="199511" y="6910"/>
                  </a:cubicBezTo>
                  <a:cubicBezTo>
                    <a:pt x="199446" y="6711"/>
                    <a:pt x="199375" y="6514"/>
                    <a:pt x="199298" y="6319"/>
                  </a:cubicBezTo>
                  <a:cubicBezTo>
                    <a:pt x="199221" y="6124"/>
                    <a:pt x="199137" y="5932"/>
                    <a:pt x="199048" y="5742"/>
                  </a:cubicBezTo>
                  <a:cubicBezTo>
                    <a:pt x="198959" y="5553"/>
                    <a:pt x="198864" y="5366"/>
                    <a:pt x="198763" y="5182"/>
                  </a:cubicBezTo>
                  <a:cubicBezTo>
                    <a:pt x="198662" y="4999"/>
                    <a:pt x="198556" y="4819"/>
                    <a:pt x="198443" y="4642"/>
                  </a:cubicBezTo>
                  <a:cubicBezTo>
                    <a:pt x="198331" y="4465"/>
                    <a:pt x="198213" y="4292"/>
                    <a:pt x="198090" y="4122"/>
                  </a:cubicBezTo>
                  <a:cubicBezTo>
                    <a:pt x="197967" y="3953"/>
                    <a:pt x="197839" y="3787"/>
                    <a:pt x="197705" y="3626"/>
                  </a:cubicBezTo>
                  <a:cubicBezTo>
                    <a:pt x="197572" y="3464"/>
                    <a:pt x="197433" y="3307"/>
                    <a:pt x="197290" y="3155"/>
                  </a:cubicBezTo>
                  <a:cubicBezTo>
                    <a:pt x="197146" y="3002"/>
                    <a:pt x="196998" y="2854"/>
                    <a:pt x="196845" y="2710"/>
                  </a:cubicBezTo>
                  <a:cubicBezTo>
                    <a:pt x="196693" y="2567"/>
                    <a:pt x="196536" y="2428"/>
                    <a:pt x="196374" y="2295"/>
                  </a:cubicBezTo>
                  <a:cubicBezTo>
                    <a:pt x="196213" y="2161"/>
                    <a:pt x="196047" y="2033"/>
                    <a:pt x="195878" y="1910"/>
                  </a:cubicBezTo>
                  <a:cubicBezTo>
                    <a:pt x="195708" y="1787"/>
                    <a:pt x="195535" y="1669"/>
                    <a:pt x="195358" y="1557"/>
                  </a:cubicBezTo>
                  <a:cubicBezTo>
                    <a:pt x="195181" y="1444"/>
                    <a:pt x="195001" y="1338"/>
                    <a:pt x="194818" y="1237"/>
                  </a:cubicBezTo>
                  <a:cubicBezTo>
                    <a:pt x="194634" y="1136"/>
                    <a:pt x="194447" y="1041"/>
                    <a:pt x="194258" y="952"/>
                  </a:cubicBezTo>
                  <a:cubicBezTo>
                    <a:pt x="194068" y="863"/>
                    <a:pt x="193876" y="779"/>
                    <a:pt x="193681" y="702"/>
                  </a:cubicBezTo>
                  <a:cubicBezTo>
                    <a:pt x="193486" y="625"/>
                    <a:pt x="193289" y="554"/>
                    <a:pt x="193090" y="489"/>
                  </a:cubicBezTo>
                  <a:cubicBezTo>
                    <a:pt x="192891" y="425"/>
                    <a:pt x="192690" y="366"/>
                    <a:pt x="192487" y="314"/>
                  </a:cubicBezTo>
                  <a:cubicBezTo>
                    <a:pt x="192284" y="262"/>
                    <a:pt x="192080" y="216"/>
                    <a:pt x="191874" y="177"/>
                  </a:cubicBezTo>
                  <a:cubicBezTo>
                    <a:pt x="191668" y="138"/>
                    <a:pt x="191461" y="105"/>
                    <a:pt x="191253" y="79"/>
                  </a:cubicBezTo>
                  <a:cubicBezTo>
                    <a:pt x="191046" y="53"/>
                    <a:pt x="190837" y="33"/>
                    <a:pt x="190628" y="20"/>
                  </a:cubicBezTo>
                  <a:cubicBezTo>
                    <a:pt x="190419" y="7"/>
                    <a:pt x="190209" y="0"/>
                    <a:pt x="190000" y="0"/>
                  </a:cubicBezTo>
                  <a:close/>
                </a:path>
              </a:pathLst>
            </a:custGeom>
            <a:solidFill>
              <a:srgbClr val="000000"/>
            </a:solidFill>
            <a:ln w="21431" cap="flat">
              <a:noFill/>
              <a:prstDash val="solid"/>
              <a:miter/>
            </a:ln>
          </p:spPr>
        </p:sp>
      </p:grpSp>
      <p:grpSp>
        <p:nvGrpSpPr>
          <p:cNvPr id="50" name="probe-temaki-water_tap_drinkable" descr="饮水设备 — Temaki contributors; CC0-1.0; original SVG unchanged. Source: https://github.com/rapideditor/temaki/blob/6d9ac860d1d615d4449aab049f630d25d036c19e/icons/water_tap_drinkable.svg; SVG SHA256: 9fb79f2c219dc263105217f4e33d1672a534a6cb561037d1338e48088b6fdd9b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150000" cy="150000"/>
          </a:xfrm>
        </p:grpSpPr>
        <p:sp>
          <p:nvSpPr>
            <p:cNvPr id="51" name="probe-temaki-water_tap_drinkable-part-1"/>
            <p:cNvSpPr/>
            <p:nvPr/>
          </p:nvSpPr>
          <p:spPr>
            <a:xfrm>
              <a:off x="30000" y="10000"/>
              <a:ext cx="90000" cy="130000"/>
            </a:xfrm>
            <a:custGeom>
              <a:avLst/>
              <a:gdLst/>
              <a:ahLst/>
              <a:cxnLst/>
              <a:rect l="0" t="0" r="r" b="b"/>
              <a:pathLst>
                <a:path w="90000" h="130000">
                  <a:moveTo>
                    <a:pt x="46100" y="98600"/>
                  </a:moveTo>
                  <a:lnTo>
                    <a:pt x="47800" y="90000"/>
                  </a:lnTo>
                  <a:lnTo>
                    <a:pt x="12200" y="90000"/>
                  </a:lnTo>
                  <a:lnTo>
                    <a:pt x="15500" y="106300"/>
                  </a:lnTo>
                  <a:cubicBezTo>
                    <a:pt x="20300" y="110300"/>
                    <a:pt x="25200" y="109800"/>
                    <a:pt x="30000" y="105000"/>
                  </a:cubicBezTo>
                  <a:cubicBezTo>
                    <a:pt x="35400" y="99600"/>
                    <a:pt x="40700" y="97500"/>
                    <a:pt x="46100" y="98600"/>
                  </a:cubicBezTo>
                  <a:lnTo>
                    <a:pt x="46100" y="98600"/>
                  </a:lnTo>
                  <a:close/>
                  <a:moveTo>
                    <a:pt x="60000" y="10000"/>
                  </a:moveTo>
                  <a:lnTo>
                    <a:pt x="60000" y="20000"/>
                  </a:lnTo>
                  <a:lnTo>
                    <a:pt x="70000" y="20000"/>
                  </a:lnTo>
                  <a:cubicBezTo>
                    <a:pt x="81000" y="20000"/>
                    <a:pt x="90000" y="29000"/>
                    <a:pt x="90000" y="40000"/>
                  </a:cubicBezTo>
                  <a:lnTo>
                    <a:pt x="90000" y="130000"/>
                  </a:lnTo>
                  <a:lnTo>
                    <a:pt x="70000" y="130000"/>
                  </a:lnTo>
                  <a:lnTo>
                    <a:pt x="70000" y="40000"/>
                  </a:lnTo>
                  <a:lnTo>
                    <a:pt x="40000" y="40000"/>
                  </a:lnTo>
                  <a:lnTo>
                    <a:pt x="40000" y="60000"/>
                  </a:lnTo>
                  <a:lnTo>
                    <a:pt x="45000" y="60000"/>
                  </a:lnTo>
                  <a:cubicBezTo>
                    <a:pt x="47800" y="60000"/>
                    <a:pt x="50000" y="62200"/>
                    <a:pt x="50000" y="65000"/>
                  </a:cubicBezTo>
                  <a:lnTo>
                    <a:pt x="50000" y="70000"/>
                  </a:lnTo>
                  <a:lnTo>
                    <a:pt x="10000" y="70000"/>
                  </a:lnTo>
                  <a:lnTo>
                    <a:pt x="10000" y="65000"/>
                  </a:lnTo>
                  <a:cubicBezTo>
                    <a:pt x="10000" y="62200"/>
                    <a:pt x="12200" y="60000"/>
                    <a:pt x="15000" y="60000"/>
                  </a:cubicBezTo>
                  <a:lnTo>
                    <a:pt x="20000" y="60000"/>
                  </a:lnTo>
                  <a:lnTo>
                    <a:pt x="20000" y="40000"/>
                  </a:lnTo>
                  <a:cubicBezTo>
                    <a:pt x="20000" y="30000"/>
                    <a:pt x="30000" y="20000"/>
                    <a:pt x="40000" y="20000"/>
                  </a:cubicBezTo>
                  <a:lnTo>
                    <a:pt x="50000" y="20000"/>
                  </a:lnTo>
                  <a:lnTo>
                    <a:pt x="50000" y="10000"/>
                  </a:lnTo>
                  <a:lnTo>
                    <a:pt x="35000" y="10000"/>
                  </a:lnTo>
                  <a:cubicBezTo>
                    <a:pt x="32200" y="10000"/>
                    <a:pt x="30000" y="7800"/>
                    <a:pt x="30000" y="5000"/>
                  </a:cubicBezTo>
                  <a:cubicBezTo>
                    <a:pt x="30000" y="2200"/>
                    <a:pt x="32200" y="0"/>
                    <a:pt x="35000" y="0"/>
                  </a:cubicBezTo>
                  <a:lnTo>
                    <a:pt x="75000" y="0"/>
                  </a:lnTo>
                  <a:cubicBezTo>
                    <a:pt x="77800" y="0"/>
                    <a:pt x="80000" y="2200"/>
                    <a:pt x="80000" y="5000"/>
                  </a:cubicBezTo>
                  <a:cubicBezTo>
                    <a:pt x="80000" y="7800"/>
                    <a:pt x="77800" y="10000"/>
                    <a:pt x="75000" y="10000"/>
                  </a:cubicBezTo>
                  <a:lnTo>
                    <a:pt x="60000" y="10000"/>
                  </a:lnTo>
                  <a:close/>
                  <a:moveTo>
                    <a:pt x="0" y="80000"/>
                  </a:moveTo>
                  <a:lnTo>
                    <a:pt x="60000" y="80000"/>
                  </a:lnTo>
                  <a:lnTo>
                    <a:pt x="51600" y="122000"/>
                  </a:lnTo>
                  <a:cubicBezTo>
                    <a:pt x="50700" y="126600"/>
                    <a:pt x="46600" y="130000"/>
                    <a:pt x="41800" y="130000"/>
                  </a:cubicBezTo>
                  <a:lnTo>
                    <a:pt x="18200" y="130000"/>
                  </a:lnTo>
                  <a:cubicBezTo>
                    <a:pt x="13400" y="130000"/>
                    <a:pt x="9300" y="126600"/>
                    <a:pt x="8400" y="122000"/>
                  </a:cubicBezTo>
                  <a:lnTo>
                    <a:pt x="0" y="80000"/>
                  </a:lnTo>
                  <a:close/>
                </a:path>
              </a:pathLst>
            </a:custGeom>
            <a:solidFill>
              <a:srgbClr val="000000"/>
            </a:solidFill>
            <a:ln w="68580" cap="flat">
              <a:noFill/>
              <a:prstDash val="solid"/>
              <a:miter/>
            </a:ln>
          </p:spPr>
        </p:sp>
      </p:grpSp>
      <p:grpSp>
        <p:nvGrpSpPr>
          <p:cNvPr id="52" name="probe-bioicons-microscope-cartoon" descr="microscope-cartoon — Derek-Croote; Bioicons upstream metadata declares CC0-1.0. Source: https://github.com/duerrsimon/bioicons/blob/d29e766ea7580b8063c4f47b29e872db40a4d979/static/icons/cc-0/Lab_apparatus/Derek-Croote/microscope-cartoon.svg; SVG SHA256: 3e08df9594346d745d8380f0b68f257308cad5cb94252a0d5fa93d3ea1ac6412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10240000" cy="10240000"/>
          </a:xfrm>
        </p:grpSpPr>
        <p:sp>
          <p:nvSpPr>
            <p:cNvPr id="53" name="probe-bioicons-microscope-cartoon-part-1"/>
            <p:cNvSpPr/>
            <p:nvPr/>
          </p:nvSpPr>
          <p:spPr>
            <a:xfrm>
              <a:off x="2333415" y="1067022"/>
              <a:ext cx="5573169" cy="7946077"/>
            </a:xfrm>
            <a:custGeom>
              <a:avLst/>
              <a:gdLst/>
              <a:ahLst/>
              <a:cxnLst/>
              <a:rect l="0" t="0" r="r" b="b"/>
              <a:pathLst>
                <a:path w="5573169" h="7946077">
                  <a:moveTo>
                    <a:pt x="2800393" y="3792270"/>
                  </a:moveTo>
                  <a:cubicBezTo>
                    <a:pt x="2756906" y="3825747"/>
                    <a:pt x="2713951" y="3852675"/>
                    <a:pt x="2660872" y="3855572"/>
                  </a:cubicBezTo>
                  <a:cubicBezTo>
                    <a:pt x="2639346" y="3856746"/>
                    <a:pt x="2629805" y="3868755"/>
                    <a:pt x="2621544" y="3886436"/>
                  </a:cubicBezTo>
                  <a:cubicBezTo>
                    <a:pt x="2572588" y="3991220"/>
                    <a:pt x="2490643" y="4056658"/>
                    <a:pt x="2378796" y="4083328"/>
                  </a:cubicBezTo>
                  <a:cubicBezTo>
                    <a:pt x="2343179" y="4091821"/>
                    <a:pt x="2332626" y="4110504"/>
                    <a:pt x="2333138" y="4145560"/>
                  </a:cubicBezTo>
                  <a:cubicBezTo>
                    <a:pt x="2334813" y="4260182"/>
                    <a:pt x="2332925" y="4374853"/>
                    <a:pt x="2333963" y="4489490"/>
                  </a:cubicBezTo>
                  <a:cubicBezTo>
                    <a:pt x="2334491" y="4547820"/>
                    <a:pt x="2308356" y="4585693"/>
                    <a:pt x="2254492" y="4605728"/>
                  </a:cubicBezTo>
                  <a:cubicBezTo>
                    <a:pt x="2237630" y="4611999"/>
                    <a:pt x="2221247" y="4620600"/>
                    <a:pt x="2203833" y="4624156"/>
                  </a:cubicBezTo>
                  <a:cubicBezTo>
                    <a:pt x="2144804" y="4636213"/>
                    <a:pt x="2096288" y="4664431"/>
                    <a:pt x="2049197" y="4702771"/>
                  </a:cubicBezTo>
                  <a:cubicBezTo>
                    <a:pt x="1948201" y="4784997"/>
                    <a:pt x="1743949" y="4785202"/>
                    <a:pt x="1643736" y="4702232"/>
                  </a:cubicBezTo>
                  <a:cubicBezTo>
                    <a:pt x="1596738" y="4663321"/>
                    <a:pt x="1546518" y="4638436"/>
                    <a:pt x="1489955" y="4620029"/>
                  </a:cubicBezTo>
                  <a:cubicBezTo>
                    <a:pt x="1393707" y="4588708"/>
                    <a:pt x="1375009" y="4560534"/>
                    <a:pt x="1374956" y="4458890"/>
                  </a:cubicBezTo>
                  <a:cubicBezTo>
                    <a:pt x="1374843" y="4242698"/>
                    <a:pt x="1374878" y="4026506"/>
                    <a:pt x="1374329" y="3810315"/>
                  </a:cubicBezTo>
                  <a:cubicBezTo>
                    <a:pt x="1374290" y="3792976"/>
                    <a:pt x="1379160" y="3774534"/>
                    <a:pt x="1367086" y="3755465"/>
                  </a:cubicBezTo>
                  <a:cubicBezTo>
                    <a:pt x="1341578" y="3761071"/>
                    <a:pt x="1326852" y="3781604"/>
                    <a:pt x="1310424" y="3798314"/>
                  </a:cubicBezTo>
                  <a:cubicBezTo>
                    <a:pt x="1197928" y="3912743"/>
                    <a:pt x="1085963" y="4027695"/>
                    <a:pt x="973968" y="4142617"/>
                  </a:cubicBezTo>
                  <a:cubicBezTo>
                    <a:pt x="914949" y="4203179"/>
                    <a:pt x="858110" y="4205121"/>
                    <a:pt x="793616" y="4147343"/>
                  </a:cubicBezTo>
                  <a:cubicBezTo>
                    <a:pt x="765719" y="4122349"/>
                    <a:pt x="741155" y="4095558"/>
                    <a:pt x="700048" y="4088773"/>
                  </a:cubicBezTo>
                  <a:cubicBezTo>
                    <a:pt x="519597" y="4058989"/>
                    <a:pt x="417174" y="3947975"/>
                    <a:pt x="385168" y="3771646"/>
                  </a:cubicBezTo>
                  <a:cubicBezTo>
                    <a:pt x="377027" y="3726790"/>
                    <a:pt x="358413" y="3693737"/>
                    <a:pt x="327729" y="3662048"/>
                  </a:cubicBezTo>
                  <a:cubicBezTo>
                    <a:pt x="237186" y="3568538"/>
                    <a:pt x="238558" y="3525752"/>
                    <a:pt x="330496" y="3430580"/>
                  </a:cubicBezTo>
                  <a:cubicBezTo>
                    <a:pt x="422641" y="3335194"/>
                    <a:pt x="513925" y="3238936"/>
                    <a:pt x="607870" y="3145354"/>
                  </a:cubicBezTo>
                  <a:cubicBezTo>
                    <a:pt x="631082" y="3122232"/>
                    <a:pt x="626030" y="3104285"/>
                    <a:pt x="615009" y="3080479"/>
                  </a:cubicBezTo>
                  <a:cubicBezTo>
                    <a:pt x="574260" y="2992464"/>
                    <a:pt x="586040" y="2908647"/>
                    <a:pt x="637705" y="2828835"/>
                  </a:cubicBezTo>
                  <a:cubicBezTo>
                    <a:pt x="673086" y="2774179"/>
                    <a:pt x="731991" y="2755980"/>
                    <a:pt x="787410" y="2736462"/>
                  </a:cubicBezTo>
                  <a:cubicBezTo>
                    <a:pt x="792388" y="2715690"/>
                    <a:pt x="782361" y="2701826"/>
                    <a:pt x="776513" y="2686920"/>
                  </a:cubicBezTo>
                  <a:cubicBezTo>
                    <a:pt x="703961" y="2502021"/>
                    <a:pt x="817188" y="2333877"/>
                    <a:pt x="1014602" y="2336153"/>
                  </a:cubicBezTo>
                  <a:cubicBezTo>
                    <a:pt x="1057805" y="2336651"/>
                    <a:pt x="1086945" y="2328771"/>
                    <a:pt x="1117907" y="2291678"/>
                  </a:cubicBezTo>
                  <a:cubicBezTo>
                    <a:pt x="1182709" y="2214044"/>
                    <a:pt x="1272474" y="2195084"/>
                    <a:pt x="1367586" y="2228015"/>
                  </a:cubicBezTo>
                  <a:cubicBezTo>
                    <a:pt x="1421279" y="2246604"/>
                    <a:pt x="1452121" y="2235327"/>
                    <a:pt x="1491170" y="2192192"/>
                  </a:cubicBezTo>
                  <a:cubicBezTo>
                    <a:pt x="1690074" y="1972468"/>
                    <a:pt x="1885561" y="1749782"/>
                    <a:pt x="2079881" y="1526054"/>
                  </a:cubicBezTo>
                  <a:cubicBezTo>
                    <a:pt x="2147281" y="1448454"/>
                    <a:pt x="2225839" y="1404219"/>
                    <a:pt x="2330725" y="1433938"/>
                  </a:cubicBezTo>
                  <a:cubicBezTo>
                    <a:pt x="2367930" y="1444480"/>
                    <a:pt x="2381089" y="1417833"/>
                    <a:pt x="2398295" y="1398200"/>
                  </a:cubicBezTo>
                  <a:cubicBezTo>
                    <a:pt x="2577425" y="1193806"/>
                    <a:pt x="2756682" y="989514"/>
                    <a:pt x="2934019" y="783570"/>
                  </a:cubicBezTo>
                  <a:cubicBezTo>
                    <a:pt x="2984205" y="725288"/>
                    <a:pt x="3037074" y="682872"/>
                    <a:pt x="3119759" y="704401"/>
                  </a:cubicBezTo>
                  <a:cubicBezTo>
                    <a:pt x="3147772" y="711695"/>
                    <a:pt x="3160477" y="689424"/>
                    <a:pt x="3175229" y="672234"/>
                  </a:cubicBezTo>
                  <a:cubicBezTo>
                    <a:pt x="3227459" y="611371"/>
                    <a:pt x="3279729" y="550542"/>
                    <a:pt x="3331825" y="489563"/>
                  </a:cubicBezTo>
                  <a:cubicBezTo>
                    <a:pt x="3347963" y="470674"/>
                    <a:pt x="3365387" y="451250"/>
                    <a:pt x="3388306" y="443177"/>
                  </a:cubicBezTo>
                  <a:cubicBezTo>
                    <a:pt x="3485830" y="408821"/>
                    <a:pt x="3520871" y="312020"/>
                    <a:pt x="3587753" y="247265"/>
                  </a:cubicBezTo>
                  <a:cubicBezTo>
                    <a:pt x="3599516" y="235876"/>
                    <a:pt x="3595875" y="219958"/>
                    <a:pt x="3594424" y="205170"/>
                  </a:cubicBezTo>
                  <a:cubicBezTo>
                    <a:pt x="3581454" y="73043"/>
                    <a:pt x="3679275" y="-17251"/>
                    <a:pt x="3810955" y="2782"/>
                  </a:cubicBezTo>
                  <a:cubicBezTo>
                    <a:pt x="3927764" y="20552"/>
                    <a:pt x="4019616" y="87090"/>
                    <a:pt x="4109507" y="155187"/>
                  </a:cubicBezTo>
                  <a:cubicBezTo>
                    <a:pt x="4277572" y="282505"/>
                    <a:pt x="4423584" y="432388"/>
                    <a:pt x="4545832" y="604449"/>
                  </a:cubicBezTo>
                  <a:cubicBezTo>
                    <a:pt x="4589591" y="666037"/>
                    <a:pt x="4628750" y="731527"/>
                    <a:pt x="4632279" y="809865"/>
                  </a:cubicBezTo>
                  <a:cubicBezTo>
                    <a:pt x="4637560" y="927112"/>
                    <a:pt x="4558080" y="998345"/>
                    <a:pt x="4442379" y="980685"/>
                  </a:cubicBezTo>
                  <a:cubicBezTo>
                    <a:pt x="4419690" y="977221"/>
                    <a:pt x="4405817" y="982590"/>
                    <a:pt x="4391217" y="998978"/>
                  </a:cubicBezTo>
                  <a:cubicBezTo>
                    <a:pt x="4360739" y="1033187"/>
                    <a:pt x="4328272" y="1065619"/>
                    <a:pt x="4296725" y="1098879"/>
                  </a:cubicBezTo>
                  <a:cubicBezTo>
                    <a:pt x="4269323" y="1127770"/>
                    <a:pt x="4237591" y="1150714"/>
                    <a:pt x="4243662" y="1201485"/>
                  </a:cubicBezTo>
                  <a:cubicBezTo>
                    <a:pt x="4247693" y="1235204"/>
                    <a:pt x="4216555" y="1262999"/>
                    <a:pt x="4192942" y="1288254"/>
                  </a:cubicBezTo>
                  <a:cubicBezTo>
                    <a:pt x="4139270" y="1345658"/>
                    <a:pt x="4085660" y="1403133"/>
                    <a:pt x="4031054" y="1459641"/>
                  </a:cubicBezTo>
                  <a:cubicBezTo>
                    <a:pt x="4014044" y="1477243"/>
                    <a:pt x="4004686" y="1492859"/>
                    <a:pt x="4011927" y="1519720"/>
                  </a:cubicBezTo>
                  <a:cubicBezTo>
                    <a:pt x="4027256" y="1576573"/>
                    <a:pt x="4001475" y="1620291"/>
                    <a:pt x="3961298" y="1659352"/>
                  </a:cubicBezTo>
                  <a:cubicBezTo>
                    <a:pt x="3867450" y="1750595"/>
                    <a:pt x="3780481" y="1848292"/>
                    <a:pt x="3696117" y="1944009"/>
                  </a:cubicBezTo>
                  <a:cubicBezTo>
                    <a:pt x="3695679" y="1963738"/>
                    <a:pt x="3708093" y="1970926"/>
                    <a:pt x="3717043" y="1979782"/>
                  </a:cubicBezTo>
                  <a:cubicBezTo>
                    <a:pt x="3890822" y="2151746"/>
                    <a:pt x="3958009" y="2361286"/>
                    <a:pt x="3932626" y="2601550"/>
                  </a:cubicBezTo>
                  <a:cubicBezTo>
                    <a:pt x="3929140" y="2634541"/>
                    <a:pt x="3938975" y="2653471"/>
                    <a:pt x="3960484" y="2673338"/>
                  </a:cubicBezTo>
                  <a:cubicBezTo>
                    <a:pt x="4060354" y="2765585"/>
                    <a:pt x="4158936" y="2859075"/>
                    <a:pt x="4243761" y="2965982"/>
                  </a:cubicBezTo>
                  <a:cubicBezTo>
                    <a:pt x="4491910" y="3278730"/>
                    <a:pt x="4639042" y="3633903"/>
                    <a:pt x="4692969" y="4028838"/>
                  </a:cubicBezTo>
                  <a:cubicBezTo>
                    <a:pt x="4732204" y="4316177"/>
                    <a:pt x="4714994" y="4600666"/>
                    <a:pt x="4643944" y="4880839"/>
                  </a:cubicBezTo>
                  <a:cubicBezTo>
                    <a:pt x="4535224" y="5309551"/>
                    <a:pt x="4332407" y="5684919"/>
                    <a:pt x="4000157" y="5983908"/>
                  </a:cubicBezTo>
                  <a:cubicBezTo>
                    <a:pt x="3984544" y="5997958"/>
                    <a:pt x="3967900" y="6010861"/>
                    <a:pt x="3950182" y="6025591"/>
                  </a:cubicBezTo>
                  <a:cubicBezTo>
                    <a:pt x="3970613" y="6069243"/>
                    <a:pt x="4004170" y="6101033"/>
                    <a:pt x="4031451" y="6136994"/>
                  </a:cubicBezTo>
                  <a:cubicBezTo>
                    <a:pt x="4286784" y="6473564"/>
                    <a:pt x="4543178" y="6809328"/>
                    <a:pt x="4798004" y="7146278"/>
                  </a:cubicBezTo>
                  <a:cubicBezTo>
                    <a:pt x="4822108" y="7178150"/>
                    <a:pt x="4846888" y="7193603"/>
                    <a:pt x="4887880" y="7191265"/>
                  </a:cubicBezTo>
                  <a:cubicBezTo>
                    <a:pt x="4948226" y="7187820"/>
                    <a:pt x="5009000" y="7188661"/>
                    <a:pt x="5067376" y="7210015"/>
                  </a:cubicBezTo>
                  <a:cubicBezTo>
                    <a:pt x="5239751" y="7273068"/>
                    <a:pt x="5331661" y="7399430"/>
                    <a:pt x="5360193" y="7577446"/>
                  </a:cubicBezTo>
                  <a:cubicBezTo>
                    <a:pt x="5370576" y="7642227"/>
                    <a:pt x="5369404" y="7707260"/>
                    <a:pt x="5366693" y="7773262"/>
                  </a:cubicBezTo>
                  <a:cubicBezTo>
                    <a:pt x="5402207" y="7785358"/>
                    <a:pt x="5435073" y="7779128"/>
                    <a:pt x="5467219" y="7780244"/>
                  </a:cubicBezTo>
                  <a:cubicBezTo>
                    <a:pt x="5529535" y="7782407"/>
                    <a:pt x="5572517" y="7817020"/>
                    <a:pt x="5573163" y="7866949"/>
                  </a:cubicBezTo>
                  <a:cubicBezTo>
                    <a:pt x="5573768" y="7913737"/>
                    <a:pt x="5532964" y="7944302"/>
                    <a:pt x="5468372" y="7944309"/>
                  </a:cubicBezTo>
                  <a:cubicBezTo>
                    <a:pt x="3976314" y="7944464"/>
                    <a:pt x="2484256" y="7944524"/>
                    <a:pt x="992198" y="7944596"/>
                  </a:cubicBezTo>
                  <a:cubicBezTo>
                    <a:pt x="690838" y="7944606"/>
                    <a:pt x="389453" y="7942471"/>
                    <a:pt x="88136" y="7946068"/>
                  </a:cubicBezTo>
                  <a:cubicBezTo>
                    <a:pt x="10592" y="7946994"/>
                    <a:pt x="-18113" y="7872696"/>
                    <a:pt x="11348" y="7821378"/>
                  </a:cubicBezTo>
                  <a:cubicBezTo>
                    <a:pt x="28626" y="7791281"/>
                    <a:pt x="56474" y="7781565"/>
                    <a:pt x="89933" y="7780550"/>
                  </a:cubicBezTo>
                  <a:cubicBezTo>
                    <a:pt x="194503" y="7777378"/>
                    <a:pt x="196563" y="7776886"/>
                    <a:pt x="194165" y="7670988"/>
                  </a:cubicBezTo>
                  <a:cubicBezTo>
                    <a:pt x="190269" y="7498916"/>
                    <a:pt x="256255" y="7362217"/>
                    <a:pt x="396099" y="7262627"/>
                  </a:cubicBezTo>
                  <a:cubicBezTo>
                    <a:pt x="464667" y="7213794"/>
                    <a:pt x="543492" y="7192743"/>
                    <a:pt x="627375" y="7192608"/>
                  </a:cubicBezTo>
                  <a:cubicBezTo>
                    <a:pt x="956577" y="7192073"/>
                    <a:pt x="1285783" y="7191307"/>
                    <a:pt x="1614978" y="7192719"/>
                  </a:cubicBezTo>
                  <a:cubicBezTo>
                    <a:pt x="1660381" y="7192913"/>
                    <a:pt x="1684398" y="7179679"/>
                    <a:pt x="1702996" y="7135958"/>
                  </a:cubicBezTo>
                  <a:cubicBezTo>
                    <a:pt x="1780977" y="6952645"/>
                    <a:pt x="1926443" y="6869493"/>
                    <a:pt x="2121827" y="6868309"/>
                  </a:cubicBezTo>
                  <a:cubicBezTo>
                    <a:pt x="2247928" y="6867546"/>
                    <a:pt x="2374066" y="6868091"/>
                    <a:pt x="2500141" y="6870522"/>
                  </a:cubicBezTo>
                  <a:cubicBezTo>
                    <a:pt x="2542881" y="6871346"/>
                    <a:pt x="2558098" y="6855358"/>
                    <a:pt x="2557643" y="6813239"/>
                  </a:cubicBezTo>
                  <a:cubicBezTo>
                    <a:pt x="2555962" y="6657886"/>
                    <a:pt x="2570389" y="6687235"/>
                    <a:pt x="2434710" y="6686843"/>
                  </a:cubicBezTo>
                  <a:cubicBezTo>
                    <a:pt x="1989225" y="6685554"/>
                    <a:pt x="1543735" y="6686602"/>
                    <a:pt x="1098247" y="6686401"/>
                  </a:cubicBezTo>
                  <a:cubicBezTo>
                    <a:pt x="1001666" y="6686362"/>
                    <a:pt x="921669" y="6613996"/>
                    <a:pt x="907870" y="6515907"/>
                  </a:cubicBezTo>
                  <a:cubicBezTo>
                    <a:pt x="895478" y="6427824"/>
                    <a:pt x="961050" y="6326809"/>
                    <a:pt x="1045626" y="6302146"/>
                  </a:cubicBezTo>
                  <a:cubicBezTo>
                    <a:pt x="1068275" y="6295540"/>
                    <a:pt x="1091008" y="6296584"/>
                    <a:pt x="1113819" y="6296572"/>
                  </a:cubicBezTo>
                  <a:cubicBezTo>
                    <a:pt x="1572410" y="6296331"/>
                    <a:pt x="2031001" y="6296503"/>
                    <a:pt x="2489590" y="6295480"/>
                  </a:cubicBezTo>
                  <a:cubicBezTo>
                    <a:pt x="2514774" y="6295421"/>
                    <a:pt x="2551900" y="6312377"/>
                    <a:pt x="2556094" y="6262212"/>
                  </a:cubicBezTo>
                  <a:cubicBezTo>
                    <a:pt x="2562304" y="6187918"/>
                    <a:pt x="2557723" y="6175388"/>
                    <a:pt x="2502413" y="6164508"/>
                  </a:cubicBezTo>
                  <a:cubicBezTo>
                    <a:pt x="2407462" y="6145831"/>
                    <a:pt x="2314696" y="6121440"/>
                    <a:pt x="2226031" y="6081274"/>
                  </a:cubicBezTo>
                  <a:cubicBezTo>
                    <a:pt x="2110949" y="6029142"/>
                    <a:pt x="2017067" y="5952411"/>
                    <a:pt x="1949087" y="5846360"/>
                  </a:cubicBezTo>
                  <a:cubicBezTo>
                    <a:pt x="1926720" y="5811467"/>
                    <a:pt x="1901082" y="5799970"/>
                    <a:pt x="1860774" y="5800154"/>
                  </a:cubicBezTo>
                  <a:cubicBezTo>
                    <a:pt x="1559421" y="5801529"/>
                    <a:pt x="1258058" y="5801171"/>
                    <a:pt x="956699" y="5800590"/>
                  </a:cubicBezTo>
                  <a:cubicBezTo>
                    <a:pt x="830703" y="5800348"/>
                    <a:pt x="771828" y="5743793"/>
                    <a:pt x="766462" y="5616527"/>
                  </a:cubicBezTo>
                  <a:cubicBezTo>
                    <a:pt x="765098" y="5584156"/>
                    <a:pt x="753093" y="5573794"/>
                    <a:pt x="722371" y="5573837"/>
                  </a:cubicBezTo>
                  <a:cubicBezTo>
                    <a:pt x="620837" y="5573979"/>
                    <a:pt x="519300" y="5572518"/>
                    <a:pt x="417766" y="5571498"/>
                  </a:cubicBezTo>
                  <a:cubicBezTo>
                    <a:pt x="401405" y="5571334"/>
                    <a:pt x="384939" y="5571288"/>
                    <a:pt x="368717" y="5569456"/>
                  </a:cubicBezTo>
                  <a:cubicBezTo>
                    <a:pt x="311978" y="5563048"/>
                    <a:pt x="272546" y="5523244"/>
                    <a:pt x="274495" y="5475313"/>
                  </a:cubicBezTo>
                  <a:cubicBezTo>
                    <a:pt x="276346" y="5429793"/>
                    <a:pt x="317457" y="5394519"/>
                    <a:pt x="374199" y="5393820"/>
                  </a:cubicBezTo>
                  <a:cubicBezTo>
                    <a:pt x="480643" y="5392507"/>
                    <a:pt x="587158" y="5391234"/>
                    <a:pt x="693547" y="5393859"/>
                  </a:cubicBezTo>
                  <a:cubicBezTo>
                    <a:pt x="738906" y="5394979"/>
                    <a:pt x="757125" y="5384026"/>
                    <a:pt x="756034" y="5334447"/>
                  </a:cubicBezTo>
                  <a:cubicBezTo>
                    <a:pt x="753250" y="5207908"/>
                    <a:pt x="755544" y="5208568"/>
                    <a:pt x="627126" y="5207473"/>
                  </a:cubicBezTo>
                  <a:cubicBezTo>
                    <a:pt x="538747" y="5206721"/>
                    <a:pt x="450212" y="5212255"/>
                    <a:pt x="362006" y="5203019"/>
                  </a:cubicBezTo>
                  <a:cubicBezTo>
                    <a:pt x="306311" y="5197187"/>
                    <a:pt x="275160" y="5168026"/>
                    <a:pt x="273970" y="5122273"/>
                  </a:cubicBezTo>
                  <a:cubicBezTo>
                    <a:pt x="272769" y="5076177"/>
                    <a:pt x="307572" y="5040071"/>
                    <a:pt x="361274" y="5033343"/>
                  </a:cubicBezTo>
                  <a:cubicBezTo>
                    <a:pt x="379056" y="5031114"/>
                    <a:pt x="397231" y="5031565"/>
                    <a:pt x="415226" y="5031562"/>
                  </a:cubicBezTo>
                  <a:cubicBezTo>
                    <a:pt x="1304562" y="5031433"/>
                    <a:pt x="2193902" y="5032515"/>
                    <a:pt x="3083230" y="5029674"/>
                  </a:cubicBezTo>
                  <a:cubicBezTo>
                    <a:pt x="3177125" y="5029374"/>
                    <a:pt x="3245259" y="5055918"/>
                    <a:pt x="3291392" y="5137424"/>
                  </a:cubicBezTo>
                  <a:cubicBezTo>
                    <a:pt x="3298411" y="5149825"/>
                    <a:pt x="3309347" y="5160008"/>
                    <a:pt x="3322057" y="5175622"/>
                  </a:cubicBezTo>
                  <a:cubicBezTo>
                    <a:pt x="3399275" y="5095324"/>
                    <a:pt x="3470279" y="5013694"/>
                    <a:pt x="3522587" y="4919804"/>
                  </a:cubicBezTo>
                  <a:cubicBezTo>
                    <a:pt x="3735156" y="4538257"/>
                    <a:pt x="3758570" y="4145090"/>
                    <a:pt x="3571002" y="3748341"/>
                  </a:cubicBezTo>
                  <a:cubicBezTo>
                    <a:pt x="3454869" y="3502693"/>
                    <a:pt x="3261545" y="3342247"/>
                    <a:pt x="2993637" y="3277344"/>
                  </a:cubicBezTo>
                  <a:cubicBezTo>
                    <a:pt x="2964833" y="3270366"/>
                    <a:pt x="2942812" y="3272658"/>
                    <a:pt x="2924036" y="3296553"/>
                  </a:cubicBezTo>
                  <a:cubicBezTo>
                    <a:pt x="2915990" y="3306792"/>
                    <a:pt x="2906489" y="3316129"/>
                    <a:pt x="2896567" y="3324610"/>
                  </a:cubicBezTo>
                  <a:cubicBezTo>
                    <a:pt x="2858161" y="3357442"/>
                    <a:pt x="2847033" y="3391211"/>
                    <a:pt x="2866897" y="3443782"/>
                  </a:cubicBezTo>
                  <a:cubicBezTo>
                    <a:pt x="2914420" y="3569549"/>
                    <a:pt x="2897956" y="3688124"/>
                    <a:pt x="2800392" y="3792266"/>
                  </a:cubicBezTo>
                  <a:moveTo>
                    <a:pt x="3885350" y="1153106"/>
                  </a:moveTo>
                  <a:cubicBezTo>
                    <a:pt x="3891200" y="1158648"/>
                    <a:pt x="3897048" y="1164190"/>
                    <a:pt x="3906987" y="1175148"/>
                  </a:cubicBezTo>
                  <a:cubicBezTo>
                    <a:pt x="3935317" y="1201789"/>
                    <a:pt x="3915200" y="1221150"/>
                    <a:pt x="3897398" y="1241312"/>
                  </a:cubicBezTo>
                  <a:cubicBezTo>
                    <a:pt x="3856709" y="1287394"/>
                    <a:pt x="3857331" y="1291634"/>
                    <a:pt x="3910165" y="1332525"/>
                  </a:cubicBezTo>
                  <a:cubicBezTo>
                    <a:pt x="3960705" y="1288899"/>
                    <a:pt x="3999615" y="1233898"/>
                    <a:pt x="4045724" y="1185718"/>
                  </a:cubicBezTo>
                  <a:cubicBezTo>
                    <a:pt x="4061226" y="1169521"/>
                    <a:pt x="4048344" y="1156177"/>
                    <a:pt x="4040998" y="1141762"/>
                  </a:cubicBezTo>
                  <a:cubicBezTo>
                    <a:pt x="3994085" y="1049691"/>
                    <a:pt x="3920062" y="979509"/>
                    <a:pt x="3850198" y="906222"/>
                  </a:cubicBezTo>
                  <a:cubicBezTo>
                    <a:pt x="3748478" y="799518"/>
                    <a:pt x="3643035" y="697006"/>
                    <a:pt x="3516640" y="618565"/>
                  </a:cubicBezTo>
                  <a:cubicBezTo>
                    <a:pt x="3482843" y="597590"/>
                    <a:pt x="3457847" y="599364"/>
                    <a:pt x="3432201" y="631400"/>
                  </a:cubicBezTo>
                  <a:cubicBezTo>
                    <a:pt x="3401574" y="669656"/>
                    <a:pt x="3368810" y="706444"/>
                    <a:pt x="3334472" y="741412"/>
                  </a:cubicBezTo>
                  <a:cubicBezTo>
                    <a:pt x="3304474" y="771961"/>
                    <a:pt x="3304389" y="792926"/>
                    <a:pt x="3341912" y="818225"/>
                  </a:cubicBezTo>
                  <a:cubicBezTo>
                    <a:pt x="3501090" y="925546"/>
                    <a:pt x="3648745" y="1046747"/>
                    <a:pt x="3777255" y="1190163"/>
                  </a:cubicBezTo>
                  <a:cubicBezTo>
                    <a:pt x="3787192" y="1201252"/>
                    <a:pt x="3797209" y="1213592"/>
                    <a:pt x="3815665" y="1196448"/>
                  </a:cubicBezTo>
                  <a:cubicBezTo>
                    <a:pt x="3811896" y="1171428"/>
                    <a:pt x="3792140" y="1155535"/>
                    <a:pt x="3775899" y="1138505"/>
                  </a:cubicBezTo>
                  <a:cubicBezTo>
                    <a:pt x="3744716" y="1105808"/>
                    <a:pt x="3747256" y="1079599"/>
                    <a:pt x="3790992" y="1053583"/>
                  </a:cubicBezTo>
                  <a:cubicBezTo>
                    <a:pt x="3821351" y="1085143"/>
                    <a:pt x="3851611" y="1116599"/>
                    <a:pt x="3885350" y="1153106"/>
                  </a:cubicBezTo>
                  <a:moveTo>
                    <a:pt x="3871767" y="3049596"/>
                  </a:moveTo>
                  <a:cubicBezTo>
                    <a:pt x="3852800" y="3017323"/>
                    <a:pt x="3828028" y="2990608"/>
                    <a:pt x="3798520" y="2968372"/>
                  </a:cubicBezTo>
                  <a:cubicBezTo>
                    <a:pt x="3814673" y="3005666"/>
                    <a:pt x="3842339" y="3032557"/>
                    <a:pt x="3874935" y="3063391"/>
                  </a:cubicBezTo>
                  <a:cubicBezTo>
                    <a:pt x="3893920" y="3087962"/>
                    <a:pt x="3912263" y="3113065"/>
                    <a:pt x="3932093" y="3136932"/>
                  </a:cubicBezTo>
                  <a:cubicBezTo>
                    <a:pt x="3947651" y="3155657"/>
                    <a:pt x="3954481" y="3172751"/>
                    <a:pt x="3933398" y="3192079"/>
                  </a:cubicBezTo>
                  <a:cubicBezTo>
                    <a:pt x="3911032" y="3212584"/>
                    <a:pt x="3892625" y="3205956"/>
                    <a:pt x="3874586" y="3185909"/>
                  </a:cubicBezTo>
                  <a:cubicBezTo>
                    <a:pt x="3851593" y="3160357"/>
                    <a:pt x="3828646" y="3134702"/>
                    <a:pt x="3804465" y="3110294"/>
                  </a:cubicBezTo>
                  <a:cubicBezTo>
                    <a:pt x="3779410" y="3085004"/>
                    <a:pt x="3761689" y="3051216"/>
                    <a:pt x="3724767" y="3038710"/>
                  </a:cubicBezTo>
                  <a:cubicBezTo>
                    <a:pt x="3766110" y="3095846"/>
                    <a:pt x="3810294" y="3150161"/>
                    <a:pt x="3855211" y="3203863"/>
                  </a:cubicBezTo>
                  <a:cubicBezTo>
                    <a:pt x="4171512" y="3582015"/>
                    <a:pt x="4287330" y="4021399"/>
                    <a:pt x="4234395" y="4504368"/>
                  </a:cubicBezTo>
                  <a:cubicBezTo>
                    <a:pt x="4193534" y="4877173"/>
                    <a:pt x="4048332" y="5211095"/>
                    <a:pt x="3807928" y="5501301"/>
                  </a:cubicBezTo>
                  <a:cubicBezTo>
                    <a:pt x="3769319" y="5547907"/>
                    <a:pt x="3728884" y="5593019"/>
                    <a:pt x="3688673" y="5638269"/>
                  </a:cubicBezTo>
                  <a:cubicBezTo>
                    <a:pt x="3675827" y="5652724"/>
                    <a:pt x="3663735" y="5666725"/>
                    <a:pt x="3680885" y="5684613"/>
                  </a:cubicBezTo>
                  <a:cubicBezTo>
                    <a:pt x="3700973" y="5705564"/>
                    <a:pt x="3712621" y="5683725"/>
                    <a:pt x="3725217" y="5673312"/>
                  </a:cubicBezTo>
                  <a:cubicBezTo>
                    <a:pt x="3737786" y="5662921"/>
                    <a:pt x="3748181" y="5649931"/>
                    <a:pt x="3760523" y="5639226"/>
                  </a:cubicBezTo>
                  <a:cubicBezTo>
                    <a:pt x="3773382" y="5628071"/>
                    <a:pt x="3786822" y="5608338"/>
                    <a:pt x="3805394" y="5628221"/>
                  </a:cubicBezTo>
                  <a:cubicBezTo>
                    <a:pt x="3819551" y="5643377"/>
                    <a:pt x="3822613" y="5663038"/>
                    <a:pt x="3810116" y="5682552"/>
                  </a:cubicBezTo>
                  <a:cubicBezTo>
                    <a:pt x="3799960" y="5698411"/>
                    <a:pt x="3779157" y="5706906"/>
                    <a:pt x="3777176" y="5729074"/>
                  </a:cubicBezTo>
                  <a:cubicBezTo>
                    <a:pt x="3790458" y="5731359"/>
                    <a:pt x="3794144" y="5720443"/>
                    <a:pt x="3800004" y="5713783"/>
                  </a:cubicBezTo>
                  <a:cubicBezTo>
                    <a:pt x="3875621" y="5627840"/>
                    <a:pt x="3956331" y="5546130"/>
                    <a:pt x="4020072" y="5450279"/>
                  </a:cubicBezTo>
                  <a:cubicBezTo>
                    <a:pt x="4032511" y="5431574"/>
                    <a:pt x="4046825" y="5417318"/>
                    <a:pt x="4072180" y="5421609"/>
                  </a:cubicBezTo>
                  <a:cubicBezTo>
                    <a:pt x="4086383" y="5424014"/>
                    <a:pt x="4097212" y="5429618"/>
                    <a:pt x="4100513" y="5444476"/>
                  </a:cubicBezTo>
                  <a:cubicBezTo>
                    <a:pt x="4105643" y="5467560"/>
                    <a:pt x="4094808" y="5485142"/>
                    <a:pt x="4081331" y="5502719"/>
                  </a:cubicBezTo>
                  <a:cubicBezTo>
                    <a:pt x="4004561" y="5602840"/>
                    <a:pt x="3921134" y="5697263"/>
                    <a:pt x="3837135" y="5791267"/>
                  </a:cubicBezTo>
                  <a:cubicBezTo>
                    <a:pt x="3797256" y="5835896"/>
                    <a:pt x="3799744" y="5847514"/>
                    <a:pt x="3855407" y="5890290"/>
                  </a:cubicBezTo>
                  <a:cubicBezTo>
                    <a:pt x="4387055" y="5382683"/>
                    <a:pt x="4611722" y="4762478"/>
                    <a:pt x="4515805" y="4035554"/>
                  </a:cubicBezTo>
                  <a:cubicBezTo>
                    <a:pt x="4453375" y="3562411"/>
                    <a:pt x="4237623" y="3162275"/>
                    <a:pt x="3874401" y="2846858"/>
                  </a:cubicBezTo>
                  <a:cubicBezTo>
                    <a:pt x="3839982" y="2870448"/>
                    <a:pt x="3839117" y="2889142"/>
                    <a:pt x="3865107" y="2916564"/>
                  </a:cubicBezTo>
                  <a:cubicBezTo>
                    <a:pt x="3925873" y="2980679"/>
                    <a:pt x="3983603" y="3047695"/>
                    <a:pt x="4041825" y="3114181"/>
                  </a:cubicBezTo>
                  <a:cubicBezTo>
                    <a:pt x="4058299" y="3132992"/>
                    <a:pt x="4074826" y="3154859"/>
                    <a:pt x="4049076" y="3178064"/>
                  </a:cubicBezTo>
                  <a:cubicBezTo>
                    <a:pt x="4023998" y="3200664"/>
                    <a:pt x="4005098" y="3184301"/>
                    <a:pt x="3986355" y="3165429"/>
                  </a:cubicBezTo>
                  <a:cubicBezTo>
                    <a:pt x="3949503" y="3128322"/>
                    <a:pt x="3911579" y="3092281"/>
                    <a:pt x="3871767" y="3049596"/>
                  </a:cubicBezTo>
                  <a:moveTo>
                    <a:pt x="4090880" y="6509248"/>
                  </a:moveTo>
                  <a:cubicBezTo>
                    <a:pt x="3897250" y="6261558"/>
                    <a:pt x="3710884" y="6008408"/>
                    <a:pt x="3525138" y="5754816"/>
                  </a:cubicBezTo>
                  <a:cubicBezTo>
                    <a:pt x="3407110" y="5593679"/>
                    <a:pt x="3290321" y="5431620"/>
                    <a:pt x="3174449" y="5268927"/>
                  </a:cubicBezTo>
                  <a:cubicBezTo>
                    <a:pt x="3143362" y="5225277"/>
                    <a:pt x="3107709" y="5203426"/>
                    <a:pt x="3051435" y="5206514"/>
                  </a:cubicBezTo>
                  <a:cubicBezTo>
                    <a:pt x="2966540" y="5211173"/>
                    <a:pt x="2881196" y="5207600"/>
                    <a:pt x="2796043" y="5207660"/>
                  </a:cubicBezTo>
                  <a:cubicBezTo>
                    <a:pt x="2727135" y="5207709"/>
                    <a:pt x="2727007" y="5207798"/>
                    <a:pt x="2726988" y="5274999"/>
                  </a:cubicBezTo>
                  <a:cubicBezTo>
                    <a:pt x="2726884" y="5638538"/>
                    <a:pt x="2726848" y="6002076"/>
                    <a:pt x="2726791" y="6365615"/>
                  </a:cubicBezTo>
                  <a:cubicBezTo>
                    <a:pt x="2726772" y="6517908"/>
                    <a:pt x="2727669" y="6670211"/>
                    <a:pt x="2726057" y="6822487"/>
                  </a:cubicBezTo>
                  <a:cubicBezTo>
                    <a:pt x="2725675" y="6858637"/>
                    <a:pt x="2740022" y="6873779"/>
                    <a:pt x="2773962" y="6874612"/>
                  </a:cubicBezTo>
                  <a:cubicBezTo>
                    <a:pt x="2788691" y="6874972"/>
                    <a:pt x="2803428" y="6875436"/>
                    <a:pt x="2818156" y="6875300"/>
                  </a:cubicBezTo>
                  <a:cubicBezTo>
                    <a:pt x="3030982" y="6873309"/>
                    <a:pt x="3243803" y="6870390"/>
                    <a:pt x="3456633" y="6869396"/>
                  </a:cubicBezTo>
                  <a:cubicBezTo>
                    <a:pt x="3665514" y="6868420"/>
                    <a:pt x="3813679" y="6962004"/>
                    <a:pt x="3890935" y="7158329"/>
                  </a:cubicBezTo>
                  <a:cubicBezTo>
                    <a:pt x="3904162" y="7191943"/>
                    <a:pt x="3926064" y="7191184"/>
                    <a:pt x="3952605" y="7191171"/>
                  </a:cubicBezTo>
                  <a:cubicBezTo>
                    <a:pt x="4152388" y="7191066"/>
                    <a:pt x="4352170" y="7191284"/>
                    <a:pt x="4551953" y="7190875"/>
                  </a:cubicBezTo>
                  <a:cubicBezTo>
                    <a:pt x="4567581" y="7190845"/>
                    <a:pt x="4584667" y="7195702"/>
                    <a:pt x="4603012" y="7180559"/>
                  </a:cubicBezTo>
                  <a:cubicBezTo>
                    <a:pt x="4433651" y="6958443"/>
                    <a:pt x="4264479" y="6736575"/>
                    <a:pt x="4090880" y="6509248"/>
                  </a:cubicBezTo>
                  <a:moveTo>
                    <a:pt x="3321560" y="7679678"/>
                  </a:moveTo>
                  <a:cubicBezTo>
                    <a:pt x="3321845" y="7656775"/>
                    <a:pt x="3321994" y="7633870"/>
                    <a:pt x="3322452" y="7610971"/>
                  </a:cubicBezTo>
                  <a:cubicBezTo>
                    <a:pt x="3322950" y="7586163"/>
                    <a:pt x="3333306" y="7570068"/>
                    <a:pt x="3360441" y="7570080"/>
                  </a:cubicBezTo>
                  <a:cubicBezTo>
                    <a:pt x="3389047" y="7570090"/>
                    <a:pt x="3395546" y="7588130"/>
                    <a:pt x="3395326" y="7612510"/>
                  </a:cubicBezTo>
                  <a:cubicBezTo>
                    <a:pt x="3394972" y="7651809"/>
                    <a:pt x="3395286" y="7691115"/>
                    <a:pt x="3395612" y="7730417"/>
                  </a:cubicBezTo>
                  <a:cubicBezTo>
                    <a:pt x="3395744" y="7746088"/>
                    <a:pt x="3398148" y="7761299"/>
                    <a:pt x="3419003" y="7760131"/>
                  </a:cubicBezTo>
                  <a:cubicBezTo>
                    <a:pt x="3436389" y="7759157"/>
                    <a:pt x="3439094" y="7745361"/>
                    <a:pt x="3439323" y="7731778"/>
                  </a:cubicBezTo>
                  <a:cubicBezTo>
                    <a:pt x="3439988" y="7692487"/>
                    <a:pt x="3439848" y="7653182"/>
                    <a:pt x="3440241" y="7613886"/>
                  </a:cubicBezTo>
                  <a:cubicBezTo>
                    <a:pt x="3440476" y="7590345"/>
                    <a:pt x="3447017" y="7570341"/>
                    <a:pt x="3475112" y="7570184"/>
                  </a:cubicBezTo>
                  <a:cubicBezTo>
                    <a:pt x="3503124" y="7570028"/>
                    <a:pt x="3510211" y="7589819"/>
                    <a:pt x="3510577" y="7613416"/>
                  </a:cubicBezTo>
                  <a:cubicBezTo>
                    <a:pt x="3511160" y="7651075"/>
                    <a:pt x="3511004" y="7688747"/>
                    <a:pt x="3511808" y="7726400"/>
                  </a:cubicBezTo>
                  <a:cubicBezTo>
                    <a:pt x="3512116" y="7740785"/>
                    <a:pt x="3510538" y="7759369"/>
                    <a:pt x="3531726" y="7759101"/>
                  </a:cubicBezTo>
                  <a:cubicBezTo>
                    <a:pt x="3550809" y="7758859"/>
                    <a:pt x="3553901" y="7741880"/>
                    <a:pt x="3554210" y="7726760"/>
                  </a:cubicBezTo>
                  <a:cubicBezTo>
                    <a:pt x="3555008" y="7687539"/>
                    <a:pt x="3554917" y="7648296"/>
                    <a:pt x="3554899" y="7609062"/>
                  </a:cubicBezTo>
                  <a:cubicBezTo>
                    <a:pt x="3554889" y="7586695"/>
                    <a:pt x="3560928" y="7569795"/>
                    <a:pt x="3587686" y="7570736"/>
                  </a:cubicBezTo>
                  <a:cubicBezTo>
                    <a:pt x="3611842" y="7571586"/>
                    <a:pt x="3622363" y="7584928"/>
                    <a:pt x="3623001" y="7608540"/>
                  </a:cubicBezTo>
                  <a:cubicBezTo>
                    <a:pt x="3624060" y="7647795"/>
                    <a:pt x="3625663" y="7687045"/>
                    <a:pt x="3627776" y="7726256"/>
                  </a:cubicBezTo>
                  <a:cubicBezTo>
                    <a:pt x="3628544" y="7740524"/>
                    <a:pt x="3627560" y="7759234"/>
                    <a:pt x="3648934" y="7757930"/>
                  </a:cubicBezTo>
                  <a:cubicBezTo>
                    <a:pt x="3666410" y="7756865"/>
                    <a:pt x="3665656" y="7740057"/>
                    <a:pt x="3666002" y="7727346"/>
                  </a:cubicBezTo>
                  <a:cubicBezTo>
                    <a:pt x="3666891" y="7694612"/>
                    <a:pt x="3665753" y="7661803"/>
                    <a:pt x="3667337" y="7629116"/>
                  </a:cubicBezTo>
                  <a:cubicBezTo>
                    <a:pt x="3668563" y="7603815"/>
                    <a:pt x="3664470" y="7570248"/>
                    <a:pt x="3702213" y="7570111"/>
                  </a:cubicBezTo>
                  <a:cubicBezTo>
                    <a:pt x="3739039" y="7569977"/>
                    <a:pt x="3737816" y="7601304"/>
                    <a:pt x="3737938" y="7628106"/>
                  </a:cubicBezTo>
                  <a:cubicBezTo>
                    <a:pt x="3738094" y="7662495"/>
                    <a:pt x="3738007" y="7696887"/>
                    <a:pt x="3738493" y="7731271"/>
                  </a:cubicBezTo>
                  <a:cubicBezTo>
                    <a:pt x="3738686" y="7744733"/>
                    <a:pt x="3740235" y="7758897"/>
                    <a:pt x="3757881" y="7760160"/>
                  </a:cubicBezTo>
                  <a:cubicBezTo>
                    <a:pt x="3778501" y="7761637"/>
                    <a:pt x="3781739" y="7746829"/>
                    <a:pt x="3781910" y="7730973"/>
                  </a:cubicBezTo>
                  <a:cubicBezTo>
                    <a:pt x="3782298" y="7694948"/>
                    <a:pt x="3781959" y="7658915"/>
                    <a:pt x="3782458" y="7622893"/>
                  </a:cubicBezTo>
                  <a:cubicBezTo>
                    <a:pt x="3782807" y="7597839"/>
                    <a:pt x="3782893" y="7568439"/>
                    <a:pt x="3816484" y="7568007"/>
                  </a:cubicBezTo>
                  <a:cubicBezTo>
                    <a:pt x="3852194" y="7567549"/>
                    <a:pt x="3854542" y="7597493"/>
                    <a:pt x="3854866" y="7624810"/>
                  </a:cubicBezTo>
                  <a:cubicBezTo>
                    <a:pt x="3855236" y="7655920"/>
                    <a:pt x="3854165" y="7687066"/>
                    <a:pt x="3855251" y="7718143"/>
                  </a:cubicBezTo>
                  <a:cubicBezTo>
                    <a:pt x="3855777" y="7733210"/>
                    <a:pt x="3849789" y="7757028"/>
                    <a:pt x="3872596" y="7757457"/>
                  </a:cubicBezTo>
                  <a:cubicBezTo>
                    <a:pt x="3899090" y="7757956"/>
                    <a:pt x="3892643" y="7732292"/>
                    <a:pt x="3893274" y="7715878"/>
                  </a:cubicBezTo>
                  <a:cubicBezTo>
                    <a:pt x="3894531" y="7683178"/>
                    <a:pt x="3892375" y="7650335"/>
                    <a:pt x="3893975" y="7617666"/>
                  </a:cubicBezTo>
                  <a:cubicBezTo>
                    <a:pt x="3895179" y="7593090"/>
                    <a:pt x="3896963" y="7564904"/>
                    <a:pt x="3932605" y="7567147"/>
                  </a:cubicBezTo>
                  <a:cubicBezTo>
                    <a:pt x="3964194" y="7569134"/>
                    <a:pt x="3965064" y="7593870"/>
                    <a:pt x="3965075" y="7617845"/>
                  </a:cubicBezTo>
                  <a:cubicBezTo>
                    <a:pt x="3965095" y="7655510"/>
                    <a:pt x="3965115" y="7693177"/>
                    <a:pt x="3965494" y="7730840"/>
                  </a:cubicBezTo>
                  <a:cubicBezTo>
                    <a:pt x="3965650" y="7746586"/>
                    <a:pt x="3968484" y="7761649"/>
                    <a:pt x="3989219" y="7760275"/>
                  </a:cubicBezTo>
                  <a:cubicBezTo>
                    <a:pt x="4006622" y="7759122"/>
                    <a:pt x="4008949" y="7745147"/>
                    <a:pt x="4009182" y="7731623"/>
                  </a:cubicBezTo>
                  <a:cubicBezTo>
                    <a:pt x="4009828" y="7693969"/>
                    <a:pt x="4009446" y="7656295"/>
                    <a:pt x="4010166" y="7618642"/>
                  </a:cubicBezTo>
                  <a:cubicBezTo>
                    <a:pt x="4010657" y="7592996"/>
                    <a:pt x="4013095" y="7566214"/>
                    <a:pt x="4047890" y="7567501"/>
                  </a:cubicBezTo>
                  <a:cubicBezTo>
                    <a:pt x="4078848" y="7568647"/>
                    <a:pt x="4081893" y="7592962"/>
                    <a:pt x="4082017" y="7617293"/>
                  </a:cubicBezTo>
                  <a:cubicBezTo>
                    <a:pt x="4082211" y="7654958"/>
                    <a:pt x="4082067" y="7692625"/>
                    <a:pt x="4082514" y="7730286"/>
                  </a:cubicBezTo>
                  <a:cubicBezTo>
                    <a:pt x="4082670" y="7743534"/>
                    <a:pt x="4083156" y="7758591"/>
                    <a:pt x="4101121" y="7759467"/>
                  </a:cubicBezTo>
                  <a:cubicBezTo>
                    <a:pt x="4121141" y="7760444"/>
                    <a:pt x="4124906" y="7745214"/>
                    <a:pt x="4125150" y="7729540"/>
                  </a:cubicBezTo>
                  <a:cubicBezTo>
                    <a:pt x="4125738" y="7691883"/>
                    <a:pt x="4125641" y="7654214"/>
                    <a:pt x="4125744" y="7616550"/>
                  </a:cubicBezTo>
                  <a:cubicBezTo>
                    <a:pt x="4125813" y="7592533"/>
                    <a:pt x="4126395" y="7567979"/>
                    <a:pt x="4159557" y="7568393"/>
                  </a:cubicBezTo>
                  <a:cubicBezTo>
                    <a:pt x="4190734" y="7568782"/>
                    <a:pt x="4195498" y="7592619"/>
                    <a:pt x="4196440" y="7616520"/>
                  </a:cubicBezTo>
                  <a:cubicBezTo>
                    <a:pt x="4197924" y="7654134"/>
                    <a:pt x="4197362" y="7691825"/>
                    <a:pt x="4198424" y="7729462"/>
                  </a:cubicBezTo>
                  <a:cubicBezTo>
                    <a:pt x="4198790" y="7742445"/>
                    <a:pt x="4199618" y="7758356"/>
                    <a:pt x="4217737" y="7757858"/>
                  </a:cubicBezTo>
                  <a:cubicBezTo>
                    <a:pt x="4235847" y="7757362"/>
                    <a:pt x="4235388" y="7741180"/>
                    <a:pt x="4235674" y="7728378"/>
                  </a:cubicBezTo>
                  <a:cubicBezTo>
                    <a:pt x="4236475" y="7692366"/>
                    <a:pt x="4235907" y="7656321"/>
                    <a:pt x="4236869" y="7620315"/>
                  </a:cubicBezTo>
                  <a:cubicBezTo>
                    <a:pt x="4237555" y="7594642"/>
                    <a:pt x="4241016" y="7567976"/>
                    <a:pt x="4275245" y="7569162"/>
                  </a:cubicBezTo>
                  <a:cubicBezTo>
                    <a:pt x="4306653" y="7570251"/>
                    <a:pt x="4308308" y="7595219"/>
                    <a:pt x="4308374" y="7619329"/>
                  </a:cubicBezTo>
                  <a:cubicBezTo>
                    <a:pt x="4308473" y="7655357"/>
                    <a:pt x="4308507" y="7691386"/>
                    <a:pt x="4308905" y="7727411"/>
                  </a:cubicBezTo>
                  <a:cubicBezTo>
                    <a:pt x="4309072" y="7742506"/>
                    <a:pt x="4309644" y="7759165"/>
                    <a:pt x="4330129" y="7759677"/>
                  </a:cubicBezTo>
                  <a:cubicBezTo>
                    <a:pt x="4351034" y="7760199"/>
                    <a:pt x="4351740" y="7743578"/>
                    <a:pt x="4351878" y="7728412"/>
                  </a:cubicBezTo>
                  <a:cubicBezTo>
                    <a:pt x="4352222" y="7690748"/>
                    <a:pt x="4352239" y="7653082"/>
                    <a:pt x="4352295" y="7615416"/>
                  </a:cubicBezTo>
                  <a:cubicBezTo>
                    <a:pt x="4352324" y="7592497"/>
                    <a:pt x="4355938" y="7570785"/>
                    <a:pt x="4384562" y="7569743"/>
                  </a:cubicBezTo>
                  <a:cubicBezTo>
                    <a:pt x="4414766" y="7568643"/>
                    <a:pt x="4423026" y="7590003"/>
                    <a:pt x="4423668" y="7615361"/>
                  </a:cubicBezTo>
                  <a:cubicBezTo>
                    <a:pt x="4424621" y="7653008"/>
                    <a:pt x="4424401" y="7690684"/>
                    <a:pt x="4425191" y="7728337"/>
                  </a:cubicBezTo>
                  <a:cubicBezTo>
                    <a:pt x="4425509" y="7743521"/>
                    <a:pt x="4427266" y="7759864"/>
                    <a:pt x="4447445" y="7760118"/>
                  </a:cubicBezTo>
                  <a:cubicBezTo>
                    <a:pt x="4468223" y="7760380"/>
                    <a:pt x="4469070" y="7743840"/>
                    <a:pt x="4469182" y="7728679"/>
                  </a:cubicBezTo>
                  <a:cubicBezTo>
                    <a:pt x="4469472" y="7689379"/>
                    <a:pt x="4469474" y="7650075"/>
                    <a:pt x="4469328" y="7610774"/>
                  </a:cubicBezTo>
                  <a:cubicBezTo>
                    <a:pt x="4469250" y="7588989"/>
                    <a:pt x="4473799" y="7570222"/>
                    <a:pt x="4500660" y="7571042"/>
                  </a:cubicBezTo>
                  <a:cubicBezTo>
                    <a:pt x="4525356" y="7571796"/>
                    <a:pt x="4533931" y="7588370"/>
                    <a:pt x="4534055" y="7610883"/>
                  </a:cubicBezTo>
                  <a:cubicBezTo>
                    <a:pt x="4534236" y="7643635"/>
                    <a:pt x="4532952" y="7676481"/>
                    <a:pt x="4535098" y="7709101"/>
                  </a:cubicBezTo>
                  <a:cubicBezTo>
                    <a:pt x="4536308" y="7727490"/>
                    <a:pt x="4522730" y="7758793"/>
                    <a:pt x="4556873" y="7758181"/>
                  </a:cubicBezTo>
                  <a:cubicBezTo>
                    <a:pt x="4584579" y="7757686"/>
                    <a:pt x="4577502" y="7729598"/>
                    <a:pt x="4578117" y="7711245"/>
                  </a:cubicBezTo>
                  <a:cubicBezTo>
                    <a:pt x="4579158" y="7680164"/>
                    <a:pt x="4578220" y="7649023"/>
                    <a:pt x="4578434" y="7617909"/>
                  </a:cubicBezTo>
                  <a:cubicBezTo>
                    <a:pt x="4578599" y="7593969"/>
                    <a:pt x="4579975" y="7569025"/>
                    <a:pt x="4612317" y="7568922"/>
                  </a:cubicBezTo>
                  <a:cubicBezTo>
                    <a:pt x="4645400" y="7568817"/>
                    <a:pt x="4651262" y="7592707"/>
                    <a:pt x="4651310" y="7619729"/>
                  </a:cubicBezTo>
                  <a:cubicBezTo>
                    <a:pt x="4651379" y="7655757"/>
                    <a:pt x="4651509" y="7691786"/>
                    <a:pt x="4651861" y="7727812"/>
                  </a:cubicBezTo>
                  <a:cubicBezTo>
                    <a:pt x="4652008" y="7742914"/>
                    <a:pt x="4652351" y="7759630"/>
                    <a:pt x="4672824" y="7760207"/>
                  </a:cubicBezTo>
                  <a:cubicBezTo>
                    <a:pt x="4693401" y="7760787"/>
                    <a:pt x="4694885" y="7744291"/>
                    <a:pt x="4695073" y="7729071"/>
                  </a:cubicBezTo>
                  <a:cubicBezTo>
                    <a:pt x="4695557" y="7689772"/>
                    <a:pt x="4695766" y="7650466"/>
                    <a:pt x="4695615" y="7611166"/>
                  </a:cubicBezTo>
                  <a:cubicBezTo>
                    <a:pt x="4695527" y="7586776"/>
                    <a:pt x="4703000" y="7568375"/>
                    <a:pt x="4730882" y="7568439"/>
                  </a:cubicBezTo>
                  <a:cubicBezTo>
                    <a:pt x="4758065" y="7568498"/>
                    <a:pt x="4761097" y="7588303"/>
                    <a:pt x="4761068" y="7609476"/>
                  </a:cubicBezTo>
                  <a:cubicBezTo>
                    <a:pt x="4761019" y="7647141"/>
                    <a:pt x="4760613" y="7684813"/>
                    <a:pt x="4761194" y="7722469"/>
                  </a:cubicBezTo>
                  <a:cubicBezTo>
                    <a:pt x="4761436" y="7738133"/>
                    <a:pt x="4757751" y="7759254"/>
                    <a:pt x="4781448" y="7760172"/>
                  </a:cubicBezTo>
                  <a:cubicBezTo>
                    <a:pt x="4808549" y="7761220"/>
                    <a:pt x="4805308" y="7738076"/>
                    <a:pt x="4805789" y="7720887"/>
                  </a:cubicBezTo>
                  <a:cubicBezTo>
                    <a:pt x="4806798" y="7684885"/>
                    <a:pt x="4806208" y="7648842"/>
                    <a:pt x="4806600" y="7612818"/>
                  </a:cubicBezTo>
                  <a:cubicBezTo>
                    <a:pt x="4806879" y="7587297"/>
                    <a:pt x="4813952" y="7566021"/>
                    <a:pt x="4844985" y="7567611"/>
                  </a:cubicBezTo>
                  <a:cubicBezTo>
                    <a:pt x="4872665" y="7569030"/>
                    <a:pt x="4878804" y="7588818"/>
                    <a:pt x="4878771" y="7612502"/>
                  </a:cubicBezTo>
                  <a:cubicBezTo>
                    <a:pt x="4878712" y="7655080"/>
                    <a:pt x="4878924" y="7697658"/>
                    <a:pt x="4879092" y="7740237"/>
                  </a:cubicBezTo>
                  <a:cubicBezTo>
                    <a:pt x="4879141" y="7754055"/>
                    <a:pt x="4880334" y="7766990"/>
                    <a:pt x="4898895" y="7767856"/>
                  </a:cubicBezTo>
                  <a:cubicBezTo>
                    <a:pt x="4918959" y="7768792"/>
                    <a:pt x="4924182" y="7756604"/>
                    <a:pt x="4924292" y="7739834"/>
                  </a:cubicBezTo>
                  <a:cubicBezTo>
                    <a:pt x="4924550" y="7700532"/>
                    <a:pt x="4923986" y="7661211"/>
                    <a:pt x="4925088" y="7621934"/>
                  </a:cubicBezTo>
                  <a:cubicBezTo>
                    <a:pt x="4925714" y="7599628"/>
                    <a:pt x="4922540" y="7572251"/>
                    <a:pt x="4957489" y="7572924"/>
                  </a:cubicBezTo>
                  <a:cubicBezTo>
                    <a:pt x="4991265" y="7573572"/>
                    <a:pt x="4995497" y="7598424"/>
                    <a:pt x="4995811" y="7624581"/>
                  </a:cubicBezTo>
                  <a:cubicBezTo>
                    <a:pt x="4996263" y="7662242"/>
                    <a:pt x="4996021" y="7699910"/>
                    <a:pt x="4996047" y="7737576"/>
                  </a:cubicBezTo>
                  <a:cubicBezTo>
                    <a:pt x="4996057" y="7756052"/>
                    <a:pt x="5000845" y="7770279"/>
                    <a:pt x="5023457" y="7769209"/>
                  </a:cubicBezTo>
                  <a:cubicBezTo>
                    <a:pt x="5042681" y="7768299"/>
                    <a:pt x="5048081" y="7755678"/>
                    <a:pt x="5048417" y="7739329"/>
                  </a:cubicBezTo>
                  <a:cubicBezTo>
                    <a:pt x="5049023" y="7709863"/>
                    <a:pt x="5048885" y="7680379"/>
                    <a:pt x="5049676" y="7650920"/>
                  </a:cubicBezTo>
                  <a:cubicBezTo>
                    <a:pt x="5050218" y="7630688"/>
                    <a:pt x="5058061" y="7615179"/>
                    <a:pt x="5081070" y="7615078"/>
                  </a:cubicBezTo>
                  <a:cubicBezTo>
                    <a:pt x="5105363" y="7614972"/>
                    <a:pt x="5116561" y="7629234"/>
                    <a:pt x="5116491" y="7652586"/>
                  </a:cubicBezTo>
                  <a:cubicBezTo>
                    <a:pt x="5116413" y="7678777"/>
                    <a:pt x="5116462" y="7705020"/>
                    <a:pt x="5114857" y="7731143"/>
                  </a:cubicBezTo>
                  <a:cubicBezTo>
                    <a:pt x="5113000" y="7761406"/>
                    <a:pt x="5126911" y="7770708"/>
                    <a:pt x="5155898" y="7770973"/>
                  </a:cubicBezTo>
                  <a:cubicBezTo>
                    <a:pt x="5186366" y="7771252"/>
                    <a:pt x="5196788" y="7759093"/>
                    <a:pt x="5195184" y="7729989"/>
                  </a:cubicBezTo>
                  <a:cubicBezTo>
                    <a:pt x="5193746" y="7703890"/>
                    <a:pt x="5196760" y="7677547"/>
                    <a:pt x="5195365" y="7651443"/>
                  </a:cubicBezTo>
                  <a:cubicBezTo>
                    <a:pt x="5185851" y="7473401"/>
                    <a:pt x="5071870" y="7364002"/>
                    <a:pt x="4895072" y="7363963"/>
                  </a:cubicBezTo>
                  <a:cubicBezTo>
                    <a:pt x="3485048" y="7363649"/>
                    <a:pt x="2075023" y="7363486"/>
                    <a:pt x="664999" y="7363499"/>
                  </a:cubicBezTo>
                  <a:cubicBezTo>
                    <a:pt x="502946" y="7363500"/>
                    <a:pt x="409732" y="7435391"/>
                    <a:pt x="369497" y="7589280"/>
                  </a:cubicBezTo>
                  <a:cubicBezTo>
                    <a:pt x="356894" y="7637482"/>
                    <a:pt x="361208" y="7686828"/>
                    <a:pt x="359527" y="7735766"/>
                  </a:cubicBezTo>
                  <a:cubicBezTo>
                    <a:pt x="358658" y="7761046"/>
                    <a:pt x="372201" y="7770539"/>
                    <a:pt x="396190" y="7770301"/>
                  </a:cubicBezTo>
                  <a:cubicBezTo>
                    <a:pt x="442039" y="7769848"/>
                    <a:pt x="487954" y="7768868"/>
                    <a:pt x="533731" y="7770769"/>
                  </a:cubicBezTo>
                  <a:cubicBezTo>
                    <a:pt x="568964" y="7772234"/>
                    <a:pt x="579946" y="7756343"/>
                    <a:pt x="578386" y="7723567"/>
                  </a:cubicBezTo>
                  <a:cubicBezTo>
                    <a:pt x="576754" y="7689257"/>
                    <a:pt x="578226" y="7654804"/>
                    <a:pt x="578180" y="7620413"/>
                  </a:cubicBezTo>
                  <a:cubicBezTo>
                    <a:pt x="578141" y="7593386"/>
                    <a:pt x="584045" y="7568372"/>
                    <a:pt x="617019" y="7569941"/>
                  </a:cubicBezTo>
                  <a:cubicBezTo>
                    <a:pt x="647551" y="7571393"/>
                    <a:pt x="649559" y="7597863"/>
                    <a:pt x="650242" y="7621222"/>
                  </a:cubicBezTo>
                  <a:cubicBezTo>
                    <a:pt x="651248" y="7655587"/>
                    <a:pt x="650233" y="7690011"/>
                    <a:pt x="651229" y="7724376"/>
                  </a:cubicBezTo>
                  <a:cubicBezTo>
                    <a:pt x="651631" y="7738250"/>
                    <a:pt x="648955" y="7757947"/>
                    <a:pt x="669938" y="7758091"/>
                  </a:cubicBezTo>
                  <a:cubicBezTo>
                    <a:pt x="690792" y="7758234"/>
                    <a:pt x="688682" y="7738705"/>
                    <a:pt x="689249" y="7724698"/>
                  </a:cubicBezTo>
                  <a:cubicBezTo>
                    <a:pt x="690835" y="7685458"/>
                    <a:pt x="690613" y="7646138"/>
                    <a:pt x="692525" y="7606919"/>
                  </a:cubicBezTo>
                  <a:cubicBezTo>
                    <a:pt x="693596" y="7584967"/>
                    <a:pt x="704109" y="7568891"/>
                    <a:pt x="728842" y="7569266"/>
                  </a:cubicBezTo>
                  <a:cubicBezTo>
                    <a:pt x="754652" y="7569656"/>
                    <a:pt x="761401" y="7587211"/>
                    <a:pt x="761534" y="7609167"/>
                  </a:cubicBezTo>
                  <a:cubicBezTo>
                    <a:pt x="761762" y="7646831"/>
                    <a:pt x="761326" y="7684503"/>
                    <a:pt x="761936" y="7722158"/>
                  </a:cubicBezTo>
                  <a:cubicBezTo>
                    <a:pt x="762190" y="7737778"/>
                    <a:pt x="757996" y="7759198"/>
                    <a:pt x="781699" y="7760078"/>
                  </a:cubicBezTo>
                  <a:cubicBezTo>
                    <a:pt x="809373" y="7761105"/>
                    <a:pt x="804368" y="7737317"/>
                    <a:pt x="804829" y="7720423"/>
                  </a:cubicBezTo>
                  <a:cubicBezTo>
                    <a:pt x="805765" y="7686056"/>
                    <a:pt x="805084" y="7651648"/>
                    <a:pt x="805415" y="7617260"/>
                  </a:cubicBezTo>
                  <a:cubicBezTo>
                    <a:pt x="805652" y="7592694"/>
                    <a:pt x="809981" y="7569211"/>
                    <a:pt x="840977" y="7568661"/>
                  </a:cubicBezTo>
                  <a:cubicBezTo>
                    <a:pt x="875214" y="7568053"/>
                    <a:pt x="878868" y="7592961"/>
                    <a:pt x="878732" y="7619574"/>
                  </a:cubicBezTo>
                  <a:cubicBezTo>
                    <a:pt x="878564" y="7652327"/>
                    <a:pt x="878013" y="7685103"/>
                    <a:pt x="879061" y="7717824"/>
                  </a:cubicBezTo>
                  <a:cubicBezTo>
                    <a:pt x="879592" y="7734447"/>
                    <a:pt x="872755" y="7758963"/>
                    <a:pt x="899513" y="7759975"/>
                  </a:cubicBezTo>
                  <a:cubicBezTo>
                    <a:pt x="926760" y="7761005"/>
                    <a:pt x="921515" y="7736682"/>
                    <a:pt x="921921" y="7719756"/>
                  </a:cubicBezTo>
                  <a:cubicBezTo>
                    <a:pt x="922744" y="7685384"/>
                    <a:pt x="922032" y="7650978"/>
                    <a:pt x="922374" y="7616591"/>
                  </a:cubicBezTo>
                  <a:cubicBezTo>
                    <a:pt x="922618" y="7591992"/>
                    <a:pt x="927293" y="7568387"/>
                    <a:pt x="958116" y="7568121"/>
                  </a:cubicBezTo>
                  <a:cubicBezTo>
                    <a:pt x="989514" y="7567848"/>
                    <a:pt x="993385" y="7592997"/>
                    <a:pt x="994289" y="7616566"/>
                  </a:cubicBezTo>
                  <a:cubicBezTo>
                    <a:pt x="995668" y="7652548"/>
                    <a:pt x="994567" y="7688619"/>
                    <a:pt x="995512" y="7724626"/>
                  </a:cubicBezTo>
                  <a:cubicBezTo>
                    <a:pt x="995877" y="7738484"/>
                    <a:pt x="992723" y="7758502"/>
                    <a:pt x="1014137" y="7757901"/>
                  </a:cubicBezTo>
                  <a:cubicBezTo>
                    <a:pt x="1034872" y="7757317"/>
                    <a:pt x="1031589" y="7737438"/>
                    <a:pt x="1031977" y="7723569"/>
                  </a:cubicBezTo>
                  <a:cubicBezTo>
                    <a:pt x="1032985" y="7687566"/>
                    <a:pt x="1031967" y="7651497"/>
                    <a:pt x="1033341" y="7615516"/>
                  </a:cubicBezTo>
                  <a:cubicBezTo>
                    <a:pt x="1034262" y="7591396"/>
                    <a:pt x="1040411" y="7567717"/>
                    <a:pt x="1070703" y="7567246"/>
                  </a:cubicBezTo>
                  <a:cubicBezTo>
                    <a:pt x="1102569" y="7566749"/>
                    <a:pt x="1105676" y="7590724"/>
                    <a:pt x="1105761" y="7615213"/>
                  </a:cubicBezTo>
                  <a:cubicBezTo>
                    <a:pt x="1105891" y="7652878"/>
                    <a:pt x="1105800" y="7690544"/>
                    <a:pt x="1106046" y="7728208"/>
                  </a:cubicBezTo>
                  <a:cubicBezTo>
                    <a:pt x="1106147" y="7743409"/>
                    <a:pt x="1106909" y="7760009"/>
                    <a:pt x="1127284" y="7760387"/>
                  </a:cubicBezTo>
                  <a:cubicBezTo>
                    <a:pt x="1147369" y="7760760"/>
                    <a:pt x="1149770" y="7744548"/>
                    <a:pt x="1150060" y="7729200"/>
                  </a:cubicBezTo>
                  <a:cubicBezTo>
                    <a:pt x="1150773" y="7691547"/>
                    <a:pt x="1149856" y="7653833"/>
                    <a:pt x="1151609" y="7616238"/>
                  </a:cubicBezTo>
                  <a:cubicBezTo>
                    <a:pt x="1152680" y="7593271"/>
                    <a:pt x="1155141" y="7566606"/>
                    <a:pt x="1186997" y="7567296"/>
                  </a:cubicBezTo>
                  <a:cubicBezTo>
                    <a:pt x="1216721" y="7567940"/>
                    <a:pt x="1222928" y="7590988"/>
                    <a:pt x="1223064" y="7616041"/>
                  </a:cubicBezTo>
                  <a:cubicBezTo>
                    <a:pt x="1223259" y="7652067"/>
                    <a:pt x="1222952" y="7688101"/>
                    <a:pt x="1223535" y="7724121"/>
                  </a:cubicBezTo>
                  <a:cubicBezTo>
                    <a:pt x="1223794" y="7740131"/>
                    <a:pt x="1221657" y="7760672"/>
                    <a:pt x="1245858" y="7759711"/>
                  </a:cubicBezTo>
                  <a:cubicBezTo>
                    <a:pt x="1269978" y="7758752"/>
                    <a:pt x="1265682" y="7737739"/>
                    <a:pt x="1265953" y="7722168"/>
                  </a:cubicBezTo>
                  <a:cubicBezTo>
                    <a:pt x="1266550" y="7687788"/>
                    <a:pt x="1266308" y="7653388"/>
                    <a:pt x="1266031" y="7619000"/>
                  </a:cubicBezTo>
                  <a:cubicBezTo>
                    <a:pt x="1265819" y="7592239"/>
                    <a:pt x="1270083" y="7567089"/>
                    <a:pt x="1303672" y="7567640"/>
                  </a:cubicBezTo>
                  <a:cubicBezTo>
                    <a:pt x="1337383" y="7568192"/>
                    <a:pt x="1340035" y="7594633"/>
                    <a:pt x="1340222" y="7620538"/>
                  </a:cubicBezTo>
                  <a:cubicBezTo>
                    <a:pt x="1340493" y="7658202"/>
                    <a:pt x="1340342" y="7695870"/>
                    <a:pt x="1340737" y="7733531"/>
                  </a:cubicBezTo>
                  <a:cubicBezTo>
                    <a:pt x="1340886" y="7747813"/>
                    <a:pt x="1345186" y="7760437"/>
                    <a:pt x="1362415" y="7760230"/>
                  </a:cubicBezTo>
                  <a:cubicBezTo>
                    <a:pt x="1379665" y="7760022"/>
                    <a:pt x="1383433" y="7747175"/>
                    <a:pt x="1383549" y="7732973"/>
                  </a:cubicBezTo>
                  <a:cubicBezTo>
                    <a:pt x="1383869" y="7693672"/>
                    <a:pt x="1384493" y="7654357"/>
                    <a:pt x="1383765" y="7615069"/>
                  </a:cubicBezTo>
                  <a:cubicBezTo>
                    <a:pt x="1383280" y="7588865"/>
                    <a:pt x="1389925" y="7568247"/>
                    <a:pt x="1419956" y="7567776"/>
                  </a:cubicBezTo>
                  <a:cubicBezTo>
                    <a:pt x="1448234" y="7567332"/>
                    <a:pt x="1454650" y="7589299"/>
                    <a:pt x="1455511" y="7611630"/>
                  </a:cubicBezTo>
                  <a:cubicBezTo>
                    <a:pt x="1456961" y="7649242"/>
                    <a:pt x="1455811" y="7686949"/>
                    <a:pt x="1456710" y="7724592"/>
                  </a:cubicBezTo>
                  <a:cubicBezTo>
                    <a:pt x="1457089" y="7740464"/>
                    <a:pt x="1455335" y="7761101"/>
                    <a:pt x="1479564" y="7760048"/>
                  </a:cubicBezTo>
                  <a:cubicBezTo>
                    <a:pt x="1503448" y="7759011"/>
                    <a:pt x="1500157" y="7738103"/>
                    <a:pt x="1500189" y="7722560"/>
                  </a:cubicBezTo>
                  <a:cubicBezTo>
                    <a:pt x="1500267" y="7684979"/>
                    <a:pt x="1497877" y="7647379"/>
                    <a:pt x="1498460" y="7609818"/>
                  </a:cubicBezTo>
                  <a:cubicBezTo>
                    <a:pt x="1498821" y="7586547"/>
                    <a:pt x="1508431" y="7567012"/>
                    <a:pt x="1535733" y="7567303"/>
                  </a:cubicBezTo>
                  <a:cubicBezTo>
                    <a:pt x="1563257" y="7567595"/>
                    <a:pt x="1571206" y="7587841"/>
                    <a:pt x="1571929" y="7610868"/>
                  </a:cubicBezTo>
                  <a:cubicBezTo>
                    <a:pt x="1573008" y="7645220"/>
                    <a:pt x="1571517" y="7679657"/>
                    <a:pt x="1572747" y="7713999"/>
                  </a:cubicBezTo>
                  <a:cubicBezTo>
                    <a:pt x="1573367" y="7731310"/>
                    <a:pt x="1560926" y="7760201"/>
                    <a:pt x="1592574" y="7758977"/>
                  </a:cubicBezTo>
                  <a:cubicBezTo>
                    <a:pt x="1620518" y="7757896"/>
                    <a:pt x="1612343" y="7729812"/>
                    <a:pt x="1613043" y="7711670"/>
                  </a:cubicBezTo>
                  <a:cubicBezTo>
                    <a:pt x="1614306" y="7678968"/>
                    <a:pt x="1612442" y="7646132"/>
                    <a:pt x="1614052" y="7613460"/>
                  </a:cubicBezTo>
                  <a:cubicBezTo>
                    <a:pt x="1615212" y="7589907"/>
                    <a:pt x="1619655" y="7565227"/>
                    <a:pt x="1652090" y="7567679"/>
                  </a:cubicBezTo>
                  <a:cubicBezTo>
                    <a:pt x="1679848" y="7569779"/>
                    <a:pt x="1684825" y="7590526"/>
                    <a:pt x="1684858" y="7613708"/>
                  </a:cubicBezTo>
                  <a:cubicBezTo>
                    <a:pt x="1684917" y="7653010"/>
                    <a:pt x="1684897" y="7692314"/>
                    <a:pt x="1685247" y="7731614"/>
                  </a:cubicBezTo>
                  <a:cubicBezTo>
                    <a:pt x="1685367" y="7745269"/>
                    <a:pt x="1687338" y="7759247"/>
                    <a:pt x="1704819" y="7760312"/>
                  </a:cubicBezTo>
                  <a:cubicBezTo>
                    <a:pt x="1725679" y="7761582"/>
                    <a:pt x="1727969" y="7746045"/>
                    <a:pt x="1728160" y="7730507"/>
                  </a:cubicBezTo>
                  <a:cubicBezTo>
                    <a:pt x="1728620" y="7692847"/>
                    <a:pt x="1728219" y="7655173"/>
                    <a:pt x="1728916" y="7617518"/>
                  </a:cubicBezTo>
                  <a:cubicBezTo>
                    <a:pt x="1729358" y="7593671"/>
                    <a:pt x="1732292" y="7568335"/>
                    <a:pt x="1762967" y="7567160"/>
                  </a:cubicBezTo>
                  <a:cubicBezTo>
                    <a:pt x="1797207" y="7565848"/>
                    <a:pt x="1800391" y="7593361"/>
                    <a:pt x="1801250" y="7618576"/>
                  </a:cubicBezTo>
                  <a:cubicBezTo>
                    <a:pt x="1802532" y="7656203"/>
                    <a:pt x="1801705" y="7693897"/>
                    <a:pt x="1802294" y="7731555"/>
                  </a:cubicBezTo>
                  <a:cubicBezTo>
                    <a:pt x="1802541" y="7747327"/>
                    <a:pt x="1806117" y="7762253"/>
                    <a:pt x="1826588" y="7760703"/>
                  </a:cubicBezTo>
                  <a:cubicBezTo>
                    <a:pt x="1844203" y="7759370"/>
                    <a:pt x="1845523" y="7745107"/>
                    <a:pt x="1845654" y="7731626"/>
                  </a:cubicBezTo>
                  <a:cubicBezTo>
                    <a:pt x="1846019" y="7693963"/>
                    <a:pt x="1845786" y="7656295"/>
                    <a:pt x="1846102" y="7618632"/>
                  </a:cubicBezTo>
                  <a:cubicBezTo>
                    <a:pt x="1846298" y="7595369"/>
                    <a:pt x="1844750" y="7569529"/>
                    <a:pt x="1878194" y="7568789"/>
                  </a:cubicBezTo>
                  <a:cubicBezTo>
                    <a:pt x="1910270" y="7568077"/>
                    <a:pt x="1913839" y="7593530"/>
                    <a:pt x="1915121" y="7616601"/>
                  </a:cubicBezTo>
                  <a:cubicBezTo>
                    <a:pt x="1917205" y="7654116"/>
                    <a:pt x="1916236" y="7691791"/>
                    <a:pt x="1917291" y="7729377"/>
                  </a:cubicBezTo>
                  <a:cubicBezTo>
                    <a:pt x="1917713" y="7744440"/>
                    <a:pt x="1919798" y="7761316"/>
                    <a:pt x="1940059" y="7760621"/>
                  </a:cubicBezTo>
                  <a:cubicBezTo>
                    <a:pt x="1960422" y="7759923"/>
                    <a:pt x="1960194" y="7743635"/>
                    <a:pt x="1960098" y="7728079"/>
                  </a:cubicBezTo>
                  <a:cubicBezTo>
                    <a:pt x="1959868" y="7690497"/>
                    <a:pt x="1959870" y="7652900"/>
                    <a:pt x="1960727" y="7615331"/>
                  </a:cubicBezTo>
                  <a:cubicBezTo>
                    <a:pt x="1961213" y="7594028"/>
                    <a:pt x="1960501" y="7569874"/>
                    <a:pt x="1991145" y="7568762"/>
                  </a:cubicBezTo>
                  <a:cubicBezTo>
                    <a:pt x="2022985" y="7567606"/>
                    <a:pt x="2027841" y="7590258"/>
                    <a:pt x="2028186" y="7615075"/>
                  </a:cubicBezTo>
                  <a:cubicBezTo>
                    <a:pt x="2028688" y="7651098"/>
                    <a:pt x="2028325" y="7687136"/>
                    <a:pt x="2029096" y="7723152"/>
                  </a:cubicBezTo>
                  <a:cubicBezTo>
                    <a:pt x="2029434" y="7738962"/>
                    <a:pt x="2026391" y="7759665"/>
                    <a:pt x="2050108" y="7760399"/>
                  </a:cubicBezTo>
                  <a:cubicBezTo>
                    <a:pt x="2073991" y="7761137"/>
                    <a:pt x="2072402" y="7740782"/>
                    <a:pt x="2072621" y="7724686"/>
                  </a:cubicBezTo>
                  <a:cubicBezTo>
                    <a:pt x="2073069" y="7691940"/>
                    <a:pt x="2072099" y="7659175"/>
                    <a:pt x="2072592" y="7626432"/>
                  </a:cubicBezTo>
                  <a:cubicBezTo>
                    <a:pt x="2072981" y="7600791"/>
                    <a:pt x="2067651" y="7568512"/>
                    <a:pt x="2107785" y="7570014"/>
                  </a:cubicBezTo>
                  <a:cubicBezTo>
                    <a:pt x="2144830" y="7571400"/>
                    <a:pt x="2143264" y="7602380"/>
                    <a:pt x="2144073" y="7628547"/>
                  </a:cubicBezTo>
                  <a:cubicBezTo>
                    <a:pt x="2145137" y="7662907"/>
                    <a:pt x="2144532" y="7697316"/>
                    <a:pt x="2145361" y="7731686"/>
                  </a:cubicBezTo>
                  <a:cubicBezTo>
                    <a:pt x="2145686" y="7745168"/>
                    <a:pt x="2148386" y="7759337"/>
                    <a:pt x="2165607" y="7760295"/>
                  </a:cubicBezTo>
                  <a:cubicBezTo>
                    <a:pt x="2186663" y="7761466"/>
                    <a:pt x="2188285" y="7745431"/>
                    <a:pt x="2188478" y="7730116"/>
                  </a:cubicBezTo>
                  <a:cubicBezTo>
                    <a:pt x="2188976" y="7690823"/>
                    <a:pt x="2189044" y="7651523"/>
                    <a:pt x="2189094" y="7612226"/>
                  </a:cubicBezTo>
                  <a:cubicBezTo>
                    <a:pt x="2189123" y="7591244"/>
                    <a:pt x="2191256" y="7571428"/>
                    <a:pt x="2218543" y="7570492"/>
                  </a:cubicBezTo>
                  <a:cubicBezTo>
                    <a:pt x="2246787" y="7569523"/>
                    <a:pt x="2254745" y="7587480"/>
                    <a:pt x="2254739" y="7611953"/>
                  </a:cubicBezTo>
                  <a:cubicBezTo>
                    <a:pt x="2254732" y="7647980"/>
                    <a:pt x="2254418" y="7684019"/>
                    <a:pt x="2255192" y="7720032"/>
                  </a:cubicBezTo>
                  <a:cubicBezTo>
                    <a:pt x="2255557" y="7737054"/>
                    <a:pt x="2250537" y="7760404"/>
                    <a:pt x="2278361" y="7759560"/>
                  </a:cubicBezTo>
                  <a:cubicBezTo>
                    <a:pt x="2302184" y="7758839"/>
                    <a:pt x="2298546" y="7737679"/>
                    <a:pt x="2298900" y="7722066"/>
                  </a:cubicBezTo>
                  <a:cubicBezTo>
                    <a:pt x="2299752" y="7684419"/>
                    <a:pt x="2299355" y="7646745"/>
                    <a:pt x="2299823" y="7609086"/>
                  </a:cubicBezTo>
                  <a:cubicBezTo>
                    <a:pt x="2300135" y="7584019"/>
                    <a:pt x="2311154" y="7567908"/>
                    <a:pt x="2338252" y="7569133"/>
                  </a:cubicBezTo>
                  <a:cubicBezTo>
                    <a:pt x="2362891" y="7570245"/>
                    <a:pt x="2371836" y="7586672"/>
                    <a:pt x="2372124" y="7608953"/>
                  </a:cubicBezTo>
                  <a:cubicBezTo>
                    <a:pt x="2372611" y="7646613"/>
                    <a:pt x="2372193" y="7684285"/>
                    <a:pt x="2372838" y="7721941"/>
                  </a:cubicBezTo>
                  <a:cubicBezTo>
                    <a:pt x="2373108" y="7737647"/>
                    <a:pt x="2369244" y="7758247"/>
                    <a:pt x="2393380" y="7759202"/>
                  </a:cubicBezTo>
                  <a:cubicBezTo>
                    <a:pt x="2417490" y="7760155"/>
                    <a:pt x="2416001" y="7740052"/>
                    <a:pt x="2416286" y="7723916"/>
                  </a:cubicBezTo>
                  <a:cubicBezTo>
                    <a:pt x="2416949" y="7686260"/>
                    <a:pt x="2416661" y="7648589"/>
                    <a:pt x="2417066" y="7610927"/>
                  </a:cubicBezTo>
                  <a:cubicBezTo>
                    <a:pt x="2417299" y="7589281"/>
                    <a:pt x="2423258" y="7571172"/>
                    <a:pt x="2449309" y="7570533"/>
                  </a:cubicBezTo>
                  <a:cubicBezTo>
                    <a:pt x="2476602" y="7569863"/>
                    <a:pt x="2487009" y="7587108"/>
                    <a:pt x="2487732" y="7611309"/>
                  </a:cubicBezTo>
                  <a:cubicBezTo>
                    <a:pt x="2488856" y="7648947"/>
                    <a:pt x="2488326" y="7686634"/>
                    <a:pt x="2489419" y="7724274"/>
                  </a:cubicBezTo>
                  <a:cubicBezTo>
                    <a:pt x="2489822" y="7738149"/>
                    <a:pt x="2486667" y="7758030"/>
                    <a:pt x="2508191" y="7757434"/>
                  </a:cubicBezTo>
                  <a:cubicBezTo>
                    <a:pt x="2528694" y="7756866"/>
                    <a:pt x="2526133" y="7737262"/>
                    <a:pt x="2526754" y="7723277"/>
                  </a:cubicBezTo>
                  <a:cubicBezTo>
                    <a:pt x="2528495" y="7684050"/>
                    <a:pt x="2528524" y="7644743"/>
                    <a:pt x="2530577" y="7605538"/>
                  </a:cubicBezTo>
                  <a:cubicBezTo>
                    <a:pt x="2531725" y="7583609"/>
                    <a:pt x="2541988" y="7567017"/>
                    <a:pt x="2566886" y="7568211"/>
                  </a:cubicBezTo>
                  <a:cubicBezTo>
                    <a:pt x="2592327" y="7569431"/>
                    <a:pt x="2598536" y="7587977"/>
                    <a:pt x="2598825" y="7609454"/>
                  </a:cubicBezTo>
                  <a:cubicBezTo>
                    <a:pt x="2599353" y="7648752"/>
                    <a:pt x="2599217" y="7688059"/>
                    <a:pt x="2599655" y="7727359"/>
                  </a:cubicBezTo>
                  <a:cubicBezTo>
                    <a:pt x="2599822" y="7742321"/>
                    <a:pt x="2599694" y="7759189"/>
                    <a:pt x="2620446" y="7759785"/>
                  </a:cubicBezTo>
                  <a:cubicBezTo>
                    <a:pt x="2640869" y="7760370"/>
                    <a:pt x="2642946" y="7744236"/>
                    <a:pt x="2643192" y="7728896"/>
                  </a:cubicBezTo>
                  <a:cubicBezTo>
                    <a:pt x="2643822" y="7689603"/>
                    <a:pt x="2643651" y="7650295"/>
                    <a:pt x="2644322" y="7611003"/>
                  </a:cubicBezTo>
                  <a:cubicBezTo>
                    <a:pt x="2644726" y="7587340"/>
                    <a:pt x="2652503" y="7567328"/>
                    <a:pt x="2680280" y="7568301"/>
                  </a:cubicBezTo>
                  <a:cubicBezTo>
                    <a:pt x="2706232" y="7569210"/>
                    <a:pt x="2716573" y="7586601"/>
                    <a:pt x="2716402" y="7611579"/>
                  </a:cubicBezTo>
                  <a:cubicBezTo>
                    <a:pt x="2716157" y="7647602"/>
                    <a:pt x="2715966" y="7683643"/>
                    <a:pt x="2716808" y="7719652"/>
                  </a:cubicBezTo>
                  <a:cubicBezTo>
                    <a:pt x="2717202" y="7736501"/>
                    <a:pt x="2711555" y="7760900"/>
                    <a:pt x="2739034" y="7759829"/>
                  </a:cubicBezTo>
                  <a:cubicBezTo>
                    <a:pt x="2765986" y="7758777"/>
                    <a:pt x="2758750" y="7734295"/>
                    <a:pt x="2759238" y="7717687"/>
                  </a:cubicBezTo>
                  <a:cubicBezTo>
                    <a:pt x="2760200" y="7684962"/>
                    <a:pt x="2760031" y="7652179"/>
                    <a:pt x="2759365" y="7619439"/>
                  </a:cubicBezTo>
                  <a:cubicBezTo>
                    <a:pt x="2758820" y="7592605"/>
                    <a:pt x="2761656" y="7568271"/>
                    <a:pt x="2796359" y="7568759"/>
                  </a:cubicBezTo>
                  <a:cubicBezTo>
                    <a:pt x="2831268" y="7569249"/>
                    <a:pt x="2832575" y="7595176"/>
                    <a:pt x="2832732" y="7620990"/>
                  </a:cubicBezTo>
                  <a:cubicBezTo>
                    <a:pt x="2832951" y="7657016"/>
                    <a:pt x="2832902" y="7693049"/>
                    <a:pt x="2833649" y="7729065"/>
                  </a:cubicBezTo>
                  <a:cubicBezTo>
                    <a:pt x="2833914" y="7741845"/>
                    <a:pt x="2833202" y="7758254"/>
                    <a:pt x="2851683" y="7758086"/>
                  </a:cubicBezTo>
                  <a:cubicBezTo>
                    <a:pt x="2869675" y="7757923"/>
                    <a:pt x="2869833" y="7741603"/>
                    <a:pt x="2870077" y="7728839"/>
                  </a:cubicBezTo>
                  <a:cubicBezTo>
                    <a:pt x="2870766" y="7692829"/>
                    <a:pt x="2870126" y="7656795"/>
                    <a:pt x="2870445" y="7620774"/>
                  </a:cubicBezTo>
                  <a:cubicBezTo>
                    <a:pt x="2870682" y="7594390"/>
                    <a:pt x="2875760" y="7568528"/>
                    <a:pt x="2908774" y="7569214"/>
                  </a:cubicBezTo>
                  <a:cubicBezTo>
                    <a:pt x="2939634" y="7569855"/>
                    <a:pt x="2942143" y="7595113"/>
                    <a:pt x="2942201" y="7619332"/>
                  </a:cubicBezTo>
                  <a:cubicBezTo>
                    <a:pt x="2942280" y="7653723"/>
                    <a:pt x="2941912" y="7688122"/>
                    <a:pt x="2942609" y="7722499"/>
                  </a:cubicBezTo>
                  <a:cubicBezTo>
                    <a:pt x="2942928" y="7738175"/>
                    <a:pt x="2939355" y="7759443"/>
                    <a:pt x="2962972" y="7760164"/>
                  </a:cubicBezTo>
                  <a:cubicBezTo>
                    <a:pt x="2990770" y="7761011"/>
                    <a:pt x="2985461" y="7737318"/>
                    <a:pt x="2985878" y="7720429"/>
                  </a:cubicBezTo>
                  <a:cubicBezTo>
                    <a:pt x="2986726" y="7686059"/>
                    <a:pt x="2986508" y="7651652"/>
                    <a:pt x="2986158" y="7617266"/>
                  </a:cubicBezTo>
                  <a:cubicBezTo>
                    <a:pt x="2985895" y="7591493"/>
                    <a:pt x="2992266" y="7570260"/>
                    <a:pt x="3022775" y="7570201"/>
                  </a:cubicBezTo>
                  <a:cubicBezTo>
                    <a:pt x="3051630" y="7570142"/>
                    <a:pt x="3056305" y="7592601"/>
                    <a:pt x="3057062" y="7614792"/>
                  </a:cubicBezTo>
                  <a:cubicBezTo>
                    <a:pt x="3058345" y="7652416"/>
                    <a:pt x="3057637" y="7690105"/>
                    <a:pt x="3058454" y="7727752"/>
                  </a:cubicBezTo>
                  <a:cubicBezTo>
                    <a:pt x="3058778" y="7742665"/>
                    <a:pt x="3059934" y="7759928"/>
                    <a:pt x="3080413" y="7759470"/>
                  </a:cubicBezTo>
                  <a:cubicBezTo>
                    <a:pt x="3099700" y="7759038"/>
                    <a:pt x="3102621" y="7743124"/>
                    <a:pt x="3102787" y="7727507"/>
                  </a:cubicBezTo>
                  <a:cubicBezTo>
                    <a:pt x="3103206" y="7688206"/>
                    <a:pt x="3103702" y="7648900"/>
                    <a:pt x="3103415" y="7609602"/>
                  </a:cubicBezTo>
                  <a:cubicBezTo>
                    <a:pt x="3103253" y="7587285"/>
                    <a:pt x="3109027" y="7569547"/>
                    <a:pt x="3134840" y="7569372"/>
                  </a:cubicBezTo>
                  <a:cubicBezTo>
                    <a:pt x="3159946" y="7569202"/>
                    <a:pt x="3168173" y="7585947"/>
                    <a:pt x="3168241" y="7608550"/>
                  </a:cubicBezTo>
                  <a:cubicBezTo>
                    <a:pt x="3168360" y="7647852"/>
                    <a:pt x="3168372" y="7687157"/>
                    <a:pt x="3168897" y="7726455"/>
                  </a:cubicBezTo>
                  <a:cubicBezTo>
                    <a:pt x="3169093" y="7741093"/>
                    <a:pt x="3168086" y="7758532"/>
                    <a:pt x="3188441" y="7760265"/>
                  </a:cubicBezTo>
                  <a:cubicBezTo>
                    <a:pt x="3212288" y="7762296"/>
                    <a:pt x="3213334" y="7743568"/>
                    <a:pt x="3213633" y="7726884"/>
                  </a:cubicBezTo>
                  <a:cubicBezTo>
                    <a:pt x="3214337" y="7687593"/>
                    <a:pt x="3213842" y="7648282"/>
                    <a:pt x="3214542" y="7608992"/>
                  </a:cubicBezTo>
                  <a:cubicBezTo>
                    <a:pt x="3214942" y="7586501"/>
                    <a:pt x="3224481" y="7570504"/>
                    <a:pt x="3249628" y="7571159"/>
                  </a:cubicBezTo>
                  <a:cubicBezTo>
                    <a:pt x="3273915" y="7571791"/>
                    <a:pt x="3277797" y="7589109"/>
                    <a:pt x="3277819" y="7608809"/>
                  </a:cubicBezTo>
                  <a:cubicBezTo>
                    <a:pt x="3277868" y="7649747"/>
                    <a:pt x="3277770" y="7690690"/>
                    <a:pt x="3278361" y="7731622"/>
                  </a:cubicBezTo>
                  <a:cubicBezTo>
                    <a:pt x="3278561" y="7745546"/>
                    <a:pt x="3282964" y="7758780"/>
                    <a:pt x="3299594" y="7759665"/>
                  </a:cubicBezTo>
                  <a:cubicBezTo>
                    <a:pt x="3317264" y="7760604"/>
                    <a:pt x="3320565" y="7747008"/>
                    <a:pt x="3321168" y="7733124"/>
                  </a:cubicBezTo>
                  <a:cubicBezTo>
                    <a:pt x="3321807" y="7718411"/>
                    <a:pt x="3321493" y="7703657"/>
                    <a:pt x="3321553" y="7679678"/>
                  </a:cubicBezTo>
                  <a:moveTo>
                    <a:pt x="2542914" y="1494900"/>
                  </a:moveTo>
                  <a:cubicBezTo>
                    <a:pt x="2508290" y="1523490"/>
                    <a:pt x="2524272" y="1542621"/>
                    <a:pt x="2553576" y="1562457"/>
                  </a:cubicBezTo>
                  <a:cubicBezTo>
                    <a:pt x="2660712" y="1634981"/>
                    <a:pt x="2765056" y="1711586"/>
                    <a:pt x="2857489" y="1802319"/>
                  </a:cubicBezTo>
                  <a:cubicBezTo>
                    <a:pt x="2885468" y="1829784"/>
                    <a:pt x="2905904" y="1833036"/>
                    <a:pt x="2942114" y="1819319"/>
                  </a:cubicBezTo>
                  <a:cubicBezTo>
                    <a:pt x="3070372" y="1770734"/>
                    <a:pt x="3202636" y="1739942"/>
                    <a:pt x="3339920" y="1774663"/>
                  </a:cubicBezTo>
                  <a:cubicBezTo>
                    <a:pt x="3374153" y="1783322"/>
                    <a:pt x="3393767" y="1777992"/>
                    <a:pt x="3415965" y="1752472"/>
                  </a:cubicBezTo>
                  <a:cubicBezTo>
                    <a:pt x="3467460" y="1693266"/>
                    <a:pt x="3521461" y="1636223"/>
                    <a:pt x="3575016" y="1578835"/>
                  </a:cubicBezTo>
                  <a:cubicBezTo>
                    <a:pt x="3593784" y="1558725"/>
                    <a:pt x="3617051" y="1549796"/>
                    <a:pt x="3639372" y="1571488"/>
                  </a:cubicBezTo>
                  <a:cubicBezTo>
                    <a:pt x="3660351" y="1591876"/>
                    <a:pt x="3649854" y="1613810"/>
                    <a:pt x="3633851" y="1632476"/>
                  </a:cubicBezTo>
                  <a:cubicBezTo>
                    <a:pt x="3609368" y="1661034"/>
                    <a:pt x="3583880" y="1688729"/>
                    <a:pt x="3559108" y="1717042"/>
                  </a:cubicBezTo>
                  <a:cubicBezTo>
                    <a:pt x="3532957" y="1746931"/>
                    <a:pt x="3498719" y="1770220"/>
                    <a:pt x="3478261" y="1812532"/>
                  </a:cubicBezTo>
                  <a:cubicBezTo>
                    <a:pt x="3513668" y="1812840"/>
                    <a:pt x="3536011" y="1865098"/>
                    <a:pt x="3572737" y="1824646"/>
                  </a:cubicBezTo>
                  <a:cubicBezTo>
                    <a:pt x="3620005" y="1772583"/>
                    <a:pt x="3665642" y="1719042"/>
                    <a:pt x="3712699" y="1666784"/>
                  </a:cubicBezTo>
                  <a:cubicBezTo>
                    <a:pt x="3733577" y="1643599"/>
                    <a:pt x="3734126" y="1622492"/>
                    <a:pt x="3715612" y="1596958"/>
                  </a:cubicBezTo>
                  <a:cubicBezTo>
                    <a:pt x="3670245" y="1534388"/>
                    <a:pt x="3619778" y="1476739"/>
                    <a:pt x="3560457" y="1427126"/>
                  </a:cubicBezTo>
                  <a:cubicBezTo>
                    <a:pt x="3540492" y="1410429"/>
                    <a:pt x="3520825" y="1394315"/>
                    <a:pt x="3544938" y="1367065"/>
                  </a:cubicBezTo>
                  <a:cubicBezTo>
                    <a:pt x="3566988" y="1342145"/>
                    <a:pt x="3591285" y="1346498"/>
                    <a:pt x="3614414" y="1364893"/>
                  </a:cubicBezTo>
                  <a:cubicBezTo>
                    <a:pt x="3628421" y="1376033"/>
                    <a:pt x="3640730" y="1389389"/>
                    <a:pt x="3653311" y="1402231"/>
                  </a:cubicBezTo>
                  <a:cubicBezTo>
                    <a:pt x="3703279" y="1453236"/>
                    <a:pt x="3755986" y="1501507"/>
                    <a:pt x="3801209" y="1561245"/>
                  </a:cubicBezTo>
                  <a:cubicBezTo>
                    <a:pt x="3838604" y="1522090"/>
                    <a:pt x="3814718" y="1496358"/>
                    <a:pt x="3795359" y="1471024"/>
                  </a:cubicBezTo>
                  <a:cubicBezTo>
                    <a:pt x="3628538" y="1252714"/>
                    <a:pt x="3421862" y="1078138"/>
                    <a:pt x="3195197" y="925704"/>
                  </a:cubicBezTo>
                  <a:cubicBezTo>
                    <a:pt x="3095743" y="858821"/>
                    <a:pt x="3086522" y="862525"/>
                    <a:pt x="3008285" y="954737"/>
                  </a:cubicBezTo>
                  <a:cubicBezTo>
                    <a:pt x="2856011" y="1134212"/>
                    <a:pt x="2701415" y="1311718"/>
                    <a:pt x="2542914" y="1494900"/>
                  </a:cubicBezTo>
                  <a:moveTo>
                    <a:pt x="2150428" y="1769074"/>
                  </a:moveTo>
                  <a:cubicBezTo>
                    <a:pt x="2125810" y="1748327"/>
                    <a:pt x="2109412" y="1756896"/>
                    <a:pt x="2089417" y="1779630"/>
                  </a:cubicBezTo>
                  <a:cubicBezTo>
                    <a:pt x="1995402" y="1886532"/>
                    <a:pt x="1898625" y="1991001"/>
                    <a:pt x="1804301" y="2097637"/>
                  </a:cubicBezTo>
                  <a:cubicBezTo>
                    <a:pt x="1740745" y="2169490"/>
                    <a:pt x="1679633" y="2243504"/>
                    <a:pt x="1614163" y="2320385"/>
                  </a:cubicBezTo>
                  <a:cubicBezTo>
                    <a:pt x="1983983" y="2511729"/>
                    <a:pt x="2326411" y="2731612"/>
                    <a:pt x="2609063" y="3031539"/>
                  </a:cubicBezTo>
                  <a:cubicBezTo>
                    <a:pt x="2683931" y="2972309"/>
                    <a:pt x="2683184" y="2972520"/>
                    <a:pt x="2634228" y="2903486"/>
                  </a:cubicBezTo>
                  <a:cubicBezTo>
                    <a:pt x="2564998" y="2805862"/>
                    <a:pt x="2516644" y="2699044"/>
                    <a:pt x="2504924" y="2578825"/>
                  </a:cubicBezTo>
                  <a:cubicBezTo>
                    <a:pt x="2482205" y="2345792"/>
                    <a:pt x="2547813" y="2142207"/>
                    <a:pt x="2712987" y="1973474"/>
                  </a:cubicBezTo>
                  <a:cubicBezTo>
                    <a:pt x="2729764" y="1956336"/>
                    <a:pt x="2733228" y="1940914"/>
                    <a:pt x="2715599" y="1923029"/>
                  </a:cubicBezTo>
                  <a:cubicBezTo>
                    <a:pt x="2590436" y="1796037"/>
                    <a:pt x="2448084" y="1692327"/>
                    <a:pt x="2289672" y="1610895"/>
                  </a:cubicBezTo>
                  <a:cubicBezTo>
                    <a:pt x="2260619" y="1595960"/>
                    <a:pt x="2236567" y="1605640"/>
                    <a:pt x="2220608" y="1640177"/>
                  </a:cubicBezTo>
                  <a:cubicBezTo>
                    <a:pt x="2261567" y="1668899"/>
                    <a:pt x="2302407" y="1695575"/>
                    <a:pt x="2341005" y="1725174"/>
                  </a:cubicBezTo>
                  <a:cubicBezTo>
                    <a:pt x="2376989" y="1752769"/>
                    <a:pt x="2383389" y="1792728"/>
                    <a:pt x="2360445" y="1824040"/>
                  </a:cubicBezTo>
                  <a:cubicBezTo>
                    <a:pt x="2334977" y="1858795"/>
                    <a:pt x="2294484" y="1867101"/>
                    <a:pt x="2256979" y="1842917"/>
                  </a:cubicBezTo>
                  <a:cubicBezTo>
                    <a:pt x="2222606" y="1820753"/>
                    <a:pt x="2189725" y="1796275"/>
                    <a:pt x="2150428" y="1769074"/>
                  </a:cubicBezTo>
                  <a:moveTo>
                    <a:pt x="3555896" y="3252254"/>
                  </a:moveTo>
                  <a:cubicBezTo>
                    <a:pt x="3578616" y="3280114"/>
                    <a:pt x="3602365" y="3307220"/>
                    <a:pt x="3623589" y="3336176"/>
                  </a:cubicBezTo>
                  <a:cubicBezTo>
                    <a:pt x="3633171" y="3349250"/>
                    <a:pt x="3639129" y="3366914"/>
                    <a:pt x="3623766" y="3380815"/>
                  </a:cubicBezTo>
                  <a:cubicBezTo>
                    <a:pt x="3608470" y="3394654"/>
                    <a:pt x="3592977" y="3386647"/>
                    <a:pt x="3579323" y="3376451"/>
                  </a:cubicBezTo>
                  <a:cubicBezTo>
                    <a:pt x="3534574" y="3343035"/>
                    <a:pt x="3496395" y="3302449"/>
                    <a:pt x="3456366" y="3263823"/>
                  </a:cubicBezTo>
                  <a:cubicBezTo>
                    <a:pt x="3439424" y="3247475"/>
                    <a:pt x="3427265" y="3224172"/>
                    <a:pt x="3393745" y="3214761"/>
                  </a:cubicBezTo>
                  <a:cubicBezTo>
                    <a:pt x="3420371" y="3245837"/>
                    <a:pt x="3440684" y="3271466"/>
                    <a:pt x="3462986" y="3295230"/>
                  </a:cubicBezTo>
                  <a:cubicBezTo>
                    <a:pt x="3543749" y="3381290"/>
                    <a:pt x="3621389" y="3470171"/>
                    <a:pt x="3680184" y="3572860"/>
                  </a:cubicBezTo>
                  <a:cubicBezTo>
                    <a:pt x="3783168" y="3752727"/>
                    <a:pt x="3840745" y="3946537"/>
                    <a:pt x="3858780" y="4153674"/>
                  </a:cubicBezTo>
                  <a:cubicBezTo>
                    <a:pt x="3876210" y="4353852"/>
                    <a:pt x="3857601" y="4549173"/>
                    <a:pt x="3792829" y="4738712"/>
                  </a:cubicBezTo>
                  <a:cubicBezTo>
                    <a:pt x="3721453" y="4947574"/>
                    <a:pt x="3607013" y="5130911"/>
                    <a:pt x="3449674" y="5286728"/>
                  </a:cubicBezTo>
                  <a:cubicBezTo>
                    <a:pt x="3437570" y="5298715"/>
                    <a:pt x="3416493" y="5310571"/>
                    <a:pt x="3430792" y="5331290"/>
                  </a:cubicBezTo>
                  <a:cubicBezTo>
                    <a:pt x="3478508" y="5400433"/>
                    <a:pt x="3528058" y="5468310"/>
                    <a:pt x="3579432" y="5540208"/>
                  </a:cubicBezTo>
                  <a:cubicBezTo>
                    <a:pt x="3999580" y="5087324"/>
                    <a:pt x="4181531" y="4569161"/>
                    <a:pt x="4062504" y="3961840"/>
                  </a:cubicBezTo>
                  <a:cubicBezTo>
                    <a:pt x="4006219" y="3674655"/>
                    <a:pt x="3723422" y="3192958"/>
                    <a:pt x="3594488" y="3148558"/>
                  </a:cubicBezTo>
                  <a:cubicBezTo>
                    <a:pt x="3630313" y="3192782"/>
                    <a:pt x="3665458" y="3235484"/>
                    <a:pt x="3699721" y="3278882"/>
                  </a:cubicBezTo>
                  <a:cubicBezTo>
                    <a:pt x="3709843" y="3291701"/>
                    <a:pt x="3720483" y="3307856"/>
                    <a:pt x="3706411" y="3322937"/>
                  </a:cubicBezTo>
                  <a:cubicBezTo>
                    <a:pt x="3692483" y="3337864"/>
                    <a:pt x="3673224" y="3336634"/>
                    <a:pt x="3656939" y="3325594"/>
                  </a:cubicBezTo>
                  <a:cubicBezTo>
                    <a:pt x="3644974" y="3317483"/>
                    <a:pt x="3634812" y="3306488"/>
                    <a:pt x="3624631" y="3296016"/>
                  </a:cubicBezTo>
                  <a:cubicBezTo>
                    <a:pt x="3594277" y="3264793"/>
                    <a:pt x="3564310" y="3233196"/>
                    <a:pt x="3532752" y="3200242"/>
                  </a:cubicBezTo>
                  <a:cubicBezTo>
                    <a:pt x="3528868" y="3207827"/>
                    <a:pt x="3527268" y="3209718"/>
                    <a:pt x="3527667" y="3210351"/>
                  </a:cubicBezTo>
                  <a:cubicBezTo>
                    <a:pt x="3535462" y="3222736"/>
                    <a:pt x="3543491" y="3234974"/>
                    <a:pt x="3555897" y="3252254"/>
                  </a:cubicBezTo>
                  <a:moveTo>
                    <a:pt x="3479407" y="2216845"/>
                  </a:moveTo>
                  <a:cubicBezTo>
                    <a:pt x="3361342" y="2119729"/>
                    <a:pt x="3227701" y="2107040"/>
                    <a:pt x="3091847" y="2162293"/>
                  </a:cubicBezTo>
                  <a:cubicBezTo>
                    <a:pt x="2889311" y="2244667"/>
                    <a:pt x="2801893" y="2491072"/>
                    <a:pt x="2903903" y="2689024"/>
                  </a:cubicBezTo>
                  <a:cubicBezTo>
                    <a:pt x="3012833" y="2900404"/>
                    <a:pt x="3343559" y="2990988"/>
                    <a:pt x="3530287" y="2757487"/>
                  </a:cubicBezTo>
                  <a:cubicBezTo>
                    <a:pt x="3660975" y="2594063"/>
                    <a:pt x="3640861" y="2371903"/>
                    <a:pt x="3479407" y="2216845"/>
                  </a:cubicBezTo>
                  <a:moveTo>
                    <a:pt x="1933885" y="7106579"/>
                  </a:moveTo>
                  <a:cubicBezTo>
                    <a:pt x="1910304" y="7128607"/>
                    <a:pt x="1885719" y="7149930"/>
                    <a:pt x="1875930" y="7187871"/>
                  </a:cubicBezTo>
                  <a:cubicBezTo>
                    <a:pt x="2485848" y="7187871"/>
                    <a:pt x="3092112" y="7187871"/>
                    <a:pt x="3707376" y="7187871"/>
                  </a:cubicBezTo>
                  <a:cubicBezTo>
                    <a:pt x="3646181" y="7084687"/>
                    <a:pt x="3562242" y="7040122"/>
                    <a:pt x="3455331" y="7039897"/>
                  </a:cubicBezTo>
                  <a:cubicBezTo>
                    <a:pt x="3008699" y="7038959"/>
                    <a:pt x="2562064" y="7039531"/>
                    <a:pt x="2115429" y="7039529"/>
                  </a:cubicBezTo>
                  <a:cubicBezTo>
                    <a:pt x="2049291" y="7039529"/>
                    <a:pt x="1989826" y="7058309"/>
                    <a:pt x="1933885" y="7106579"/>
                  </a:cubicBezTo>
                  <a:moveTo>
                    <a:pt x="1441143" y="5395994"/>
                  </a:moveTo>
                  <a:cubicBezTo>
                    <a:pt x="1794710" y="5395543"/>
                    <a:pt x="2148277" y="5395220"/>
                    <a:pt x="2501843" y="5394316"/>
                  </a:cubicBezTo>
                  <a:cubicBezTo>
                    <a:pt x="2522753" y="5394267"/>
                    <a:pt x="2553105" y="5403339"/>
                    <a:pt x="2553078" y="5366740"/>
                  </a:cubicBezTo>
                  <a:cubicBezTo>
                    <a:pt x="2553049" y="5329622"/>
                    <a:pt x="2522197" y="5339982"/>
                    <a:pt x="2501672" y="5339808"/>
                  </a:cubicBezTo>
                  <a:cubicBezTo>
                    <a:pt x="2392009" y="5338875"/>
                    <a:pt x="2282333" y="5339345"/>
                    <a:pt x="2172662" y="5339198"/>
                  </a:cubicBezTo>
                  <a:cubicBezTo>
                    <a:pt x="2144816" y="5339159"/>
                    <a:pt x="2115687" y="5334388"/>
                    <a:pt x="2114186" y="5300966"/>
                  </a:cubicBezTo>
                  <a:cubicBezTo>
                    <a:pt x="2112527" y="5264005"/>
                    <a:pt x="2143726" y="5263940"/>
                    <a:pt x="2170655" y="5263901"/>
                  </a:cubicBezTo>
                  <a:cubicBezTo>
                    <a:pt x="2273779" y="5263754"/>
                    <a:pt x="2376939" y="5265319"/>
                    <a:pt x="2480000" y="5262768"/>
                  </a:cubicBezTo>
                  <a:cubicBezTo>
                    <a:pt x="2505829" y="5262129"/>
                    <a:pt x="2552385" y="5283985"/>
                    <a:pt x="2551333" y="5231675"/>
                  </a:cubicBezTo>
                  <a:cubicBezTo>
                    <a:pt x="2550375" y="5184003"/>
                    <a:pt x="2506344" y="5203824"/>
                    <a:pt x="2481724" y="5203847"/>
                  </a:cubicBezTo>
                  <a:cubicBezTo>
                    <a:pt x="2007087" y="5204295"/>
                    <a:pt x="1532451" y="5206550"/>
                    <a:pt x="1057813" y="5207977"/>
                  </a:cubicBezTo>
                  <a:cubicBezTo>
                    <a:pt x="921267" y="5208387"/>
                    <a:pt x="922651" y="5207772"/>
                    <a:pt x="918893" y="5344021"/>
                  </a:cubicBezTo>
                  <a:cubicBezTo>
                    <a:pt x="917784" y="5384203"/>
                    <a:pt x="932334" y="5394516"/>
                    <a:pt x="969738" y="5394343"/>
                  </a:cubicBezTo>
                  <a:cubicBezTo>
                    <a:pt x="1123592" y="5393632"/>
                    <a:pt x="1277456" y="5395236"/>
                    <a:pt x="1441143" y="5395994"/>
                  </a:cubicBezTo>
                  <a:moveTo>
                    <a:pt x="1574535" y="4130904"/>
                  </a:moveTo>
                  <a:cubicBezTo>
                    <a:pt x="1545874" y="4133183"/>
                    <a:pt x="1547630" y="4155241"/>
                    <a:pt x="1547413" y="4174508"/>
                  </a:cubicBezTo>
                  <a:cubicBezTo>
                    <a:pt x="1546658" y="4241549"/>
                    <a:pt x="1548255" y="4308649"/>
                    <a:pt x="1546015" y="4375629"/>
                  </a:cubicBezTo>
                  <a:cubicBezTo>
                    <a:pt x="1544668" y="4415914"/>
                    <a:pt x="1559675" y="4430548"/>
                    <a:pt x="1600295" y="4429771"/>
                  </a:cubicBezTo>
                  <a:cubicBezTo>
                    <a:pt x="1704913" y="4427769"/>
                    <a:pt x="1809596" y="4429229"/>
                    <a:pt x="1914252" y="4429146"/>
                  </a:cubicBezTo>
                  <a:cubicBezTo>
                    <a:pt x="1982931" y="4429087"/>
                    <a:pt x="2051618" y="4429255"/>
                    <a:pt x="2120284" y="4428182"/>
                  </a:cubicBezTo>
                  <a:cubicBezTo>
                    <a:pt x="2136347" y="4427931"/>
                    <a:pt x="2156599" y="4425339"/>
                    <a:pt x="2157196" y="4404176"/>
                  </a:cubicBezTo>
                  <a:cubicBezTo>
                    <a:pt x="2157922" y="4378450"/>
                    <a:pt x="2135076" y="4379332"/>
                    <a:pt x="2117764" y="4378840"/>
                  </a:cubicBezTo>
                  <a:cubicBezTo>
                    <a:pt x="2085180" y="4377915"/>
                    <a:pt x="2052526" y="4379730"/>
                    <a:pt x="2019917" y="4379260"/>
                  </a:cubicBezTo>
                  <a:cubicBezTo>
                    <a:pt x="1995561" y="4378910"/>
                    <a:pt x="1973649" y="4374778"/>
                    <a:pt x="1974817" y="4341830"/>
                  </a:cubicBezTo>
                  <a:cubicBezTo>
                    <a:pt x="1975918" y="4310821"/>
                    <a:pt x="1995922" y="4304019"/>
                    <a:pt x="2021033" y="4303605"/>
                  </a:cubicBezTo>
                  <a:cubicBezTo>
                    <a:pt x="2053693" y="4303064"/>
                    <a:pt x="2086370" y="4303473"/>
                    <a:pt x="2119040" y="4303473"/>
                  </a:cubicBezTo>
                  <a:cubicBezTo>
                    <a:pt x="2118851" y="4297795"/>
                    <a:pt x="2118661" y="4292117"/>
                    <a:pt x="2118472" y="4286439"/>
                  </a:cubicBezTo>
                  <a:cubicBezTo>
                    <a:pt x="2087991" y="4286439"/>
                    <a:pt x="2057507" y="4286676"/>
                    <a:pt x="2027029" y="4286370"/>
                  </a:cubicBezTo>
                  <a:cubicBezTo>
                    <a:pt x="2001391" y="4286110"/>
                    <a:pt x="1982375" y="4279238"/>
                    <a:pt x="1983066" y="4247397"/>
                  </a:cubicBezTo>
                  <a:cubicBezTo>
                    <a:pt x="1983722" y="4217207"/>
                    <a:pt x="2002533" y="4213565"/>
                    <a:pt x="2025801" y="4213467"/>
                  </a:cubicBezTo>
                  <a:cubicBezTo>
                    <a:pt x="2058505" y="4213329"/>
                    <a:pt x="2091269" y="4214023"/>
                    <a:pt x="2123892" y="4212242"/>
                  </a:cubicBezTo>
                  <a:cubicBezTo>
                    <a:pt x="2156334" y="4210469"/>
                    <a:pt x="2174968" y="4174716"/>
                    <a:pt x="2156320" y="4149574"/>
                  </a:cubicBezTo>
                  <a:cubicBezTo>
                    <a:pt x="2142106" y="4130409"/>
                    <a:pt x="2118472" y="4132209"/>
                    <a:pt x="2097554" y="4132104"/>
                  </a:cubicBezTo>
                  <a:cubicBezTo>
                    <a:pt x="1926127" y="4131240"/>
                    <a:pt x="1754698" y="4130951"/>
                    <a:pt x="1574535" y="4130908"/>
                  </a:cubicBezTo>
                  <a:moveTo>
                    <a:pt x="1634997" y="3256497"/>
                  </a:moveTo>
                  <a:cubicBezTo>
                    <a:pt x="1471980" y="3176227"/>
                    <a:pt x="1309474" y="3094895"/>
                    <a:pt x="1145738" y="3016118"/>
                  </a:cubicBezTo>
                  <a:cubicBezTo>
                    <a:pt x="1058642" y="2974215"/>
                    <a:pt x="967408" y="2941956"/>
                    <a:pt x="874148" y="2916467"/>
                  </a:cubicBezTo>
                  <a:cubicBezTo>
                    <a:pt x="819421" y="2901511"/>
                    <a:pt x="797061" y="2913394"/>
                    <a:pt x="781152" y="2954195"/>
                  </a:cubicBezTo>
                  <a:cubicBezTo>
                    <a:pt x="1372337" y="3178323"/>
                    <a:pt x="1920480" y="3483340"/>
                    <a:pt x="2450052" y="3821862"/>
                  </a:cubicBezTo>
                  <a:cubicBezTo>
                    <a:pt x="2462933" y="3790059"/>
                    <a:pt x="2460719" y="3772977"/>
                    <a:pt x="2426971" y="3741517"/>
                  </a:cubicBezTo>
                  <a:cubicBezTo>
                    <a:pt x="2360832" y="3679862"/>
                    <a:pt x="2286071" y="3629533"/>
                    <a:pt x="2209334" y="3582205"/>
                  </a:cubicBezTo>
                  <a:cubicBezTo>
                    <a:pt x="2023956" y="3467870"/>
                    <a:pt x="1833759" y="3362003"/>
                    <a:pt x="1634997" y="3256497"/>
                  </a:cubicBezTo>
                  <a:moveTo>
                    <a:pt x="3931677" y="742985"/>
                  </a:moveTo>
                  <a:cubicBezTo>
                    <a:pt x="3974081" y="789569"/>
                    <a:pt x="4016486" y="836153"/>
                    <a:pt x="4059253" y="883135"/>
                  </a:cubicBezTo>
                  <a:cubicBezTo>
                    <a:pt x="4100117" y="853162"/>
                    <a:pt x="4124426" y="815549"/>
                    <a:pt x="4155548" y="784648"/>
                  </a:cubicBezTo>
                  <a:cubicBezTo>
                    <a:pt x="4177401" y="762952"/>
                    <a:pt x="4177563" y="745169"/>
                    <a:pt x="4154805" y="722862"/>
                  </a:cubicBezTo>
                  <a:cubicBezTo>
                    <a:pt x="4103440" y="672512"/>
                    <a:pt x="4055265" y="618895"/>
                    <a:pt x="4003654" y="568810"/>
                  </a:cubicBezTo>
                  <a:cubicBezTo>
                    <a:pt x="3929693" y="497036"/>
                    <a:pt x="3852211" y="429185"/>
                    <a:pt x="3765697" y="372467"/>
                  </a:cubicBezTo>
                  <a:cubicBezTo>
                    <a:pt x="3747380" y="360459"/>
                    <a:pt x="3728702" y="348192"/>
                    <a:pt x="3709195" y="370014"/>
                  </a:cubicBezTo>
                  <a:cubicBezTo>
                    <a:pt x="3678108" y="404788"/>
                    <a:pt x="3647430" y="439925"/>
                    <a:pt x="3614676" y="477066"/>
                  </a:cubicBezTo>
                  <a:cubicBezTo>
                    <a:pt x="3721162" y="566890"/>
                    <a:pt x="3834146" y="640504"/>
                    <a:pt x="3931676" y="742985"/>
                  </a:cubicBezTo>
                  <a:moveTo>
                    <a:pt x="591148" y="3408386"/>
                  </a:moveTo>
                  <a:cubicBezTo>
                    <a:pt x="557628" y="3441891"/>
                    <a:pt x="524888" y="3476227"/>
                    <a:pt x="490330" y="3508624"/>
                  </a:cubicBezTo>
                  <a:cubicBezTo>
                    <a:pt x="465026" y="3532345"/>
                    <a:pt x="462883" y="3551141"/>
                    <a:pt x="489264" y="3577288"/>
                  </a:cubicBezTo>
                  <a:cubicBezTo>
                    <a:pt x="548418" y="3635915"/>
                    <a:pt x="604277" y="3697854"/>
                    <a:pt x="662393" y="3757553"/>
                  </a:cubicBezTo>
                  <a:cubicBezTo>
                    <a:pt x="682005" y="3777699"/>
                    <a:pt x="704378" y="3795158"/>
                    <a:pt x="725490" y="3813845"/>
                  </a:cubicBezTo>
                  <a:cubicBezTo>
                    <a:pt x="715164" y="3784112"/>
                    <a:pt x="723256" y="3764477"/>
                    <a:pt x="744771" y="3749490"/>
                  </a:cubicBezTo>
                  <a:cubicBezTo>
                    <a:pt x="769646" y="3732161"/>
                    <a:pt x="788637" y="3747243"/>
                    <a:pt x="804649" y="3764376"/>
                  </a:cubicBezTo>
                  <a:cubicBezTo>
                    <a:pt x="845409" y="3807989"/>
                    <a:pt x="885040" y="3852659"/>
                    <a:pt x="925122" y="3896906"/>
                  </a:cubicBezTo>
                  <a:cubicBezTo>
                    <a:pt x="929154" y="3892885"/>
                    <a:pt x="933185" y="3888865"/>
                    <a:pt x="937217" y="3884845"/>
                  </a:cubicBezTo>
                  <a:cubicBezTo>
                    <a:pt x="896515" y="3836617"/>
                    <a:pt x="854546" y="3789663"/>
                    <a:pt x="807095" y="3747529"/>
                  </a:cubicBezTo>
                  <a:cubicBezTo>
                    <a:pt x="786482" y="3729225"/>
                    <a:pt x="769822" y="3705489"/>
                    <a:pt x="794206" y="3680138"/>
                  </a:cubicBezTo>
                  <a:cubicBezTo>
                    <a:pt x="819294" y="3654054"/>
                    <a:pt x="840705" y="3672115"/>
                    <a:pt x="860610" y="3692191"/>
                  </a:cubicBezTo>
                  <a:cubicBezTo>
                    <a:pt x="903179" y="3735126"/>
                    <a:pt x="946081" y="3777754"/>
                    <a:pt x="989780" y="3819532"/>
                  </a:cubicBezTo>
                  <a:cubicBezTo>
                    <a:pt x="1002412" y="3831609"/>
                    <a:pt x="1016676" y="3851606"/>
                    <a:pt x="1037130" y="3827367"/>
                  </a:cubicBezTo>
                  <a:cubicBezTo>
                    <a:pt x="1034939" y="3821434"/>
                    <a:pt x="1034376" y="3816003"/>
                    <a:pt x="1031458" y="3812576"/>
                  </a:cubicBezTo>
                  <a:cubicBezTo>
                    <a:pt x="908392" y="3668028"/>
                    <a:pt x="766188" y="3541927"/>
                    <a:pt x="636916" y="3403354"/>
                  </a:cubicBezTo>
                  <a:cubicBezTo>
                    <a:pt x="622104" y="3387477"/>
                    <a:pt x="609209" y="3389552"/>
                    <a:pt x="591148" y="3408386"/>
                  </a:cubicBezTo>
                  <a:moveTo>
                    <a:pt x="1466711" y="2451761"/>
                  </a:moveTo>
                  <a:cubicBezTo>
                    <a:pt x="1402277" y="2427543"/>
                    <a:pt x="1339146" y="2397822"/>
                    <a:pt x="1265171" y="2406755"/>
                  </a:cubicBezTo>
                  <a:cubicBezTo>
                    <a:pt x="1531830" y="2528312"/>
                    <a:pt x="1788033" y="2666333"/>
                    <a:pt x="2026994" y="2835349"/>
                  </a:cubicBezTo>
                  <a:cubicBezTo>
                    <a:pt x="2267334" y="3005342"/>
                    <a:pt x="2501763" y="3181353"/>
                    <a:pt x="2677549" y="3423141"/>
                  </a:cubicBezTo>
                  <a:cubicBezTo>
                    <a:pt x="2650719" y="3330526"/>
                    <a:pt x="2591298" y="3259455"/>
                    <a:pt x="2528418" y="3190869"/>
                  </a:cubicBezTo>
                  <a:cubicBezTo>
                    <a:pt x="2231560" y="2867072"/>
                    <a:pt x="1869340" y="2636868"/>
                    <a:pt x="1466711" y="2451761"/>
                  </a:cubicBezTo>
                  <a:moveTo>
                    <a:pt x="1099719" y="6472811"/>
                  </a:moveTo>
                  <a:cubicBezTo>
                    <a:pt x="1084903" y="6508179"/>
                    <a:pt x="1087028" y="6511808"/>
                    <a:pt x="1132745" y="6511925"/>
                  </a:cubicBezTo>
                  <a:cubicBezTo>
                    <a:pt x="1491063" y="6512836"/>
                    <a:pt x="1849384" y="6513295"/>
                    <a:pt x="2207595" y="6502492"/>
                  </a:cubicBezTo>
                  <a:cubicBezTo>
                    <a:pt x="2223942" y="6501999"/>
                    <a:pt x="2244686" y="6507635"/>
                    <a:pt x="2253038" y="6477706"/>
                  </a:cubicBezTo>
                  <a:cubicBezTo>
                    <a:pt x="2189642" y="6464927"/>
                    <a:pt x="2126348" y="6462009"/>
                    <a:pt x="2063860" y="6461541"/>
                  </a:cubicBezTo>
                  <a:cubicBezTo>
                    <a:pt x="1816784" y="6459688"/>
                    <a:pt x="1569682" y="6460284"/>
                    <a:pt x="1322596" y="6461432"/>
                  </a:cubicBezTo>
                  <a:cubicBezTo>
                    <a:pt x="1250741" y="6461765"/>
                    <a:pt x="1178909" y="6466958"/>
                    <a:pt x="1099719" y="6472811"/>
                  </a:cubicBezTo>
                  <a:moveTo>
                    <a:pt x="1893187" y="3856111"/>
                  </a:moveTo>
                  <a:cubicBezTo>
                    <a:pt x="1791663" y="3855997"/>
                    <a:pt x="1690124" y="3856863"/>
                    <a:pt x="1588621" y="3855334"/>
                  </a:cubicBezTo>
                  <a:cubicBezTo>
                    <a:pt x="1541380" y="3854622"/>
                    <a:pt x="1546880" y="3886576"/>
                    <a:pt x="1547037" y="3915662"/>
                  </a:cubicBezTo>
                  <a:cubicBezTo>
                    <a:pt x="1547191" y="3944119"/>
                    <a:pt x="1539297" y="3977294"/>
                    <a:pt x="1587218" y="3976902"/>
                  </a:cubicBezTo>
                  <a:cubicBezTo>
                    <a:pt x="1758366" y="3975501"/>
                    <a:pt x="1929621" y="3980242"/>
                    <a:pt x="2100541" y="3964381"/>
                  </a:cubicBezTo>
                  <a:cubicBezTo>
                    <a:pt x="2069611" y="3961422"/>
                    <a:pt x="2038549" y="3963092"/>
                    <a:pt x="2007777" y="3960821"/>
                  </a:cubicBezTo>
                  <a:cubicBezTo>
                    <a:pt x="1988008" y="3959362"/>
                    <a:pt x="1975399" y="3945454"/>
                    <a:pt x="1974148" y="3924631"/>
                  </a:cubicBezTo>
                  <a:cubicBezTo>
                    <a:pt x="1972898" y="3903818"/>
                    <a:pt x="1982143" y="3889357"/>
                    <a:pt x="2003705" y="3886567"/>
                  </a:cubicBezTo>
                  <a:cubicBezTo>
                    <a:pt x="2023119" y="3884055"/>
                    <a:pt x="2042857" y="3884144"/>
                    <a:pt x="2062342" y="3882050"/>
                  </a:cubicBezTo>
                  <a:cubicBezTo>
                    <a:pt x="2084345" y="3879686"/>
                    <a:pt x="2108850" y="3887716"/>
                    <a:pt x="2135607" y="3865813"/>
                  </a:cubicBezTo>
                  <a:cubicBezTo>
                    <a:pt x="2053019" y="3848816"/>
                    <a:pt x="1977691" y="3858766"/>
                    <a:pt x="1893187" y="3856111"/>
                  </a:cubicBezTo>
                  <a:moveTo>
                    <a:pt x="1244330" y="2605847"/>
                  </a:moveTo>
                  <a:cubicBezTo>
                    <a:pt x="1164009" y="2573697"/>
                    <a:pt x="1084297" y="2539553"/>
                    <a:pt x="996941" y="2530500"/>
                  </a:cubicBezTo>
                  <a:cubicBezTo>
                    <a:pt x="965640" y="2527256"/>
                    <a:pt x="941798" y="2533977"/>
                    <a:pt x="939438" y="2580385"/>
                  </a:cubicBezTo>
                  <a:cubicBezTo>
                    <a:pt x="1130245" y="2603725"/>
                    <a:pt x="1301020" y="2684626"/>
                    <a:pt x="1470593" y="2768093"/>
                  </a:cubicBezTo>
                  <a:cubicBezTo>
                    <a:pt x="1639943" y="2851451"/>
                    <a:pt x="1799925" y="2951743"/>
                    <a:pt x="1964742" y="3043658"/>
                  </a:cubicBezTo>
                  <a:cubicBezTo>
                    <a:pt x="1755333" y="2852137"/>
                    <a:pt x="1509478" y="2720260"/>
                    <a:pt x="1244330" y="2605847"/>
                  </a:cubicBezTo>
                  <a:moveTo>
                    <a:pt x="821242" y="3381528"/>
                  </a:moveTo>
                  <a:cubicBezTo>
                    <a:pt x="918454" y="3478192"/>
                    <a:pt x="1016336" y="3574195"/>
                    <a:pt x="1112604" y="3671789"/>
                  </a:cubicBezTo>
                  <a:cubicBezTo>
                    <a:pt x="1163066" y="3722946"/>
                    <a:pt x="1178704" y="3721002"/>
                    <a:pt x="1210610" y="3652808"/>
                  </a:cubicBezTo>
                  <a:cubicBezTo>
                    <a:pt x="1084980" y="3508747"/>
                    <a:pt x="939157" y="3384446"/>
                    <a:pt x="808744" y="3244969"/>
                  </a:cubicBezTo>
                  <a:cubicBezTo>
                    <a:pt x="792742" y="3227855"/>
                    <a:pt x="775627" y="3217168"/>
                    <a:pt x="755299" y="3240063"/>
                  </a:cubicBezTo>
                  <a:cubicBezTo>
                    <a:pt x="738513" y="3258968"/>
                    <a:pt x="720392" y="3277281"/>
                    <a:pt x="744784" y="3302799"/>
                  </a:cubicBezTo>
                  <a:cubicBezTo>
                    <a:pt x="768456" y="3327563"/>
                    <a:pt x="792298" y="3352166"/>
                    <a:pt x="821242" y="3381528"/>
                  </a:cubicBezTo>
                  <a:moveTo>
                    <a:pt x="3160892" y="1972364"/>
                  </a:moveTo>
                  <a:cubicBezTo>
                    <a:pt x="3245264" y="1954695"/>
                    <a:pt x="3329362" y="1964236"/>
                    <a:pt x="3413421" y="1977574"/>
                  </a:cubicBezTo>
                  <a:cubicBezTo>
                    <a:pt x="3225163" y="1885474"/>
                    <a:pt x="2946111" y="1951618"/>
                    <a:pt x="2805890" y="2118918"/>
                  </a:cubicBezTo>
                  <a:cubicBezTo>
                    <a:pt x="2658183" y="2295148"/>
                    <a:pt x="2622580" y="2570104"/>
                    <a:pt x="2727756" y="2722333"/>
                  </a:cubicBezTo>
                  <a:cubicBezTo>
                    <a:pt x="2627570" y="2361663"/>
                    <a:pt x="2799697" y="2058189"/>
                    <a:pt x="3160892" y="1972364"/>
                  </a:cubicBezTo>
                  <a:moveTo>
                    <a:pt x="4322518" y="666678"/>
                  </a:moveTo>
                  <a:cubicBezTo>
                    <a:pt x="4364163" y="708424"/>
                    <a:pt x="4393699" y="761847"/>
                    <a:pt x="4450443" y="806716"/>
                  </a:cubicBezTo>
                  <a:cubicBezTo>
                    <a:pt x="4445731" y="764816"/>
                    <a:pt x="4429317" y="742515"/>
                    <a:pt x="4413922" y="720313"/>
                  </a:cubicBezTo>
                  <a:cubicBezTo>
                    <a:pt x="4319910" y="584721"/>
                    <a:pt x="4201500" y="471944"/>
                    <a:pt x="4077781" y="364476"/>
                  </a:cubicBezTo>
                  <a:cubicBezTo>
                    <a:pt x="4006071" y="302185"/>
                    <a:pt x="3930899" y="244113"/>
                    <a:pt x="3847293" y="198224"/>
                  </a:cubicBezTo>
                  <a:cubicBezTo>
                    <a:pt x="3824091" y="185489"/>
                    <a:pt x="3799605" y="169825"/>
                    <a:pt x="3757796" y="195816"/>
                  </a:cubicBezTo>
                  <a:cubicBezTo>
                    <a:pt x="3972979" y="325984"/>
                    <a:pt x="4155402" y="482167"/>
                    <a:pt x="4322518" y="666678"/>
                  </a:cubicBezTo>
                  <a:moveTo>
                    <a:pt x="1687144" y="3619936"/>
                  </a:moveTo>
                  <a:cubicBezTo>
                    <a:pt x="1646102" y="3640826"/>
                    <a:pt x="1595537" y="3642340"/>
                    <a:pt x="1561018" y="3681303"/>
                  </a:cubicBezTo>
                  <a:cubicBezTo>
                    <a:pt x="1662252" y="3690728"/>
                    <a:pt x="1761271" y="3696009"/>
                    <a:pt x="1861062" y="3678278"/>
                  </a:cubicBezTo>
                  <a:cubicBezTo>
                    <a:pt x="1802743" y="3661805"/>
                    <a:pt x="1758888" y="3609890"/>
                    <a:pt x="1687144" y="3619936"/>
                  </a:cubicBezTo>
                  <a:moveTo>
                    <a:pt x="1040556" y="3244703"/>
                  </a:moveTo>
                  <a:cubicBezTo>
                    <a:pt x="1036562" y="3243772"/>
                    <a:pt x="1032222" y="3238848"/>
                    <a:pt x="1028910" y="3245425"/>
                  </a:cubicBezTo>
                  <a:cubicBezTo>
                    <a:pt x="1028450" y="3246338"/>
                    <a:pt x="1029675" y="3248568"/>
                    <a:pt x="1030680" y="3249684"/>
                  </a:cubicBezTo>
                  <a:cubicBezTo>
                    <a:pt x="1098013" y="3324444"/>
                    <a:pt x="1170910" y="3393216"/>
                    <a:pt x="1257942" y="3465878"/>
                  </a:cubicBezTo>
                  <a:cubicBezTo>
                    <a:pt x="1219949" y="3367782"/>
                    <a:pt x="1189428" y="3281120"/>
                    <a:pt x="1081601" y="3261918"/>
                  </a:cubicBezTo>
                  <a:cubicBezTo>
                    <a:pt x="1069088" y="3259690"/>
                    <a:pt x="1057555" y="3251964"/>
                    <a:pt x="1040556" y="3244703"/>
                  </a:cubicBezTo>
                  <a:moveTo>
                    <a:pt x="4144796" y="923655"/>
                  </a:moveTo>
                  <a:cubicBezTo>
                    <a:pt x="4118516" y="952069"/>
                    <a:pt x="4125220" y="973715"/>
                    <a:pt x="4158633" y="993251"/>
                  </a:cubicBezTo>
                  <a:cubicBezTo>
                    <a:pt x="4188804" y="960343"/>
                    <a:pt x="4216520" y="928185"/>
                    <a:pt x="4246338" y="898113"/>
                  </a:cubicBezTo>
                  <a:cubicBezTo>
                    <a:pt x="4278555" y="865622"/>
                    <a:pt x="4269162" y="842771"/>
                    <a:pt x="4233379" y="821294"/>
                  </a:cubicBezTo>
                  <a:cubicBezTo>
                    <a:pt x="4199234" y="850064"/>
                    <a:pt x="4174441" y="884559"/>
                    <a:pt x="4144796" y="923655"/>
                  </a:cubicBezTo>
                  <a:moveTo>
                    <a:pt x="1248703" y="2856295"/>
                  </a:moveTo>
                  <a:cubicBezTo>
                    <a:pt x="1201977" y="2837644"/>
                    <a:pt x="1159162" y="2808473"/>
                    <a:pt x="1107543" y="2802816"/>
                  </a:cubicBezTo>
                  <a:cubicBezTo>
                    <a:pt x="1182009" y="2839879"/>
                    <a:pt x="1257764" y="2873906"/>
                    <a:pt x="1332543" y="2909958"/>
                  </a:cubicBezTo>
                  <a:cubicBezTo>
                    <a:pt x="1407753" y="2946217"/>
                    <a:pt x="1481992" y="2984490"/>
                    <a:pt x="1556656" y="3021881"/>
                  </a:cubicBezTo>
                  <a:cubicBezTo>
                    <a:pt x="1558079" y="3018989"/>
                    <a:pt x="1559503" y="3016098"/>
                    <a:pt x="1560926" y="3013207"/>
                  </a:cubicBezTo>
                  <a:cubicBezTo>
                    <a:pt x="1459053" y="2962001"/>
                    <a:pt x="1357179" y="2910795"/>
                    <a:pt x="1248703" y="2856295"/>
                  </a:cubicBezTo>
                  <a:moveTo>
                    <a:pt x="1011445" y="5623802"/>
                  </a:moveTo>
                  <a:cubicBezTo>
                    <a:pt x="1020944" y="5605776"/>
                    <a:pt x="1028645" y="5587008"/>
                    <a:pt x="1002504" y="5577152"/>
                  </a:cubicBezTo>
                  <a:cubicBezTo>
                    <a:pt x="990758" y="5572723"/>
                    <a:pt x="980147" y="5579432"/>
                    <a:pt x="978367" y="5593440"/>
                  </a:cubicBezTo>
                  <a:cubicBezTo>
                    <a:pt x="975820" y="5613480"/>
                    <a:pt x="979029" y="5629659"/>
                    <a:pt x="1011445" y="5623802"/>
                  </a:cubicBezTo>
                  <a:moveTo>
                    <a:pt x="1859633" y="5606255"/>
                  </a:moveTo>
                  <a:cubicBezTo>
                    <a:pt x="1860944" y="5618883"/>
                    <a:pt x="1859417" y="5634642"/>
                    <a:pt x="1878170" y="5634092"/>
                  </a:cubicBezTo>
                  <a:cubicBezTo>
                    <a:pt x="1889457" y="5633761"/>
                    <a:pt x="1894186" y="5623473"/>
                    <a:pt x="1893204" y="5612989"/>
                  </a:cubicBezTo>
                  <a:cubicBezTo>
                    <a:pt x="1891962" y="5599733"/>
                    <a:pt x="1899431" y="5580912"/>
                    <a:pt x="1878756" y="5577140"/>
                  </a:cubicBezTo>
                  <a:cubicBezTo>
                    <a:pt x="1863946" y="5574438"/>
                    <a:pt x="1860978" y="5587508"/>
                    <a:pt x="1859633" y="5606255"/>
                  </a:cubicBezTo>
                  <a:moveTo>
                    <a:pt x="1639761" y="5624238"/>
                  </a:moveTo>
                  <a:cubicBezTo>
                    <a:pt x="1661490" y="5642980"/>
                    <a:pt x="1667129" y="5628218"/>
                    <a:pt x="1668812" y="5609404"/>
                  </a:cubicBezTo>
                  <a:cubicBezTo>
                    <a:pt x="1669901" y="5597236"/>
                    <a:pt x="1672067" y="5578491"/>
                    <a:pt x="1655727" y="5578461"/>
                  </a:cubicBezTo>
                  <a:cubicBezTo>
                    <a:pt x="1627486" y="5578411"/>
                    <a:pt x="1638762" y="5602365"/>
                    <a:pt x="1639761" y="5624238"/>
                  </a:cubicBezTo>
                  <a:moveTo>
                    <a:pt x="1557604" y="5584708"/>
                  </a:moveTo>
                  <a:cubicBezTo>
                    <a:pt x="1536352" y="5567443"/>
                    <a:pt x="1528749" y="5580020"/>
                    <a:pt x="1528007" y="5599862"/>
                  </a:cubicBezTo>
                  <a:cubicBezTo>
                    <a:pt x="1527538" y="5612422"/>
                    <a:pt x="1520323" y="5634348"/>
                    <a:pt x="1543036" y="5632747"/>
                  </a:cubicBezTo>
                  <a:cubicBezTo>
                    <a:pt x="1570120" y="5630838"/>
                    <a:pt x="1558675" y="5606900"/>
                    <a:pt x="1557604" y="5584708"/>
                  </a:cubicBezTo>
                  <a:moveTo>
                    <a:pt x="1439383" y="5632228"/>
                  </a:moveTo>
                  <a:cubicBezTo>
                    <a:pt x="1450353" y="5628277"/>
                    <a:pt x="1452681" y="5619147"/>
                    <a:pt x="1452241" y="5609167"/>
                  </a:cubicBezTo>
                  <a:cubicBezTo>
                    <a:pt x="1451642" y="5595596"/>
                    <a:pt x="1456103" y="5576132"/>
                    <a:pt x="1434056" y="5577926"/>
                  </a:cubicBezTo>
                  <a:cubicBezTo>
                    <a:pt x="1416883" y="5579324"/>
                    <a:pt x="1420701" y="5596687"/>
                    <a:pt x="1420244" y="5608929"/>
                  </a:cubicBezTo>
                  <a:cubicBezTo>
                    <a:pt x="1419869" y="5618970"/>
                    <a:pt x="1422225" y="5627997"/>
                    <a:pt x="1439383" y="5632228"/>
                  </a:cubicBezTo>
                  <a:moveTo>
                    <a:pt x="1235235" y="5591763"/>
                  </a:moveTo>
                  <a:cubicBezTo>
                    <a:pt x="1226458" y="5572511"/>
                    <a:pt x="1214586" y="5570311"/>
                    <a:pt x="1204935" y="5589504"/>
                  </a:cubicBezTo>
                  <a:cubicBezTo>
                    <a:pt x="1199322" y="5600666"/>
                    <a:pt x="1197753" y="5618377"/>
                    <a:pt x="1212630" y="5623662"/>
                  </a:cubicBezTo>
                  <a:cubicBezTo>
                    <a:pt x="1234072" y="5631278"/>
                    <a:pt x="1235647" y="5613991"/>
                    <a:pt x="1235235" y="5591763"/>
                  </a:cubicBezTo>
                  <a:moveTo>
                    <a:pt x="1124286" y="5618437"/>
                  </a:moveTo>
                  <a:cubicBezTo>
                    <a:pt x="1127420" y="5602783"/>
                    <a:pt x="1135078" y="5584546"/>
                    <a:pt x="1112401" y="5578111"/>
                  </a:cubicBezTo>
                  <a:cubicBezTo>
                    <a:pt x="1100835" y="5574829"/>
                    <a:pt x="1094918" y="5585675"/>
                    <a:pt x="1095083" y="5596337"/>
                  </a:cubicBezTo>
                  <a:cubicBezTo>
                    <a:pt x="1095327" y="5612083"/>
                    <a:pt x="1091880" y="5632935"/>
                    <a:pt x="1124286" y="5618437"/>
                  </a:cubicBezTo>
                  <a:moveTo>
                    <a:pt x="1982398" y="5579743"/>
                  </a:moveTo>
                  <a:cubicBezTo>
                    <a:pt x="1958825" y="5598743"/>
                    <a:pt x="1969353" y="5614854"/>
                    <a:pt x="1982097" y="5638756"/>
                  </a:cubicBezTo>
                  <a:cubicBezTo>
                    <a:pt x="1999018" y="5614571"/>
                    <a:pt x="1997665" y="5598347"/>
                    <a:pt x="1982398" y="5579743"/>
                  </a:cubicBezTo>
                  <a:moveTo>
                    <a:pt x="2094214" y="5629344"/>
                  </a:moveTo>
                  <a:cubicBezTo>
                    <a:pt x="2102552" y="5611672"/>
                    <a:pt x="2107809" y="5594358"/>
                    <a:pt x="2084486" y="5573106"/>
                  </a:cubicBezTo>
                  <a:cubicBezTo>
                    <a:pt x="2077156" y="5597056"/>
                    <a:pt x="2066438" y="5614219"/>
                    <a:pt x="2094214" y="5629344"/>
                  </a:cubicBezTo>
                  <a:moveTo>
                    <a:pt x="1338885" y="5600790"/>
                  </a:moveTo>
                  <a:cubicBezTo>
                    <a:pt x="1338170" y="5590120"/>
                    <a:pt x="1339887" y="5571360"/>
                    <a:pt x="1324574" y="5577669"/>
                  </a:cubicBezTo>
                  <a:cubicBezTo>
                    <a:pt x="1298677" y="5588339"/>
                    <a:pt x="1308589" y="5609987"/>
                    <a:pt x="1315220" y="5628518"/>
                  </a:cubicBezTo>
                  <a:cubicBezTo>
                    <a:pt x="1334553" y="5630211"/>
                    <a:pt x="1335775" y="5618051"/>
                    <a:pt x="1338885" y="5600790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54" name="probe-bioicons-microscope-cartoon-part-2"/>
            <p:cNvSpPr/>
            <p:nvPr/>
          </p:nvSpPr>
          <p:spPr>
            <a:xfrm>
              <a:off x="6148404" y="2051696"/>
              <a:ext cx="169390" cy="191737"/>
            </a:xfrm>
            <a:custGeom>
              <a:avLst/>
              <a:gdLst/>
              <a:ahLst/>
              <a:cxnLst/>
              <a:rect l="0" t="0" r="r" b="b"/>
              <a:pathLst>
                <a:path w="169390" h="191737">
                  <a:moveTo>
                    <a:pt x="68622" y="165906"/>
                  </a:moveTo>
                  <a:cubicBezTo>
                    <a:pt x="84092" y="121334"/>
                    <a:pt x="43974" y="108053"/>
                    <a:pt x="26709" y="83299"/>
                  </a:cubicBezTo>
                  <a:cubicBezTo>
                    <a:pt x="14454" y="65728"/>
                    <a:pt x="-10994" y="52456"/>
                    <a:pt x="5271" y="25064"/>
                  </a:cubicBezTo>
                  <a:cubicBezTo>
                    <a:pt x="18449" y="2871"/>
                    <a:pt x="35939" y="-11630"/>
                    <a:pt x="59360" y="12449"/>
                  </a:cubicBezTo>
                  <a:cubicBezTo>
                    <a:pt x="93351" y="47394"/>
                    <a:pt x="126181" y="83488"/>
                    <a:pt x="158942" y="119603"/>
                  </a:cubicBezTo>
                  <a:cubicBezTo>
                    <a:pt x="171208" y="133124"/>
                    <a:pt x="173184" y="149831"/>
                    <a:pt x="162144" y="164446"/>
                  </a:cubicBezTo>
                  <a:cubicBezTo>
                    <a:pt x="145300" y="186745"/>
                    <a:pt x="123947" y="199988"/>
                    <a:pt x="91266" y="185978"/>
                  </a:cubicBezTo>
                  <a:cubicBezTo>
                    <a:pt x="82060" y="179516"/>
                    <a:pt x="76211" y="173974"/>
                    <a:pt x="68622" y="165906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55" name="probe-bioicons-microscope-cartoon-part-3"/>
            <p:cNvSpPr/>
            <p:nvPr/>
          </p:nvSpPr>
          <p:spPr>
            <a:xfrm>
              <a:off x="5234217" y="7011994"/>
              <a:ext cx="683069" cy="689388"/>
            </a:xfrm>
            <a:custGeom>
              <a:avLst/>
              <a:gdLst/>
              <a:ahLst/>
              <a:cxnLst/>
              <a:rect l="0" t="0" r="r" b="b"/>
              <a:pathLst>
                <a:path w="683069" h="689388">
                  <a:moveTo>
                    <a:pt x="98780" y="589458"/>
                  </a:moveTo>
                  <a:cubicBezTo>
                    <a:pt x="-71571" y="393466"/>
                    <a:pt x="-14326" y="114242"/>
                    <a:pt x="214629" y="25711"/>
                  </a:cubicBezTo>
                  <a:cubicBezTo>
                    <a:pt x="344695" y="-24581"/>
                    <a:pt x="466808" y="-644"/>
                    <a:pt x="570561" y="93576"/>
                  </a:cubicBezTo>
                  <a:cubicBezTo>
                    <a:pt x="680420" y="193343"/>
                    <a:pt x="706515" y="320248"/>
                    <a:pt x="663235" y="457099"/>
                  </a:cubicBezTo>
                  <a:cubicBezTo>
                    <a:pt x="623109" y="583979"/>
                    <a:pt x="531967" y="659491"/>
                    <a:pt x="397831" y="683226"/>
                  </a:cubicBezTo>
                  <a:cubicBezTo>
                    <a:pt x="281934" y="703734"/>
                    <a:pt x="184468" y="673190"/>
                    <a:pt x="98780" y="589458"/>
                  </a:cubicBezTo>
                  <a:moveTo>
                    <a:pt x="498492" y="265344"/>
                  </a:moveTo>
                  <a:cubicBezTo>
                    <a:pt x="490081" y="253317"/>
                    <a:pt x="482761" y="240320"/>
                    <a:pt x="473078" y="229423"/>
                  </a:cubicBezTo>
                  <a:cubicBezTo>
                    <a:pt x="419532" y="169166"/>
                    <a:pt x="331998" y="152377"/>
                    <a:pt x="257623" y="187376"/>
                  </a:cubicBezTo>
                  <a:cubicBezTo>
                    <a:pt x="197538" y="215650"/>
                    <a:pt x="150103" y="302282"/>
                    <a:pt x="162120" y="366730"/>
                  </a:cubicBezTo>
                  <a:cubicBezTo>
                    <a:pt x="176280" y="442679"/>
                    <a:pt x="222520" y="494426"/>
                    <a:pt x="295753" y="514908"/>
                  </a:cubicBezTo>
                  <a:cubicBezTo>
                    <a:pt x="364410" y="534108"/>
                    <a:pt x="431532" y="521926"/>
                    <a:pt x="479061" y="464510"/>
                  </a:cubicBezTo>
                  <a:cubicBezTo>
                    <a:pt x="526449" y="407265"/>
                    <a:pt x="534839" y="340936"/>
                    <a:pt x="498492" y="265344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56" name="probe-bioicons-microscope-cartoon-part-4"/>
            <p:cNvSpPr/>
            <p:nvPr/>
          </p:nvSpPr>
          <p:spPr>
            <a:xfrm>
              <a:off x="5258373" y="6532007"/>
              <a:ext cx="234688" cy="236321"/>
            </a:xfrm>
            <a:custGeom>
              <a:avLst/>
              <a:gdLst/>
              <a:ahLst/>
              <a:cxnLst/>
              <a:rect l="0" t="0" r="r" b="b"/>
              <a:pathLst>
                <a:path w="234688" h="236321">
                  <a:moveTo>
                    <a:pt x="137817" y="574"/>
                  </a:moveTo>
                  <a:cubicBezTo>
                    <a:pt x="208900" y="23896"/>
                    <a:pt x="232909" y="52061"/>
                    <a:pt x="234616" y="110159"/>
                  </a:cubicBezTo>
                  <a:cubicBezTo>
                    <a:pt x="236249" y="165759"/>
                    <a:pt x="210012" y="210453"/>
                    <a:pt x="165341" y="228028"/>
                  </a:cubicBezTo>
                  <a:cubicBezTo>
                    <a:pt x="114807" y="247910"/>
                    <a:pt x="72150" y="229920"/>
                    <a:pt x="35659" y="196615"/>
                  </a:cubicBezTo>
                  <a:cubicBezTo>
                    <a:pt x="-372" y="163730"/>
                    <a:pt x="-9490" y="120711"/>
                    <a:pt x="10094" y="76099"/>
                  </a:cubicBezTo>
                  <a:cubicBezTo>
                    <a:pt x="33169" y="23538"/>
                    <a:pt x="74330" y="-4435"/>
                    <a:pt x="137817" y="574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57" name="probe-bioicons-microscope-cartoon-part-5"/>
            <p:cNvSpPr/>
            <p:nvPr/>
          </p:nvSpPr>
          <p:spPr>
            <a:xfrm>
              <a:off x="6893514" y="8486515"/>
              <a:ext cx="549764" cy="154801"/>
            </a:xfrm>
            <a:custGeom>
              <a:avLst/>
              <a:gdLst/>
              <a:ahLst/>
              <a:cxnLst/>
              <a:rect l="0" t="0" r="r" b="b"/>
              <a:pathLst>
                <a:path w="549764" h="154801">
                  <a:moveTo>
                    <a:pt x="275893" y="64"/>
                  </a:moveTo>
                  <a:cubicBezTo>
                    <a:pt x="341313" y="-241"/>
                    <a:pt x="401790" y="-489"/>
                    <a:pt x="458852" y="25137"/>
                  </a:cubicBezTo>
                  <a:cubicBezTo>
                    <a:pt x="492689" y="40333"/>
                    <a:pt x="520378" y="62614"/>
                    <a:pt x="539813" y="94003"/>
                  </a:cubicBezTo>
                  <a:cubicBezTo>
                    <a:pt x="549463" y="109591"/>
                    <a:pt x="556524" y="128248"/>
                    <a:pt x="539208" y="143094"/>
                  </a:cubicBezTo>
                  <a:cubicBezTo>
                    <a:pt x="522517" y="157404"/>
                    <a:pt x="498764" y="159508"/>
                    <a:pt x="485190" y="144298"/>
                  </a:cubicBezTo>
                  <a:cubicBezTo>
                    <a:pt x="427837" y="80033"/>
                    <a:pt x="353295" y="80832"/>
                    <a:pt x="277020" y="82164"/>
                  </a:cubicBezTo>
                  <a:cubicBezTo>
                    <a:pt x="201780" y="83480"/>
                    <a:pt x="126495" y="82267"/>
                    <a:pt x="51229" y="81990"/>
                  </a:cubicBezTo>
                  <a:cubicBezTo>
                    <a:pt x="27402" y="81902"/>
                    <a:pt x="2017" y="80310"/>
                    <a:pt x="124" y="49444"/>
                  </a:cubicBezTo>
                  <a:cubicBezTo>
                    <a:pt x="-1897" y="16506"/>
                    <a:pt x="21011" y="2197"/>
                    <a:pt x="50215" y="1543"/>
                  </a:cubicBezTo>
                  <a:cubicBezTo>
                    <a:pt x="123804" y="-105"/>
                    <a:pt x="197442" y="427"/>
                    <a:pt x="275894" y="64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58" name="probe-bioicons-microscope-cartoon-part-6"/>
            <p:cNvSpPr/>
            <p:nvPr/>
          </p:nvSpPr>
          <p:spPr>
            <a:xfrm>
              <a:off x="6489857" y="8485602"/>
              <a:ext cx="285662" cy="82794"/>
            </a:xfrm>
            <a:custGeom>
              <a:avLst/>
              <a:gdLst/>
              <a:ahLst/>
              <a:cxnLst/>
              <a:rect l="0" t="0" r="r" b="b"/>
              <a:pathLst>
                <a:path w="285662" h="82794">
                  <a:moveTo>
                    <a:pt x="168295" y="0"/>
                  </a:moveTo>
                  <a:cubicBezTo>
                    <a:pt x="197409" y="823"/>
                    <a:pt x="222012" y="-171"/>
                    <a:pt x="246070" y="2989"/>
                  </a:cubicBezTo>
                  <a:cubicBezTo>
                    <a:pt x="269153" y="6019"/>
                    <a:pt x="286732" y="20783"/>
                    <a:pt x="285612" y="45173"/>
                  </a:cubicBezTo>
                  <a:cubicBezTo>
                    <a:pt x="284485" y="69727"/>
                    <a:pt x="265944" y="82225"/>
                    <a:pt x="242092" y="82431"/>
                  </a:cubicBezTo>
                  <a:cubicBezTo>
                    <a:pt x="175381" y="83008"/>
                    <a:pt x="108652" y="82933"/>
                    <a:pt x="41948" y="81946"/>
                  </a:cubicBezTo>
                  <a:cubicBezTo>
                    <a:pt x="20777" y="81632"/>
                    <a:pt x="3165" y="71752"/>
                    <a:pt x="365" y="48533"/>
                  </a:cubicBezTo>
                  <a:cubicBezTo>
                    <a:pt x="-2792" y="22355"/>
                    <a:pt x="14969" y="7252"/>
                    <a:pt x="37014" y="4969"/>
                  </a:cubicBezTo>
                  <a:cubicBezTo>
                    <a:pt x="78913" y="628"/>
                    <a:pt x="121339" y="1369"/>
                    <a:pt x="168295" y="0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59" name="probe-bioicons-microscope-cartoon-part-7"/>
            <p:cNvSpPr/>
            <p:nvPr/>
          </p:nvSpPr>
          <p:spPr>
            <a:xfrm>
              <a:off x="6392865" y="4290967"/>
              <a:ext cx="98312" cy="100611"/>
            </a:xfrm>
            <a:custGeom>
              <a:avLst/>
              <a:gdLst/>
              <a:ahLst/>
              <a:cxnLst/>
              <a:rect l="0" t="0" r="r" b="b"/>
              <a:pathLst>
                <a:path w="98312" h="100611">
                  <a:moveTo>
                    <a:pt x="19392" y="7526"/>
                  </a:moveTo>
                  <a:cubicBezTo>
                    <a:pt x="58236" y="-11448"/>
                    <a:pt x="78709" y="8062"/>
                    <a:pt x="92497" y="37039"/>
                  </a:cubicBezTo>
                  <a:cubicBezTo>
                    <a:pt x="106687" y="66864"/>
                    <a:pt x="93990" y="89171"/>
                    <a:pt x="64394" y="98005"/>
                  </a:cubicBezTo>
                  <a:cubicBezTo>
                    <a:pt x="31216" y="107907"/>
                    <a:pt x="11942" y="88480"/>
                    <a:pt x="2354" y="58586"/>
                  </a:cubicBezTo>
                  <a:cubicBezTo>
                    <a:pt x="-3643" y="39888"/>
                    <a:pt x="1740" y="23243"/>
                    <a:pt x="19392" y="7526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0" name="probe-bioicons-microscope-cartoon-part-8"/>
            <p:cNvSpPr/>
            <p:nvPr/>
          </p:nvSpPr>
          <p:spPr>
            <a:xfrm>
              <a:off x="6471343" y="6250087"/>
              <a:ext cx="98701" cy="101876"/>
            </a:xfrm>
            <a:custGeom>
              <a:avLst/>
              <a:gdLst/>
              <a:ahLst/>
              <a:cxnLst/>
              <a:rect l="0" t="0" r="r" b="b"/>
              <a:pathLst>
                <a:path w="98701" h="101876">
                  <a:moveTo>
                    <a:pt x="80580" y="75194"/>
                  </a:moveTo>
                  <a:cubicBezTo>
                    <a:pt x="57052" y="101609"/>
                    <a:pt x="32141" y="114885"/>
                    <a:pt x="9227" y="84096"/>
                  </a:cubicBezTo>
                  <a:cubicBezTo>
                    <a:pt x="-11461" y="56300"/>
                    <a:pt x="6159" y="30570"/>
                    <a:pt x="27534" y="11635"/>
                  </a:cubicBezTo>
                  <a:cubicBezTo>
                    <a:pt x="44982" y="-3821"/>
                    <a:pt x="67948" y="-4166"/>
                    <a:pt x="85478" y="12329"/>
                  </a:cubicBezTo>
                  <a:cubicBezTo>
                    <a:pt x="106073" y="31708"/>
                    <a:pt x="101204" y="53065"/>
                    <a:pt x="80580" y="75194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1" name="probe-bioicons-microscope-cartoon-part-9"/>
            <p:cNvSpPr/>
            <p:nvPr/>
          </p:nvSpPr>
          <p:spPr>
            <a:xfrm>
              <a:off x="6413505" y="6370678"/>
              <a:ext cx="90952" cy="100848"/>
            </a:xfrm>
            <a:custGeom>
              <a:avLst/>
              <a:gdLst/>
              <a:ahLst/>
              <a:cxnLst/>
              <a:rect l="0" t="0" r="r" b="b"/>
              <a:pathLst>
                <a:path w="90952" h="100848">
                  <a:moveTo>
                    <a:pt x="64815" y="88001"/>
                  </a:moveTo>
                  <a:cubicBezTo>
                    <a:pt x="41333" y="106372"/>
                    <a:pt x="22119" y="105461"/>
                    <a:pt x="8335" y="82550"/>
                  </a:cubicBezTo>
                  <a:cubicBezTo>
                    <a:pt x="-7385" y="56419"/>
                    <a:pt x="561" y="31501"/>
                    <a:pt x="20246" y="11586"/>
                  </a:cubicBezTo>
                  <a:cubicBezTo>
                    <a:pt x="36048" y="-4402"/>
                    <a:pt x="56286" y="-2885"/>
                    <a:pt x="73699" y="10278"/>
                  </a:cubicBezTo>
                  <a:cubicBezTo>
                    <a:pt x="96407" y="27443"/>
                    <a:pt x="94774" y="48654"/>
                    <a:pt x="79947" y="70360"/>
                  </a:cubicBezTo>
                  <a:cubicBezTo>
                    <a:pt x="76293" y="75709"/>
                    <a:pt x="71778" y="80470"/>
                    <a:pt x="64815" y="88001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2" name="probe-bioicons-microscope-cartoon-part-10"/>
            <p:cNvSpPr/>
            <p:nvPr/>
          </p:nvSpPr>
          <p:spPr>
            <a:xfrm>
              <a:off x="6695126" y="5473089"/>
              <a:ext cx="91156" cy="94419"/>
            </a:xfrm>
            <a:custGeom>
              <a:avLst/>
              <a:gdLst/>
              <a:ahLst/>
              <a:cxnLst/>
              <a:rect l="0" t="0" r="r" b="b"/>
              <a:pathLst>
                <a:path w="91156" h="94419">
                  <a:moveTo>
                    <a:pt x="14789" y="10811"/>
                  </a:moveTo>
                  <a:cubicBezTo>
                    <a:pt x="44733" y="-7614"/>
                    <a:pt x="67269" y="-1996"/>
                    <a:pt x="84014" y="23912"/>
                  </a:cubicBezTo>
                  <a:cubicBezTo>
                    <a:pt x="96282" y="42893"/>
                    <a:pt x="91997" y="61703"/>
                    <a:pt x="76864" y="76747"/>
                  </a:cubicBezTo>
                  <a:cubicBezTo>
                    <a:pt x="61106" y="92410"/>
                    <a:pt x="42317" y="102704"/>
                    <a:pt x="21264" y="85477"/>
                  </a:cubicBezTo>
                  <a:cubicBezTo>
                    <a:pt x="-4019" y="64788"/>
                    <a:pt x="-7481" y="40334"/>
                    <a:pt x="14789" y="10811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3" name="probe-bioicons-microscope-cartoon-part-11"/>
            <p:cNvSpPr/>
            <p:nvPr/>
          </p:nvSpPr>
          <p:spPr>
            <a:xfrm>
              <a:off x="6528669" y="6127923"/>
              <a:ext cx="94383" cy="92791"/>
            </a:xfrm>
            <a:custGeom>
              <a:avLst/>
              <a:gdLst/>
              <a:ahLst/>
              <a:cxnLst/>
              <a:rect l="0" t="0" r="r" b="b"/>
              <a:pathLst>
                <a:path w="94383" h="92791">
                  <a:moveTo>
                    <a:pt x="34672" y="977"/>
                  </a:moveTo>
                  <a:cubicBezTo>
                    <a:pt x="68822" y="-3588"/>
                    <a:pt x="90315" y="7607"/>
                    <a:pt x="94019" y="39570"/>
                  </a:cubicBezTo>
                  <a:cubicBezTo>
                    <a:pt x="96759" y="63208"/>
                    <a:pt x="83836" y="81115"/>
                    <a:pt x="61699" y="88649"/>
                  </a:cubicBezTo>
                  <a:cubicBezTo>
                    <a:pt x="40603" y="95829"/>
                    <a:pt x="17579" y="95554"/>
                    <a:pt x="6088" y="72470"/>
                  </a:cubicBezTo>
                  <a:cubicBezTo>
                    <a:pt x="-8950" y="42255"/>
                    <a:pt x="5108" y="19481"/>
                    <a:pt x="34672" y="977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4" name="probe-bioicons-microscope-cartoon-part-12"/>
            <p:cNvSpPr/>
            <p:nvPr/>
          </p:nvSpPr>
          <p:spPr>
            <a:xfrm>
              <a:off x="6619072" y="5870087"/>
              <a:ext cx="90602" cy="94252"/>
            </a:xfrm>
            <a:custGeom>
              <a:avLst/>
              <a:gdLst/>
              <a:ahLst/>
              <a:cxnLst/>
              <a:rect l="0" t="0" r="r" b="b"/>
              <a:pathLst>
                <a:path w="90602" h="94252">
                  <a:moveTo>
                    <a:pt x="90602" y="42228"/>
                  </a:moveTo>
                  <a:cubicBezTo>
                    <a:pt x="86969" y="73768"/>
                    <a:pt x="72889" y="91448"/>
                    <a:pt x="44081" y="94026"/>
                  </a:cubicBezTo>
                  <a:cubicBezTo>
                    <a:pt x="28478" y="95421"/>
                    <a:pt x="15356" y="90463"/>
                    <a:pt x="6746" y="76110"/>
                  </a:cubicBezTo>
                  <a:cubicBezTo>
                    <a:pt x="-4983" y="56559"/>
                    <a:pt x="-38" y="37756"/>
                    <a:pt x="11047" y="20899"/>
                  </a:cubicBezTo>
                  <a:cubicBezTo>
                    <a:pt x="33487" y="-13221"/>
                    <a:pt x="69075" y="-5183"/>
                    <a:pt x="90602" y="42228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5" name="probe-bioicons-microscope-cartoon-part-13"/>
            <p:cNvSpPr/>
            <p:nvPr/>
          </p:nvSpPr>
          <p:spPr>
            <a:xfrm>
              <a:off x="6581838" y="6000919"/>
              <a:ext cx="89230" cy="92795"/>
            </a:xfrm>
            <a:custGeom>
              <a:avLst/>
              <a:gdLst/>
              <a:ahLst/>
              <a:cxnLst/>
              <a:rect l="0" t="0" r="r" b="b"/>
              <a:pathLst>
                <a:path w="89230" h="92795">
                  <a:moveTo>
                    <a:pt x="63118" y="1590"/>
                  </a:moveTo>
                  <a:cubicBezTo>
                    <a:pt x="79863" y="11674"/>
                    <a:pt x="89449" y="22642"/>
                    <a:pt x="89226" y="38945"/>
                  </a:cubicBezTo>
                  <a:cubicBezTo>
                    <a:pt x="88814" y="69099"/>
                    <a:pt x="74798" y="89265"/>
                    <a:pt x="43588" y="92437"/>
                  </a:cubicBezTo>
                  <a:cubicBezTo>
                    <a:pt x="19306" y="94906"/>
                    <a:pt x="-1394" y="84720"/>
                    <a:pt x="74" y="58269"/>
                  </a:cubicBezTo>
                  <a:cubicBezTo>
                    <a:pt x="2000" y="23585"/>
                    <a:pt x="13459" y="-7465"/>
                    <a:pt x="63118" y="1590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6" name="probe-bioicons-microscope-cartoon-part-14"/>
            <p:cNvSpPr/>
            <p:nvPr/>
          </p:nvSpPr>
          <p:spPr>
            <a:xfrm>
              <a:off x="6676227" y="5606418"/>
              <a:ext cx="93467" cy="92719"/>
            </a:xfrm>
            <a:custGeom>
              <a:avLst/>
              <a:gdLst/>
              <a:ahLst/>
              <a:cxnLst/>
              <a:rect l="0" t="0" r="r" b="b"/>
              <a:pathLst>
                <a:path w="93467" h="92719">
                  <a:moveTo>
                    <a:pt x="72561" y="8171"/>
                  </a:moveTo>
                  <a:cubicBezTo>
                    <a:pt x="96725" y="32483"/>
                    <a:pt x="101614" y="55911"/>
                    <a:pt x="78362" y="78638"/>
                  </a:cubicBezTo>
                  <a:cubicBezTo>
                    <a:pt x="61485" y="95132"/>
                    <a:pt x="40573" y="97318"/>
                    <a:pt x="20464" y="84231"/>
                  </a:cubicBezTo>
                  <a:cubicBezTo>
                    <a:pt x="-208" y="70777"/>
                    <a:pt x="-5229" y="50655"/>
                    <a:pt x="5449" y="29032"/>
                  </a:cubicBezTo>
                  <a:cubicBezTo>
                    <a:pt x="18809" y="1975"/>
                    <a:pt x="39905" y="-8850"/>
                    <a:pt x="72561" y="8171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7" name="probe-bioicons-microscope-cartoon-part-15"/>
            <p:cNvSpPr/>
            <p:nvPr/>
          </p:nvSpPr>
          <p:spPr>
            <a:xfrm>
              <a:off x="6655981" y="5743449"/>
              <a:ext cx="93923" cy="90610"/>
            </a:xfrm>
            <a:custGeom>
              <a:avLst/>
              <a:gdLst/>
              <a:ahLst/>
              <a:cxnLst/>
              <a:rect l="0" t="0" r="r" b="b"/>
              <a:pathLst>
                <a:path w="93923" h="90610">
                  <a:moveTo>
                    <a:pt x="58448" y="89708"/>
                  </a:moveTo>
                  <a:cubicBezTo>
                    <a:pt x="28314" y="93956"/>
                    <a:pt x="9908" y="83166"/>
                    <a:pt x="1921" y="57996"/>
                  </a:cubicBezTo>
                  <a:cubicBezTo>
                    <a:pt x="-3536" y="40801"/>
                    <a:pt x="3045" y="25402"/>
                    <a:pt x="16455" y="14170"/>
                  </a:cubicBezTo>
                  <a:cubicBezTo>
                    <a:pt x="38464" y="-4266"/>
                    <a:pt x="62581" y="-6084"/>
                    <a:pt x="81207" y="16895"/>
                  </a:cubicBezTo>
                  <a:cubicBezTo>
                    <a:pt x="105757" y="47183"/>
                    <a:pt x="92922" y="71029"/>
                    <a:pt x="58448" y="89708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8" name="probe-bioicons-microscope-cartoon-part-16"/>
            <p:cNvSpPr/>
            <p:nvPr/>
          </p:nvSpPr>
          <p:spPr>
            <a:xfrm>
              <a:off x="4766184" y="2911726"/>
              <a:ext cx="141446" cy="144625"/>
            </a:xfrm>
            <a:custGeom>
              <a:avLst/>
              <a:gdLst/>
              <a:ahLst/>
              <a:cxnLst/>
              <a:rect l="0" t="0" r="r" b="b"/>
              <a:pathLst>
                <a:path w="141446" h="144625">
                  <a:moveTo>
                    <a:pt x="6866" y="34022"/>
                  </a:moveTo>
                  <a:cubicBezTo>
                    <a:pt x="36214" y="-9855"/>
                    <a:pt x="71814" y="-6392"/>
                    <a:pt x="106771" y="16850"/>
                  </a:cubicBezTo>
                  <a:cubicBezTo>
                    <a:pt x="138797" y="38144"/>
                    <a:pt x="150467" y="70497"/>
                    <a:pt x="134030" y="106939"/>
                  </a:cubicBezTo>
                  <a:cubicBezTo>
                    <a:pt x="117881" y="142743"/>
                    <a:pt x="85661" y="150592"/>
                    <a:pt x="51193" y="140667"/>
                  </a:cubicBezTo>
                  <a:cubicBezTo>
                    <a:pt x="10313" y="128896"/>
                    <a:pt x="-3493" y="97138"/>
                    <a:pt x="727" y="56554"/>
                  </a:cubicBezTo>
                  <a:cubicBezTo>
                    <a:pt x="1397" y="50106"/>
                    <a:pt x="3693" y="43828"/>
                    <a:pt x="6866" y="34022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69" name="probe-bioicons-microscope-cartoon-part-17"/>
            <p:cNvSpPr/>
            <p:nvPr/>
          </p:nvSpPr>
          <p:spPr>
            <a:xfrm>
              <a:off x="5372884" y="3373392"/>
              <a:ext cx="426667" cy="423136"/>
            </a:xfrm>
            <a:custGeom>
              <a:avLst/>
              <a:gdLst/>
              <a:ahLst/>
              <a:cxnLst/>
              <a:rect l="0" t="0" r="r" b="b"/>
              <a:pathLst>
                <a:path w="426667" h="423136">
                  <a:moveTo>
                    <a:pt x="222931" y="0"/>
                  </a:moveTo>
                  <a:cubicBezTo>
                    <a:pt x="333882" y="15284"/>
                    <a:pt x="402274" y="77627"/>
                    <a:pt x="422937" y="178426"/>
                  </a:cubicBezTo>
                  <a:cubicBezTo>
                    <a:pt x="438986" y="256720"/>
                    <a:pt x="402259" y="340235"/>
                    <a:pt x="331787" y="385696"/>
                  </a:cubicBezTo>
                  <a:cubicBezTo>
                    <a:pt x="251442" y="437525"/>
                    <a:pt x="157466" y="435421"/>
                    <a:pt x="83621" y="380140"/>
                  </a:cubicBezTo>
                  <a:cubicBezTo>
                    <a:pt x="12571" y="326951"/>
                    <a:pt x="-17540" y="231538"/>
                    <a:pt x="10253" y="147666"/>
                  </a:cubicBezTo>
                  <a:cubicBezTo>
                    <a:pt x="41257" y="54108"/>
                    <a:pt x="115110" y="1728"/>
                    <a:pt x="222931" y="0"/>
                  </a:cubicBezTo>
                  <a:moveTo>
                    <a:pt x="173542" y="173164"/>
                  </a:moveTo>
                  <a:cubicBezTo>
                    <a:pt x="152952" y="203627"/>
                    <a:pt x="155121" y="232218"/>
                    <a:pt x="184008" y="255320"/>
                  </a:cubicBezTo>
                  <a:cubicBezTo>
                    <a:pt x="205678" y="272649"/>
                    <a:pt x="227683" y="265898"/>
                    <a:pt x="244967" y="246897"/>
                  </a:cubicBezTo>
                  <a:cubicBezTo>
                    <a:pt x="264863" y="225025"/>
                    <a:pt x="267988" y="199480"/>
                    <a:pt x="249823" y="175496"/>
                  </a:cubicBezTo>
                  <a:cubicBezTo>
                    <a:pt x="229740" y="148980"/>
                    <a:pt x="204841" y="145068"/>
                    <a:pt x="173542" y="173164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70" name="probe-bioicons-microscope-cartoon-part-18"/>
            <p:cNvSpPr/>
            <p:nvPr/>
          </p:nvSpPr>
          <p:spPr>
            <a:xfrm>
              <a:off x="4182177" y="6323706"/>
              <a:ext cx="142417" cy="81966"/>
            </a:xfrm>
            <a:custGeom>
              <a:avLst/>
              <a:gdLst/>
              <a:ahLst/>
              <a:cxnLst/>
              <a:rect l="0" t="0" r="r" b="b"/>
              <a:pathLst>
                <a:path w="142417" h="81966">
                  <a:moveTo>
                    <a:pt x="103077" y="81541"/>
                  </a:moveTo>
                  <a:cubicBezTo>
                    <a:pt x="77673" y="81706"/>
                    <a:pt x="56295" y="82766"/>
                    <a:pt x="35211" y="80748"/>
                  </a:cubicBezTo>
                  <a:cubicBezTo>
                    <a:pt x="15047" y="78818"/>
                    <a:pt x="1897" y="65399"/>
                    <a:pt x="165" y="45504"/>
                  </a:cubicBezTo>
                  <a:cubicBezTo>
                    <a:pt x="-1626" y="24926"/>
                    <a:pt x="11318" y="12451"/>
                    <a:pt x="30279" y="6017"/>
                  </a:cubicBezTo>
                  <a:cubicBezTo>
                    <a:pt x="52596" y="-1556"/>
                    <a:pt x="75628" y="-877"/>
                    <a:pt x="98311" y="2069"/>
                  </a:cubicBezTo>
                  <a:cubicBezTo>
                    <a:pt x="118694" y="4717"/>
                    <a:pt x="136979" y="13711"/>
                    <a:pt x="141436" y="36167"/>
                  </a:cubicBezTo>
                  <a:cubicBezTo>
                    <a:pt x="146709" y="62734"/>
                    <a:pt x="130269" y="74942"/>
                    <a:pt x="103077" y="81541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71" name="probe-bioicons-microscope-cartoon-part-19"/>
            <p:cNvSpPr/>
            <p:nvPr/>
          </p:nvSpPr>
          <p:spPr>
            <a:xfrm>
              <a:off x="3943837" y="6322783"/>
              <a:ext cx="118785" cy="84949"/>
            </a:xfrm>
            <a:custGeom>
              <a:avLst/>
              <a:gdLst/>
              <a:ahLst/>
              <a:cxnLst/>
              <a:rect l="0" t="0" r="r" b="b"/>
              <a:pathLst>
                <a:path w="118785" h="84949">
                  <a:moveTo>
                    <a:pt x="27168" y="80737"/>
                  </a:moveTo>
                  <a:cubicBezTo>
                    <a:pt x="2840" y="65931"/>
                    <a:pt x="-6406" y="47844"/>
                    <a:pt x="4588" y="24845"/>
                  </a:cubicBezTo>
                  <a:cubicBezTo>
                    <a:pt x="16497" y="-67"/>
                    <a:pt x="40479" y="-71"/>
                    <a:pt x="63940" y="8"/>
                  </a:cubicBezTo>
                  <a:cubicBezTo>
                    <a:pt x="87151" y="87"/>
                    <a:pt x="106179" y="7635"/>
                    <a:pt x="115366" y="30213"/>
                  </a:cubicBezTo>
                  <a:cubicBezTo>
                    <a:pt x="125937" y="56194"/>
                    <a:pt x="110529" y="71117"/>
                    <a:pt x="89288" y="79918"/>
                  </a:cubicBezTo>
                  <a:cubicBezTo>
                    <a:pt x="70834" y="87565"/>
                    <a:pt x="50683" y="85377"/>
                    <a:pt x="27168" y="80737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  <p:sp>
          <p:nvSpPr>
            <p:cNvPr id="72" name="probe-bioicons-microscope-cartoon-part-20"/>
            <p:cNvSpPr/>
            <p:nvPr/>
          </p:nvSpPr>
          <p:spPr>
            <a:xfrm>
              <a:off x="5468570" y="7251966"/>
              <a:ext cx="207980" cy="210262"/>
            </a:xfrm>
            <a:custGeom>
              <a:avLst/>
              <a:gdLst/>
              <a:ahLst/>
              <a:cxnLst/>
              <a:rect l="0" t="0" r="r" b="b"/>
              <a:pathLst>
                <a:path w="207980" h="210262">
                  <a:moveTo>
                    <a:pt x="206415" y="77809"/>
                  </a:moveTo>
                  <a:cubicBezTo>
                    <a:pt x="215575" y="147966"/>
                    <a:pt x="184083" y="195520"/>
                    <a:pt x="123780" y="207818"/>
                  </a:cubicBezTo>
                  <a:cubicBezTo>
                    <a:pt x="67788" y="219236"/>
                    <a:pt x="19157" y="189913"/>
                    <a:pt x="3495" y="135290"/>
                  </a:cubicBezTo>
                  <a:cubicBezTo>
                    <a:pt x="-10688" y="85823"/>
                    <a:pt x="19797" y="25067"/>
                    <a:pt x="67719" y="7291"/>
                  </a:cubicBezTo>
                  <a:cubicBezTo>
                    <a:pt x="124059" y="-13608"/>
                    <a:pt x="173665" y="10579"/>
                    <a:pt x="206415" y="77809"/>
                  </a:cubicBezTo>
                  <a:close/>
                </a:path>
              </a:pathLst>
            </a:custGeom>
            <a:solidFill>
              <a:srgbClr val="000000"/>
            </a:solidFill>
            <a:ln w="987" cap="flat">
              <a:noFill/>
              <a:prstDash val="solid"/>
              <a:miter/>
            </a:ln>
          </p:spPr>
        </p:sp>
      </p:grpSp>
      <p:grpSp>
        <p:nvGrpSpPr>
          <p:cNvPr id="73" name="probe-bioicons-round-bottomed-flask-cartoon" descr="round-bottomed-flask-cartoon — Derek-Croote; Bioicons upstream metadata declares CC0-1.0. Source: https://github.com/duerrsimon/bioicons/blob/d29e766ea7580b8063c4f47b29e872db40a4d979/static/icons/cc-0/Lab_apparatus/Derek-Croote/round-bottomed-flask-cartoon.svg; SVG SHA256: ab3497866edec68f0354b87736dc339808759fe0167b21abb1fad5bce17d92e2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0240000" cy="10240000"/>
          </a:xfrm>
        </p:grpSpPr>
        <p:sp>
          <p:nvSpPr>
            <p:cNvPr id="74" name="probe-bioicons-round-bottomed-flask-cartoon-part-1"/>
            <p:cNvSpPr/>
            <p:nvPr/>
          </p:nvSpPr>
          <p:spPr>
            <a:xfrm>
              <a:off x="2639569" y="1725092"/>
              <a:ext cx="4896381" cy="6830539"/>
            </a:xfrm>
            <a:custGeom>
              <a:avLst/>
              <a:gdLst/>
              <a:ahLst/>
              <a:cxnLst/>
              <a:rect l="0" t="0" r="r" b="b"/>
              <a:pathLst>
                <a:path w="4896381" h="6830539">
                  <a:moveTo>
                    <a:pt x="2187383" y="2329"/>
                  </a:moveTo>
                  <a:cubicBezTo>
                    <a:pt x="2408487" y="2464"/>
                    <a:pt x="2625147" y="-6983"/>
                    <a:pt x="2841395" y="11240"/>
                  </a:cubicBezTo>
                  <a:cubicBezTo>
                    <a:pt x="2963982" y="21571"/>
                    <a:pt x="3087334" y="27527"/>
                    <a:pt x="3207872" y="53220"/>
                  </a:cubicBezTo>
                  <a:cubicBezTo>
                    <a:pt x="3304315" y="73778"/>
                    <a:pt x="3347005" y="177850"/>
                    <a:pt x="3294842" y="254973"/>
                  </a:cubicBezTo>
                  <a:cubicBezTo>
                    <a:pt x="3269609" y="292279"/>
                    <a:pt x="3233695" y="313348"/>
                    <a:pt x="3189101" y="310551"/>
                  </a:cubicBezTo>
                  <a:cubicBezTo>
                    <a:pt x="3056288" y="302219"/>
                    <a:pt x="2923777" y="287820"/>
                    <a:pt x="2790879" y="282400"/>
                  </a:cubicBezTo>
                  <a:cubicBezTo>
                    <a:pt x="2636151" y="276090"/>
                    <a:pt x="2481144" y="275515"/>
                    <a:pt x="2326246" y="274681"/>
                  </a:cubicBezTo>
                  <a:cubicBezTo>
                    <a:pt x="2006722" y="272960"/>
                    <a:pt x="1691761" y="311038"/>
                    <a:pt x="1381785" y="388644"/>
                  </a:cubicBezTo>
                  <a:cubicBezTo>
                    <a:pt x="1282968" y="413383"/>
                    <a:pt x="1186568" y="445160"/>
                    <a:pt x="1100150" y="501425"/>
                  </a:cubicBezTo>
                  <a:cubicBezTo>
                    <a:pt x="1023770" y="551155"/>
                    <a:pt x="1022986" y="615978"/>
                    <a:pt x="1099817" y="667218"/>
                  </a:cubicBezTo>
                  <a:cubicBezTo>
                    <a:pt x="1134405" y="690286"/>
                    <a:pt x="1171482" y="709615"/>
                    <a:pt x="1207377" y="730732"/>
                  </a:cubicBezTo>
                  <a:cubicBezTo>
                    <a:pt x="1257482" y="760210"/>
                    <a:pt x="1283035" y="803224"/>
                    <a:pt x="1282974" y="862210"/>
                  </a:cubicBezTo>
                  <a:cubicBezTo>
                    <a:pt x="1282393" y="1422201"/>
                    <a:pt x="1282194" y="1982194"/>
                    <a:pt x="1281899" y="2542185"/>
                  </a:cubicBezTo>
                  <a:cubicBezTo>
                    <a:pt x="1281879" y="2579609"/>
                    <a:pt x="1271469" y="2613422"/>
                    <a:pt x="1253560" y="2646725"/>
                  </a:cubicBezTo>
                  <a:cubicBezTo>
                    <a:pt x="989284" y="3138154"/>
                    <a:pt x="724805" y="3629478"/>
                    <a:pt x="462558" y="4121990"/>
                  </a:cubicBezTo>
                  <a:cubicBezTo>
                    <a:pt x="345249" y="4342302"/>
                    <a:pt x="273129" y="4575268"/>
                    <a:pt x="272484" y="4828375"/>
                  </a:cubicBezTo>
                  <a:cubicBezTo>
                    <a:pt x="271813" y="5091640"/>
                    <a:pt x="343115" y="5335083"/>
                    <a:pt x="468456" y="5563108"/>
                  </a:cubicBezTo>
                  <a:cubicBezTo>
                    <a:pt x="741290" y="6059459"/>
                    <a:pt x="1175387" y="6337297"/>
                    <a:pt x="1713301" y="6471857"/>
                  </a:cubicBezTo>
                  <a:cubicBezTo>
                    <a:pt x="2014956" y="6547317"/>
                    <a:pt x="2322285" y="6567246"/>
                    <a:pt x="2630773" y="6549179"/>
                  </a:cubicBezTo>
                  <a:cubicBezTo>
                    <a:pt x="2962827" y="6529732"/>
                    <a:pt x="3288469" y="6472401"/>
                    <a:pt x="3591851" y="6325205"/>
                  </a:cubicBezTo>
                  <a:cubicBezTo>
                    <a:pt x="3993290" y="6130432"/>
                    <a:pt x="4308321" y="5846421"/>
                    <a:pt x="4493058" y="5434188"/>
                  </a:cubicBezTo>
                  <a:cubicBezTo>
                    <a:pt x="4585861" y="5227102"/>
                    <a:pt x="4636061" y="5007752"/>
                    <a:pt x="4626179" y="4779129"/>
                  </a:cubicBezTo>
                  <a:cubicBezTo>
                    <a:pt x="4617049" y="4567935"/>
                    <a:pt x="4556658" y="4367794"/>
                    <a:pt x="4459268" y="4182224"/>
                  </a:cubicBezTo>
                  <a:cubicBezTo>
                    <a:pt x="4249498" y="3782524"/>
                    <a:pt x="4031039" y="3387394"/>
                    <a:pt x="3818854" y="2988947"/>
                  </a:cubicBezTo>
                  <a:cubicBezTo>
                    <a:pt x="3750857" y="2861262"/>
                    <a:pt x="3669570" y="2740248"/>
                    <a:pt x="3619910" y="2603005"/>
                  </a:cubicBezTo>
                  <a:cubicBezTo>
                    <a:pt x="3612436" y="2582350"/>
                    <a:pt x="3608266" y="2562099"/>
                    <a:pt x="3608297" y="2539898"/>
                  </a:cubicBezTo>
                  <a:cubicBezTo>
                    <a:pt x="3608962" y="2058240"/>
                    <a:pt x="3609111" y="1576581"/>
                    <a:pt x="3609254" y="1094922"/>
                  </a:cubicBezTo>
                  <a:cubicBezTo>
                    <a:pt x="3609275" y="1024538"/>
                    <a:pt x="3608687" y="1022965"/>
                    <a:pt x="3540672" y="1037830"/>
                  </a:cubicBezTo>
                  <a:cubicBezTo>
                    <a:pt x="3116783" y="1130474"/>
                    <a:pt x="2687099" y="1156354"/>
                    <a:pt x="2254842" y="1145854"/>
                  </a:cubicBezTo>
                  <a:cubicBezTo>
                    <a:pt x="2080320" y="1141615"/>
                    <a:pt x="1905596" y="1131846"/>
                    <a:pt x="1732433" y="1106719"/>
                  </a:cubicBezTo>
                  <a:cubicBezTo>
                    <a:pt x="1684516" y="1099766"/>
                    <a:pt x="1672675" y="1117787"/>
                    <a:pt x="1672825" y="1163704"/>
                  </a:cubicBezTo>
                  <a:cubicBezTo>
                    <a:pt x="1674316" y="1620361"/>
                    <a:pt x="1673386" y="2077025"/>
                    <a:pt x="1674432" y="2533684"/>
                  </a:cubicBezTo>
                  <a:cubicBezTo>
                    <a:pt x="1674594" y="2604516"/>
                    <a:pt x="1652480" y="2668422"/>
                    <a:pt x="1621113" y="2728990"/>
                  </a:cubicBezTo>
                  <a:cubicBezTo>
                    <a:pt x="1586573" y="2795681"/>
                    <a:pt x="1519850" y="2819229"/>
                    <a:pt x="1456851" y="2793657"/>
                  </a:cubicBezTo>
                  <a:cubicBezTo>
                    <a:pt x="1398245" y="2769868"/>
                    <a:pt x="1354746" y="2688786"/>
                    <a:pt x="1380772" y="2627083"/>
                  </a:cubicBezTo>
                  <a:cubicBezTo>
                    <a:pt x="1413437" y="2549644"/>
                    <a:pt x="1408996" y="2471174"/>
                    <a:pt x="1409673" y="2391748"/>
                  </a:cubicBezTo>
                  <a:cubicBezTo>
                    <a:pt x="1412200" y="2095141"/>
                    <a:pt x="1411010" y="1798523"/>
                    <a:pt x="1414080" y="1501896"/>
                  </a:cubicBezTo>
                  <a:cubicBezTo>
                    <a:pt x="1415855" y="1330460"/>
                    <a:pt x="1411793" y="1158697"/>
                    <a:pt x="1411249" y="987082"/>
                  </a:cubicBezTo>
                  <a:cubicBezTo>
                    <a:pt x="1410712" y="817272"/>
                    <a:pt x="1431035" y="799976"/>
                    <a:pt x="1599956" y="820384"/>
                  </a:cubicBezTo>
                  <a:cubicBezTo>
                    <a:pt x="1818152" y="846745"/>
                    <a:pt x="2037219" y="858385"/>
                    <a:pt x="2256816" y="867325"/>
                  </a:cubicBezTo>
                  <a:cubicBezTo>
                    <a:pt x="2501846" y="877301"/>
                    <a:pt x="2746164" y="869034"/>
                    <a:pt x="2989654" y="848246"/>
                  </a:cubicBezTo>
                  <a:cubicBezTo>
                    <a:pt x="3233114" y="827461"/>
                    <a:pt x="3476028" y="796286"/>
                    <a:pt x="3708191" y="712444"/>
                  </a:cubicBezTo>
                  <a:cubicBezTo>
                    <a:pt x="3744318" y="699398"/>
                    <a:pt x="3779537" y="683708"/>
                    <a:pt x="3809217" y="658762"/>
                  </a:cubicBezTo>
                  <a:cubicBezTo>
                    <a:pt x="3860543" y="615622"/>
                    <a:pt x="3860025" y="566696"/>
                    <a:pt x="3807790" y="525189"/>
                  </a:cubicBezTo>
                  <a:cubicBezTo>
                    <a:pt x="3784868" y="506974"/>
                    <a:pt x="3762365" y="486758"/>
                    <a:pt x="3724161" y="480932"/>
                  </a:cubicBezTo>
                  <a:cubicBezTo>
                    <a:pt x="3735859" y="569653"/>
                    <a:pt x="3673099" y="587299"/>
                    <a:pt x="3611874" y="610014"/>
                  </a:cubicBezTo>
                  <a:cubicBezTo>
                    <a:pt x="3527273" y="641403"/>
                    <a:pt x="3439710" y="661714"/>
                    <a:pt x="3352693" y="683753"/>
                  </a:cubicBezTo>
                  <a:cubicBezTo>
                    <a:pt x="3312731" y="693874"/>
                    <a:pt x="3268947" y="698778"/>
                    <a:pt x="3231697" y="672751"/>
                  </a:cubicBezTo>
                  <a:cubicBezTo>
                    <a:pt x="3193010" y="645718"/>
                    <a:pt x="3165127" y="609503"/>
                    <a:pt x="3173274" y="559105"/>
                  </a:cubicBezTo>
                  <a:cubicBezTo>
                    <a:pt x="3181502" y="508210"/>
                    <a:pt x="3209710" y="469448"/>
                    <a:pt x="3260079" y="452141"/>
                  </a:cubicBezTo>
                  <a:cubicBezTo>
                    <a:pt x="3288273" y="442453"/>
                    <a:pt x="3318523" y="438872"/>
                    <a:pt x="3347004" y="429873"/>
                  </a:cubicBezTo>
                  <a:cubicBezTo>
                    <a:pt x="3403129" y="412139"/>
                    <a:pt x="3434614" y="371013"/>
                    <a:pt x="3437956" y="311700"/>
                  </a:cubicBezTo>
                  <a:cubicBezTo>
                    <a:pt x="3439830" y="278458"/>
                    <a:pt x="3436886" y="244864"/>
                    <a:pt x="3439977" y="211789"/>
                  </a:cubicBezTo>
                  <a:cubicBezTo>
                    <a:pt x="3445825" y="149215"/>
                    <a:pt x="3495980" y="104568"/>
                    <a:pt x="3552526" y="120527"/>
                  </a:cubicBezTo>
                  <a:cubicBezTo>
                    <a:pt x="3723054" y="168652"/>
                    <a:pt x="3890831" y="227260"/>
                    <a:pt x="4026381" y="346728"/>
                  </a:cubicBezTo>
                  <a:cubicBezTo>
                    <a:pt x="4207258" y="506143"/>
                    <a:pt x="4195328" y="737053"/>
                    <a:pt x="3990261" y="863001"/>
                  </a:cubicBezTo>
                  <a:cubicBezTo>
                    <a:pt x="3900087" y="918383"/>
                    <a:pt x="3880713" y="978511"/>
                    <a:pt x="3881630" y="1074423"/>
                  </a:cubicBezTo>
                  <a:cubicBezTo>
                    <a:pt x="3886014" y="1532709"/>
                    <a:pt x="3884104" y="1991061"/>
                    <a:pt x="3883025" y="2449386"/>
                  </a:cubicBezTo>
                  <a:cubicBezTo>
                    <a:pt x="3882916" y="2495979"/>
                    <a:pt x="3892445" y="2537252"/>
                    <a:pt x="3914422" y="2578068"/>
                  </a:cubicBezTo>
                  <a:cubicBezTo>
                    <a:pt x="4153726" y="3022521"/>
                    <a:pt x="4392523" y="3467248"/>
                    <a:pt x="4630854" y="3912223"/>
                  </a:cubicBezTo>
                  <a:cubicBezTo>
                    <a:pt x="4743813" y="4123125"/>
                    <a:pt x="4833753" y="4342584"/>
                    <a:pt x="4874094" y="4580088"/>
                  </a:cubicBezTo>
                  <a:cubicBezTo>
                    <a:pt x="4919343" y="4846485"/>
                    <a:pt x="4894370" y="5107535"/>
                    <a:pt x="4811183" y="5363161"/>
                  </a:cubicBezTo>
                  <a:cubicBezTo>
                    <a:pt x="4644726" y="5874672"/>
                    <a:pt x="4314815" y="6248034"/>
                    <a:pt x="3846059" y="6505547"/>
                  </a:cubicBezTo>
                  <a:cubicBezTo>
                    <a:pt x="3557155" y="6664256"/>
                    <a:pt x="3247874" y="6755086"/>
                    <a:pt x="2922944" y="6796952"/>
                  </a:cubicBezTo>
                  <a:cubicBezTo>
                    <a:pt x="2535527" y="6846868"/>
                    <a:pt x="2148530" y="6844527"/>
                    <a:pt x="1764904" y="6766986"/>
                  </a:cubicBezTo>
                  <a:cubicBezTo>
                    <a:pt x="1216623" y="6656165"/>
                    <a:pt x="744065" y="6410652"/>
                    <a:pt x="396730" y="5960282"/>
                  </a:cubicBezTo>
                  <a:cubicBezTo>
                    <a:pt x="136733" y="5623157"/>
                    <a:pt x="-3590" y="5241016"/>
                    <a:pt x="70" y="4811344"/>
                  </a:cubicBezTo>
                  <a:cubicBezTo>
                    <a:pt x="2233" y="4557359"/>
                    <a:pt x="64048" y="4317154"/>
                    <a:pt x="175641" y="4089849"/>
                  </a:cubicBezTo>
                  <a:cubicBezTo>
                    <a:pt x="373180" y="3687480"/>
                    <a:pt x="596257" y="3298557"/>
                    <a:pt x="803571" y="2901324"/>
                  </a:cubicBezTo>
                  <a:cubicBezTo>
                    <a:pt x="865235" y="2783169"/>
                    <a:pt x="926450" y="2664778"/>
                    <a:pt x="988437" y="2546793"/>
                  </a:cubicBezTo>
                  <a:cubicBezTo>
                    <a:pt x="1002013" y="2520952"/>
                    <a:pt x="1007309" y="2494384"/>
                    <a:pt x="1007287" y="2465263"/>
                  </a:cubicBezTo>
                  <a:cubicBezTo>
                    <a:pt x="1006899" y="1971936"/>
                    <a:pt x="1006666" y="1478607"/>
                    <a:pt x="1007863" y="985283"/>
                  </a:cubicBezTo>
                  <a:cubicBezTo>
                    <a:pt x="1007953" y="948457"/>
                    <a:pt x="994853" y="929193"/>
                    <a:pt x="963639" y="911230"/>
                  </a:cubicBezTo>
                  <a:cubicBezTo>
                    <a:pt x="880295" y="863265"/>
                    <a:pt x="806551" y="803187"/>
                    <a:pt x="764704" y="713459"/>
                  </a:cubicBezTo>
                  <a:cubicBezTo>
                    <a:pt x="708722" y="593422"/>
                    <a:pt x="743554" y="455435"/>
                    <a:pt x="848596" y="353911"/>
                  </a:cubicBezTo>
                  <a:cubicBezTo>
                    <a:pt x="944939" y="260793"/>
                    <a:pt x="1063749" y="208429"/>
                    <a:pt x="1186939" y="166832"/>
                  </a:cubicBezTo>
                  <a:cubicBezTo>
                    <a:pt x="1509601" y="57880"/>
                    <a:pt x="1843982" y="15747"/>
                    <a:pt x="2187383" y="2329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75" name="probe-bioicons-round-bottomed-flask-cartoon-part-2"/>
            <p:cNvSpPr/>
            <p:nvPr/>
          </p:nvSpPr>
          <p:spPr>
            <a:xfrm>
              <a:off x="3029565" y="5568631"/>
              <a:ext cx="4114114" cy="2564995"/>
            </a:xfrm>
            <a:custGeom>
              <a:avLst/>
              <a:gdLst/>
              <a:ahLst/>
              <a:cxnLst/>
              <a:rect l="0" t="0" r="r" b="b"/>
              <a:pathLst>
                <a:path w="4114114" h="2564995">
                  <a:moveTo>
                    <a:pt x="3493601" y="2145067"/>
                  </a:moveTo>
                  <a:cubicBezTo>
                    <a:pt x="3332145" y="2265430"/>
                    <a:pt x="3160301" y="2359726"/>
                    <a:pt x="2975771" y="2430706"/>
                  </a:cubicBezTo>
                  <a:cubicBezTo>
                    <a:pt x="2941952" y="2443714"/>
                    <a:pt x="2907660" y="2458346"/>
                    <a:pt x="2869421" y="2445159"/>
                  </a:cubicBezTo>
                  <a:cubicBezTo>
                    <a:pt x="2814210" y="2426120"/>
                    <a:pt x="2776361" y="2389704"/>
                    <a:pt x="2770297" y="2331398"/>
                  </a:cubicBezTo>
                  <a:cubicBezTo>
                    <a:pt x="2764688" y="2277463"/>
                    <a:pt x="2789773" y="2233519"/>
                    <a:pt x="2838484" y="2207977"/>
                  </a:cubicBezTo>
                  <a:cubicBezTo>
                    <a:pt x="2940211" y="2154635"/>
                    <a:pt x="3044948" y="2107198"/>
                    <a:pt x="3144165" y="2048866"/>
                  </a:cubicBezTo>
                  <a:cubicBezTo>
                    <a:pt x="3499787" y="1839785"/>
                    <a:pt x="3747979" y="1549555"/>
                    <a:pt x="3829806" y="1135922"/>
                  </a:cubicBezTo>
                  <a:cubicBezTo>
                    <a:pt x="3871955" y="922859"/>
                    <a:pt x="3833669" y="719106"/>
                    <a:pt x="3744812" y="523142"/>
                  </a:cubicBezTo>
                  <a:cubicBezTo>
                    <a:pt x="3731477" y="493734"/>
                    <a:pt x="3711114" y="492706"/>
                    <a:pt x="3683344" y="498892"/>
                  </a:cubicBezTo>
                  <a:cubicBezTo>
                    <a:pt x="3429538" y="555439"/>
                    <a:pt x="3173107" y="595611"/>
                    <a:pt x="2912990" y="603226"/>
                  </a:cubicBezTo>
                  <a:cubicBezTo>
                    <a:pt x="2638291" y="611268"/>
                    <a:pt x="2364361" y="601495"/>
                    <a:pt x="2090744" y="567921"/>
                  </a:cubicBezTo>
                  <a:cubicBezTo>
                    <a:pt x="1760141" y="527354"/>
                    <a:pt x="1433842" y="462792"/>
                    <a:pt x="1105847" y="407531"/>
                  </a:cubicBezTo>
                  <a:cubicBezTo>
                    <a:pt x="910726" y="374657"/>
                    <a:pt x="716211" y="338737"/>
                    <a:pt x="522385" y="299016"/>
                  </a:cubicBezTo>
                  <a:cubicBezTo>
                    <a:pt x="496847" y="293783"/>
                    <a:pt x="473408" y="289747"/>
                    <a:pt x="458258" y="319486"/>
                  </a:cubicBezTo>
                  <a:cubicBezTo>
                    <a:pt x="345240" y="541330"/>
                    <a:pt x="254427" y="769657"/>
                    <a:pt x="271968" y="1025109"/>
                  </a:cubicBezTo>
                  <a:cubicBezTo>
                    <a:pt x="290454" y="1294310"/>
                    <a:pt x="400177" y="1526793"/>
                    <a:pt x="576003" y="1727618"/>
                  </a:cubicBezTo>
                  <a:cubicBezTo>
                    <a:pt x="848967" y="2039390"/>
                    <a:pt x="1201341" y="2206247"/>
                    <a:pt x="1603809" y="2277524"/>
                  </a:cubicBezTo>
                  <a:cubicBezTo>
                    <a:pt x="1667585" y="2288819"/>
                    <a:pt x="1732046" y="2296315"/>
                    <a:pt x="1795712" y="2308142"/>
                  </a:cubicBezTo>
                  <a:cubicBezTo>
                    <a:pt x="1869842" y="2321911"/>
                    <a:pt x="1912616" y="2376184"/>
                    <a:pt x="1907155" y="2445147"/>
                  </a:cubicBezTo>
                  <a:cubicBezTo>
                    <a:pt x="1902095" y="2509037"/>
                    <a:pt x="1839496" y="2565774"/>
                    <a:pt x="1769686" y="2564987"/>
                  </a:cubicBezTo>
                  <a:cubicBezTo>
                    <a:pt x="1635673" y="2563479"/>
                    <a:pt x="1505136" y="2534105"/>
                    <a:pt x="1376176" y="2502808"/>
                  </a:cubicBezTo>
                  <a:cubicBezTo>
                    <a:pt x="818140" y="2367376"/>
                    <a:pt x="391328" y="2059699"/>
                    <a:pt x="133264" y="1537666"/>
                  </a:cubicBezTo>
                  <a:cubicBezTo>
                    <a:pt x="37193" y="1343324"/>
                    <a:pt x="-9126" y="1135674"/>
                    <a:pt x="1491" y="919079"/>
                  </a:cubicBezTo>
                  <a:cubicBezTo>
                    <a:pt x="13796" y="668031"/>
                    <a:pt x="97901" y="437775"/>
                    <a:pt x="224308" y="222061"/>
                  </a:cubicBezTo>
                  <a:cubicBezTo>
                    <a:pt x="253771" y="171782"/>
                    <a:pt x="282879" y="121289"/>
                    <a:pt x="311548" y="70553"/>
                  </a:cubicBezTo>
                  <a:cubicBezTo>
                    <a:pt x="349966" y="2566"/>
                    <a:pt x="373100" y="-8898"/>
                    <a:pt x="448991" y="5441"/>
                  </a:cubicBezTo>
                  <a:cubicBezTo>
                    <a:pt x="777512" y="67514"/>
                    <a:pt x="1105554" y="132257"/>
                    <a:pt x="1434650" y="191101"/>
                  </a:cubicBezTo>
                  <a:cubicBezTo>
                    <a:pt x="1690057" y="236769"/>
                    <a:pt x="1946248" y="278112"/>
                    <a:pt x="2204159" y="308554"/>
                  </a:cubicBezTo>
                  <a:cubicBezTo>
                    <a:pt x="2421101" y="334162"/>
                    <a:pt x="2637889" y="343388"/>
                    <a:pt x="2856255" y="333133"/>
                  </a:cubicBezTo>
                  <a:cubicBezTo>
                    <a:pt x="3148140" y="319423"/>
                    <a:pt x="3436090" y="284127"/>
                    <a:pt x="3716839" y="200177"/>
                  </a:cubicBezTo>
                  <a:cubicBezTo>
                    <a:pt x="3724807" y="197795"/>
                    <a:pt x="3733425" y="196834"/>
                    <a:pt x="3740766" y="193230"/>
                  </a:cubicBezTo>
                  <a:cubicBezTo>
                    <a:pt x="3814452" y="157032"/>
                    <a:pt x="3842214" y="153360"/>
                    <a:pt x="3897967" y="254284"/>
                  </a:cubicBezTo>
                  <a:cubicBezTo>
                    <a:pt x="4000841" y="440510"/>
                    <a:pt x="4084827" y="633015"/>
                    <a:pt x="4107549" y="848081"/>
                  </a:cubicBezTo>
                  <a:cubicBezTo>
                    <a:pt x="4126620" y="1028578"/>
                    <a:pt x="4103651" y="1202883"/>
                    <a:pt x="4045030" y="1373739"/>
                  </a:cubicBezTo>
                  <a:cubicBezTo>
                    <a:pt x="3938371" y="1684605"/>
                    <a:pt x="3759529" y="1943739"/>
                    <a:pt x="3493601" y="2145067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76" name="probe-bioicons-round-bottomed-flask-cartoon-part-3"/>
            <p:cNvSpPr/>
            <p:nvPr/>
          </p:nvSpPr>
          <p:spPr>
            <a:xfrm>
              <a:off x="3554380" y="4517430"/>
              <a:ext cx="3208561" cy="1157876"/>
            </a:xfrm>
            <a:custGeom>
              <a:avLst/>
              <a:gdLst/>
              <a:ahLst/>
              <a:cxnLst/>
              <a:rect l="0" t="0" r="r" b="b"/>
              <a:pathLst>
                <a:path w="3208561" h="1157876">
                  <a:moveTo>
                    <a:pt x="115403" y="826197"/>
                  </a:moveTo>
                  <a:cubicBezTo>
                    <a:pt x="13248" y="814997"/>
                    <a:pt x="-30554" y="734236"/>
                    <a:pt x="22948" y="656021"/>
                  </a:cubicBezTo>
                  <a:cubicBezTo>
                    <a:pt x="91831" y="555320"/>
                    <a:pt x="146343" y="446763"/>
                    <a:pt x="205552" y="340718"/>
                  </a:cubicBezTo>
                  <a:cubicBezTo>
                    <a:pt x="233233" y="291142"/>
                    <a:pt x="281419" y="265988"/>
                    <a:pt x="333875" y="273445"/>
                  </a:cubicBezTo>
                  <a:cubicBezTo>
                    <a:pt x="387847" y="281118"/>
                    <a:pt x="435147" y="322368"/>
                    <a:pt x="444990" y="374745"/>
                  </a:cubicBezTo>
                  <a:cubicBezTo>
                    <a:pt x="449089" y="396553"/>
                    <a:pt x="445671" y="419773"/>
                    <a:pt x="445671" y="451729"/>
                  </a:cubicBezTo>
                  <a:cubicBezTo>
                    <a:pt x="1162785" y="301356"/>
                    <a:pt x="1878730" y="297592"/>
                    <a:pt x="2594062" y="457633"/>
                  </a:cubicBezTo>
                  <a:cubicBezTo>
                    <a:pt x="2596835" y="453669"/>
                    <a:pt x="2599608" y="449704"/>
                    <a:pt x="2602381" y="445740"/>
                  </a:cubicBezTo>
                  <a:cubicBezTo>
                    <a:pt x="2569864" y="393218"/>
                    <a:pt x="2538039" y="340248"/>
                    <a:pt x="2504457" y="288417"/>
                  </a:cubicBezTo>
                  <a:cubicBezTo>
                    <a:pt x="2492659" y="270208"/>
                    <a:pt x="2471201" y="276600"/>
                    <a:pt x="2453424" y="276122"/>
                  </a:cubicBezTo>
                  <a:cubicBezTo>
                    <a:pt x="2325273" y="272679"/>
                    <a:pt x="2196737" y="282119"/>
                    <a:pt x="2068975" y="267047"/>
                  </a:cubicBezTo>
                  <a:cubicBezTo>
                    <a:pt x="1992441" y="258018"/>
                    <a:pt x="1944091" y="206507"/>
                    <a:pt x="1942192" y="137309"/>
                  </a:cubicBezTo>
                  <a:cubicBezTo>
                    <a:pt x="1940256" y="66757"/>
                    <a:pt x="1979084" y="22435"/>
                    <a:pt x="2058663" y="5695"/>
                  </a:cubicBezTo>
                  <a:cubicBezTo>
                    <a:pt x="2074795" y="2302"/>
                    <a:pt x="2091557" y="427"/>
                    <a:pt x="2108036" y="389"/>
                  </a:cubicBezTo>
                  <a:cubicBezTo>
                    <a:pt x="2254676" y="50"/>
                    <a:pt x="2401323" y="1078"/>
                    <a:pt x="2547956" y="7"/>
                  </a:cubicBezTo>
                  <a:cubicBezTo>
                    <a:pt x="2620479" y="-523"/>
                    <a:pt x="2670000" y="30360"/>
                    <a:pt x="2704864" y="94200"/>
                  </a:cubicBezTo>
                  <a:cubicBezTo>
                    <a:pt x="2859722" y="377762"/>
                    <a:pt x="3011642" y="662972"/>
                    <a:pt x="3175039" y="941804"/>
                  </a:cubicBezTo>
                  <a:cubicBezTo>
                    <a:pt x="3181766" y="953282"/>
                    <a:pt x="3187831" y="965237"/>
                    <a:pt x="3193166" y="977425"/>
                  </a:cubicBezTo>
                  <a:cubicBezTo>
                    <a:pt x="3224328" y="1048610"/>
                    <a:pt x="3207654" y="1108651"/>
                    <a:pt x="3147954" y="1141463"/>
                  </a:cubicBezTo>
                  <a:cubicBezTo>
                    <a:pt x="3086065" y="1175477"/>
                    <a:pt x="3007328" y="1155333"/>
                    <a:pt x="2969049" y="1092983"/>
                  </a:cubicBezTo>
                  <a:cubicBezTo>
                    <a:pt x="2924620" y="1020616"/>
                    <a:pt x="2881851" y="947198"/>
                    <a:pt x="2839774" y="873430"/>
                  </a:cubicBezTo>
                  <a:cubicBezTo>
                    <a:pt x="2809554" y="820451"/>
                    <a:pt x="2768362" y="787483"/>
                    <a:pt x="2707804" y="769210"/>
                  </a:cubicBezTo>
                  <a:cubicBezTo>
                    <a:pt x="2507857" y="708878"/>
                    <a:pt x="2303696" y="673028"/>
                    <a:pt x="2096969" y="647117"/>
                  </a:cubicBezTo>
                  <a:cubicBezTo>
                    <a:pt x="1768451" y="605939"/>
                    <a:pt x="1439087" y="601041"/>
                    <a:pt x="1109753" y="626952"/>
                  </a:cubicBezTo>
                  <a:cubicBezTo>
                    <a:pt x="829114" y="649033"/>
                    <a:pt x="551586" y="693451"/>
                    <a:pt x="280903" y="774530"/>
                  </a:cubicBezTo>
                  <a:cubicBezTo>
                    <a:pt x="226807" y="790734"/>
                    <a:pt x="177391" y="821387"/>
                    <a:pt x="115403" y="826197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77" name="probe-bioicons-round-bottomed-flask-cartoon-part-4"/>
            <p:cNvSpPr/>
            <p:nvPr/>
          </p:nvSpPr>
          <p:spPr>
            <a:xfrm>
              <a:off x="5151521" y="3142920"/>
              <a:ext cx="982704" cy="271181"/>
            </a:xfrm>
            <a:custGeom>
              <a:avLst/>
              <a:gdLst/>
              <a:ahLst/>
              <a:cxnLst/>
              <a:rect l="0" t="0" r="r" b="b"/>
              <a:pathLst>
                <a:path w="982704" h="271181">
                  <a:moveTo>
                    <a:pt x="6883" y="79686"/>
                  </a:moveTo>
                  <a:cubicBezTo>
                    <a:pt x="34969" y="24475"/>
                    <a:pt x="78991" y="3892"/>
                    <a:pt x="135109" y="3626"/>
                  </a:cubicBezTo>
                  <a:cubicBezTo>
                    <a:pt x="374687" y="2490"/>
                    <a:pt x="614263" y="778"/>
                    <a:pt x="853842" y="1"/>
                  </a:cubicBezTo>
                  <a:cubicBezTo>
                    <a:pt x="924192" y="-228"/>
                    <a:pt x="980286" y="58684"/>
                    <a:pt x="982626" y="132551"/>
                  </a:cubicBezTo>
                  <a:cubicBezTo>
                    <a:pt x="984991" y="207172"/>
                    <a:pt x="933375" y="269492"/>
                    <a:pt x="861396" y="269941"/>
                  </a:cubicBezTo>
                  <a:cubicBezTo>
                    <a:pt x="615116" y="271479"/>
                    <a:pt x="368802" y="271912"/>
                    <a:pt x="122536" y="269330"/>
                  </a:cubicBezTo>
                  <a:cubicBezTo>
                    <a:pt x="35148" y="268413"/>
                    <a:pt x="-20107" y="175742"/>
                    <a:pt x="6883" y="79686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78" name="probe-bioicons-round-bottomed-flask-cartoon-part-5"/>
            <p:cNvSpPr/>
            <p:nvPr/>
          </p:nvSpPr>
          <p:spPr>
            <a:xfrm>
              <a:off x="5152491" y="3836871"/>
              <a:ext cx="980718" cy="266944"/>
            </a:xfrm>
            <a:custGeom>
              <a:avLst/>
              <a:gdLst/>
              <a:ahLst/>
              <a:cxnLst/>
              <a:rect l="0" t="0" r="r" b="b"/>
              <a:pathLst>
                <a:path w="980718" h="266944">
                  <a:moveTo>
                    <a:pt x="18900" y="57274"/>
                  </a:moveTo>
                  <a:cubicBezTo>
                    <a:pt x="52432" y="14473"/>
                    <a:pt x="93851" y="-146"/>
                    <a:pt x="143698" y="1"/>
                  </a:cubicBezTo>
                  <a:cubicBezTo>
                    <a:pt x="376616" y="689"/>
                    <a:pt x="609538" y="-43"/>
                    <a:pt x="842458" y="141"/>
                  </a:cubicBezTo>
                  <a:cubicBezTo>
                    <a:pt x="929384" y="209"/>
                    <a:pt x="980166" y="48058"/>
                    <a:pt x="980714" y="128934"/>
                  </a:cubicBezTo>
                  <a:cubicBezTo>
                    <a:pt x="981253" y="208461"/>
                    <a:pt x="924224" y="266311"/>
                    <a:pt x="842631" y="266499"/>
                  </a:cubicBezTo>
                  <a:cubicBezTo>
                    <a:pt x="611375" y="267030"/>
                    <a:pt x="380117" y="267138"/>
                    <a:pt x="148862" y="266539"/>
                  </a:cubicBezTo>
                  <a:cubicBezTo>
                    <a:pt x="25508" y="266220"/>
                    <a:pt x="-32912" y="174202"/>
                    <a:pt x="18900" y="57274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79" name="probe-bioicons-round-bottomed-flask-cartoon-part-6"/>
            <p:cNvSpPr/>
            <p:nvPr/>
          </p:nvSpPr>
          <p:spPr>
            <a:xfrm>
              <a:off x="4136820" y="6916499"/>
              <a:ext cx="907094" cy="271888"/>
            </a:xfrm>
            <a:custGeom>
              <a:avLst/>
              <a:gdLst/>
              <a:ahLst/>
              <a:cxnLst/>
              <a:rect l="0" t="0" r="r" b="b"/>
              <a:pathLst>
                <a:path w="907094" h="271888">
                  <a:moveTo>
                    <a:pt x="339384" y="271888"/>
                  </a:moveTo>
                  <a:cubicBezTo>
                    <a:pt x="268263" y="271036"/>
                    <a:pt x="201737" y="270605"/>
                    <a:pt x="135242" y="268917"/>
                  </a:cubicBezTo>
                  <a:cubicBezTo>
                    <a:pt x="53978" y="266854"/>
                    <a:pt x="148" y="210267"/>
                    <a:pt x="0" y="128070"/>
                  </a:cubicBezTo>
                  <a:cubicBezTo>
                    <a:pt x="-132" y="54346"/>
                    <a:pt x="50241" y="3678"/>
                    <a:pt x="131352" y="1336"/>
                  </a:cubicBezTo>
                  <a:cubicBezTo>
                    <a:pt x="214477" y="-1065"/>
                    <a:pt x="297718" y="510"/>
                    <a:pt x="380909" y="475"/>
                  </a:cubicBezTo>
                  <a:cubicBezTo>
                    <a:pt x="510688" y="422"/>
                    <a:pt x="640469" y="-5"/>
                    <a:pt x="770245" y="661"/>
                  </a:cubicBezTo>
                  <a:cubicBezTo>
                    <a:pt x="854446" y="1094"/>
                    <a:pt x="908538" y="56238"/>
                    <a:pt x="907064" y="138073"/>
                  </a:cubicBezTo>
                  <a:cubicBezTo>
                    <a:pt x="905662" y="215873"/>
                    <a:pt x="848946" y="267837"/>
                    <a:pt x="767838" y="268141"/>
                  </a:cubicBezTo>
                  <a:cubicBezTo>
                    <a:pt x="626553" y="268669"/>
                    <a:pt x="485273" y="270478"/>
                    <a:pt x="339384" y="271888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80" name="probe-bioicons-round-bottomed-flask-cartoon-part-7"/>
            <p:cNvSpPr/>
            <p:nvPr/>
          </p:nvSpPr>
          <p:spPr>
            <a:xfrm>
              <a:off x="3849886" y="2184092"/>
              <a:ext cx="843973" cy="259723"/>
            </a:xfrm>
            <a:custGeom>
              <a:avLst/>
              <a:gdLst/>
              <a:ahLst/>
              <a:cxnLst/>
              <a:rect l="0" t="0" r="r" b="b"/>
              <a:pathLst>
                <a:path w="843973" h="259723">
                  <a:moveTo>
                    <a:pt x="316473" y="221893"/>
                  </a:moveTo>
                  <a:cubicBezTo>
                    <a:pt x="209199" y="195280"/>
                    <a:pt x="101554" y="183399"/>
                    <a:pt x="0" y="123310"/>
                  </a:cubicBezTo>
                  <a:cubicBezTo>
                    <a:pt x="46722" y="84664"/>
                    <a:pt x="94858" y="76256"/>
                    <a:pt x="140270" y="64125"/>
                  </a:cubicBezTo>
                  <a:cubicBezTo>
                    <a:pt x="322979" y="15322"/>
                    <a:pt x="508639" y="-7558"/>
                    <a:pt x="698203" y="2218"/>
                  </a:cubicBezTo>
                  <a:cubicBezTo>
                    <a:pt x="789296" y="6915"/>
                    <a:pt x="846050" y="56809"/>
                    <a:pt x="843915" y="137354"/>
                  </a:cubicBezTo>
                  <a:cubicBezTo>
                    <a:pt x="841881" y="214075"/>
                    <a:pt x="782892" y="260468"/>
                    <a:pt x="692380" y="259713"/>
                  </a:cubicBezTo>
                  <a:cubicBezTo>
                    <a:pt x="567280" y="258671"/>
                    <a:pt x="443576" y="245144"/>
                    <a:pt x="316473" y="221893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  <p:sp>
          <p:nvSpPr>
            <p:cNvPr id="81" name="probe-bioicons-round-bottomed-flask-cartoon-part-8"/>
            <p:cNvSpPr/>
            <p:nvPr/>
          </p:nvSpPr>
          <p:spPr>
            <a:xfrm>
              <a:off x="3556728" y="6140898"/>
              <a:ext cx="419831" cy="551224"/>
            </a:xfrm>
            <a:custGeom>
              <a:avLst/>
              <a:gdLst/>
              <a:ahLst/>
              <a:cxnLst/>
              <a:rect l="0" t="0" r="r" b="b"/>
              <a:pathLst>
                <a:path w="419831" h="551224">
                  <a:moveTo>
                    <a:pt x="261624" y="4606"/>
                  </a:moveTo>
                  <a:cubicBezTo>
                    <a:pt x="319393" y="-10119"/>
                    <a:pt x="360700" y="11659"/>
                    <a:pt x="391882" y="52864"/>
                  </a:cubicBezTo>
                  <a:cubicBezTo>
                    <a:pt x="423242" y="94304"/>
                    <a:pt x="429976" y="138525"/>
                    <a:pt x="403033" y="187758"/>
                  </a:cubicBezTo>
                  <a:cubicBezTo>
                    <a:pt x="350310" y="284101"/>
                    <a:pt x="301790" y="382736"/>
                    <a:pt x="249618" y="479390"/>
                  </a:cubicBezTo>
                  <a:cubicBezTo>
                    <a:pt x="220424" y="533476"/>
                    <a:pt x="169328" y="554530"/>
                    <a:pt x="111131" y="550808"/>
                  </a:cubicBezTo>
                  <a:cubicBezTo>
                    <a:pt x="57048" y="547349"/>
                    <a:pt x="27250" y="508740"/>
                    <a:pt x="7493" y="461362"/>
                  </a:cubicBezTo>
                  <a:cubicBezTo>
                    <a:pt x="-7457" y="425512"/>
                    <a:pt x="1957" y="392054"/>
                    <a:pt x="18254" y="360578"/>
                  </a:cubicBezTo>
                  <a:cubicBezTo>
                    <a:pt x="67219" y="266002"/>
                    <a:pt x="117052" y="171863"/>
                    <a:pt x="167790" y="78227"/>
                  </a:cubicBezTo>
                  <a:cubicBezTo>
                    <a:pt x="187326" y="42172"/>
                    <a:pt x="214786" y="13601"/>
                    <a:pt x="261624" y="4606"/>
                  </a:cubicBezTo>
                  <a:close/>
                </a:path>
              </a:pathLst>
            </a:custGeom>
            <a:solidFill>
              <a:srgbClr val="000000"/>
            </a:solidFill>
            <a:ln w="1005" cap="flat">
              <a:noFill/>
              <a:prstDash val="solid"/>
              <a:miter/>
            </a:ln>
          </p:spPr>
        </p:sp>
      </p:grpSp>
      <p:grpSp>
        <p:nvGrpSpPr>
          <p:cNvPr id="82" name="probe-lucide-atom" descr="atom — Lucide Icons and Contributors; preserve the bundled full upstream license. Source: https://github.com/lucide-icons/lucide/blob/20aef31db93fe4d9f398dbb15b120d99c48eef95/icons/atom.svg; SVG SHA256: 9ac2f48402368cb4e4db5c59371698a86f35598c8b8076411bfdfdd63550ffd8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83" name="probe-lucide-atom-part-1"/>
            <p:cNvSpPr/>
            <p:nvPr/>
          </p:nvSpPr>
          <p:spPr>
            <a:xfrm>
              <a:off x="110000" y="110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20000" y="10000"/>
                  </a:moveTo>
                  <a:cubicBezTo>
                    <a:pt x="20000" y="10209"/>
                    <a:pt x="19993" y="10419"/>
                    <a:pt x="19980" y="10628"/>
                  </a:cubicBezTo>
                  <a:cubicBezTo>
                    <a:pt x="19967" y="10837"/>
                    <a:pt x="19947" y="11046"/>
                    <a:pt x="19921" y="11253"/>
                  </a:cubicBezTo>
                  <a:cubicBezTo>
                    <a:pt x="19895" y="11461"/>
                    <a:pt x="19862" y="11668"/>
                    <a:pt x="19823" y="11874"/>
                  </a:cubicBezTo>
                  <a:cubicBezTo>
                    <a:pt x="19784" y="12080"/>
                    <a:pt x="19738" y="12284"/>
                    <a:pt x="19686" y="12487"/>
                  </a:cubicBezTo>
                  <a:cubicBezTo>
                    <a:pt x="19634" y="12690"/>
                    <a:pt x="19575" y="12891"/>
                    <a:pt x="19511" y="13090"/>
                  </a:cubicBezTo>
                  <a:cubicBezTo>
                    <a:pt x="19446" y="13289"/>
                    <a:pt x="19375" y="13486"/>
                    <a:pt x="19298" y="13681"/>
                  </a:cubicBezTo>
                  <a:cubicBezTo>
                    <a:pt x="19221" y="13876"/>
                    <a:pt x="19137" y="14068"/>
                    <a:pt x="19048" y="14258"/>
                  </a:cubicBezTo>
                  <a:cubicBezTo>
                    <a:pt x="18959" y="14447"/>
                    <a:pt x="18864" y="14634"/>
                    <a:pt x="18763" y="14818"/>
                  </a:cubicBezTo>
                  <a:cubicBezTo>
                    <a:pt x="18662" y="15001"/>
                    <a:pt x="18556" y="15181"/>
                    <a:pt x="18443" y="15358"/>
                  </a:cubicBezTo>
                  <a:cubicBezTo>
                    <a:pt x="18331" y="15535"/>
                    <a:pt x="18213" y="15708"/>
                    <a:pt x="18090" y="15878"/>
                  </a:cubicBezTo>
                  <a:cubicBezTo>
                    <a:pt x="17967" y="16047"/>
                    <a:pt x="17839" y="16213"/>
                    <a:pt x="17705" y="16374"/>
                  </a:cubicBezTo>
                  <a:cubicBezTo>
                    <a:pt x="17572" y="16536"/>
                    <a:pt x="17433" y="16693"/>
                    <a:pt x="17290" y="16845"/>
                  </a:cubicBezTo>
                  <a:cubicBezTo>
                    <a:pt x="17146" y="16998"/>
                    <a:pt x="16998" y="17146"/>
                    <a:pt x="16845" y="17290"/>
                  </a:cubicBezTo>
                  <a:cubicBezTo>
                    <a:pt x="16693" y="17433"/>
                    <a:pt x="16536" y="17572"/>
                    <a:pt x="16374" y="17705"/>
                  </a:cubicBezTo>
                  <a:cubicBezTo>
                    <a:pt x="16213" y="17839"/>
                    <a:pt x="16047" y="17967"/>
                    <a:pt x="15878" y="18090"/>
                  </a:cubicBezTo>
                  <a:cubicBezTo>
                    <a:pt x="15708" y="18213"/>
                    <a:pt x="15535" y="18331"/>
                    <a:pt x="15358" y="18443"/>
                  </a:cubicBezTo>
                  <a:cubicBezTo>
                    <a:pt x="15181" y="18556"/>
                    <a:pt x="15001" y="18662"/>
                    <a:pt x="14818" y="18763"/>
                  </a:cubicBezTo>
                  <a:cubicBezTo>
                    <a:pt x="14634" y="18864"/>
                    <a:pt x="14447" y="18959"/>
                    <a:pt x="14258" y="19048"/>
                  </a:cubicBezTo>
                  <a:cubicBezTo>
                    <a:pt x="14068" y="19137"/>
                    <a:pt x="13876" y="19221"/>
                    <a:pt x="13681" y="19298"/>
                  </a:cubicBezTo>
                  <a:cubicBezTo>
                    <a:pt x="13486" y="19375"/>
                    <a:pt x="13289" y="19446"/>
                    <a:pt x="13090" y="19511"/>
                  </a:cubicBezTo>
                  <a:cubicBezTo>
                    <a:pt x="12891" y="19575"/>
                    <a:pt x="12690" y="19634"/>
                    <a:pt x="12487" y="19686"/>
                  </a:cubicBezTo>
                  <a:cubicBezTo>
                    <a:pt x="12284" y="19738"/>
                    <a:pt x="12080" y="19784"/>
                    <a:pt x="11874" y="19823"/>
                  </a:cubicBezTo>
                  <a:cubicBezTo>
                    <a:pt x="11668" y="19862"/>
                    <a:pt x="11461" y="19895"/>
                    <a:pt x="11253" y="19921"/>
                  </a:cubicBezTo>
                  <a:cubicBezTo>
                    <a:pt x="11046" y="19947"/>
                    <a:pt x="10837" y="19967"/>
                    <a:pt x="10628" y="19980"/>
                  </a:cubicBezTo>
                  <a:cubicBezTo>
                    <a:pt x="10419" y="19993"/>
                    <a:pt x="10209" y="20000"/>
                    <a:pt x="10000" y="20000"/>
                  </a:cubicBezTo>
                  <a:cubicBezTo>
                    <a:pt x="9791" y="20000"/>
                    <a:pt x="9581" y="19993"/>
                    <a:pt x="9372" y="19980"/>
                  </a:cubicBezTo>
                  <a:cubicBezTo>
                    <a:pt x="9163" y="19967"/>
                    <a:pt x="8954" y="19947"/>
                    <a:pt x="8747" y="19921"/>
                  </a:cubicBezTo>
                  <a:cubicBezTo>
                    <a:pt x="8539" y="19895"/>
                    <a:pt x="8332" y="19862"/>
                    <a:pt x="8126" y="19823"/>
                  </a:cubicBezTo>
                  <a:cubicBezTo>
                    <a:pt x="7920" y="19784"/>
                    <a:pt x="7716" y="19738"/>
                    <a:pt x="7513" y="19686"/>
                  </a:cubicBezTo>
                  <a:cubicBezTo>
                    <a:pt x="7310" y="19634"/>
                    <a:pt x="7109" y="19575"/>
                    <a:pt x="6910" y="19511"/>
                  </a:cubicBezTo>
                  <a:cubicBezTo>
                    <a:pt x="6711" y="19446"/>
                    <a:pt x="6514" y="19375"/>
                    <a:pt x="6319" y="19298"/>
                  </a:cubicBezTo>
                  <a:cubicBezTo>
                    <a:pt x="6124" y="19221"/>
                    <a:pt x="5932" y="19137"/>
                    <a:pt x="5742" y="19048"/>
                  </a:cubicBezTo>
                  <a:cubicBezTo>
                    <a:pt x="5553" y="18959"/>
                    <a:pt x="5366" y="18864"/>
                    <a:pt x="5182" y="18763"/>
                  </a:cubicBezTo>
                  <a:cubicBezTo>
                    <a:pt x="4999" y="18662"/>
                    <a:pt x="4819" y="18556"/>
                    <a:pt x="4642" y="18443"/>
                  </a:cubicBezTo>
                  <a:cubicBezTo>
                    <a:pt x="4465" y="18331"/>
                    <a:pt x="4292" y="18213"/>
                    <a:pt x="4122" y="18090"/>
                  </a:cubicBezTo>
                  <a:cubicBezTo>
                    <a:pt x="3953" y="17967"/>
                    <a:pt x="3787" y="17839"/>
                    <a:pt x="3626" y="17705"/>
                  </a:cubicBezTo>
                  <a:cubicBezTo>
                    <a:pt x="3464" y="17572"/>
                    <a:pt x="3307" y="17433"/>
                    <a:pt x="3155" y="17290"/>
                  </a:cubicBezTo>
                  <a:cubicBezTo>
                    <a:pt x="3002" y="17146"/>
                    <a:pt x="2854" y="16998"/>
                    <a:pt x="2710" y="16845"/>
                  </a:cubicBezTo>
                  <a:cubicBezTo>
                    <a:pt x="2567" y="16693"/>
                    <a:pt x="2428" y="16536"/>
                    <a:pt x="2295" y="16374"/>
                  </a:cubicBezTo>
                  <a:cubicBezTo>
                    <a:pt x="2161" y="16213"/>
                    <a:pt x="2033" y="16047"/>
                    <a:pt x="1910" y="15878"/>
                  </a:cubicBezTo>
                  <a:cubicBezTo>
                    <a:pt x="1787" y="15708"/>
                    <a:pt x="1669" y="15535"/>
                    <a:pt x="1557" y="15358"/>
                  </a:cubicBezTo>
                  <a:cubicBezTo>
                    <a:pt x="1444" y="15181"/>
                    <a:pt x="1338" y="15001"/>
                    <a:pt x="1237" y="14818"/>
                  </a:cubicBezTo>
                  <a:cubicBezTo>
                    <a:pt x="1136" y="14634"/>
                    <a:pt x="1041" y="14447"/>
                    <a:pt x="952" y="14258"/>
                  </a:cubicBezTo>
                  <a:cubicBezTo>
                    <a:pt x="863" y="14068"/>
                    <a:pt x="779" y="13876"/>
                    <a:pt x="702" y="13681"/>
                  </a:cubicBezTo>
                  <a:cubicBezTo>
                    <a:pt x="625" y="13486"/>
                    <a:pt x="554" y="13289"/>
                    <a:pt x="489" y="13090"/>
                  </a:cubicBezTo>
                  <a:cubicBezTo>
                    <a:pt x="425" y="12891"/>
                    <a:pt x="366" y="12690"/>
                    <a:pt x="314" y="12487"/>
                  </a:cubicBezTo>
                  <a:cubicBezTo>
                    <a:pt x="262" y="12284"/>
                    <a:pt x="216" y="12080"/>
                    <a:pt x="177" y="11874"/>
                  </a:cubicBezTo>
                  <a:cubicBezTo>
                    <a:pt x="138" y="11668"/>
                    <a:pt x="105" y="11461"/>
                    <a:pt x="79" y="11253"/>
                  </a:cubicBezTo>
                  <a:cubicBezTo>
                    <a:pt x="53" y="11046"/>
                    <a:pt x="33" y="10837"/>
                    <a:pt x="20" y="10628"/>
                  </a:cubicBezTo>
                  <a:cubicBezTo>
                    <a:pt x="7" y="10419"/>
                    <a:pt x="0" y="10209"/>
                    <a:pt x="0" y="10000"/>
                  </a:cubicBez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ubicBezTo>
                    <a:pt x="10209" y="0"/>
                    <a:pt x="10419" y="7"/>
                    <a:pt x="10628" y="20"/>
                  </a:cubicBezTo>
                  <a:cubicBezTo>
                    <a:pt x="10837" y="33"/>
                    <a:pt x="11046" y="53"/>
                    <a:pt x="11253" y="79"/>
                  </a:cubicBezTo>
                  <a:cubicBezTo>
                    <a:pt x="11461" y="105"/>
                    <a:pt x="11668" y="138"/>
                    <a:pt x="11874" y="177"/>
                  </a:cubicBezTo>
                  <a:cubicBezTo>
                    <a:pt x="12080" y="216"/>
                    <a:pt x="12284" y="262"/>
                    <a:pt x="12487" y="314"/>
                  </a:cubicBezTo>
                  <a:cubicBezTo>
                    <a:pt x="12690" y="366"/>
                    <a:pt x="12891" y="425"/>
                    <a:pt x="13090" y="489"/>
                  </a:cubicBezTo>
                  <a:cubicBezTo>
                    <a:pt x="13289" y="554"/>
                    <a:pt x="13486" y="625"/>
                    <a:pt x="13681" y="702"/>
                  </a:cubicBezTo>
                  <a:cubicBezTo>
                    <a:pt x="13876" y="779"/>
                    <a:pt x="14068" y="863"/>
                    <a:pt x="14258" y="952"/>
                  </a:cubicBezTo>
                  <a:cubicBezTo>
                    <a:pt x="14447" y="1041"/>
                    <a:pt x="14634" y="1136"/>
                    <a:pt x="14818" y="1237"/>
                  </a:cubicBezTo>
                  <a:cubicBezTo>
                    <a:pt x="15001" y="1338"/>
                    <a:pt x="15181" y="1444"/>
                    <a:pt x="15358" y="1557"/>
                  </a:cubicBezTo>
                  <a:cubicBezTo>
                    <a:pt x="15535" y="1669"/>
                    <a:pt x="15708" y="1787"/>
                    <a:pt x="15878" y="1910"/>
                  </a:cubicBezTo>
                  <a:cubicBezTo>
                    <a:pt x="16047" y="2033"/>
                    <a:pt x="16213" y="2161"/>
                    <a:pt x="16374" y="2295"/>
                  </a:cubicBezTo>
                  <a:cubicBezTo>
                    <a:pt x="16536" y="2428"/>
                    <a:pt x="16693" y="2567"/>
                    <a:pt x="16845" y="2710"/>
                  </a:cubicBezTo>
                  <a:cubicBezTo>
                    <a:pt x="16998" y="2854"/>
                    <a:pt x="17146" y="3002"/>
                    <a:pt x="17290" y="3155"/>
                  </a:cubicBezTo>
                  <a:cubicBezTo>
                    <a:pt x="17433" y="3307"/>
                    <a:pt x="17572" y="3464"/>
                    <a:pt x="17705" y="3626"/>
                  </a:cubicBezTo>
                  <a:cubicBezTo>
                    <a:pt x="17839" y="3787"/>
                    <a:pt x="17967" y="3953"/>
                    <a:pt x="18090" y="4122"/>
                  </a:cubicBezTo>
                  <a:cubicBezTo>
                    <a:pt x="18213" y="4292"/>
                    <a:pt x="18331" y="4465"/>
                    <a:pt x="18443" y="4642"/>
                  </a:cubicBezTo>
                  <a:cubicBezTo>
                    <a:pt x="18556" y="4819"/>
                    <a:pt x="18662" y="4999"/>
                    <a:pt x="18763" y="5182"/>
                  </a:cubicBezTo>
                  <a:cubicBezTo>
                    <a:pt x="18864" y="5366"/>
                    <a:pt x="18959" y="5553"/>
                    <a:pt x="19048" y="5742"/>
                  </a:cubicBezTo>
                  <a:cubicBezTo>
                    <a:pt x="19137" y="5932"/>
                    <a:pt x="19221" y="6124"/>
                    <a:pt x="19298" y="6319"/>
                  </a:cubicBezTo>
                  <a:cubicBezTo>
                    <a:pt x="19375" y="6514"/>
                    <a:pt x="19446" y="6711"/>
                    <a:pt x="19511" y="6910"/>
                  </a:cubicBezTo>
                  <a:cubicBezTo>
                    <a:pt x="19575" y="7109"/>
                    <a:pt x="19634" y="7310"/>
                    <a:pt x="19686" y="7513"/>
                  </a:cubicBezTo>
                  <a:cubicBezTo>
                    <a:pt x="19738" y="7716"/>
                    <a:pt x="19784" y="7920"/>
                    <a:pt x="19823" y="8126"/>
                  </a:cubicBezTo>
                  <a:cubicBezTo>
                    <a:pt x="19862" y="8332"/>
                    <a:pt x="19895" y="8539"/>
                    <a:pt x="19921" y="8747"/>
                  </a:cubicBezTo>
                  <a:cubicBezTo>
                    <a:pt x="19947" y="8954"/>
                    <a:pt x="19967" y="9163"/>
                    <a:pt x="19980" y="9372"/>
                  </a:cubicBezTo>
                  <a:cubicBezTo>
                    <a:pt x="19993" y="9581"/>
                    <a:pt x="20000" y="9791"/>
                    <a:pt x="20000" y="1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4" name="probe-lucide-atom-part-2"/>
            <p:cNvSpPr/>
            <p:nvPr/>
          </p:nvSpPr>
          <p:spPr>
            <a:xfrm>
              <a:off x="30045" y="30045"/>
              <a:ext cx="179910" cy="179910"/>
            </a:xfrm>
            <a:custGeom>
              <a:avLst/>
              <a:gdLst/>
              <a:ahLst/>
              <a:cxnLst/>
              <a:rect l="0" t="0" r="r" b="b"/>
              <a:pathLst>
                <a:path w="179910" h="179910">
                  <a:moveTo>
                    <a:pt x="171955" y="171955"/>
                  </a:moveTo>
                  <a:cubicBezTo>
                    <a:pt x="192355" y="151655"/>
                    <a:pt x="172155" y="98355"/>
                    <a:pt x="126955" y="52955"/>
                  </a:cubicBezTo>
                  <a:cubicBezTo>
                    <a:pt x="81555" y="7755"/>
                    <a:pt x="28255" y="-12445"/>
                    <a:pt x="7955" y="7955"/>
                  </a:cubicBezTo>
                  <a:cubicBezTo>
                    <a:pt x="-12445" y="28255"/>
                    <a:pt x="7755" y="81555"/>
                    <a:pt x="52955" y="126955"/>
                  </a:cubicBezTo>
                  <a:cubicBezTo>
                    <a:pt x="98355" y="172155"/>
                    <a:pt x="151655" y="192355"/>
                    <a:pt x="171955" y="171955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5" name="probe-lucide-atom-part-3"/>
            <p:cNvSpPr/>
            <p:nvPr/>
          </p:nvSpPr>
          <p:spPr>
            <a:xfrm>
              <a:off x="30045" y="30045"/>
              <a:ext cx="179910" cy="179910"/>
            </a:xfrm>
            <a:custGeom>
              <a:avLst/>
              <a:gdLst/>
              <a:ahLst/>
              <a:cxnLst/>
              <a:rect l="0" t="0" r="r" b="b"/>
              <a:pathLst>
                <a:path w="179910" h="179910">
                  <a:moveTo>
                    <a:pt x="126955" y="126955"/>
                  </a:moveTo>
                  <a:cubicBezTo>
                    <a:pt x="172155" y="81555"/>
                    <a:pt x="192355" y="28255"/>
                    <a:pt x="171955" y="7955"/>
                  </a:cubicBezTo>
                  <a:cubicBezTo>
                    <a:pt x="151655" y="-12445"/>
                    <a:pt x="98355" y="7755"/>
                    <a:pt x="52955" y="52955"/>
                  </a:cubicBezTo>
                  <a:cubicBezTo>
                    <a:pt x="7755" y="98355"/>
                    <a:pt x="-12445" y="151655"/>
                    <a:pt x="7955" y="171955"/>
                  </a:cubicBezTo>
                  <a:cubicBezTo>
                    <a:pt x="28255" y="192355"/>
                    <a:pt x="81555" y="172155"/>
                    <a:pt x="126955" y="126955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6" name="probe-lucide-beaker" descr="beaker — Lucide Icons and Contributors; preserve the bundled full upstream license. Source: https://github.com/lucide-icons/lucide/blob/20aef31db93fe4d9f398dbb15b120d99c48eef95/icons/beaker.svg; SVG SHA256: 7227c5719ed9e738f84f674eaf96ee9adbc5ea285c479bd180e38355909f1448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87" name="probe-lucide-beaker-part-1"/>
            <p:cNvSpPr/>
            <p:nvPr/>
          </p:nvSpPr>
          <p:spPr>
            <a:xfrm>
              <a:off x="45000" y="30000"/>
              <a:ext cx="150000" cy="10"/>
            </a:xfrm>
            <a:custGeom>
              <a:avLst/>
              <a:gdLst/>
              <a:ahLst/>
              <a:cxnLst/>
              <a:rect l="0" t="0" r="r" b="b"/>
              <a:pathLst>
                <a:path w="150000" h="10">
                  <a:moveTo>
                    <a:pt x="0" y="0"/>
                  </a:moveTo>
                  <a:lnTo>
                    <a:pt x="15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8" name="probe-lucide-beaker-part-2"/>
            <p:cNvSpPr/>
            <p:nvPr/>
          </p:nvSpPr>
          <p:spPr>
            <a:xfrm>
              <a:off x="60000" y="30000"/>
              <a:ext cx="120000" cy="180000"/>
            </a:xfrm>
            <a:custGeom>
              <a:avLst/>
              <a:gdLst/>
              <a:ahLst/>
              <a:cxnLst/>
              <a:rect l="0" t="0" r="r" b="b"/>
              <a:pathLst>
                <a:path w="12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00000" y="180000"/>
                  </a:lnTo>
                  <a:cubicBezTo>
                    <a:pt x="100419" y="180000"/>
                    <a:pt x="100838" y="179987"/>
                    <a:pt x="101256" y="179961"/>
                  </a:cubicBezTo>
                  <a:cubicBezTo>
                    <a:pt x="101674" y="179934"/>
                    <a:pt x="102091" y="179895"/>
                    <a:pt x="102507" y="179842"/>
                  </a:cubicBezTo>
                  <a:cubicBezTo>
                    <a:pt x="102922" y="179790"/>
                    <a:pt x="103336" y="179724"/>
                    <a:pt x="103748" y="179646"/>
                  </a:cubicBezTo>
                  <a:cubicBezTo>
                    <a:pt x="104159" y="179567"/>
                    <a:pt x="104568" y="179476"/>
                    <a:pt x="104974" y="179372"/>
                  </a:cubicBezTo>
                  <a:cubicBezTo>
                    <a:pt x="105380" y="179267"/>
                    <a:pt x="105782" y="179151"/>
                    <a:pt x="106180" y="179021"/>
                  </a:cubicBezTo>
                  <a:cubicBezTo>
                    <a:pt x="106579" y="178892"/>
                    <a:pt x="106973" y="178750"/>
                    <a:pt x="107362" y="178596"/>
                  </a:cubicBezTo>
                  <a:cubicBezTo>
                    <a:pt x="107752" y="178441"/>
                    <a:pt x="108137" y="178275"/>
                    <a:pt x="108516" y="178097"/>
                  </a:cubicBezTo>
                  <a:cubicBezTo>
                    <a:pt x="108895" y="177918"/>
                    <a:pt x="109268" y="177728"/>
                    <a:pt x="109635" y="177526"/>
                  </a:cubicBezTo>
                  <a:cubicBezTo>
                    <a:pt x="110002" y="177324"/>
                    <a:pt x="110363" y="177111"/>
                    <a:pt x="110717" y="176887"/>
                  </a:cubicBezTo>
                  <a:cubicBezTo>
                    <a:pt x="111070" y="176662"/>
                    <a:pt x="111417" y="176427"/>
                    <a:pt x="111756" y="176180"/>
                  </a:cubicBezTo>
                  <a:cubicBezTo>
                    <a:pt x="112095" y="175934"/>
                    <a:pt x="112426" y="175677"/>
                    <a:pt x="112748" y="175410"/>
                  </a:cubicBezTo>
                  <a:cubicBezTo>
                    <a:pt x="113071" y="175143"/>
                    <a:pt x="113386" y="174866"/>
                    <a:pt x="113691" y="174579"/>
                  </a:cubicBezTo>
                  <a:cubicBezTo>
                    <a:pt x="113996" y="174293"/>
                    <a:pt x="114293" y="173996"/>
                    <a:pt x="114579" y="173691"/>
                  </a:cubicBezTo>
                  <a:cubicBezTo>
                    <a:pt x="114866" y="173386"/>
                    <a:pt x="115143" y="173071"/>
                    <a:pt x="115410" y="172748"/>
                  </a:cubicBezTo>
                  <a:cubicBezTo>
                    <a:pt x="115677" y="172426"/>
                    <a:pt x="115934" y="172095"/>
                    <a:pt x="116180" y="171756"/>
                  </a:cubicBezTo>
                  <a:cubicBezTo>
                    <a:pt x="116427" y="171417"/>
                    <a:pt x="116662" y="171070"/>
                    <a:pt x="116887" y="170717"/>
                  </a:cubicBezTo>
                  <a:cubicBezTo>
                    <a:pt x="117111" y="170363"/>
                    <a:pt x="117324" y="170002"/>
                    <a:pt x="117526" y="169635"/>
                  </a:cubicBezTo>
                  <a:cubicBezTo>
                    <a:pt x="117728" y="169268"/>
                    <a:pt x="117918" y="168895"/>
                    <a:pt x="118097" y="168516"/>
                  </a:cubicBezTo>
                  <a:cubicBezTo>
                    <a:pt x="118275" y="168137"/>
                    <a:pt x="118441" y="167752"/>
                    <a:pt x="118596" y="167362"/>
                  </a:cubicBezTo>
                  <a:cubicBezTo>
                    <a:pt x="118750" y="166973"/>
                    <a:pt x="118892" y="166579"/>
                    <a:pt x="119021" y="166180"/>
                  </a:cubicBezTo>
                  <a:cubicBezTo>
                    <a:pt x="119151" y="165782"/>
                    <a:pt x="119267" y="165380"/>
                    <a:pt x="119372" y="164974"/>
                  </a:cubicBezTo>
                  <a:cubicBezTo>
                    <a:pt x="119476" y="164568"/>
                    <a:pt x="119567" y="164159"/>
                    <a:pt x="119646" y="163748"/>
                  </a:cubicBezTo>
                  <a:cubicBezTo>
                    <a:pt x="119724" y="163336"/>
                    <a:pt x="119790" y="162922"/>
                    <a:pt x="119842" y="162507"/>
                  </a:cubicBezTo>
                  <a:cubicBezTo>
                    <a:pt x="119895" y="162091"/>
                    <a:pt x="119934" y="161674"/>
                    <a:pt x="119961" y="161256"/>
                  </a:cubicBezTo>
                  <a:cubicBezTo>
                    <a:pt x="119987" y="160838"/>
                    <a:pt x="120000" y="160419"/>
                    <a:pt x="120000" y="160000"/>
                  </a:cubicBez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9" name="probe-lucide-beaker-part-3"/>
            <p:cNvSpPr/>
            <p:nvPr/>
          </p:nvSpPr>
          <p:spPr>
            <a:xfrm>
              <a:off x="60000" y="140000"/>
              <a:ext cx="120000" cy="10"/>
            </a:xfrm>
            <a:custGeom>
              <a:avLst/>
              <a:gdLst/>
              <a:ahLst/>
              <a:cxnLst/>
              <a:rect l="0" t="0" r="r" b="b"/>
              <a:pathLst>
                <a:path w="120000" h="1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0" name="probe-lucide-biohazard" descr="biohazard — Lucide Icons and Contributors; preserve the bundled full upstream license. Source: https://github.com/lucide-icons/lucide/blob/20aef31db93fe4d9f398dbb15b120d99c48eef95/icons/biohazard.svg; SVG SHA256: d7d85b774fa032822645f6d56925d864dd79d64bc233187acda1ad0f0cfe6f60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91" name="probe-lucide-biohazard-part-1"/>
            <p:cNvSpPr/>
            <p:nvPr/>
          </p:nvSpPr>
          <p:spPr>
            <a:xfrm>
              <a:off x="100000" y="99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2" name="probe-lucide-biohazard-part-2"/>
            <p:cNvSpPr/>
            <p:nvPr/>
          </p:nvSpPr>
          <p:spPr>
            <a:xfrm>
              <a:off x="20000" y="34000"/>
              <a:ext cx="69000" cy="82000"/>
            </a:xfrm>
            <a:custGeom>
              <a:avLst/>
              <a:gdLst/>
              <a:ahLst/>
              <a:cxnLst/>
              <a:rect l="0" t="0" r="r" b="b"/>
              <a:pathLst>
                <a:path w="69000" h="82000">
                  <a:moveTo>
                    <a:pt x="47000" y="0"/>
                  </a:moveTo>
                  <a:cubicBezTo>
                    <a:pt x="38000" y="25000"/>
                    <a:pt x="47000" y="52000"/>
                    <a:pt x="69000" y="67000"/>
                  </a:cubicBezTo>
                  <a:cubicBezTo>
                    <a:pt x="45000" y="56000"/>
                    <a:pt x="17000" y="62000"/>
                    <a:pt x="0" y="82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3" name="probe-lucide-biohazard-part-3"/>
            <p:cNvSpPr/>
            <p:nvPr/>
          </p:nvSpPr>
          <p:spPr>
            <a:xfrm>
              <a:off x="89000" y="101000"/>
              <a:ext cx="14000" cy="8000"/>
            </a:xfrm>
            <a:custGeom>
              <a:avLst/>
              <a:gdLst/>
              <a:ahLst/>
              <a:cxnLst/>
              <a:rect l="0" t="0" r="r" b="b"/>
              <a:pathLst>
                <a:path w="14000" h="8000">
                  <a:moveTo>
                    <a:pt x="0" y="0"/>
                  </a:moveTo>
                  <a:lnTo>
                    <a:pt x="14000" y="8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4" name="probe-lucide-biohazard-part-4"/>
            <p:cNvSpPr/>
            <p:nvPr/>
          </p:nvSpPr>
          <p:spPr>
            <a:xfrm>
              <a:off x="151000" y="34000"/>
              <a:ext cx="69000" cy="82000"/>
            </a:xfrm>
            <a:custGeom>
              <a:avLst/>
              <a:gdLst/>
              <a:ahLst/>
              <a:cxnLst/>
              <a:rect l="0" t="0" r="r" b="b"/>
              <a:pathLst>
                <a:path w="69000" h="82000">
                  <a:moveTo>
                    <a:pt x="22000" y="0"/>
                  </a:moveTo>
                  <a:cubicBezTo>
                    <a:pt x="31000" y="25000"/>
                    <a:pt x="22000" y="52000"/>
                    <a:pt x="0" y="67000"/>
                  </a:cubicBezTo>
                  <a:cubicBezTo>
                    <a:pt x="24000" y="55000"/>
                    <a:pt x="52000" y="61000"/>
                    <a:pt x="69000" y="82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biohazard-part-5"/>
            <p:cNvSpPr/>
            <p:nvPr/>
          </p:nvSpPr>
          <p:spPr>
            <a:xfrm>
              <a:off x="137000" y="101000"/>
              <a:ext cx="14000" cy="8000"/>
            </a:xfrm>
            <a:custGeom>
              <a:avLst/>
              <a:gdLst/>
              <a:ahLst/>
              <a:cxnLst/>
              <a:rect l="0" t="0" r="r" b="b"/>
              <a:pathLst>
                <a:path w="14000" h="8000">
                  <a:moveTo>
                    <a:pt x="14000" y="0"/>
                  </a:moveTo>
                  <a:lnTo>
                    <a:pt x="0" y="8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biohazard-part-6"/>
            <p:cNvSpPr/>
            <p:nvPr/>
          </p:nvSpPr>
          <p:spPr>
            <a:xfrm>
              <a:off x="73000" y="155000"/>
              <a:ext cx="94000" cy="53000"/>
            </a:xfrm>
            <a:custGeom>
              <a:avLst/>
              <a:gdLst/>
              <a:ahLst/>
              <a:cxnLst/>
              <a:rect l="0" t="0" r="r" b="b"/>
              <a:pathLst>
                <a:path w="94000" h="53000">
                  <a:moveTo>
                    <a:pt x="94000" y="53000"/>
                  </a:moveTo>
                  <a:cubicBezTo>
                    <a:pt x="68000" y="49000"/>
                    <a:pt x="48000" y="27000"/>
                    <a:pt x="47000" y="0"/>
                  </a:cubicBezTo>
                  <a:cubicBezTo>
                    <a:pt x="45000" y="26000"/>
                    <a:pt x="26000" y="48000"/>
                    <a:pt x="0" y="52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7" name="probe-lucide-biohazard-part-7"/>
            <p:cNvSpPr/>
            <p:nvPr/>
          </p:nvSpPr>
          <p:spPr>
            <a:xfrm>
              <a:off x="120000" y="139000"/>
              <a:ext cx="10" cy="16000"/>
            </a:xfrm>
            <a:custGeom>
              <a:avLst/>
              <a:gdLst/>
              <a:ahLst/>
              <a:cxnLst/>
              <a:rect l="0" t="0" r="r" b="b"/>
              <a:pathLst>
                <a:path w="10" h="16000">
                  <a:moveTo>
                    <a:pt x="0" y="0"/>
                  </a:moveTo>
                  <a:lnTo>
                    <a:pt x="0" y="16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8" name="probe-lucide-biohazard-part-8"/>
            <p:cNvSpPr/>
            <p:nvPr/>
          </p:nvSpPr>
          <p:spPr>
            <a:xfrm>
              <a:off x="105000" y="52500"/>
              <a:ext cx="30000" cy="1500"/>
            </a:xfrm>
            <a:custGeom>
              <a:avLst/>
              <a:gdLst/>
              <a:ahLst/>
              <a:cxnLst/>
              <a:rect l="0" t="0" r="r" b="b"/>
              <a:pathLst>
                <a:path w="30000" h="1500">
                  <a:moveTo>
                    <a:pt x="30000" y="1500"/>
                  </a:moveTo>
                  <a:cubicBezTo>
                    <a:pt x="20000" y="-500"/>
                    <a:pt x="10000" y="-500"/>
                    <a:pt x="0" y="15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9" name="probe-lucide-biohazard-part-9"/>
            <p:cNvSpPr/>
            <p:nvPr/>
          </p:nvSpPr>
          <p:spPr>
            <a:xfrm>
              <a:off x="170000" y="139000"/>
              <a:ext cx="15000" cy="25000"/>
            </a:xfrm>
            <a:custGeom>
              <a:avLst/>
              <a:gdLst/>
              <a:ahLst/>
              <a:cxnLst/>
              <a:rect l="0" t="0" r="r" b="b"/>
              <a:pathLst>
                <a:path w="15000" h="25000">
                  <a:moveTo>
                    <a:pt x="0" y="25000"/>
                  </a:moveTo>
                  <a:cubicBezTo>
                    <a:pt x="7000" y="18000"/>
                    <a:pt x="12000" y="9000"/>
                    <a:pt x="15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0" name="probe-lucide-biohazard-part-10"/>
            <p:cNvSpPr/>
            <p:nvPr/>
          </p:nvSpPr>
          <p:spPr>
            <a:xfrm>
              <a:off x="55000" y="139000"/>
              <a:ext cx="15000" cy="25000"/>
            </a:xfrm>
            <a:custGeom>
              <a:avLst/>
              <a:gdLst/>
              <a:ahLst/>
              <a:cxnLst/>
              <a:rect l="0" t="0" r="r" b="b"/>
              <a:pathLst>
                <a:path w="15000" h="25000">
                  <a:moveTo>
                    <a:pt x="0" y="0"/>
                  </a:moveTo>
                  <a:cubicBezTo>
                    <a:pt x="3000" y="9000"/>
                    <a:pt x="8000" y="18000"/>
                    <a:pt x="15000" y="25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1" name="probe-lucide-clipboard-check" descr="clipboard-check — Lucide Icons and Contributors; preserve the bundled full upstream license. Source: https://github.com/lucide-icons/lucide/blob/20aef31db93fe4d9f398dbb15b120d99c48eef95/icons/clipboard-check.svg; SVG SHA256: e2bac86a6b24caa0d7d0dcc2719ec6b7870ec5eef2d21afae498d8cb5eefda96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02" name="probe-lucide-clipboard-check-part-1"/>
            <p:cNvSpPr/>
            <p:nvPr/>
          </p:nvSpPr>
          <p:spPr>
            <a:xfrm>
              <a:off x="80000" y="20000"/>
              <a:ext cx="80000" cy="40000"/>
            </a:xfrm>
            <a:custGeom>
              <a:avLst/>
              <a:gdLst/>
              <a:ahLst/>
              <a:cxnLst/>
              <a:rect l="0" t="0" r="r" b="b"/>
              <a:pathLst>
                <a:path w="80000" h="40000">
                  <a:moveTo>
                    <a:pt x="10000" y="0"/>
                  </a:moveTo>
                  <a:lnTo>
                    <a:pt x="70000" y="0"/>
                  </a:lnTo>
                  <a:cubicBezTo>
                    <a:pt x="70209" y="0"/>
                    <a:pt x="70419" y="7"/>
                    <a:pt x="70628" y="20"/>
                  </a:cubicBezTo>
                  <a:cubicBezTo>
                    <a:pt x="70837" y="33"/>
                    <a:pt x="71046" y="53"/>
                    <a:pt x="71253" y="79"/>
                  </a:cubicBezTo>
                  <a:cubicBezTo>
                    <a:pt x="71461" y="105"/>
                    <a:pt x="71668" y="138"/>
                    <a:pt x="71874" y="177"/>
                  </a:cubicBezTo>
                  <a:cubicBezTo>
                    <a:pt x="72080" y="216"/>
                    <a:pt x="72284" y="262"/>
                    <a:pt x="72487" y="314"/>
                  </a:cubicBezTo>
                  <a:cubicBezTo>
                    <a:pt x="72690" y="366"/>
                    <a:pt x="72891" y="425"/>
                    <a:pt x="73090" y="489"/>
                  </a:cubicBezTo>
                  <a:cubicBezTo>
                    <a:pt x="73289" y="554"/>
                    <a:pt x="73486" y="625"/>
                    <a:pt x="73681" y="702"/>
                  </a:cubicBezTo>
                  <a:cubicBezTo>
                    <a:pt x="73876" y="779"/>
                    <a:pt x="74068" y="863"/>
                    <a:pt x="74258" y="952"/>
                  </a:cubicBezTo>
                  <a:cubicBezTo>
                    <a:pt x="74447" y="1041"/>
                    <a:pt x="74634" y="1136"/>
                    <a:pt x="74818" y="1237"/>
                  </a:cubicBezTo>
                  <a:cubicBezTo>
                    <a:pt x="75001" y="1338"/>
                    <a:pt x="75181" y="1444"/>
                    <a:pt x="75358" y="1557"/>
                  </a:cubicBezTo>
                  <a:cubicBezTo>
                    <a:pt x="75535" y="1669"/>
                    <a:pt x="75708" y="1787"/>
                    <a:pt x="75878" y="1910"/>
                  </a:cubicBezTo>
                  <a:cubicBezTo>
                    <a:pt x="76047" y="2033"/>
                    <a:pt x="76213" y="2161"/>
                    <a:pt x="76374" y="2295"/>
                  </a:cubicBezTo>
                  <a:cubicBezTo>
                    <a:pt x="76536" y="2428"/>
                    <a:pt x="76693" y="2567"/>
                    <a:pt x="76845" y="2710"/>
                  </a:cubicBezTo>
                  <a:cubicBezTo>
                    <a:pt x="76998" y="2854"/>
                    <a:pt x="77146" y="3002"/>
                    <a:pt x="77290" y="3155"/>
                  </a:cubicBezTo>
                  <a:cubicBezTo>
                    <a:pt x="77433" y="3307"/>
                    <a:pt x="77572" y="3464"/>
                    <a:pt x="77705" y="3626"/>
                  </a:cubicBezTo>
                  <a:cubicBezTo>
                    <a:pt x="77839" y="3787"/>
                    <a:pt x="77967" y="3953"/>
                    <a:pt x="78090" y="4122"/>
                  </a:cubicBezTo>
                  <a:cubicBezTo>
                    <a:pt x="78213" y="4292"/>
                    <a:pt x="78331" y="4465"/>
                    <a:pt x="78443" y="4642"/>
                  </a:cubicBezTo>
                  <a:cubicBezTo>
                    <a:pt x="78556" y="4819"/>
                    <a:pt x="78662" y="4999"/>
                    <a:pt x="78763" y="5182"/>
                  </a:cubicBezTo>
                  <a:cubicBezTo>
                    <a:pt x="78864" y="5366"/>
                    <a:pt x="78959" y="5553"/>
                    <a:pt x="79048" y="5742"/>
                  </a:cubicBezTo>
                  <a:cubicBezTo>
                    <a:pt x="79137" y="5932"/>
                    <a:pt x="79221" y="6124"/>
                    <a:pt x="79298" y="6319"/>
                  </a:cubicBezTo>
                  <a:cubicBezTo>
                    <a:pt x="79375" y="6514"/>
                    <a:pt x="79446" y="6711"/>
                    <a:pt x="79511" y="6910"/>
                  </a:cubicBezTo>
                  <a:cubicBezTo>
                    <a:pt x="79575" y="7109"/>
                    <a:pt x="79634" y="7310"/>
                    <a:pt x="79686" y="7513"/>
                  </a:cubicBezTo>
                  <a:cubicBezTo>
                    <a:pt x="79738" y="7716"/>
                    <a:pt x="79784" y="7920"/>
                    <a:pt x="79823" y="8126"/>
                  </a:cubicBezTo>
                  <a:cubicBezTo>
                    <a:pt x="79862" y="8332"/>
                    <a:pt x="79895" y="8539"/>
                    <a:pt x="79921" y="8747"/>
                  </a:cubicBezTo>
                  <a:cubicBezTo>
                    <a:pt x="79947" y="8954"/>
                    <a:pt x="79967" y="9163"/>
                    <a:pt x="79980" y="9372"/>
                  </a:cubicBezTo>
                  <a:cubicBezTo>
                    <a:pt x="79993" y="9581"/>
                    <a:pt x="80000" y="9791"/>
                    <a:pt x="80000" y="10000"/>
                  </a:cubicBezTo>
                  <a:lnTo>
                    <a:pt x="80000" y="30000"/>
                  </a:lnTo>
                  <a:cubicBezTo>
                    <a:pt x="80000" y="30209"/>
                    <a:pt x="79993" y="30419"/>
                    <a:pt x="79980" y="30628"/>
                  </a:cubicBezTo>
                  <a:cubicBezTo>
                    <a:pt x="79967" y="30837"/>
                    <a:pt x="79947" y="31046"/>
                    <a:pt x="79921" y="31253"/>
                  </a:cubicBezTo>
                  <a:cubicBezTo>
                    <a:pt x="79895" y="31461"/>
                    <a:pt x="79862" y="31668"/>
                    <a:pt x="79823" y="31874"/>
                  </a:cubicBezTo>
                  <a:cubicBezTo>
                    <a:pt x="79784" y="32080"/>
                    <a:pt x="79738" y="32284"/>
                    <a:pt x="79686" y="32487"/>
                  </a:cubicBezTo>
                  <a:cubicBezTo>
                    <a:pt x="79634" y="32690"/>
                    <a:pt x="79575" y="32891"/>
                    <a:pt x="79511" y="33090"/>
                  </a:cubicBezTo>
                  <a:cubicBezTo>
                    <a:pt x="79446" y="33289"/>
                    <a:pt x="79375" y="33486"/>
                    <a:pt x="79298" y="33681"/>
                  </a:cubicBezTo>
                  <a:cubicBezTo>
                    <a:pt x="79221" y="33876"/>
                    <a:pt x="79137" y="34068"/>
                    <a:pt x="79048" y="34258"/>
                  </a:cubicBezTo>
                  <a:cubicBezTo>
                    <a:pt x="78959" y="34447"/>
                    <a:pt x="78864" y="34634"/>
                    <a:pt x="78763" y="34818"/>
                  </a:cubicBezTo>
                  <a:cubicBezTo>
                    <a:pt x="78662" y="35001"/>
                    <a:pt x="78556" y="35181"/>
                    <a:pt x="78443" y="35358"/>
                  </a:cubicBezTo>
                  <a:cubicBezTo>
                    <a:pt x="78331" y="35535"/>
                    <a:pt x="78213" y="35708"/>
                    <a:pt x="78090" y="35878"/>
                  </a:cubicBezTo>
                  <a:cubicBezTo>
                    <a:pt x="77967" y="36047"/>
                    <a:pt x="77839" y="36213"/>
                    <a:pt x="77705" y="36374"/>
                  </a:cubicBezTo>
                  <a:cubicBezTo>
                    <a:pt x="77572" y="36536"/>
                    <a:pt x="77433" y="36693"/>
                    <a:pt x="77290" y="36845"/>
                  </a:cubicBezTo>
                  <a:cubicBezTo>
                    <a:pt x="77146" y="36998"/>
                    <a:pt x="76998" y="37146"/>
                    <a:pt x="76845" y="37290"/>
                  </a:cubicBezTo>
                  <a:cubicBezTo>
                    <a:pt x="76693" y="37433"/>
                    <a:pt x="76536" y="37572"/>
                    <a:pt x="76374" y="37705"/>
                  </a:cubicBezTo>
                  <a:cubicBezTo>
                    <a:pt x="76213" y="37839"/>
                    <a:pt x="76047" y="37967"/>
                    <a:pt x="75878" y="38090"/>
                  </a:cubicBezTo>
                  <a:cubicBezTo>
                    <a:pt x="75708" y="38213"/>
                    <a:pt x="75535" y="38331"/>
                    <a:pt x="75358" y="38443"/>
                  </a:cubicBezTo>
                  <a:cubicBezTo>
                    <a:pt x="75181" y="38556"/>
                    <a:pt x="75001" y="38662"/>
                    <a:pt x="74818" y="38763"/>
                  </a:cubicBezTo>
                  <a:cubicBezTo>
                    <a:pt x="74634" y="38864"/>
                    <a:pt x="74447" y="38959"/>
                    <a:pt x="74258" y="39048"/>
                  </a:cubicBezTo>
                  <a:cubicBezTo>
                    <a:pt x="74068" y="39137"/>
                    <a:pt x="73876" y="39221"/>
                    <a:pt x="73681" y="39298"/>
                  </a:cubicBezTo>
                  <a:cubicBezTo>
                    <a:pt x="73486" y="39375"/>
                    <a:pt x="73289" y="39446"/>
                    <a:pt x="73090" y="39511"/>
                  </a:cubicBezTo>
                  <a:cubicBezTo>
                    <a:pt x="72891" y="39575"/>
                    <a:pt x="72690" y="39634"/>
                    <a:pt x="72487" y="39686"/>
                  </a:cubicBezTo>
                  <a:cubicBezTo>
                    <a:pt x="72284" y="39738"/>
                    <a:pt x="72080" y="39784"/>
                    <a:pt x="71874" y="39823"/>
                  </a:cubicBezTo>
                  <a:cubicBezTo>
                    <a:pt x="71668" y="39862"/>
                    <a:pt x="71461" y="39895"/>
                    <a:pt x="71253" y="39921"/>
                  </a:cubicBezTo>
                  <a:cubicBezTo>
                    <a:pt x="71046" y="39947"/>
                    <a:pt x="70837" y="39967"/>
                    <a:pt x="70628" y="39980"/>
                  </a:cubicBezTo>
                  <a:cubicBezTo>
                    <a:pt x="70419" y="39993"/>
                    <a:pt x="70209" y="40000"/>
                    <a:pt x="70000" y="40000"/>
                  </a:cubicBezTo>
                  <a:lnTo>
                    <a:pt x="10000" y="40000"/>
                  </a:lnTo>
                  <a:cubicBezTo>
                    <a:pt x="9791" y="40000"/>
                    <a:pt x="9581" y="39993"/>
                    <a:pt x="9372" y="39980"/>
                  </a:cubicBezTo>
                  <a:cubicBezTo>
                    <a:pt x="9163" y="39967"/>
                    <a:pt x="8954" y="39947"/>
                    <a:pt x="8747" y="39921"/>
                  </a:cubicBezTo>
                  <a:cubicBezTo>
                    <a:pt x="8539" y="39895"/>
                    <a:pt x="8332" y="39862"/>
                    <a:pt x="8126" y="39823"/>
                  </a:cubicBezTo>
                  <a:cubicBezTo>
                    <a:pt x="7920" y="39784"/>
                    <a:pt x="7716" y="39738"/>
                    <a:pt x="7513" y="39686"/>
                  </a:cubicBezTo>
                  <a:cubicBezTo>
                    <a:pt x="7310" y="39634"/>
                    <a:pt x="7109" y="39575"/>
                    <a:pt x="6910" y="39511"/>
                  </a:cubicBezTo>
                  <a:cubicBezTo>
                    <a:pt x="6711" y="39446"/>
                    <a:pt x="6514" y="39375"/>
                    <a:pt x="6319" y="39298"/>
                  </a:cubicBezTo>
                  <a:cubicBezTo>
                    <a:pt x="6124" y="39221"/>
                    <a:pt x="5932" y="39137"/>
                    <a:pt x="5742" y="39048"/>
                  </a:cubicBezTo>
                  <a:cubicBezTo>
                    <a:pt x="5553" y="38959"/>
                    <a:pt x="5366" y="38864"/>
                    <a:pt x="5182" y="38763"/>
                  </a:cubicBezTo>
                  <a:cubicBezTo>
                    <a:pt x="4999" y="38662"/>
                    <a:pt x="4819" y="38556"/>
                    <a:pt x="4642" y="38443"/>
                  </a:cubicBezTo>
                  <a:cubicBezTo>
                    <a:pt x="4465" y="38331"/>
                    <a:pt x="4292" y="38213"/>
                    <a:pt x="4122" y="38090"/>
                  </a:cubicBezTo>
                  <a:cubicBezTo>
                    <a:pt x="3953" y="37967"/>
                    <a:pt x="3787" y="37839"/>
                    <a:pt x="3626" y="37705"/>
                  </a:cubicBezTo>
                  <a:cubicBezTo>
                    <a:pt x="3464" y="37572"/>
                    <a:pt x="3307" y="37433"/>
                    <a:pt x="3155" y="37290"/>
                  </a:cubicBezTo>
                  <a:cubicBezTo>
                    <a:pt x="3002" y="37146"/>
                    <a:pt x="2854" y="36998"/>
                    <a:pt x="2710" y="36845"/>
                  </a:cubicBezTo>
                  <a:cubicBezTo>
                    <a:pt x="2567" y="36693"/>
                    <a:pt x="2428" y="36536"/>
                    <a:pt x="2295" y="36374"/>
                  </a:cubicBezTo>
                  <a:cubicBezTo>
                    <a:pt x="2161" y="36213"/>
                    <a:pt x="2033" y="36047"/>
                    <a:pt x="1910" y="35878"/>
                  </a:cubicBezTo>
                  <a:cubicBezTo>
                    <a:pt x="1787" y="35708"/>
                    <a:pt x="1669" y="35535"/>
                    <a:pt x="1557" y="35358"/>
                  </a:cubicBezTo>
                  <a:cubicBezTo>
                    <a:pt x="1444" y="35181"/>
                    <a:pt x="1338" y="35001"/>
                    <a:pt x="1237" y="34818"/>
                  </a:cubicBezTo>
                  <a:cubicBezTo>
                    <a:pt x="1136" y="34634"/>
                    <a:pt x="1041" y="34447"/>
                    <a:pt x="952" y="34258"/>
                  </a:cubicBezTo>
                  <a:cubicBezTo>
                    <a:pt x="863" y="34068"/>
                    <a:pt x="779" y="33876"/>
                    <a:pt x="702" y="33681"/>
                  </a:cubicBezTo>
                  <a:cubicBezTo>
                    <a:pt x="625" y="33486"/>
                    <a:pt x="554" y="33289"/>
                    <a:pt x="489" y="33090"/>
                  </a:cubicBezTo>
                  <a:cubicBezTo>
                    <a:pt x="425" y="32891"/>
                    <a:pt x="366" y="32690"/>
                    <a:pt x="314" y="32487"/>
                  </a:cubicBezTo>
                  <a:cubicBezTo>
                    <a:pt x="262" y="32284"/>
                    <a:pt x="216" y="32080"/>
                    <a:pt x="177" y="31874"/>
                  </a:cubicBezTo>
                  <a:cubicBezTo>
                    <a:pt x="138" y="31668"/>
                    <a:pt x="105" y="31461"/>
                    <a:pt x="79" y="31253"/>
                  </a:cubicBezTo>
                  <a:cubicBezTo>
                    <a:pt x="53" y="31046"/>
                    <a:pt x="33" y="30837"/>
                    <a:pt x="20" y="30628"/>
                  </a:cubicBezTo>
                  <a:cubicBezTo>
                    <a:pt x="7" y="30419"/>
                    <a:pt x="0" y="30209"/>
                    <a:pt x="0" y="3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3" name="probe-lucide-clipboard-check-part-2"/>
            <p:cNvSpPr/>
            <p:nvPr/>
          </p:nvSpPr>
          <p:spPr>
            <a:xfrm>
              <a:off x="40000" y="40000"/>
              <a:ext cx="160000" cy="180000"/>
            </a:xfrm>
            <a:custGeom>
              <a:avLst/>
              <a:gdLst/>
              <a:ahLst/>
              <a:cxnLst/>
              <a:rect l="0" t="0" r="r" b="b"/>
              <a:pathLst>
                <a:path w="160000" h="180000">
                  <a:moveTo>
                    <a:pt x="1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60000"/>
                  </a:lnTo>
                  <a:cubicBezTo>
                    <a:pt x="160000" y="160419"/>
                    <a:pt x="159987" y="160838"/>
                    <a:pt x="159961" y="161256"/>
                  </a:cubicBezTo>
                  <a:cubicBezTo>
                    <a:pt x="159934" y="161674"/>
                    <a:pt x="159895" y="162091"/>
                    <a:pt x="159842" y="162507"/>
                  </a:cubicBezTo>
                  <a:cubicBezTo>
                    <a:pt x="159790" y="162922"/>
                    <a:pt x="159724" y="163336"/>
                    <a:pt x="159646" y="163748"/>
                  </a:cubicBezTo>
                  <a:cubicBezTo>
                    <a:pt x="159567" y="164159"/>
                    <a:pt x="159476" y="164568"/>
                    <a:pt x="159372" y="164974"/>
                  </a:cubicBezTo>
                  <a:cubicBezTo>
                    <a:pt x="159267" y="165380"/>
                    <a:pt x="159151" y="165782"/>
                    <a:pt x="159021" y="166180"/>
                  </a:cubicBezTo>
                  <a:cubicBezTo>
                    <a:pt x="158892" y="166579"/>
                    <a:pt x="158750" y="166973"/>
                    <a:pt x="158596" y="167362"/>
                  </a:cubicBezTo>
                  <a:cubicBezTo>
                    <a:pt x="158441" y="167752"/>
                    <a:pt x="158275" y="168137"/>
                    <a:pt x="158097" y="168516"/>
                  </a:cubicBezTo>
                  <a:cubicBezTo>
                    <a:pt x="157918" y="168895"/>
                    <a:pt x="157728" y="169268"/>
                    <a:pt x="157526" y="169635"/>
                  </a:cubicBezTo>
                  <a:cubicBezTo>
                    <a:pt x="157324" y="170002"/>
                    <a:pt x="157111" y="170363"/>
                    <a:pt x="156887" y="170717"/>
                  </a:cubicBezTo>
                  <a:cubicBezTo>
                    <a:pt x="156662" y="171070"/>
                    <a:pt x="156427" y="171417"/>
                    <a:pt x="156180" y="171756"/>
                  </a:cubicBezTo>
                  <a:cubicBezTo>
                    <a:pt x="155934" y="172095"/>
                    <a:pt x="155677" y="172426"/>
                    <a:pt x="155410" y="172748"/>
                  </a:cubicBezTo>
                  <a:cubicBezTo>
                    <a:pt x="155143" y="173071"/>
                    <a:pt x="154866" y="173386"/>
                    <a:pt x="154579" y="173691"/>
                  </a:cubicBezTo>
                  <a:cubicBezTo>
                    <a:pt x="154293" y="173996"/>
                    <a:pt x="153996" y="174293"/>
                    <a:pt x="153691" y="174579"/>
                  </a:cubicBezTo>
                  <a:cubicBezTo>
                    <a:pt x="153386" y="174866"/>
                    <a:pt x="153071" y="175143"/>
                    <a:pt x="152748" y="175410"/>
                  </a:cubicBezTo>
                  <a:cubicBezTo>
                    <a:pt x="152426" y="175677"/>
                    <a:pt x="152095" y="175934"/>
                    <a:pt x="151756" y="176180"/>
                  </a:cubicBezTo>
                  <a:cubicBezTo>
                    <a:pt x="151417" y="176427"/>
                    <a:pt x="151070" y="176662"/>
                    <a:pt x="150717" y="176887"/>
                  </a:cubicBezTo>
                  <a:cubicBezTo>
                    <a:pt x="150363" y="177111"/>
                    <a:pt x="150002" y="177324"/>
                    <a:pt x="149635" y="177526"/>
                  </a:cubicBezTo>
                  <a:cubicBezTo>
                    <a:pt x="149268" y="177728"/>
                    <a:pt x="148895" y="177918"/>
                    <a:pt x="148516" y="178097"/>
                  </a:cubicBezTo>
                  <a:cubicBezTo>
                    <a:pt x="148137" y="178275"/>
                    <a:pt x="147752" y="178441"/>
                    <a:pt x="147362" y="178596"/>
                  </a:cubicBezTo>
                  <a:cubicBezTo>
                    <a:pt x="146973" y="178750"/>
                    <a:pt x="146579" y="178892"/>
                    <a:pt x="146180" y="179021"/>
                  </a:cubicBezTo>
                  <a:cubicBezTo>
                    <a:pt x="145782" y="179151"/>
                    <a:pt x="145380" y="179267"/>
                    <a:pt x="144974" y="179372"/>
                  </a:cubicBezTo>
                  <a:cubicBezTo>
                    <a:pt x="144568" y="179476"/>
                    <a:pt x="144159" y="179567"/>
                    <a:pt x="143748" y="179646"/>
                  </a:cubicBezTo>
                  <a:cubicBezTo>
                    <a:pt x="143336" y="179724"/>
                    <a:pt x="142922" y="179790"/>
                    <a:pt x="142507" y="179842"/>
                  </a:cubicBezTo>
                  <a:cubicBezTo>
                    <a:pt x="142091" y="179895"/>
                    <a:pt x="141674" y="179934"/>
                    <a:pt x="141256" y="179961"/>
                  </a:cubicBezTo>
                  <a:cubicBezTo>
                    <a:pt x="140838" y="179987"/>
                    <a:pt x="140419" y="180000"/>
                    <a:pt x="14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4" name="probe-lucide-clipboard-check-part-3"/>
            <p:cNvSpPr/>
            <p:nvPr/>
          </p:nvSpPr>
          <p:spPr>
            <a:xfrm>
              <a:off x="90000" y="12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5" name="probe-lucide-dna" descr="dna — Lucide Icons and Contributors; preserve the bundled full upstream license. Source: https://github.com/lucide-icons/lucide/blob/20aef31db93fe4d9f398dbb15b120d99c48eef95/icons/dna.svg; SVG SHA256: fb1e39ad72394a4090aaaeb620fc8057d72e3df9497cbbbd26247ba57e747431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06" name="probe-lucide-dna-part-1"/>
            <p:cNvSpPr/>
            <p:nvPr/>
          </p:nvSpPr>
          <p:spPr>
            <a:xfrm>
              <a:off x="100000" y="160000"/>
              <a:ext cx="15000" cy="15000"/>
            </a:xfrm>
            <a:custGeom>
              <a:avLst/>
              <a:gdLst/>
              <a:ahLst/>
              <a:cxnLst/>
              <a:rect l="0" t="0" r="r" b="b"/>
              <a:pathLst>
                <a:path w="15000" h="15000">
                  <a:moveTo>
                    <a:pt x="0" y="0"/>
                  </a:moveTo>
                  <a:lnTo>
                    <a:pt x="15000" y="1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7" name="probe-lucide-dna-part-2"/>
            <p:cNvSpPr/>
            <p:nvPr/>
          </p:nvSpPr>
          <p:spPr>
            <a:xfrm>
              <a:off x="125000" y="65000"/>
              <a:ext cx="15000" cy="15000"/>
            </a:xfrm>
            <a:custGeom>
              <a:avLst/>
              <a:gdLst/>
              <a:ahLst/>
              <a:cxnLst/>
              <a:rect l="0" t="0" r="r" b="b"/>
              <a:pathLst>
                <a:path w="15000" h="15000">
                  <a:moveTo>
                    <a:pt x="15000" y="15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8" name="probe-lucide-dna-part-3"/>
            <p:cNvSpPr/>
            <p:nvPr/>
          </p:nvSpPr>
          <p:spPr>
            <a:xfrm>
              <a:off x="121930" y="20000"/>
              <a:ext cx="28070" cy="59930"/>
            </a:xfrm>
            <a:custGeom>
              <a:avLst/>
              <a:gdLst/>
              <a:ahLst/>
              <a:cxnLst/>
              <a:rect l="0" t="0" r="r" b="b"/>
              <a:pathLst>
                <a:path w="28070" h="59930">
                  <a:moveTo>
                    <a:pt x="28070" y="0"/>
                  </a:moveTo>
                  <a:cubicBezTo>
                    <a:pt x="10090" y="19980"/>
                    <a:pt x="2890" y="39950"/>
                    <a:pt x="0" y="5993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9" name="probe-lucide-dna-part-4"/>
            <p:cNvSpPr/>
            <p:nvPr/>
          </p:nvSpPr>
          <p:spPr>
            <a:xfrm>
              <a:off x="165000" y="105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1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0" name="probe-lucide-dna-part-5"/>
            <p:cNvSpPr/>
            <p:nvPr/>
          </p:nvSpPr>
          <p:spPr>
            <a:xfrm>
              <a:off x="141090" y="31090"/>
              <a:ext cx="28910" cy="28910"/>
            </a:xfrm>
            <a:custGeom>
              <a:avLst/>
              <a:gdLst/>
              <a:ahLst/>
              <a:cxnLst/>
              <a:rect l="0" t="0" r="r" b="b"/>
              <a:pathLst>
                <a:path w="28910" h="28910">
                  <a:moveTo>
                    <a:pt x="28910" y="2891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1" name="probe-lucide-dna-part-6"/>
            <p:cNvSpPr/>
            <p:nvPr/>
          </p:nvSpPr>
          <p:spPr>
            <a:xfrm>
              <a:off x="20000" y="90000"/>
              <a:ext cx="200000" cy="60000"/>
            </a:xfrm>
            <a:custGeom>
              <a:avLst/>
              <a:gdLst/>
              <a:ahLst/>
              <a:cxnLst/>
              <a:rect l="0" t="0" r="r" b="b"/>
              <a:pathLst>
                <a:path w="200000" h="60000">
                  <a:moveTo>
                    <a:pt x="0" y="60000"/>
                  </a:moveTo>
                  <a:cubicBezTo>
                    <a:pt x="66670" y="0"/>
                    <a:pt x="133330" y="60000"/>
                    <a:pt x="20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2" name="probe-lucide-dna-part-7"/>
            <p:cNvSpPr/>
            <p:nvPr/>
          </p:nvSpPr>
          <p:spPr>
            <a:xfrm>
              <a:off x="200000" y="90000"/>
              <a:ext cx="8910" cy="8910"/>
            </a:xfrm>
            <a:custGeom>
              <a:avLst/>
              <a:gdLst/>
              <a:ahLst/>
              <a:cxnLst/>
              <a:rect l="0" t="0" r="r" b="b"/>
              <a:pathLst>
                <a:path w="8910" h="8910">
                  <a:moveTo>
                    <a:pt x="0" y="0"/>
                  </a:moveTo>
                  <a:lnTo>
                    <a:pt x="8910" y="891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3" name="probe-lucide-dna-part-8"/>
            <p:cNvSpPr/>
            <p:nvPr/>
          </p:nvSpPr>
          <p:spPr>
            <a:xfrm>
              <a:off x="31090" y="141090"/>
              <a:ext cx="8910" cy="8910"/>
            </a:xfrm>
            <a:custGeom>
              <a:avLst/>
              <a:gdLst/>
              <a:ahLst/>
              <a:cxnLst/>
              <a:rect l="0" t="0" r="r" b="b"/>
              <a:pathLst>
                <a:path w="8910" h="8910">
                  <a:moveTo>
                    <a:pt x="0" y="0"/>
                  </a:moveTo>
                  <a:lnTo>
                    <a:pt x="8910" y="891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4" name="probe-lucide-dna-part-9"/>
            <p:cNvSpPr/>
            <p:nvPr/>
          </p:nvSpPr>
          <p:spPr>
            <a:xfrm>
              <a:off x="65000" y="125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1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5" name="probe-lucide-dna-part-10"/>
            <p:cNvSpPr/>
            <p:nvPr/>
          </p:nvSpPr>
          <p:spPr>
            <a:xfrm>
              <a:off x="70000" y="180000"/>
              <a:ext cx="28910" cy="28910"/>
            </a:xfrm>
            <a:custGeom>
              <a:avLst/>
              <a:gdLst/>
              <a:ahLst/>
              <a:cxnLst/>
              <a:rect l="0" t="0" r="r" b="b"/>
              <a:pathLst>
                <a:path w="28910" h="28910">
                  <a:moveTo>
                    <a:pt x="0" y="0"/>
                  </a:moveTo>
                  <a:lnTo>
                    <a:pt x="28910" y="2891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6" name="probe-lucide-dna-part-11"/>
            <p:cNvSpPr/>
            <p:nvPr/>
          </p:nvSpPr>
          <p:spPr>
            <a:xfrm>
              <a:off x="90000" y="160070"/>
              <a:ext cx="28070" cy="59930"/>
            </a:xfrm>
            <a:custGeom>
              <a:avLst/>
              <a:gdLst/>
              <a:ahLst/>
              <a:cxnLst/>
              <a:rect l="0" t="0" r="r" b="b"/>
              <a:pathLst>
                <a:path w="28070" h="59930">
                  <a:moveTo>
                    <a:pt x="0" y="59930"/>
                  </a:moveTo>
                  <a:cubicBezTo>
                    <a:pt x="17980" y="39950"/>
                    <a:pt x="25180" y="19980"/>
                    <a:pt x="2807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7" name="probe-lucide-droplet" descr="droplet — Lucide Icons and Contributors; preserve the bundled full upstream license. Source: https://github.com/lucide-icons/lucide/blob/20aef31db93fe4d9f398dbb15b120d99c48eef95/icons/droplet.svg; SVG SHA256: abca4df60f91c605d945c6fe5ee0e6c919b53116d81e268f4581f8841bf24751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18" name="probe-lucide-droplet-part-1"/>
            <p:cNvSpPr/>
            <p:nvPr/>
          </p:nvSpPr>
          <p:spPr>
            <a:xfrm>
              <a:off x="50000" y="30000"/>
              <a:ext cx="140000" cy="190000"/>
            </a:xfrm>
            <a:custGeom>
              <a:avLst/>
              <a:gdLst/>
              <a:ahLst/>
              <a:cxnLst/>
              <a:rect l="0" t="0" r="r" b="b"/>
              <a:pathLst>
                <a:path w="140000" h="190000">
                  <a:moveTo>
                    <a:pt x="70000" y="190000"/>
                  </a:moveTo>
                  <a:cubicBezTo>
                    <a:pt x="71466" y="190000"/>
                    <a:pt x="72932" y="189954"/>
                    <a:pt x="74395" y="189862"/>
                  </a:cubicBezTo>
                  <a:cubicBezTo>
                    <a:pt x="75859" y="189770"/>
                    <a:pt x="77319" y="189632"/>
                    <a:pt x="78773" y="189448"/>
                  </a:cubicBezTo>
                  <a:cubicBezTo>
                    <a:pt x="80228" y="189264"/>
                    <a:pt x="81676" y="189035"/>
                    <a:pt x="83117" y="188760"/>
                  </a:cubicBezTo>
                  <a:cubicBezTo>
                    <a:pt x="84557" y="188485"/>
                    <a:pt x="85988" y="188165"/>
                    <a:pt x="87408" y="187801"/>
                  </a:cubicBezTo>
                  <a:cubicBezTo>
                    <a:pt x="88828" y="187436"/>
                    <a:pt x="90237" y="187027"/>
                    <a:pt x="91631" y="186574"/>
                  </a:cubicBezTo>
                  <a:cubicBezTo>
                    <a:pt x="93026" y="186121"/>
                    <a:pt x="94405" y="185624"/>
                    <a:pt x="95769" y="185084"/>
                  </a:cubicBezTo>
                  <a:cubicBezTo>
                    <a:pt x="97132" y="184545"/>
                    <a:pt x="98478" y="183962"/>
                    <a:pt x="99805" y="183338"/>
                  </a:cubicBezTo>
                  <a:cubicBezTo>
                    <a:pt x="101131" y="182714"/>
                    <a:pt x="102438" y="182048"/>
                    <a:pt x="103723" y="181341"/>
                  </a:cubicBezTo>
                  <a:cubicBezTo>
                    <a:pt x="105008" y="180635"/>
                    <a:pt x="106270" y="179889"/>
                    <a:pt x="107508" y="179103"/>
                  </a:cubicBezTo>
                  <a:cubicBezTo>
                    <a:pt x="108746" y="178317"/>
                    <a:pt x="109959" y="177493"/>
                    <a:pt x="111145" y="176631"/>
                  </a:cubicBezTo>
                  <a:cubicBezTo>
                    <a:pt x="112331" y="175769"/>
                    <a:pt x="113490" y="174871"/>
                    <a:pt x="114620" y="173936"/>
                  </a:cubicBezTo>
                  <a:cubicBezTo>
                    <a:pt x="115749" y="173001"/>
                    <a:pt x="116849" y="172031"/>
                    <a:pt x="117918" y="171028"/>
                  </a:cubicBezTo>
                  <a:cubicBezTo>
                    <a:pt x="118987" y="170024"/>
                    <a:pt x="120024" y="168987"/>
                    <a:pt x="121028" y="167918"/>
                  </a:cubicBezTo>
                  <a:cubicBezTo>
                    <a:pt x="122031" y="166849"/>
                    <a:pt x="123001" y="165749"/>
                    <a:pt x="123936" y="164620"/>
                  </a:cubicBezTo>
                  <a:cubicBezTo>
                    <a:pt x="124871" y="163490"/>
                    <a:pt x="125769" y="162331"/>
                    <a:pt x="126631" y="161145"/>
                  </a:cubicBezTo>
                  <a:cubicBezTo>
                    <a:pt x="127493" y="159959"/>
                    <a:pt x="128317" y="158746"/>
                    <a:pt x="129103" y="157508"/>
                  </a:cubicBezTo>
                  <a:cubicBezTo>
                    <a:pt x="129889" y="156270"/>
                    <a:pt x="130635" y="155008"/>
                    <a:pt x="131341" y="153723"/>
                  </a:cubicBezTo>
                  <a:cubicBezTo>
                    <a:pt x="132048" y="152438"/>
                    <a:pt x="132714" y="151131"/>
                    <a:pt x="133338" y="149805"/>
                  </a:cubicBezTo>
                  <a:cubicBezTo>
                    <a:pt x="133962" y="148478"/>
                    <a:pt x="134545" y="147132"/>
                    <a:pt x="135084" y="145769"/>
                  </a:cubicBezTo>
                  <a:cubicBezTo>
                    <a:pt x="135624" y="144405"/>
                    <a:pt x="136121" y="143026"/>
                    <a:pt x="136574" y="141631"/>
                  </a:cubicBezTo>
                  <a:cubicBezTo>
                    <a:pt x="137027" y="140237"/>
                    <a:pt x="137436" y="138828"/>
                    <a:pt x="137801" y="137408"/>
                  </a:cubicBezTo>
                  <a:cubicBezTo>
                    <a:pt x="138165" y="135988"/>
                    <a:pt x="138485" y="134557"/>
                    <a:pt x="138760" y="133117"/>
                  </a:cubicBezTo>
                  <a:cubicBezTo>
                    <a:pt x="139035" y="131676"/>
                    <a:pt x="139264" y="130228"/>
                    <a:pt x="139448" y="128773"/>
                  </a:cubicBezTo>
                  <a:cubicBezTo>
                    <a:pt x="139632" y="127319"/>
                    <a:pt x="139770" y="125859"/>
                    <a:pt x="139862" y="124395"/>
                  </a:cubicBezTo>
                  <a:cubicBezTo>
                    <a:pt x="139954" y="122932"/>
                    <a:pt x="140000" y="121466"/>
                    <a:pt x="140000" y="120000"/>
                  </a:cubicBezTo>
                  <a:cubicBezTo>
                    <a:pt x="140000" y="100000"/>
                    <a:pt x="130000" y="81000"/>
                    <a:pt x="110000" y="65000"/>
                  </a:cubicBezTo>
                  <a:cubicBezTo>
                    <a:pt x="90000" y="49000"/>
                    <a:pt x="75000" y="25000"/>
                    <a:pt x="70000" y="0"/>
                  </a:cubicBezTo>
                  <a:cubicBezTo>
                    <a:pt x="65000" y="25000"/>
                    <a:pt x="50000" y="49000"/>
                    <a:pt x="30000" y="65000"/>
                  </a:cubicBezTo>
                  <a:cubicBezTo>
                    <a:pt x="10000" y="81000"/>
                    <a:pt x="0" y="100000"/>
                    <a:pt x="0" y="120000"/>
                  </a:cubicBezTo>
                  <a:cubicBezTo>
                    <a:pt x="0" y="121466"/>
                    <a:pt x="46" y="122932"/>
                    <a:pt x="138" y="124395"/>
                  </a:cubicBezTo>
                  <a:cubicBezTo>
                    <a:pt x="230" y="125859"/>
                    <a:pt x="368" y="127319"/>
                    <a:pt x="552" y="128773"/>
                  </a:cubicBezTo>
                  <a:cubicBezTo>
                    <a:pt x="736" y="130228"/>
                    <a:pt x="965" y="131676"/>
                    <a:pt x="1240" y="133117"/>
                  </a:cubicBezTo>
                  <a:cubicBezTo>
                    <a:pt x="1515" y="134557"/>
                    <a:pt x="1835" y="135988"/>
                    <a:pt x="2199" y="137408"/>
                  </a:cubicBezTo>
                  <a:cubicBezTo>
                    <a:pt x="2564" y="138828"/>
                    <a:pt x="2973" y="140237"/>
                    <a:pt x="3426" y="141631"/>
                  </a:cubicBezTo>
                  <a:cubicBezTo>
                    <a:pt x="3879" y="143026"/>
                    <a:pt x="4376" y="144405"/>
                    <a:pt x="4916" y="145769"/>
                  </a:cubicBezTo>
                  <a:cubicBezTo>
                    <a:pt x="5455" y="147132"/>
                    <a:pt x="6038" y="148478"/>
                    <a:pt x="6662" y="149805"/>
                  </a:cubicBezTo>
                  <a:cubicBezTo>
                    <a:pt x="7286" y="151131"/>
                    <a:pt x="7952" y="152438"/>
                    <a:pt x="8659" y="153723"/>
                  </a:cubicBezTo>
                  <a:cubicBezTo>
                    <a:pt x="9365" y="155008"/>
                    <a:pt x="10111" y="156270"/>
                    <a:pt x="10897" y="157508"/>
                  </a:cubicBezTo>
                  <a:cubicBezTo>
                    <a:pt x="11683" y="158746"/>
                    <a:pt x="12507" y="159959"/>
                    <a:pt x="13369" y="161145"/>
                  </a:cubicBezTo>
                  <a:cubicBezTo>
                    <a:pt x="14231" y="162331"/>
                    <a:pt x="15129" y="163490"/>
                    <a:pt x="16064" y="164620"/>
                  </a:cubicBezTo>
                  <a:cubicBezTo>
                    <a:pt x="16999" y="165749"/>
                    <a:pt x="17969" y="166849"/>
                    <a:pt x="18972" y="167918"/>
                  </a:cubicBezTo>
                  <a:cubicBezTo>
                    <a:pt x="19976" y="168987"/>
                    <a:pt x="21013" y="170024"/>
                    <a:pt x="22082" y="171028"/>
                  </a:cubicBezTo>
                  <a:cubicBezTo>
                    <a:pt x="23151" y="172031"/>
                    <a:pt x="24251" y="173001"/>
                    <a:pt x="25380" y="173936"/>
                  </a:cubicBezTo>
                  <a:cubicBezTo>
                    <a:pt x="26510" y="174871"/>
                    <a:pt x="27669" y="175769"/>
                    <a:pt x="28855" y="176631"/>
                  </a:cubicBezTo>
                  <a:cubicBezTo>
                    <a:pt x="30041" y="177493"/>
                    <a:pt x="31254" y="178317"/>
                    <a:pt x="32492" y="179103"/>
                  </a:cubicBezTo>
                  <a:cubicBezTo>
                    <a:pt x="33730" y="179889"/>
                    <a:pt x="34992" y="180635"/>
                    <a:pt x="36277" y="181341"/>
                  </a:cubicBezTo>
                  <a:cubicBezTo>
                    <a:pt x="37562" y="182048"/>
                    <a:pt x="38869" y="182714"/>
                    <a:pt x="40195" y="183338"/>
                  </a:cubicBezTo>
                  <a:cubicBezTo>
                    <a:pt x="41522" y="183962"/>
                    <a:pt x="42868" y="184545"/>
                    <a:pt x="44231" y="185084"/>
                  </a:cubicBezTo>
                  <a:cubicBezTo>
                    <a:pt x="45595" y="185624"/>
                    <a:pt x="46974" y="186121"/>
                    <a:pt x="48369" y="186574"/>
                  </a:cubicBezTo>
                  <a:cubicBezTo>
                    <a:pt x="49763" y="187027"/>
                    <a:pt x="51172" y="187436"/>
                    <a:pt x="52592" y="187801"/>
                  </a:cubicBezTo>
                  <a:cubicBezTo>
                    <a:pt x="54012" y="188165"/>
                    <a:pt x="55443" y="188485"/>
                    <a:pt x="56883" y="188760"/>
                  </a:cubicBezTo>
                  <a:cubicBezTo>
                    <a:pt x="58324" y="189035"/>
                    <a:pt x="59772" y="189264"/>
                    <a:pt x="61227" y="189448"/>
                  </a:cubicBezTo>
                  <a:cubicBezTo>
                    <a:pt x="62681" y="189632"/>
                    <a:pt x="64141" y="189770"/>
                    <a:pt x="65605" y="189862"/>
                  </a:cubicBezTo>
                  <a:cubicBezTo>
                    <a:pt x="67068" y="189954"/>
                    <a:pt x="68534" y="190000"/>
                    <a:pt x="70000" y="19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9" name="probe-lucide-flask-conical" descr="flask-conical — Lucide Icons and Contributors; preserve the bundled full upstream license. Source: https://github.com/lucide-icons/lucide/blob/20aef31db93fe4d9f398dbb15b120d99c48eef95/icons/flask-conical.svg; SVG SHA256: a2ce857c159bef4c128a6d9f0b6dcbd6504ecf1a2a670ee220efd14fd032b561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20" name="probe-lucide-flask-conical-part-1"/>
            <p:cNvSpPr/>
            <p:nvPr/>
          </p:nvSpPr>
          <p:spPr>
            <a:xfrm>
              <a:off x="39995" y="20000"/>
              <a:ext cx="160009" cy="200000"/>
            </a:xfrm>
            <a:custGeom>
              <a:avLst/>
              <a:gdLst/>
              <a:ahLst/>
              <a:cxnLst/>
              <a:rect l="0" t="0" r="r" b="b"/>
              <a:pathLst>
                <a:path w="160009" h="200000">
                  <a:moveTo>
                    <a:pt x="100005" y="0"/>
                  </a:moveTo>
                  <a:lnTo>
                    <a:pt x="100005" y="60000"/>
                  </a:lnTo>
                  <a:cubicBezTo>
                    <a:pt x="100004" y="60417"/>
                    <a:pt x="100017" y="60834"/>
                    <a:pt x="100043" y="61251"/>
                  </a:cubicBezTo>
                  <a:cubicBezTo>
                    <a:pt x="100069" y="61667"/>
                    <a:pt x="100108" y="62083"/>
                    <a:pt x="100160" y="62497"/>
                  </a:cubicBezTo>
                  <a:cubicBezTo>
                    <a:pt x="100212" y="62910"/>
                    <a:pt x="100277" y="63323"/>
                    <a:pt x="100354" y="63733"/>
                  </a:cubicBezTo>
                  <a:cubicBezTo>
                    <a:pt x="100432" y="64143"/>
                    <a:pt x="100523" y="64550"/>
                    <a:pt x="100626" y="64954"/>
                  </a:cubicBezTo>
                  <a:cubicBezTo>
                    <a:pt x="100729" y="65358"/>
                    <a:pt x="100845" y="65759"/>
                    <a:pt x="100973" y="66156"/>
                  </a:cubicBezTo>
                  <a:cubicBezTo>
                    <a:pt x="101101" y="66553"/>
                    <a:pt x="101242" y="66946"/>
                    <a:pt x="101395" y="67334"/>
                  </a:cubicBezTo>
                  <a:cubicBezTo>
                    <a:pt x="101547" y="67723"/>
                    <a:pt x="101712" y="68106"/>
                    <a:pt x="101889" y="68484"/>
                  </a:cubicBezTo>
                  <a:cubicBezTo>
                    <a:pt x="102066" y="68862"/>
                    <a:pt x="102255" y="69234"/>
                    <a:pt x="102455" y="69600"/>
                  </a:cubicBezTo>
                  <a:lnTo>
                    <a:pt x="157555" y="170400"/>
                  </a:lnTo>
                  <a:cubicBezTo>
                    <a:pt x="157756" y="170767"/>
                    <a:pt x="157945" y="171141"/>
                    <a:pt x="158122" y="171520"/>
                  </a:cubicBezTo>
                  <a:cubicBezTo>
                    <a:pt x="158300" y="171899"/>
                    <a:pt x="158465" y="172283"/>
                    <a:pt x="158619" y="172673"/>
                  </a:cubicBezTo>
                  <a:cubicBezTo>
                    <a:pt x="158772" y="173062"/>
                    <a:pt x="158913" y="173456"/>
                    <a:pt x="159042" y="173855"/>
                  </a:cubicBezTo>
                  <a:cubicBezTo>
                    <a:pt x="159170" y="174253"/>
                    <a:pt x="159286" y="174655"/>
                    <a:pt x="159390" y="175061"/>
                  </a:cubicBezTo>
                  <a:cubicBezTo>
                    <a:pt x="159493" y="175466"/>
                    <a:pt x="159584" y="175875"/>
                    <a:pt x="159661" y="176286"/>
                  </a:cubicBezTo>
                  <a:cubicBezTo>
                    <a:pt x="159739" y="176698"/>
                    <a:pt x="159804" y="177111"/>
                    <a:pt x="159856" y="177527"/>
                  </a:cubicBezTo>
                  <a:cubicBezTo>
                    <a:pt x="159907" y="177942"/>
                    <a:pt x="159946" y="178359"/>
                    <a:pt x="159972" y="178777"/>
                  </a:cubicBezTo>
                  <a:cubicBezTo>
                    <a:pt x="159997" y="179194"/>
                    <a:pt x="160010" y="179613"/>
                    <a:pt x="160009" y="180031"/>
                  </a:cubicBezTo>
                  <a:cubicBezTo>
                    <a:pt x="160009" y="180450"/>
                    <a:pt x="159995" y="180868"/>
                    <a:pt x="159968" y="181286"/>
                  </a:cubicBezTo>
                  <a:cubicBezTo>
                    <a:pt x="159941" y="181704"/>
                    <a:pt x="159901" y="182121"/>
                    <a:pt x="159848" y="182536"/>
                  </a:cubicBezTo>
                  <a:cubicBezTo>
                    <a:pt x="159795" y="182951"/>
                    <a:pt x="159729" y="183364"/>
                    <a:pt x="159650" y="183775"/>
                  </a:cubicBezTo>
                  <a:cubicBezTo>
                    <a:pt x="159571" y="184186"/>
                    <a:pt x="159479" y="184595"/>
                    <a:pt x="159374" y="185000"/>
                  </a:cubicBezTo>
                  <a:cubicBezTo>
                    <a:pt x="159270" y="185405"/>
                    <a:pt x="159152" y="185807"/>
                    <a:pt x="159022" y="186205"/>
                  </a:cubicBezTo>
                  <a:cubicBezTo>
                    <a:pt x="158892" y="186603"/>
                    <a:pt x="158750" y="186997"/>
                    <a:pt x="158596" y="187386"/>
                  </a:cubicBezTo>
                  <a:cubicBezTo>
                    <a:pt x="158441" y="187775"/>
                    <a:pt x="158274" y="188159"/>
                    <a:pt x="158096" y="188537"/>
                  </a:cubicBezTo>
                  <a:cubicBezTo>
                    <a:pt x="157917" y="188916"/>
                    <a:pt x="157726" y="189289"/>
                    <a:pt x="157524" y="189655"/>
                  </a:cubicBezTo>
                  <a:cubicBezTo>
                    <a:pt x="157322" y="190022"/>
                    <a:pt x="157109" y="190382"/>
                    <a:pt x="156884" y="190735"/>
                  </a:cubicBezTo>
                  <a:cubicBezTo>
                    <a:pt x="156659" y="191088"/>
                    <a:pt x="156424" y="191434"/>
                    <a:pt x="156177" y="191772"/>
                  </a:cubicBezTo>
                  <a:cubicBezTo>
                    <a:pt x="155931" y="192111"/>
                    <a:pt x="155674" y="192441"/>
                    <a:pt x="155407" y="192764"/>
                  </a:cubicBezTo>
                  <a:cubicBezTo>
                    <a:pt x="155140" y="193086"/>
                    <a:pt x="154863" y="193400"/>
                    <a:pt x="154576" y="193704"/>
                  </a:cubicBezTo>
                  <a:cubicBezTo>
                    <a:pt x="154289" y="194009"/>
                    <a:pt x="153993" y="194305"/>
                    <a:pt x="153687" y="194591"/>
                  </a:cubicBezTo>
                  <a:cubicBezTo>
                    <a:pt x="153382" y="194878"/>
                    <a:pt x="153068" y="195154"/>
                    <a:pt x="152745" y="195421"/>
                  </a:cubicBezTo>
                  <a:cubicBezTo>
                    <a:pt x="152422" y="195687"/>
                    <a:pt x="152091" y="195944"/>
                    <a:pt x="151753" y="196189"/>
                  </a:cubicBezTo>
                  <a:cubicBezTo>
                    <a:pt x="151414" y="196435"/>
                    <a:pt x="151067" y="196670"/>
                    <a:pt x="150714" y="196894"/>
                  </a:cubicBezTo>
                  <a:cubicBezTo>
                    <a:pt x="150360" y="197118"/>
                    <a:pt x="150000" y="197331"/>
                    <a:pt x="149633" y="197532"/>
                  </a:cubicBezTo>
                  <a:cubicBezTo>
                    <a:pt x="149266" y="197734"/>
                    <a:pt x="148893" y="197924"/>
                    <a:pt x="148514" y="198102"/>
                  </a:cubicBezTo>
                  <a:cubicBezTo>
                    <a:pt x="148135" y="198280"/>
                    <a:pt x="147751" y="198446"/>
                    <a:pt x="147361" y="198600"/>
                  </a:cubicBezTo>
                  <a:cubicBezTo>
                    <a:pt x="146972" y="198753"/>
                    <a:pt x="146578" y="198895"/>
                    <a:pt x="146180" y="199024"/>
                  </a:cubicBezTo>
                  <a:cubicBezTo>
                    <a:pt x="145782" y="199153"/>
                    <a:pt x="145380" y="199270"/>
                    <a:pt x="144974" y="199374"/>
                  </a:cubicBezTo>
                  <a:cubicBezTo>
                    <a:pt x="144569" y="199478"/>
                    <a:pt x="144160" y="199569"/>
                    <a:pt x="143749" y="199647"/>
                  </a:cubicBezTo>
                  <a:cubicBezTo>
                    <a:pt x="143338" y="199725"/>
                    <a:pt x="142924" y="199791"/>
                    <a:pt x="142509" y="199843"/>
                  </a:cubicBezTo>
                  <a:cubicBezTo>
                    <a:pt x="142094" y="199895"/>
                    <a:pt x="141677" y="199935"/>
                    <a:pt x="141259" y="199961"/>
                  </a:cubicBezTo>
                  <a:cubicBezTo>
                    <a:pt x="140842" y="199987"/>
                    <a:pt x="140423" y="200000"/>
                    <a:pt x="140005" y="200000"/>
                  </a:cubicBezTo>
                  <a:lnTo>
                    <a:pt x="20005" y="200000"/>
                  </a:lnTo>
                  <a:cubicBezTo>
                    <a:pt x="19586" y="200000"/>
                    <a:pt x="19168" y="199987"/>
                    <a:pt x="18750" y="199961"/>
                  </a:cubicBezTo>
                  <a:cubicBezTo>
                    <a:pt x="18332" y="199935"/>
                    <a:pt x="17915" y="199895"/>
                    <a:pt x="17500" y="199843"/>
                  </a:cubicBezTo>
                  <a:cubicBezTo>
                    <a:pt x="17085" y="199791"/>
                    <a:pt x="16671" y="199725"/>
                    <a:pt x="16260" y="199647"/>
                  </a:cubicBezTo>
                  <a:cubicBezTo>
                    <a:pt x="15849" y="199569"/>
                    <a:pt x="15440" y="199478"/>
                    <a:pt x="15035" y="199374"/>
                  </a:cubicBezTo>
                  <a:cubicBezTo>
                    <a:pt x="14629" y="199270"/>
                    <a:pt x="14227" y="199153"/>
                    <a:pt x="13829" y="199024"/>
                  </a:cubicBezTo>
                  <a:cubicBezTo>
                    <a:pt x="13431" y="198895"/>
                    <a:pt x="13037" y="198753"/>
                    <a:pt x="12648" y="198600"/>
                  </a:cubicBezTo>
                  <a:cubicBezTo>
                    <a:pt x="12259" y="198446"/>
                    <a:pt x="11874" y="198280"/>
                    <a:pt x="11495" y="198102"/>
                  </a:cubicBezTo>
                  <a:cubicBezTo>
                    <a:pt x="11117" y="197924"/>
                    <a:pt x="10743" y="197734"/>
                    <a:pt x="10377" y="197532"/>
                  </a:cubicBezTo>
                  <a:cubicBezTo>
                    <a:pt x="10010" y="197331"/>
                    <a:pt x="9649" y="197118"/>
                    <a:pt x="9296" y="196894"/>
                  </a:cubicBezTo>
                  <a:cubicBezTo>
                    <a:pt x="8942" y="196670"/>
                    <a:pt x="8596" y="196435"/>
                    <a:pt x="8257" y="196189"/>
                  </a:cubicBezTo>
                  <a:cubicBezTo>
                    <a:pt x="7918" y="195944"/>
                    <a:pt x="7587" y="195687"/>
                    <a:pt x="7264" y="195421"/>
                  </a:cubicBezTo>
                  <a:cubicBezTo>
                    <a:pt x="6941" y="195154"/>
                    <a:pt x="6627" y="194878"/>
                    <a:pt x="6322" y="194591"/>
                  </a:cubicBezTo>
                  <a:cubicBezTo>
                    <a:pt x="6016" y="194305"/>
                    <a:pt x="5720" y="194009"/>
                    <a:pt x="5433" y="193704"/>
                  </a:cubicBezTo>
                  <a:cubicBezTo>
                    <a:pt x="5147" y="193400"/>
                    <a:pt x="4869" y="193086"/>
                    <a:pt x="4602" y="192764"/>
                  </a:cubicBezTo>
                  <a:cubicBezTo>
                    <a:pt x="4335" y="192441"/>
                    <a:pt x="4078" y="192111"/>
                    <a:pt x="3832" y="191772"/>
                  </a:cubicBezTo>
                  <a:cubicBezTo>
                    <a:pt x="3585" y="191434"/>
                    <a:pt x="3350" y="191088"/>
                    <a:pt x="3125" y="190735"/>
                  </a:cubicBezTo>
                  <a:cubicBezTo>
                    <a:pt x="2900" y="190382"/>
                    <a:pt x="2687" y="190022"/>
                    <a:pt x="2485" y="189655"/>
                  </a:cubicBezTo>
                  <a:cubicBezTo>
                    <a:pt x="2283" y="189289"/>
                    <a:pt x="2092" y="188916"/>
                    <a:pt x="1914" y="188537"/>
                  </a:cubicBezTo>
                  <a:cubicBezTo>
                    <a:pt x="1735" y="188159"/>
                    <a:pt x="1568" y="187775"/>
                    <a:pt x="1414" y="187386"/>
                  </a:cubicBezTo>
                  <a:cubicBezTo>
                    <a:pt x="1259" y="186997"/>
                    <a:pt x="1117" y="186603"/>
                    <a:pt x="987" y="186205"/>
                  </a:cubicBezTo>
                  <a:cubicBezTo>
                    <a:pt x="857" y="185807"/>
                    <a:pt x="740" y="185405"/>
                    <a:pt x="635" y="185000"/>
                  </a:cubicBezTo>
                  <a:cubicBezTo>
                    <a:pt x="530" y="184595"/>
                    <a:pt x="439" y="184186"/>
                    <a:pt x="360" y="183775"/>
                  </a:cubicBezTo>
                  <a:cubicBezTo>
                    <a:pt x="281" y="183364"/>
                    <a:pt x="214" y="182951"/>
                    <a:pt x="161" y="182536"/>
                  </a:cubicBezTo>
                  <a:cubicBezTo>
                    <a:pt x="108" y="182121"/>
                    <a:pt x="68" y="181704"/>
                    <a:pt x="41" y="181286"/>
                  </a:cubicBezTo>
                  <a:cubicBezTo>
                    <a:pt x="14" y="180868"/>
                    <a:pt x="1" y="180450"/>
                    <a:pt x="0" y="180031"/>
                  </a:cubicBezTo>
                  <a:cubicBezTo>
                    <a:pt x="-1" y="179613"/>
                    <a:pt x="12" y="179194"/>
                    <a:pt x="37" y="178777"/>
                  </a:cubicBezTo>
                  <a:cubicBezTo>
                    <a:pt x="63" y="178359"/>
                    <a:pt x="102" y="177942"/>
                    <a:pt x="154" y="177527"/>
                  </a:cubicBezTo>
                  <a:cubicBezTo>
                    <a:pt x="205" y="177111"/>
                    <a:pt x="270" y="176698"/>
                    <a:pt x="348" y="176286"/>
                  </a:cubicBezTo>
                  <a:cubicBezTo>
                    <a:pt x="426" y="175875"/>
                    <a:pt x="516" y="175466"/>
                    <a:pt x="619" y="175061"/>
                  </a:cubicBezTo>
                  <a:cubicBezTo>
                    <a:pt x="723" y="174655"/>
                    <a:pt x="839" y="174253"/>
                    <a:pt x="968" y="173855"/>
                  </a:cubicBezTo>
                  <a:cubicBezTo>
                    <a:pt x="1096" y="173456"/>
                    <a:pt x="1237" y="173062"/>
                    <a:pt x="1391" y="172673"/>
                  </a:cubicBezTo>
                  <a:cubicBezTo>
                    <a:pt x="1544" y="172283"/>
                    <a:pt x="1709" y="171899"/>
                    <a:pt x="1887" y="171520"/>
                  </a:cubicBezTo>
                  <a:cubicBezTo>
                    <a:pt x="2064" y="171141"/>
                    <a:pt x="2254" y="170767"/>
                    <a:pt x="2455" y="170400"/>
                  </a:cubicBezTo>
                  <a:lnTo>
                    <a:pt x="57555" y="69600"/>
                  </a:lnTo>
                  <a:cubicBezTo>
                    <a:pt x="57755" y="69234"/>
                    <a:pt x="57943" y="68862"/>
                    <a:pt x="58120" y="68484"/>
                  </a:cubicBezTo>
                  <a:cubicBezTo>
                    <a:pt x="58297" y="68106"/>
                    <a:pt x="58462" y="67723"/>
                    <a:pt x="58615" y="67334"/>
                  </a:cubicBezTo>
                  <a:cubicBezTo>
                    <a:pt x="58767" y="66946"/>
                    <a:pt x="58908" y="66553"/>
                    <a:pt x="59036" y="66156"/>
                  </a:cubicBezTo>
                  <a:cubicBezTo>
                    <a:pt x="59165" y="65759"/>
                    <a:pt x="59280" y="65358"/>
                    <a:pt x="59384" y="64954"/>
                  </a:cubicBezTo>
                  <a:cubicBezTo>
                    <a:pt x="59487" y="64550"/>
                    <a:pt x="59577" y="64143"/>
                    <a:pt x="59655" y="63733"/>
                  </a:cubicBezTo>
                  <a:cubicBezTo>
                    <a:pt x="59733" y="63323"/>
                    <a:pt x="59797" y="62910"/>
                    <a:pt x="59849" y="62497"/>
                  </a:cubicBezTo>
                  <a:cubicBezTo>
                    <a:pt x="59901" y="62083"/>
                    <a:pt x="59940" y="61667"/>
                    <a:pt x="59966" y="61251"/>
                  </a:cubicBezTo>
                  <a:cubicBezTo>
                    <a:pt x="59992" y="60834"/>
                    <a:pt x="60005" y="60417"/>
                    <a:pt x="60005" y="60000"/>
                  </a:cubicBezTo>
                  <a:lnTo>
                    <a:pt x="60005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1" name="probe-lucide-flask-conical-part-2"/>
            <p:cNvSpPr/>
            <p:nvPr/>
          </p:nvSpPr>
          <p:spPr>
            <a:xfrm>
              <a:off x="64530" y="150000"/>
              <a:ext cx="110940" cy="10"/>
            </a:xfrm>
            <a:custGeom>
              <a:avLst/>
              <a:gdLst/>
              <a:ahLst/>
              <a:cxnLst/>
              <a:rect l="0" t="0" r="r" b="b"/>
              <a:pathLst>
                <a:path w="110940" h="10">
                  <a:moveTo>
                    <a:pt x="0" y="0"/>
                  </a:moveTo>
                  <a:lnTo>
                    <a:pt x="11094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2" name="probe-lucide-flask-conical-part-3"/>
            <p:cNvSpPr/>
            <p:nvPr/>
          </p:nvSpPr>
          <p:spPr>
            <a:xfrm>
              <a:off x="85000" y="2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0" y="0"/>
                  </a:moveTo>
                  <a:lnTo>
                    <a:pt x="7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lucide/flask-round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lucide/microscope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lucide/pipette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lucide/test-tube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lucide/test-tubes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lucide/thermometer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noto/emoji_u1f52c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noto/emoji_u2696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tabler/atom-2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tabler/droplet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tabler/flask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tabler/flask-2</a:t>
            </a:r>
          </a:p>
        </p:txBody>
      </p:sp>
      <p:grpSp>
        <p:nvGrpSpPr>
          <p:cNvPr id="23" name="probe-lucide-flask-round" descr="flask-round — Lucide Icons and Contributors; preserve the bundled full upstream license. Source: https://github.com/lucide-icons/lucide/blob/20aef31db93fe4d9f398dbb15b120d99c48eef95/icons/flask-round.svg; SVG SHA256: e1cb2dd0797e277663c1b1c22a22fe5b5adc6fc3872bbd70115910b2ef997ff0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flask-round-part-1"/>
            <p:cNvSpPr/>
            <p:nvPr/>
          </p:nvSpPr>
          <p:spPr>
            <a:xfrm>
              <a:off x="50000" y="20000"/>
              <a:ext cx="140000" cy="200002"/>
            </a:xfrm>
            <a:custGeom>
              <a:avLst/>
              <a:gdLst/>
              <a:ahLst/>
              <a:cxnLst/>
              <a:rect l="0" t="0" r="r" b="b"/>
              <a:pathLst>
                <a:path w="140000" h="200002">
                  <a:moveTo>
                    <a:pt x="50000" y="0"/>
                  </a:moveTo>
                  <a:lnTo>
                    <a:pt x="50000" y="62920"/>
                  </a:lnTo>
                  <a:cubicBezTo>
                    <a:pt x="48598" y="63338"/>
                    <a:pt x="47210" y="63800"/>
                    <a:pt x="45837" y="64304"/>
                  </a:cubicBezTo>
                  <a:cubicBezTo>
                    <a:pt x="44465" y="64809"/>
                    <a:pt x="43108" y="65357"/>
                    <a:pt x="41770" y="65947"/>
                  </a:cubicBezTo>
                  <a:cubicBezTo>
                    <a:pt x="40431" y="66537"/>
                    <a:pt x="39112" y="67168"/>
                    <a:pt x="37813" y="67841"/>
                  </a:cubicBezTo>
                  <a:cubicBezTo>
                    <a:pt x="36514" y="68513"/>
                    <a:pt x="35237" y="69227"/>
                    <a:pt x="33983" y="69979"/>
                  </a:cubicBezTo>
                  <a:cubicBezTo>
                    <a:pt x="32729" y="70732"/>
                    <a:pt x="31498" y="71523"/>
                    <a:pt x="30294" y="72353"/>
                  </a:cubicBezTo>
                  <a:cubicBezTo>
                    <a:pt x="29089" y="73183"/>
                    <a:pt x="27911" y="74050"/>
                    <a:pt x="26761" y="74953"/>
                  </a:cubicBezTo>
                  <a:cubicBezTo>
                    <a:pt x="25611" y="75857"/>
                    <a:pt x="24489" y="76796"/>
                    <a:pt x="23398" y="77770"/>
                  </a:cubicBezTo>
                  <a:cubicBezTo>
                    <a:pt x="22306" y="78743"/>
                    <a:pt x="21246" y="79751"/>
                    <a:pt x="20217" y="80791"/>
                  </a:cubicBezTo>
                  <a:cubicBezTo>
                    <a:pt x="19189" y="81831"/>
                    <a:pt x="18194" y="82904"/>
                    <a:pt x="17233" y="84006"/>
                  </a:cubicBezTo>
                  <a:cubicBezTo>
                    <a:pt x="16272" y="85109"/>
                    <a:pt x="15345" y="86241"/>
                    <a:pt x="14455" y="87402"/>
                  </a:cubicBezTo>
                  <a:cubicBezTo>
                    <a:pt x="13565" y="88562"/>
                    <a:pt x="12712" y="89750"/>
                    <a:pt x="11896" y="90964"/>
                  </a:cubicBezTo>
                  <a:cubicBezTo>
                    <a:pt x="11080" y="92178"/>
                    <a:pt x="10303" y="93418"/>
                    <a:pt x="9565" y="94681"/>
                  </a:cubicBezTo>
                  <a:cubicBezTo>
                    <a:pt x="8827" y="95943"/>
                    <a:pt x="8129" y="97229"/>
                    <a:pt x="7471" y="98535"/>
                  </a:cubicBezTo>
                  <a:cubicBezTo>
                    <a:pt x="6814" y="99842"/>
                    <a:pt x="6197" y="101169"/>
                    <a:pt x="5623" y="102514"/>
                  </a:cubicBezTo>
                  <a:cubicBezTo>
                    <a:pt x="5049" y="103859"/>
                    <a:pt x="4517" y="105222"/>
                    <a:pt x="4028" y="106600"/>
                  </a:cubicBezTo>
                  <a:cubicBezTo>
                    <a:pt x="3539" y="107979"/>
                    <a:pt x="3093" y="109372"/>
                    <a:pt x="2691" y="110778"/>
                  </a:cubicBezTo>
                  <a:cubicBezTo>
                    <a:pt x="2290" y="112185"/>
                    <a:pt x="1932" y="113603"/>
                    <a:pt x="1619" y="115032"/>
                  </a:cubicBezTo>
                  <a:cubicBezTo>
                    <a:pt x="1307" y="116461"/>
                    <a:pt x="1039" y="117899"/>
                    <a:pt x="816" y="119345"/>
                  </a:cubicBezTo>
                  <a:cubicBezTo>
                    <a:pt x="593" y="120790"/>
                    <a:pt x="416" y="122242"/>
                    <a:pt x="284" y="123699"/>
                  </a:cubicBezTo>
                  <a:cubicBezTo>
                    <a:pt x="153" y="125156"/>
                    <a:pt x="67" y="126616"/>
                    <a:pt x="26" y="128078"/>
                  </a:cubicBezTo>
                  <a:cubicBezTo>
                    <a:pt x="-14" y="129540"/>
                    <a:pt x="-8" y="131003"/>
                    <a:pt x="43" y="132465"/>
                  </a:cubicBezTo>
                  <a:cubicBezTo>
                    <a:pt x="95" y="133927"/>
                    <a:pt x="192" y="135386"/>
                    <a:pt x="335" y="136842"/>
                  </a:cubicBezTo>
                  <a:cubicBezTo>
                    <a:pt x="478" y="138297"/>
                    <a:pt x="666" y="139748"/>
                    <a:pt x="900" y="141192"/>
                  </a:cubicBezTo>
                  <a:cubicBezTo>
                    <a:pt x="1134" y="142636"/>
                    <a:pt x="1413" y="144072"/>
                    <a:pt x="1737" y="145498"/>
                  </a:cubicBezTo>
                  <a:cubicBezTo>
                    <a:pt x="2061" y="146925"/>
                    <a:pt x="2429" y="148340"/>
                    <a:pt x="2841" y="149744"/>
                  </a:cubicBezTo>
                  <a:cubicBezTo>
                    <a:pt x="3254" y="151147"/>
                    <a:pt x="3710" y="152537"/>
                    <a:pt x="4210" y="153911"/>
                  </a:cubicBezTo>
                  <a:cubicBezTo>
                    <a:pt x="4709" y="155286"/>
                    <a:pt x="5252" y="156645"/>
                    <a:pt x="5837" y="157985"/>
                  </a:cubicBezTo>
                  <a:cubicBezTo>
                    <a:pt x="6421" y="159326"/>
                    <a:pt x="7048" y="160648"/>
                    <a:pt x="7715" y="161949"/>
                  </a:cubicBezTo>
                  <a:cubicBezTo>
                    <a:pt x="8383" y="163251"/>
                    <a:pt x="9091" y="164531"/>
                    <a:pt x="9839" y="165788"/>
                  </a:cubicBezTo>
                  <a:cubicBezTo>
                    <a:pt x="10587" y="167045"/>
                    <a:pt x="11373" y="168278"/>
                    <a:pt x="12198" y="169486"/>
                  </a:cubicBezTo>
                  <a:cubicBezTo>
                    <a:pt x="13023" y="170694"/>
                    <a:pt x="13886" y="171875"/>
                    <a:pt x="14785" y="173029"/>
                  </a:cubicBezTo>
                  <a:cubicBezTo>
                    <a:pt x="15684" y="174183"/>
                    <a:pt x="16619" y="175308"/>
                    <a:pt x="17589" y="176403"/>
                  </a:cubicBezTo>
                  <a:cubicBezTo>
                    <a:pt x="18558" y="177498"/>
                    <a:pt x="19562" y="178563"/>
                    <a:pt x="20598" y="179595"/>
                  </a:cubicBezTo>
                  <a:cubicBezTo>
                    <a:pt x="21634" y="180627"/>
                    <a:pt x="22702" y="181626"/>
                    <a:pt x="23801" y="182592"/>
                  </a:cubicBezTo>
                  <a:cubicBezTo>
                    <a:pt x="24900" y="183557"/>
                    <a:pt x="26029" y="184488"/>
                    <a:pt x="27186" y="185382"/>
                  </a:cubicBezTo>
                  <a:cubicBezTo>
                    <a:pt x="28343" y="186277"/>
                    <a:pt x="29528" y="187135"/>
                    <a:pt x="30739" y="187955"/>
                  </a:cubicBezTo>
                  <a:cubicBezTo>
                    <a:pt x="31950" y="188776"/>
                    <a:pt x="33186" y="189558"/>
                    <a:pt x="34446" y="190301"/>
                  </a:cubicBezTo>
                  <a:cubicBezTo>
                    <a:pt x="35706" y="191043"/>
                    <a:pt x="36989" y="191747"/>
                    <a:pt x="38293" y="192409"/>
                  </a:cubicBezTo>
                  <a:cubicBezTo>
                    <a:pt x="39597" y="193072"/>
                    <a:pt x="40921" y="193693"/>
                    <a:pt x="42264" y="194273"/>
                  </a:cubicBezTo>
                  <a:cubicBezTo>
                    <a:pt x="43607" y="194852"/>
                    <a:pt x="44968" y="195389"/>
                    <a:pt x="46344" y="195884"/>
                  </a:cubicBezTo>
                  <a:cubicBezTo>
                    <a:pt x="47721" y="196378"/>
                    <a:pt x="49112" y="196829"/>
                    <a:pt x="50517" y="197236"/>
                  </a:cubicBezTo>
                  <a:cubicBezTo>
                    <a:pt x="51922" y="197643"/>
                    <a:pt x="53339" y="198006"/>
                    <a:pt x="54767" y="198324"/>
                  </a:cubicBezTo>
                  <a:cubicBezTo>
                    <a:pt x="56194" y="198643"/>
                    <a:pt x="57632" y="198916"/>
                    <a:pt x="59076" y="199144"/>
                  </a:cubicBezTo>
                  <a:cubicBezTo>
                    <a:pt x="60521" y="199373"/>
                    <a:pt x="61972" y="199556"/>
                    <a:pt x="63429" y="199693"/>
                  </a:cubicBezTo>
                  <a:cubicBezTo>
                    <a:pt x="64885" y="199830"/>
                    <a:pt x="66345" y="199922"/>
                    <a:pt x="67807" y="199968"/>
                  </a:cubicBezTo>
                  <a:cubicBezTo>
                    <a:pt x="69269" y="200013"/>
                    <a:pt x="70731" y="200013"/>
                    <a:pt x="72193" y="199968"/>
                  </a:cubicBezTo>
                  <a:cubicBezTo>
                    <a:pt x="73655" y="199922"/>
                    <a:pt x="75115" y="199830"/>
                    <a:pt x="76571" y="199693"/>
                  </a:cubicBezTo>
                  <a:cubicBezTo>
                    <a:pt x="78028" y="199556"/>
                    <a:pt x="79479" y="199373"/>
                    <a:pt x="80924" y="199144"/>
                  </a:cubicBezTo>
                  <a:cubicBezTo>
                    <a:pt x="82368" y="198916"/>
                    <a:pt x="83806" y="198643"/>
                    <a:pt x="85233" y="198324"/>
                  </a:cubicBezTo>
                  <a:cubicBezTo>
                    <a:pt x="86661" y="198006"/>
                    <a:pt x="88078" y="197643"/>
                    <a:pt x="89483" y="197236"/>
                  </a:cubicBezTo>
                  <a:cubicBezTo>
                    <a:pt x="90888" y="196829"/>
                    <a:pt x="92279" y="196378"/>
                    <a:pt x="93656" y="195884"/>
                  </a:cubicBezTo>
                  <a:cubicBezTo>
                    <a:pt x="95032" y="195389"/>
                    <a:pt x="96393" y="194852"/>
                    <a:pt x="97736" y="194273"/>
                  </a:cubicBezTo>
                  <a:cubicBezTo>
                    <a:pt x="99079" y="193693"/>
                    <a:pt x="100403" y="193072"/>
                    <a:pt x="101707" y="192409"/>
                  </a:cubicBezTo>
                  <a:cubicBezTo>
                    <a:pt x="103011" y="191747"/>
                    <a:pt x="104294" y="191043"/>
                    <a:pt x="105554" y="190301"/>
                  </a:cubicBezTo>
                  <a:cubicBezTo>
                    <a:pt x="106814" y="189558"/>
                    <a:pt x="108050" y="188776"/>
                    <a:pt x="109261" y="187955"/>
                  </a:cubicBezTo>
                  <a:cubicBezTo>
                    <a:pt x="110472" y="187135"/>
                    <a:pt x="111657" y="186277"/>
                    <a:pt x="112814" y="185382"/>
                  </a:cubicBezTo>
                  <a:cubicBezTo>
                    <a:pt x="113971" y="184488"/>
                    <a:pt x="115100" y="183557"/>
                    <a:pt x="116199" y="182592"/>
                  </a:cubicBezTo>
                  <a:cubicBezTo>
                    <a:pt x="117298" y="181626"/>
                    <a:pt x="118366" y="180627"/>
                    <a:pt x="119402" y="179595"/>
                  </a:cubicBezTo>
                  <a:cubicBezTo>
                    <a:pt x="120438" y="178563"/>
                    <a:pt x="121442" y="177498"/>
                    <a:pt x="122411" y="176403"/>
                  </a:cubicBezTo>
                  <a:cubicBezTo>
                    <a:pt x="123381" y="175308"/>
                    <a:pt x="124316" y="174183"/>
                    <a:pt x="125215" y="173029"/>
                  </a:cubicBezTo>
                  <a:cubicBezTo>
                    <a:pt x="126114" y="171875"/>
                    <a:pt x="126977" y="170694"/>
                    <a:pt x="127802" y="169486"/>
                  </a:cubicBezTo>
                  <a:cubicBezTo>
                    <a:pt x="128627" y="168278"/>
                    <a:pt x="129413" y="167045"/>
                    <a:pt x="130161" y="165788"/>
                  </a:cubicBezTo>
                  <a:cubicBezTo>
                    <a:pt x="130909" y="164531"/>
                    <a:pt x="131617" y="163251"/>
                    <a:pt x="132285" y="161949"/>
                  </a:cubicBezTo>
                  <a:cubicBezTo>
                    <a:pt x="132952" y="160648"/>
                    <a:pt x="133579" y="159326"/>
                    <a:pt x="134163" y="157985"/>
                  </a:cubicBezTo>
                  <a:cubicBezTo>
                    <a:pt x="134748" y="156645"/>
                    <a:pt x="135291" y="155286"/>
                    <a:pt x="135790" y="153911"/>
                  </a:cubicBezTo>
                  <a:cubicBezTo>
                    <a:pt x="136290" y="152537"/>
                    <a:pt x="136746" y="151147"/>
                    <a:pt x="137159" y="149744"/>
                  </a:cubicBezTo>
                  <a:cubicBezTo>
                    <a:pt x="137571" y="148340"/>
                    <a:pt x="137939" y="146925"/>
                    <a:pt x="138263" y="145498"/>
                  </a:cubicBezTo>
                  <a:cubicBezTo>
                    <a:pt x="138587" y="144072"/>
                    <a:pt x="138866" y="142636"/>
                    <a:pt x="139100" y="141192"/>
                  </a:cubicBezTo>
                  <a:cubicBezTo>
                    <a:pt x="139334" y="139748"/>
                    <a:pt x="139522" y="138297"/>
                    <a:pt x="139665" y="136842"/>
                  </a:cubicBezTo>
                  <a:cubicBezTo>
                    <a:pt x="139808" y="135386"/>
                    <a:pt x="139905" y="133927"/>
                    <a:pt x="139957" y="132465"/>
                  </a:cubicBezTo>
                  <a:cubicBezTo>
                    <a:pt x="140008" y="131003"/>
                    <a:pt x="140014" y="129540"/>
                    <a:pt x="139974" y="128078"/>
                  </a:cubicBezTo>
                  <a:cubicBezTo>
                    <a:pt x="139933" y="126616"/>
                    <a:pt x="139847" y="125156"/>
                    <a:pt x="139716" y="123699"/>
                  </a:cubicBezTo>
                  <a:cubicBezTo>
                    <a:pt x="139584" y="122242"/>
                    <a:pt x="139407" y="120790"/>
                    <a:pt x="139184" y="119345"/>
                  </a:cubicBezTo>
                  <a:cubicBezTo>
                    <a:pt x="138961" y="117899"/>
                    <a:pt x="138693" y="116461"/>
                    <a:pt x="138381" y="115032"/>
                  </a:cubicBezTo>
                  <a:cubicBezTo>
                    <a:pt x="138068" y="113603"/>
                    <a:pt x="137710" y="112185"/>
                    <a:pt x="137309" y="110778"/>
                  </a:cubicBezTo>
                  <a:cubicBezTo>
                    <a:pt x="136907" y="109372"/>
                    <a:pt x="136461" y="107979"/>
                    <a:pt x="135972" y="106600"/>
                  </a:cubicBezTo>
                  <a:cubicBezTo>
                    <a:pt x="135483" y="105222"/>
                    <a:pt x="134951" y="103859"/>
                    <a:pt x="134377" y="102514"/>
                  </a:cubicBezTo>
                  <a:cubicBezTo>
                    <a:pt x="133803" y="101169"/>
                    <a:pt x="133186" y="99842"/>
                    <a:pt x="132529" y="98535"/>
                  </a:cubicBezTo>
                  <a:cubicBezTo>
                    <a:pt x="131871" y="97229"/>
                    <a:pt x="131173" y="95943"/>
                    <a:pt x="130435" y="94681"/>
                  </a:cubicBezTo>
                  <a:cubicBezTo>
                    <a:pt x="129697" y="93418"/>
                    <a:pt x="128920" y="92178"/>
                    <a:pt x="128104" y="90964"/>
                  </a:cubicBezTo>
                  <a:cubicBezTo>
                    <a:pt x="127288" y="89750"/>
                    <a:pt x="126435" y="88562"/>
                    <a:pt x="125545" y="87402"/>
                  </a:cubicBezTo>
                  <a:cubicBezTo>
                    <a:pt x="124655" y="86241"/>
                    <a:pt x="123728" y="85109"/>
                    <a:pt x="122767" y="84006"/>
                  </a:cubicBezTo>
                  <a:cubicBezTo>
                    <a:pt x="121806" y="82904"/>
                    <a:pt x="120811" y="81831"/>
                    <a:pt x="119783" y="80791"/>
                  </a:cubicBezTo>
                  <a:cubicBezTo>
                    <a:pt x="118754" y="79751"/>
                    <a:pt x="117694" y="78743"/>
                    <a:pt x="116602" y="77770"/>
                  </a:cubicBezTo>
                  <a:cubicBezTo>
                    <a:pt x="115511" y="76796"/>
                    <a:pt x="114389" y="75857"/>
                    <a:pt x="113239" y="74953"/>
                  </a:cubicBezTo>
                  <a:cubicBezTo>
                    <a:pt x="112089" y="74050"/>
                    <a:pt x="110911" y="73183"/>
                    <a:pt x="109706" y="72353"/>
                  </a:cubicBezTo>
                  <a:cubicBezTo>
                    <a:pt x="108502" y="71523"/>
                    <a:pt x="107271" y="70732"/>
                    <a:pt x="106017" y="69979"/>
                  </a:cubicBezTo>
                  <a:cubicBezTo>
                    <a:pt x="104763" y="69227"/>
                    <a:pt x="103486" y="68513"/>
                    <a:pt x="102187" y="67841"/>
                  </a:cubicBezTo>
                  <a:cubicBezTo>
                    <a:pt x="100888" y="67168"/>
                    <a:pt x="99569" y="66537"/>
                    <a:pt x="98230" y="65947"/>
                  </a:cubicBezTo>
                  <a:cubicBezTo>
                    <a:pt x="96892" y="65357"/>
                    <a:pt x="95535" y="64809"/>
                    <a:pt x="94163" y="64304"/>
                  </a:cubicBezTo>
                  <a:cubicBezTo>
                    <a:pt x="92790" y="63800"/>
                    <a:pt x="91402" y="63338"/>
                    <a:pt x="90000" y="62920"/>
                  </a:cubicBezTo>
                  <a:lnTo>
                    <a:pt x="9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flask-round-part-2"/>
            <p:cNvSpPr/>
            <p:nvPr/>
          </p:nvSpPr>
          <p:spPr>
            <a:xfrm>
              <a:off x="50000" y="150000"/>
              <a:ext cx="140000" cy="10"/>
            </a:xfrm>
            <a:custGeom>
              <a:avLst/>
              <a:gdLst/>
              <a:ahLst/>
              <a:cxnLst/>
              <a:rect l="0" t="0" r="r" b="b"/>
              <a:pathLst>
                <a:path w="140000" h="10">
                  <a:moveTo>
                    <a:pt x="0" y="0"/>
                  </a:move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flask-round-part-3"/>
            <p:cNvSpPr/>
            <p:nvPr/>
          </p:nvSpPr>
          <p:spPr>
            <a:xfrm>
              <a:off x="85000" y="2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0" y="0"/>
                  </a:moveTo>
                  <a:lnTo>
                    <a:pt x="7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7" name="probe-lucide-magnet" descr="magnet — Lucide Icons and Contributors; preserve the bundled full upstream license. Source: https://github.com/lucide-icons/lucide/blob/20aef31db93fe4d9f398dbb15b120d99c48eef95/icons/magnet.svg; SVG SHA256: 0e3b38700bd57da6fc5bd4df9f7c96a2bf51785da0600a1da4e6eb4b1dd3b4df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8" name="probe-lucide-magnet-part-1"/>
            <p:cNvSpPr/>
            <p:nvPr/>
          </p:nvSpPr>
          <p:spPr>
            <a:xfrm>
              <a:off x="120000" y="15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magnet-part-2"/>
            <p:cNvSpPr/>
            <p:nvPr/>
          </p:nvSpPr>
          <p:spPr>
            <a:xfrm>
              <a:off x="19991" y="20033"/>
              <a:ext cx="199955" cy="199975"/>
            </a:xfrm>
            <a:custGeom>
              <a:avLst/>
              <a:gdLst/>
              <a:ahLst/>
              <a:cxnLst/>
              <a:rect l="0" t="0" r="r" b="b"/>
              <a:pathLst>
                <a:path w="199955" h="199975">
                  <a:moveTo>
                    <a:pt x="3529" y="86447"/>
                  </a:moveTo>
                  <a:cubicBezTo>
                    <a:pt x="3350" y="86625"/>
                    <a:pt x="3177" y="86809"/>
                    <a:pt x="3011" y="86999"/>
                  </a:cubicBezTo>
                  <a:cubicBezTo>
                    <a:pt x="2844" y="87188"/>
                    <a:pt x="2683" y="87382"/>
                    <a:pt x="2528" y="87582"/>
                  </a:cubicBezTo>
                  <a:cubicBezTo>
                    <a:pt x="2374" y="87781"/>
                    <a:pt x="2225" y="87985"/>
                    <a:pt x="2083" y="88194"/>
                  </a:cubicBezTo>
                  <a:cubicBezTo>
                    <a:pt x="1941" y="88403"/>
                    <a:pt x="1806" y="88616"/>
                    <a:pt x="1678" y="88833"/>
                  </a:cubicBezTo>
                  <a:cubicBezTo>
                    <a:pt x="1549" y="89051"/>
                    <a:pt x="1428" y="89272"/>
                    <a:pt x="1313" y="89497"/>
                  </a:cubicBezTo>
                  <a:cubicBezTo>
                    <a:pt x="1199" y="89722"/>
                    <a:pt x="1091" y="89950"/>
                    <a:pt x="991" y="90182"/>
                  </a:cubicBezTo>
                  <a:cubicBezTo>
                    <a:pt x="891" y="90413"/>
                    <a:pt x="798" y="90648"/>
                    <a:pt x="712" y="90885"/>
                  </a:cubicBezTo>
                  <a:cubicBezTo>
                    <a:pt x="627" y="91123"/>
                    <a:pt x="549" y="91363"/>
                    <a:pt x="478" y="91605"/>
                  </a:cubicBezTo>
                  <a:cubicBezTo>
                    <a:pt x="408" y="91848"/>
                    <a:pt x="345" y="92092"/>
                    <a:pt x="290" y="92338"/>
                  </a:cubicBezTo>
                  <a:cubicBezTo>
                    <a:pt x="235" y="92585"/>
                    <a:pt x="188" y="92833"/>
                    <a:pt x="148" y="93082"/>
                  </a:cubicBezTo>
                  <a:cubicBezTo>
                    <a:pt x="109" y="93331"/>
                    <a:pt x="77" y="93582"/>
                    <a:pt x="53" y="93833"/>
                  </a:cubicBezTo>
                  <a:cubicBezTo>
                    <a:pt x="30" y="94084"/>
                    <a:pt x="14" y="94336"/>
                    <a:pt x="6" y="94588"/>
                  </a:cubicBezTo>
                  <a:cubicBezTo>
                    <a:pt x="-2" y="94841"/>
                    <a:pt x="-2" y="95093"/>
                    <a:pt x="6" y="95345"/>
                  </a:cubicBezTo>
                  <a:cubicBezTo>
                    <a:pt x="14" y="95597"/>
                    <a:pt x="30" y="95849"/>
                    <a:pt x="53" y="96101"/>
                  </a:cubicBezTo>
                  <a:cubicBezTo>
                    <a:pt x="77" y="96352"/>
                    <a:pt x="109" y="96602"/>
                    <a:pt x="148" y="96852"/>
                  </a:cubicBezTo>
                  <a:cubicBezTo>
                    <a:pt x="188" y="97101"/>
                    <a:pt x="235" y="97349"/>
                    <a:pt x="290" y="97595"/>
                  </a:cubicBezTo>
                  <a:cubicBezTo>
                    <a:pt x="345" y="97841"/>
                    <a:pt x="408" y="98086"/>
                    <a:pt x="478" y="98328"/>
                  </a:cubicBezTo>
                  <a:cubicBezTo>
                    <a:pt x="549" y="98571"/>
                    <a:pt x="627" y="98811"/>
                    <a:pt x="712" y="99048"/>
                  </a:cubicBezTo>
                  <a:cubicBezTo>
                    <a:pt x="798" y="99286"/>
                    <a:pt x="891" y="99520"/>
                    <a:pt x="991" y="99752"/>
                  </a:cubicBezTo>
                  <a:cubicBezTo>
                    <a:pt x="1091" y="99984"/>
                    <a:pt x="1199" y="100212"/>
                    <a:pt x="1313" y="100437"/>
                  </a:cubicBezTo>
                  <a:cubicBezTo>
                    <a:pt x="1428" y="100662"/>
                    <a:pt x="1549" y="100883"/>
                    <a:pt x="1678" y="101100"/>
                  </a:cubicBezTo>
                  <a:cubicBezTo>
                    <a:pt x="1806" y="101317"/>
                    <a:pt x="1941" y="101531"/>
                    <a:pt x="2083" y="101739"/>
                  </a:cubicBezTo>
                  <a:cubicBezTo>
                    <a:pt x="2225" y="101948"/>
                    <a:pt x="2374" y="102152"/>
                    <a:pt x="2528" y="102352"/>
                  </a:cubicBezTo>
                  <a:cubicBezTo>
                    <a:pt x="2683" y="102551"/>
                    <a:pt x="2844" y="102746"/>
                    <a:pt x="3011" y="102935"/>
                  </a:cubicBezTo>
                  <a:cubicBezTo>
                    <a:pt x="3177" y="103124"/>
                    <a:pt x="3350" y="103308"/>
                    <a:pt x="3529" y="103487"/>
                  </a:cubicBezTo>
                  <a:lnTo>
                    <a:pt x="26489" y="126447"/>
                  </a:lnTo>
                  <a:cubicBezTo>
                    <a:pt x="26667" y="126625"/>
                    <a:pt x="26851" y="126798"/>
                    <a:pt x="27041" y="126965"/>
                  </a:cubicBezTo>
                  <a:cubicBezTo>
                    <a:pt x="27230" y="127132"/>
                    <a:pt x="27424" y="127293"/>
                    <a:pt x="27624" y="127447"/>
                  </a:cubicBezTo>
                  <a:cubicBezTo>
                    <a:pt x="27823" y="127602"/>
                    <a:pt x="28027" y="127750"/>
                    <a:pt x="28236" y="127892"/>
                  </a:cubicBezTo>
                  <a:cubicBezTo>
                    <a:pt x="28445" y="128034"/>
                    <a:pt x="28658" y="128169"/>
                    <a:pt x="28875" y="128298"/>
                  </a:cubicBezTo>
                  <a:cubicBezTo>
                    <a:pt x="29093" y="128426"/>
                    <a:pt x="29314" y="128548"/>
                    <a:pt x="29539" y="128662"/>
                  </a:cubicBezTo>
                  <a:cubicBezTo>
                    <a:pt x="29763" y="128777"/>
                    <a:pt x="29992" y="128884"/>
                    <a:pt x="30224" y="128985"/>
                  </a:cubicBezTo>
                  <a:cubicBezTo>
                    <a:pt x="30455" y="129085"/>
                    <a:pt x="30690" y="129178"/>
                    <a:pt x="30927" y="129263"/>
                  </a:cubicBezTo>
                  <a:cubicBezTo>
                    <a:pt x="31165" y="129349"/>
                    <a:pt x="31405" y="129427"/>
                    <a:pt x="31647" y="129497"/>
                  </a:cubicBezTo>
                  <a:cubicBezTo>
                    <a:pt x="31890" y="129568"/>
                    <a:pt x="32134" y="129630"/>
                    <a:pt x="32380" y="129685"/>
                  </a:cubicBezTo>
                  <a:cubicBezTo>
                    <a:pt x="32627" y="129740"/>
                    <a:pt x="32875" y="129788"/>
                    <a:pt x="33124" y="129827"/>
                  </a:cubicBezTo>
                  <a:cubicBezTo>
                    <a:pt x="33373" y="129867"/>
                    <a:pt x="33624" y="129898"/>
                    <a:pt x="33875" y="129922"/>
                  </a:cubicBezTo>
                  <a:cubicBezTo>
                    <a:pt x="34126" y="129946"/>
                    <a:pt x="34378" y="129962"/>
                    <a:pt x="34630" y="129970"/>
                  </a:cubicBezTo>
                  <a:cubicBezTo>
                    <a:pt x="34883" y="129977"/>
                    <a:pt x="35135" y="129977"/>
                    <a:pt x="35387" y="129970"/>
                  </a:cubicBezTo>
                  <a:cubicBezTo>
                    <a:pt x="35639" y="129962"/>
                    <a:pt x="35891" y="129946"/>
                    <a:pt x="36143" y="129922"/>
                  </a:cubicBezTo>
                  <a:cubicBezTo>
                    <a:pt x="36394" y="129898"/>
                    <a:pt x="36644" y="129867"/>
                    <a:pt x="36894" y="129827"/>
                  </a:cubicBezTo>
                  <a:cubicBezTo>
                    <a:pt x="37143" y="129788"/>
                    <a:pt x="37391" y="129740"/>
                    <a:pt x="37637" y="129685"/>
                  </a:cubicBezTo>
                  <a:cubicBezTo>
                    <a:pt x="37883" y="129630"/>
                    <a:pt x="38128" y="129568"/>
                    <a:pt x="38370" y="129497"/>
                  </a:cubicBezTo>
                  <a:cubicBezTo>
                    <a:pt x="38613" y="129427"/>
                    <a:pt x="38853" y="129349"/>
                    <a:pt x="39090" y="129263"/>
                  </a:cubicBezTo>
                  <a:cubicBezTo>
                    <a:pt x="39328" y="129178"/>
                    <a:pt x="39562" y="129085"/>
                    <a:pt x="39794" y="128985"/>
                  </a:cubicBezTo>
                  <a:cubicBezTo>
                    <a:pt x="40026" y="128884"/>
                    <a:pt x="40254" y="128777"/>
                    <a:pt x="40479" y="128662"/>
                  </a:cubicBezTo>
                  <a:cubicBezTo>
                    <a:pt x="40704" y="128548"/>
                    <a:pt x="40925" y="128426"/>
                    <a:pt x="41142" y="128298"/>
                  </a:cubicBezTo>
                  <a:cubicBezTo>
                    <a:pt x="41359" y="128169"/>
                    <a:pt x="41573" y="128034"/>
                    <a:pt x="41781" y="127892"/>
                  </a:cubicBezTo>
                  <a:cubicBezTo>
                    <a:pt x="41990" y="127750"/>
                    <a:pt x="42194" y="127602"/>
                    <a:pt x="42394" y="127447"/>
                  </a:cubicBezTo>
                  <a:cubicBezTo>
                    <a:pt x="42593" y="127293"/>
                    <a:pt x="42788" y="127132"/>
                    <a:pt x="42977" y="126965"/>
                  </a:cubicBezTo>
                  <a:cubicBezTo>
                    <a:pt x="43166" y="126798"/>
                    <a:pt x="43350" y="126625"/>
                    <a:pt x="43529" y="126447"/>
                  </a:cubicBezTo>
                  <a:lnTo>
                    <a:pt x="103819" y="66157"/>
                  </a:lnTo>
                  <a:cubicBezTo>
                    <a:pt x="104127" y="65849"/>
                    <a:pt x="104444" y="65550"/>
                    <a:pt x="104771" y="65262"/>
                  </a:cubicBezTo>
                  <a:cubicBezTo>
                    <a:pt x="105097" y="64973"/>
                    <a:pt x="105432" y="64695"/>
                    <a:pt x="105776" y="64427"/>
                  </a:cubicBezTo>
                  <a:cubicBezTo>
                    <a:pt x="106119" y="64159"/>
                    <a:pt x="106471" y="63902"/>
                    <a:pt x="106830" y="63656"/>
                  </a:cubicBezTo>
                  <a:cubicBezTo>
                    <a:pt x="107190" y="63410"/>
                    <a:pt x="107557" y="63175"/>
                    <a:pt x="107930" y="62951"/>
                  </a:cubicBezTo>
                  <a:cubicBezTo>
                    <a:pt x="108304" y="62727"/>
                    <a:pt x="108685" y="62515"/>
                    <a:pt x="109072" y="62315"/>
                  </a:cubicBezTo>
                  <a:cubicBezTo>
                    <a:pt x="109459" y="62115"/>
                    <a:pt x="109852" y="61927"/>
                    <a:pt x="110250" y="61751"/>
                  </a:cubicBezTo>
                  <a:cubicBezTo>
                    <a:pt x="110649" y="61575"/>
                    <a:pt x="111053" y="61411"/>
                    <a:pt x="111461" y="61260"/>
                  </a:cubicBezTo>
                  <a:cubicBezTo>
                    <a:pt x="111870" y="61109"/>
                    <a:pt x="112283" y="60971"/>
                    <a:pt x="112700" y="60845"/>
                  </a:cubicBezTo>
                  <a:cubicBezTo>
                    <a:pt x="113117" y="60720"/>
                    <a:pt x="113538" y="60607"/>
                    <a:pt x="113962" y="60507"/>
                  </a:cubicBezTo>
                  <a:cubicBezTo>
                    <a:pt x="114386" y="60407"/>
                    <a:pt x="114813" y="60321"/>
                    <a:pt x="115242" y="60247"/>
                  </a:cubicBezTo>
                  <a:cubicBezTo>
                    <a:pt x="115672" y="60174"/>
                    <a:pt x="116103" y="60114"/>
                    <a:pt x="116536" y="60067"/>
                  </a:cubicBezTo>
                  <a:cubicBezTo>
                    <a:pt x="116969" y="60020"/>
                    <a:pt x="117404" y="59986"/>
                    <a:pt x="117839" y="59966"/>
                  </a:cubicBezTo>
                  <a:cubicBezTo>
                    <a:pt x="118274" y="59946"/>
                    <a:pt x="118710" y="59939"/>
                    <a:pt x="119145" y="59946"/>
                  </a:cubicBezTo>
                  <a:cubicBezTo>
                    <a:pt x="119581" y="59953"/>
                    <a:pt x="120016" y="59973"/>
                    <a:pt x="120451" y="60006"/>
                  </a:cubicBezTo>
                  <a:cubicBezTo>
                    <a:pt x="120885" y="60040"/>
                    <a:pt x="121318" y="60087"/>
                    <a:pt x="121749" y="60147"/>
                  </a:cubicBezTo>
                  <a:cubicBezTo>
                    <a:pt x="122181" y="60207"/>
                    <a:pt x="122610" y="60281"/>
                    <a:pt x="123037" y="60367"/>
                  </a:cubicBezTo>
                  <a:cubicBezTo>
                    <a:pt x="123464" y="60454"/>
                    <a:pt x="123888" y="60554"/>
                    <a:pt x="124309" y="60666"/>
                  </a:cubicBezTo>
                  <a:cubicBezTo>
                    <a:pt x="124730" y="60779"/>
                    <a:pt x="125147" y="60905"/>
                    <a:pt x="125560" y="61043"/>
                  </a:cubicBezTo>
                  <a:cubicBezTo>
                    <a:pt x="125973" y="61182"/>
                    <a:pt x="126382" y="61333"/>
                    <a:pt x="126786" y="61496"/>
                  </a:cubicBezTo>
                  <a:cubicBezTo>
                    <a:pt x="127189" y="61660"/>
                    <a:pt x="127588" y="61836"/>
                    <a:pt x="127981" y="62024"/>
                  </a:cubicBezTo>
                  <a:cubicBezTo>
                    <a:pt x="128374" y="62212"/>
                    <a:pt x="128761" y="62412"/>
                    <a:pt x="129141" y="62624"/>
                  </a:cubicBezTo>
                  <a:cubicBezTo>
                    <a:pt x="129522" y="62836"/>
                    <a:pt x="129896" y="63060"/>
                    <a:pt x="130262" y="63295"/>
                  </a:cubicBezTo>
                  <a:cubicBezTo>
                    <a:pt x="130629" y="63530"/>
                    <a:pt x="130989" y="63776"/>
                    <a:pt x="131340" y="64033"/>
                  </a:cubicBezTo>
                  <a:cubicBezTo>
                    <a:pt x="131692" y="64291"/>
                    <a:pt x="132036" y="64558"/>
                    <a:pt x="132371" y="64837"/>
                  </a:cubicBezTo>
                  <a:cubicBezTo>
                    <a:pt x="132706" y="65115"/>
                    <a:pt x="133032" y="65404"/>
                    <a:pt x="133350" y="65702"/>
                  </a:cubicBezTo>
                  <a:cubicBezTo>
                    <a:pt x="133667" y="66000"/>
                    <a:pt x="133975" y="66308"/>
                    <a:pt x="134274" y="66626"/>
                  </a:cubicBezTo>
                  <a:cubicBezTo>
                    <a:pt x="134572" y="66943"/>
                    <a:pt x="134860" y="67270"/>
                    <a:pt x="135139" y="67605"/>
                  </a:cubicBezTo>
                  <a:cubicBezTo>
                    <a:pt x="135417" y="67940"/>
                    <a:pt x="135685" y="68284"/>
                    <a:pt x="135942" y="68635"/>
                  </a:cubicBezTo>
                  <a:cubicBezTo>
                    <a:pt x="136199" y="68987"/>
                    <a:pt x="136445" y="69346"/>
                    <a:pt x="136680" y="69713"/>
                  </a:cubicBezTo>
                  <a:cubicBezTo>
                    <a:pt x="136915" y="70080"/>
                    <a:pt x="137139" y="70454"/>
                    <a:pt x="137351" y="70834"/>
                  </a:cubicBezTo>
                  <a:cubicBezTo>
                    <a:pt x="137563" y="71215"/>
                    <a:pt x="137763" y="71602"/>
                    <a:pt x="137951" y="71995"/>
                  </a:cubicBezTo>
                  <a:cubicBezTo>
                    <a:pt x="138140" y="72388"/>
                    <a:pt x="138316" y="72786"/>
                    <a:pt x="138479" y="73190"/>
                  </a:cubicBezTo>
                  <a:cubicBezTo>
                    <a:pt x="138643" y="73594"/>
                    <a:pt x="138794" y="74002"/>
                    <a:pt x="138932" y="74415"/>
                  </a:cubicBezTo>
                  <a:cubicBezTo>
                    <a:pt x="139071" y="74828"/>
                    <a:pt x="139196" y="75246"/>
                    <a:pt x="139309" y="75666"/>
                  </a:cubicBezTo>
                  <a:cubicBezTo>
                    <a:pt x="139422" y="76087"/>
                    <a:pt x="139522" y="76511"/>
                    <a:pt x="139608" y="76938"/>
                  </a:cubicBezTo>
                  <a:cubicBezTo>
                    <a:pt x="139695" y="77365"/>
                    <a:pt x="139768" y="77795"/>
                    <a:pt x="139829" y="78226"/>
                  </a:cubicBezTo>
                  <a:cubicBezTo>
                    <a:pt x="139889" y="78657"/>
                    <a:pt x="139936" y="79091"/>
                    <a:pt x="139969" y="79525"/>
                  </a:cubicBezTo>
                  <a:cubicBezTo>
                    <a:pt x="140003" y="79959"/>
                    <a:pt x="140023" y="80395"/>
                    <a:pt x="140029" y="80830"/>
                  </a:cubicBezTo>
                  <a:cubicBezTo>
                    <a:pt x="140036" y="81266"/>
                    <a:pt x="140029" y="81701"/>
                    <a:pt x="140009" y="82136"/>
                  </a:cubicBezTo>
                  <a:cubicBezTo>
                    <a:pt x="139989" y="82572"/>
                    <a:pt x="139956" y="83006"/>
                    <a:pt x="139909" y="83439"/>
                  </a:cubicBezTo>
                  <a:cubicBezTo>
                    <a:pt x="139862" y="83872"/>
                    <a:pt x="139802" y="84304"/>
                    <a:pt x="139728" y="84733"/>
                  </a:cubicBezTo>
                  <a:cubicBezTo>
                    <a:pt x="139655" y="85162"/>
                    <a:pt x="139568" y="85589"/>
                    <a:pt x="139468" y="86014"/>
                  </a:cubicBezTo>
                  <a:cubicBezTo>
                    <a:pt x="139369" y="86438"/>
                    <a:pt x="139256" y="86858"/>
                    <a:pt x="139130" y="87276"/>
                  </a:cubicBezTo>
                  <a:cubicBezTo>
                    <a:pt x="139005" y="87693"/>
                    <a:pt x="138866" y="88106"/>
                    <a:pt x="138715" y="88514"/>
                  </a:cubicBezTo>
                  <a:cubicBezTo>
                    <a:pt x="138564" y="88923"/>
                    <a:pt x="138400" y="89327"/>
                    <a:pt x="138224" y="89725"/>
                  </a:cubicBezTo>
                  <a:cubicBezTo>
                    <a:pt x="138048" y="90124"/>
                    <a:pt x="137860" y="90517"/>
                    <a:pt x="137660" y="90904"/>
                  </a:cubicBezTo>
                  <a:cubicBezTo>
                    <a:pt x="137460" y="91290"/>
                    <a:pt x="137248" y="91671"/>
                    <a:pt x="137024" y="92045"/>
                  </a:cubicBezTo>
                  <a:cubicBezTo>
                    <a:pt x="136801" y="92419"/>
                    <a:pt x="136566" y="92786"/>
                    <a:pt x="136320" y="93145"/>
                  </a:cubicBezTo>
                  <a:cubicBezTo>
                    <a:pt x="136073" y="93504"/>
                    <a:pt x="135816" y="93856"/>
                    <a:pt x="135548" y="94200"/>
                  </a:cubicBezTo>
                  <a:cubicBezTo>
                    <a:pt x="135281" y="94543"/>
                    <a:pt x="135002" y="94878"/>
                    <a:pt x="134714" y="95205"/>
                  </a:cubicBezTo>
                  <a:cubicBezTo>
                    <a:pt x="134425" y="95531"/>
                    <a:pt x="134127" y="95849"/>
                    <a:pt x="133819" y="96157"/>
                  </a:cubicBezTo>
                  <a:lnTo>
                    <a:pt x="73529" y="156447"/>
                  </a:lnTo>
                  <a:cubicBezTo>
                    <a:pt x="73350" y="156625"/>
                    <a:pt x="73177" y="156809"/>
                    <a:pt x="73011" y="156999"/>
                  </a:cubicBezTo>
                  <a:cubicBezTo>
                    <a:pt x="72844" y="157188"/>
                    <a:pt x="72683" y="157382"/>
                    <a:pt x="72528" y="157582"/>
                  </a:cubicBezTo>
                  <a:cubicBezTo>
                    <a:pt x="72374" y="157781"/>
                    <a:pt x="72225" y="157985"/>
                    <a:pt x="72083" y="158194"/>
                  </a:cubicBezTo>
                  <a:cubicBezTo>
                    <a:pt x="71941" y="158403"/>
                    <a:pt x="71806" y="158616"/>
                    <a:pt x="71678" y="158833"/>
                  </a:cubicBezTo>
                  <a:cubicBezTo>
                    <a:pt x="71549" y="159051"/>
                    <a:pt x="71428" y="159272"/>
                    <a:pt x="71313" y="159497"/>
                  </a:cubicBezTo>
                  <a:cubicBezTo>
                    <a:pt x="71199" y="159722"/>
                    <a:pt x="71091" y="159950"/>
                    <a:pt x="70991" y="160182"/>
                  </a:cubicBezTo>
                  <a:cubicBezTo>
                    <a:pt x="70891" y="160413"/>
                    <a:pt x="70798" y="160648"/>
                    <a:pt x="70712" y="160885"/>
                  </a:cubicBezTo>
                  <a:cubicBezTo>
                    <a:pt x="70627" y="161123"/>
                    <a:pt x="70549" y="161363"/>
                    <a:pt x="70478" y="161605"/>
                  </a:cubicBezTo>
                  <a:cubicBezTo>
                    <a:pt x="70408" y="161848"/>
                    <a:pt x="70345" y="162092"/>
                    <a:pt x="70290" y="162338"/>
                  </a:cubicBezTo>
                  <a:cubicBezTo>
                    <a:pt x="70235" y="162585"/>
                    <a:pt x="70188" y="162833"/>
                    <a:pt x="70148" y="163082"/>
                  </a:cubicBezTo>
                  <a:cubicBezTo>
                    <a:pt x="70109" y="163331"/>
                    <a:pt x="70077" y="163582"/>
                    <a:pt x="70053" y="163833"/>
                  </a:cubicBezTo>
                  <a:cubicBezTo>
                    <a:pt x="70030" y="164084"/>
                    <a:pt x="70014" y="164336"/>
                    <a:pt x="70006" y="164588"/>
                  </a:cubicBezTo>
                  <a:cubicBezTo>
                    <a:pt x="69998" y="164841"/>
                    <a:pt x="69998" y="165093"/>
                    <a:pt x="70006" y="165345"/>
                  </a:cubicBezTo>
                  <a:cubicBezTo>
                    <a:pt x="70014" y="165597"/>
                    <a:pt x="70030" y="165849"/>
                    <a:pt x="70053" y="166101"/>
                  </a:cubicBezTo>
                  <a:cubicBezTo>
                    <a:pt x="70077" y="166352"/>
                    <a:pt x="70109" y="166602"/>
                    <a:pt x="70148" y="166852"/>
                  </a:cubicBezTo>
                  <a:cubicBezTo>
                    <a:pt x="70188" y="167101"/>
                    <a:pt x="70235" y="167349"/>
                    <a:pt x="70290" y="167595"/>
                  </a:cubicBezTo>
                  <a:cubicBezTo>
                    <a:pt x="70345" y="167841"/>
                    <a:pt x="70408" y="168086"/>
                    <a:pt x="70478" y="168328"/>
                  </a:cubicBezTo>
                  <a:cubicBezTo>
                    <a:pt x="70549" y="168571"/>
                    <a:pt x="70627" y="168811"/>
                    <a:pt x="70712" y="169048"/>
                  </a:cubicBezTo>
                  <a:cubicBezTo>
                    <a:pt x="70798" y="169286"/>
                    <a:pt x="70891" y="169520"/>
                    <a:pt x="70991" y="169752"/>
                  </a:cubicBezTo>
                  <a:cubicBezTo>
                    <a:pt x="71091" y="169984"/>
                    <a:pt x="71199" y="170212"/>
                    <a:pt x="71313" y="170437"/>
                  </a:cubicBezTo>
                  <a:cubicBezTo>
                    <a:pt x="71428" y="170662"/>
                    <a:pt x="71549" y="170883"/>
                    <a:pt x="71678" y="171100"/>
                  </a:cubicBezTo>
                  <a:cubicBezTo>
                    <a:pt x="71806" y="171317"/>
                    <a:pt x="71941" y="171531"/>
                    <a:pt x="72083" y="171739"/>
                  </a:cubicBezTo>
                  <a:cubicBezTo>
                    <a:pt x="72225" y="171948"/>
                    <a:pt x="72374" y="172152"/>
                    <a:pt x="72528" y="172352"/>
                  </a:cubicBezTo>
                  <a:cubicBezTo>
                    <a:pt x="72683" y="172551"/>
                    <a:pt x="72844" y="172746"/>
                    <a:pt x="73011" y="172935"/>
                  </a:cubicBezTo>
                  <a:cubicBezTo>
                    <a:pt x="73177" y="173124"/>
                    <a:pt x="73350" y="173308"/>
                    <a:pt x="73529" y="173487"/>
                  </a:cubicBezTo>
                  <a:lnTo>
                    <a:pt x="96489" y="196447"/>
                  </a:lnTo>
                  <a:cubicBezTo>
                    <a:pt x="96667" y="196625"/>
                    <a:pt x="96851" y="196798"/>
                    <a:pt x="97041" y="196965"/>
                  </a:cubicBezTo>
                  <a:cubicBezTo>
                    <a:pt x="97230" y="197132"/>
                    <a:pt x="97424" y="197293"/>
                    <a:pt x="97624" y="197447"/>
                  </a:cubicBezTo>
                  <a:cubicBezTo>
                    <a:pt x="97823" y="197602"/>
                    <a:pt x="98027" y="197750"/>
                    <a:pt x="98236" y="197892"/>
                  </a:cubicBezTo>
                  <a:cubicBezTo>
                    <a:pt x="98445" y="198034"/>
                    <a:pt x="98658" y="198169"/>
                    <a:pt x="98875" y="198298"/>
                  </a:cubicBezTo>
                  <a:cubicBezTo>
                    <a:pt x="99093" y="198426"/>
                    <a:pt x="99314" y="198548"/>
                    <a:pt x="99539" y="198662"/>
                  </a:cubicBezTo>
                  <a:cubicBezTo>
                    <a:pt x="99763" y="198777"/>
                    <a:pt x="99992" y="198884"/>
                    <a:pt x="100224" y="198985"/>
                  </a:cubicBezTo>
                  <a:cubicBezTo>
                    <a:pt x="100455" y="199085"/>
                    <a:pt x="100690" y="199178"/>
                    <a:pt x="100927" y="199263"/>
                  </a:cubicBezTo>
                  <a:cubicBezTo>
                    <a:pt x="101165" y="199349"/>
                    <a:pt x="101405" y="199427"/>
                    <a:pt x="101647" y="199497"/>
                  </a:cubicBezTo>
                  <a:cubicBezTo>
                    <a:pt x="101890" y="199568"/>
                    <a:pt x="102134" y="199630"/>
                    <a:pt x="102380" y="199685"/>
                  </a:cubicBezTo>
                  <a:cubicBezTo>
                    <a:pt x="102627" y="199740"/>
                    <a:pt x="102875" y="199788"/>
                    <a:pt x="103124" y="199827"/>
                  </a:cubicBezTo>
                  <a:cubicBezTo>
                    <a:pt x="103373" y="199867"/>
                    <a:pt x="103624" y="199898"/>
                    <a:pt x="103875" y="199922"/>
                  </a:cubicBezTo>
                  <a:cubicBezTo>
                    <a:pt x="104126" y="199946"/>
                    <a:pt x="104378" y="199962"/>
                    <a:pt x="104630" y="199970"/>
                  </a:cubicBezTo>
                  <a:cubicBezTo>
                    <a:pt x="104883" y="199977"/>
                    <a:pt x="105135" y="199977"/>
                    <a:pt x="105387" y="199970"/>
                  </a:cubicBezTo>
                  <a:cubicBezTo>
                    <a:pt x="105639" y="199962"/>
                    <a:pt x="105891" y="199946"/>
                    <a:pt x="106143" y="199922"/>
                  </a:cubicBezTo>
                  <a:cubicBezTo>
                    <a:pt x="106394" y="199898"/>
                    <a:pt x="106644" y="199867"/>
                    <a:pt x="106894" y="199827"/>
                  </a:cubicBezTo>
                  <a:cubicBezTo>
                    <a:pt x="107143" y="199788"/>
                    <a:pt x="107391" y="199740"/>
                    <a:pt x="107637" y="199685"/>
                  </a:cubicBezTo>
                  <a:cubicBezTo>
                    <a:pt x="107883" y="199630"/>
                    <a:pt x="108128" y="199568"/>
                    <a:pt x="108370" y="199497"/>
                  </a:cubicBezTo>
                  <a:cubicBezTo>
                    <a:pt x="108613" y="199427"/>
                    <a:pt x="108853" y="199349"/>
                    <a:pt x="109090" y="199263"/>
                  </a:cubicBezTo>
                  <a:cubicBezTo>
                    <a:pt x="109328" y="199178"/>
                    <a:pt x="109562" y="199085"/>
                    <a:pt x="109794" y="198985"/>
                  </a:cubicBezTo>
                  <a:cubicBezTo>
                    <a:pt x="110026" y="198884"/>
                    <a:pt x="110254" y="198777"/>
                    <a:pt x="110479" y="198662"/>
                  </a:cubicBezTo>
                  <a:cubicBezTo>
                    <a:pt x="110704" y="198548"/>
                    <a:pt x="110925" y="198426"/>
                    <a:pt x="111142" y="198298"/>
                  </a:cubicBezTo>
                  <a:cubicBezTo>
                    <a:pt x="111359" y="198169"/>
                    <a:pt x="111573" y="198034"/>
                    <a:pt x="111781" y="197892"/>
                  </a:cubicBezTo>
                  <a:cubicBezTo>
                    <a:pt x="111990" y="197750"/>
                    <a:pt x="112194" y="197602"/>
                    <a:pt x="112394" y="197447"/>
                  </a:cubicBezTo>
                  <a:cubicBezTo>
                    <a:pt x="112593" y="197293"/>
                    <a:pt x="112788" y="197132"/>
                    <a:pt x="112977" y="196965"/>
                  </a:cubicBezTo>
                  <a:cubicBezTo>
                    <a:pt x="113166" y="196798"/>
                    <a:pt x="113350" y="196625"/>
                    <a:pt x="113529" y="196447"/>
                  </a:cubicBezTo>
                  <a:lnTo>
                    <a:pt x="177179" y="132777"/>
                  </a:lnTo>
                  <a:cubicBezTo>
                    <a:pt x="178331" y="131625"/>
                    <a:pt x="179446" y="130437"/>
                    <a:pt x="180523" y="129214"/>
                  </a:cubicBezTo>
                  <a:cubicBezTo>
                    <a:pt x="181601" y="127992"/>
                    <a:pt x="182639" y="126737"/>
                    <a:pt x="183638" y="125449"/>
                  </a:cubicBezTo>
                  <a:cubicBezTo>
                    <a:pt x="184636" y="124162"/>
                    <a:pt x="185594" y="122843"/>
                    <a:pt x="186509" y="121496"/>
                  </a:cubicBezTo>
                  <a:cubicBezTo>
                    <a:pt x="187425" y="120148"/>
                    <a:pt x="188298" y="118772"/>
                    <a:pt x="189127" y="117370"/>
                  </a:cubicBezTo>
                  <a:cubicBezTo>
                    <a:pt x="189957" y="115967"/>
                    <a:pt x="190741" y="114539"/>
                    <a:pt x="191481" y="113088"/>
                  </a:cubicBezTo>
                  <a:cubicBezTo>
                    <a:pt x="192220" y="111636"/>
                    <a:pt x="192914" y="110161"/>
                    <a:pt x="193561" y="108666"/>
                  </a:cubicBezTo>
                  <a:cubicBezTo>
                    <a:pt x="194208" y="107171"/>
                    <a:pt x="194808" y="105656"/>
                    <a:pt x="195359" y="104123"/>
                  </a:cubicBezTo>
                  <a:cubicBezTo>
                    <a:pt x="195911" y="102590"/>
                    <a:pt x="196415" y="101040"/>
                    <a:pt x="196869" y="99475"/>
                  </a:cubicBezTo>
                  <a:cubicBezTo>
                    <a:pt x="197323" y="97911"/>
                    <a:pt x="197729" y="96332"/>
                    <a:pt x="198084" y="94742"/>
                  </a:cubicBezTo>
                  <a:cubicBezTo>
                    <a:pt x="198439" y="93152"/>
                    <a:pt x="198744" y="91552"/>
                    <a:pt x="198999" y="89943"/>
                  </a:cubicBezTo>
                  <a:cubicBezTo>
                    <a:pt x="199254" y="88333"/>
                    <a:pt x="199458" y="86717"/>
                    <a:pt x="199611" y="85095"/>
                  </a:cubicBezTo>
                  <a:cubicBezTo>
                    <a:pt x="199764" y="83473"/>
                    <a:pt x="199866" y="81846"/>
                    <a:pt x="199917" y="80218"/>
                  </a:cubicBezTo>
                  <a:cubicBezTo>
                    <a:pt x="199968" y="78589"/>
                    <a:pt x="199968" y="76960"/>
                    <a:pt x="199917" y="75331"/>
                  </a:cubicBezTo>
                  <a:cubicBezTo>
                    <a:pt x="199866" y="73703"/>
                    <a:pt x="199763" y="72077"/>
                    <a:pt x="199610" y="70455"/>
                  </a:cubicBezTo>
                  <a:cubicBezTo>
                    <a:pt x="199456" y="68833"/>
                    <a:pt x="199252" y="67216"/>
                    <a:pt x="198997" y="65607"/>
                  </a:cubicBezTo>
                  <a:cubicBezTo>
                    <a:pt x="198742" y="63998"/>
                    <a:pt x="198436" y="62397"/>
                    <a:pt x="198081" y="60807"/>
                  </a:cubicBezTo>
                  <a:cubicBezTo>
                    <a:pt x="197725" y="59217"/>
                    <a:pt x="197320" y="57639"/>
                    <a:pt x="196865" y="56075"/>
                  </a:cubicBezTo>
                  <a:cubicBezTo>
                    <a:pt x="196410" y="54510"/>
                    <a:pt x="195907" y="52960"/>
                    <a:pt x="195355" y="51427"/>
                  </a:cubicBezTo>
                  <a:cubicBezTo>
                    <a:pt x="194803" y="49895"/>
                    <a:pt x="194203" y="48380"/>
                    <a:pt x="193555" y="46884"/>
                  </a:cubicBezTo>
                  <a:cubicBezTo>
                    <a:pt x="192908" y="45389"/>
                    <a:pt x="192214" y="43915"/>
                    <a:pt x="191475" y="42463"/>
                  </a:cubicBezTo>
                  <a:cubicBezTo>
                    <a:pt x="190735" y="41012"/>
                    <a:pt x="189950" y="39584"/>
                    <a:pt x="189120" y="38182"/>
                  </a:cubicBezTo>
                  <a:cubicBezTo>
                    <a:pt x="188291" y="36779"/>
                    <a:pt x="187417" y="35403"/>
                    <a:pt x="186502" y="34056"/>
                  </a:cubicBezTo>
                  <a:cubicBezTo>
                    <a:pt x="185586" y="32709"/>
                    <a:pt x="184628" y="31390"/>
                    <a:pt x="183629" y="30103"/>
                  </a:cubicBezTo>
                  <a:cubicBezTo>
                    <a:pt x="182630" y="28816"/>
                    <a:pt x="181592" y="27560"/>
                    <a:pt x="180514" y="26338"/>
                  </a:cubicBezTo>
                  <a:cubicBezTo>
                    <a:pt x="179436" y="25116"/>
                    <a:pt x="178321" y="23929"/>
                    <a:pt x="177169" y="22777"/>
                  </a:cubicBezTo>
                  <a:cubicBezTo>
                    <a:pt x="176017" y="21625"/>
                    <a:pt x="174829" y="20509"/>
                    <a:pt x="173606" y="19432"/>
                  </a:cubicBezTo>
                  <a:cubicBezTo>
                    <a:pt x="172384" y="18355"/>
                    <a:pt x="171129" y="17316"/>
                    <a:pt x="169841" y="16318"/>
                  </a:cubicBezTo>
                  <a:cubicBezTo>
                    <a:pt x="168554" y="15319"/>
                    <a:pt x="167235" y="14362"/>
                    <a:pt x="165888" y="13446"/>
                  </a:cubicBezTo>
                  <a:cubicBezTo>
                    <a:pt x="164540" y="12530"/>
                    <a:pt x="163164" y="11657"/>
                    <a:pt x="161762" y="10828"/>
                  </a:cubicBezTo>
                  <a:cubicBezTo>
                    <a:pt x="160359" y="9999"/>
                    <a:pt x="158931" y="9214"/>
                    <a:pt x="157480" y="8474"/>
                  </a:cubicBezTo>
                  <a:cubicBezTo>
                    <a:pt x="156028" y="7735"/>
                    <a:pt x="154553" y="7041"/>
                    <a:pt x="153058" y="6394"/>
                  </a:cubicBezTo>
                  <a:cubicBezTo>
                    <a:pt x="151563" y="5747"/>
                    <a:pt x="150048" y="5148"/>
                    <a:pt x="148515" y="4596"/>
                  </a:cubicBezTo>
                  <a:cubicBezTo>
                    <a:pt x="146982" y="4044"/>
                    <a:pt x="145432" y="3541"/>
                    <a:pt x="143867" y="3086"/>
                  </a:cubicBezTo>
                  <a:cubicBezTo>
                    <a:pt x="142303" y="2632"/>
                    <a:pt x="140724" y="2227"/>
                    <a:pt x="139134" y="1872"/>
                  </a:cubicBezTo>
                  <a:cubicBezTo>
                    <a:pt x="137544" y="1516"/>
                    <a:pt x="135944" y="1211"/>
                    <a:pt x="134334" y="957"/>
                  </a:cubicBezTo>
                  <a:cubicBezTo>
                    <a:pt x="132725" y="702"/>
                    <a:pt x="131109" y="498"/>
                    <a:pt x="129487" y="345"/>
                  </a:cubicBezTo>
                  <a:cubicBezTo>
                    <a:pt x="127865" y="191"/>
                    <a:pt x="126238" y="89"/>
                    <a:pt x="124610" y="38"/>
                  </a:cubicBezTo>
                  <a:cubicBezTo>
                    <a:pt x="122981" y="-13"/>
                    <a:pt x="121352" y="-13"/>
                    <a:pt x="119723" y="39"/>
                  </a:cubicBezTo>
                  <a:cubicBezTo>
                    <a:pt x="118095" y="90"/>
                    <a:pt x="116469" y="192"/>
                    <a:pt x="114847" y="346"/>
                  </a:cubicBezTo>
                  <a:cubicBezTo>
                    <a:pt x="113225" y="499"/>
                    <a:pt x="111608" y="704"/>
                    <a:pt x="109999" y="959"/>
                  </a:cubicBezTo>
                  <a:cubicBezTo>
                    <a:pt x="108390" y="1214"/>
                    <a:pt x="106789" y="1519"/>
                    <a:pt x="105199" y="1875"/>
                  </a:cubicBezTo>
                  <a:cubicBezTo>
                    <a:pt x="103609" y="2230"/>
                    <a:pt x="102031" y="2636"/>
                    <a:pt x="100467" y="3090"/>
                  </a:cubicBezTo>
                  <a:cubicBezTo>
                    <a:pt x="98902" y="3545"/>
                    <a:pt x="97352" y="4049"/>
                    <a:pt x="95819" y="4601"/>
                  </a:cubicBezTo>
                  <a:cubicBezTo>
                    <a:pt x="94287" y="5153"/>
                    <a:pt x="92772" y="5753"/>
                    <a:pt x="91276" y="6400"/>
                  </a:cubicBezTo>
                  <a:cubicBezTo>
                    <a:pt x="89781" y="7047"/>
                    <a:pt x="88307" y="7741"/>
                    <a:pt x="86855" y="8481"/>
                  </a:cubicBezTo>
                  <a:cubicBezTo>
                    <a:pt x="85404" y="9221"/>
                    <a:pt x="83976" y="10006"/>
                    <a:pt x="82574" y="10835"/>
                  </a:cubicBezTo>
                  <a:cubicBezTo>
                    <a:pt x="81171" y="11665"/>
                    <a:pt x="79795" y="12538"/>
                    <a:pt x="78448" y="13454"/>
                  </a:cubicBezTo>
                  <a:cubicBezTo>
                    <a:pt x="77101" y="14370"/>
                    <a:pt x="75782" y="15328"/>
                    <a:pt x="74495" y="16326"/>
                  </a:cubicBezTo>
                  <a:cubicBezTo>
                    <a:pt x="73208" y="17325"/>
                    <a:pt x="71952" y="18364"/>
                    <a:pt x="70730" y="19441"/>
                  </a:cubicBezTo>
                  <a:cubicBezTo>
                    <a:pt x="69508" y="20519"/>
                    <a:pt x="68321" y="21635"/>
                    <a:pt x="67169" y="22787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magnet-part-3"/>
            <p:cNvSpPr/>
            <p:nvPr/>
          </p:nvSpPr>
          <p:spPr>
            <a:xfrm>
              <a:off x="50000" y="8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1" name="probe-lucide-microscope" descr="microscope — Lucide Icons and Contributors; preserve the bundled full upstream license. Source: https://github.com/lucide-icons/lucide/blob/20aef31db93fe4d9f398dbb15b120d99c48eef95/icons/microscope.svg; SVG SHA256: 72fab65c4fdd0a7d784485dc7aaa8bf8c4fba9a4dc9ae38a6538e58bdd8b5f42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2" name="probe-lucide-microscope-part-1"/>
            <p:cNvSpPr/>
            <p:nvPr/>
          </p:nvSpPr>
          <p:spPr>
            <a:xfrm>
              <a:off x="60000" y="18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microscope-part-2"/>
            <p:cNvSpPr/>
            <p:nvPr/>
          </p:nvSpPr>
          <p:spPr>
            <a:xfrm>
              <a:off x="30000" y="22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microscope-part-3"/>
            <p:cNvSpPr/>
            <p:nvPr/>
          </p:nvSpPr>
          <p:spPr>
            <a:xfrm>
              <a:off x="130000" y="80000"/>
              <a:ext cx="80000" cy="140000"/>
            </a:xfrm>
            <a:custGeom>
              <a:avLst/>
              <a:gdLst/>
              <a:ahLst/>
              <a:cxnLst/>
              <a:rect l="0" t="0" r="r" b="b"/>
              <a:pathLst>
                <a:path w="80000" h="140000">
                  <a:moveTo>
                    <a:pt x="10000" y="140000"/>
                  </a:moveTo>
                  <a:cubicBezTo>
                    <a:pt x="11466" y="140000"/>
                    <a:pt x="12932" y="139954"/>
                    <a:pt x="14395" y="139862"/>
                  </a:cubicBezTo>
                  <a:cubicBezTo>
                    <a:pt x="15859" y="139770"/>
                    <a:pt x="17319" y="139632"/>
                    <a:pt x="18773" y="139448"/>
                  </a:cubicBezTo>
                  <a:cubicBezTo>
                    <a:pt x="20228" y="139264"/>
                    <a:pt x="21676" y="139035"/>
                    <a:pt x="23117" y="138760"/>
                  </a:cubicBezTo>
                  <a:cubicBezTo>
                    <a:pt x="24557" y="138485"/>
                    <a:pt x="25988" y="138165"/>
                    <a:pt x="27408" y="137801"/>
                  </a:cubicBezTo>
                  <a:cubicBezTo>
                    <a:pt x="28828" y="137436"/>
                    <a:pt x="30237" y="137027"/>
                    <a:pt x="31631" y="136574"/>
                  </a:cubicBezTo>
                  <a:cubicBezTo>
                    <a:pt x="33026" y="136121"/>
                    <a:pt x="34405" y="135624"/>
                    <a:pt x="35769" y="135084"/>
                  </a:cubicBezTo>
                  <a:cubicBezTo>
                    <a:pt x="37132" y="134545"/>
                    <a:pt x="38478" y="133962"/>
                    <a:pt x="39805" y="133338"/>
                  </a:cubicBezTo>
                  <a:cubicBezTo>
                    <a:pt x="41131" y="132714"/>
                    <a:pt x="42438" y="132048"/>
                    <a:pt x="43723" y="131341"/>
                  </a:cubicBezTo>
                  <a:cubicBezTo>
                    <a:pt x="45008" y="130635"/>
                    <a:pt x="46270" y="129889"/>
                    <a:pt x="47508" y="129103"/>
                  </a:cubicBezTo>
                  <a:cubicBezTo>
                    <a:pt x="48746" y="128317"/>
                    <a:pt x="49959" y="127493"/>
                    <a:pt x="51145" y="126631"/>
                  </a:cubicBezTo>
                  <a:cubicBezTo>
                    <a:pt x="52331" y="125769"/>
                    <a:pt x="53490" y="124871"/>
                    <a:pt x="54620" y="123936"/>
                  </a:cubicBezTo>
                  <a:cubicBezTo>
                    <a:pt x="55749" y="123001"/>
                    <a:pt x="56849" y="122031"/>
                    <a:pt x="57918" y="121028"/>
                  </a:cubicBezTo>
                  <a:cubicBezTo>
                    <a:pt x="58987" y="120024"/>
                    <a:pt x="60024" y="118987"/>
                    <a:pt x="61028" y="117918"/>
                  </a:cubicBezTo>
                  <a:cubicBezTo>
                    <a:pt x="62031" y="116849"/>
                    <a:pt x="63001" y="115749"/>
                    <a:pt x="63936" y="114620"/>
                  </a:cubicBezTo>
                  <a:cubicBezTo>
                    <a:pt x="64871" y="113490"/>
                    <a:pt x="65769" y="112331"/>
                    <a:pt x="66631" y="111145"/>
                  </a:cubicBezTo>
                  <a:cubicBezTo>
                    <a:pt x="67493" y="109959"/>
                    <a:pt x="68317" y="108746"/>
                    <a:pt x="69103" y="107508"/>
                  </a:cubicBezTo>
                  <a:cubicBezTo>
                    <a:pt x="69889" y="106270"/>
                    <a:pt x="70635" y="105008"/>
                    <a:pt x="71341" y="103723"/>
                  </a:cubicBezTo>
                  <a:cubicBezTo>
                    <a:pt x="72048" y="102438"/>
                    <a:pt x="72714" y="101131"/>
                    <a:pt x="73338" y="99805"/>
                  </a:cubicBezTo>
                  <a:cubicBezTo>
                    <a:pt x="73962" y="98478"/>
                    <a:pt x="74545" y="97132"/>
                    <a:pt x="75084" y="95769"/>
                  </a:cubicBezTo>
                  <a:cubicBezTo>
                    <a:pt x="75624" y="94405"/>
                    <a:pt x="76121" y="93026"/>
                    <a:pt x="76574" y="91631"/>
                  </a:cubicBezTo>
                  <a:cubicBezTo>
                    <a:pt x="77027" y="90237"/>
                    <a:pt x="77436" y="88828"/>
                    <a:pt x="77801" y="87408"/>
                  </a:cubicBezTo>
                  <a:cubicBezTo>
                    <a:pt x="78165" y="85988"/>
                    <a:pt x="78485" y="84557"/>
                    <a:pt x="78760" y="83117"/>
                  </a:cubicBezTo>
                  <a:cubicBezTo>
                    <a:pt x="79035" y="81676"/>
                    <a:pt x="79264" y="80228"/>
                    <a:pt x="79448" y="78773"/>
                  </a:cubicBezTo>
                  <a:cubicBezTo>
                    <a:pt x="79632" y="77319"/>
                    <a:pt x="79770" y="75859"/>
                    <a:pt x="79862" y="74395"/>
                  </a:cubicBezTo>
                  <a:cubicBezTo>
                    <a:pt x="79954" y="72932"/>
                    <a:pt x="80000" y="71466"/>
                    <a:pt x="80000" y="70000"/>
                  </a:cubicBezTo>
                  <a:cubicBezTo>
                    <a:pt x="80000" y="68534"/>
                    <a:pt x="79954" y="67068"/>
                    <a:pt x="79862" y="65605"/>
                  </a:cubicBezTo>
                  <a:cubicBezTo>
                    <a:pt x="79770" y="64141"/>
                    <a:pt x="79632" y="62681"/>
                    <a:pt x="79448" y="61227"/>
                  </a:cubicBezTo>
                  <a:cubicBezTo>
                    <a:pt x="79264" y="59772"/>
                    <a:pt x="79035" y="58324"/>
                    <a:pt x="78760" y="56883"/>
                  </a:cubicBezTo>
                  <a:cubicBezTo>
                    <a:pt x="78485" y="55443"/>
                    <a:pt x="78165" y="54012"/>
                    <a:pt x="77801" y="52592"/>
                  </a:cubicBezTo>
                  <a:cubicBezTo>
                    <a:pt x="77436" y="51172"/>
                    <a:pt x="77027" y="49763"/>
                    <a:pt x="76574" y="48369"/>
                  </a:cubicBezTo>
                  <a:cubicBezTo>
                    <a:pt x="76121" y="46974"/>
                    <a:pt x="75624" y="45595"/>
                    <a:pt x="75084" y="44231"/>
                  </a:cubicBezTo>
                  <a:cubicBezTo>
                    <a:pt x="74545" y="42868"/>
                    <a:pt x="73962" y="41522"/>
                    <a:pt x="73338" y="40195"/>
                  </a:cubicBezTo>
                  <a:cubicBezTo>
                    <a:pt x="72714" y="38869"/>
                    <a:pt x="72048" y="37562"/>
                    <a:pt x="71341" y="36277"/>
                  </a:cubicBezTo>
                  <a:cubicBezTo>
                    <a:pt x="70635" y="34992"/>
                    <a:pt x="69889" y="33730"/>
                    <a:pt x="69103" y="32492"/>
                  </a:cubicBezTo>
                  <a:cubicBezTo>
                    <a:pt x="68317" y="31254"/>
                    <a:pt x="67493" y="30041"/>
                    <a:pt x="66631" y="28855"/>
                  </a:cubicBezTo>
                  <a:cubicBezTo>
                    <a:pt x="65769" y="27669"/>
                    <a:pt x="64871" y="26510"/>
                    <a:pt x="63936" y="25380"/>
                  </a:cubicBezTo>
                  <a:cubicBezTo>
                    <a:pt x="63001" y="24251"/>
                    <a:pt x="62031" y="23151"/>
                    <a:pt x="61028" y="22082"/>
                  </a:cubicBezTo>
                  <a:cubicBezTo>
                    <a:pt x="60024" y="21013"/>
                    <a:pt x="58987" y="19976"/>
                    <a:pt x="57918" y="18972"/>
                  </a:cubicBezTo>
                  <a:cubicBezTo>
                    <a:pt x="56849" y="17969"/>
                    <a:pt x="55749" y="16999"/>
                    <a:pt x="54620" y="16064"/>
                  </a:cubicBezTo>
                  <a:cubicBezTo>
                    <a:pt x="53490" y="15129"/>
                    <a:pt x="52331" y="14231"/>
                    <a:pt x="51145" y="13369"/>
                  </a:cubicBezTo>
                  <a:cubicBezTo>
                    <a:pt x="49959" y="12507"/>
                    <a:pt x="48746" y="11683"/>
                    <a:pt x="47508" y="10897"/>
                  </a:cubicBezTo>
                  <a:cubicBezTo>
                    <a:pt x="46270" y="10111"/>
                    <a:pt x="45008" y="9365"/>
                    <a:pt x="43723" y="8659"/>
                  </a:cubicBezTo>
                  <a:cubicBezTo>
                    <a:pt x="42438" y="7952"/>
                    <a:pt x="41131" y="7286"/>
                    <a:pt x="39805" y="6662"/>
                  </a:cubicBezTo>
                  <a:cubicBezTo>
                    <a:pt x="38478" y="6038"/>
                    <a:pt x="37132" y="5455"/>
                    <a:pt x="35769" y="4916"/>
                  </a:cubicBezTo>
                  <a:cubicBezTo>
                    <a:pt x="34405" y="4376"/>
                    <a:pt x="33026" y="3879"/>
                    <a:pt x="31631" y="3426"/>
                  </a:cubicBezTo>
                  <a:cubicBezTo>
                    <a:pt x="30237" y="2973"/>
                    <a:pt x="28828" y="2564"/>
                    <a:pt x="27408" y="2199"/>
                  </a:cubicBezTo>
                  <a:cubicBezTo>
                    <a:pt x="25988" y="1835"/>
                    <a:pt x="24557" y="1515"/>
                    <a:pt x="23117" y="1240"/>
                  </a:cubicBezTo>
                  <a:cubicBezTo>
                    <a:pt x="21676" y="965"/>
                    <a:pt x="20228" y="736"/>
                    <a:pt x="18773" y="552"/>
                  </a:cubicBezTo>
                  <a:cubicBezTo>
                    <a:pt x="17319" y="368"/>
                    <a:pt x="15859" y="230"/>
                    <a:pt x="14395" y="138"/>
                  </a:cubicBezTo>
                  <a:cubicBezTo>
                    <a:pt x="12932" y="46"/>
                    <a:pt x="11466" y="0"/>
                    <a:pt x="10000" y="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microscope-part-4"/>
            <p:cNvSpPr/>
            <p:nvPr/>
          </p:nvSpPr>
          <p:spPr>
            <a:xfrm>
              <a:off x="90000" y="14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0" y="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microscope-part-5"/>
            <p:cNvSpPr/>
            <p:nvPr/>
          </p:nvSpPr>
          <p:spPr>
            <a:xfrm>
              <a:off x="70000" y="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20000" y="60000"/>
                  </a:moveTo>
                  <a:cubicBezTo>
                    <a:pt x="19581" y="60000"/>
                    <a:pt x="19162" y="59987"/>
                    <a:pt x="18744" y="59961"/>
                  </a:cubicBezTo>
                  <a:cubicBezTo>
                    <a:pt x="18326" y="59934"/>
                    <a:pt x="17909" y="59895"/>
                    <a:pt x="17493" y="59842"/>
                  </a:cubicBezTo>
                  <a:cubicBezTo>
                    <a:pt x="17078" y="59790"/>
                    <a:pt x="16664" y="59724"/>
                    <a:pt x="16252" y="59646"/>
                  </a:cubicBezTo>
                  <a:cubicBezTo>
                    <a:pt x="15841" y="59567"/>
                    <a:pt x="15432" y="59476"/>
                    <a:pt x="15026" y="59372"/>
                  </a:cubicBezTo>
                  <a:cubicBezTo>
                    <a:pt x="14620" y="59267"/>
                    <a:pt x="14218" y="59151"/>
                    <a:pt x="13820" y="59021"/>
                  </a:cubicBezTo>
                  <a:cubicBezTo>
                    <a:pt x="13421" y="58892"/>
                    <a:pt x="13027" y="58750"/>
                    <a:pt x="12638" y="58596"/>
                  </a:cubicBezTo>
                  <a:cubicBezTo>
                    <a:pt x="12248" y="58441"/>
                    <a:pt x="11863" y="58275"/>
                    <a:pt x="11484" y="58097"/>
                  </a:cubicBezTo>
                  <a:cubicBezTo>
                    <a:pt x="11105" y="57918"/>
                    <a:pt x="10732" y="57728"/>
                    <a:pt x="10365" y="57526"/>
                  </a:cubicBezTo>
                  <a:cubicBezTo>
                    <a:pt x="9998" y="57324"/>
                    <a:pt x="9637" y="57111"/>
                    <a:pt x="9283" y="56887"/>
                  </a:cubicBezTo>
                  <a:cubicBezTo>
                    <a:pt x="8930" y="56662"/>
                    <a:pt x="8583" y="56427"/>
                    <a:pt x="8244" y="56180"/>
                  </a:cubicBezTo>
                  <a:cubicBezTo>
                    <a:pt x="7905" y="55934"/>
                    <a:pt x="7574" y="55677"/>
                    <a:pt x="7252" y="55410"/>
                  </a:cubicBezTo>
                  <a:cubicBezTo>
                    <a:pt x="6929" y="55143"/>
                    <a:pt x="6614" y="54866"/>
                    <a:pt x="6309" y="54579"/>
                  </a:cubicBezTo>
                  <a:cubicBezTo>
                    <a:pt x="6004" y="54293"/>
                    <a:pt x="5707" y="53996"/>
                    <a:pt x="5421" y="53691"/>
                  </a:cubicBezTo>
                  <a:cubicBezTo>
                    <a:pt x="5134" y="53386"/>
                    <a:pt x="4857" y="53071"/>
                    <a:pt x="4590" y="52748"/>
                  </a:cubicBezTo>
                  <a:cubicBezTo>
                    <a:pt x="4323" y="52426"/>
                    <a:pt x="4066" y="52095"/>
                    <a:pt x="3820" y="51756"/>
                  </a:cubicBezTo>
                  <a:cubicBezTo>
                    <a:pt x="3573" y="51417"/>
                    <a:pt x="3338" y="51070"/>
                    <a:pt x="3113" y="50717"/>
                  </a:cubicBezTo>
                  <a:cubicBezTo>
                    <a:pt x="2889" y="50363"/>
                    <a:pt x="2676" y="50002"/>
                    <a:pt x="2474" y="49635"/>
                  </a:cubicBezTo>
                  <a:cubicBezTo>
                    <a:pt x="2272" y="49268"/>
                    <a:pt x="2082" y="48895"/>
                    <a:pt x="1903" y="48516"/>
                  </a:cubicBezTo>
                  <a:cubicBezTo>
                    <a:pt x="1725" y="48137"/>
                    <a:pt x="1559" y="47752"/>
                    <a:pt x="1404" y="47362"/>
                  </a:cubicBezTo>
                  <a:cubicBezTo>
                    <a:pt x="1250" y="46973"/>
                    <a:pt x="1108" y="46579"/>
                    <a:pt x="979" y="46180"/>
                  </a:cubicBezTo>
                  <a:cubicBezTo>
                    <a:pt x="849" y="45782"/>
                    <a:pt x="733" y="45380"/>
                    <a:pt x="628" y="44974"/>
                  </a:cubicBezTo>
                  <a:cubicBezTo>
                    <a:pt x="524" y="44568"/>
                    <a:pt x="433" y="44159"/>
                    <a:pt x="354" y="43748"/>
                  </a:cubicBezTo>
                  <a:cubicBezTo>
                    <a:pt x="276" y="43336"/>
                    <a:pt x="210" y="42922"/>
                    <a:pt x="158" y="42507"/>
                  </a:cubicBezTo>
                  <a:cubicBezTo>
                    <a:pt x="105" y="42091"/>
                    <a:pt x="66" y="41674"/>
                    <a:pt x="39" y="41256"/>
                  </a:cubicBezTo>
                  <a:cubicBezTo>
                    <a:pt x="13" y="40838"/>
                    <a:pt x="0" y="40419"/>
                    <a:pt x="0" y="40000"/>
                  </a:cubicBezTo>
                  <a:lnTo>
                    <a:pt x="0" y="0"/>
                  </a:lnTo>
                  <a:lnTo>
                    <a:pt x="60000" y="0"/>
                  </a:lnTo>
                  <a:lnTo>
                    <a:pt x="60000" y="40000"/>
                  </a:lnTo>
                  <a:cubicBezTo>
                    <a:pt x="60000" y="40419"/>
                    <a:pt x="59987" y="40838"/>
                    <a:pt x="59961" y="41256"/>
                  </a:cubicBezTo>
                  <a:cubicBezTo>
                    <a:pt x="59934" y="41674"/>
                    <a:pt x="59895" y="42091"/>
                    <a:pt x="59842" y="42507"/>
                  </a:cubicBezTo>
                  <a:cubicBezTo>
                    <a:pt x="59790" y="42922"/>
                    <a:pt x="59724" y="43336"/>
                    <a:pt x="59646" y="43748"/>
                  </a:cubicBezTo>
                  <a:cubicBezTo>
                    <a:pt x="59567" y="44159"/>
                    <a:pt x="59476" y="44568"/>
                    <a:pt x="59372" y="44974"/>
                  </a:cubicBezTo>
                  <a:cubicBezTo>
                    <a:pt x="59267" y="45380"/>
                    <a:pt x="59151" y="45782"/>
                    <a:pt x="59021" y="46180"/>
                  </a:cubicBezTo>
                  <a:cubicBezTo>
                    <a:pt x="58892" y="46579"/>
                    <a:pt x="58750" y="46973"/>
                    <a:pt x="58596" y="47362"/>
                  </a:cubicBezTo>
                  <a:cubicBezTo>
                    <a:pt x="58441" y="47752"/>
                    <a:pt x="58275" y="48137"/>
                    <a:pt x="58097" y="48516"/>
                  </a:cubicBezTo>
                  <a:cubicBezTo>
                    <a:pt x="57918" y="48895"/>
                    <a:pt x="57728" y="49268"/>
                    <a:pt x="57526" y="49635"/>
                  </a:cubicBezTo>
                  <a:cubicBezTo>
                    <a:pt x="57324" y="50002"/>
                    <a:pt x="57111" y="50363"/>
                    <a:pt x="56887" y="50717"/>
                  </a:cubicBezTo>
                  <a:cubicBezTo>
                    <a:pt x="56662" y="51070"/>
                    <a:pt x="56427" y="51417"/>
                    <a:pt x="56180" y="51756"/>
                  </a:cubicBezTo>
                  <a:cubicBezTo>
                    <a:pt x="55934" y="52095"/>
                    <a:pt x="55677" y="52426"/>
                    <a:pt x="55410" y="52748"/>
                  </a:cubicBezTo>
                  <a:cubicBezTo>
                    <a:pt x="55143" y="53071"/>
                    <a:pt x="54866" y="53386"/>
                    <a:pt x="54579" y="53691"/>
                  </a:cubicBezTo>
                  <a:cubicBezTo>
                    <a:pt x="54293" y="53996"/>
                    <a:pt x="53996" y="54293"/>
                    <a:pt x="53691" y="54579"/>
                  </a:cubicBezTo>
                  <a:cubicBezTo>
                    <a:pt x="53386" y="54866"/>
                    <a:pt x="53071" y="55143"/>
                    <a:pt x="52748" y="55410"/>
                  </a:cubicBezTo>
                  <a:cubicBezTo>
                    <a:pt x="52426" y="55677"/>
                    <a:pt x="52095" y="55934"/>
                    <a:pt x="51756" y="56180"/>
                  </a:cubicBezTo>
                  <a:cubicBezTo>
                    <a:pt x="51417" y="56427"/>
                    <a:pt x="51070" y="56662"/>
                    <a:pt x="50717" y="56887"/>
                  </a:cubicBezTo>
                  <a:cubicBezTo>
                    <a:pt x="50363" y="57111"/>
                    <a:pt x="50002" y="57324"/>
                    <a:pt x="49635" y="57526"/>
                  </a:cubicBezTo>
                  <a:cubicBezTo>
                    <a:pt x="49268" y="57728"/>
                    <a:pt x="48895" y="57918"/>
                    <a:pt x="48516" y="58097"/>
                  </a:cubicBezTo>
                  <a:cubicBezTo>
                    <a:pt x="48137" y="58275"/>
                    <a:pt x="47752" y="58441"/>
                    <a:pt x="47362" y="58596"/>
                  </a:cubicBezTo>
                  <a:cubicBezTo>
                    <a:pt x="46973" y="58750"/>
                    <a:pt x="46579" y="58892"/>
                    <a:pt x="46180" y="59021"/>
                  </a:cubicBezTo>
                  <a:cubicBezTo>
                    <a:pt x="45782" y="59151"/>
                    <a:pt x="45380" y="59267"/>
                    <a:pt x="44974" y="59372"/>
                  </a:cubicBezTo>
                  <a:cubicBezTo>
                    <a:pt x="44568" y="59476"/>
                    <a:pt x="44159" y="59567"/>
                    <a:pt x="43748" y="59646"/>
                  </a:cubicBezTo>
                  <a:cubicBezTo>
                    <a:pt x="43336" y="59724"/>
                    <a:pt x="42922" y="59790"/>
                    <a:pt x="42507" y="59842"/>
                  </a:cubicBezTo>
                  <a:cubicBezTo>
                    <a:pt x="42091" y="59895"/>
                    <a:pt x="41674" y="59934"/>
                    <a:pt x="41256" y="59961"/>
                  </a:cubicBezTo>
                  <a:cubicBezTo>
                    <a:pt x="40838" y="59987"/>
                    <a:pt x="40419" y="60000"/>
                    <a:pt x="40000" y="6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probe-lucide-microscope-part-6"/>
            <p:cNvSpPr/>
            <p:nvPr/>
          </p:nvSpPr>
          <p:spPr>
            <a:xfrm>
              <a:off x="80000" y="2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40000" y="10000"/>
                  </a:lnTo>
                  <a:cubicBezTo>
                    <a:pt x="40000" y="9791"/>
                    <a:pt x="39993" y="9581"/>
                    <a:pt x="39980" y="9372"/>
                  </a:cubicBezTo>
                  <a:cubicBezTo>
                    <a:pt x="39967" y="9163"/>
                    <a:pt x="39947" y="8954"/>
                    <a:pt x="39921" y="8747"/>
                  </a:cubicBezTo>
                  <a:cubicBezTo>
                    <a:pt x="39895" y="8539"/>
                    <a:pt x="39862" y="8332"/>
                    <a:pt x="39823" y="8126"/>
                  </a:cubicBezTo>
                  <a:cubicBezTo>
                    <a:pt x="39784" y="7920"/>
                    <a:pt x="39738" y="7716"/>
                    <a:pt x="39686" y="7513"/>
                  </a:cubicBezTo>
                  <a:cubicBezTo>
                    <a:pt x="39634" y="7310"/>
                    <a:pt x="39575" y="7109"/>
                    <a:pt x="39511" y="6910"/>
                  </a:cubicBezTo>
                  <a:cubicBezTo>
                    <a:pt x="39446" y="6711"/>
                    <a:pt x="39375" y="6514"/>
                    <a:pt x="39298" y="6319"/>
                  </a:cubicBezTo>
                  <a:cubicBezTo>
                    <a:pt x="39221" y="6124"/>
                    <a:pt x="39137" y="5932"/>
                    <a:pt x="39048" y="5742"/>
                  </a:cubicBezTo>
                  <a:cubicBezTo>
                    <a:pt x="38959" y="5553"/>
                    <a:pt x="38864" y="5366"/>
                    <a:pt x="38763" y="5182"/>
                  </a:cubicBezTo>
                  <a:cubicBezTo>
                    <a:pt x="38662" y="4999"/>
                    <a:pt x="38556" y="4819"/>
                    <a:pt x="38443" y="4642"/>
                  </a:cubicBezTo>
                  <a:cubicBezTo>
                    <a:pt x="38331" y="4465"/>
                    <a:pt x="38213" y="4292"/>
                    <a:pt x="38090" y="4122"/>
                  </a:cubicBezTo>
                  <a:cubicBezTo>
                    <a:pt x="37967" y="3953"/>
                    <a:pt x="37839" y="3787"/>
                    <a:pt x="37705" y="3626"/>
                  </a:cubicBezTo>
                  <a:cubicBezTo>
                    <a:pt x="37572" y="3464"/>
                    <a:pt x="37433" y="3307"/>
                    <a:pt x="37290" y="3155"/>
                  </a:cubicBezTo>
                  <a:cubicBezTo>
                    <a:pt x="37146" y="3002"/>
                    <a:pt x="36998" y="2854"/>
                    <a:pt x="36845" y="2710"/>
                  </a:cubicBezTo>
                  <a:cubicBezTo>
                    <a:pt x="36693" y="2567"/>
                    <a:pt x="36536" y="2428"/>
                    <a:pt x="36374" y="2295"/>
                  </a:cubicBezTo>
                  <a:cubicBezTo>
                    <a:pt x="36213" y="2161"/>
                    <a:pt x="36047" y="2033"/>
                    <a:pt x="35878" y="1910"/>
                  </a:cubicBezTo>
                  <a:cubicBezTo>
                    <a:pt x="35708" y="1787"/>
                    <a:pt x="35535" y="1669"/>
                    <a:pt x="35358" y="1557"/>
                  </a:cubicBezTo>
                  <a:cubicBezTo>
                    <a:pt x="35181" y="1444"/>
                    <a:pt x="35001" y="1338"/>
                    <a:pt x="34818" y="1237"/>
                  </a:cubicBezTo>
                  <a:cubicBezTo>
                    <a:pt x="34634" y="1136"/>
                    <a:pt x="34447" y="1041"/>
                    <a:pt x="34258" y="952"/>
                  </a:cubicBezTo>
                  <a:cubicBezTo>
                    <a:pt x="34068" y="863"/>
                    <a:pt x="33876" y="779"/>
                    <a:pt x="33681" y="702"/>
                  </a:cubicBezTo>
                  <a:cubicBezTo>
                    <a:pt x="33486" y="625"/>
                    <a:pt x="33289" y="554"/>
                    <a:pt x="33090" y="489"/>
                  </a:cubicBezTo>
                  <a:cubicBezTo>
                    <a:pt x="32891" y="425"/>
                    <a:pt x="32690" y="366"/>
                    <a:pt x="32487" y="314"/>
                  </a:cubicBezTo>
                  <a:cubicBezTo>
                    <a:pt x="32284" y="262"/>
                    <a:pt x="32080" y="216"/>
                    <a:pt x="31874" y="177"/>
                  </a:cubicBezTo>
                  <a:cubicBezTo>
                    <a:pt x="31668" y="138"/>
                    <a:pt x="31461" y="105"/>
                    <a:pt x="31253" y="79"/>
                  </a:cubicBezTo>
                  <a:cubicBezTo>
                    <a:pt x="31046" y="53"/>
                    <a:pt x="30837" y="33"/>
                    <a:pt x="30628" y="20"/>
                  </a:cubicBezTo>
                  <a:cubicBezTo>
                    <a:pt x="30419" y="7"/>
                    <a:pt x="30209" y="0"/>
                    <a:pt x="30000" y="0"/>
                  </a:cubicBez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8" name="probe-lucide-pipette" descr="pipette — Lucide Icons and Contributors; preserve the bundled full upstream license. Source: https://github.com/lucide-icons/lucide/blob/20aef31db93fe4d9f398dbb15b120d99c48eef95/icons/pipette.svg; SVG SHA256: dad18ee11312000529dbfaa6c60fa8da00773eebe91e23633d8f4baca8421cdc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9" name="probe-lucide-pipette-part-1"/>
            <p:cNvSpPr/>
            <p:nvPr/>
          </p:nvSpPr>
          <p:spPr>
            <a:xfrm>
              <a:off x="24140" y="90000"/>
              <a:ext cx="125860" cy="125860"/>
            </a:xfrm>
            <a:custGeom>
              <a:avLst/>
              <a:gdLst/>
              <a:ahLst/>
              <a:cxnLst/>
              <a:rect l="0" t="0" r="r" b="b"/>
              <a:pathLst>
                <a:path w="125860" h="125860">
                  <a:moveTo>
                    <a:pt x="95860" y="0"/>
                  </a:moveTo>
                  <a:lnTo>
                    <a:pt x="11720" y="84140"/>
                  </a:lnTo>
                  <a:cubicBezTo>
                    <a:pt x="11435" y="84425"/>
                    <a:pt x="11159" y="84718"/>
                    <a:pt x="10892" y="85019"/>
                  </a:cubicBezTo>
                  <a:cubicBezTo>
                    <a:pt x="10625" y="85321"/>
                    <a:pt x="10367" y="85630"/>
                    <a:pt x="10118" y="85947"/>
                  </a:cubicBezTo>
                  <a:cubicBezTo>
                    <a:pt x="9870" y="86264"/>
                    <a:pt x="9631" y="86589"/>
                    <a:pt x="9402" y="86920"/>
                  </a:cubicBezTo>
                  <a:cubicBezTo>
                    <a:pt x="9173" y="87252"/>
                    <a:pt x="8955" y="87590"/>
                    <a:pt x="8746" y="87935"/>
                  </a:cubicBezTo>
                  <a:cubicBezTo>
                    <a:pt x="8538" y="88279"/>
                    <a:pt x="8340" y="88630"/>
                    <a:pt x="8153" y="88987"/>
                  </a:cubicBezTo>
                  <a:cubicBezTo>
                    <a:pt x="7965" y="89343"/>
                    <a:pt x="7789" y="89705"/>
                    <a:pt x="7623" y="90073"/>
                  </a:cubicBezTo>
                  <a:cubicBezTo>
                    <a:pt x="7458" y="90440"/>
                    <a:pt x="7304" y="90812"/>
                    <a:pt x="7161" y="91189"/>
                  </a:cubicBezTo>
                  <a:cubicBezTo>
                    <a:pt x="7018" y="91565"/>
                    <a:pt x="6887" y="91946"/>
                    <a:pt x="6767" y="92331"/>
                  </a:cubicBezTo>
                  <a:cubicBezTo>
                    <a:pt x="6647" y="92715"/>
                    <a:pt x="6539" y="93103"/>
                    <a:pt x="6442" y="93494"/>
                  </a:cubicBezTo>
                  <a:cubicBezTo>
                    <a:pt x="6346" y="93885"/>
                    <a:pt x="6261" y="94279"/>
                    <a:pt x="6188" y="94675"/>
                  </a:cubicBezTo>
                  <a:cubicBezTo>
                    <a:pt x="6116" y="95071"/>
                    <a:pt x="6055" y="95470"/>
                    <a:pt x="6006" y="95869"/>
                  </a:cubicBezTo>
                  <a:cubicBezTo>
                    <a:pt x="5958" y="96269"/>
                    <a:pt x="5921" y="96671"/>
                    <a:pt x="5897" y="97073"/>
                  </a:cubicBezTo>
                  <a:cubicBezTo>
                    <a:pt x="5872" y="97475"/>
                    <a:pt x="5860" y="97877"/>
                    <a:pt x="5860" y="98280"/>
                  </a:cubicBezTo>
                  <a:lnTo>
                    <a:pt x="5860" y="111720"/>
                  </a:lnTo>
                  <a:cubicBezTo>
                    <a:pt x="5860" y="112123"/>
                    <a:pt x="5848" y="112525"/>
                    <a:pt x="5823" y="112927"/>
                  </a:cubicBezTo>
                  <a:cubicBezTo>
                    <a:pt x="5799" y="113329"/>
                    <a:pt x="5762" y="113731"/>
                    <a:pt x="5714" y="114131"/>
                  </a:cubicBezTo>
                  <a:cubicBezTo>
                    <a:pt x="5665" y="114530"/>
                    <a:pt x="5604" y="114929"/>
                    <a:pt x="5532" y="115325"/>
                  </a:cubicBezTo>
                  <a:cubicBezTo>
                    <a:pt x="5459" y="115721"/>
                    <a:pt x="5374" y="116115"/>
                    <a:pt x="5278" y="116506"/>
                  </a:cubicBezTo>
                  <a:cubicBezTo>
                    <a:pt x="5181" y="116897"/>
                    <a:pt x="5073" y="117285"/>
                    <a:pt x="4953" y="117669"/>
                  </a:cubicBezTo>
                  <a:cubicBezTo>
                    <a:pt x="4833" y="118054"/>
                    <a:pt x="4702" y="118435"/>
                    <a:pt x="4559" y="118811"/>
                  </a:cubicBezTo>
                  <a:cubicBezTo>
                    <a:pt x="4416" y="119188"/>
                    <a:pt x="4262" y="119560"/>
                    <a:pt x="4097" y="119927"/>
                  </a:cubicBezTo>
                  <a:cubicBezTo>
                    <a:pt x="3931" y="120295"/>
                    <a:pt x="3755" y="120657"/>
                    <a:pt x="3567" y="121013"/>
                  </a:cubicBezTo>
                  <a:cubicBezTo>
                    <a:pt x="3380" y="121370"/>
                    <a:pt x="3182" y="121721"/>
                    <a:pt x="2974" y="122065"/>
                  </a:cubicBezTo>
                  <a:cubicBezTo>
                    <a:pt x="2765" y="122410"/>
                    <a:pt x="2547" y="122748"/>
                    <a:pt x="2318" y="123080"/>
                  </a:cubicBezTo>
                  <a:cubicBezTo>
                    <a:pt x="2089" y="123411"/>
                    <a:pt x="1850" y="123736"/>
                    <a:pt x="1602" y="124053"/>
                  </a:cubicBezTo>
                  <a:cubicBezTo>
                    <a:pt x="1353" y="124370"/>
                    <a:pt x="1095" y="124679"/>
                    <a:pt x="828" y="124981"/>
                  </a:cubicBezTo>
                  <a:cubicBezTo>
                    <a:pt x="561" y="125282"/>
                    <a:pt x="285" y="125575"/>
                    <a:pt x="0" y="125860"/>
                  </a:cubicBezTo>
                  <a:cubicBezTo>
                    <a:pt x="285" y="125575"/>
                    <a:pt x="578" y="125299"/>
                    <a:pt x="879" y="125032"/>
                  </a:cubicBezTo>
                  <a:cubicBezTo>
                    <a:pt x="1181" y="124765"/>
                    <a:pt x="1490" y="124507"/>
                    <a:pt x="1807" y="124258"/>
                  </a:cubicBezTo>
                  <a:cubicBezTo>
                    <a:pt x="2124" y="124010"/>
                    <a:pt x="2449" y="123771"/>
                    <a:pt x="2780" y="123542"/>
                  </a:cubicBezTo>
                  <a:cubicBezTo>
                    <a:pt x="3112" y="123313"/>
                    <a:pt x="3450" y="123095"/>
                    <a:pt x="3795" y="122886"/>
                  </a:cubicBezTo>
                  <a:cubicBezTo>
                    <a:pt x="4139" y="122678"/>
                    <a:pt x="4490" y="122480"/>
                    <a:pt x="4847" y="122293"/>
                  </a:cubicBezTo>
                  <a:cubicBezTo>
                    <a:pt x="5203" y="122105"/>
                    <a:pt x="5565" y="121929"/>
                    <a:pt x="5933" y="121763"/>
                  </a:cubicBezTo>
                  <a:cubicBezTo>
                    <a:pt x="6300" y="121598"/>
                    <a:pt x="6672" y="121444"/>
                    <a:pt x="7049" y="121301"/>
                  </a:cubicBezTo>
                  <a:cubicBezTo>
                    <a:pt x="7425" y="121158"/>
                    <a:pt x="7806" y="121027"/>
                    <a:pt x="8191" y="120907"/>
                  </a:cubicBezTo>
                  <a:cubicBezTo>
                    <a:pt x="8575" y="120787"/>
                    <a:pt x="8963" y="120679"/>
                    <a:pt x="9354" y="120582"/>
                  </a:cubicBezTo>
                  <a:cubicBezTo>
                    <a:pt x="9745" y="120486"/>
                    <a:pt x="10139" y="120401"/>
                    <a:pt x="10535" y="120328"/>
                  </a:cubicBezTo>
                  <a:cubicBezTo>
                    <a:pt x="10931" y="120256"/>
                    <a:pt x="11330" y="120195"/>
                    <a:pt x="11729" y="120146"/>
                  </a:cubicBezTo>
                  <a:cubicBezTo>
                    <a:pt x="12129" y="120098"/>
                    <a:pt x="12531" y="120061"/>
                    <a:pt x="12933" y="120037"/>
                  </a:cubicBezTo>
                  <a:cubicBezTo>
                    <a:pt x="13335" y="120012"/>
                    <a:pt x="13737" y="120000"/>
                    <a:pt x="14140" y="120000"/>
                  </a:cubicBezTo>
                  <a:lnTo>
                    <a:pt x="27580" y="120000"/>
                  </a:lnTo>
                  <a:cubicBezTo>
                    <a:pt x="27983" y="120000"/>
                    <a:pt x="28385" y="119988"/>
                    <a:pt x="28787" y="119963"/>
                  </a:cubicBezTo>
                  <a:cubicBezTo>
                    <a:pt x="29189" y="119939"/>
                    <a:pt x="29591" y="119902"/>
                    <a:pt x="29991" y="119854"/>
                  </a:cubicBezTo>
                  <a:cubicBezTo>
                    <a:pt x="30390" y="119805"/>
                    <a:pt x="30789" y="119744"/>
                    <a:pt x="31185" y="119672"/>
                  </a:cubicBezTo>
                  <a:cubicBezTo>
                    <a:pt x="31581" y="119599"/>
                    <a:pt x="31975" y="119514"/>
                    <a:pt x="32366" y="119418"/>
                  </a:cubicBezTo>
                  <a:cubicBezTo>
                    <a:pt x="32757" y="119321"/>
                    <a:pt x="33145" y="119213"/>
                    <a:pt x="33529" y="119093"/>
                  </a:cubicBezTo>
                  <a:cubicBezTo>
                    <a:pt x="33914" y="118973"/>
                    <a:pt x="34295" y="118842"/>
                    <a:pt x="34671" y="118699"/>
                  </a:cubicBezTo>
                  <a:cubicBezTo>
                    <a:pt x="35048" y="118556"/>
                    <a:pt x="35420" y="118402"/>
                    <a:pt x="35787" y="118237"/>
                  </a:cubicBezTo>
                  <a:cubicBezTo>
                    <a:pt x="36155" y="118071"/>
                    <a:pt x="36517" y="117895"/>
                    <a:pt x="36873" y="117707"/>
                  </a:cubicBezTo>
                  <a:cubicBezTo>
                    <a:pt x="37230" y="117520"/>
                    <a:pt x="37581" y="117322"/>
                    <a:pt x="37925" y="117114"/>
                  </a:cubicBezTo>
                  <a:cubicBezTo>
                    <a:pt x="38270" y="116905"/>
                    <a:pt x="38608" y="116687"/>
                    <a:pt x="38940" y="116458"/>
                  </a:cubicBezTo>
                  <a:cubicBezTo>
                    <a:pt x="39271" y="116229"/>
                    <a:pt x="39596" y="115990"/>
                    <a:pt x="39913" y="115742"/>
                  </a:cubicBezTo>
                  <a:cubicBezTo>
                    <a:pt x="40230" y="115493"/>
                    <a:pt x="40539" y="115235"/>
                    <a:pt x="40841" y="114968"/>
                  </a:cubicBezTo>
                  <a:cubicBezTo>
                    <a:pt x="41142" y="114701"/>
                    <a:pt x="41435" y="114425"/>
                    <a:pt x="41720" y="114140"/>
                  </a:cubicBezTo>
                  <a:lnTo>
                    <a:pt x="12586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probe-lucide-pipette-part-2"/>
            <p:cNvSpPr/>
            <p:nvPr/>
          </p:nvSpPr>
          <p:spPr>
            <a:xfrm>
              <a:off x="109787" y="19787"/>
              <a:ext cx="110426" cy="110426"/>
            </a:xfrm>
            <a:custGeom>
              <a:avLst/>
              <a:gdLst/>
              <a:ahLst/>
              <a:cxnLst/>
              <a:rect l="0" t="0" r="r" b="b"/>
              <a:pathLst>
                <a:path w="110426" h="110426">
                  <a:moveTo>
                    <a:pt x="70213" y="70213"/>
                  </a:moveTo>
                  <a:lnTo>
                    <a:pt x="74213" y="74213"/>
                  </a:lnTo>
                  <a:cubicBezTo>
                    <a:pt x="74521" y="74521"/>
                    <a:pt x="74820" y="74839"/>
                    <a:pt x="75108" y="75165"/>
                  </a:cubicBezTo>
                  <a:cubicBezTo>
                    <a:pt x="75397" y="75491"/>
                    <a:pt x="75675" y="75827"/>
                    <a:pt x="75943" y="76170"/>
                  </a:cubicBezTo>
                  <a:cubicBezTo>
                    <a:pt x="76211" y="76514"/>
                    <a:pt x="76468" y="76865"/>
                    <a:pt x="76714" y="77225"/>
                  </a:cubicBezTo>
                  <a:cubicBezTo>
                    <a:pt x="76960" y="77584"/>
                    <a:pt x="77195" y="77951"/>
                    <a:pt x="77419" y="78325"/>
                  </a:cubicBezTo>
                  <a:cubicBezTo>
                    <a:pt x="77642" y="78699"/>
                    <a:pt x="77854" y="79079"/>
                    <a:pt x="78055" y="79466"/>
                  </a:cubicBezTo>
                  <a:cubicBezTo>
                    <a:pt x="78255" y="79853"/>
                    <a:pt x="78443" y="80246"/>
                    <a:pt x="78619" y="80645"/>
                  </a:cubicBezTo>
                  <a:cubicBezTo>
                    <a:pt x="78795" y="81043"/>
                    <a:pt x="78959" y="81447"/>
                    <a:pt x="79110" y="81856"/>
                  </a:cubicBezTo>
                  <a:cubicBezTo>
                    <a:pt x="79261" y="82264"/>
                    <a:pt x="79399" y="82677"/>
                    <a:pt x="79525" y="83094"/>
                  </a:cubicBezTo>
                  <a:cubicBezTo>
                    <a:pt x="79650" y="83512"/>
                    <a:pt x="79763" y="83932"/>
                    <a:pt x="79863" y="84356"/>
                  </a:cubicBezTo>
                  <a:cubicBezTo>
                    <a:pt x="79963" y="84780"/>
                    <a:pt x="80049" y="85207"/>
                    <a:pt x="80123" y="85637"/>
                  </a:cubicBezTo>
                  <a:cubicBezTo>
                    <a:pt x="80196" y="86066"/>
                    <a:pt x="80256" y="86498"/>
                    <a:pt x="80303" y="86931"/>
                  </a:cubicBezTo>
                  <a:cubicBezTo>
                    <a:pt x="80350" y="87364"/>
                    <a:pt x="80384" y="87798"/>
                    <a:pt x="80404" y="88234"/>
                  </a:cubicBezTo>
                  <a:cubicBezTo>
                    <a:pt x="80424" y="88669"/>
                    <a:pt x="80431" y="89104"/>
                    <a:pt x="80424" y="89540"/>
                  </a:cubicBezTo>
                  <a:cubicBezTo>
                    <a:pt x="80417" y="89975"/>
                    <a:pt x="80397" y="90411"/>
                    <a:pt x="80364" y="90845"/>
                  </a:cubicBezTo>
                  <a:cubicBezTo>
                    <a:pt x="80330" y="91279"/>
                    <a:pt x="80283" y="91713"/>
                    <a:pt x="80223" y="92144"/>
                  </a:cubicBezTo>
                  <a:cubicBezTo>
                    <a:pt x="80163" y="92575"/>
                    <a:pt x="80089" y="93005"/>
                    <a:pt x="80003" y="93432"/>
                  </a:cubicBezTo>
                  <a:cubicBezTo>
                    <a:pt x="79916" y="93859"/>
                    <a:pt x="79816" y="94283"/>
                    <a:pt x="79704" y="94704"/>
                  </a:cubicBezTo>
                  <a:cubicBezTo>
                    <a:pt x="79591" y="95124"/>
                    <a:pt x="79465" y="95542"/>
                    <a:pt x="79327" y="95955"/>
                  </a:cubicBezTo>
                  <a:cubicBezTo>
                    <a:pt x="79188" y="96368"/>
                    <a:pt x="79037" y="96776"/>
                    <a:pt x="78874" y="97180"/>
                  </a:cubicBezTo>
                  <a:cubicBezTo>
                    <a:pt x="78710" y="97584"/>
                    <a:pt x="78534" y="97982"/>
                    <a:pt x="78346" y="98375"/>
                  </a:cubicBezTo>
                  <a:cubicBezTo>
                    <a:pt x="78158" y="98768"/>
                    <a:pt x="77958" y="99155"/>
                    <a:pt x="77746" y="99536"/>
                  </a:cubicBezTo>
                  <a:cubicBezTo>
                    <a:pt x="77534" y="99916"/>
                    <a:pt x="77310" y="100290"/>
                    <a:pt x="77075" y="100657"/>
                  </a:cubicBezTo>
                  <a:cubicBezTo>
                    <a:pt x="76840" y="101024"/>
                    <a:pt x="76594" y="101383"/>
                    <a:pt x="76337" y="101735"/>
                  </a:cubicBezTo>
                  <a:cubicBezTo>
                    <a:pt x="76079" y="102086"/>
                    <a:pt x="75812" y="102430"/>
                    <a:pt x="75533" y="102765"/>
                  </a:cubicBezTo>
                  <a:cubicBezTo>
                    <a:pt x="75255" y="103100"/>
                    <a:pt x="74966" y="103427"/>
                    <a:pt x="74668" y="103744"/>
                  </a:cubicBezTo>
                  <a:cubicBezTo>
                    <a:pt x="74370" y="104062"/>
                    <a:pt x="74062" y="104370"/>
                    <a:pt x="73744" y="104668"/>
                  </a:cubicBezTo>
                  <a:cubicBezTo>
                    <a:pt x="73427" y="104966"/>
                    <a:pt x="73100" y="105255"/>
                    <a:pt x="72765" y="105533"/>
                  </a:cubicBezTo>
                  <a:cubicBezTo>
                    <a:pt x="72430" y="105812"/>
                    <a:pt x="72086" y="106079"/>
                    <a:pt x="71735" y="106337"/>
                  </a:cubicBezTo>
                  <a:cubicBezTo>
                    <a:pt x="71383" y="106594"/>
                    <a:pt x="71024" y="106840"/>
                    <a:pt x="70657" y="107075"/>
                  </a:cubicBezTo>
                  <a:cubicBezTo>
                    <a:pt x="70290" y="107310"/>
                    <a:pt x="69916" y="107534"/>
                    <a:pt x="69536" y="107746"/>
                  </a:cubicBezTo>
                  <a:cubicBezTo>
                    <a:pt x="69155" y="107958"/>
                    <a:pt x="68768" y="108158"/>
                    <a:pt x="68375" y="108346"/>
                  </a:cubicBezTo>
                  <a:cubicBezTo>
                    <a:pt x="67982" y="108534"/>
                    <a:pt x="67584" y="108710"/>
                    <a:pt x="67180" y="108874"/>
                  </a:cubicBezTo>
                  <a:cubicBezTo>
                    <a:pt x="66776" y="109037"/>
                    <a:pt x="66368" y="109188"/>
                    <a:pt x="65955" y="109327"/>
                  </a:cubicBezTo>
                  <a:cubicBezTo>
                    <a:pt x="65542" y="109465"/>
                    <a:pt x="65124" y="109591"/>
                    <a:pt x="64704" y="109704"/>
                  </a:cubicBezTo>
                  <a:cubicBezTo>
                    <a:pt x="64283" y="109816"/>
                    <a:pt x="63859" y="109916"/>
                    <a:pt x="63432" y="110003"/>
                  </a:cubicBezTo>
                  <a:cubicBezTo>
                    <a:pt x="63005" y="110089"/>
                    <a:pt x="62575" y="110163"/>
                    <a:pt x="62144" y="110223"/>
                  </a:cubicBezTo>
                  <a:cubicBezTo>
                    <a:pt x="61713" y="110283"/>
                    <a:pt x="61279" y="110330"/>
                    <a:pt x="60845" y="110364"/>
                  </a:cubicBezTo>
                  <a:cubicBezTo>
                    <a:pt x="60411" y="110397"/>
                    <a:pt x="59975" y="110417"/>
                    <a:pt x="59540" y="110424"/>
                  </a:cubicBezTo>
                  <a:cubicBezTo>
                    <a:pt x="59104" y="110431"/>
                    <a:pt x="58669" y="110424"/>
                    <a:pt x="58234" y="110404"/>
                  </a:cubicBezTo>
                  <a:cubicBezTo>
                    <a:pt x="57798" y="110384"/>
                    <a:pt x="57364" y="110350"/>
                    <a:pt x="56931" y="110303"/>
                  </a:cubicBezTo>
                  <a:cubicBezTo>
                    <a:pt x="56498" y="110256"/>
                    <a:pt x="56066" y="110196"/>
                    <a:pt x="55637" y="110123"/>
                  </a:cubicBezTo>
                  <a:cubicBezTo>
                    <a:pt x="55207" y="110049"/>
                    <a:pt x="54780" y="109963"/>
                    <a:pt x="54356" y="109863"/>
                  </a:cubicBezTo>
                  <a:cubicBezTo>
                    <a:pt x="53932" y="109763"/>
                    <a:pt x="53512" y="109650"/>
                    <a:pt x="53094" y="109525"/>
                  </a:cubicBezTo>
                  <a:cubicBezTo>
                    <a:pt x="52677" y="109399"/>
                    <a:pt x="52264" y="109261"/>
                    <a:pt x="51856" y="109110"/>
                  </a:cubicBezTo>
                  <a:cubicBezTo>
                    <a:pt x="51447" y="108959"/>
                    <a:pt x="51043" y="108795"/>
                    <a:pt x="50645" y="108619"/>
                  </a:cubicBezTo>
                  <a:cubicBezTo>
                    <a:pt x="50246" y="108443"/>
                    <a:pt x="49853" y="108255"/>
                    <a:pt x="49466" y="108055"/>
                  </a:cubicBezTo>
                  <a:cubicBezTo>
                    <a:pt x="49079" y="107854"/>
                    <a:pt x="48699" y="107642"/>
                    <a:pt x="48325" y="107419"/>
                  </a:cubicBezTo>
                  <a:cubicBezTo>
                    <a:pt x="47951" y="107195"/>
                    <a:pt x="47584" y="106960"/>
                    <a:pt x="47225" y="106714"/>
                  </a:cubicBezTo>
                  <a:cubicBezTo>
                    <a:pt x="46865" y="106468"/>
                    <a:pt x="46514" y="106211"/>
                    <a:pt x="46170" y="105943"/>
                  </a:cubicBezTo>
                  <a:cubicBezTo>
                    <a:pt x="45827" y="105675"/>
                    <a:pt x="45491" y="105397"/>
                    <a:pt x="45165" y="105108"/>
                  </a:cubicBezTo>
                  <a:cubicBezTo>
                    <a:pt x="44839" y="104820"/>
                    <a:pt x="44521" y="104521"/>
                    <a:pt x="44213" y="104213"/>
                  </a:cubicBezTo>
                  <a:lnTo>
                    <a:pt x="6213" y="66213"/>
                  </a:lnTo>
                  <a:cubicBezTo>
                    <a:pt x="5905" y="65905"/>
                    <a:pt x="5607" y="65588"/>
                    <a:pt x="5318" y="65261"/>
                  </a:cubicBezTo>
                  <a:cubicBezTo>
                    <a:pt x="5030" y="64935"/>
                    <a:pt x="4751" y="64600"/>
                    <a:pt x="4484" y="64256"/>
                  </a:cubicBezTo>
                  <a:cubicBezTo>
                    <a:pt x="4216" y="63913"/>
                    <a:pt x="3959" y="63561"/>
                    <a:pt x="3712" y="63202"/>
                  </a:cubicBezTo>
                  <a:cubicBezTo>
                    <a:pt x="3466" y="62842"/>
                    <a:pt x="3231" y="62475"/>
                    <a:pt x="3008" y="62101"/>
                  </a:cubicBezTo>
                  <a:cubicBezTo>
                    <a:pt x="2784" y="61728"/>
                    <a:pt x="2572" y="61347"/>
                    <a:pt x="2372" y="60960"/>
                  </a:cubicBezTo>
                  <a:cubicBezTo>
                    <a:pt x="2172" y="60573"/>
                    <a:pt x="1983" y="60180"/>
                    <a:pt x="1807" y="59782"/>
                  </a:cubicBezTo>
                  <a:cubicBezTo>
                    <a:pt x="1632" y="59383"/>
                    <a:pt x="1468" y="58979"/>
                    <a:pt x="1317" y="58571"/>
                  </a:cubicBezTo>
                  <a:cubicBezTo>
                    <a:pt x="1166" y="58162"/>
                    <a:pt x="1027" y="57749"/>
                    <a:pt x="902" y="57332"/>
                  </a:cubicBezTo>
                  <a:cubicBezTo>
                    <a:pt x="776" y="56915"/>
                    <a:pt x="663" y="56494"/>
                    <a:pt x="563" y="56070"/>
                  </a:cubicBezTo>
                  <a:cubicBezTo>
                    <a:pt x="464" y="55646"/>
                    <a:pt x="377" y="55219"/>
                    <a:pt x="304" y="54790"/>
                  </a:cubicBezTo>
                  <a:cubicBezTo>
                    <a:pt x="230" y="54360"/>
                    <a:pt x="170" y="53929"/>
                    <a:pt x="123" y="53496"/>
                  </a:cubicBezTo>
                  <a:cubicBezTo>
                    <a:pt x="76" y="53062"/>
                    <a:pt x="43" y="52628"/>
                    <a:pt x="23" y="52193"/>
                  </a:cubicBezTo>
                  <a:cubicBezTo>
                    <a:pt x="3" y="51758"/>
                    <a:pt x="-4" y="51322"/>
                    <a:pt x="3" y="50887"/>
                  </a:cubicBezTo>
                  <a:cubicBezTo>
                    <a:pt x="9" y="50451"/>
                    <a:pt x="29" y="50016"/>
                    <a:pt x="63" y="49581"/>
                  </a:cubicBezTo>
                  <a:cubicBezTo>
                    <a:pt x="96" y="49147"/>
                    <a:pt x="143" y="48714"/>
                    <a:pt x="203" y="48282"/>
                  </a:cubicBezTo>
                  <a:cubicBezTo>
                    <a:pt x="264" y="47851"/>
                    <a:pt x="337" y="47422"/>
                    <a:pt x="424" y="46995"/>
                  </a:cubicBezTo>
                  <a:cubicBezTo>
                    <a:pt x="510" y="46568"/>
                    <a:pt x="610" y="46144"/>
                    <a:pt x="723" y="45723"/>
                  </a:cubicBezTo>
                  <a:cubicBezTo>
                    <a:pt x="836" y="45302"/>
                    <a:pt x="961" y="44885"/>
                    <a:pt x="1100" y="44472"/>
                  </a:cubicBezTo>
                  <a:cubicBezTo>
                    <a:pt x="1238" y="44059"/>
                    <a:pt x="1389" y="43650"/>
                    <a:pt x="1553" y="43246"/>
                  </a:cubicBezTo>
                  <a:cubicBezTo>
                    <a:pt x="1716" y="42843"/>
                    <a:pt x="1892" y="42444"/>
                    <a:pt x="2081" y="42051"/>
                  </a:cubicBezTo>
                  <a:cubicBezTo>
                    <a:pt x="2269" y="41658"/>
                    <a:pt x="2469" y="41271"/>
                    <a:pt x="2681" y="40891"/>
                  </a:cubicBezTo>
                  <a:cubicBezTo>
                    <a:pt x="2893" y="40510"/>
                    <a:pt x="3116" y="40136"/>
                    <a:pt x="3351" y="39769"/>
                  </a:cubicBezTo>
                  <a:cubicBezTo>
                    <a:pt x="3586" y="39403"/>
                    <a:pt x="3833" y="39043"/>
                    <a:pt x="4090" y="38692"/>
                  </a:cubicBezTo>
                  <a:cubicBezTo>
                    <a:pt x="4347" y="38340"/>
                    <a:pt x="4615" y="37996"/>
                    <a:pt x="4893" y="37661"/>
                  </a:cubicBezTo>
                  <a:cubicBezTo>
                    <a:pt x="5171" y="37326"/>
                    <a:pt x="5460" y="37000"/>
                    <a:pt x="5758" y="36682"/>
                  </a:cubicBezTo>
                  <a:cubicBezTo>
                    <a:pt x="6057" y="36365"/>
                    <a:pt x="6365" y="36057"/>
                    <a:pt x="6682" y="35758"/>
                  </a:cubicBezTo>
                  <a:cubicBezTo>
                    <a:pt x="7000" y="35460"/>
                    <a:pt x="7326" y="35171"/>
                    <a:pt x="7661" y="34893"/>
                  </a:cubicBezTo>
                  <a:cubicBezTo>
                    <a:pt x="7996" y="34615"/>
                    <a:pt x="8340" y="34347"/>
                    <a:pt x="8692" y="34090"/>
                  </a:cubicBezTo>
                  <a:cubicBezTo>
                    <a:pt x="9043" y="33833"/>
                    <a:pt x="9403" y="33586"/>
                    <a:pt x="9769" y="33351"/>
                  </a:cubicBezTo>
                  <a:cubicBezTo>
                    <a:pt x="10136" y="33116"/>
                    <a:pt x="10510" y="32893"/>
                    <a:pt x="10891" y="32681"/>
                  </a:cubicBezTo>
                  <a:cubicBezTo>
                    <a:pt x="11271" y="32469"/>
                    <a:pt x="11658" y="32269"/>
                    <a:pt x="12051" y="32081"/>
                  </a:cubicBezTo>
                  <a:cubicBezTo>
                    <a:pt x="12444" y="31892"/>
                    <a:pt x="12843" y="31716"/>
                    <a:pt x="13246" y="31553"/>
                  </a:cubicBezTo>
                  <a:cubicBezTo>
                    <a:pt x="13650" y="31389"/>
                    <a:pt x="14059" y="31238"/>
                    <a:pt x="14472" y="31100"/>
                  </a:cubicBezTo>
                  <a:cubicBezTo>
                    <a:pt x="14885" y="30961"/>
                    <a:pt x="15302" y="30836"/>
                    <a:pt x="15723" y="30723"/>
                  </a:cubicBezTo>
                  <a:cubicBezTo>
                    <a:pt x="16144" y="30610"/>
                    <a:pt x="16568" y="30510"/>
                    <a:pt x="16995" y="30424"/>
                  </a:cubicBezTo>
                  <a:cubicBezTo>
                    <a:pt x="17422" y="30337"/>
                    <a:pt x="17851" y="30264"/>
                    <a:pt x="18282" y="30203"/>
                  </a:cubicBezTo>
                  <a:cubicBezTo>
                    <a:pt x="18714" y="30143"/>
                    <a:pt x="19147" y="30096"/>
                    <a:pt x="19581" y="30063"/>
                  </a:cubicBezTo>
                  <a:cubicBezTo>
                    <a:pt x="20016" y="30029"/>
                    <a:pt x="20451" y="30009"/>
                    <a:pt x="20887" y="30003"/>
                  </a:cubicBezTo>
                  <a:cubicBezTo>
                    <a:pt x="21322" y="29996"/>
                    <a:pt x="21758" y="30003"/>
                    <a:pt x="22193" y="30023"/>
                  </a:cubicBezTo>
                  <a:cubicBezTo>
                    <a:pt x="22628" y="30043"/>
                    <a:pt x="23062" y="30076"/>
                    <a:pt x="23496" y="30123"/>
                  </a:cubicBezTo>
                  <a:cubicBezTo>
                    <a:pt x="23929" y="30170"/>
                    <a:pt x="24360" y="30230"/>
                    <a:pt x="24790" y="30304"/>
                  </a:cubicBezTo>
                  <a:cubicBezTo>
                    <a:pt x="25219" y="30377"/>
                    <a:pt x="25646" y="30464"/>
                    <a:pt x="26070" y="30563"/>
                  </a:cubicBezTo>
                  <a:cubicBezTo>
                    <a:pt x="26494" y="30663"/>
                    <a:pt x="26915" y="30776"/>
                    <a:pt x="27332" y="30902"/>
                  </a:cubicBezTo>
                  <a:cubicBezTo>
                    <a:pt x="27749" y="31027"/>
                    <a:pt x="28162" y="31166"/>
                    <a:pt x="28571" y="31317"/>
                  </a:cubicBezTo>
                  <a:cubicBezTo>
                    <a:pt x="28979" y="31468"/>
                    <a:pt x="29383" y="31632"/>
                    <a:pt x="29782" y="31807"/>
                  </a:cubicBezTo>
                  <a:cubicBezTo>
                    <a:pt x="30180" y="31983"/>
                    <a:pt x="30573" y="32172"/>
                    <a:pt x="30960" y="32372"/>
                  </a:cubicBezTo>
                  <a:cubicBezTo>
                    <a:pt x="31347" y="32572"/>
                    <a:pt x="31728" y="32784"/>
                    <a:pt x="32101" y="33008"/>
                  </a:cubicBezTo>
                  <a:cubicBezTo>
                    <a:pt x="32475" y="33231"/>
                    <a:pt x="32842" y="33466"/>
                    <a:pt x="33202" y="33712"/>
                  </a:cubicBezTo>
                  <a:cubicBezTo>
                    <a:pt x="33561" y="33959"/>
                    <a:pt x="33913" y="34216"/>
                    <a:pt x="34256" y="34484"/>
                  </a:cubicBezTo>
                  <a:cubicBezTo>
                    <a:pt x="34600" y="34751"/>
                    <a:pt x="34935" y="35030"/>
                    <a:pt x="35261" y="35318"/>
                  </a:cubicBezTo>
                  <a:cubicBezTo>
                    <a:pt x="35588" y="35607"/>
                    <a:pt x="35905" y="35905"/>
                    <a:pt x="36213" y="36213"/>
                  </a:cubicBezTo>
                  <a:lnTo>
                    <a:pt x="40213" y="40213"/>
                  </a:lnTo>
                  <a:lnTo>
                    <a:pt x="74213" y="6213"/>
                  </a:lnTo>
                  <a:cubicBezTo>
                    <a:pt x="74521" y="5905"/>
                    <a:pt x="74839" y="5607"/>
                    <a:pt x="75165" y="5318"/>
                  </a:cubicBezTo>
                  <a:cubicBezTo>
                    <a:pt x="75491" y="5030"/>
                    <a:pt x="75827" y="4751"/>
                    <a:pt x="76170" y="4484"/>
                  </a:cubicBezTo>
                  <a:cubicBezTo>
                    <a:pt x="76514" y="4216"/>
                    <a:pt x="76865" y="3959"/>
                    <a:pt x="77225" y="3712"/>
                  </a:cubicBezTo>
                  <a:cubicBezTo>
                    <a:pt x="77584" y="3466"/>
                    <a:pt x="77951" y="3231"/>
                    <a:pt x="78325" y="3008"/>
                  </a:cubicBezTo>
                  <a:cubicBezTo>
                    <a:pt x="78699" y="2784"/>
                    <a:pt x="79079" y="2572"/>
                    <a:pt x="79466" y="2372"/>
                  </a:cubicBezTo>
                  <a:cubicBezTo>
                    <a:pt x="79853" y="2172"/>
                    <a:pt x="80246" y="1983"/>
                    <a:pt x="80645" y="1807"/>
                  </a:cubicBezTo>
                  <a:cubicBezTo>
                    <a:pt x="81043" y="1632"/>
                    <a:pt x="81447" y="1468"/>
                    <a:pt x="81856" y="1317"/>
                  </a:cubicBezTo>
                  <a:cubicBezTo>
                    <a:pt x="82264" y="1166"/>
                    <a:pt x="82677" y="1027"/>
                    <a:pt x="83094" y="902"/>
                  </a:cubicBezTo>
                  <a:cubicBezTo>
                    <a:pt x="83512" y="776"/>
                    <a:pt x="83932" y="663"/>
                    <a:pt x="84356" y="563"/>
                  </a:cubicBezTo>
                  <a:cubicBezTo>
                    <a:pt x="84780" y="464"/>
                    <a:pt x="85207" y="377"/>
                    <a:pt x="85637" y="304"/>
                  </a:cubicBezTo>
                  <a:cubicBezTo>
                    <a:pt x="86066" y="230"/>
                    <a:pt x="86498" y="170"/>
                    <a:pt x="86931" y="123"/>
                  </a:cubicBezTo>
                  <a:cubicBezTo>
                    <a:pt x="87364" y="76"/>
                    <a:pt x="87798" y="43"/>
                    <a:pt x="88234" y="23"/>
                  </a:cubicBezTo>
                  <a:cubicBezTo>
                    <a:pt x="88669" y="3"/>
                    <a:pt x="89104" y="-4"/>
                    <a:pt x="89540" y="3"/>
                  </a:cubicBezTo>
                  <a:cubicBezTo>
                    <a:pt x="89975" y="9"/>
                    <a:pt x="90411" y="29"/>
                    <a:pt x="90845" y="63"/>
                  </a:cubicBezTo>
                  <a:cubicBezTo>
                    <a:pt x="91279" y="96"/>
                    <a:pt x="91713" y="143"/>
                    <a:pt x="92144" y="203"/>
                  </a:cubicBezTo>
                  <a:cubicBezTo>
                    <a:pt x="92575" y="264"/>
                    <a:pt x="93005" y="337"/>
                    <a:pt x="93432" y="424"/>
                  </a:cubicBezTo>
                  <a:cubicBezTo>
                    <a:pt x="93859" y="510"/>
                    <a:pt x="94283" y="610"/>
                    <a:pt x="94704" y="723"/>
                  </a:cubicBezTo>
                  <a:cubicBezTo>
                    <a:pt x="95124" y="836"/>
                    <a:pt x="95542" y="961"/>
                    <a:pt x="95955" y="1100"/>
                  </a:cubicBezTo>
                  <a:cubicBezTo>
                    <a:pt x="96368" y="1238"/>
                    <a:pt x="96776" y="1389"/>
                    <a:pt x="97180" y="1553"/>
                  </a:cubicBezTo>
                  <a:cubicBezTo>
                    <a:pt x="97584" y="1716"/>
                    <a:pt x="97982" y="1892"/>
                    <a:pt x="98375" y="2081"/>
                  </a:cubicBezTo>
                  <a:cubicBezTo>
                    <a:pt x="98768" y="2269"/>
                    <a:pt x="99155" y="2469"/>
                    <a:pt x="99536" y="2681"/>
                  </a:cubicBezTo>
                  <a:cubicBezTo>
                    <a:pt x="99916" y="2893"/>
                    <a:pt x="100290" y="3116"/>
                    <a:pt x="100657" y="3351"/>
                  </a:cubicBezTo>
                  <a:cubicBezTo>
                    <a:pt x="101024" y="3586"/>
                    <a:pt x="101383" y="3833"/>
                    <a:pt x="101735" y="4090"/>
                  </a:cubicBezTo>
                  <a:cubicBezTo>
                    <a:pt x="102086" y="4347"/>
                    <a:pt x="102430" y="4615"/>
                    <a:pt x="102765" y="4893"/>
                  </a:cubicBezTo>
                  <a:cubicBezTo>
                    <a:pt x="103100" y="5171"/>
                    <a:pt x="103427" y="5460"/>
                    <a:pt x="103744" y="5758"/>
                  </a:cubicBezTo>
                  <a:cubicBezTo>
                    <a:pt x="104062" y="6057"/>
                    <a:pt x="104370" y="6365"/>
                    <a:pt x="104668" y="6682"/>
                  </a:cubicBezTo>
                  <a:cubicBezTo>
                    <a:pt x="104966" y="7000"/>
                    <a:pt x="105255" y="7326"/>
                    <a:pt x="105533" y="7661"/>
                  </a:cubicBezTo>
                  <a:cubicBezTo>
                    <a:pt x="105812" y="7996"/>
                    <a:pt x="106079" y="8340"/>
                    <a:pt x="106337" y="8692"/>
                  </a:cubicBezTo>
                  <a:cubicBezTo>
                    <a:pt x="106594" y="9043"/>
                    <a:pt x="106840" y="9403"/>
                    <a:pt x="107075" y="9769"/>
                  </a:cubicBezTo>
                  <a:cubicBezTo>
                    <a:pt x="107310" y="10136"/>
                    <a:pt x="107534" y="10510"/>
                    <a:pt x="107746" y="10891"/>
                  </a:cubicBezTo>
                  <a:cubicBezTo>
                    <a:pt x="107958" y="11271"/>
                    <a:pt x="108158" y="11658"/>
                    <a:pt x="108346" y="12051"/>
                  </a:cubicBezTo>
                  <a:cubicBezTo>
                    <a:pt x="108534" y="12444"/>
                    <a:pt x="108710" y="12843"/>
                    <a:pt x="108874" y="13246"/>
                  </a:cubicBezTo>
                  <a:cubicBezTo>
                    <a:pt x="109037" y="13650"/>
                    <a:pt x="109188" y="14059"/>
                    <a:pt x="109327" y="14472"/>
                  </a:cubicBezTo>
                  <a:cubicBezTo>
                    <a:pt x="109465" y="14885"/>
                    <a:pt x="109591" y="15302"/>
                    <a:pt x="109704" y="15723"/>
                  </a:cubicBezTo>
                  <a:cubicBezTo>
                    <a:pt x="109816" y="16144"/>
                    <a:pt x="109916" y="16568"/>
                    <a:pt x="110003" y="16995"/>
                  </a:cubicBezTo>
                  <a:cubicBezTo>
                    <a:pt x="110089" y="17422"/>
                    <a:pt x="110163" y="17851"/>
                    <a:pt x="110223" y="18282"/>
                  </a:cubicBezTo>
                  <a:cubicBezTo>
                    <a:pt x="110283" y="18714"/>
                    <a:pt x="110330" y="19147"/>
                    <a:pt x="110364" y="19581"/>
                  </a:cubicBezTo>
                  <a:cubicBezTo>
                    <a:pt x="110397" y="20016"/>
                    <a:pt x="110417" y="20451"/>
                    <a:pt x="110424" y="20887"/>
                  </a:cubicBezTo>
                  <a:cubicBezTo>
                    <a:pt x="110431" y="21322"/>
                    <a:pt x="110424" y="21758"/>
                    <a:pt x="110404" y="22193"/>
                  </a:cubicBezTo>
                  <a:cubicBezTo>
                    <a:pt x="110384" y="22628"/>
                    <a:pt x="110350" y="23062"/>
                    <a:pt x="110303" y="23496"/>
                  </a:cubicBezTo>
                  <a:cubicBezTo>
                    <a:pt x="110256" y="23929"/>
                    <a:pt x="110196" y="24360"/>
                    <a:pt x="110123" y="24790"/>
                  </a:cubicBezTo>
                  <a:cubicBezTo>
                    <a:pt x="110049" y="25219"/>
                    <a:pt x="109963" y="25646"/>
                    <a:pt x="109863" y="26070"/>
                  </a:cubicBezTo>
                  <a:cubicBezTo>
                    <a:pt x="109763" y="26494"/>
                    <a:pt x="109650" y="26915"/>
                    <a:pt x="109525" y="27332"/>
                  </a:cubicBezTo>
                  <a:cubicBezTo>
                    <a:pt x="109399" y="27749"/>
                    <a:pt x="109261" y="28162"/>
                    <a:pt x="109110" y="28571"/>
                  </a:cubicBezTo>
                  <a:cubicBezTo>
                    <a:pt x="108959" y="28979"/>
                    <a:pt x="108795" y="29383"/>
                    <a:pt x="108619" y="29782"/>
                  </a:cubicBezTo>
                  <a:cubicBezTo>
                    <a:pt x="108443" y="30180"/>
                    <a:pt x="108255" y="30573"/>
                    <a:pt x="108055" y="30960"/>
                  </a:cubicBezTo>
                  <a:cubicBezTo>
                    <a:pt x="107854" y="31347"/>
                    <a:pt x="107642" y="31728"/>
                    <a:pt x="107419" y="32101"/>
                  </a:cubicBezTo>
                  <a:cubicBezTo>
                    <a:pt x="107195" y="32475"/>
                    <a:pt x="106960" y="32842"/>
                    <a:pt x="106714" y="33202"/>
                  </a:cubicBezTo>
                  <a:cubicBezTo>
                    <a:pt x="106468" y="33561"/>
                    <a:pt x="106211" y="33913"/>
                    <a:pt x="105943" y="34256"/>
                  </a:cubicBezTo>
                  <a:cubicBezTo>
                    <a:pt x="105675" y="34600"/>
                    <a:pt x="105397" y="34935"/>
                    <a:pt x="105108" y="35261"/>
                  </a:cubicBezTo>
                  <a:cubicBezTo>
                    <a:pt x="104820" y="35588"/>
                    <a:pt x="104521" y="35905"/>
                    <a:pt x="104213" y="36213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probe-lucide-pipette-part-3"/>
            <p:cNvSpPr/>
            <p:nvPr/>
          </p:nvSpPr>
          <p:spPr>
            <a:xfrm>
              <a:off x="20000" y="215860"/>
              <a:ext cx="4140" cy="4140"/>
            </a:xfrm>
            <a:custGeom>
              <a:avLst/>
              <a:gdLst/>
              <a:ahLst/>
              <a:cxnLst/>
              <a:rect l="0" t="0" r="r" b="b"/>
              <a:pathLst>
                <a:path w="4140" h="4140">
                  <a:moveTo>
                    <a:pt x="0" y="4140"/>
                  </a:moveTo>
                  <a:lnTo>
                    <a:pt x="414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2" name="probe-lucide-radiation" descr="radiation — Lucide Icons and Contributors; preserve the bundled full upstream license. Source: https://github.com/lucide-icons/lucide/blob/20aef31db93fe4d9f398dbb15b120d99c48eef95/icons/radiation.svg; SVG SHA256: a4b16df75c5f6b658c58ebdf150239faded5325a5d5423a816fcf3693393ae18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43" name="probe-lucide-radiation-part-1"/>
            <p:cNvSpPr/>
            <p:nvPr/>
          </p:nvSpPr>
          <p:spPr>
            <a:xfrm>
              <a:off x="120000" y="12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probe-lucide-radiation-part-2"/>
            <p:cNvSpPr/>
            <p:nvPr/>
          </p:nvSpPr>
          <p:spPr>
            <a:xfrm>
              <a:off x="73939" y="154641"/>
              <a:ext cx="92122" cy="65359"/>
            </a:xfrm>
            <a:custGeom>
              <a:avLst/>
              <a:gdLst/>
              <a:ahLst/>
              <a:cxnLst/>
              <a:rect l="0" t="0" r="r" b="b"/>
              <a:pathLst>
                <a:path w="92122" h="65359">
                  <a:moveTo>
                    <a:pt x="66061" y="0"/>
                  </a:moveTo>
                  <a:cubicBezTo>
                    <a:pt x="65350" y="411"/>
                    <a:pt x="64626" y="799"/>
                    <a:pt x="63891" y="1166"/>
                  </a:cubicBezTo>
                  <a:cubicBezTo>
                    <a:pt x="63155" y="1532"/>
                    <a:pt x="62409" y="1875"/>
                    <a:pt x="61653" y="2195"/>
                  </a:cubicBezTo>
                  <a:cubicBezTo>
                    <a:pt x="60896" y="2515"/>
                    <a:pt x="60130" y="2812"/>
                    <a:pt x="59355" y="3085"/>
                  </a:cubicBezTo>
                  <a:cubicBezTo>
                    <a:pt x="58581" y="3358"/>
                    <a:pt x="57798" y="3607"/>
                    <a:pt x="57008" y="3832"/>
                  </a:cubicBezTo>
                  <a:cubicBezTo>
                    <a:pt x="56218" y="4057"/>
                    <a:pt x="55421" y="4257"/>
                    <a:pt x="54618" y="4433"/>
                  </a:cubicBezTo>
                  <a:cubicBezTo>
                    <a:pt x="53816" y="4609"/>
                    <a:pt x="53008" y="4760"/>
                    <a:pt x="52197" y="4886"/>
                  </a:cubicBezTo>
                  <a:cubicBezTo>
                    <a:pt x="51385" y="5012"/>
                    <a:pt x="50570" y="5113"/>
                    <a:pt x="49752" y="5188"/>
                  </a:cubicBezTo>
                  <a:cubicBezTo>
                    <a:pt x="48934" y="5264"/>
                    <a:pt x="48114" y="5315"/>
                    <a:pt x="47293" y="5340"/>
                  </a:cubicBezTo>
                  <a:cubicBezTo>
                    <a:pt x="46472" y="5365"/>
                    <a:pt x="45650" y="5365"/>
                    <a:pt x="44829" y="5340"/>
                  </a:cubicBezTo>
                  <a:cubicBezTo>
                    <a:pt x="44008" y="5315"/>
                    <a:pt x="43188" y="5264"/>
                    <a:pt x="42370" y="5188"/>
                  </a:cubicBezTo>
                  <a:cubicBezTo>
                    <a:pt x="41553" y="5113"/>
                    <a:pt x="40737" y="5012"/>
                    <a:pt x="39925" y="4886"/>
                  </a:cubicBezTo>
                  <a:cubicBezTo>
                    <a:pt x="39114" y="4760"/>
                    <a:pt x="38306" y="4609"/>
                    <a:pt x="37504" y="4433"/>
                  </a:cubicBezTo>
                  <a:cubicBezTo>
                    <a:pt x="36701" y="4257"/>
                    <a:pt x="35905" y="4057"/>
                    <a:pt x="35115" y="3832"/>
                  </a:cubicBezTo>
                  <a:cubicBezTo>
                    <a:pt x="34325" y="3607"/>
                    <a:pt x="33542" y="3358"/>
                    <a:pt x="32767" y="3085"/>
                  </a:cubicBezTo>
                  <a:cubicBezTo>
                    <a:pt x="31992" y="2812"/>
                    <a:pt x="31226" y="2515"/>
                    <a:pt x="30470" y="2195"/>
                  </a:cubicBezTo>
                  <a:cubicBezTo>
                    <a:pt x="29713" y="1875"/>
                    <a:pt x="28967" y="1532"/>
                    <a:pt x="28232" y="1166"/>
                  </a:cubicBezTo>
                  <a:cubicBezTo>
                    <a:pt x="27496" y="799"/>
                    <a:pt x="26772" y="411"/>
                    <a:pt x="26061" y="0"/>
                  </a:cubicBezTo>
                  <a:lnTo>
                    <a:pt x="1340" y="42819"/>
                  </a:lnTo>
                  <a:cubicBezTo>
                    <a:pt x="1236" y="42999"/>
                    <a:pt x="1138" y="43182"/>
                    <a:pt x="1045" y="43368"/>
                  </a:cubicBezTo>
                  <a:cubicBezTo>
                    <a:pt x="953" y="43553"/>
                    <a:pt x="866" y="43742"/>
                    <a:pt x="786" y="43934"/>
                  </a:cubicBezTo>
                  <a:cubicBezTo>
                    <a:pt x="705" y="44125"/>
                    <a:pt x="630" y="44319"/>
                    <a:pt x="562" y="44515"/>
                  </a:cubicBezTo>
                  <a:cubicBezTo>
                    <a:pt x="493" y="44711"/>
                    <a:pt x="430" y="44909"/>
                    <a:pt x="374" y="45109"/>
                  </a:cubicBezTo>
                  <a:cubicBezTo>
                    <a:pt x="318" y="45309"/>
                    <a:pt x="268" y="45510"/>
                    <a:pt x="224" y="45713"/>
                  </a:cubicBezTo>
                  <a:cubicBezTo>
                    <a:pt x="180" y="45916"/>
                    <a:pt x="143" y="46121"/>
                    <a:pt x="112" y="46326"/>
                  </a:cubicBezTo>
                  <a:cubicBezTo>
                    <a:pt x="81" y="46531"/>
                    <a:pt x="56" y="46738"/>
                    <a:pt x="38" y="46944"/>
                  </a:cubicBezTo>
                  <a:cubicBezTo>
                    <a:pt x="20" y="47151"/>
                    <a:pt x="8" y="47359"/>
                    <a:pt x="3" y="47566"/>
                  </a:cubicBezTo>
                  <a:cubicBezTo>
                    <a:pt x="-2" y="47774"/>
                    <a:pt x="-1" y="47982"/>
                    <a:pt x="7" y="48189"/>
                  </a:cubicBezTo>
                  <a:cubicBezTo>
                    <a:pt x="15" y="48397"/>
                    <a:pt x="29" y="48604"/>
                    <a:pt x="49" y="48810"/>
                  </a:cubicBezTo>
                  <a:cubicBezTo>
                    <a:pt x="70" y="49017"/>
                    <a:pt x="97" y="49223"/>
                    <a:pt x="130" y="49428"/>
                  </a:cubicBezTo>
                  <a:cubicBezTo>
                    <a:pt x="164" y="49633"/>
                    <a:pt x="204" y="49837"/>
                    <a:pt x="250" y="50039"/>
                  </a:cubicBezTo>
                  <a:cubicBezTo>
                    <a:pt x="296" y="50242"/>
                    <a:pt x="348" y="50443"/>
                    <a:pt x="407" y="50642"/>
                  </a:cubicBezTo>
                  <a:cubicBezTo>
                    <a:pt x="465" y="50841"/>
                    <a:pt x="530" y="51039"/>
                    <a:pt x="601" y="51234"/>
                  </a:cubicBezTo>
                  <a:cubicBezTo>
                    <a:pt x="672" y="51429"/>
                    <a:pt x="749" y="51622"/>
                    <a:pt x="832" y="51812"/>
                  </a:cubicBezTo>
                  <a:cubicBezTo>
                    <a:pt x="915" y="52003"/>
                    <a:pt x="1004" y="52190"/>
                    <a:pt x="1098" y="52375"/>
                  </a:cubicBezTo>
                  <a:cubicBezTo>
                    <a:pt x="1193" y="52560"/>
                    <a:pt x="1293" y="52742"/>
                    <a:pt x="1399" y="52921"/>
                  </a:cubicBezTo>
                  <a:cubicBezTo>
                    <a:pt x="1505" y="53099"/>
                    <a:pt x="1617" y="53274"/>
                    <a:pt x="1734" y="53446"/>
                  </a:cubicBezTo>
                  <a:cubicBezTo>
                    <a:pt x="1851" y="53618"/>
                    <a:pt x="1973" y="53786"/>
                    <a:pt x="2100" y="53950"/>
                  </a:cubicBezTo>
                  <a:cubicBezTo>
                    <a:pt x="2227" y="54114"/>
                    <a:pt x="2360" y="54274"/>
                    <a:pt x="2497" y="54430"/>
                  </a:cubicBezTo>
                  <a:cubicBezTo>
                    <a:pt x="2634" y="54586"/>
                    <a:pt x="2776" y="54737"/>
                    <a:pt x="2923" y="54884"/>
                  </a:cubicBezTo>
                  <a:cubicBezTo>
                    <a:pt x="3070" y="55031"/>
                    <a:pt x="3221" y="55173"/>
                    <a:pt x="3377" y="55311"/>
                  </a:cubicBezTo>
                  <a:cubicBezTo>
                    <a:pt x="3532" y="55448"/>
                    <a:pt x="3692" y="55581"/>
                    <a:pt x="3856" y="55709"/>
                  </a:cubicBezTo>
                  <a:cubicBezTo>
                    <a:pt x="4020" y="55836"/>
                    <a:pt x="4188" y="55959"/>
                    <a:pt x="4359" y="56076"/>
                  </a:cubicBezTo>
                  <a:cubicBezTo>
                    <a:pt x="4531" y="56193"/>
                    <a:pt x="4706" y="56305"/>
                    <a:pt x="4884" y="56411"/>
                  </a:cubicBezTo>
                  <a:cubicBezTo>
                    <a:pt x="5062" y="56517"/>
                    <a:pt x="5244" y="56618"/>
                    <a:pt x="5429" y="56713"/>
                  </a:cubicBezTo>
                  <a:cubicBezTo>
                    <a:pt x="5614" y="56808"/>
                    <a:pt x="5801" y="56897"/>
                    <a:pt x="5991" y="56980"/>
                  </a:cubicBezTo>
                  <a:cubicBezTo>
                    <a:pt x="7790" y="57767"/>
                    <a:pt x="9612" y="58500"/>
                    <a:pt x="11454" y="59180"/>
                  </a:cubicBezTo>
                  <a:cubicBezTo>
                    <a:pt x="13296" y="59859"/>
                    <a:pt x="15158" y="60484"/>
                    <a:pt x="17037" y="61054"/>
                  </a:cubicBezTo>
                  <a:cubicBezTo>
                    <a:pt x="18915" y="61624"/>
                    <a:pt x="20811" y="62139"/>
                    <a:pt x="22720" y="62597"/>
                  </a:cubicBezTo>
                  <a:cubicBezTo>
                    <a:pt x="24629" y="63055"/>
                    <a:pt x="26551" y="63457"/>
                    <a:pt x="28484" y="63802"/>
                  </a:cubicBezTo>
                  <a:cubicBezTo>
                    <a:pt x="30417" y="64147"/>
                    <a:pt x="32359" y="64435"/>
                    <a:pt x="34309" y="64666"/>
                  </a:cubicBezTo>
                  <a:cubicBezTo>
                    <a:pt x="36259" y="64897"/>
                    <a:pt x="38215" y="65070"/>
                    <a:pt x="40175" y="65186"/>
                  </a:cubicBezTo>
                  <a:cubicBezTo>
                    <a:pt x="42135" y="65301"/>
                    <a:pt x="44098" y="65359"/>
                    <a:pt x="46061" y="65359"/>
                  </a:cubicBezTo>
                  <a:cubicBezTo>
                    <a:pt x="48025" y="65359"/>
                    <a:pt x="49987" y="65301"/>
                    <a:pt x="51947" y="65186"/>
                  </a:cubicBezTo>
                  <a:cubicBezTo>
                    <a:pt x="53907" y="65070"/>
                    <a:pt x="55864" y="64897"/>
                    <a:pt x="57813" y="64666"/>
                  </a:cubicBezTo>
                  <a:cubicBezTo>
                    <a:pt x="59763" y="64435"/>
                    <a:pt x="61706" y="64147"/>
                    <a:pt x="63638" y="63802"/>
                  </a:cubicBezTo>
                  <a:cubicBezTo>
                    <a:pt x="65571" y="63457"/>
                    <a:pt x="67493" y="63055"/>
                    <a:pt x="69403" y="62597"/>
                  </a:cubicBezTo>
                  <a:cubicBezTo>
                    <a:pt x="71312" y="62139"/>
                    <a:pt x="73207" y="61624"/>
                    <a:pt x="75086" y="61054"/>
                  </a:cubicBezTo>
                  <a:cubicBezTo>
                    <a:pt x="76965" y="60484"/>
                    <a:pt x="78826" y="59859"/>
                    <a:pt x="80668" y="59180"/>
                  </a:cubicBezTo>
                  <a:cubicBezTo>
                    <a:pt x="82510" y="58500"/>
                    <a:pt x="84332" y="57767"/>
                    <a:pt x="86131" y="56980"/>
                  </a:cubicBezTo>
                  <a:cubicBezTo>
                    <a:pt x="86321" y="56897"/>
                    <a:pt x="86509" y="56808"/>
                    <a:pt x="86693" y="56713"/>
                  </a:cubicBezTo>
                  <a:cubicBezTo>
                    <a:pt x="86878" y="56618"/>
                    <a:pt x="87060" y="56517"/>
                    <a:pt x="87238" y="56411"/>
                  </a:cubicBezTo>
                  <a:cubicBezTo>
                    <a:pt x="87417" y="56305"/>
                    <a:pt x="87592" y="56193"/>
                    <a:pt x="87763" y="56076"/>
                  </a:cubicBezTo>
                  <a:cubicBezTo>
                    <a:pt x="87935" y="55959"/>
                    <a:pt x="88102" y="55836"/>
                    <a:pt x="88266" y="55709"/>
                  </a:cubicBezTo>
                  <a:cubicBezTo>
                    <a:pt x="88430" y="55581"/>
                    <a:pt x="88590" y="55448"/>
                    <a:pt x="88746" y="55311"/>
                  </a:cubicBezTo>
                  <a:cubicBezTo>
                    <a:pt x="88901" y="55173"/>
                    <a:pt x="89052" y="55031"/>
                    <a:pt x="89199" y="54884"/>
                  </a:cubicBezTo>
                  <a:cubicBezTo>
                    <a:pt x="89346" y="54737"/>
                    <a:pt x="89488" y="54586"/>
                    <a:pt x="89625" y="54430"/>
                  </a:cubicBezTo>
                  <a:cubicBezTo>
                    <a:pt x="89763" y="54274"/>
                    <a:pt x="89895" y="54114"/>
                    <a:pt x="90022" y="53950"/>
                  </a:cubicBezTo>
                  <a:cubicBezTo>
                    <a:pt x="90150" y="53786"/>
                    <a:pt x="90272" y="53618"/>
                    <a:pt x="90389" y="53446"/>
                  </a:cubicBezTo>
                  <a:cubicBezTo>
                    <a:pt x="90505" y="53274"/>
                    <a:pt x="90617" y="53099"/>
                    <a:pt x="90723" y="52921"/>
                  </a:cubicBezTo>
                  <a:cubicBezTo>
                    <a:pt x="90829" y="52742"/>
                    <a:pt x="90929" y="52560"/>
                    <a:pt x="91024" y="52375"/>
                  </a:cubicBezTo>
                  <a:cubicBezTo>
                    <a:pt x="91118" y="52190"/>
                    <a:pt x="91207" y="52003"/>
                    <a:pt x="91290" y="51812"/>
                  </a:cubicBezTo>
                  <a:cubicBezTo>
                    <a:pt x="91373" y="51622"/>
                    <a:pt x="91450" y="51429"/>
                    <a:pt x="91521" y="51234"/>
                  </a:cubicBezTo>
                  <a:cubicBezTo>
                    <a:pt x="91592" y="51039"/>
                    <a:pt x="91657" y="50841"/>
                    <a:pt x="91715" y="50642"/>
                  </a:cubicBezTo>
                  <a:cubicBezTo>
                    <a:pt x="91774" y="50443"/>
                    <a:pt x="91826" y="50242"/>
                    <a:pt x="91873" y="50039"/>
                  </a:cubicBezTo>
                  <a:cubicBezTo>
                    <a:pt x="91919" y="49837"/>
                    <a:pt x="91959" y="49633"/>
                    <a:pt x="91992" y="49428"/>
                  </a:cubicBezTo>
                  <a:cubicBezTo>
                    <a:pt x="92025" y="49223"/>
                    <a:pt x="92052" y="49017"/>
                    <a:pt x="92073" y="48810"/>
                  </a:cubicBezTo>
                  <a:cubicBezTo>
                    <a:pt x="92094" y="48604"/>
                    <a:pt x="92108" y="48397"/>
                    <a:pt x="92115" y="48189"/>
                  </a:cubicBezTo>
                  <a:cubicBezTo>
                    <a:pt x="92123" y="47982"/>
                    <a:pt x="92124" y="47774"/>
                    <a:pt x="92119" y="47566"/>
                  </a:cubicBezTo>
                  <a:cubicBezTo>
                    <a:pt x="92114" y="47359"/>
                    <a:pt x="92102" y="47151"/>
                    <a:pt x="92084" y="46944"/>
                  </a:cubicBezTo>
                  <a:cubicBezTo>
                    <a:pt x="92066" y="46738"/>
                    <a:pt x="92041" y="46531"/>
                    <a:pt x="92010" y="46326"/>
                  </a:cubicBezTo>
                  <a:cubicBezTo>
                    <a:pt x="91979" y="46121"/>
                    <a:pt x="91942" y="45916"/>
                    <a:pt x="91898" y="45713"/>
                  </a:cubicBezTo>
                  <a:cubicBezTo>
                    <a:pt x="91854" y="45510"/>
                    <a:pt x="91804" y="45309"/>
                    <a:pt x="91748" y="45109"/>
                  </a:cubicBezTo>
                  <a:cubicBezTo>
                    <a:pt x="91692" y="44909"/>
                    <a:pt x="91629" y="44711"/>
                    <a:pt x="91561" y="44515"/>
                  </a:cubicBezTo>
                  <a:cubicBezTo>
                    <a:pt x="91492" y="44319"/>
                    <a:pt x="91417" y="44125"/>
                    <a:pt x="91337" y="43934"/>
                  </a:cubicBezTo>
                  <a:cubicBezTo>
                    <a:pt x="91256" y="43742"/>
                    <a:pt x="91169" y="43553"/>
                    <a:pt x="91077" y="43368"/>
                  </a:cubicBezTo>
                  <a:cubicBezTo>
                    <a:pt x="90985" y="43182"/>
                    <a:pt x="90886" y="42999"/>
                    <a:pt x="90783" y="42819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" name="probe-lucide-radiation-part-3"/>
            <p:cNvSpPr/>
            <p:nvPr/>
          </p:nvSpPr>
          <p:spPr>
            <a:xfrm>
              <a:off x="140000" y="37536"/>
              <a:ext cx="79444" cy="82464"/>
            </a:xfrm>
            <a:custGeom>
              <a:avLst/>
              <a:gdLst/>
              <a:ahLst/>
              <a:cxnLst/>
              <a:rect l="0" t="0" r="r" b="b"/>
              <a:pathLst>
                <a:path w="79444" h="82464">
                  <a:moveTo>
                    <a:pt x="20000" y="82464"/>
                  </a:moveTo>
                  <a:cubicBezTo>
                    <a:pt x="20000" y="81642"/>
                    <a:pt x="19975" y="80821"/>
                    <a:pt x="19924" y="80001"/>
                  </a:cubicBezTo>
                  <a:cubicBezTo>
                    <a:pt x="19873" y="79181"/>
                    <a:pt x="19798" y="78363"/>
                    <a:pt x="19697" y="77548"/>
                  </a:cubicBezTo>
                  <a:cubicBezTo>
                    <a:pt x="19596" y="76733"/>
                    <a:pt x="19470" y="75921"/>
                    <a:pt x="19319" y="75114"/>
                  </a:cubicBezTo>
                  <a:cubicBezTo>
                    <a:pt x="19168" y="74306"/>
                    <a:pt x="18992" y="73504"/>
                    <a:pt x="18792" y="72707"/>
                  </a:cubicBezTo>
                  <a:cubicBezTo>
                    <a:pt x="18591" y="71911"/>
                    <a:pt x="18366" y="71121"/>
                    <a:pt x="18117" y="70338"/>
                  </a:cubicBezTo>
                  <a:cubicBezTo>
                    <a:pt x="17868" y="69555"/>
                    <a:pt x="17595" y="68780"/>
                    <a:pt x="17299" y="68014"/>
                  </a:cubicBezTo>
                  <a:cubicBezTo>
                    <a:pt x="17002" y="67248"/>
                    <a:pt x="16682" y="66492"/>
                    <a:pt x="16338" y="65746"/>
                  </a:cubicBezTo>
                  <a:cubicBezTo>
                    <a:pt x="15995" y="64999"/>
                    <a:pt x="15629" y="64264"/>
                    <a:pt x="15240" y="63540"/>
                  </a:cubicBezTo>
                  <a:cubicBezTo>
                    <a:pt x="14852" y="62817"/>
                    <a:pt x="14441" y="62105"/>
                    <a:pt x="14008" y="61407"/>
                  </a:cubicBezTo>
                  <a:cubicBezTo>
                    <a:pt x="13576" y="60709"/>
                    <a:pt x="13122" y="60024"/>
                    <a:pt x="12648" y="59353"/>
                  </a:cubicBezTo>
                  <a:cubicBezTo>
                    <a:pt x="12173" y="58683"/>
                    <a:pt x="11678" y="58027"/>
                    <a:pt x="11163" y="57387"/>
                  </a:cubicBezTo>
                  <a:cubicBezTo>
                    <a:pt x="10648" y="56747"/>
                    <a:pt x="10114" y="56124"/>
                    <a:pt x="9560" y="55517"/>
                  </a:cubicBezTo>
                  <a:cubicBezTo>
                    <a:pt x="9007" y="54910"/>
                    <a:pt x="8435" y="54320"/>
                    <a:pt x="7845" y="53748"/>
                  </a:cubicBezTo>
                  <a:cubicBezTo>
                    <a:pt x="7256" y="53176"/>
                    <a:pt x="6648" y="52623"/>
                    <a:pt x="6025" y="52088"/>
                  </a:cubicBezTo>
                  <a:cubicBezTo>
                    <a:pt x="5401" y="51554"/>
                    <a:pt x="4761" y="51039"/>
                    <a:pt x="4105" y="50544"/>
                  </a:cubicBezTo>
                  <a:cubicBezTo>
                    <a:pt x="3450" y="50049"/>
                    <a:pt x="2779" y="49574"/>
                    <a:pt x="2095" y="49121"/>
                  </a:cubicBezTo>
                  <a:cubicBezTo>
                    <a:pt x="1410" y="48667"/>
                    <a:pt x="711" y="48234"/>
                    <a:pt x="0" y="47824"/>
                  </a:cubicBezTo>
                  <a:lnTo>
                    <a:pt x="24720" y="5004"/>
                  </a:lnTo>
                  <a:cubicBezTo>
                    <a:pt x="24824" y="4824"/>
                    <a:pt x="24933" y="4647"/>
                    <a:pt x="25048" y="4474"/>
                  </a:cubicBezTo>
                  <a:cubicBezTo>
                    <a:pt x="25163" y="4300"/>
                    <a:pt x="25283" y="4131"/>
                    <a:pt x="25409" y="3965"/>
                  </a:cubicBezTo>
                  <a:cubicBezTo>
                    <a:pt x="25534" y="3799"/>
                    <a:pt x="25665" y="3638"/>
                    <a:pt x="25800" y="3480"/>
                  </a:cubicBezTo>
                  <a:cubicBezTo>
                    <a:pt x="25936" y="3322"/>
                    <a:pt x="26076" y="3169"/>
                    <a:pt x="26221" y="3020"/>
                  </a:cubicBezTo>
                  <a:cubicBezTo>
                    <a:pt x="26366" y="2871"/>
                    <a:pt x="26516" y="2727"/>
                    <a:pt x="26670" y="2588"/>
                  </a:cubicBezTo>
                  <a:cubicBezTo>
                    <a:pt x="26824" y="2448"/>
                    <a:pt x="26982" y="2313"/>
                    <a:pt x="27145" y="2184"/>
                  </a:cubicBezTo>
                  <a:cubicBezTo>
                    <a:pt x="27307" y="2054"/>
                    <a:pt x="27474" y="1930"/>
                    <a:pt x="27644" y="1810"/>
                  </a:cubicBezTo>
                  <a:cubicBezTo>
                    <a:pt x="27814" y="1691"/>
                    <a:pt x="27988" y="1577"/>
                    <a:pt x="28165" y="1469"/>
                  </a:cubicBezTo>
                  <a:cubicBezTo>
                    <a:pt x="28343" y="1360"/>
                    <a:pt x="28523" y="1257"/>
                    <a:pt x="28707" y="1160"/>
                  </a:cubicBezTo>
                  <a:cubicBezTo>
                    <a:pt x="28891" y="1063"/>
                    <a:pt x="29077" y="972"/>
                    <a:pt x="29267" y="886"/>
                  </a:cubicBezTo>
                  <a:cubicBezTo>
                    <a:pt x="29456" y="801"/>
                    <a:pt x="29648" y="721"/>
                    <a:pt x="29843" y="647"/>
                  </a:cubicBezTo>
                  <a:cubicBezTo>
                    <a:pt x="30037" y="574"/>
                    <a:pt x="30234" y="506"/>
                    <a:pt x="30432" y="445"/>
                  </a:cubicBezTo>
                  <a:cubicBezTo>
                    <a:pt x="30631" y="384"/>
                    <a:pt x="30831" y="329"/>
                    <a:pt x="31033" y="280"/>
                  </a:cubicBezTo>
                  <a:cubicBezTo>
                    <a:pt x="31235" y="231"/>
                    <a:pt x="31439" y="188"/>
                    <a:pt x="31644" y="152"/>
                  </a:cubicBezTo>
                  <a:cubicBezTo>
                    <a:pt x="31848" y="116"/>
                    <a:pt x="32054" y="86"/>
                    <a:pt x="32260" y="63"/>
                  </a:cubicBezTo>
                  <a:cubicBezTo>
                    <a:pt x="32467" y="40"/>
                    <a:pt x="32674" y="23"/>
                    <a:pt x="32882" y="13"/>
                  </a:cubicBezTo>
                  <a:cubicBezTo>
                    <a:pt x="33089" y="2"/>
                    <a:pt x="33297" y="-2"/>
                    <a:pt x="33505" y="1"/>
                  </a:cubicBezTo>
                  <a:cubicBezTo>
                    <a:pt x="33713" y="3"/>
                    <a:pt x="33921" y="12"/>
                    <a:pt x="34128" y="28"/>
                  </a:cubicBezTo>
                  <a:cubicBezTo>
                    <a:pt x="34335" y="43"/>
                    <a:pt x="34542" y="65"/>
                    <a:pt x="34748" y="94"/>
                  </a:cubicBezTo>
                  <a:cubicBezTo>
                    <a:pt x="34954" y="122"/>
                    <a:pt x="35159" y="157"/>
                    <a:pt x="35362" y="198"/>
                  </a:cubicBezTo>
                  <a:cubicBezTo>
                    <a:pt x="35566" y="239"/>
                    <a:pt x="35768" y="287"/>
                    <a:pt x="35969" y="340"/>
                  </a:cubicBezTo>
                  <a:cubicBezTo>
                    <a:pt x="36170" y="394"/>
                    <a:pt x="36369" y="454"/>
                    <a:pt x="36566" y="520"/>
                  </a:cubicBezTo>
                  <a:cubicBezTo>
                    <a:pt x="36763" y="586"/>
                    <a:pt x="36958" y="659"/>
                    <a:pt x="37150" y="737"/>
                  </a:cubicBezTo>
                  <a:cubicBezTo>
                    <a:pt x="37343" y="815"/>
                    <a:pt x="37533" y="900"/>
                    <a:pt x="37720" y="990"/>
                  </a:cubicBezTo>
                  <a:cubicBezTo>
                    <a:pt x="37907" y="1080"/>
                    <a:pt x="38092" y="1176"/>
                    <a:pt x="38273" y="1278"/>
                  </a:cubicBezTo>
                  <a:cubicBezTo>
                    <a:pt x="38454" y="1379"/>
                    <a:pt x="38633" y="1487"/>
                    <a:pt x="38807" y="1599"/>
                  </a:cubicBezTo>
                  <a:cubicBezTo>
                    <a:pt x="38982" y="1712"/>
                    <a:pt x="39153" y="1830"/>
                    <a:pt x="39320" y="1954"/>
                  </a:cubicBezTo>
                  <a:cubicBezTo>
                    <a:pt x="40900" y="3118"/>
                    <a:pt x="42446" y="4329"/>
                    <a:pt x="43955" y="5585"/>
                  </a:cubicBezTo>
                  <a:cubicBezTo>
                    <a:pt x="45465" y="6840"/>
                    <a:pt x="46936" y="8140"/>
                    <a:pt x="48369" y="9482"/>
                  </a:cubicBezTo>
                  <a:cubicBezTo>
                    <a:pt x="49802" y="10825"/>
                    <a:pt x="51195" y="12209"/>
                    <a:pt x="52546" y="13633"/>
                  </a:cubicBezTo>
                  <a:cubicBezTo>
                    <a:pt x="53897" y="15057"/>
                    <a:pt x="55206" y="16521"/>
                    <a:pt x="56471" y="18022"/>
                  </a:cubicBezTo>
                  <a:cubicBezTo>
                    <a:pt x="57736" y="19523"/>
                    <a:pt x="58956" y="21062"/>
                    <a:pt x="60131" y="22635"/>
                  </a:cubicBezTo>
                  <a:cubicBezTo>
                    <a:pt x="61305" y="24208"/>
                    <a:pt x="62433" y="25815"/>
                    <a:pt x="63513" y="27455"/>
                  </a:cubicBezTo>
                  <a:cubicBezTo>
                    <a:pt x="64593" y="29094"/>
                    <a:pt x="65624" y="30765"/>
                    <a:pt x="66605" y="32466"/>
                  </a:cubicBezTo>
                  <a:cubicBezTo>
                    <a:pt x="67587" y="34166"/>
                    <a:pt x="68518" y="35895"/>
                    <a:pt x="69398" y="37650"/>
                  </a:cubicBezTo>
                  <a:cubicBezTo>
                    <a:pt x="70277" y="39405"/>
                    <a:pt x="71105" y="41185"/>
                    <a:pt x="71880" y="42989"/>
                  </a:cubicBezTo>
                  <a:cubicBezTo>
                    <a:pt x="72655" y="44793"/>
                    <a:pt x="73376" y="46619"/>
                    <a:pt x="74044" y="48465"/>
                  </a:cubicBezTo>
                  <a:cubicBezTo>
                    <a:pt x="74711" y="50312"/>
                    <a:pt x="75324" y="52177"/>
                    <a:pt x="75881" y="54060"/>
                  </a:cubicBezTo>
                  <a:cubicBezTo>
                    <a:pt x="76439" y="55942"/>
                    <a:pt x="76941" y="57840"/>
                    <a:pt x="77387" y="59752"/>
                  </a:cubicBezTo>
                  <a:cubicBezTo>
                    <a:pt x="77832" y="61664"/>
                    <a:pt x="78222" y="63589"/>
                    <a:pt x="78554" y="65524"/>
                  </a:cubicBezTo>
                  <a:cubicBezTo>
                    <a:pt x="78887" y="67458"/>
                    <a:pt x="79162" y="69403"/>
                    <a:pt x="79380" y="71354"/>
                  </a:cubicBezTo>
                  <a:cubicBezTo>
                    <a:pt x="79403" y="71561"/>
                    <a:pt x="79420" y="71769"/>
                    <a:pt x="79431" y="71978"/>
                  </a:cubicBezTo>
                  <a:cubicBezTo>
                    <a:pt x="79441" y="72186"/>
                    <a:pt x="79445" y="72395"/>
                    <a:pt x="79443" y="72603"/>
                  </a:cubicBezTo>
                  <a:cubicBezTo>
                    <a:pt x="79440" y="72812"/>
                    <a:pt x="79431" y="73021"/>
                    <a:pt x="79415" y="73229"/>
                  </a:cubicBezTo>
                  <a:cubicBezTo>
                    <a:pt x="79400" y="73437"/>
                    <a:pt x="79378" y="73645"/>
                    <a:pt x="79349" y="73851"/>
                  </a:cubicBezTo>
                  <a:cubicBezTo>
                    <a:pt x="79320" y="74058"/>
                    <a:pt x="79285" y="74264"/>
                    <a:pt x="79244" y="74468"/>
                  </a:cubicBezTo>
                  <a:cubicBezTo>
                    <a:pt x="79202" y="74673"/>
                    <a:pt x="79154" y="74876"/>
                    <a:pt x="79100" y="75078"/>
                  </a:cubicBezTo>
                  <a:cubicBezTo>
                    <a:pt x="79046" y="75279"/>
                    <a:pt x="78985" y="75479"/>
                    <a:pt x="78918" y="75677"/>
                  </a:cubicBezTo>
                  <a:cubicBezTo>
                    <a:pt x="78852" y="75875"/>
                    <a:pt x="78779" y="76070"/>
                    <a:pt x="78700" y="76263"/>
                  </a:cubicBezTo>
                  <a:cubicBezTo>
                    <a:pt x="78621" y="76457"/>
                    <a:pt x="78536" y="76647"/>
                    <a:pt x="78445" y="76835"/>
                  </a:cubicBezTo>
                  <a:cubicBezTo>
                    <a:pt x="78354" y="77023"/>
                    <a:pt x="78257" y="77208"/>
                    <a:pt x="78155" y="77390"/>
                  </a:cubicBezTo>
                  <a:cubicBezTo>
                    <a:pt x="78052" y="77572"/>
                    <a:pt x="77944" y="77750"/>
                    <a:pt x="77830" y="77925"/>
                  </a:cubicBezTo>
                  <a:cubicBezTo>
                    <a:pt x="77717" y="78100"/>
                    <a:pt x="77598" y="78272"/>
                    <a:pt x="77473" y="78439"/>
                  </a:cubicBezTo>
                  <a:cubicBezTo>
                    <a:pt x="77349" y="78607"/>
                    <a:pt x="77219" y="78771"/>
                    <a:pt x="77084" y="78930"/>
                  </a:cubicBezTo>
                  <a:cubicBezTo>
                    <a:pt x="76950" y="79090"/>
                    <a:pt x="76810" y="79245"/>
                    <a:pt x="76666" y="79396"/>
                  </a:cubicBezTo>
                  <a:cubicBezTo>
                    <a:pt x="76521" y="79546"/>
                    <a:pt x="76372" y="79693"/>
                    <a:pt x="76219" y="79834"/>
                  </a:cubicBezTo>
                  <a:cubicBezTo>
                    <a:pt x="76065" y="79975"/>
                    <a:pt x="75907" y="80112"/>
                    <a:pt x="75745" y="80244"/>
                  </a:cubicBezTo>
                  <a:cubicBezTo>
                    <a:pt x="75583" y="80375"/>
                    <a:pt x="75417" y="80502"/>
                    <a:pt x="75247" y="80623"/>
                  </a:cubicBezTo>
                  <a:cubicBezTo>
                    <a:pt x="75077" y="80744"/>
                    <a:pt x="74904" y="80860"/>
                    <a:pt x="74726" y="80970"/>
                  </a:cubicBezTo>
                  <a:cubicBezTo>
                    <a:pt x="74549" y="81080"/>
                    <a:pt x="74368" y="81185"/>
                    <a:pt x="74185" y="81284"/>
                  </a:cubicBezTo>
                  <a:cubicBezTo>
                    <a:pt x="74001" y="81383"/>
                    <a:pt x="73814" y="81476"/>
                    <a:pt x="73624" y="81563"/>
                  </a:cubicBezTo>
                  <a:cubicBezTo>
                    <a:pt x="73435" y="81650"/>
                    <a:pt x="73243" y="81732"/>
                    <a:pt x="73048" y="81807"/>
                  </a:cubicBezTo>
                  <a:cubicBezTo>
                    <a:pt x="72853" y="81882"/>
                    <a:pt x="72656" y="81951"/>
                    <a:pt x="72457" y="82014"/>
                  </a:cubicBezTo>
                  <a:cubicBezTo>
                    <a:pt x="72258" y="82077"/>
                    <a:pt x="72057" y="82134"/>
                    <a:pt x="71855" y="82184"/>
                  </a:cubicBezTo>
                  <a:cubicBezTo>
                    <a:pt x="71652" y="82234"/>
                    <a:pt x="71448" y="82278"/>
                    <a:pt x="71243" y="82316"/>
                  </a:cubicBezTo>
                  <a:cubicBezTo>
                    <a:pt x="71037" y="82353"/>
                    <a:pt x="70831" y="82385"/>
                    <a:pt x="70624" y="82409"/>
                  </a:cubicBezTo>
                  <a:cubicBezTo>
                    <a:pt x="70416" y="82434"/>
                    <a:pt x="70208" y="82452"/>
                    <a:pt x="70000" y="82464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probe-lucide-radiation-part-4"/>
            <p:cNvSpPr/>
            <p:nvPr/>
          </p:nvSpPr>
          <p:spPr>
            <a:xfrm>
              <a:off x="20556" y="37536"/>
              <a:ext cx="79444" cy="82464"/>
            </a:xfrm>
            <a:custGeom>
              <a:avLst/>
              <a:gdLst/>
              <a:ahLst/>
              <a:cxnLst/>
              <a:rect l="0" t="0" r="r" b="b"/>
              <a:pathLst>
                <a:path w="79444" h="82464">
                  <a:moveTo>
                    <a:pt x="59444" y="82464"/>
                  </a:moveTo>
                  <a:cubicBezTo>
                    <a:pt x="59444" y="81642"/>
                    <a:pt x="59469" y="80821"/>
                    <a:pt x="59519" y="80001"/>
                  </a:cubicBezTo>
                  <a:cubicBezTo>
                    <a:pt x="59570" y="79181"/>
                    <a:pt x="59646" y="78363"/>
                    <a:pt x="59747" y="77548"/>
                  </a:cubicBezTo>
                  <a:cubicBezTo>
                    <a:pt x="59848" y="76733"/>
                    <a:pt x="59974" y="75921"/>
                    <a:pt x="60125" y="75114"/>
                  </a:cubicBezTo>
                  <a:cubicBezTo>
                    <a:pt x="60276" y="74306"/>
                    <a:pt x="60451" y="73504"/>
                    <a:pt x="60652" y="72707"/>
                  </a:cubicBezTo>
                  <a:cubicBezTo>
                    <a:pt x="60852" y="71911"/>
                    <a:pt x="61077" y="71121"/>
                    <a:pt x="61326" y="70338"/>
                  </a:cubicBezTo>
                  <a:cubicBezTo>
                    <a:pt x="61575" y="69555"/>
                    <a:pt x="61848" y="68780"/>
                    <a:pt x="62145" y="68014"/>
                  </a:cubicBezTo>
                  <a:cubicBezTo>
                    <a:pt x="62442" y="67248"/>
                    <a:pt x="62762" y="66492"/>
                    <a:pt x="63105" y="65746"/>
                  </a:cubicBezTo>
                  <a:cubicBezTo>
                    <a:pt x="63448" y="64999"/>
                    <a:pt x="63815" y="64264"/>
                    <a:pt x="64203" y="63540"/>
                  </a:cubicBezTo>
                  <a:cubicBezTo>
                    <a:pt x="64592" y="62817"/>
                    <a:pt x="65003" y="62105"/>
                    <a:pt x="65435" y="61407"/>
                  </a:cubicBezTo>
                  <a:cubicBezTo>
                    <a:pt x="65868" y="60709"/>
                    <a:pt x="66321" y="60024"/>
                    <a:pt x="66796" y="59353"/>
                  </a:cubicBezTo>
                  <a:cubicBezTo>
                    <a:pt x="67270" y="58683"/>
                    <a:pt x="67766" y="58027"/>
                    <a:pt x="68281" y="57387"/>
                  </a:cubicBezTo>
                  <a:cubicBezTo>
                    <a:pt x="68795" y="56747"/>
                    <a:pt x="69330" y="56124"/>
                    <a:pt x="69883" y="55517"/>
                  </a:cubicBezTo>
                  <a:cubicBezTo>
                    <a:pt x="70437" y="54910"/>
                    <a:pt x="71009" y="54320"/>
                    <a:pt x="71598" y="53748"/>
                  </a:cubicBezTo>
                  <a:cubicBezTo>
                    <a:pt x="72188" y="53176"/>
                    <a:pt x="72795" y="52623"/>
                    <a:pt x="73419" y="52088"/>
                  </a:cubicBezTo>
                  <a:cubicBezTo>
                    <a:pt x="74043" y="51554"/>
                    <a:pt x="74683" y="51039"/>
                    <a:pt x="75338" y="50544"/>
                  </a:cubicBezTo>
                  <a:cubicBezTo>
                    <a:pt x="75994" y="50049"/>
                    <a:pt x="76664" y="49574"/>
                    <a:pt x="77349" y="49121"/>
                  </a:cubicBezTo>
                  <a:cubicBezTo>
                    <a:pt x="78034" y="48667"/>
                    <a:pt x="78732" y="48234"/>
                    <a:pt x="79444" y="47824"/>
                  </a:cubicBezTo>
                  <a:lnTo>
                    <a:pt x="54724" y="5004"/>
                  </a:lnTo>
                  <a:cubicBezTo>
                    <a:pt x="54620" y="4824"/>
                    <a:pt x="54510" y="4647"/>
                    <a:pt x="54395" y="4474"/>
                  </a:cubicBezTo>
                  <a:cubicBezTo>
                    <a:pt x="54281" y="4300"/>
                    <a:pt x="54160" y="4131"/>
                    <a:pt x="54035" y="3965"/>
                  </a:cubicBezTo>
                  <a:cubicBezTo>
                    <a:pt x="53909" y="3799"/>
                    <a:pt x="53779" y="3638"/>
                    <a:pt x="53643" y="3480"/>
                  </a:cubicBezTo>
                  <a:cubicBezTo>
                    <a:pt x="53508" y="3322"/>
                    <a:pt x="53367" y="3169"/>
                    <a:pt x="53222" y="3020"/>
                  </a:cubicBezTo>
                  <a:cubicBezTo>
                    <a:pt x="53077" y="2871"/>
                    <a:pt x="52928" y="2727"/>
                    <a:pt x="52774" y="2588"/>
                  </a:cubicBezTo>
                  <a:cubicBezTo>
                    <a:pt x="52620" y="2448"/>
                    <a:pt x="52461" y="2313"/>
                    <a:pt x="52299" y="2184"/>
                  </a:cubicBezTo>
                  <a:cubicBezTo>
                    <a:pt x="52136" y="2054"/>
                    <a:pt x="51970" y="1930"/>
                    <a:pt x="51800" y="1810"/>
                  </a:cubicBezTo>
                  <a:cubicBezTo>
                    <a:pt x="51629" y="1691"/>
                    <a:pt x="51456" y="1577"/>
                    <a:pt x="51278" y="1469"/>
                  </a:cubicBezTo>
                  <a:cubicBezTo>
                    <a:pt x="51101" y="1360"/>
                    <a:pt x="50920" y="1257"/>
                    <a:pt x="50737" y="1160"/>
                  </a:cubicBezTo>
                  <a:cubicBezTo>
                    <a:pt x="50553" y="1063"/>
                    <a:pt x="50366" y="972"/>
                    <a:pt x="50177" y="886"/>
                  </a:cubicBezTo>
                  <a:cubicBezTo>
                    <a:pt x="49987" y="801"/>
                    <a:pt x="49795" y="721"/>
                    <a:pt x="49601" y="647"/>
                  </a:cubicBezTo>
                  <a:cubicBezTo>
                    <a:pt x="49406" y="574"/>
                    <a:pt x="49210" y="506"/>
                    <a:pt x="49011" y="445"/>
                  </a:cubicBezTo>
                  <a:cubicBezTo>
                    <a:pt x="48813" y="384"/>
                    <a:pt x="48612" y="329"/>
                    <a:pt x="48410" y="280"/>
                  </a:cubicBezTo>
                  <a:cubicBezTo>
                    <a:pt x="48208" y="231"/>
                    <a:pt x="48005" y="188"/>
                    <a:pt x="47800" y="152"/>
                  </a:cubicBezTo>
                  <a:cubicBezTo>
                    <a:pt x="47595" y="116"/>
                    <a:pt x="47390" y="86"/>
                    <a:pt x="47183" y="63"/>
                  </a:cubicBezTo>
                  <a:cubicBezTo>
                    <a:pt x="46977" y="40"/>
                    <a:pt x="46769" y="23"/>
                    <a:pt x="46562" y="13"/>
                  </a:cubicBezTo>
                  <a:cubicBezTo>
                    <a:pt x="46354" y="2"/>
                    <a:pt x="46146" y="-2"/>
                    <a:pt x="45939" y="1"/>
                  </a:cubicBezTo>
                  <a:cubicBezTo>
                    <a:pt x="45731" y="3"/>
                    <a:pt x="45523" y="12"/>
                    <a:pt x="45316" y="28"/>
                  </a:cubicBezTo>
                  <a:cubicBezTo>
                    <a:pt x="45108" y="43"/>
                    <a:pt x="44902" y="65"/>
                    <a:pt x="44696" y="94"/>
                  </a:cubicBezTo>
                  <a:cubicBezTo>
                    <a:pt x="44490" y="122"/>
                    <a:pt x="44285" y="157"/>
                    <a:pt x="44081" y="198"/>
                  </a:cubicBezTo>
                  <a:cubicBezTo>
                    <a:pt x="43878" y="239"/>
                    <a:pt x="43675" y="287"/>
                    <a:pt x="43474" y="340"/>
                  </a:cubicBezTo>
                  <a:cubicBezTo>
                    <a:pt x="43274" y="394"/>
                    <a:pt x="43075" y="454"/>
                    <a:pt x="42878" y="520"/>
                  </a:cubicBezTo>
                  <a:cubicBezTo>
                    <a:pt x="42681" y="586"/>
                    <a:pt x="42486" y="659"/>
                    <a:pt x="42293" y="737"/>
                  </a:cubicBezTo>
                  <a:cubicBezTo>
                    <a:pt x="42101" y="815"/>
                    <a:pt x="41911" y="900"/>
                    <a:pt x="41723" y="990"/>
                  </a:cubicBezTo>
                  <a:cubicBezTo>
                    <a:pt x="41536" y="1080"/>
                    <a:pt x="41352" y="1176"/>
                    <a:pt x="41170" y="1278"/>
                  </a:cubicBezTo>
                  <a:cubicBezTo>
                    <a:pt x="40989" y="1379"/>
                    <a:pt x="40811" y="1487"/>
                    <a:pt x="40636" y="1599"/>
                  </a:cubicBezTo>
                  <a:cubicBezTo>
                    <a:pt x="40462" y="1712"/>
                    <a:pt x="40291" y="1830"/>
                    <a:pt x="40124" y="1954"/>
                  </a:cubicBezTo>
                  <a:cubicBezTo>
                    <a:pt x="38543" y="3118"/>
                    <a:pt x="36997" y="4329"/>
                    <a:pt x="35488" y="5585"/>
                  </a:cubicBezTo>
                  <a:cubicBezTo>
                    <a:pt x="33979" y="6840"/>
                    <a:pt x="32507" y="8140"/>
                    <a:pt x="31074" y="9482"/>
                  </a:cubicBezTo>
                  <a:cubicBezTo>
                    <a:pt x="29642" y="10825"/>
                    <a:pt x="28249" y="12209"/>
                    <a:pt x="26898" y="13633"/>
                  </a:cubicBezTo>
                  <a:cubicBezTo>
                    <a:pt x="25547" y="15057"/>
                    <a:pt x="24238" y="16521"/>
                    <a:pt x="22973" y="18022"/>
                  </a:cubicBezTo>
                  <a:cubicBezTo>
                    <a:pt x="21708" y="19523"/>
                    <a:pt x="20487" y="21062"/>
                    <a:pt x="19313" y="22635"/>
                  </a:cubicBezTo>
                  <a:cubicBezTo>
                    <a:pt x="18138" y="24208"/>
                    <a:pt x="17011" y="25815"/>
                    <a:pt x="15931" y="27455"/>
                  </a:cubicBezTo>
                  <a:cubicBezTo>
                    <a:pt x="14851" y="29094"/>
                    <a:pt x="13820" y="30765"/>
                    <a:pt x="12838" y="32466"/>
                  </a:cubicBezTo>
                  <a:cubicBezTo>
                    <a:pt x="11857" y="34166"/>
                    <a:pt x="10926" y="35895"/>
                    <a:pt x="10046" y="37650"/>
                  </a:cubicBezTo>
                  <a:cubicBezTo>
                    <a:pt x="9166" y="39405"/>
                    <a:pt x="8338" y="41185"/>
                    <a:pt x="7564" y="42989"/>
                  </a:cubicBezTo>
                  <a:cubicBezTo>
                    <a:pt x="6789" y="44793"/>
                    <a:pt x="6067" y="46619"/>
                    <a:pt x="5400" y="48465"/>
                  </a:cubicBezTo>
                  <a:cubicBezTo>
                    <a:pt x="4733" y="50312"/>
                    <a:pt x="4120" y="52177"/>
                    <a:pt x="3562" y="54060"/>
                  </a:cubicBezTo>
                  <a:cubicBezTo>
                    <a:pt x="3005" y="55942"/>
                    <a:pt x="2503" y="57840"/>
                    <a:pt x="2057" y="59752"/>
                  </a:cubicBezTo>
                  <a:cubicBezTo>
                    <a:pt x="1611" y="61664"/>
                    <a:pt x="1222" y="63589"/>
                    <a:pt x="889" y="65524"/>
                  </a:cubicBezTo>
                  <a:cubicBezTo>
                    <a:pt x="557" y="67458"/>
                    <a:pt x="282" y="69403"/>
                    <a:pt x="64" y="71354"/>
                  </a:cubicBezTo>
                  <a:cubicBezTo>
                    <a:pt x="40" y="71561"/>
                    <a:pt x="23" y="71769"/>
                    <a:pt x="13" y="71978"/>
                  </a:cubicBezTo>
                  <a:cubicBezTo>
                    <a:pt x="2" y="72186"/>
                    <a:pt x="-2" y="72395"/>
                    <a:pt x="1" y="72603"/>
                  </a:cubicBezTo>
                  <a:cubicBezTo>
                    <a:pt x="3" y="72812"/>
                    <a:pt x="12" y="73021"/>
                    <a:pt x="28" y="73229"/>
                  </a:cubicBezTo>
                  <a:cubicBezTo>
                    <a:pt x="44" y="73437"/>
                    <a:pt x="66" y="73645"/>
                    <a:pt x="95" y="73851"/>
                  </a:cubicBezTo>
                  <a:cubicBezTo>
                    <a:pt x="123" y="74058"/>
                    <a:pt x="158" y="74264"/>
                    <a:pt x="200" y="74468"/>
                  </a:cubicBezTo>
                  <a:cubicBezTo>
                    <a:pt x="241" y="74673"/>
                    <a:pt x="289" y="74876"/>
                    <a:pt x="344" y="75078"/>
                  </a:cubicBezTo>
                  <a:cubicBezTo>
                    <a:pt x="398" y="75279"/>
                    <a:pt x="458" y="75479"/>
                    <a:pt x="525" y="75677"/>
                  </a:cubicBezTo>
                  <a:cubicBezTo>
                    <a:pt x="592" y="75875"/>
                    <a:pt x="665" y="76070"/>
                    <a:pt x="744" y="76263"/>
                  </a:cubicBezTo>
                  <a:cubicBezTo>
                    <a:pt x="823" y="76457"/>
                    <a:pt x="908" y="76647"/>
                    <a:pt x="999" y="76835"/>
                  </a:cubicBezTo>
                  <a:cubicBezTo>
                    <a:pt x="1090" y="77023"/>
                    <a:pt x="1186" y="77208"/>
                    <a:pt x="1289" y="77390"/>
                  </a:cubicBezTo>
                  <a:cubicBezTo>
                    <a:pt x="1391" y="77572"/>
                    <a:pt x="1500" y="77750"/>
                    <a:pt x="1613" y="77925"/>
                  </a:cubicBezTo>
                  <a:cubicBezTo>
                    <a:pt x="1727" y="78100"/>
                    <a:pt x="1846" y="78272"/>
                    <a:pt x="1970" y="78439"/>
                  </a:cubicBezTo>
                  <a:cubicBezTo>
                    <a:pt x="2095" y="78607"/>
                    <a:pt x="2224" y="78771"/>
                    <a:pt x="2359" y="78930"/>
                  </a:cubicBezTo>
                  <a:cubicBezTo>
                    <a:pt x="2494" y="79090"/>
                    <a:pt x="2633" y="79245"/>
                    <a:pt x="2778" y="79396"/>
                  </a:cubicBezTo>
                  <a:cubicBezTo>
                    <a:pt x="2922" y="79546"/>
                    <a:pt x="3071" y="79693"/>
                    <a:pt x="3225" y="79834"/>
                  </a:cubicBezTo>
                  <a:cubicBezTo>
                    <a:pt x="3378" y="79975"/>
                    <a:pt x="3536" y="80112"/>
                    <a:pt x="3698" y="80244"/>
                  </a:cubicBezTo>
                  <a:cubicBezTo>
                    <a:pt x="3860" y="80375"/>
                    <a:pt x="4026" y="80502"/>
                    <a:pt x="4196" y="80623"/>
                  </a:cubicBezTo>
                  <a:cubicBezTo>
                    <a:pt x="4366" y="80744"/>
                    <a:pt x="4540" y="80860"/>
                    <a:pt x="4717" y="80970"/>
                  </a:cubicBezTo>
                  <a:cubicBezTo>
                    <a:pt x="4894" y="81080"/>
                    <a:pt x="5075" y="81185"/>
                    <a:pt x="5259" y="81284"/>
                  </a:cubicBezTo>
                  <a:cubicBezTo>
                    <a:pt x="5443" y="81383"/>
                    <a:pt x="5629" y="81476"/>
                    <a:pt x="5819" y="81563"/>
                  </a:cubicBezTo>
                  <a:cubicBezTo>
                    <a:pt x="6009" y="81650"/>
                    <a:pt x="6201" y="81732"/>
                    <a:pt x="6396" y="81807"/>
                  </a:cubicBezTo>
                  <a:cubicBezTo>
                    <a:pt x="6590" y="81882"/>
                    <a:pt x="6787" y="81951"/>
                    <a:pt x="6986" y="82014"/>
                  </a:cubicBezTo>
                  <a:cubicBezTo>
                    <a:pt x="7185" y="82077"/>
                    <a:pt x="7386" y="82134"/>
                    <a:pt x="7589" y="82184"/>
                  </a:cubicBezTo>
                  <a:cubicBezTo>
                    <a:pt x="7791" y="82234"/>
                    <a:pt x="7996" y="82278"/>
                    <a:pt x="8201" y="82316"/>
                  </a:cubicBezTo>
                  <a:cubicBezTo>
                    <a:pt x="8406" y="82353"/>
                    <a:pt x="8613" y="82385"/>
                    <a:pt x="8820" y="82409"/>
                  </a:cubicBezTo>
                  <a:cubicBezTo>
                    <a:pt x="9027" y="82434"/>
                    <a:pt x="9235" y="82452"/>
                    <a:pt x="9444" y="82464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7" name="probe-lucide-scan" descr="scan — Lucide Icons and Contributors; preserve the bundled full upstream license. Source: https://github.com/lucide-icons/lucide/blob/20aef31db93fe4d9f398dbb15b120d99c48eef95/icons/scan.svg; SVG SHA256: c77f0e634b2451a14a262a59b61d75bbcea3994b16eeba1f5753e86b33282a4d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48" name="probe-lucide-scan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probe-lucide-scan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0" name="probe-lucide-scan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probe-lucide-scan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2" name="probe-lucide-scan-eye" descr="scan-eye — Lucide Icons and Contributors; preserve the bundled full upstream license. Source: https://github.com/lucide-icons/lucide/blob/20aef31db93fe4d9f398dbb15b120d99c48eef95/icons/scan-eye.svg; SVG SHA256: 343741486dfe4188a80628e3b8ae7a71f6ac63e0de5fbf474674b053c8f80721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53" name="probe-lucide-scan-eye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4" name="probe-lucide-scan-eye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5" name="probe-lucide-scan-eye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6" name="probe-lucide-scan-eye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7" name="probe-lucide-scan-eye-part-5"/>
            <p:cNvSpPr/>
            <p:nvPr/>
          </p:nvSpPr>
          <p:spPr>
            <a:xfrm>
              <a:off x="110000" y="110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20000" y="10000"/>
                  </a:moveTo>
                  <a:cubicBezTo>
                    <a:pt x="20000" y="10209"/>
                    <a:pt x="19993" y="10419"/>
                    <a:pt x="19980" y="10628"/>
                  </a:cubicBezTo>
                  <a:cubicBezTo>
                    <a:pt x="19967" y="10837"/>
                    <a:pt x="19947" y="11046"/>
                    <a:pt x="19921" y="11253"/>
                  </a:cubicBezTo>
                  <a:cubicBezTo>
                    <a:pt x="19895" y="11461"/>
                    <a:pt x="19862" y="11668"/>
                    <a:pt x="19823" y="11874"/>
                  </a:cubicBezTo>
                  <a:cubicBezTo>
                    <a:pt x="19784" y="12080"/>
                    <a:pt x="19738" y="12284"/>
                    <a:pt x="19686" y="12487"/>
                  </a:cubicBezTo>
                  <a:cubicBezTo>
                    <a:pt x="19634" y="12690"/>
                    <a:pt x="19575" y="12891"/>
                    <a:pt x="19511" y="13090"/>
                  </a:cubicBezTo>
                  <a:cubicBezTo>
                    <a:pt x="19446" y="13289"/>
                    <a:pt x="19375" y="13486"/>
                    <a:pt x="19298" y="13681"/>
                  </a:cubicBezTo>
                  <a:cubicBezTo>
                    <a:pt x="19221" y="13876"/>
                    <a:pt x="19137" y="14068"/>
                    <a:pt x="19048" y="14258"/>
                  </a:cubicBezTo>
                  <a:cubicBezTo>
                    <a:pt x="18959" y="14447"/>
                    <a:pt x="18864" y="14634"/>
                    <a:pt x="18763" y="14818"/>
                  </a:cubicBezTo>
                  <a:cubicBezTo>
                    <a:pt x="18662" y="15001"/>
                    <a:pt x="18556" y="15181"/>
                    <a:pt x="18443" y="15358"/>
                  </a:cubicBezTo>
                  <a:cubicBezTo>
                    <a:pt x="18331" y="15535"/>
                    <a:pt x="18213" y="15708"/>
                    <a:pt x="18090" y="15878"/>
                  </a:cubicBezTo>
                  <a:cubicBezTo>
                    <a:pt x="17967" y="16047"/>
                    <a:pt x="17839" y="16213"/>
                    <a:pt x="17705" y="16374"/>
                  </a:cubicBezTo>
                  <a:cubicBezTo>
                    <a:pt x="17572" y="16536"/>
                    <a:pt x="17433" y="16693"/>
                    <a:pt x="17290" y="16845"/>
                  </a:cubicBezTo>
                  <a:cubicBezTo>
                    <a:pt x="17146" y="16998"/>
                    <a:pt x="16998" y="17146"/>
                    <a:pt x="16845" y="17290"/>
                  </a:cubicBezTo>
                  <a:cubicBezTo>
                    <a:pt x="16693" y="17433"/>
                    <a:pt x="16536" y="17572"/>
                    <a:pt x="16374" y="17705"/>
                  </a:cubicBezTo>
                  <a:cubicBezTo>
                    <a:pt x="16213" y="17839"/>
                    <a:pt x="16047" y="17967"/>
                    <a:pt x="15878" y="18090"/>
                  </a:cubicBezTo>
                  <a:cubicBezTo>
                    <a:pt x="15708" y="18213"/>
                    <a:pt x="15535" y="18331"/>
                    <a:pt x="15358" y="18443"/>
                  </a:cubicBezTo>
                  <a:cubicBezTo>
                    <a:pt x="15181" y="18556"/>
                    <a:pt x="15001" y="18662"/>
                    <a:pt x="14818" y="18763"/>
                  </a:cubicBezTo>
                  <a:cubicBezTo>
                    <a:pt x="14634" y="18864"/>
                    <a:pt x="14447" y="18959"/>
                    <a:pt x="14258" y="19048"/>
                  </a:cubicBezTo>
                  <a:cubicBezTo>
                    <a:pt x="14068" y="19137"/>
                    <a:pt x="13876" y="19221"/>
                    <a:pt x="13681" y="19298"/>
                  </a:cubicBezTo>
                  <a:cubicBezTo>
                    <a:pt x="13486" y="19375"/>
                    <a:pt x="13289" y="19446"/>
                    <a:pt x="13090" y="19511"/>
                  </a:cubicBezTo>
                  <a:cubicBezTo>
                    <a:pt x="12891" y="19575"/>
                    <a:pt x="12690" y="19634"/>
                    <a:pt x="12487" y="19686"/>
                  </a:cubicBezTo>
                  <a:cubicBezTo>
                    <a:pt x="12284" y="19738"/>
                    <a:pt x="12080" y="19784"/>
                    <a:pt x="11874" y="19823"/>
                  </a:cubicBezTo>
                  <a:cubicBezTo>
                    <a:pt x="11668" y="19862"/>
                    <a:pt x="11461" y="19895"/>
                    <a:pt x="11253" y="19921"/>
                  </a:cubicBezTo>
                  <a:cubicBezTo>
                    <a:pt x="11046" y="19947"/>
                    <a:pt x="10837" y="19967"/>
                    <a:pt x="10628" y="19980"/>
                  </a:cubicBezTo>
                  <a:cubicBezTo>
                    <a:pt x="10419" y="19993"/>
                    <a:pt x="10209" y="20000"/>
                    <a:pt x="10000" y="20000"/>
                  </a:cubicBezTo>
                  <a:cubicBezTo>
                    <a:pt x="9791" y="20000"/>
                    <a:pt x="9581" y="19993"/>
                    <a:pt x="9372" y="19980"/>
                  </a:cubicBezTo>
                  <a:cubicBezTo>
                    <a:pt x="9163" y="19967"/>
                    <a:pt x="8954" y="19947"/>
                    <a:pt x="8747" y="19921"/>
                  </a:cubicBezTo>
                  <a:cubicBezTo>
                    <a:pt x="8539" y="19895"/>
                    <a:pt x="8332" y="19862"/>
                    <a:pt x="8126" y="19823"/>
                  </a:cubicBezTo>
                  <a:cubicBezTo>
                    <a:pt x="7920" y="19784"/>
                    <a:pt x="7716" y="19738"/>
                    <a:pt x="7513" y="19686"/>
                  </a:cubicBezTo>
                  <a:cubicBezTo>
                    <a:pt x="7310" y="19634"/>
                    <a:pt x="7109" y="19575"/>
                    <a:pt x="6910" y="19511"/>
                  </a:cubicBezTo>
                  <a:cubicBezTo>
                    <a:pt x="6711" y="19446"/>
                    <a:pt x="6514" y="19375"/>
                    <a:pt x="6319" y="19298"/>
                  </a:cubicBezTo>
                  <a:cubicBezTo>
                    <a:pt x="6124" y="19221"/>
                    <a:pt x="5932" y="19137"/>
                    <a:pt x="5742" y="19048"/>
                  </a:cubicBezTo>
                  <a:cubicBezTo>
                    <a:pt x="5553" y="18959"/>
                    <a:pt x="5366" y="18864"/>
                    <a:pt x="5182" y="18763"/>
                  </a:cubicBezTo>
                  <a:cubicBezTo>
                    <a:pt x="4999" y="18662"/>
                    <a:pt x="4819" y="18556"/>
                    <a:pt x="4642" y="18443"/>
                  </a:cubicBezTo>
                  <a:cubicBezTo>
                    <a:pt x="4465" y="18331"/>
                    <a:pt x="4292" y="18213"/>
                    <a:pt x="4122" y="18090"/>
                  </a:cubicBezTo>
                  <a:cubicBezTo>
                    <a:pt x="3953" y="17967"/>
                    <a:pt x="3787" y="17839"/>
                    <a:pt x="3626" y="17705"/>
                  </a:cubicBezTo>
                  <a:cubicBezTo>
                    <a:pt x="3464" y="17572"/>
                    <a:pt x="3307" y="17433"/>
                    <a:pt x="3155" y="17290"/>
                  </a:cubicBezTo>
                  <a:cubicBezTo>
                    <a:pt x="3002" y="17146"/>
                    <a:pt x="2854" y="16998"/>
                    <a:pt x="2710" y="16845"/>
                  </a:cubicBezTo>
                  <a:cubicBezTo>
                    <a:pt x="2567" y="16693"/>
                    <a:pt x="2428" y="16536"/>
                    <a:pt x="2295" y="16374"/>
                  </a:cubicBezTo>
                  <a:cubicBezTo>
                    <a:pt x="2161" y="16213"/>
                    <a:pt x="2033" y="16047"/>
                    <a:pt x="1910" y="15878"/>
                  </a:cubicBezTo>
                  <a:cubicBezTo>
                    <a:pt x="1787" y="15708"/>
                    <a:pt x="1669" y="15535"/>
                    <a:pt x="1557" y="15358"/>
                  </a:cubicBezTo>
                  <a:cubicBezTo>
                    <a:pt x="1444" y="15181"/>
                    <a:pt x="1338" y="15001"/>
                    <a:pt x="1237" y="14818"/>
                  </a:cubicBezTo>
                  <a:cubicBezTo>
                    <a:pt x="1136" y="14634"/>
                    <a:pt x="1041" y="14447"/>
                    <a:pt x="952" y="14258"/>
                  </a:cubicBezTo>
                  <a:cubicBezTo>
                    <a:pt x="863" y="14068"/>
                    <a:pt x="779" y="13876"/>
                    <a:pt x="702" y="13681"/>
                  </a:cubicBezTo>
                  <a:cubicBezTo>
                    <a:pt x="625" y="13486"/>
                    <a:pt x="554" y="13289"/>
                    <a:pt x="489" y="13090"/>
                  </a:cubicBezTo>
                  <a:cubicBezTo>
                    <a:pt x="425" y="12891"/>
                    <a:pt x="366" y="12690"/>
                    <a:pt x="314" y="12487"/>
                  </a:cubicBezTo>
                  <a:cubicBezTo>
                    <a:pt x="262" y="12284"/>
                    <a:pt x="216" y="12080"/>
                    <a:pt x="177" y="11874"/>
                  </a:cubicBezTo>
                  <a:cubicBezTo>
                    <a:pt x="138" y="11668"/>
                    <a:pt x="105" y="11461"/>
                    <a:pt x="79" y="11253"/>
                  </a:cubicBezTo>
                  <a:cubicBezTo>
                    <a:pt x="53" y="11046"/>
                    <a:pt x="33" y="10837"/>
                    <a:pt x="20" y="10628"/>
                  </a:cubicBezTo>
                  <a:cubicBezTo>
                    <a:pt x="7" y="10419"/>
                    <a:pt x="0" y="10209"/>
                    <a:pt x="0" y="10000"/>
                  </a:cubicBez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ubicBezTo>
                    <a:pt x="10209" y="0"/>
                    <a:pt x="10419" y="7"/>
                    <a:pt x="10628" y="20"/>
                  </a:cubicBezTo>
                  <a:cubicBezTo>
                    <a:pt x="10837" y="33"/>
                    <a:pt x="11046" y="53"/>
                    <a:pt x="11253" y="79"/>
                  </a:cubicBezTo>
                  <a:cubicBezTo>
                    <a:pt x="11461" y="105"/>
                    <a:pt x="11668" y="138"/>
                    <a:pt x="11874" y="177"/>
                  </a:cubicBezTo>
                  <a:cubicBezTo>
                    <a:pt x="12080" y="216"/>
                    <a:pt x="12284" y="262"/>
                    <a:pt x="12487" y="314"/>
                  </a:cubicBezTo>
                  <a:cubicBezTo>
                    <a:pt x="12690" y="366"/>
                    <a:pt x="12891" y="425"/>
                    <a:pt x="13090" y="489"/>
                  </a:cubicBezTo>
                  <a:cubicBezTo>
                    <a:pt x="13289" y="554"/>
                    <a:pt x="13486" y="625"/>
                    <a:pt x="13681" y="702"/>
                  </a:cubicBezTo>
                  <a:cubicBezTo>
                    <a:pt x="13876" y="779"/>
                    <a:pt x="14068" y="863"/>
                    <a:pt x="14258" y="952"/>
                  </a:cubicBezTo>
                  <a:cubicBezTo>
                    <a:pt x="14447" y="1041"/>
                    <a:pt x="14634" y="1136"/>
                    <a:pt x="14818" y="1237"/>
                  </a:cubicBezTo>
                  <a:cubicBezTo>
                    <a:pt x="15001" y="1338"/>
                    <a:pt x="15181" y="1444"/>
                    <a:pt x="15358" y="1557"/>
                  </a:cubicBezTo>
                  <a:cubicBezTo>
                    <a:pt x="15535" y="1669"/>
                    <a:pt x="15708" y="1787"/>
                    <a:pt x="15878" y="1910"/>
                  </a:cubicBezTo>
                  <a:cubicBezTo>
                    <a:pt x="16047" y="2033"/>
                    <a:pt x="16213" y="2161"/>
                    <a:pt x="16374" y="2295"/>
                  </a:cubicBezTo>
                  <a:cubicBezTo>
                    <a:pt x="16536" y="2428"/>
                    <a:pt x="16693" y="2567"/>
                    <a:pt x="16845" y="2710"/>
                  </a:cubicBezTo>
                  <a:cubicBezTo>
                    <a:pt x="16998" y="2854"/>
                    <a:pt x="17146" y="3002"/>
                    <a:pt x="17290" y="3155"/>
                  </a:cubicBezTo>
                  <a:cubicBezTo>
                    <a:pt x="17433" y="3307"/>
                    <a:pt x="17572" y="3464"/>
                    <a:pt x="17705" y="3626"/>
                  </a:cubicBezTo>
                  <a:cubicBezTo>
                    <a:pt x="17839" y="3787"/>
                    <a:pt x="17967" y="3953"/>
                    <a:pt x="18090" y="4122"/>
                  </a:cubicBezTo>
                  <a:cubicBezTo>
                    <a:pt x="18213" y="4292"/>
                    <a:pt x="18331" y="4465"/>
                    <a:pt x="18443" y="4642"/>
                  </a:cubicBezTo>
                  <a:cubicBezTo>
                    <a:pt x="18556" y="4819"/>
                    <a:pt x="18662" y="4999"/>
                    <a:pt x="18763" y="5182"/>
                  </a:cubicBezTo>
                  <a:cubicBezTo>
                    <a:pt x="18864" y="5366"/>
                    <a:pt x="18959" y="5553"/>
                    <a:pt x="19048" y="5742"/>
                  </a:cubicBezTo>
                  <a:cubicBezTo>
                    <a:pt x="19137" y="5932"/>
                    <a:pt x="19221" y="6124"/>
                    <a:pt x="19298" y="6319"/>
                  </a:cubicBezTo>
                  <a:cubicBezTo>
                    <a:pt x="19375" y="6514"/>
                    <a:pt x="19446" y="6711"/>
                    <a:pt x="19511" y="6910"/>
                  </a:cubicBezTo>
                  <a:cubicBezTo>
                    <a:pt x="19575" y="7109"/>
                    <a:pt x="19634" y="7310"/>
                    <a:pt x="19686" y="7513"/>
                  </a:cubicBezTo>
                  <a:cubicBezTo>
                    <a:pt x="19738" y="7716"/>
                    <a:pt x="19784" y="7920"/>
                    <a:pt x="19823" y="8126"/>
                  </a:cubicBezTo>
                  <a:cubicBezTo>
                    <a:pt x="19862" y="8332"/>
                    <a:pt x="19895" y="8539"/>
                    <a:pt x="19921" y="8747"/>
                  </a:cubicBezTo>
                  <a:cubicBezTo>
                    <a:pt x="19947" y="8954"/>
                    <a:pt x="19967" y="9163"/>
                    <a:pt x="19980" y="9372"/>
                  </a:cubicBezTo>
                  <a:cubicBezTo>
                    <a:pt x="19993" y="9581"/>
                    <a:pt x="20000" y="9791"/>
                    <a:pt x="20000" y="1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scan-eye-part-6"/>
            <p:cNvSpPr/>
            <p:nvPr/>
          </p:nvSpPr>
          <p:spPr>
            <a:xfrm>
              <a:off x="50000" y="70039"/>
              <a:ext cx="140000" cy="99922"/>
            </a:xfrm>
            <a:custGeom>
              <a:avLst/>
              <a:gdLst/>
              <a:ahLst/>
              <a:cxnLst/>
              <a:rect l="0" t="0" r="r" b="b"/>
              <a:pathLst>
                <a:path w="140000" h="99922">
                  <a:moveTo>
                    <a:pt x="139440" y="53261"/>
                  </a:moveTo>
                  <a:cubicBezTo>
                    <a:pt x="139507" y="53069"/>
                    <a:pt x="139569" y="52874"/>
                    <a:pt x="139624" y="52678"/>
                  </a:cubicBezTo>
                  <a:cubicBezTo>
                    <a:pt x="139680" y="52482"/>
                    <a:pt x="139729" y="52284"/>
                    <a:pt x="139772" y="52085"/>
                  </a:cubicBezTo>
                  <a:cubicBezTo>
                    <a:pt x="139816" y="51886"/>
                    <a:pt x="139853" y="51685"/>
                    <a:pt x="139884" y="51484"/>
                  </a:cubicBezTo>
                  <a:cubicBezTo>
                    <a:pt x="139915" y="51282"/>
                    <a:pt x="139940" y="51080"/>
                    <a:pt x="139958" y="50877"/>
                  </a:cubicBezTo>
                  <a:cubicBezTo>
                    <a:pt x="139977" y="50674"/>
                    <a:pt x="139989" y="50471"/>
                    <a:pt x="139996" y="50267"/>
                  </a:cubicBezTo>
                  <a:cubicBezTo>
                    <a:pt x="140002" y="50063"/>
                    <a:pt x="140002" y="49859"/>
                    <a:pt x="139996" y="49656"/>
                  </a:cubicBezTo>
                  <a:cubicBezTo>
                    <a:pt x="139989" y="49452"/>
                    <a:pt x="139977" y="49248"/>
                    <a:pt x="139958" y="49045"/>
                  </a:cubicBezTo>
                  <a:cubicBezTo>
                    <a:pt x="139940" y="48842"/>
                    <a:pt x="139915" y="48640"/>
                    <a:pt x="139884" y="48439"/>
                  </a:cubicBezTo>
                  <a:cubicBezTo>
                    <a:pt x="139853" y="48237"/>
                    <a:pt x="139816" y="48037"/>
                    <a:pt x="139772" y="47837"/>
                  </a:cubicBezTo>
                  <a:cubicBezTo>
                    <a:pt x="139729" y="47638"/>
                    <a:pt x="139680" y="47440"/>
                    <a:pt x="139624" y="47244"/>
                  </a:cubicBezTo>
                  <a:cubicBezTo>
                    <a:pt x="139569" y="47048"/>
                    <a:pt x="139507" y="46854"/>
                    <a:pt x="139440" y="46661"/>
                  </a:cubicBezTo>
                  <a:cubicBezTo>
                    <a:pt x="138852" y="45220"/>
                    <a:pt x="138219" y="43797"/>
                    <a:pt x="137542" y="42394"/>
                  </a:cubicBezTo>
                  <a:cubicBezTo>
                    <a:pt x="136865" y="40992"/>
                    <a:pt x="136144" y="39611"/>
                    <a:pt x="135381" y="38254"/>
                  </a:cubicBezTo>
                  <a:cubicBezTo>
                    <a:pt x="134619" y="36896"/>
                    <a:pt x="133814" y="35563"/>
                    <a:pt x="132968" y="34256"/>
                  </a:cubicBezTo>
                  <a:cubicBezTo>
                    <a:pt x="132122" y="32948"/>
                    <a:pt x="131235" y="31668"/>
                    <a:pt x="130310" y="30415"/>
                  </a:cubicBezTo>
                  <a:cubicBezTo>
                    <a:pt x="129384" y="29163"/>
                    <a:pt x="128420" y="27940"/>
                    <a:pt x="127418" y="26748"/>
                  </a:cubicBezTo>
                  <a:cubicBezTo>
                    <a:pt x="126416" y="25556"/>
                    <a:pt x="125377" y="24396"/>
                    <a:pt x="124303" y="23268"/>
                  </a:cubicBezTo>
                  <a:cubicBezTo>
                    <a:pt x="123229" y="22141"/>
                    <a:pt x="122120" y="21047"/>
                    <a:pt x="120978" y="19989"/>
                  </a:cubicBezTo>
                  <a:cubicBezTo>
                    <a:pt x="119836" y="18930"/>
                    <a:pt x="118661" y="17908"/>
                    <a:pt x="117455" y="16922"/>
                  </a:cubicBezTo>
                  <a:cubicBezTo>
                    <a:pt x="116250" y="15937"/>
                    <a:pt x="115013" y="14990"/>
                    <a:pt x="113749" y="14081"/>
                  </a:cubicBezTo>
                  <a:cubicBezTo>
                    <a:pt x="112484" y="13173"/>
                    <a:pt x="111191" y="12304"/>
                    <a:pt x="109872" y="11477"/>
                  </a:cubicBezTo>
                  <a:cubicBezTo>
                    <a:pt x="108553" y="10649"/>
                    <a:pt x="107209" y="9862"/>
                    <a:pt x="105841" y="9118"/>
                  </a:cubicBezTo>
                  <a:cubicBezTo>
                    <a:pt x="104473" y="8374"/>
                    <a:pt x="103083" y="7673"/>
                    <a:pt x="101671" y="7015"/>
                  </a:cubicBezTo>
                  <a:cubicBezTo>
                    <a:pt x="100260" y="6358"/>
                    <a:pt x="98828" y="5744"/>
                    <a:pt x="97379" y="5176"/>
                  </a:cubicBezTo>
                  <a:cubicBezTo>
                    <a:pt x="95929" y="4607"/>
                    <a:pt x="94462" y="4084"/>
                    <a:pt x="92980" y="3607"/>
                  </a:cubicBezTo>
                  <a:cubicBezTo>
                    <a:pt x="91497" y="3130"/>
                    <a:pt x="90001" y="2699"/>
                    <a:pt x="88492" y="2315"/>
                  </a:cubicBezTo>
                  <a:cubicBezTo>
                    <a:pt x="86983" y="1931"/>
                    <a:pt x="85462" y="1595"/>
                    <a:pt x="83932" y="1305"/>
                  </a:cubicBezTo>
                  <a:cubicBezTo>
                    <a:pt x="82402" y="1016"/>
                    <a:pt x="80863" y="775"/>
                    <a:pt x="79318" y="581"/>
                  </a:cubicBezTo>
                  <a:cubicBezTo>
                    <a:pt x="77773" y="388"/>
                    <a:pt x="76222" y="242"/>
                    <a:pt x="74668" y="145"/>
                  </a:cubicBezTo>
                  <a:cubicBezTo>
                    <a:pt x="73114" y="48"/>
                    <a:pt x="71557" y="0"/>
                    <a:pt x="70000" y="0"/>
                  </a:cubicBezTo>
                  <a:cubicBezTo>
                    <a:pt x="68443" y="0"/>
                    <a:pt x="66886" y="48"/>
                    <a:pt x="65332" y="145"/>
                  </a:cubicBezTo>
                  <a:cubicBezTo>
                    <a:pt x="63778" y="242"/>
                    <a:pt x="62227" y="388"/>
                    <a:pt x="60682" y="581"/>
                  </a:cubicBezTo>
                  <a:cubicBezTo>
                    <a:pt x="59137" y="775"/>
                    <a:pt x="57599" y="1016"/>
                    <a:pt x="56069" y="1305"/>
                  </a:cubicBezTo>
                  <a:cubicBezTo>
                    <a:pt x="54539" y="1595"/>
                    <a:pt x="53018" y="1931"/>
                    <a:pt x="51509" y="2315"/>
                  </a:cubicBezTo>
                  <a:cubicBezTo>
                    <a:pt x="50000" y="2699"/>
                    <a:pt x="48503" y="3130"/>
                    <a:pt x="47021" y="3607"/>
                  </a:cubicBezTo>
                  <a:cubicBezTo>
                    <a:pt x="45539" y="4084"/>
                    <a:pt x="44072" y="4607"/>
                    <a:pt x="42622" y="5176"/>
                  </a:cubicBezTo>
                  <a:cubicBezTo>
                    <a:pt x="41172" y="5744"/>
                    <a:pt x="39741" y="6358"/>
                    <a:pt x="38329" y="7015"/>
                  </a:cubicBezTo>
                  <a:cubicBezTo>
                    <a:pt x="36918" y="7673"/>
                    <a:pt x="35527" y="8374"/>
                    <a:pt x="34159" y="9118"/>
                  </a:cubicBezTo>
                  <a:cubicBezTo>
                    <a:pt x="32791" y="9862"/>
                    <a:pt x="31447" y="10649"/>
                    <a:pt x="30128" y="11477"/>
                  </a:cubicBezTo>
                  <a:cubicBezTo>
                    <a:pt x="28809" y="12304"/>
                    <a:pt x="27516" y="13173"/>
                    <a:pt x="26252" y="14081"/>
                  </a:cubicBezTo>
                  <a:cubicBezTo>
                    <a:pt x="24987" y="14990"/>
                    <a:pt x="23751" y="15937"/>
                    <a:pt x="22545" y="16922"/>
                  </a:cubicBezTo>
                  <a:cubicBezTo>
                    <a:pt x="21339" y="17908"/>
                    <a:pt x="20164" y="18930"/>
                    <a:pt x="19022" y="19989"/>
                  </a:cubicBezTo>
                  <a:cubicBezTo>
                    <a:pt x="17880" y="21047"/>
                    <a:pt x="16771" y="22141"/>
                    <a:pt x="15697" y="23268"/>
                  </a:cubicBezTo>
                  <a:cubicBezTo>
                    <a:pt x="14623" y="24396"/>
                    <a:pt x="13584" y="25556"/>
                    <a:pt x="12583" y="26748"/>
                  </a:cubicBezTo>
                  <a:cubicBezTo>
                    <a:pt x="11581" y="27940"/>
                    <a:pt x="10616" y="29163"/>
                    <a:pt x="9691" y="30415"/>
                  </a:cubicBezTo>
                  <a:cubicBezTo>
                    <a:pt x="8765" y="31668"/>
                    <a:pt x="7879" y="32948"/>
                    <a:pt x="7033" y="34256"/>
                  </a:cubicBezTo>
                  <a:cubicBezTo>
                    <a:pt x="6187" y="35563"/>
                    <a:pt x="5382" y="36896"/>
                    <a:pt x="4619" y="38254"/>
                  </a:cubicBezTo>
                  <a:cubicBezTo>
                    <a:pt x="3856" y="39611"/>
                    <a:pt x="3136" y="40992"/>
                    <a:pt x="2459" y="42394"/>
                  </a:cubicBezTo>
                  <a:cubicBezTo>
                    <a:pt x="1782" y="43797"/>
                    <a:pt x="1149" y="45220"/>
                    <a:pt x="560" y="46661"/>
                  </a:cubicBezTo>
                  <a:cubicBezTo>
                    <a:pt x="493" y="46854"/>
                    <a:pt x="432" y="47048"/>
                    <a:pt x="376" y="47244"/>
                  </a:cubicBezTo>
                  <a:cubicBezTo>
                    <a:pt x="321" y="47440"/>
                    <a:pt x="271" y="47638"/>
                    <a:pt x="228" y="47837"/>
                  </a:cubicBezTo>
                  <a:cubicBezTo>
                    <a:pt x="185" y="48037"/>
                    <a:pt x="148" y="48237"/>
                    <a:pt x="117" y="48439"/>
                  </a:cubicBezTo>
                  <a:cubicBezTo>
                    <a:pt x="86" y="48640"/>
                    <a:pt x="61" y="48842"/>
                    <a:pt x="42" y="49045"/>
                  </a:cubicBezTo>
                  <a:cubicBezTo>
                    <a:pt x="23" y="49248"/>
                    <a:pt x="11" y="49452"/>
                    <a:pt x="5" y="49656"/>
                  </a:cubicBezTo>
                  <a:cubicBezTo>
                    <a:pt x="-2" y="49859"/>
                    <a:pt x="-2" y="50063"/>
                    <a:pt x="5" y="50267"/>
                  </a:cubicBezTo>
                  <a:cubicBezTo>
                    <a:pt x="11" y="50471"/>
                    <a:pt x="23" y="50674"/>
                    <a:pt x="42" y="50877"/>
                  </a:cubicBezTo>
                  <a:cubicBezTo>
                    <a:pt x="61" y="51080"/>
                    <a:pt x="86" y="51282"/>
                    <a:pt x="117" y="51484"/>
                  </a:cubicBezTo>
                  <a:cubicBezTo>
                    <a:pt x="148" y="51685"/>
                    <a:pt x="185" y="51886"/>
                    <a:pt x="228" y="52085"/>
                  </a:cubicBezTo>
                  <a:cubicBezTo>
                    <a:pt x="271" y="52284"/>
                    <a:pt x="321" y="52482"/>
                    <a:pt x="376" y="52678"/>
                  </a:cubicBezTo>
                  <a:cubicBezTo>
                    <a:pt x="432" y="52874"/>
                    <a:pt x="493" y="53069"/>
                    <a:pt x="560" y="53261"/>
                  </a:cubicBezTo>
                  <a:cubicBezTo>
                    <a:pt x="1149" y="54703"/>
                    <a:pt x="1782" y="56126"/>
                    <a:pt x="2459" y="57528"/>
                  </a:cubicBezTo>
                  <a:cubicBezTo>
                    <a:pt x="3136" y="58930"/>
                    <a:pt x="3856" y="60311"/>
                    <a:pt x="4619" y="61669"/>
                  </a:cubicBezTo>
                  <a:cubicBezTo>
                    <a:pt x="5382" y="63026"/>
                    <a:pt x="6187" y="64360"/>
                    <a:pt x="7033" y="65667"/>
                  </a:cubicBezTo>
                  <a:cubicBezTo>
                    <a:pt x="7879" y="66974"/>
                    <a:pt x="8765" y="68255"/>
                    <a:pt x="9691" y="69507"/>
                  </a:cubicBezTo>
                  <a:cubicBezTo>
                    <a:pt x="10616" y="70759"/>
                    <a:pt x="11581" y="71982"/>
                    <a:pt x="12583" y="73174"/>
                  </a:cubicBezTo>
                  <a:cubicBezTo>
                    <a:pt x="13584" y="74366"/>
                    <a:pt x="14623" y="75527"/>
                    <a:pt x="15697" y="76654"/>
                  </a:cubicBezTo>
                  <a:cubicBezTo>
                    <a:pt x="16771" y="77782"/>
                    <a:pt x="17880" y="78875"/>
                    <a:pt x="19022" y="79934"/>
                  </a:cubicBezTo>
                  <a:cubicBezTo>
                    <a:pt x="20164" y="80992"/>
                    <a:pt x="21339" y="82015"/>
                    <a:pt x="22545" y="83000"/>
                  </a:cubicBezTo>
                  <a:cubicBezTo>
                    <a:pt x="23751" y="83985"/>
                    <a:pt x="24987" y="84933"/>
                    <a:pt x="26252" y="85841"/>
                  </a:cubicBezTo>
                  <a:cubicBezTo>
                    <a:pt x="27516" y="86749"/>
                    <a:pt x="28809" y="87618"/>
                    <a:pt x="30128" y="88446"/>
                  </a:cubicBezTo>
                  <a:cubicBezTo>
                    <a:pt x="31447" y="89274"/>
                    <a:pt x="32791" y="90060"/>
                    <a:pt x="34159" y="90804"/>
                  </a:cubicBezTo>
                  <a:cubicBezTo>
                    <a:pt x="35527" y="91548"/>
                    <a:pt x="36918" y="92250"/>
                    <a:pt x="38329" y="92907"/>
                  </a:cubicBezTo>
                  <a:cubicBezTo>
                    <a:pt x="39741" y="93565"/>
                    <a:pt x="41172" y="94178"/>
                    <a:pt x="42622" y="94747"/>
                  </a:cubicBezTo>
                  <a:cubicBezTo>
                    <a:pt x="44072" y="95315"/>
                    <a:pt x="45539" y="95838"/>
                    <a:pt x="47021" y="96315"/>
                  </a:cubicBezTo>
                  <a:cubicBezTo>
                    <a:pt x="48503" y="96792"/>
                    <a:pt x="50000" y="97223"/>
                    <a:pt x="51509" y="97607"/>
                  </a:cubicBezTo>
                  <a:cubicBezTo>
                    <a:pt x="53018" y="97991"/>
                    <a:pt x="54539" y="98328"/>
                    <a:pt x="56069" y="98617"/>
                  </a:cubicBezTo>
                  <a:cubicBezTo>
                    <a:pt x="57599" y="98906"/>
                    <a:pt x="59137" y="99148"/>
                    <a:pt x="60682" y="99341"/>
                  </a:cubicBezTo>
                  <a:cubicBezTo>
                    <a:pt x="62227" y="99535"/>
                    <a:pt x="63778" y="99680"/>
                    <a:pt x="65332" y="99777"/>
                  </a:cubicBezTo>
                  <a:cubicBezTo>
                    <a:pt x="66886" y="99874"/>
                    <a:pt x="68443" y="99922"/>
                    <a:pt x="70000" y="99922"/>
                  </a:cubicBezTo>
                  <a:cubicBezTo>
                    <a:pt x="71557" y="99922"/>
                    <a:pt x="73114" y="99874"/>
                    <a:pt x="74668" y="99777"/>
                  </a:cubicBezTo>
                  <a:cubicBezTo>
                    <a:pt x="76222" y="99680"/>
                    <a:pt x="77773" y="99535"/>
                    <a:pt x="79318" y="99341"/>
                  </a:cubicBezTo>
                  <a:cubicBezTo>
                    <a:pt x="80863" y="99148"/>
                    <a:pt x="82402" y="98906"/>
                    <a:pt x="83932" y="98617"/>
                  </a:cubicBezTo>
                  <a:cubicBezTo>
                    <a:pt x="85462" y="98328"/>
                    <a:pt x="86983" y="97991"/>
                    <a:pt x="88492" y="97607"/>
                  </a:cubicBezTo>
                  <a:cubicBezTo>
                    <a:pt x="90001" y="97223"/>
                    <a:pt x="91497" y="96792"/>
                    <a:pt x="92980" y="96315"/>
                  </a:cubicBezTo>
                  <a:cubicBezTo>
                    <a:pt x="94462" y="95838"/>
                    <a:pt x="95929" y="95315"/>
                    <a:pt x="97379" y="94747"/>
                  </a:cubicBezTo>
                  <a:cubicBezTo>
                    <a:pt x="98828" y="94178"/>
                    <a:pt x="100260" y="93565"/>
                    <a:pt x="101671" y="92907"/>
                  </a:cubicBezTo>
                  <a:cubicBezTo>
                    <a:pt x="103083" y="92250"/>
                    <a:pt x="104473" y="91548"/>
                    <a:pt x="105841" y="90804"/>
                  </a:cubicBezTo>
                  <a:cubicBezTo>
                    <a:pt x="107209" y="90060"/>
                    <a:pt x="108553" y="89274"/>
                    <a:pt x="109872" y="88446"/>
                  </a:cubicBezTo>
                  <a:cubicBezTo>
                    <a:pt x="111191" y="87618"/>
                    <a:pt x="112484" y="86749"/>
                    <a:pt x="113749" y="85841"/>
                  </a:cubicBezTo>
                  <a:cubicBezTo>
                    <a:pt x="115013" y="84933"/>
                    <a:pt x="116250" y="83985"/>
                    <a:pt x="117455" y="83000"/>
                  </a:cubicBezTo>
                  <a:cubicBezTo>
                    <a:pt x="118661" y="82015"/>
                    <a:pt x="119836" y="80992"/>
                    <a:pt x="120978" y="79934"/>
                  </a:cubicBezTo>
                  <a:cubicBezTo>
                    <a:pt x="122120" y="78875"/>
                    <a:pt x="123229" y="77782"/>
                    <a:pt x="124303" y="76654"/>
                  </a:cubicBezTo>
                  <a:cubicBezTo>
                    <a:pt x="125377" y="75527"/>
                    <a:pt x="126416" y="74366"/>
                    <a:pt x="127418" y="73174"/>
                  </a:cubicBezTo>
                  <a:cubicBezTo>
                    <a:pt x="128420" y="71982"/>
                    <a:pt x="129384" y="70759"/>
                    <a:pt x="130310" y="69507"/>
                  </a:cubicBezTo>
                  <a:cubicBezTo>
                    <a:pt x="131235" y="68255"/>
                    <a:pt x="132122" y="66974"/>
                    <a:pt x="132968" y="65667"/>
                  </a:cubicBezTo>
                  <a:cubicBezTo>
                    <a:pt x="133814" y="64360"/>
                    <a:pt x="134619" y="63026"/>
                    <a:pt x="135381" y="61669"/>
                  </a:cubicBezTo>
                  <a:cubicBezTo>
                    <a:pt x="136144" y="60311"/>
                    <a:pt x="136865" y="58930"/>
                    <a:pt x="137542" y="57528"/>
                  </a:cubicBezTo>
                  <a:cubicBezTo>
                    <a:pt x="138219" y="56126"/>
                    <a:pt x="138852" y="54703"/>
                    <a:pt x="139440" y="53261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9" name="probe-lucide-scan-line" descr="scan-line — Lucide Icons and Contributors; preserve the bundled full upstream license. Source: https://github.com/lucide-icons/lucide/blob/20aef31db93fe4d9f398dbb15b120d99c48eef95/icons/scan-line.svg; SVG SHA256: d17ec0ebae568a92e18e18968bb85658fec088bc3d97b92b729df6f7f9c4848e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60" name="probe-lucide-scan-line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1" name="probe-lucide-scan-line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2" name="probe-lucide-scan-line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3" name="probe-lucide-scan-line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" name="probe-lucide-scan-line-part-5"/>
            <p:cNvSpPr/>
            <p:nvPr/>
          </p:nvSpPr>
          <p:spPr>
            <a:xfrm>
              <a:off x="70000" y="120000"/>
              <a:ext cx="100000" cy="10"/>
            </a:xfrm>
            <a:custGeom>
              <a:avLst/>
              <a:gdLst/>
              <a:ahLst/>
              <a:cxnLst/>
              <a:rect l="0" t="0" r="r" b="b"/>
              <a:pathLst>
                <a:path w="100000" h="10">
                  <a:moveTo>
                    <a:pt x="0" y="0"/>
                  </a:moveTo>
                  <a:lnTo>
                    <a:pt x="1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5" name="probe-lucide-test-tube" descr="test-tube — Lucide Icons and Contributors; preserve the bundled full upstream license. Source: https://github.com/lucide-icons/lucide/blob/20aef31db93fe4d9f398dbb15b120d99c48eef95/icons/test-tube.svg; SVG SHA256: 081d442a1c7652a6dbc6abc0301edc39d7b6b97abb787fe389f60ae2d2865ad6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66" name="probe-lucide-test-tube-part-1"/>
            <p:cNvSpPr/>
            <p:nvPr/>
          </p:nvSpPr>
          <p:spPr>
            <a:xfrm>
              <a:off x="95000" y="20000"/>
              <a:ext cx="50000" cy="200000"/>
            </a:xfrm>
            <a:custGeom>
              <a:avLst/>
              <a:gdLst/>
              <a:ahLst/>
              <a:cxnLst/>
              <a:rect l="0" t="0" r="r" b="b"/>
              <a:pathLst>
                <a:path w="50000" h="200000">
                  <a:moveTo>
                    <a:pt x="50000" y="0"/>
                  </a:moveTo>
                  <a:lnTo>
                    <a:pt x="50000" y="175000"/>
                  </a:lnTo>
                  <a:cubicBezTo>
                    <a:pt x="50000" y="189000"/>
                    <a:pt x="39000" y="200000"/>
                    <a:pt x="25000" y="200000"/>
                  </a:cubicBezTo>
                  <a:cubicBezTo>
                    <a:pt x="11000" y="200000"/>
                    <a:pt x="0" y="189000"/>
                    <a:pt x="0" y="175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test-tube-part-2"/>
            <p:cNvSpPr/>
            <p:nvPr/>
          </p:nvSpPr>
          <p:spPr>
            <a:xfrm>
              <a:off x="85000" y="2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0" y="0"/>
                  </a:moveTo>
                  <a:lnTo>
                    <a:pt x="7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test-tube-part-3"/>
            <p:cNvSpPr/>
            <p:nvPr/>
          </p:nvSpPr>
          <p:spPr>
            <a:xfrm>
              <a:off x="95000" y="160000"/>
              <a:ext cx="50000" cy="10"/>
            </a:xfrm>
            <a:custGeom>
              <a:avLst/>
              <a:gdLst/>
              <a:ahLst/>
              <a:cxnLst/>
              <a:rect l="0" t="0" r="r" b="b"/>
              <a:pathLst>
                <a:path w="50000" h="10">
                  <a:moveTo>
                    <a:pt x="5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9" name="probe-lucide-test-tubes" descr="test-tubes — Lucide Icons and Contributors; preserve the bundled full upstream license. Source: https://github.com/lucide-icons/lucide/blob/20aef31db93fe4d9f398dbb15b120d99c48eef95/icons/test-tubes.svg; SVG SHA256: 0f0c6f97c0af01311548f3bf4ef8e2ec887f5d75c898e91592684b6f21bb8656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70" name="probe-lucide-test-tubes-part-1"/>
            <p:cNvSpPr/>
            <p:nvPr/>
          </p:nvSpPr>
          <p:spPr>
            <a:xfrm>
              <a:off x="40000" y="20000"/>
              <a:ext cx="50000" cy="200000"/>
            </a:xfrm>
            <a:custGeom>
              <a:avLst/>
              <a:gdLst/>
              <a:ahLst/>
              <a:cxnLst/>
              <a:rect l="0" t="0" r="r" b="b"/>
              <a:pathLst>
                <a:path w="50000" h="200000">
                  <a:moveTo>
                    <a:pt x="50000" y="0"/>
                  </a:moveTo>
                  <a:lnTo>
                    <a:pt x="50000" y="175000"/>
                  </a:lnTo>
                  <a:cubicBezTo>
                    <a:pt x="50000" y="175524"/>
                    <a:pt x="49984" y="176047"/>
                    <a:pt x="49951" y="176570"/>
                  </a:cubicBezTo>
                  <a:cubicBezTo>
                    <a:pt x="49918" y="177092"/>
                    <a:pt x="49868" y="177614"/>
                    <a:pt x="49803" y="178133"/>
                  </a:cubicBezTo>
                  <a:cubicBezTo>
                    <a:pt x="49737" y="178653"/>
                    <a:pt x="49655" y="179170"/>
                    <a:pt x="49557" y="179685"/>
                  </a:cubicBezTo>
                  <a:cubicBezTo>
                    <a:pt x="49459" y="180199"/>
                    <a:pt x="49345" y="180710"/>
                    <a:pt x="49215" y="181217"/>
                  </a:cubicBezTo>
                  <a:cubicBezTo>
                    <a:pt x="49084" y="181724"/>
                    <a:pt x="48938" y="182227"/>
                    <a:pt x="48776" y="182725"/>
                  </a:cubicBezTo>
                  <a:cubicBezTo>
                    <a:pt x="48615" y="183223"/>
                    <a:pt x="48437" y="183716"/>
                    <a:pt x="48244" y="184203"/>
                  </a:cubicBezTo>
                  <a:cubicBezTo>
                    <a:pt x="48052" y="184690"/>
                    <a:pt x="47844" y="185171"/>
                    <a:pt x="47621" y="185644"/>
                  </a:cubicBezTo>
                  <a:cubicBezTo>
                    <a:pt x="47398" y="186118"/>
                    <a:pt x="47160" y="186585"/>
                    <a:pt x="46908" y="187044"/>
                  </a:cubicBezTo>
                  <a:cubicBezTo>
                    <a:pt x="46655" y="187503"/>
                    <a:pt x="46389" y="187954"/>
                    <a:pt x="46108" y="188396"/>
                  </a:cubicBezTo>
                  <a:cubicBezTo>
                    <a:pt x="45828" y="188838"/>
                    <a:pt x="45533" y="189271"/>
                    <a:pt x="45225" y="189695"/>
                  </a:cubicBezTo>
                  <a:cubicBezTo>
                    <a:pt x="44918" y="190118"/>
                    <a:pt x="44597" y="190532"/>
                    <a:pt x="44263" y="190936"/>
                  </a:cubicBezTo>
                  <a:cubicBezTo>
                    <a:pt x="43929" y="191339"/>
                    <a:pt x="43583" y="191732"/>
                    <a:pt x="43224" y="192114"/>
                  </a:cubicBezTo>
                  <a:cubicBezTo>
                    <a:pt x="42866" y="192495"/>
                    <a:pt x="42495" y="192866"/>
                    <a:pt x="42114" y="193224"/>
                  </a:cubicBezTo>
                  <a:cubicBezTo>
                    <a:pt x="41732" y="193583"/>
                    <a:pt x="41339" y="193929"/>
                    <a:pt x="40936" y="194263"/>
                  </a:cubicBezTo>
                  <a:cubicBezTo>
                    <a:pt x="40532" y="194597"/>
                    <a:pt x="40118" y="194918"/>
                    <a:pt x="39695" y="195225"/>
                  </a:cubicBezTo>
                  <a:cubicBezTo>
                    <a:pt x="39271" y="195533"/>
                    <a:pt x="38838" y="195828"/>
                    <a:pt x="38396" y="196108"/>
                  </a:cubicBezTo>
                  <a:cubicBezTo>
                    <a:pt x="37954" y="196389"/>
                    <a:pt x="37503" y="196655"/>
                    <a:pt x="37044" y="196908"/>
                  </a:cubicBezTo>
                  <a:cubicBezTo>
                    <a:pt x="36585" y="197160"/>
                    <a:pt x="36118" y="197398"/>
                    <a:pt x="35644" y="197621"/>
                  </a:cubicBezTo>
                  <a:cubicBezTo>
                    <a:pt x="35171" y="197844"/>
                    <a:pt x="34690" y="198052"/>
                    <a:pt x="34203" y="198244"/>
                  </a:cubicBezTo>
                  <a:cubicBezTo>
                    <a:pt x="33716" y="198437"/>
                    <a:pt x="33223" y="198615"/>
                    <a:pt x="32725" y="198776"/>
                  </a:cubicBezTo>
                  <a:cubicBezTo>
                    <a:pt x="32227" y="198938"/>
                    <a:pt x="31724" y="199084"/>
                    <a:pt x="31217" y="199215"/>
                  </a:cubicBezTo>
                  <a:cubicBezTo>
                    <a:pt x="30710" y="199345"/>
                    <a:pt x="30199" y="199459"/>
                    <a:pt x="29685" y="199557"/>
                  </a:cubicBezTo>
                  <a:cubicBezTo>
                    <a:pt x="29170" y="199655"/>
                    <a:pt x="28653" y="199737"/>
                    <a:pt x="28133" y="199803"/>
                  </a:cubicBezTo>
                  <a:cubicBezTo>
                    <a:pt x="27614" y="199868"/>
                    <a:pt x="27092" y="199918"/>
                    <a:pt x="26570" y="199951"/>
                  </a:cubicBezTo>
                  <a:cubicBezTo>
                    <a:pt x="26047" y="199984"/>
                    <a:pt x="25524" y="200000"/>
                    <a:pt x="25000" y="200000"/>
                  </a:cubicBezTo>
                  <a:cubicBezTo>
                    <a:pt x="24476" y="200000"/>
                    <a:pt x="23953" y="199984"/>
                    <a:pt x="23430" y="199951"/>
                  </a:cubicBezTo>
                  <a:cubicBezTo>
                    <a:pt x="22908" y="199918"/>
                    <a:pt x="22386" y="199868"/>
                    <a:pt x="21867" y="199803"/>
                  </a:cubicBezTo>
                  <a:cubicBezTo>
                    <a:pt x="21347" y="199737"/>
                    <a:pt x="20830" y="199655"/>
                    <a:pt x="20315" y="199557"/>
                  </a:cubicBezTo>
                  <a:cubicBezTo>
                    <a:pt x="19801" y="199459"/>
                    <a:pt x="19290" y="199345"/>
                    <a:pt x="18783" y="199215"/>
                  </a:cubicBezTo>
                  <a:cubicBezTo>
                    <a:pt x="18276" y="199084"/>
                    <a:pt x="17773" y="198938"/>
                    <a:pt x="17275" y="198776"/>
                  </a:cubicBezTo>
                  <a:cubicBezTo>
                    <a:pt x="16777" y="198615"/>
                    <a:pt x="16284" y="198437"/>
                    <a:pt x="15797" y="198244"/>
                  </a:cubicBezTo>
                  <a:cubicBezTo>
                    <a:pt x="15310" y="198052"/>
                    <a:pt x="14829" y="197844"/>
                    <a:pt x="14356" y="197621"/>
                  </a:cubicBezTo>
                  <a:cubicBezTo>
                    <a:pt x="13882" y="197398"/>
                    <a:pt x="13415" y="197160"/>
                    <a:pt x="12956" y="196908"/>
                  </a:cubicBezTo>
                  <a:cubicBezTo>
                    <a:pt x="12497" y="196655"/>
                    <a:pt x="12046" y="196389"/>
                    <a:pt x="11604" y="196108"/>
                  </a:cubicBezTo>
                  <a:cubicBezTo>
                    <a:pt x="11162" y="195828"/>
                    <a:pt x="10729" y="195533"/>
                    <a:pt x="10305" y="195225"/>
                  </a:cubicBezTo>
                  <a:cubicBezTo>
                    <a:pt x="9882" y="194918"/>
                    <a:pt x="9468" y="194597"/>
                    <a:pt x="9064" y="194263"/>
                  </a:cubicBezTo>
                  <a:cubicBezTo>
                    <a:pt x="8661" y="193929"/>
                    <a:pt x="8268" y="193583"/>
                    <a:pt x="7886" y="193224"/>
                  </a:cubicBezTo>
                  <a:cubicBezTo>
                    <a:pt x="7505" y="192866"/>
                    <a:pt x="7134" y="192495"/>
                    <a:pt x="6776" y="192114"/>
                  </a:cubicBezTo>
                  <a:cubicBezTo>
                    <a:pt x="6417" y="191732"/>
                    <a:pt x="6071" y="191339"/>
                    <a:pt x="5737" y="190936"/>
                  </a:cubicBezTo>
                  <a:cubicBezTo>
                    <a:pt x="5403" y="190532"/>
                    <a:pt x="5082" y="190118"/>
                    <a:pt x="4775" y="189695"/>
                  </a:cubicBezTo>
                  <a:cubicBezTo>
                    <a:pt x="4467" y="189271"/>
                    <a:pt x="4172" y="188838"/>
                    <a:pt x="3892" y="188396"/>
                  </a:cubicBezTo>
                  <a:cubicBezTo>
                    <a:pt x="3611" y="187954"/>
                    <a:pt x="3345" y="187503"/>
                    <a:pt x="3092" y="187044"/>
                  </a:cubicBezTo>
                  <a:cubicBezTo>
                    <a:pt x="2840" y="186585"/>
                    <a:pt x="2602" y="186118"/>
                    <a:pt x="2379" y="185644"/>
                  </a:cubicBezTo>
                  <a:cubicBezTo>
                    <a:pt x="2156" y="185171"/>
                    <a:pt x="1948" y="184690"/>
                    <a:pt x="1756" y="184203"/>
                  </a:cubicBezTo>
                  <a:cubicBezTo>
                    <a:pt x="1563" y="183716"/>
                    <a:pt x="1385" y="183223"/>
                    <a:pt x="1224" y="182725"/>
                  </a:cubicBezTo>
                  <a:cubicBezTo>
                    <a:pt x="1062" y="182227"/>
                    <a:pt x="916" y="181724"/>
                    <a:pt x="785" y="181217"/>
                  </a:cubicBezTo>
                  <a:cubicBezTo>
                    <a:pt x="655" y="180710"/>
                    <a:pt x="541" y="180199"/>
                    <a:pt x="443" y="179685"/>
                  </a:cubicBezTo>
                  <a:cubicBezTo>
                    <a:pt x="345" y="179170"/>
                    <a:pt x="263" y="178653"/>
                    <a:pt x="197" y="178133"/>
                  </a:cubicBezTo>
                  <a:cubicBezTo>
                    <a:pt x="132" y="177614"/>
                    <a:pt x="82" y="177092"/>
                    <a:pt x="49" y="176570"/>
                  </a:cubicBezTo>
                  <a:cubicBezTo>
                    <a:pt x="16" y="176047"/>
                    <a:pt x="0" y="175524"/>
                    <a:pt x="0" y="175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test-tubes-part-2"/>
            <p:cNvSpPr/>
            <p:nvPr/>
          </p:nvSpPr>
          <p:spPr>
            <a:xfrm>
              <a:off x="150000" y="20000"/>
              <a:ext cx="50000" cy="200000"/>
            </a:xfrm>
            <a:custGeom>
              <a:avLst/>
              <a:gdLst/>
              <a:ahLst/>
              <a:cxnLst/>
              <a:rect l="0" t="0" r="r" b="b"/>
              <a:pathLst>
                <a:path w="50000" h="200000">
                  <a:moveTo>
                    <a:pt x="50000" y="0"/>
                  </a:moveTo>
                  <a:lnTo>
                    <a:pt x="50000" y="175000"/>
                  </a:lnTo>
                  <a:cubicBezTo>
                    <a:pt x="50000" y="175524"/>
                    <a:pt x="49984" y="176047"/>
                    <a:pt x="49951" y="176570"/>
                  </a:cubicBezTo>
                  <a:cubicBezTo>
                    <a:pt x="49918" y="177092"/>
                    <a:pt x="49868" y="177614"/>
                    <a:pt x="49803" y="178133"/>
                  </a:cubicBezTo>
                  <a:cubicBezTo>
                    <a:pt x="49737" y="178653"/>
                    <a:pt x="49655" y="179170"/>
                    <a:pt x="49557" y="179685"/>
                  </a:cubicBezTo>
                  <a:cubicBezTo>
                    <a:pt x="49459" y="180199"/>
                    <a:pt x="49345" y="180710"/>
                    <a:pt x="49215" y="181217"/>
                  </a:cubicBezTo>
                  <a:cubicBezTo>
                    <a:pt x="49084" y="181724"/>
                    <a:pt x="48938" y="182227"/>
                    <a:pt x="48776" y="182725"/>
                  </a:cubicBezTo>
                  <a:cubicBezTo>
                    <a:pt x="48615" y="183223"/>
                    <a:pt x="48437" y="183716"/>
                    <a:pt x="48244" y="184203"/>
                  </a:cubicBezTo>
                  <a:cubicBezTo>
                    <a:pt x="48052" y="184690"/>
                    <a:pt x="47844" y="185171"/>
                    <a:pt x="47621" y="185644"/>
                  </a:cubicBezTo>
                  <a:cubicBezTo>
                    <a:pt x="47398" y="186118"/>
                    <a:pt x="47160" y="186585"/>
                    <a:pt x="46908" y="187044"/>
                  </a:cubicBezTo>
                  <a:cubicBezTo>
                    <a:pt x="46655" y="187503"/>
                    <a:pt x="46389" y="187954"/>
                    <a:pt x="46108" y="188396"/>
                  </a:cubicBezTo>
                  <a:cubicBezTo>
                    <a:pt x="45828" y="188838"/>
                    <a:pt x="45533" y="189271"/>
                    <a:pt x="45225" y="189695"/>
                  </a:cubicBezTo>
                  <a:cubicBezTo>
                    <a:pt x="44918" y="190118"/>
                    <a:pt x="44597" y="190532"/>
                    <a:pt x="44263" y="190936"/>
                  </a:cubicBezTo>
                  <a:cubicBezTo>
                    <a:pt x="43929" y="191339"/>
                    <a:pt x="43583" y="191732"/>
                    <a:pt x="43224" y="192114"/>
                  </a:cubicBezTo>
                  <a:cubicBezTo>
                    <a:pt x="42866" y="192495"/>
                    <a:pt x="42495" y="192866"/>
                    <a:pt x="42114" y="193224"/>
                  </a:cubicBezTo>
                  <a:cubicBezTo>
                    <a:pt x="41732" y="193583"/>
                    <a:pt x="41339" y="193929"/>
                    <a:pt x="40936" y="194263"/>
                  </a:cubicBezTo>
                  <a:cubicBezTo>
                    <a:pt x="40532" y="194597"/>
                    <a:pt x="40118" y="194918"/>
                    <a:pt x="39695" y="195225"/>
                  </a:cubicBezTo>
                  <a:cubicBezTo>
                    <a:pt x="39271" y="195533"/>
                    <a:pt x="38838" y="195828"/>
                    <a:pt x="38396" y="196108"/>
                  </a:cubicBezTo>
                  <a:cubicBezTo>
                    <a:pt x="37954" y="196389"/>
                    <a:pt x="37503" y="196655"/>
                    <a:pt x="37044" y="196908"/>
                  </a:cubicBezTo>
                  <a:cubicBezTo>
                    <a:pt x="36585" y="197160"/>
                    <a:pt x="36118" y="197398"/>
                    <a:pt x="35644" y="197621"/>
                  </a:cubicBezTo>
                  <a:cubicBezTo>
                    <a:pt x="35171" y="197844"/>
                    <a:pt x="34690" y="198052"/>
                    <a:pt x="34203" y="198244"/>
                  </a:cubicBezTo>
                  <a:cubicBezTo>
                    <a:pt x="33716" y="198437"/>
                    <a:pt x="33223" y="198615"/>
                    <a:pt x="32725" y="198776"/>
                  </a:cubicBezTo>
                  <a:cubicBezTo>
                    <a:pt x="32227" y="198938"/>
                    <a:pt x="31724" y="199084"/>
                    <a:pt x="31217" y="199215"/>
                  </a:cubicBezTo>
                  <a:cubicBezTo>
                    <a:pt x="30710" y="199345"/>
                    <a:pt x="30199" y="199459"/>
                    <a:pt x="29685" y="199557"/>
                  </a:cubicBezTo>
                  <a:cubicBezTo>
                    <a:pt x="29170" y="199655"/>
                    <a:pt x="28653" y="199737"/>
                    <a:pt x="28133" y="199803"/>
                  </a:cubicBezTo>
                  <a:cubicBezTo>
                    <a:pt x="27614" y="199868"/>
                    <a:pt x="27092" y="199918"/>
                    <a:pt x="26570" y="199951"/>
                  </a:cubicBezTo>
                  <a:cubicBezTo>
                    <a:pt x="26047" y="199984"/>
                    <a:pt x="25524" y="200000"/>
                    <a:pt x="25000" y="200000"/>
                  </a:cubicBezTo>
                  <a:cubicBezTo>
                    <a:pt x="24476" y="200000"/>
                    <a:pt x="23953" y="199984"/>
                    <a:pt x="23430" y="199951"/>
                  </a:cubicBezTo>
                  <a:cubicBezTo>
                    <a:pt x="22908" y="199918"/>
                    <a:pt x="22386" y="199868"/>
                    <a:pt x="21867" y="199803"/>
                  </a:cubicBezTo>
                  <a:cubicBezTo>
                    <a:pt x="21347" y="199737"/>
                    <a:pt x="20830" y="199655"/>
                    <a:pt x="20315" y="199557"/>
                  </a:cubicBezTo>
                  <a:cubicBezTo>
                    <a:pt x="19801" y="199459"/>
                    <a:pt x="19290" y="199345"/>
                    <a:pt x="18783" y="199215"/>
                  </a:cubicBezTo>
                  <a:cubicBezTo>
                    <a:pt x="18276" y="199084"/>
                    <a:pt x="17773" y="198938"/>
                    <a:pt x="17275" y="198776"/>
                  </a:cubicBezTo>
                  <a:cubicBezTo>
                    <a:pt x="16777" y="198615"/>
                    <a:pt x="16284" y="198437"/>
                    <a:pt x="15797" y="198244"/>
                  </a:cubicBezTo>
                  <a:cubicBezTo>
                    <a:pt x="15310" y="198052"/>
                    <a:pt x="14829" y="197844"/>
                    <a:pt x="14356" y="197621"/>
                  </a:cubicBezTo>
                  <a:cubicBezTo>
                    <a:pt x="13882" y="197398"/>
                    <a:pt x="13415" y="197160"/>
                    <a:pt x="12956" y="196908"/>
                  </a:cubicBezTo>
                  <a:cubicBezTo>
                    <a:pt x="12497" y="196655"/>
                    <a:pt x="12046" y="196389"/>
                    <a:pt x="11604" y="196108"/>
                  </a:cubicBezTo>
                  <a:cubicBezTo>
                    <a:pt x="11162" y="195828"/>
                    <a:pt x="10729" y="195533"/>
                    <a:pt x="10305" y="195225"/>
                  </a:cubicBezTo>
                  <a:cubicBezTo>
                    <a:pt x="9882" y="194918"/>
                    <a:pt x="9468" y="194597"/>
                    <a:pt x="9064" y="194263"/>
                  </a:cubicBezTo>
                  <a:cubicBezTo>
                    <a:pt x="8661" y="193929"/>
                    <a:pt x="8268" y="193583"/>
                    <a:pt x="7886" y="193224"/>
                  </a:cubicBezTo>
                  <a:cubicBezTo>
                    <a:pt x="7505" y="192866"/>
                    <a:pt x="7134" y="192495"/>
                    <a:pt x="6776" y="192114"/>
                  </a:cubicBezTo>
                  <a:cubicBezTo>
                    <a:pt x="6417" y="191732"/>
                    <a:pt x="6071" y="191339"/>
                    <a:pt x="5737" y="190936"/>
                  </a:cubicBezTo>
                  <a:cubicBezTo>
                    <a:pt x="5403" y="190532"/>
                    <a:pt x="5082" y="190118"/>
                    <a:pt x="4775" y="189695"/>
                  </a:cubicBezTo>
                  <a:cubicBezTo>
                    <a:pt x="4467" y="189271"/>
                    <a:pt x="4172" y="188838"/>
                    <a:pt x="3892" y="188396"/>
                  </a:cubicBezTo>
                  <a:cubicBezTo>
                    <a:pt x="3611" y="187954"/>
                    <a:pt x="3345" y="187503"/>
                    <a:pt x="3092" y="187044"/>
                  </a:cubicBezTo>
                  <a:cubicBezTo>
                    <a:pt x="2840" y="186585"/>
                    <a:pt x="2602" y="186118"/>
                    <a:pt x="2379" y="185644"/>
                  </a:cubicBezTo>
                  <a:cubicBezTo>
                    <a:pt x="2156" y="185171"/>
                    <a:pt x="1948" y="184690"/>
                    <a:pt x="1756" y="184203"/>
                  </a:cubicBezTo>
                  <a:cubicBezTo>
                    <a:pt x="1563" y="183716"/>
                    <a:pt x="1385" y="183223"/>
                    <a:pt x="1224" y="182725"/>
                  </a:cubicBezTo>
                  <a:cubicBezTo>
                    <a:pt x="1062" y="182227"/>
                    <a:pt x="916" y="181724"/>
                    <a:pt x="785" y="181217"/>
                  </a:cubicBezTo>
                  <a:cubicBezTo>
                    <a:pt x="655" y="180710"/>
                    <a:pt x="541" y="180199"/>
                    <a:pt x="443" y="179685"/>
                  </a:cubicBezTo>
                  <a:cubicBezTo>
                    <a:pt x="345" y="179170"/>
                    <a:pt x="263" y="178653"/>
                    <a:pt x="197" y="178133"/>
                  </a:cubicBezTo>
                  <a:cubicBezTo>
                    <a:pt x="132" y="177614"/>
                    <a:pt x="82" y="177092"/>
                    <a:pt x="49" y="176570"/>
                  </a:cubicBezTo>
                  <a:cubicBezTo>
                    <a:pt x="16" y="176047"/>
                    <a:pt x="0" y="175524"/>
                    <a:pt x="0" y="175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test-tubes-part-3"/>
            <p:cNvSpPr/>
            <p:nvPr/>
          </p:nvSpPr>
          <p:spPr>
            <a:xfrm>
              <a:off x="30000" y="2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0" y="0"/>
                  </a:moveTo>
                  <a:lnTo>
                    <a:pt x="7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3" name="probe-lucide-test-tubes-part-4"/>
            <p:cNvSpPr/>
            <p:nvPr/>
          </p:nvSpPr>
          <p:spPr>
            <a:xfrm>
              <a:off x="140000" y="2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0" y="0"/>
                  </a:moveTo>
                  <a:lnTo>
                    <a:pt x="7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4" name="probe-lucide-test-tubes-part-5"/>
            <p:cNvSpPr/>
            <p:nvPr/>
          </p:nvSpPr>
          <p:spPr>
            <a:xfrm>
              <a:off x="40000" y="160000"/>
              <a:ext cx="50000" cy="10"/>
            </a:xfrm>
            <a:custGeom>
              <a:avLst/>
              <a:gdLst/>
              <a:ahLst/>
              <a:cxnLst/>
              <a:rect l="0" t="0" r="r" b="b"/>
              <a:pathLst>
                <a:path w="50000" h="10">
                  <a:moveTo>
                    <a:pt x="5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" name="probe-lucide-test-tubes-part-6"/>
            <p:cNvSpPr/>
            <p:nvPr/>
          </p:nvSpPr>
          <p:spPr>
            <a:xfrm>
              <a:off x="150000" y="160000"/>
              <a:ext cx="50000" cy="10"/>
            </a:xfrm>
            <a:custGeom>
              <a:avLst/>
              <a:gdLst/>
              <a:ahLst/>
              <a:cxnLst/>
              <a:rect l="0" t="0" r="r" b="b"/>
              <a:pathLst>
                <a:path w="50000" h="10">
                  <a:moveTo>
                    <a:pt x="5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6" name="probe-lucide-thermometer" descr="thermometer — Lucide Icons and Contributors; preserve the bundled full upstream license. Source: https://github.com/lucide-icons/lucide/blob/20aef31db93fe4d9f398dbb15b120d99c48eef95/icons/thermometer.svg; SVG SHA256: a56c95062445d52d95c51a77c4959d5a022539a0194205cc2ce2e9ce8f35847b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77" name="probe-lucide-thermometer-part-1"/>
            <p:cNvSpPr/>
            <p:nvPr/>
          </p:nvSpPr>
          <p:spPr>
            <a:xfrm>
              <a:off x="80000" y="20000"/>
              <a:ext cx="80000" cy="200041"/>
            </a:xfrm>
            <a:custGeom>
              <a:avLst/>
              <a:gdLst/>
              <a:ahLst/>
              <a:cxnLst/>
              <a:rect l="0" t="0" r="r" b="b"/>
              <a:pathLst>
                <a:path w="80000" h="200041">
                  <a:moveTo>
                    <a:pt x="60000" y="20000"/>
                  </a:moveTo>
                  <a:lnTo>
                    <a:pt x="60000" y="125400"/>
                  </a:lnTo>
                  <a:cubicBezTo>
                    <a:pt x="60720" y="125816"/>
                    <a:pt x="61427" y="126254"/>
                    <a:pt x="62119" y="126713"/>
                  </a:cubicBezTo>
                  <a:cubicBezTo>
                    <a:pt x="62812" y="127173"/>
                    <a:pt x="63490" y="127654"/>
                    <a:pt x="64152" y="128156"/>
                  </a:cubicBezTo>
                  <a:cubicBezTo>
                    <a:pt x="64815" y="128658"/>
                    <a:pt x="65461" y="129180"/>
                    <a:pt x="66091" y="129722"/>
                  </a:cubicBezTo>
                  <a:cubicBezTo>
                    <a:pt x="66722" y="130264"/>
                    <a:pt x="67334" y="130826"/>
                    <a:pt x="67929" y="131406"/>
                  </a:cubicBezTo>
                  <a:cubicBezTo>
                    <a:pt x="68524" y="131987"/>
                    <a:pt x="69101" y="132585"/>
                    <a:pt x="69659" y="133202"/>
                  </a:cubicBezTo>
                  <a:cubicBezTo>
                    <a:pt x="70217" y="133818"/>
                    <a:pt x="70755" y="134452"/>
                    <a:pt x="71273" y="135101"/>
                  </a:cubicBezTo>
                  <a:cubicBezTo>
                    <a:pt x="71791" y="135751"/>
                    <a:pt x="72289" y="136417"/>
                    <a:pt x="72766" y="137098"/>
                  </a:cubicBezTo>
                  <a:cubicBezTo>
                    <a:pt x="73243" y="137779"/>
                    <a:pt x="73698" y="138474"/>
                    <a:pt x="74132" y="139184"/>
                  </a:cubicBezTo>
                  <a:cubicBezTo>
                    <a:pt x="74565" y="139893"/>
                    <a:pt x="74976" y="140615"/>
                    <a:pt x="75365" y="141350"/>
                  </a:cubicBezTo>
                  <a:cubicBezTo>
                    <a:pt x="75753" y="142085"/>
                    <a:pt x="76118" y="142832"/>
                    <a:pt x="76460" y="143590"/>
                  </a:cubicBezTo>
                  <a:cubicBezTo>
                    <a:pt x="76802" y="144347"/>
                    <a:pt x="77120" y="145115"/>
                    <a:pt x="77414" y="145893"/>
                  </a:cubicBezTo>
                  <a:cubicBezTo>
                    <a:pt x="77708" y="146670"/>
                    <a:pt x="77978" y="147457"/>
                    <a:pt x="78223" y="148251"/>
                  </a:cubicBezTo>
                  <a:cubicBezTo>
                    <a:pt x="78468" y="149045"/>
                    <a:pt x="78688" y="149847"/>
                    <a:pt x="78883" y="150655"/>
                  </a:cubicBezTo>
                  <a:cubicBezTo>
                    <a:pt x="79078" y="151463"/>
                    <a:pt x="79248" y="152277"/>
                    <a:pt x="79392" y="153095"/>
                  </a:cubicBezTo>
                  <a:cubicBezTo>
                    <a:pt x="79537" y="153914"/>
                    <a:pt x="79655" y="154736"/>
                    <a:pt x="79748" y="155562"/>
                  </a:cubicBezTo>
                  <a:cubicBezTo>
                    <a:pt x="79842" y="156388"/>
                    <a:pt x="79909" y="157217"/>
                    <a:pt x="79950" y="158047"/>
                  </a:cubicBezTo>
                  <a:cubicBezTo>
                    <a:pt x="79992" y="158877"/>
                    <a:pt x="80007" y="159709"/>
                    <a:pt x="79997" y="160540"/>
                  </a:cubicBezTo>
                  <a:cubicBezTo>
                    <a:pt x="79987" y="161371"/>
                    <a:pt x="79950" y="162201"/>
                    <a:pt x="79888" y="163030"/>
                  </a:cubicBezTo>
                  <a:cubicBezTo>
                    <a:pt x="79826" y="163859"/>
                    <a:pt x="79738" y="164686"/>
                    <a:pt x="79624" y="165509"/>
                  </a:cubicBezTo>
                  <a:cubicBezTo>
                    <a:pt x="79511" y="166333"/>
                    <a:pt x="79372" y="167152"/>
                    <a:pt x="79207" y="167967"/>
                  </a:cubicBezTo>
                  <a:cubicBezTo>
                    <a:pt x="79042" y="168782"/>
                    <a:pt x="78852" y="169591"/>
                    <a:pt x="78637" y="170394"/>
                  </a:cubicBezTo>
                  <a:cubicBezTo>
                    <a:pt x="78422" y="171197"/>
                    <a:pt x="78182" y="171993"/>
                    <a:pt x="77917" y="172780"/>
                  </a:cubicBezTo>
                  <a:cubicBezTo>
                    <a:pt x="77652" y="173568"/>
                    <a:pt x="77363" y="174348"/>
                    <a:pt x="77050" y="175118"/>
                  </a:cubicBezTo>
                  <a:cubicBezTo>
                    <a:pt x="76737" y="175888"/>
                    <a:pt x="76399" y="176648"/>
                    <a:pt x="76039" y="177396"/>
                  </a:cubicBezTo>
                  <a:cubicBezTo>
                    <a:pt x="75678" y="178145"/>
                    <a:pt x="75294" y="178883"/>
                    <a:pt x="74888" y="179608"/>
                  </a:cubicBezTo>
                  <a:cubicBezTo>
                    <a:pt x="74481" y="180333"/>
                    <a:pt x="74052" y="181045"/>
                    <a:pt x="73601" y="181743"/>
                  </a:cubicBezTo>
                  <a:cubicBezTo>
                    <a:pt x="73150" y="182441"/>
                    <a:pt x="72677" y="183125"/>
                    <a:pt x="72184" y="183794"/>
                  </a:cubicBezTo>
                  <a:cubicBezTo>
                    <a:pt x="71690" y="184463"/>
                    <a:pt x="71176" y="185116"/>
                    <a:pt x="70642" y="185753"/>
                  </a:cubicBezTo>
                  <a:cubicBezTo>
                    <a:pt x="70108" y="186389"/>
                    <a:pt x="69554" y="187009"/>
                    <a:pt x="68981" y="187611"/>
                  </a:cubicBezTo>
                  <a:cubicBezTo>
                    <a:pt x="68408" y="188214"/>
                    <a:pt x="67816" y="188798"/>
                    <a:pt x="67207" y="189363"/>
                  </a:cubicBezTo>
                  <a:cubicBezTo>
                    <a:pt x="66598" y="189928"/>
                    <a:pt x="65971" y="190475"/>
                    <a:pt x="65328" y="191001"/>
                  </a:cubicBezTo>
                  <a:cubicBezTo>
                    <a:pt x="64684" y="191527"/>
                    <a:pt x="64025" y="192033"/>
                    <a:pt x="63350" y="192519"/>
                  </a:cubicBezTo>
                  <a:cubicBezTo>
                    <a:pt x="62675" y="193004"/>
                    <a:pt x="61985" y="193468"/>
                    <a:pt x="61281" y="193910"/>
                  </a:cubicBezTo>
                  <a:cubicBezTo>
                    <a:pt x="60578" y="194352"/>
                    <a:pt x="59860" y="194772"/>
                    <a:pt x="59130" y="195170"/>
                  </a:cubicBezTo>
                  <a:cubicBezTo>
                    <a:pt x="58400" y="195567"/>
                    <a:pt x="57658" y="195942"/>
                    <a:pt x="56905" y="196293"/>
                  </a:cubicBezTo>
                  <a:cubicBezTo>
                    <a:pt x="56151" y="196645"/>
                    <a:pt x="55387" y="196972"/>
                    <a:pt x="54614" y="197276"/>
                  </a:cubicBezTo>
                  <a:cubicBezTo>
                    <a:pt x="53840" y="197580"/>
                    <a:pt x="53057" y="197859"/>
                    <a:pt x="52266" y="198114"/>
                  </a:cubicBezTo>
                  <a:cubicBezTo>
                    <a:pt x="51475" y="198369"/>
                    <a:pt x="50676" y="198599"/>
                    <a:pt x="49870" y="198804"/>
                  </a:cubicBezTo>
                  <a:cubicBezTo>
                    <a:pt x="49065" y="199009"/>
                    <a:pt x="48253" y="199189"/>
                    <a:pt x="47436" y="199344"/>
                  </a:cubicBezTo>
                  <a:cubicBezTo>
                    <a:pt x="46620" y="199498"/>
                    <a:pt x="45798" y="199627"/>
                    <a:pt x="44974" y="199731"/>
                  </a:cubicBezTo>
                  <a:cubicBezTo>
                    <a:pt x="44149" y="199834"/>
                    <a:pt x="43321" y="199912"/>
                    <a:pt x="42492" y="199963"/>
                  </a:cubicBezTo>
                  <a:cubicBezTo>
                    <a:pt x="41662" y="200015"/>
                    <a:pt x="40831" y="200041"/>
                    <a:pt x="40000" y="200041"/>
                  </a:cubicBezTo>
                  <a:cubicBezTo>
                    <a:pt x="39169" y="200041"/>
                    <a:pt x="38338" y="200015"/>
                    <a:pt x="37508" y="199963"/>
                  </a:cubicBezTo>
                  <a:cubicBezTo>
                    <a:pt x="36679" y="199912"/>
                    <a:pt x="35851" y="199834"/>
                    <a:pt x="35026" y="199731"/>
                  </a:cubicBezTo>
                  <a:cubicBezTo>
                    <a:pt x="34202" y="199627"/>
                    <a:pt x="33380" y="199498"/>
                    <a:pt x="32564" y="199344"/>
                  </a:cubicBezTo>
                  <a:cubicBezTo>
                    <a:pt x="31747" y="199189"/>
                    <a:pt x="30935" y="199009"/>
                    <a:pt x="30130" y="198804"/>
                  </a:cubicBezTo>
                  <a:cubicBezTo>
                    <a:pt x="29324" y="198599"/>
                    <a:pt x="28525" y="198369"/>
                    <a:pt x="27734" y="198114"/>
                  </a:cubicBezTo>
                  <a:cubicBezTo>
                    <a:pt x="26943" y="197859"/>
                    <a:pt x="26160" y="197580"/>
                    <a:pt x="25386" y="197276"/>
                  </a:cubicBezTo>
                  <a:cubicBezTo>
                    <a:pt x="24613" y="196972"/>
                    <a:pt x="23849" y="196645"/>
                    <a:pt x="23095" y="196293"/>
                  </a:cubicBezTo>
                  <a:cubicBezTo>
                    <a:pt x="22342" y="195942"/>
                    <a:pt x="21600" y="195567"/>
                    <a:pt x="20870" y="195170"/>
                  </a:cubicBezTo>
                  <a:cubicBezTo>
                    <a:pt x="20140" y="194772"/>
                    <a:pt x="19422" y="194352"/>
                    <a:pt x="18719" y="193910"/>
                  </a:cubicBezTo>
                  <a:cubicBezTo>
                    <a:pt x="18015" y="193468"/>
                    <a:pt x="17325" y="193004"/>
                    <a:pt x="16650" y="192519"/>
                  </a:cubicBezTo>
                  <a:cubicBezTo>
                    <a:pt x="15975" y="192033"/>
                    <a:pt x="15316" y="191527"/>
                    <a:pt x="14672" y="191001"/>
                  </a:cubicBezTo>
                  <a:cubicBezTo>
                    <a:pt x="14029" y="190475"/>
                    <a:pt x="13402" y="189928"/>
                    <a:pt x="12793" y="189363"/>
                  </a:cubicBezTo>
                  <a:cubicBezTo>
                    <a:pt x="12184" y="188798"/>
                    <a:pt x="11592" y="188214"/>
                    <a:pt x="11019" y="187611"/>
                  </a:cubicBezTo>
                  <a:cubicBezTo>
                    <a:pt x="10446" y="187009"/>
                    <a:pt x="9892" y="186389"/>
                    <a:pt x="9358" y="185753"/>
                  </a:cubicBezTo>
                  <a:cubicBezTo>
                    <a:pt x="8824" y="185116"/>
                    <a:pt x="8310" y="184463"/>
                    <a:pt x="7816" y="183794"/>
                  </a:cubicBezTo>
                  <a:cubicBezTo>
                    <a:pt x="7323" y="183125"/>
                    <a:pt x="6850" y="182441"/>
                    <a:pt x="6399" y="181743"/>
                  </a:cubicBezTo>
                  <a:cubicBezTo>
                    <a:pt x="5948" y="181045"/>
                    <a:pt x="5519" y="180333"/>
                    <a:pt x="5112" y="179608"/>
                  </a:cubicBezTo>
                  <a:cubicBezTo>
                    <a:pt x="4706" y="178883"/>
                    <a:pt x="4322" y="178145"/>
                    <a:pt x="3961" y="177396"/>
                  </a:cubicBezTo>
                  <a:cubicBezTo>
                    <a:pt x="3601" y="176648"/>
                    <a:pt x="3263" y="175888"/>
                    <a:pt x="2950" y="175118"/>
                  </a:cubicBezTo>
                  <a:cubicBezTo>
                    <a:pt x="2637" y="174348"/>
                    <a:pt x="2348" y="173568"/>
                    <a:pt x="2083" y="172780"/>
                  </a:cubicBezTo>
                  <a:cubicBezTo>
                    <a:pt x="1818" y="171993"/>
                    <a:pt x="1578" y="171197"/>
                    <a:pt x="1363" y="170394"/>
                  </a:cubicBezTo>
                  <a:cubicBezTo>
                    <a:pt x="1148" y="169591"/>
                    <a:pt x="958" y="168782"/>
                    <a:pt x="793" y="167967"/>
                  </a:cubicBezTo>
                  <a:cubicBezTo>
                    <a:pt x="628" y="167152"/>
                    <a:pt x="489" y="166333"/>
                    <a:pt x="376" y="165509"/>
                  </a:cubicBezTo>
                  <a:cubicBezTo>
                    <a:pt x="262" y="164686"/>
                    <a:pt x="174" y="163859"/>
                    <a:pt x="112" y="163030"/>
                  </a:cubicBezTo>
                  <a:cubicBezTo>
                    <a:pt x="50" y="162201"/>
                    <a:pt x="13" y="161371"/>
                    <a:pt x="3" y="160540"/>
                  </a:cubicBezTo>
                  <a:cubicBezTo>
                    <a:pt x="-7" y="159709"/>
                    <a:pt x="8" y="158877"/>
                    <a:pt x="50" y="158047"/>
                  </a:cubicBezTo>
                  <a:cubicBezTo>
                    <a:pt x="91" y="157217"/>
                    <a:pt x="158" y="156388"/>
                    <a:pt x="252" y="155562"/>
                  </a:cubicBezTo>
                  <a:cubicBezTo>
                    <a:pt x="345" y="154736"/>
                    <a:pt x="463" y="153914"/>
                    <a:pt x="608" y="153095"/>
                  </a:cubicBezTo>
                  <a:cubicBezTo>
                    <a:pt x="752" y="152277"/>
                    <a:pt x="922" y="151463"/>
                    <a:pt x="1117" y="150655"/>
                  </a:cubicBezTo>
                  <a:cubicBezTo>
                    <a:pt x="1312" y="149847"/>
                    <a:pt x="1532" y="149045"/>
                    <a:pt x="1777" y="148251"/>
                  </a:cubicBezTo>
                  <a:cubicBezTo>
                    <a:pt x="2022" y="147457"/>
                    <a:pt x="2292" y="146670"/>
                    <a:pt x="2586" y="145893"/>
                  </a:cubicBezTo>
                  <a:cubicBezTo>
                    <a:pt x="2880" y="145115"/>
                    <a:pt x="3198" y="144347"/>
                    <a:pt x="3540" y="143590"/>
                  </a:cubicBezTo>
                  <a:cubicBezTo>
                    <a:pt x="3882" y="142832"/>
                    <a:pt x="4247" y="142085"/>
                    <a:pt x="4635" y="141350"/>
                  </a:cubicBezTo>
                  <a:cubicBezTo>
                    <a:pt x="5024" y="140615"/>
                    <a:pt x="5435" y="139893"/>
                    <a:pt x="5868" y="139184"/>
                  </a:cubicBezTo>
                  <a:cubicBezTo>
                    <a:pt x="6302" y="138474"/>
                    <a:pt x="6757" y="137779"/>
                    <a:pt x="7234" y="137098"/>
                  </a:cubicBezTo>
                  <a:cubicBezTo>
                    <a:pt x="7711" y="136417"/>
                    <a:pt x="8209" y="135751"/>
                    <a:pt x="8727" y="135101"/>
                  </a:cubicBezTo>
                  <a:cubicBezTo>
                    <a:pt x="9245" y="134452"/>
                    <a:pt x="9783" y="133818"/>
                    <a:pt x="10341" y="133202"/>
                  </a:cubicBezTo>
                  <a:cubicBezTo>
                    <a:pt x="10899" y="132585"/>
                    <a:pt x="11476" y="131987"/>
                    <a:pt x="12071" y="131406"/>
                  </a:cubicBezTo>
                  <a:cubicBezTo>
                    <a:pt x="12666" y="130826"/>
                    <a:pt x="13278" y="130264"/>
                    <a:pt x="13909" y="129722"/>
                  </a:cubicBezTo>
                  <a:cubicBezTo>
                    <a:pt x="14539" y="129180"/>
                    <a:pt x="15185" y="128658"/>
                    <a:pt x="15848" y="128156"/>
                  </a:cubicBezTo>
                  <a:cubicBezTo>
                    <a:pt x="16510" y="127654"/>
                    <a:pt x="17188" y="127173"/>
                    <a:pt x="17881" y="126713"/>
                  </a:cubicBezTo>
                  <a:cubicBezTo>
                    <a:pt x="18573" y="126254"/>
                    <a:pt x="19280" y="125816"/>
                    <a:pt x="20000" y="125400"/>
                  </a:cubicBezTo>
                  <a:lnTo>
                    <a:pt x="20000" y="20000"/>
                  </a:lnTo>
                  <a:cubicBezTo>
                    <a:pt x="20000" y="19581"/>
                    <a:pt x="20013" y="19162"/>
                    <a:pt x="20039" y="18744"/>
                  </a:cubicBezTo>
                  <a:cubicBezTo>
                    <a:pt x="20066" y="18326"/>
                    <a:pt x="20105" y="17909"/>
                    <a:pt x="20158" y="17493"/>
                  </a:cubicBezTo>
                  <a:cubicBezTo>
                    <a:pt x="20210" y="17078"/>
                    <a:pt x="20276" y="16664"/>
                    <a:pt x="20354" y="16252"/>
                  </a:cubicBezTo>
                  <a:cubicBezTo>
                    <a:pt x="20433" y="15841"/>
                    <a:pt x="20524" y="15432"/>
                    <a:pt x="20628" y="15026"/>
                  </a:cubicBezTo>
                  <a:cubicBezTo>
                    <a:pt x="20733" y="14620"/>
                    <a:pt x="20849" y="14218"/>
                    <a:pt x="20979" y="13820"/>
                  </a:cubicBezTo>
                  <a:cubicBezTo>
                    <a:pt x="21108" y="13421"/>
                    <a:pt x="21250" y="13027"/>
                    <a:pt x="21404" y="12638"/>
                  </a:cubicBezTo>
                  <a:cubicBezTo>
                    <a:pt x="21559" y="12248"/>
                    <a:pt x="21725" y="11863"/>
                    <a:pt x="21903" y="11484"/>
                  </a:cubicBezTo>
                  <a:cubicBezTo>
                    <a:pt x="22082" y="11105"/>
                    <a:pt x="22272" y="10732"/>
                    <a:pt x="22474" y="10365"/>
                  </a:cubicBezTo>
                  <a:cubicBezTo>
                    <a:pt x="22676" y="9998"/>
                    <a:pt x="22889" y="9637"/>
                    <a:pt x="23113" y="9283"/>
                  </a:cubicBezTo>
                  <a:cubicBezTo>
                    <a:pt x="23338" y="8930"/>
                    <a:pt x="23573" y="8583"/>
                    <a:pt x="23820" y="8244"/>
                  </a:cubicBezTo>
                  <a:cubicBezTo>
                    <a:pt x="24066" y="7905"/>
                    <a:pt x="24323" y="7574"/>
                    <a:pt x="24590" y="7252"/>
                  </a:cubicBezTo>
                  <a:cubicBezTo>
                    <a:pt x="24857" y="6929"/>
                    <a:pt x="25134" y="6614"/>
                    <a:pt x="25421" y="6309"/>
                  </a:cubicBezTo>
                  <a:cubicBezTo>
                    <a:pt x="25707" y="6004"/>
                    <a:pt x="26004" y="5707"/>
                    <a:pt x="26309" y="5421"/>
                  </a:cubicBezTo>
                  <a:cubicBezTo>
                    <a:pt x="26614" y="5134"/>
                    <a:pt x="26929" y="4857"/>
                    <a:pt x="27252" y="4590"/>
                  </a:cubicBezTo>
                  <a:cubicBezTo>
                    <a:pt x="27574" y="4323"/>
                    <a:pt x="27905" y="4066"/>
                    <a:pt x="28244" y="3820"/>
                  </a:cubicBezTo>
                  <a:cubicBezTo>
                    <a:pt x="28583" y="3573"/>
                    <a:pt x="28930" y="3338"/>
                    <a:pt x="29283" y="3113"/>
                  </a:cubicBezTo>
                  <a:cubicBezTo>
                    <a:pt x="29637" y="2889"/>
                    <a:pt x="29998" y="2676"/>
                    <a:pt x="30365" y="2474"/>
                  </a:cubicBezTo>
                  <a:cubicBezTo>
                    <a:pt x="30732" y="2272"/>
                    <a:pt x="31105" y="2082"/>
                    <a:pt x="31484" y="1903"/>
                  </a:cubicBezTo>
                  <a:cubicBezTo>
                    <a:pt x="31863" y="1725"/>
                    <a:pt x="32248" y="1559"/>
                    <a:pt x="32638" y="1404"/>
                  </a:cubicBezTo>
                  <a:cubicBezTo>
                    <a:pt x="33027" y="1250"/>
                    <a:pt x="33421" y="1108"/>
                    <a:pt x="33820" y="979"/>
                  </a:cubicBezTo>
                  <a:cubicBezTo>
                    <a:pt x="34218" y="849"/>
                    <a:pt x="34620" y="733"/>
                    <a:pt x="35026" y="628"/>
                  </a:cubicBezTo>
                  <a:cubicBezTo>
                    <a:pt x="35432" y="524"/>
                    <a:pt x="35841" y="433"/>
                    <a:pt x="36252" y="354"/>
                  </a:cubicBezTo>
                  <a:cubicBezTo>
                    <a:pt x="36664" y="276"/>
                    <a:pt x="37078" y="210"/>
                    <a:pt x="37493" y="158"/>
                  </a:cubicBezTo>
                  <a:cubicBezTo>
                    <a:pt x="37909" y="105"/>
                    <a:pt x="38326" y="66"/>
                    <a:pt x="38744" y="39"/>
                  </a:cubicBezTo>
                  <a:cubicBezTo>
                    <a:pt x="39162" y="13"/>
                    <a:pt x="39581" y="0"/>
                    <a:pt x="40000" y="0"/>
                  </a:cubicBezTo>
                  <a:cubicBezTo>
                    <a:pt x="40419" y="0"/>
                    <a:pt x="40838" y="13"/>
                    <a:pt x="41256" y="39"/>
                  </a:cubicBezTo>
                  <a:cubicBezTo>
                    <a:pt x="41674" y="66"/>
                    <a:pt x="42091" y="105"/>
                    <a:pt x="42507" y="158"/>
                  </a:cubicBezTo>
                  <a:cubicBezTo>
                    <a:pt x="42922" y="210"/>
                    <a:pt x="43336" y="276"/>
                    <a:pt x="43748" y="354"/>
                  </a:cubicBezTo>
                  <a:cubicBezTo>
                    <a:pt x="44159" y="433"/>
                    <a:pt x="44568" y="524"/>
                    <a:pt x="44974" y="628"/>
                  </a:cubicBezTo>
                  <a:cubicBezTo>
                    <a:pt x="45380" y="733"/>
                    <a:pt x="45782" y="849"/>
                    <a:pt x="46180" y="979"/>
                  </a:cubicBezTo>
                  <a:cubicBezTo>
                    <a:pt x="46579" y="1108"/>
                    <a:pt x="46973" y="1250"/>
                    <a:pt x="47362" y="1404"/>
                  </a:cubicBezTo>
                  <a:cubicBezTo>
                    <a:pt x="47752" y="1559"/>
                    <a:pt x="48137" y="1725"/>
                    <a:pt x="48516" y="1903"/>
                  </a:cubicBezTo>
                  <a:cubicBezTo>
                    <a:pt x="48895" y="2082"/>
                    <a:pt x="49268" y="2272"/>
                    <a:pt x="49635" y="2474"/>
                  </a:cubicBezTo>
                  <a:cubicBezTo>
                    <a:pt x="50002" y="2676"/>
                    <a:pt x="50363" y="2889"/>
                    <a:pt x="50717" y="3113"/>
                  </a:cubicBezTo>
                  <a:cubicBezTo>
                    <a:pt x="51070" y="3338"/>
                    <a:pt x="51417" y="3573"/>
                    <a:pt x="51756" y="3820"/>
                  </a:cubicBezTo>
                  <a:cubicBezTo>
                    <a:pt x="52095" y="4066"/>
                    <a:pt x="52426" y="4323"/>
                    <a:pt x="52748" y="4590"/>
                  </a:cubicBezTo>
                  <a:cubicBezTo>
                    <a:pt x="53071" y="4857"/>
                    <a:pt x="53386" y="5134"/>
                    <a:pt x="53691" y="5421"/>
                  </a:cubicBezTo>
                  <a:cubicBezTo>
                    <a:pt x="53996" y="5707"/>
                    <a:pt x="54293" y="6004"/>
                    <a:pt x="54579" y="6309"/>
                  </a:cubicBezTo>
                  <a:cubicBezTo>
                    <a:pt x="54866" y="6614"/>
                    <a:pt x="55143" y="6929"/>
                    <a:pt x="55410" y="7252"/>
                  </a:cubicBezTo>
                  <a:cubicBezTo>
                    <a:pt x="55677" y="7574"/>
                    <a:pt x="55934" y="7905"/>
                    <a:pt x="56180" y="8244"/>
                  </a:cubicBezTo>
                  <a:cubicBezTo>
                    <a:pt x="56427" y="8583"/>
                    <a:pt x="56662" y="8930"/>
                    <a:pt x="56887" y="9283"/>
                  </a:cubicBezTo>
                  <a:cubicBezTo>
                    <a:pt x="57111" y="9637"/>
                    <a:pt x="57324" y="9998"/>
                    <a:pt x="57526" y="10365"/>
                  </a:cubicBezTo>
                  <a:cubicBezTo>
                    <a:pt x="57728" y="10732"/>
                    <a:pt x="57918" y="11105"/>
                    <a:pt x="58097" y="11484"/>
                  </a:cubicBezTo>
                  <a:cubicBezTo>
                    <a:pt x="58275" y="11863"/>
                    <a:pt x="58441" y="12248"/>
                    <a:pt x="58596" y="12638"/>
                  </a:cubicBezTo>
                  <a:cubicBezTo>
                    <a:pt x="58750" y="13027"/>
                    <a:pt x="58892" y="13421"/>
                    <a:pt x="59021" y="13820"/>
                  </a:cubicBezTo>
                  <a:cubicBezTo>
                    <a:pt x="59151" y="14218"/>
                    <a:pt x="59267" y="14620"/>
                    <a:pt x="59372" y="15026"/>
                  </a:cubicBezTo>
                  <a:cubicBezTo>
                    <a:pt x="59476" y="15432"/>
                    <a:pt x="59567" y="15841"/>
                    <a:pt x="59646" y="16252"/>
                  </a:cubicBezTo>
                  <a:cubicBezTo>
                    <a:pt x="59724" y="16664"/>
                    <a:pt x="59790" y="17078"/>
                    <a:pt x="59842" y="17493"/>
                  </a:cubicBezTo>
                  <a:cubicBezTo>
                    <a:pt x="59895" y="17909"/>
                    <a:pt x="59934" y="18326"/>
                    <a:pt x="59961" y="18744"/>
                  </a:cubicBezTo>
                  <a:cubicBezTo>
                    <a:pt x="59987" y="19162"/>
                    <a:pt x="60000" y="19581"/>
                    <a:pt x="6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8" name="probe-lucide-timer" descr="timer — Lucide Icons and Contributors; preserve the bundled full upstream license. Source: https://github.com/lucide-icons/lucide/blob/20aef31db93fe4d9f398dbb15b120d99c48eef95/icons/timer.svg; SVG SHA256: 6771297be65225d462c930865b6f9ee1617aa453885be4c8116a7512a77ac2b6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79" name="probe-lucide-timer-part-1"/>
            <p:cNvSpPr/>
            <p:nvPr/>
          </p:nvSpPr>
          <p:spPr>
            <a:xfrm>
              <a:off x="100000" y="2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0" name="probe-lucide-timer-part-2"/>
            <p:cNvSpPr/>
            <p:nvPr/>
          </p:nvSpPr>
          <p:spPr>
            <a:xfrm>
              <a:off x="120000" y="110000"/>
              <a:ext cx="30000" cy="3000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0" y="3000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1" name="probe-lucide-timer-part-3"/>
            <p:cNvSpPr/>
            <p:nvPr/>
          </p:nvSpPr>
          <p:spPr>
            <a:xfrm>
              <a:off x="40000" y="60000"/>
              <a:ext cx="160000" cy="160000"/>
            </a:xfrm>
            <a:custGeom>
              <a:avLst/>
              <a:gdLst/>
              <a:ahLst/>
              <a:cxnLst/>
              <a:rect l="0" t="0" r="r" b="b"/>
              <a:pathLst>
                <a:path w="160000" h="160000">
                  <a:moveTo>
                    <a:pt x="160000" y="80000"/>
                  </a:moveTo>
                  <a:cubicBezTo>
                    <a:pt x="160000" y="81676"/>
                    <a:pt x="159947" y="83351"/>
                    <a:pt x="159842" y="85023"/>
                  </a:cubicBezTo>
                  <a:cubicBezTo>
                    <a:pt x="159737" y="86696"/>
                    <a:pt x="159579" y="88364"/>
                    <a:pt x="159369" y="90027"/>
                  </a:cubicBezTo>
                  <a:cubicBezTo>
                    <a:pt x="159159" y="91689"/>
                    <a:pt x="158897" y="93345"/>
                    <a:pt x="158583" y="94991"/>
                  </a:cubicBezTo>
                  <a:cubicBezTo>
                    <a:pt x="158269" y="96636"/>
                    <a:pt x="157903" y="98272"/>
                    <a:pt x="157487" y="99895"/>
                  </a:cubicBezTo>
                  <a:cubicBezTo>
                    <a:pt x="157070" y="101518"/>
                    <a:pt x="156602" y="103128"/>
                    <a:pt x="156085" y="104721"/>
                  </a:cubicBezTo>
                  <a:cubicBezTo>
                    <a:pt x="155567" y="106315"/>
                    <a:pt x="154999" y="107892"/>
                    <a:pt x="154382" y="109450"/>
                  </a:cubicBezTo>
                  <a:cubicBezTo>
                    <a:pt x="153765" y="111008"/>
                    <a:pt x="153100" y="112546"/>
                    <a:pt x="152386" y="114062"/>
                  </a:cubicBezTo>
                  <a:cubicBezTo>
                    <a:pt x="151673" y="115579"/>
                    <a:pt x="150912" y="117072"/>
                    <a:pt x="150105" y="118540"/>
                  </a:cubicBezTo>
                  <a:cubicBezTo>
                    <a:pt x="149297" y="120009"/>
                    <a:pt x="148444" y="121451"/>
                    <a:pt x="147546" y="122866"/>
                  </a:cubicBezTo>
                  <a:cubicBezTo>
                    <a:pt x="146648" y="124281"/>
                    <a:pt x="145706" y="125667"/>
                    <a:pt x="144721" y="127023"/>
                  </a:cubicBezTo>
                  <a:cubicBezTo>
                    <a:pt x="143736" y="128378"/>
                    <a:pt x="142709" y="129703"/>
                    <a:pt x="141641" y="130994"/>
                  </a:cubicBezTo>
                  <a:cubicBezTo>
                    <a:pt x="140573" y="132285"/>
                    <a:pt x="139465" y="133542"/>
                    <a:pt x="138317" y="134764"/>
                  </a:cubicBezTo>
                  <a:cubicBezTo>
                    <a:pt x="137170" y="135985"/>
                    <a:pt x="135985" y="137170"/>
                    <a:pt x="134764" y="138317"/>
                  </a:cubicBezTo>
                  <a:cubicBezTo>
                    <a:pt x="133542" y="139465"/>
                    <a:pt x="132285" y="140573"/>
                    <a:pt x="130994" y="141641"/>
                  </a:cubicBezTo>
                  <a:cubicBezTo>
                    <a:pt x="129703" y="142709"/>
                    <a:pt x="128378" y="143736"/>
                    <a:pt x="127023" y="144721"/>
                  </a:cubicBezTo>
                  <a:cubicBezTo>
                    <a:pt x="125667" y="145706"/>
                    <a:pt x="124281" y="146648"/>
                    <a:pt x="122866" y="147546"/>
                  </a:cubicBezTo>
                  <a:cubicBezTo>
                    <a:pt x="121451" y="148444"/>
                    <a:pt x="120009" y="149297"/>
                    <a:pt x="118540" y="150105"/>
                  </a:cubicBezTo>
                  <a:cubicBezTo>
                    <a:pt x="117072" y="150912"/>
                    <a:pt x="115579" y="151673"/>
                    <a:pt x="114062" y="152386"/>
                  </a:cubicBezTo>
                  <a:cubicBezTo>
                    <a:pt x="112546" y="153100"/>
                    <a:pt x="111008" y="153765"/>
                    <a:pt x="109450" y="154382"/>
                  </a:cubicBezTo>
                  <a:cubicBezTo>
                    <a:pt x="107892" y="154999"/>
                    <a:pt x="106315" y="155567"/>
                    <a:pt x="104721" y="156085"/>
                  </a:cubicBezTo>
                  <a:cubicBezTo>
                    <a:pt x="103128" y="156602"/>
                    <a:pt x="101518" y="157070"/>
                    <a:pt x="99895" y="157487"/>
                  </a:cubicBezTo>
                  <a:cubicBezTo>
                    <a:pt x="98272" y="157903"/>
                    <a:pt x="96636" y="158269"/>
                    <a:pt x="94991" y="158583"/>
                  </a:cubicBezTo>
                  <a:cubicBezTo>
                    <a:pt x="93345" y="158897"/>
                    <a:pt x="91689" y="159159"/>
                    <a:pt x="90027" y="159369"/>
                  </a:cubicBezTo>
                  <a:cubicBezTo>
                    <a:pt x="88364" y="159579"/>
                    <a:pt x="86696" y="159737"/>
                    <a:pt x="85023" y="159842"/>
                  </a:cubicBezTo>
                  <a:cubicBezTo>
                    <a:pt x="83351" y="159947"/>
                    <a:pt x="81676" y="160000"/>
                    <a:pt x="80000" y="160000"/>
                  </a:cubicBezTo>
                  <a:cubicBezTo>
                    <a:pt x="78324" y="160000"/>
                    <a:pt x="76649" y="159947"/>
                    <a:pt x="74977" y="159842"/>
                  </a:cubicBezTo>
                  <a:cubicBezTo>
                    <a:pt x="73304" y="159737"/>
                    <a:pt x="71636" y="159579"/>
                    <a:pt x="69973" y="159369"/>
                  </a:cubicBezTo>
                  <a:cubicBezTo>
                    <a:pt x="68311" y="159159"/>
                    <a:pt x="66655" y="158897"/>
                    <a:pt x="65009" y="158583"/>
                  </a:cubicBezTo>
                  <a:cubicBezTo>
                    <a:pt x="63364" y="158269"/>
                    <a:pt x="61728" y="157903"/>
                    <a:pt x="60105" y="157487"/>
                  </a:cubicBezTo>
                  <a:cubicBezTo>
                    <a:pt x="58482" y="157070"/>
                    <a:pt x="56872" y="156602"/>
                    <a:pt x="55279" y="156085"/>
                  </a:cubicBezTo>
                  <a:cubicBezTo>
                    <a:pt x="53685" y="155567"/>
                    <a:pt x="52108" y="154999"/>
                    <a:pt x="50550" y="154382"/>
                  </a:cubicBezTo>
                  <a:cubicBezTo>
                    <a:pt x="48992" y="153765"/>
                    <a:pt x="47454" y="153100"/>
                    <a:pt x="45938" y="152386"/>
                  </a:cubicBezTo>
                  <a:cubicBezTo>
                    <a:pt x="44421" y="151673"/>
                    <a:pt x="42928" y="150912"/>
                    <a:pt x="41460" y="150105"/>
                  </a:cubicBezTo>
                  <a:cubicBezTo>
                    <a:pt x="39991" y="149297"/>
                    <a:pt x="38549" y="148444"/>
                    <a:pt x="37134" y="147546"/>
                  </a:cubicBezTo>
                  <a:cubicBezTo>
                    <a:pt x="35719" y="146648"/>
                    <a:pt x="34333" y="145706"/>
                    <a:pt x="32977" y="144721"/>
                  </a:cubicBezTo>
                  <a:cubicBezTo>
                    <a:pt x="31622" y="143736"/>
                    <a:pt x="30297" y="142709"/>
                    <a:pt x="29006" y="141641"/>
                  </a:cubicBezTo>
                  <a:cubicBezTo>
                    <a:pt x="27715" y="140573"/>
                    <a:pt x="26458" y="139465"/>
                    <a:pt x="25236" y="138317"/>
                  </a:cubicBezTo>
                  <a:cubicBezTo>
                    <a:pt x="24015" y="137170"/>
                    <a:pt x="22830" y="135985"/>
                    <a:pt x="21683" y="134764"/>
                  </a:cubicBezTo>
                  <a:cubicBezTo>
                    <a:pt x="20535" y="133542"/>
                    <a:pt x="19427" y="132285"/>
                    <a:pt x="18359" y="130994"/>
                  </a:cubicBezTo>
                  <a:cubicBezTo>
                    <a:pt x="17291" y="129703"/>
                    <a:pt x="16264" y="128378"/>
                    <a:pt x="15279" y="127023"/>
                  </a:cubicBezTo>
                  <a:cubicBezTo>
                    <a:pt x="14294" y="125667"/>
                    <a:pt x="13352" y="124281"/>
                    <a:pt x="12454" y="122866"/>
                  </a:cubicBezTo>
                  <a:cubicBezTo>
                    <a:pt x="11556" y="121451"/>
                    <a:pt x="10703" y="120009"/>
                    <a:pt x="9895" y="118540"/>
                  </a:cubicBezTo>
                  <a:cubicBezTo>
                    <a:pt x="9088" y="117072"/>
                    <a:pt x="8327" y="115579"/>
                    <a:pt x="7614" y="114062"/>
                  </a:cubicBezTo>
                  <a:cubicBezTo>
                    <a:pt x="6900" y="112546"/>
                    <a:pt x="6235" y="111008"/>
                    <a:pt x="5618" y="109450"/>
                  </a:cubicBezTo>
                  <a:cubicBezTo>
                    <a:pt x="5001" y="107892"/>
                    <a:pt x="4433" y="106315"/>
                    <a:pt x="3915" y="104721"/>
                  </a:cubicBezTo>
                  <a:cubicBezTo>
                    <a:pt x="3398" y="103128"/>
                    <a:pt x="2930" y="101518"/>
                    <a:pt x="2513" y="99895"/>
                  </a:cubicBezTo>
                  <a:cubicBezTo>
                    <a:pt x="2097" y="98272"/>
                    <a:pt x="1731" y="96636"/>
                    <a:pt x="1417" y="94991"/>
                  </a:cubicBezTo>
                  <a:cubicBezTo>
                    <a:pt x="1103" y="93345"/>
                    <a:pt x="841" y="91689"/>
                    <a:pt x="631" y="90027"/>
                  </a:cubicBezTo>
                  <a:cubicBezTo>
                    <a:pt x="421" y="88364"/>
                    <a:pt x="263" y="86696"/>
                    <a:pt x="158" y="85023"/>
                  </a:cubicBezTo>
                  <a:cubicBezTo>
                    <a:pt x="53" y="83351"/>
                    <a:pt x="0" y="81676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2" name="probe-noto-emoji_u1f321" descr="Noto Emoji artwork by Google; Apache License 2.0; preserve full bundled license. Source: https://github.com/googlefonts/noto-emoji/blob/e20cbc2bbec1926686be9f9bee7d1d2cfa1fea0e/2D/svg/emoji_u1f321.svg; SVG SHA256: 90803f46249e4d42e4177a5dec1dfe82f6d61b40ccf37c23edadee66af324aaa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280000" cy="1280000"/>
          </a:xfrm>
        </p:grpSpPr>
        <p:sp>
          <p:nvSpPr>
            <p:cNvPr id="83" name="probe-noto-emoji_u1f321-part-1"/>
            <p:cNvSpPr/>
            <p:nvPr/>
          </p:nvSpPr>
          <p:spPr>
            <a:xfrm>
              <a:off x="395800" y="41400"/>
              <a:ext cx="483511" cy="1197436"/>
            </a:xfrm>
            <a:custGeom>
              <a:avLst/>
              <a:gdLst/>
              <a:ahLst/>
              <a:cxnLst/>
              <a:rect l="0" t="0" r="r" b="b"/>
              <a:pathLst>
                <a:path w="483511" h="1197436">
                  <a:moveTo>
                    <a:pt x="120600" y="755900"/>
                  </a:moveTo>
                  <a:cubicBezTo>
                    <a:pt x="120600" y="755900"/>
                    <a:pt x="120600" y="200200"/>
                    <a:pt x="120600" y="154100"/>
                  </a:cubicBezTo>
                  <a:cubicBezTo>
                    <a:pt x="120600" y="108000"/>
                    <a:pt x="118500" y="0"/>
                    <a:pt x="248500" y="0"/>
                  </a:cubicBezTo>
                  <a:cubicBezTo>
                    <a:pt x="378500" y="0"/>
                    <a:pt x="374200" y="113800"/>
                    <a:pt x="374200" y="154700"/>
                  </a:cubicBezTo>
                  <a:cubicBezTo>
                    <a:pt x="374200" y="195600"/>
                    <a:pt x="371200" y="756700"/>
                    <a:pt x="371200" y="756700"/>
                  </a:cubicBezTo>
                  <a:cubicBezTo>
                    <a:pt x="371200" y="756700"/>
                    <a:pt x="487600" y="821000"/>
                    <a:pt x="483400" y="973000"/>
                  </a:cubicBezTo>
                  <a:cubicBezTo>
                    <a:pt x="479700" y="1108500"/>
                    <a:pt x="377500" y="1199500"/>
                    <a:pt x="234900" y="1197400"/>
                  </a:cubicBezTo>
                  <a:cubicBezTo>
                    <a:pt x="92300" y="1195300"/>
                    <a:pt x="0" y="1080000"/>
                    <a:pt x="0" y="963600"/>
                  </a:cubicBezTo>
                  <a:cubicBezTo>
                    <a:pt x="0" y="812500"/>
                    <a:pt x="120600" y="755900"/>
                    <a:pt x="120600" y="755900"/>
                  </a:cubicBezTo>
                  <a:close/>
                </a:path>
              </a:pathLst>
            </a:custGeom>
            <a:solidFill>
              <a:srgbClr val="A8D0D6"/>
            </a:solidFill>
            <a:ln w="8037" cap="flat">
              <a:noFill/>
              <a:prstDash val="solid"/>
              <a:miter/>
            </a:ln>
          </p:spPr>
        </p:sp>
        <p:sp>
          <p:nvSpPr>
            <p:cNvPr id="84" name="probe-noto-emoji_u1f321-part-2"/>
            <p:cNvSpPr/>
            <p:nvPr/>
          </p:nvSpPr>
          <p:spPr>
            <a:xfrm>
              <a:off x="580200" y="130688"/>
              <a:ext cx="130648" cy="342912"/>
            </a:xfrm>
            <a:custGeom>
              <a:avLst/>
              <a:gdLst/>
              <a:ahLst/>
              <a:cxnLst/>
              <a:rect l="0" t="0" r="r" b="b"/>
              <a:pathLst>
                <a:path w="130648" h="342912">
                  <a:moveTo>
                    <a:pt x="107400" y="342912"/>
                  </a:moveTo>
                  <a:lnTo>
                    <a:pt x="0" y="301312"/>
                  </a:lnTo>
                  <a:cubicBezTo>
                    <a:pt x="0" y="301312"/>
                    <a:pt x="0" y="96912"/>
                    <a:pt x="1200" y="68112"/>
                  </a:cubicBezTo>
                  <a:cubicBezTo>
                    <a:pt x="2400" y="39212"/>
                    <a:pt x="10400" y="-788"/>
                    <a:pt x="67000" y="12"/>
                  </a:cubicBezTo>
                  <a:cubicBezTo>
                    <a:pt x="123600" y="812"/>
                    <a:pt x="129300" y="42712"/>
                    <a:pt x="130500" y="72712"/>
                  </a:cubicBezTo>
                  <a:cubicBezTo>
                    <a:pt x="131300" y="92312"/>
                    <a:pt x="128600" y="303112"/>
                    <a:pt x="128600" y="303112"/>
                  </a:cubicBezTo>
                  <a:lnTo>
                    <a:pt x="107400" y="342912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5" name="probe-noto-emoji_u1f321-part-3"/>
            <p:cNvSpPr/>
            <p:nvPr/>
          </p:nvSpPr>
          <p:spPr>
            <a:xfrm>
              <a:off x="479299" y="848800"/>
              <a:ext cx="314026" cy="310214"/>
            </a:xfrm>
            <a:custGeom>
              <a:avLst/>
              <a:gdLst/>
              <a:ahLst/>
              <a:cxnLst/>
              <a:rect l="0" t="0" r="r" b="b"/>
              <a:pathLst>
                <a:path w="314026" h="310214">
                  <a:moveTo>
                    <a:pt x="204801" y="20800"/>
                  </a:moveTo>
                  <a:cubicBezTo>
                    <a:pt x="204801" y="20800"/>
                    <a:pt x="-499" y="97000"/>
                    <a:pt x="1" y="141300"/>
                  </a:cubicBezTo>
                  <a:cubicBezTo>
                    <a:pt x="901" y="214600"/>
                    <a:pt x="36901" y="308900"/>
                    <a:pt x="157101" y="310200"/>
                  </a:cubicBezTo>
                  <a:cubicBezTo>
                    <a:pt x="258701" y="311300"/>
                    <a:pt x="315401" y="247200"/>
                    <a:pt x="314001" y="147600"/>
                  </a:cubicBezTo>
                  <a:cubicBezTo>
                    <a:pt x="312401" y="26300"/>
                    <a:pt x="220701" y="0"/>
                    <a:pt x="220701" y="0"/>
                  </a:cubicBezTo>
                  <a:lnTo>
                    <a:pt x="204801" y="20800"/>
                  </a:lnTo>
                  <a:close/>
                </a:path>
              </a:pathLst>
            </a:custGeom>
            <a:solidFill>
              <a:srgbClr val="DD0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86" name="probe-noto-emoji_u1f321-part-4"/>
            <p:cNvSpPr/>
            <p:nvPr/>
          </p:nvSpPr>
          <p:spPr>
            <a:xfrm>
              <a:off x="479586" y="426300"/>
              <a:ext cx="278373" cy="694115"/>
            </a:xfrm>
            <a:custGeom>
              <a:avLst/>
              <a:gdLst/>
              <a:ahLst/>
              <a:cxnLst/>
              <a:rect l="0" t="0" r="r" b="b"/>
              <a:pathLst>
                <a:path w="278373" h="694115">
                  <a:moveTo>
                    <a:pt x="107214" y="0"/>
                  </a:moveTo>
                  <a:lnTo>
                    <a:pt x="229314" y="500"/>
                  </a:lnTo>
                  <a:lnTo>
                    <a:pt x="228414" y="426200"/>
                  </a:lnTo>
                  <a:cubicBezTo>
                    <a:pt x="228414" y="426200"/>
                    <a:pt x="306114" y="503600"/>
                    <a:pt x="267714" y="608500"/>
                  </a:cubicBezTo>
                  <a:cubicBezTo>
                    <a:pt x="235114" y="697700"/>
                    <a:pt x="121914" y="719000"/>
                    <a:pt x="52014" y="663900"/>
                  </a:cubicBezTo>
                  <a:cubicBezTo>
                    <a:pt x="-27786" y="601000"/>
                    <a:pt x="314" y="512800"/>
                    <a:pt x="30714" y="469500"/>
                  </a:cubicBezTo>
                  <a:cubicBezTo>
                    <a:pt x="61114" y="426200"/>
                    <a:pt x="105414" y="420600"/>
                    <a:pt x="105414" y="420600"/>
                  </a:cubicBezTo>
                  <a:lnTo>
                    <a:pt x="107214" y="0"/>
                  </a:lnTo>
                  <a:close/>
                </a:path>
              </a:pathLst>
            </a:custGeom>
            <a:solidFill>
              <a:srgbClr val="E7523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7" name="probe-noto-emoji_u1f321-part-5"/>
            <p:cNvSpPr/>
            <p:nvPr/>
          </p:nvSpPr>
          <p:spPr>
            <a:xfrm>
              <a:off x="516938" y="426300"/>
              <a:ext cx="110162" cy="573501"/>
            </a:xfrm>
            <a:custGeom>
              <a:avLst/>
              <a:gdLst/>
              <a:ahLst/>
              <a:cxnLst/>
              <a:rect l="0" t="0" r="r" b="b"/>
              <a:pathLst>
                <a:path w="110162" h="573501">
                  <a:moveTo>
                    <a:pt x="110162" y="100"/>
                  </a:moveTo>
                  <a:cubicBezTo>
                    <a:pt x="110162" y="100"/>
                    <a:pt x="107962" y="467100"/>
                    <a:pt x="107762" y="494400"/>
                  </a:cubicBezTo>
                  <a:cubicBezTo>
                    <a:pt x="107462" y="528000"/>
                    <a:pt x="109462" y="573800"/>
                    <a:pt x="52062" y="573500"/>
                  </a:cubicBezTo>
                  <a:cubicBezTo>
                    <a:pt x="-4238" y="573200"/>
                    <a:pt x="-11438" y="509100"/>
                    <a:pt x="14062" y="484900"/>
                  </a:cubicBezTo>
                  <a:cubicBezTo>
                    <a:pt x="33062" y="467000"/>
                    <a:pt x="59762" y="471000"/>
                    <a:pt x="59762" y="471000"/>
                  </a:cubicBezTo>
                  <a:lnTo>
                    <a:pt x="62862" y="0"/>
                  </a:lnTo>
                  <a:lnTo>
                    <a:pt x="110162" y="100"/>
                  </a:lnTo>
                  <a:close/>
                </a:path>
              </a:pathLst>
            </a:custGeom>
            <a:solidFill>
              <a:srgbClr val="FED0BE"/>
            </a:solidFill>
            <a:ln w="8037" cap="flat">
              <a:noFill/>
              <a:prstDash val="solid"/>
              <a:miter/>
            </a:ln>
          </p:spPr>
        </p:sp>
        <p:sp>
          <p:nvSpPr>
            <p:cNvPr id="88" name="probe-noto-emoji_u1f321-part-6"/>
            <p:cNvSpPr/>
            <p:nvPr/>
          </p:nvSpPr>
          <p:spPr>
            <a:xfrm>
              <a:off x="531767" y="175820"/>
              <a:ext cx="104933" cy="48826"/>
            </a:xfrm>
            <a:custGeom>
              <a:avLst/>
              <a:gdLst/>
              <a:ahLst/>
              <a:cxnLst/>
              <a:rect l="0" t="0" r="r" b="b"/>
              <a:pathLst>
                <a:path w="104933" h="48826">
                  <a:moveTo>
                    <a:pt x="53133" y="180"/>
                  </a:moveTo>
                  <a:cubicBezTo>
                    <a:pt x="20833" y="180"/>
                    <a:pt x="933" y="-2420"/>
                    <a:pt x="33" y="24180"/>
                  </a:cubicBezTo>
                  <a:cubicBezTo>
                    <a:pt x="-967" y="50380"/>
                    <a:pt x="21133" y="48780"/>
                    <a:pt x="53133" y="48780"/>
                  </a:cubicBezTo>
                  <a:cubicBezTo>
                    <a:pt x="84133" y="48780"/>
                    <a:pt x="104933" y="50980"/>
                    <a:pt x="104933" y="24780"/>
                  </a:cubicBezTo>
                  <a:cubicBezTo>
                    <a:pt x="104933" y="-3720"/>
                    <a:pt x="83833" y="180"/>
                    <a:pt x="53133" y="180"/>
                  </a:cubicBezTo>
                  <a:close/>
                </a:path>
              </a:pathLst>
            </a:custGeom>
            <a:solidFill>
              <a:srgbClr val="4B4A51"/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321-part-7"/>
            <p:cNvSpPr/>
            <p:nvPr/>
          </p:nvSpPr>
          <p:spPr>
            <a:xfrm>
              <a:off x="531667" y="311679"/>
              <a:ext cx="105037" cy="48403"/>
            </a:xfrm>
            <a:custGeom>
              <a:avLst/>
              <a:gdLst/>
              <a:ahLst/>
              <a:cxnLst/>
              <a:rect l="0" t="0" r="r" b="b"/>
              <a:pathLst>
                <a:path w="105037" h="48403">
                  <a:moveTo>
                    <a:pt x="51333" y="21"/>
                  </a:moveTo>
                  <a:cubicBezTo>
                    <a:pt x="17233" y="21"/>
                    <a:pt x="933" y="-1579"/>
                    <a:pt x="33" y="23421"/>
                  </a:cubicBezTo>
                  <a:cubicBezTo>
                    <a:pt x="-967" y="51221"/>
                    <a:pt x="20533" y="48721"/>
                    <a:pt x="51633" y="48021"/>
                  </a:cubicBezTo>
                  <a:cubicBezTo>
                    <a:pt x="82733" y="47421"/>
                    <a:pt x="104733" y="52221"/>
                    <a:pt x="105033" y="26221"/>
                  </a:cubicBezTo>
                  <a:cubicBezTo>
                    <a:pt x="105333" y="-1179"/>
                    <a:pt x="87833" y="21"/>
                    <a:pt x="51333" y="21"/>
                  </a:cubicBezTo>
                  <a:close/>
                </a:path>
              </a:pathLst>
            </a:custGeom>
            <a:solidFill>
              <a:srgbClr val="4B4A51"/>
            </a:solidFill>
            <a:ln w="8037" cap="flat">
              <a:noFill/>
              <a:prstDash val="solid"/>
              <a:miter/>
            </a:ln>
          </p:spPr>
        </p:sp>
        <p:sp>
          <p:nvSpPr>
            <p:cNvPr id="90" name="probe-noto-emoji_u1f321-part-8"/>
            <p:cNvSpPr/>
            <p:nvPr/>
          </p:nvSpPr>
          <p:spPr>
            <a:xfrm>
              <a:off x="531567" y="444931"/>
              <a:ext cx="104933" cy="48815"/>
            </a:xfrm>
            <a:custGeom>
              <a:avLst/>
              <a:gdLst/>
              <a:ahLst/>
              <a:cxnLst/>
              <a:rect l="0" t="0" r="r" b="b"/>
              <a:pathLst>
                <a:path w="104933" h="48815">
                  <a:moveTo>
                    <a:pt x="53133" y="169"/>
                  </a:moveTo>
                  <a:cubicBezTo>
                    <a:pt x="20833" y="169"/>
                    <a:pt x="933" y="-2431"/>
                    <a:pt x="33" y="24169"/>
                  </a:cubicBezTo>
                  <a:cubicBezTo>
                    <a:pt x="-967" y="50369"/>
                    <a:pt x="21133" y="48769"/>
                    <a:pt x="53133" y="48769"/>
                  </a:cubicBezTo>
                  <a:cubicBezTo>
                    <a:pt x="84133" y="48769"/>
                    <a:pt x="104933" y="50969"/>
                    <a:pt x="104933" y="24769"/>
                  </a:cubicBezTo>
                  <a:cubicBezTo>
                    <a:pt x="105033" y="-3631"/>
                    <a:pt x="83833" y="169"/>
                    <a:pt x="53133" y="169"/>
                  </a:cubicBezTo>
                  <a:close/>
                </a:path>
              </a:pathLst>
            </a:custGeom>
            <a:solidFill>
              <a:srgbClr val="4B4A51"/>
            </a:solidFill>
            <a:ln w="8037" cap="flat">
              <a:noFill/>
              <a:prstDash val="solid"/>
              <a:miter/>
            </a:ln>
          </p:spPr>
        </p:sp>
        <p:sp>
          <p:nvSpPr>
            <p:cNvPr id="91" name="probe-noto-emoji_u1f321-part-9"/>
            <p:cNvSpPr/>
            <p:nvPr/>
          </p:nvSpPr>
          <p:spPr>
            <a:xfrm>
              <a:off x="532687" y="582379"/>
              <a:ext cx="104624" cy="48850"/>
            </a:xfrm>
            <a:custGeom>
              <a:avLst/>
              <a:gdLst/>
              <a:ahLst/>
              <a:cxnLst/>
              <a:rect l="0" t="0" r="r" b="b"/>
              <a:pathLst>
                <a:path w="104624" h="48850">
                  <a:moveTo>
                    <a:pt x="51113" y="21"/>
                  </a:moveTo>
                  <a:cubicBezTo>
                    <a:pt x="17113" y="21"/>
                    <a:pt x="513" y="-1579"/>
                    <a:pt x="13" y="23421"/>
                  </a:cubicBezTo>
                  <a:cubicBezTo>
                    <a:pt x="-587" y="51021"/>
                    <a:pt x="19513" y="48621"/>
                    <a:pt x="50413" y="48821"/>
                  </a:cubicBezTo>
                  <a:cubicBezTo>
                    <a:pt x="81413" y="49021"/>
                    <a:pt x="105213" y="48821"/>
                    <a:pt x="104613" y="26321"/>
                  </a:cubicBezTo>
                  <a:cubicBezTo>
                    <a:pt x="104013" y="-1279"/>
                    <a:pt x="87513" y="21"/>
                    <a:pt x="51113" y="21"/>
                  </a:cubicBezTo>
                  <a:close/>
                </a:path>
              </a:pathLst>
            </a:custGeom>
            <a:solidFill>
              <a:srgbClr val="4B4A51"/>
            </a:solidFill>
            <a:ln w="8037" cap="flat">
              <a:noFill/>
              <a:prstDash val="solid"/>
              <a:miter/>
            </a:ln>
          </p:spPr>
        </p:sp>
        <p:sp>
          <p:nvSpPr>
            <p:cNvPr id="92" name="probe-noto-emoji_u1f321-part-10"/>
            <p:cNvSpPr/>
            <p:nvPr/>
          </p:nvSpPr>
          <p:spPr>
            <a:xfrm>
              <a:off x="532867" y="722331"/>
              <a:ext cx="104933" cy="48815"/>
            </a:xfrm>
            <a:custGeom>
              <a:avLst/>
              <a:gdLst/>
              <a:ahLst/>
              <a:cxnLst/>
              <a:rect l="0" t="0" r="r" b="b"/>
              <a:pathLst>
                <a:path w="104933" h="48815">
                  <a:moveTo>
                    <a:pt x="53133" y="169"/>
                  </a:moveTo>
                  <a:cubicBezTo>
                    <a:pt x="20833" y="169"/>
                    <a:pt x="933" y="-2431"/>
                    <a:pt x="33" y="24169"/>
                  </a:cubicBezTo>
                  <a:cubicBezTo>
                    <a:pt x="-967" y="50369"/>
                    <a:pt x="21133" y="48769"/>
                    <a:pt x="53133" y="48769"/>
                  </a:cubicBezTo>
                  <a:cubicBezTo>
                    <a:pt x="84133" y="48769"/>
                    <a:pt x="104933" y="50969"/>
                    <a:pt x="104933" y="24769"/>
                  </a:cubicBezTo>
                  <a:cubicBezTo>
                    <a:pt x="105033" y="-3631"/>
                    <a:pt x="83933" y="169"/>
                    <a:pt x="53133" y="169"/>
                  </a:cubicBezTo>
                  <a:close/>
                </a:path>
              </a:pathLst>
            </a:custGeom>
            <a:solidFill>
              <a:srgbClr val="4B4A51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93" name="probe-noto-emoji_u1f52c" descr="Noto Emoji artwork by Google; Apache License 2.0; preserve full bundled license. Source: https://github.com/googlefonts/noto-emoji/blob/e20cbc2bbec1926686be9f9bee7d1d2cfa1fea0e/2D/svg/emoji_u1f52c.svg; SVG SHA256: 48106fe19680cdfb18c7fadbec44a1033322a0ffa14954ea4e302ad6ea83403c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1280000" cy="1280000"/>
          </a:xfrm>
        </p:grpSpPr>
        <p:sp>
          <p:nvSpPr>
            <p:cNvPr id="94" name="probe-noto-emoji_u1f52c-part-1"/>
            <p:cNvSpPr/>
            <p:nvPr/>
          </p:nvSpPr>
          <p:spPr>
            <a:xfrm>
              <a:off x="203369" y="777037"/>
              <a:ext cx="456283" cy="299525"/>
            </a:xfrm>
            <a:custGeom>
              <a:avLst/>
              <a:gdLst/>
              <a:ahLst/>
              <a:cxnLst/>
              <a:rect l="0" t="0" r="r" b="b"/>
              <a:pathLst>
                <a:path w="456283" h="299525">
                  <a:moveTo>
                    <a:pt x="31250" y="0"/>
                  </a:moveTo>
                  <a:lnTo>
                    <a:pt x="456283" y="245400"/>
                  </a:lnTo>
                  <a:lnTo>
                    <a:pt x="425033" y="299525"/>
                  </a:lnTo>
                  <a:lnTo>
                    <a:pt x="0" y="54125"/>
                  </a:lnTo>
                  <a:close/>
                </a:path>
              </a:pathLst>
            </a:custGeom>
            <a:solidFill>
              <a:srgbClr val="4B727B"/>
            </a:solidFill>
            <a:ln w="8037" cap="flat">
              <a:noFill/>
              <a:prstDash val="solid"/>
              <a:miter/>
            </a:ln>
          </p:spPr>
        </p:sp>
        <p:sp>
          <p:nvSpPr>
            <p:cNvPr id="95" name="probe-noto-emoji_u1f52c-part-2"/>
            <p:cNvSpPr/>
            <p:nvPr/>
          </p:nvSpPr>
          <p:spPr>
            <a:xfrm>
              <a:off x="314832" y="409100"/>
              <a:ext cx="727068" cy="730400"/>
            </a:xfrm>
            <a:custGeom>
              <a:avLst/>
              <a:gdLst/>
              <a:ahLst/>
              <a:cxnLst/>
              <a:rect l="0" t="0" r="r" b="b"/>
              <a:pathLst>
                <a:path w="727068" h="730400">
                  <a:moveTo>
                    <a:pt x="355468" y="129000"/>
                  </a:moveTo>
                  <a:cubicBezTo>
                    <a:pt x="355468" y="129000"/>
                    <a:pt x="606068" y="240700"/>
                    <a:pt x="427268" y="499100"/>
                  </a:cubicBezTo>
                  <a:cubicBezTo>
                    <a:pt x="427268" y="499100"/>
                    <a:pt x="359868" y="483800"/>
                    <a:pt x="288168" y="533400"/>
                  </a:cubicBezTo>
                  <a:cubicBezTo>
                    <a:pt x="198168" y="595700"/>
                    <a:pt x="187868" y="730400"/>
                    <a:pt x="21168" y="730400"/>
                  </a:cubicBezTo>
                  <a:cubicBezTo>
                    <a:pt x="-145532" y="730400"/>
                    <a:pt x="727068" y="730400"/>
                    <a:pt x="727068" y="730400"/>
                  </a:cubicBezTo>
                  <a:lnTo>
                    <a:pt x="641368" y="649400"/>
                  </a:lnTo>
                  <a:cubicBezTo>
                    <a:pt x="641368" y="649400"/>
                    <a:pt x="712868" y="468600"/>
                    <a:pt x="670768" y="277000"/>
                  </a:cubicBezTo>
                  <a:cubicBezTo>
                    <a:pt x="621768" y="54000"/>
                    <a:pt x="432968" y="0"/>
                    <a:pt x="432968" y="0"/>
                  </a:cubicBezTo>
                  <a:lnTo>
                    <a:pt x="355468" y="129000"/>
                  </a:lnTo>
                  <a:close/>
                </a:path>
              </a:pathLst>
            </a:custGeom>
            <a:solidFill>
              <a:srgbClr val="4B727B"/>
            </a:solidFill>
            <a:ln w="8037" cap="flat">
              <a:noFill/>
              <a:prstDash val="solid"/>
              <a:miter/>
            </a:ln>
          </p:spPr>
        </p:sp>
        <p:sp>
          <p:nvSpPr>
            <p:cNvPr id="96" name="probe-noto-emoji_u1f52c-part-3"/>
            <p:cNvSpPr/>
            <p:nvPr/>
          </p:nvSpPr>
          <p:spPr>
            <a:xfrm>
              <a:off x="355232" y="409100"/>
              <a:ext cx="727068" cy="730400"/>
            </a:xfrm>
            <a:custGeom>
              <a:avLst/>
              <a:gdLst/>
              <a:ahLst/>
              <a:cxnLst/>
              <a:rect l="0" t="0" r="r" b="b"/>
              <a:pathLst>
                <a:path w="727068" h="730400">
                  <a:moveTo>
                    <a:pt x="355468" y="129000"/>
                  </a:moveTo>
                  <a:cubicBezTo>
                    <a:pt x="355468" y="129000"/>
                    <a:pt x="606068" y="240700"/>
                    <a:pt x="427268" y="499100"/>
                  </a:cubicBezTo>
                  <a:cubicBezTo>
                    <a:pt x="427268" y="499100"/>
                    <a:pt x="359868" y="483800"/>
                    <a:pt x="288168" y="533400"/>
                  </a:cubicBezTo>
                  <a:cubicBezTo>
                    <a:pt x="198168" y="595700"/>
                    <a:pt x="187868" y="730400"/>
                    <a:pt x="21168" y="730400"/>
                  </a:cubicBezTo>
                  <a:cubicBezTo>
                    <a:pt x="-145532" y="730400"/>
                    <a:pt x="727068" y="730400"/>
                    <a:pt x="727068" y="730400"/>
                  </a:cubicBezTo>
                  <a:lnTo>
                    <a:pt x="641368" y="649400"/>
                  </a:lnTo>
                  <a:cubicBezTo>
                    <a:pt x="641368" y="649400"/>
                    <a:pt x="712868" y="468600"/>
                    <a:pt x="670768" y="277000"/>
                  </a:cubicBezTo>
                  <a:cubicBezTo>
                    <a:pt x="621768" y="54000"/>
                    <a:pt x="432968" y="0"/>
                    <a:pt x="432968" y="0"/>
                  </a:cubicBezTo>
                  <a:lnTo>
                    <a:pt x="355468" y="129000"/>
                  </a:ln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97" name="probe-noto-emoji_u1f52c-part-4"/>
            <p:cNvSpPr/>
            <p:nvPr/>
          </p:nvSpPr>
          <p:spPr>
            <a:xfrm>
              <a:off x="234706" y="751199"/>
              <a:ext cx="312321" cy="197470"/>
            </a:xfrm>
            <a:custGeom>
              <a:avLst/>
              <a:gdLst/>
              <a:ahLst/>
              <a:cxnLst/>
              <a:rect l="0" t="0" r="r" b="b"/>
              <a:pathLst>
                <a:path w="312321" h="197470">
                  <a:moveTo>
                    <a:pt x="14850" y="0"/>
                  </a:moveTo>
                  <a:lnTo>
                    <a:pt x="312321" y="171750"/>
                  </a:lnTo>
                  <a:lnTo>
                    <a:pt x="297471" y="197470"/>
                  </a:lnTo>
                  <a:lnTo>
                    <a:pt x="0" y="25720"/>
                  </a:lnTo>
                  <a:close/>
                </a:path>
              </a:pathLst>
            </a:custGeom>
            <a:solidFill>
              <a:srgbClr val="81D4FA"/>
            </a:solidFill>
            <a:ln w="8037" cap="flat">
              <a:noFill/>
              <a:prstDash val="solid"/>
              <a:miter/>
            </a:ln>
          </p:spPr>
        </p:sp>
        <p:sp>
          <p:nvSpPr>
            <p:cNvPr id="98" name="probe-noto-emoji_u1f52c-part-5"/>
            <p:cNvSpPr/>
            <p:nvPr/>
          </p:nvSpPr>
          <p:spPr>
            <a:xfrm>
              <a:off x="172982" y="943000"/>
              <a:ext cx="249118" cy="133230"/>
            </a:xfrm>
            <a:custGeom>
              <a:avLst/>
              <a:gdLst/>
              <a:ahLst/>
              <a:cxnLst/>
              <a:rect l="0" t="0" r="r" b="b"/>
              <a:pathLst>
                <a:path w="249118" h="133230">
                  <a:moveTo>
                    <a:pt x="418" y="39400"/>
                  </a:moveTo>
                  <a:lnTo>
                    <a:pt x="18618" y="0"/>
                  </a:lnTo>
                  <a:cubicBezTo>
                    <a:pt x="18618" y="0"/>
                    <a:pt x="212918" y="76100"/>
                    <a:pt x="249118" y="89500"/>
                  </a:cubicBezTo>
                  <a:lnTo>
                    <a:pt x="232618" y="125600"/>
                  </a:lnTo>
                  <a:cubicBezTo>
                    <a:pt x="227118" y="140400"/>
                    <a:pt x="170718" y="133000"/>
                    <a:pt x="106618" y="109200"/>
                  </a:cubicBezTo>
                  <a:cubicBezTo>
                    <a:pt x="42518" y="85400"/>
                    <a:pt x="-4982" y="54100"/>
                    <a:pt x="418" y="39400"/>
                  </a:cubicBezTo>
                  <a:close/>
                </a:path>
              </a:pathLst>
            </a:custGeom>
            <a:solidFill>
              <a:srgbClr val="4B727B"/>
            </a:solidFill>
            <a:ln w="8037" cap="flat">
              <a:noFill/>
              <a:prstDash val="solid"/>
              <a:miter/>
            </a:ln>
          </p:spPr>
        </p:sp>
        <p:sp>
          <p:nvSpPr>
            <p:cNvPr id="99" name="probe-noto-emoji_u1f52c-part-6"/>
            <p:cNvSpPr/>
            <p:nvPr/>
          </p:nvSpPr>
          <p:spPr>
            <a:xfrm>
              <a:off x="196952" y="944800"/>
              <a:ext cx="219595" cy="87900"/>
            </a:xfrm>
            <a:custGeom>
              <a:avLst/>
              <a:gdLst/>
              <a:ahLst/>
              <a:cxnLst/>
              <a:rect l="0" t="0" r="r" b="b"/>
              <a:pathLst>
                <a:path w="219595" h="87900">
                  <a:moveTo>
                    <a:pt x="203348" y="87900"/>
                  </a:moveTo>
                  <a:cubicBezTo>
                    <a:pt x="180148" y="87900"/>
                    <a:pt x="141448" y="78900"/>
                    <a:pt x="102248" y="64300"/>
                  </a:cubicBezTo>
                  <a:cubicBezTo>
                    <a:pt x="27948" y="36700"/>
                    <a:pt x="-1352" y="9000"/>
                    <a:pt x="48" y="3200"/>
                  </a:cubicBezTo>
                  <a:cubicBezTo>
                    <a:pt x="348" y="2500"/>
                    <a:pt x="4148" y="0"/>
                    <a:pt x="16248" y="0"/>
                  </a:cubicBezTo>
                  <a:cubicBezTo>
                    <a:pt x="39448" y="0"/>
                    <a:pt x="78148" y="9000"/>
                    <a:pt x="117348" y="23600"/>
                  </a:cubicBezTo>
                  <a:cubicBezTo>
                    <a:pt x="191648" y="51200"/>
                    <a:pt x="220948" y="78900"/>
                    <a:pt x="219548" y="84700"/>
                  </a:cubicBezTo>
                  <a:cubicBezTo>
                    <a:pt x="219248" y="85400"/>
                    <a:pt x="215448" y="87900"/>
                    <a:pt x="203348" y="87900"/>
                  </a:cubicBezTo>
                  <a:close/>
                </a:path>
              </a:pathLst>
            </a:custGeom>
            <a:solidFill>
              <a:srgbClr val="B3E5F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0" name="probe-noto-emoji_u1f52c-part-7"/>
            <p:cNvSpPr/>
            <p:nvPr/>
          </p:nvSpPr>
          <p:spPr>
            <a:xfrm>
              <a:off x="190267" y="938000"/>
              <a:ext cx="233167" cy="101500"/>
            </a:xfrm>
            <a:custGeom>
              <a:avLst/>
              <a:gdLst/>
              <a:ahLst/>
              <a:cxnLst/>
              <a:rect l="0" t="0" r="r" b="b"/>
              <a:pathLst>
                <a:path w="233167" h="101500">
                  <a:moveTo>
                    <a:pt x="23033" y="13600"/>
                  </a:moveTo>
                  <a:lnTo>
                    <a:pt x="23033" y="13600"/>
                  </a:lnTo>
                  <a:cubicBezTo>
                    <a:pt x="45433" y="13600"/>
                    <a:pt x="83333" y="22500"/>
                    <a:pt x="121733" y="36800"/>
                  </a:cubicBezTo>
                  <a:cubicBezTo>
                    <a:pt x="174433" y="56400"/>
                    <a:pt x="205733" y="77100"/>
                    <a:pt x="216033" y="87700"/>
                  </a:cubicBezTo>
                  <a:cubicBezTo>
                    <a:pt x="214433" y="87900"/>
                    <a:pt x="212533" y="88000"/>
                    <a:pt x="210133" y="88000"/>
                  </a:cubicBezTo>
                  <a:cubicBezTo>
                    <a:pt x="187733" y="88000"/>
                    <a:pt x="149833" y="79100"/>
                    <a:pt x="111433" y="64800"/>
                  </a:cubicBezTo>
                  <a:cubicBezTo>
                    <a:pt x="58733" y="45200"/>
                    <a:pt x="27433" y="24500"/>
                    <a:pt x="17133" y="13900"/>
                  </a:cubicBezTo>
                  <a:cubicBezTo>
                    <a:pt x="18633" y="13700"/>
                    <a:pt x="20633" y="13600"/>
                    <a:pt x="23033" y="13600"/>
                  </a:cubicBezTo>
                  <a:moveTo>
                    <a:pt x="23033" y="0"/>
                  </a:moveTo>
                  <a:cubicBezTo>
                    <a:pt x="10533" y="0"/>
                    <a:pt x="2433" y="2500"/>
                    <a:pt x="433" y="7600"/>
                  </a:cubicBezTo>
                  <a:cubicBezTo>
                    <a:pt x="-5067" y="22400"/>
                    <a:pt x="42433" y="53600"/>
                    <a:pt x="106633" y="77500"/>
                  </a:cubicBezTo>
                  <a:cubicBezTo>
                    <a:pt x="148333" y="93000"/>
                    <a:pt x="186833" y="101500"/>
                    <a:pt x="210133" y="101500"/>
                  </a:cubicBezTo>
                  <a:cubicBezTo>
                    <a:pt x="222633" y="101500"/>
                    <a:pt x="230733" y="99000"/>
                    <a:pt x="232733" y="93900"/>
                  </a:cubicBezTo>
                  <a:cubicBezTo>
                    <a:pt x="238233" y="79100"/>
                    <a:pt x="190733" y="47900"/>
                    <a:pt x="126533" y="24000"/>
                  </a:cubicBezTo>
                  <a:cubicBezTo>
                    <a:pt x="84733" y="8600"/>
                    <a:pt x="46233" y="0"/>
                    <a:pt x="23033" y="0"/>
                  </a:cubicBezTo>
                  <a:lnTo>
                    <a:pt x="23033" y="0"/>
                  </a:lnTo>
                  <a:close/>
                </a:path>
              </a:pathLst>
            </a:custGeom>
            <a:solidFill>
              <a:srgbClr val="90A4A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1" name="probe-noto-emoji_u1f52c-part-8"/>
            <p:cNvSpPr/>
            <p:nvPr/>
          </p:nvSpPr>
          <p:spPr>
            <a:xfrm>
              <a:off x="235547" y="1007100"/>
              <a:ext cx="231253" cy="161627"/>
            </a:xfrm>
            <a:custGeom>
              <a:avLst/>
              <a:gdLst/>
              <a:ahLst/>
              <a:cxnLst/>
              <a:rect l="0" t="0" r="r" b="b"/>
              <a:pathLst>
                <a:path w="231253" h="161627">
                  <a:moveTo>
                    <a:pt x="16753" y="0"/>
                  </a:moveTo>
                  <a:cubicBezTo>
                    <a:pt x="16753" y="0"/>
                    <a:pt x="-26147" y="74800"/>
                    <a:pt x="25353" y="138500"/>
                  </a:cubicBezTo>
                  <a:cubicBezTo>
                    <a:pt x="64353" y="186700"/>
                    <a:pt x="231253" y="144600"/>
                    <a:pt x="231253" y="144600"/>
                  </a:cubicBezTo>
                  <a:cubicBezTo>
                    <a:pt x="231253" y="144600"/>
                    <a:pt x="79253" y="134800"/>
                    <a:pt x="75653" y="31900"/>
                  </a:cubicBezTo>
                  <a:lnTo>
                    <a:pt x="16753" y="0"/>
                  </a:lnTo>
                  <a:close/>
                </a:path>
              </a:pathLst>
            </a:custGeom>
            <a:solidFill>
              <a:srgbClr val="4B727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2" name="probe-noto-emoji_u1f52c-part-9"/>
            <p:cNvSpPr/>
            <p:nvPr/>
          </p:nvSpPr>
          <p:spPr>
            <a:xfrm>
              <a:off x="91800" y="1124800"/>
              <a:ext cx="1096400" cy="115200"/>
            </a:xfrm>
            <a:custGeom>
              <a:avLst/>
              <a:gdLst/>
              <a:ahLst/>
              <a:cxnLst/>
              <a:rect l="0" t="0" r="r" b="b"/>
              <a:pathLst>
                <a:path w="1096400" h="115200">
                  <a:moveTo>
                    <a:pt x="1073500" y="115200"/>
                  </a:moveTo>
                  <a:lnTo>
                    <a:pt x="22900" y="115200"/>
                  </a:lnTo>
                  <a:cubicBezTo>
                    <a:pt x="10300" y="115200"/>
                    <a:pt x="0" y="104900"/>
                    <a:pt x="0" y="92300"/>
                  </a:cubicBezTo>
                  <a:lnTo>
                    <a:pt x="0" y="92300"/>
                  </a:lnTo>
                  <a:cubicBezTo>
                    <a:pt x="0" y="41300"/>
                    <a:pt x="41300" y="0"/>
                    <a:pt x="92300" y="0"/>
                  </a:cubicBezTo>
                  <a:lnTo>
                    <a:pt x="1004100" y="0"/>
                  </a:lnTo>
                  <a:cubicBezTo>
                    <a:pt x="1055100" y="0"/>
                    <a:pt x="1096400" y="41300"/>
                    <a:pt x="1096400" y="92300"/>
                  </a:cubicBezTo>
                  <a:lnTo>
                    <a:pt x="1096400" y="92300"/>
                  </a:lnTo>
                  <a:cubicBezTo>
                    <a:pt x="1096400" y="104900"/>
                    <a:pt x="1086200" y="115200"/>
                    <a:pt x="1073500" y="115200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3" name="probe-noto-emoji_u1f52c-part-10"/>
            <p:cNvSpPr/>
            <p:nvPr/>
          </p:nvSpPr>
          <p:spPr>
            <a:xfrm>
              <a:off x="376200" y="642300"/>
              <a:ext cx="134700" cy="149748"/>
            </a:xfrm>
            <a:custGeom>
              <a:avLst/>
              <a:gdLst/>
              <a:ahLst/>
              <a:cxnLst/>
              <a:rect l="0" t="0" r="r" b="b"/>
              <a:pathLst>
                <a:path w="134700" h="149748">
                  <a:moveTo>
                    <a:pt x="57100" y="0"/>
                  </a:moveTo>
                  <a:lnTo>
                    <a:pt x="134700" y="44700"/>
                  </a:lnTo>
                  <a:lnTo>
                    <a:pt x="57000" y="149000"/>
                  </a:lnTo>
                  <a:cubicBezTo>
                    <a:pt x="57000" y="149000"/>
                    <a:pt x="42800" y="153100"/>
                    <a:pt x="22500" y="142100"/>
                  </a:cubicBezTo>
                  <a:cubicBezTo>
                    <a:pt x="2200" y="131100"/>
                    <a:pt x="0" y="116400"/>
                    <a:pt x="0" y="116400"/>
                  </a:cubicBezTo>
                  <a:lnTo>
                    <a:pt x="57100" y="0"/>
                  </a:lnTo>
                  <a:close/>
                </a:path>
              </a:pathLst>
            </a:custGeom>
            <a:solidFill>
              <a:srgbClr val="545454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4" name="probe-noto-emoji_u1f52c-part-11"/>
            <p:cNvSpPr/>
            <p:nvPr/>
          </p:nvSpPr>
          <p:spPr>
            <a:xfrm>
              <a:off x="658866" y="67652"/>
              <a:ext cx="228034" cy="230434"/>
            </a:xfrm>
            <a:custGeom>
              <a:avLst/>
              <a:gdLst/>
              <a:ahLst/>
              <a:cxnLst/>
              <a:rect l="0" t="0" r="r" b="b"/>
              <a:pathLst>
                <a:path w="228034" h="230434">
                  <a:moveTo>
                    <a:pt x="147134" y="226748"/>
                  </a:moveTo>
                  <a:lnTo>
                    <a:pt x="147134" y="226748"/>
                  </a:lnTo>
                  <a:lnTo>
                    <a:pt x="228034" y="86448"/>
                  </a:lnTo>
                  <a:cubicBezTo>
                    <a:pt x="228034" y="86448"/>
                    <a:pt x="210734" y="46248"/>
                    <a:pt x="164734" y="18648"/>
                  </a:cubicBezTo>
                  <a:cubicBezTo>
                    <a:pt x="118734" y="-8952"/>
                    <a:pt x="81734" y="2248"/>
                    <a:pt x="81734" y="2248"/>
                  </a:cubicBezTo>
                  <a:lnTo>
                    <a:pt x="934" y="142548"/>
                  </a:lnTo>
                  <a:lnTo>
                    <a:pt x="934" y="142548"/>
                  </a:lnTo>
                  <a:cubicBezTo>
                    <a:pt x="834" y="142648"/>
                    <a:pt x="634" y="142748"/>
                    <a:pt x="634" y="142948"/>
                  </a:cubicBezTo>
                  <a:cubicBezTo>
                    <a:pt x="-4666" y="152148"/>
                    <a:pt x="23834" y="178448"/>
                    <a:pt x="64234" y="201748"/>
                  </a:cubicBezTo>
                  <a:cubicBezTo>
                    <a:pt x="104634" y="225048"/>
                    <a:pt x="141734" y="236448"/>
                    <a:pt x="147034" y="227248"/>
                  </a:cubicBezTo>
                  <a:cubicBezTo>
                    <a:pt x="147034" y="227148"/>
                    <a:pt x="147034" y="226948"/>
                    <a:pt x="147134" y="226748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5" name="probe-noto-emoji_u1f52c-part-12"/>
            <p:cNvSpPr/>
            <p:nvPr/>
          </p:nvSpPr>
          <p:spPr>
            <a:xfrm>
              <a:off x="719762" y="40040"/>
              <a:ext cx="192993" cy="131600"/>
            </a:xfrm>
            <a:custGeom>
              <a:avLst/>
              <a:gdLst/>
              <a:ahLst/>
              <a:cxnLst/>
              <a:rect l="0" t="0" r="r" b="b"/>
              <a:pathLst>
                <a:path w="192993" h="131600">
                  <a:moveTo>
                    <a:pt x="119438" y="29760"/>
                  </a:moveTo>
                  <a:cubicBezTo>
                    <a:pt x="34838" y="-20640"/>
                    <a:pt x="6438" y="5460"/>
                    <a:pt x="1038" y="18160"/>
                  </a:cubicBezTo>
                  <a:cubicBezTo>
                    <a:pt x="-1562" y="24360"/>
                    <a:pt x="338" y="40760"/>
                    <a:pt x="11138" y="47160"/>
                  </a:cubicBezTo>
                  <a:lnTo>
                    <a:pt x="16938" y="36360"/>
                  </a:lnTo>
                  <a:cubicBezTo>
                    <a:pt x="22238" y="27160"/>
                    <a:pt x="62938" y="31660"/>
                    <a:pt x="103638" y="55060"/>
                  </a:cubicBezTo>
                  <a:cubicBezTo>
                    <a:pt x="144238" y="78460"/>
                    <a:pt x="168238" y="111560"/>
                    <a:pt x="162938" y="120760"/>
                  </a:cubicBezTo>
                  <a:cubicBezTo>
                    <a:pt x="162438" y="121660"/>
                    <a:pt x="158038" y="129160"/>
                    <a:pt x="158038" y="129160"/>
                  </a:cubicBezTo>
                  <a:cubicBezTo>
                    <a:pt x="164038" y="133960"/>
                    <a:pt x="182638" y="131160"/>
                    <a:pt x="187138" y="125260"/>
                  </a:cubicBezTo>
                  <a:cubicBezTo>
                    <a:pt x="195438" y="114160"/>
                    <a:pt x="208138" y="82560"/>
                    <a:pt x="119438" y="29760"/>
                  </a:cubicBezTo>
                  <a:close/>
                </a:path>
              </a:pathLst>
            </a:custGeom>
            <a:solidFill>
              <a:srgbClr val="61616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6" name="probe-noto-emoji_u1f52c-part-13"/>
            <p:cNvSpPr/>
            <p:nvPr/>
          </p:nvSpPr>
          <p:spPr>
            <a:xfrm>
              <a:off x="391704" y="497428"/>
              <a:ext cx="268954" cy="231182"/>
            </a:xfrm>
            <a:custGeom>
              <a:avLst/>
              <a:gdLst/>
              <a:ahLst/>
              <a:cxnLst/>
              <a:rect l="0" t="0" r="r" b="b"/>
              <a:pathLst>
                <a:path w="268954" h="231182">
                  <a:moveTo>
                    <a:pt x="10596" y="41572"/>
                  </a:moveTo>
                  <a:cubicBezTo>
                    <a:pt x="38496" y="-6828"/>
                    <a:pt x="116696" y="-14028"/>
                    <a:pt x="185296" y="25572"/>
                  </a:cubicBezTo>
                  <a:cubicBezTo>
                    <a:pt x="253896" y="65172"/>
                    <a:pt x="286896" y="136372"/>
                    <a:pt x="259096" y="184772"/>
                  </a:cubicBezTo>
                  <a:cubicBezTo>
                    <a:pt x="231196" y="233172"/>
                    <a:pt x="148596" y="248072"/>
                    <a:pt x="79896" y="208472"/>
                  </a:cubicBezTo>
                  <a:cubicBezTo>
                    <a:pt x="11296" y="168972"/>
                    <a:pt x="-17304" y="89972"/>
                    <a:pt x="10596" y="41572"/>
                  </a:cubicBezTo>
                  <a:close/>
                </a:path>
              </a:pathLst>
            </a:custGeom>
            <a:solidFill>
              <a:srgbClr val="BDBDB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7" name="probe-noto-emoji_u1f52c-part-14"/>
            <p:cNvSpPr/>
            <p:nvPr/>
          </p:nvSpPr>
          <p:spPr>
            <a:xfrm>
              <a:off x="510900" y="682686"/>
              <a:ext cx="89400" cy="142148"/>
            </a:xfrm>
            <a:custGeom>
              <a:avLst/>
              <a:gdLst/>
              <a:ahLst/>
              <a:cxnLst/>
              <a:rect l="0" t="0" r="r" b="b"/>
              <a:pathLst>
                <a:path w="89400" h="142148">
                  <a:moveTo>
                    <a:pt x="0" y="14414"/>
                  </a:moveTo>
                  <a:cubicBezTo>
                    <a:pt x="0" y="14414"/>
                    <a:pt x="7400" y="3414"/>
                    <a:pt x="39800" y="314"/>
                  </a:cubicBezTo>
                  <a:cubicBezTo>
                    <a:pt x="72300" y="-2786"/>
                    <a:pt x="89400" y="18114"/>
                    <a:pt x="89400" y="18114"/>
                  </a:cubicBezTo>
                  <a:lnTo>
                    <a:pt x="70600" y="132714"/>
                  </a:lnTo>
                  <a:cubicBezTo>
                    <a:pt x="70600" y="132714"/>
                    <a:pt x="59700" y="142814"/>
                    <a:pt x="36700" y="142114"/>
                  </a:cubicBezTo>
                  <a:cubicBezTo>
                    <a:pt x="13700" y="141414"/>
                    <a:pt x="5000" y="129314"/>
                    <a:pt x="5000" y="129314"/>
                  </a:cubicBezTo>
                  <a:lnTo>
                    <a:pt x="0" y="14414"/>
                  </a:lnTo>
                  <a:close/>
                </a:path>
              </a:pathLst>
            </a:custGeom>
            <a:solidFill>
              <a:srgbClr val="7575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8" name="probe-noto-emoji_u1f52c-part-15"/>
            <p:cNvSpPr/>
            <p:nvPr/>
          </p:nvSpPr>
          <p:spPr>
            <a:xfrm>
              <a:off x="298813" y="567196"/>
              <a:ext cx="142813" cy="119504"/>
            </a:xfrm>
            <a:custGeom>
              <a:avLst/>
              <a:gdLst/>
              <a:ahLst/>
              <a:cxnLst/>
              <a:rect l="0" t="0" r="r" b="b"/>
              <a:pathLst>
                <a:path w="142813" h="119504">
                  <a:moveTo>
                    <a:pt x="101187" y="4"/>
                  </a:moveTo>
                  <a:cubicBezTo>
                    <a:pt x="101187" y="4"/>
                    <a:pt x="119787" y="-996"/>
                    <a:pt x="135087" y="27804"/>
                  </a:cubicBezTo>
                  <a:cubicBezTo>
                    <a:pt x="152587" y="60704"/>
                    <a:pt x="134887" y="82804"/>
                    <a:pt x="134887" y="82804"/>
                  </a:cubicBezTo>
                  <a:lnTo>
                    <a:pt x="31787" y="119504"/>
                  </a:lnTo>
                  <a:cubicBezTo>
                    <a:pt x="31787" y="119504"/>
                    <a:pt x="17587" y="115204"/>
                    <a:pt x="6587" y="95004"/>
                  </a:cubicBezTo>
                  <a:cubicBezTo>
                    <a:pt x="-4413" y="74704"/>
                    <a:pt x="1687" y="61204"/>
                    <a:pt x="1687" y="61204"/>
                  </a:cubicBezTo>
                  <a:lnTo>
                    <a:pt x="101187" y="4"/>
                  </a:lnTo>
                  <a:close/>
                </a:path>
              </a:pathLst>
            </a:custGeom>
            <a:solidFill>
              <a:srgbClr val="7575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9" name="probe-noto-emoji_u1f52c-part-16"/>
            <p:cNvSpPr/>
            <p:nvPr/>
          </p:nvSpPr>
          <p:spPr>
            <a:xfrm>
              <a:off x="402500" y="189238"/>
              <a:ext cx="446862" cy="492662"/>
            </a:xfrm>
            <a:custGeom>
              <a:avLst/>
              <a:gdLst/>
              <a:ahLst/>
              <a:cxnLst/>
              <a:rect l="0" t="0" r="r" b="b"/>
              <a:pathLst>
                <a:path w="446862" h="492662">
                  <a:moveTo>
                    <a:pt x="339700" y="46962"/>
                  </a:moveTo>
                  <a:cubicBezTo>
                    <a:pt x="274800" y="10362"/>
                    <a:pt x="233800" y="1762"/>
                    <a:pt x="214400" y="62"/>
                  </a:cubicBezTo>
                  <a:cubicBezTo>
                    <a:pt x="206700" y="-538"/>
                    <a:pt x="199400" y="3262"/>
                    <a:pt x="195600" y="9962"/>
                  </a:cubicBezTo>
                  <a:lnTo>
                    <a:pt x="0" y="349562"/>
                  </a:lnTo>
                  <a:cubicBezTo>
                    <a:pt x="0" y="349562"/>
                    <a:pt x="48400" y="355462"/>
                    <a:pt x="132800" y="404162"/>
                  </a:cubicBezTo>
                  <a:cubicBezTo>
                    <a:pt x="217200" y="452762"/>
                    <a:pt x="248400" y="492662"/>
                    <a:pt x="248400" y="492662"/>
                  </a:cubicBezTo>
                  <a:lnTo>
                    <a:pt x="444200" y="152762"/>
                  </a:lnTo>
                  <a:cubicBezTo>
                    <a:pt x="448000" y="146162"/>
                    <a:pt x="447700" y="138162"/>
                    <a:pt x="443500" y="131762"/>
                  </a:cubicBezTo>
                  <a:cubicBezTo>
                    <a:pt x="432700" y="115562"/>
                    <a:pt x="405000" y="83762"/>
                    <a:pt x="339700" y="46962"/>
                  </a:cubicBezTo>
                  <a:close/>
                </a:path>
              </a:pathLst>
            </a:custGeom>
            <a:solidFill>
              <a:srgbClr val="E0E0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0" name="probe-noto-emoji_u1f52c-part-17"/>
            <p:cNvSpPr/>
            <p:nvPr/>
          </p:nvSpPr>
          <p:spPr>
            <a:xfrm>
              <a:off x="669000" y="1007700"/>
              <a:ext cx="130600" cy="130600"/>
            </a:xfrm>
            <a:custGeom>
              <a:avLst/>
              <a:gdLst/>
              <a:ahLst/>
              <a:cxnLst/>
              <a:rect l="0" t="0" r="r" b="b"/>
              <a:pathLst>
                <a:path w="130600" h="130600">
                  <a:moveTo>
                    <a:pt x="130600" y="65300"/>
                  </a:moveTo>
                  <a:cubicBezTo>
                    <a:pt x="130600" y="66668"/>
                    <a:pt x="130557" y="68035"/>
                    <a:pt x="130471" y="69400"/>
                  </a:cubicBezTo>
                  <a:cubicBezTo>
                    <a:pt x="130385" y="70765"/>
                    <a:pt x="130257" y="72127"/>
                    <a:pt x="130085" y="73484"/>
                  </a:cubicBezTo>
                  <a:cubicBezTo>
                    <a:pt x="129914" y="74841"/>
                    <a:pt x="129700" y="76192"/>
                    <a:pt x="129443" y="77536"/>
                  </a:cubicBezTo>
                  <a:cubicBezTo>
                    <a:pt x="129187" y="78880"/>
                    <a:pt x="128889" y="80215"/>
                    <a:pt x="128548" y="81539"/>
                  </a:cubicBezTo>
                  <a:cubicBezTo>
                    <a:pt x="128208" y="82864"/>
                    <a:pt x="127827" y="84178"/>
                    <a:pt x="127404" y="85479"/>
                  </a:cubicBezTo>
                  <a:cubicBezTo>
                    <a:pt x="126981" y="86780"/>
                    <a:pt x="126518" y="88067"/>
                    <a:pt x="126014" y="89339"/>
                  </a:cubicBezTo>
                  <a:cubicBezTo>
                    <a:pt x="125511" y="90610"/>
                    <a:pt x="124968" y="91866"/>
                    <a:pt x="124385" y="93103"/>
                  </a:cubicBezTo>
                  <a:cubicBezTo>
                    <a:pt x="123803" y="94341"/>
                    <a:pt x="123182" y="95560"/>
                    <a:pt x="122523" y="96759"/>
                  </a:cubicBezTo>
                  <a:cubicBezTo>
                    <a:pt x="121864" y="97957"/>
                    <a:pt x="121167" y="99135"/>
                    <a:pt x="120435" y="100289"/>
                  </a:cubicBezTo>
                  <a:cubicBezTo>
                    <a:pt x="119702" y="101444"/>
                    <a:pt x="118933" y="102576"/>
                    <a:pt x="118129" y="103682"/>
                  </a:cubicBezTo>
                  <a:cubicBezTo>
                    <a:pt x="117325" y="104789"/>
                    <a:pt x="116486" y="105870"/>
                    <a:pt x="115615" y="106924"/>
                  </a:cubicBezTo>
                  <a:cubicBezTo>
                    <a:pt x="114743" y="107978"/>
                    <a:pt x="113838" y="109004"/>
                    <a:pt x="112902" y="110001"/>
                  </a:cubicBezTo>
                  <a:cubicBezTo>
                    <a:pt x="111965" y="110998"/>
                    <a:pt x="110998" y="111965"/>
                    <a:pt x="110001" y="112902"/>
                  </a:cubicBezTo>
                  <a:cubicBezTo>
                    <a:pt x="109004" y="113838"/>
                    <a:pt x="107978" y="114743"/>
                    <a:pt x="106924" y="115615"/>
                  </a:cubicBezTo>
                  <a:cubicBezTo>
                    <a:pt x="105870" y="116486"/>
                    <a:pt x="104789" y="117325"/>
                    <a:pt x="103682" y="118129"/>
                  </a:cubicBezTo>
                  <a:cubicBezTo>
                    <a:pt x="102576" y="118933"/>
                    <a:pt x="101444" y="119702"/>
                    <a:pt x="100289" y="120435"/>
                  </a:cubicBezTo>
                  <a:cubicBezTo>
                    <a:pt x="99135" y="121167"/>
                    <a:pt x="97957" y="121864"/>
                    <a:pt x="96759" y="122523"/>
                  </a:cubicBezTo>
                  <a:cubicBezTo>
                    <a:pt x="95560" y="123182"/>
                    <a:pt x="94341" y="123803"/>
                    <a:pt x="93103" y="124385"/>
                  </a:cubicBezTo>
                  <a:cubicBezTo>
                    <a:pt x="91866" y="124968"/>
                    <a:pt x="90610" y="125511"/>
                    <a:pt x="89339" y="126014"/>
                  </a:cubicBezTo>
                  <a:cubicBezTo>
                    <a:pt x="88067" y="126518"/>
                    <a:pt x="86780" y="126981"/>
                    <a:pt x="85479" y="127404"/>
                  </a:cubicBezTo>
                  <a:cubicBezTo>
                    <a:pt x="84178" y="127827"/>
                    <a:pt x="82864" y="128208"/>
                    <a:pt x="81539" y="128548"/>
                  </a:cubicBezTo>
                  <a:cubicBezTo>
                    <a:pt x="80215" y="128889"/>
                    <a:pt x="78880" y="129187"/>
                    <a:pt x="77536" y="129443"/>
                  </a:cubicBezTo>
                  <a:cubicBezTo>
                    <a:pt x="76192" y="129700"/>
                    <a:pt x="74841" y="129914"/>
                    <a:pt x="73484" y="130085"/>
                  </a:cubicBezTo>
                  <a:cubicBezTo>
                    <a:pt x="72127" y="130257"/>
                    <a:pt x="70765" y="130385"/>
                    <a:pt x="69400" y="130471"/>
                  </a:cubicBezTo>
                  <a:cubicBezTo>
                    <a:pt x="68035" y="130557"/>
                    <a:pt x="66668" y="130600"/>
                    <a:pt x="65300" y="130600"/>
                  </a:cubicBezTo>
                  <a:cubicBezTo>
                    <a:pt x="63932" y="130600"/>
                    <a:pt x="62565" y="130557"/>
                    <a:pt x="61200" y="130471"/>
                  </a:cubicBezTo>
                  <a:cubicBezTo>
                    <a:pt x="59835" y="130385"/>
                    <a:pt x="58473" y="130257"/>
                    <a:pt x="57116" y="130085"/>
                  </a:cubicBezTo>
                  <a:cubicBezTo>
                    <a:pt x="55759" y="129914"/>
                    <a:pt x="54408" y="129700"/>
                    <a:pt x="53064" y="129443"/>
                  </a:cubicBezTo>
                  <a:cubicBezTo>
                    <a:pt x="51720" y="129187"/>
                    <a:pt x="50385" y="128889"/>
                    <a:pt x="49061" y="128548"/>
                  </a:cubicBezTo>
                  <a:cubicBezTo>
                    <a:pt x="47736" y="128208"/>
                    <a:pt x="46422" y="127827"/>
                    <a:pt x="45121" y="127404"/>
                  </a:cubicBezTo>
                  <a:cubicBezTo>
                    <a:pt x="43820" y="126981"/>
                    <a:pt x="42533" y="126518"/>
                    <a:pt x="41261" y="126014"/>
                  </a:cubicBezTo>
                  <a:cubicBezTo>
                    <a:pt x="39990" y="125511"/>
                    <a:pt x="38734" y="124968"/>
                    <a:pt x="37497" y="124385"/>
                  </a:cubicBezTo>
                  <a:cubicBezTo>
                    <a:pt x="36259" y="123803"/>
                    <a:pt x="35040" y="123182"/>
                    <a:pt x="33841" y="122523"/>
                  </a:cubicBezTo>
                  <a:cubicBezTo>
                    <a:pt x="32643" y="121864"/>
                    <a:pt x="31465" y="121167"/>
                    <a:pt x="30311" y="120435"/>
                  </a:cubicBezTo>
                  <a:cubicBezTo>
                    <a:pt x="29156" y="119702"/>
                    <a:pt x="28024" y="118933"/>
                    <a:pt x="26918" y="118129"/>
                  </a:cubicBezTo>
                  <a:cubicBezTo>
                    <a:pt x="25811" y="117325"/>
                    <a:pt x="24730" y="116486"/>
                    <a:pt x="23676" y="115615"/>
                  </a:cubicBezTo>
                  <a:cubicBezTo>
                    <a:pt x="22622" y="114743"/>
                    <a:pt x="21596" y="113838"/>
                    <a:pt x="20599" y="112902"/>
                  </a:cubicBezTo>
                  <a:cubicBezTo>
                    <a:pt x="19602" y="111965"/>
                    <a:pt x="18635" y="110998"/>
                    <a:pt x="17698" y="110001"/>
                  </a:cubicBezTo>
                  <a:cubicBezTo>
                    <a:pt x="16762" y="109004"/>
                    <a:pt x="15857" y="107978"/>
                    <a:pt x="14985" y="106924"/>
                  </a:cubicBezTo>
                  <a:cubicBezTo>
                    <a:pt x="14114" y="105870"/>
                    <a:pt x="13275" y="104789"/>
                    <a:pt x="12471" y="103682"/>
                  </a:cubicBezTo>
                  <a:cubicBezTo>
                    <a:pt x="11667" y="102576"/>
                    <a:pt x="10898" y="101444"/>
                    <a:pt x="10165" y="100289"/>
                  </a:cubicBezTo>
                  <a:cubicBezTo>
                    <a:pt x="9433" y="99135"/>
                    <a:pt x="8736" y="97957"/>
                    <a:pt x="8077" y="96759"/>
                  </a:cubicBezTo>
                  <a:cubicBezTo>
                    <a:pt x="7418" y="95560"/>
                    <a:pt x="6797" y="94341"/>
                    <a:pt x="6215" y="93103"/>
                  </a:cubicBezTo>
                  <a:cubicBezTo>
                    <a:pt x="5632" y="91866"/>
                    <a:pt x="5089" y="90610"/>
                    <a:pt x="4586" y="89339"/>
                  </a:cubicBezTo>
                  <a:cubicBezTo>
                    <a:pt x="4082" y="88067"/>
                    <a:pt x="3619" y="86780"/>
                    <a:pt x="3196" y="85479"/>
                  </a:cubicBezTo>
                  <a:cubicBezTo>
                    <a:pt x="2773" y="84178"/>
                    <a:pt x="2392" y="82864"/>
                    <a:pt x="2052" y="81539"/>
                  </a:cubicBezTo>
                  <a:cubicBezTo>
                    <a:pt x="1711" y="80215"/>
                    <a:pt x="1413" y="78880"/>
                    <a:pt x="1157" y="77536"/>
                  </a:cubicBezTo>
                  <a:cubicBezTo>
                    <a:pt x="900" y="76192"/>
                    <a:pt x="686" y="74841"/>
                    <a:pt x="515" y="73484"/>
                  </a:cubicBezTo>
                  <a:cubicBezTo>
                    <a:pt x="343" y="72127"/>
                    <a:pt x="215" y="70765"/>
                    <a:pt x="129" y="69400"/>
                  </a:cubicBezTo>
                  <a:cubicBezTo>
                    <a:pt x="43" y="68035"/>
                    <a:pt x="0" y="66668"/>
                    <a:pt x="0" y="65300"/>
                  </a:cubicBezTo>
                  <a:cubicBezTo>
                    <a:pt x="0" y="63932"/>
                    <a:pt x="43" y="62565"/>
                    <a:pt x="129" y="61200"/>
                  </a:cubicBezTo>
                  <a:cubicBezTo>
                    <a:pt x="215" y="59835"/>
                    <a:pt x="343" y="58473"/>
                    <a:pt x="515" y="57116"/>
                  </a:cubicBezTo>
                  <a:cubicBezTo>
                    <a:pt x="686" y="55759"/>
                    <a:pt x="900" y="54408"/>
                    <a:pt x="1157" y="53064"/>
                  </a:cubicBezTo>
                  <a:cubicBezTo>
                    <a:pt x="1413" y="51720"/>
                    <a:pt x="1711" y="50385"/>
                    <a:pt x="2052" y="49061"/>
                  </a:cubicBezTo>
                  <a:cubicBezTo>
                    <a:pt x="2392" y="47736"/>
                    <a:pt x="2773" y="46422"/>
                    <a:pt x="3196" y="45121"/>
                  </a:cubicBezTo>
                  <a:cubicBezTo>
                    <a:pt x="3619" y="43820"/>
                    <a:pt x="4082" y="42533"/>
                    <a:pt x="4586" y="41261"/>
                  </a:cubicBezTo>
                  <a:cubicBezTo>
                    <a:pt x="5089" y="39990"/>
                    <a:pt x="5632" y="38734"/>
                    <a:pt x="6215" y="37497"/>
                  </a:cubicBezTo>
                  <a:cubicBezTo>
                    <a:pt x="6797" y="36259"/>
                    <a:pt x="7418" y="35040"/>
                    <a:pt x="8077" y="33841"/>
                  </a:cubicBezTo>
                  <a:cubicBezTo>
                    <a:pt x="8736" y="32643"/>
                    <a:pt x="9433" y="31465"/>
                    <a:pt x="10165" y="30311"/>
                  </a:cubicBezTo>
                  <a:cubicBezTo>
                    <a:pt x="10898" y="29156"/>
                    <a:pt x="11667" y="28024"/>
                    <a:pt x="12471" y="26918"/>
                  </a:cubicBezTo>
                  <a:cubicBezTo>
                    <a:pt x="13275" y="25811"/>
                    <a:pt x="14114" y="24730"/>
                    <a:pt x="14985" y="23676"/>
                  </a:cubicBezTo>
                  <a:cubicBezTo>
                    <a:pt x="15857" y="22622"/>
                    <a:pt x="16762" y="21596"/>
                    <a:pt x="17698" y="20599"/>
                  </a:cubicBezTo>
                  <a:cubicBezTo>
                    <a:pt x="18635" y="19602"/>
                    <a:pt x="19602" y="18635"/>
                    <a:pt x="20599" y="17698"/>
                  </a:cubicBezTo>
                  <a:cubicBezTo>
                    <a:pt x="21596" y="16762"/>
                    <a:pt x="22622" y="15857"/>
                    <a:pt x="23676" y="14985"/>
                  </a:cubicBezTo>
                  <a:cubicBezTo>
                    <a:pt x="24730" y="14114"/>
                    <a:pt x="25811" y="13275"/>
                    <a:pt x="26918" y="12471"/>
                  </a:cubicBezTo>
                  <a:cubicBezTo>
                    <a:pt x="28024" y="11667"/>
                    <a:pt x="29156" y="10898"/>
                    <a:pt x="30311" y="10165"/>
                  </a:cubicBezTo>
                  <a:cubicBezTo>
                    <a:pt x="31465" y="9433"/>
                    <a:pt x="32643" y="8736"/>
                    <a:pt x="33841" y="8077"/>
                  </a:cubicBezTo>
                  <a:cubicBezTo>
                    <a:pt x="35040" y="7418"/>
                    <a:pt x="36259" y="6797"/>
                    <a:pt x="37497" y="6215"/>
                  </a:cubicBezTo>
                  <a:cubicBezTo>
                    <a:pt x="38734" y="5632"/>
                    <a:pt x="39990" y="5089"/>
                    <a:pt x="41261" y="4586"/>
                  </a:cubicBezTo>
                  <a:cubicBezTo>
                    <a:pt x="42533" y="4082"/>
                    <a:pt x="43820" y="3619"/>
                    <a:pt x="45121" y="3196"/>
                  </a:cubicBezTo>
                  <a:cubicBezTo>
                    <a:pt x="46422" y="2773"/>
                    <a:pt x="47736" y="2392"/>
                    <a:pt x="49061" y="2052"/>
                  </a:cubicBezTo>
                  <a:cubicBezTo>
                    <a:pt x="50385" y="1711"/>
                    <a:pt x="51720" y="1413"/>
                    <a:pt x="53064" y="1157"/>
                  </a:cubicBezTo>
                  <a:cubicBezTo>
                    <a:pt x="54408" y="900"/>
                    <a:pt x="55759" y="686"/>
                    <a:pt x="57116" y="515"/>
                  </a:cubicBezTo>
                  <a:cubicBezTo>
                    <a:pt x="58473" y="343"/>
                    <a:pt x="59835" y="215"/>
                    <a:pt x="61200" y="129"/>
                  </a:cubicBezTo>
                  <a:cubicBezTo>
                    <a:pt x="62565" y="43"/>
                    <a:pt x="63932" y="0"/>
                    <a:pt x="65300" y="0"/>
                  </a:cubicBezTo>
                  <a:cubicBezTo>
                    <a:pt x="66668" y="0"/>
                    <a:pt x="68035" y="43"/>
                    <a:pt x="69400" y="129"/>
                  </a:cubicBezTo>
                  <a:cubicBezTo>
                    <a:pt x="70765" y="215"/>
                    <a:pt x="72127" y="343"/>
                    <a:pt x="73484" y="515"/>
                  </a:cubicBezTo>
                  <a:cubicBezTo>
                    <a:pt x="74841" y="686"/>
                    <a:pt x="76192" y="900"/>
                    <a:pt x="77536" y="1157"/>
                  </a:cubicBezTo>
                  <a:cubicBezTo>
                    <a:pt x="78880" y="1413"/>
                    <a:pt x="80215" y="1711"/>
                    <a:pt x="81539" y="2052"/>
                  </a:cubicBezTo>
                  <a:cubicBezTo>
                    <a:pt x="82864" y="2392"/>
                    <a:pt x="84178" y="2773"/>
                    <a:pt x="85479" y="3196"/>
                  </a:cubicBezTo>
                  <a:cubicBezTo>
                    <a:pt x="86780" y="3619"/>
                    <a:pt x="88067" y="4082"/>
                    <a:pt x="89339" y="4586"/>
                  </a:cubicBezTo>
                  <a:cubicBezTo>
                    <a:pt x="90610" y="5089"/>
                    <a:pt x="91866" y="5632"/>
                    <a:pt x="93103" y="6215"/>
                  </a:cubicBezTo>
                  <a:cubicBezTo>
                    <a:pt x="94341" y="6797"/>
                    <a:pt x="95560" y="7418"/>
                    <a:pt x="96759" y="8077"/>
                  </a:cubicBezTo>
                  <a:cubicBezTo>
                    <a:pt x="97957" y="8736"/>
                    <a:pt x="99135" y="9433"/>
                    <a:pt x="100289" y="10165"/>
                  </a:cubicBezTo>
                  <a:cubicBezTo>
                    <a:pt x="101444" y="10898"/>
                    <a:pt x="102576" y="11667"/>
                    <a:pt x="103682" y="12471"/>
                  </a:cubicBezTo>
                  <a:cubicBezTo>
                    <a:pt x="104789" y="13275"/>
                    <a:pt x="105870" y="14114"/>
                    <a:pt x="106924" y="14985"/>
                  </a:cubicBezTo>
                  <a:cubicBezTo>
                    <a:pt x="107978" y="15857"/>
                    <a:pt x="109004" y="16762"/>
                    <a:pt x="110001" y="17698"/>
                  </a:cubicBezTo>
                  <a:cubicBezTo>
                    <a:pt x="110998" y="18635"/>
                    <a:pt x="111965" y="19602"/>
                    <a:pt x="112902" y="20599"/>
                  </a:cubicBezTo>
                  <a:cubicBezTo>
                    <a:pt x="113838" y="21596"/>
                    <a:pt x="114743" y="22622"/>
                    <a:pt x="115615" y="23676"/>
                  </a:cubicBezTo>
                  <a:cubicBezTo>
                    <a:pt x="116486" y="24730"/>
                    <a:pt x="117325" y="25811"/>
                    <a:pt x="118129" y="26918"/>
                  </a:cubicBezTo>
                  <a:cubicBezTo>
                    <a:pt x="118933" y="28024"/>
                    <a:pt x="119702" y="29156"/>
                    <a:pt x="120435" y="30311"/>
                  </a:cubicBezTo>
                  <a:cubicBezTo>
                    <a:pt x="121167" y="31465"/>
                    <a:pt x="121864" y="32643"/>
                    <a:pt x="122523" y="33841"/>
                  </a:cubicBezTo>
                  <a:cubicBezTo>
                    <a:pt x="123182" y="35040"/>
                    <a:pt x="123803" y="36259"/>
                    <a:pt x="124385" y="37497"/>
                  </a:cubicBezTo>
                  <a:cubicBezTo>
                    <a:pt x="124968" y="38734"/>
                    <a:pt x="125511" y="39990"/>
                    <a:pt x="126014" y="41261"/>
                  </a:cubicBezTo>
                  <a:cubicBezTo>
                    <a:pt x="126518" y="42533"/>
                    <a:pt x="126981" y="43820"/>
                    <a:pt x="127404" y="45121"/>
                  </a:cubicBezTo>
                  <a:cubicBezTo>
                    <a:pt x="127827" y="46422"/>
                    <a:pt x="128208" y="47736"/>
                    <a:pt x="128548" y="49061"/>
                  </a:cubicBezTo>
                  <a:cubicBezTo>
                    <a:pt x="128889" y="50385"/>
                    <a:pt x="129187" y="51720"/>
                    <a:pt x="129443" y="53064"/>
                  </a:cubicBezTo>
                  <a:cubicBezTo>
                    <a:pt x="129700" y="54408"/>
                    <a:pt x="129914" y="55759"/>
                    <a:pt x="130085" y="57116"/>
                  </a:cubicBezTo>
                  <a:cubicBezTo>
                    <a:pt x="130257" y="58473"/>
                    <a:pt x="130385" y="59835"/>
                    <a:pt x="130471" y="61200"/>
                  </a:cubicBezTo>
                  <a:cubicBezTo>
                    <a:pt x="130557" y="62565"/>
                    <a:pt x="130600" y="63932"/>
                    <a:pt x="130600" y="65300"/>
                  </a:cubicBezTo>
                  <a:close/>
                </a:path>
              </a:pathLst>
            </a:custGeom>
            <a:solidFill>
              <a:srgbClr val="42424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1" name="probe-noto-emoji_u1f52c-part-18"/>
            <p:cNvSpPr/>
            <p:nvPr/>
          </p:nvSpPr>
          <p:spPr>
            <a:xfrm>
              <a:off x="706800" y="1038600"/>
              <a:ext cx="82800" cy="82800"/>
            </a:xfrm>
            <a:custGeom>
              <a:avLst/>
              <a:gdLst/>
              <a:ahLst/>
              <a:cxnLst/>
              <a:rect l="0" t="0" r="r" b="b"/>
              <a:pathLst>
                <a:path w="82800" h="82800">
                  <a:moveTo>
                    <a:pt x="82800" y="41400"/>
                  </a:moveTo>
                  <a:cubicBezTo>
                    <a:pt x="82800" y="42267"/>
                    <a:pt x="82773" y="43134"/>
                    <a:pt x="82718" y="44000"/>
                  </a:cubicBezTo>
                  <a:cubicBezTo>
                    <a:pt x="82664" y="44865"/>
                    <a:pt x="82582" y="45728"/>
                    <a:pt x="82474" y="46589"/>
                  </a:cubicBezTo>
                  <a:cubicBezTo>
                    <a:pt x="82365" y="47449"/>
                    <a:pt x="82229" y="48306"/>
                    <a:pt x="82067" y="49158"/>
                  </a:cubicBezTo>
                  <a:cubicBezTo>
                    <a:pt x="81904" y="50009"/>
                    <a:pt x="81715" y="50856"/>
                    <a:pt x="81499" y="51696"/>
                  </a:cubicBezTo>
                  <a:cubicBezTo>
                    <a:pt x="81284" y="52536"/>
                    <a:pt x="81042" y="53369"/>
                    <a:pt x="80774" y="54193"/>
                  </a:cubicBezTo>
                  <a:cubicBezTo>
                    <a:pt x="80506" y="55018"/>
                    <a:pt x="80212" y="55834"/>
                    <a:pt x="79893" y="56640"/>
                  </a:cubicBezTo>
                  <a:cubicBezTo>
                    <a:pt x="79574" y="57447"/>
                    <a:pt x="79229" y="58243"/>
                    <a:pt x="78860" y="59027"/>
                  </a:cubicBezTo>
                  <a:cubicBezTo>
                    <a:pt x="78491" y="59812"/>
                    <a:pt x="78097" y="60585"/>
                    <a:pt x="77679" y="61345"/>
                  </a:cubicBezTo>
                  <a:cubicBezTo>
                    <a:pt x="77261" y="62104"/>
                    <a:pt x="76820" y="62851"/>
                    <a:pt x="76355" y="63583"/>
                  </a:cubicBezTo>
                  <a:cubicBezTo>
                    <a:pt x="75891" y="64315"/>
                    <a:pt x="75403" y="65033"/>
                    <a:pt x="74893" y="65734"/>
                  </a:cubicBezTo>
                  <a:cubicBezTo>
                    <a:pt x="74384" y="66436"/>
                    <a:pt x="73852" y="67121"/>
                    <a:pt x="73299" y="67789"/>
                  </a:cubicBezTo>
                  <a:cubicBezTo>
                    <a:pt x="72747" y="68458"/>
                    <a:pt x="72173" y="69108"/>
                    <a:pt x="71579" y="69740"/>
                  </a:cubicBezTo>
                  <a:cubicBezTo>
                    <a:pt x="70986" y="70372"/>
                    <a:pt x="70372" y="70986"/>
                    <a:pt x="69740" y="71579"/>
                  </a:cubicBezTo>
                  <a:cubicBezTo>
                    <a:pt x="69108" y="72173"/>
                    <a:pt x="68458" y="72747"/>
                    <a:pt x="67789" y="73299"/>
                  </a:cubicBezTo>
                  <a:cubicBezTo>
                    <a:pt x="67121" y="73852"/>
                    <a:pt x="66436" y="74384"/>
                    <a:pt x="65734" y="74893"/>
                  </a:cubicBezTo>
                  <a:cubicBezTo>
                    <a:pt x="65033" y="75403"/>
                    <a:pt x="64315" y="75891"/>
                    <a:pt x="63583" y="76355"/>
                  </a:cubicBezTo>
                  <a:cubicBezTo>
                    <a:pt x="62851" y="76820"/>
                    <a:pt x="62104" y="77261"/>
                    <a:pt x="61345" y="77679"/>
                  </a:cubicBezTo>
                  <a:cubicBezTo>
                    <a:pt x="60585" y="78097"/>
                    <a:pt x="59812" y="78491"/>
                    <a:pt x="59027" y="78860"/>
                  </a:cubicBezTo>
                  <a:cubicBezTo>
                    <a:pt x="58243" y="79229"/>
                    <a:pt x="57447" y="79574"/>
                    <a:pt x="56640" y="79893"/>
                  </a:cubicBezTo>
                  <a:cubicBezTo>
                    <a:pt x="55834" y="80212"/>
                    <a:pt x="55018" y="80506"/>
                    <a:pt x="54193" y="80774"/>
                  </a:cubicBezTo>
                  <a:cubicBezTo>
                    <a:pt x="53369" y="81042"/>
                    <a:pt x="52536" y="81284"/>
                    <a:pt x="51696" y="81499"/>
                  </a:cubicBezTo>
                  <a:cubicBezTo>
                    <a:pt x="50856" y="81715"/>
                    <a:pt x="50009" y="81904"/>
                    <a:pt x="49158" y="82067"/>
                  </a:cubicBezTo>
                  <a:cubicBezTo>
                    <a:pt x="48306" y="82229"/>
                    <a:pt x="47449" y="82365"/>
                    <a:pt x="46589" y="82474"/>
                  </a:cubicBezTo>
                  <a:cubicBezTo>
                    <a:pt x="45728" y="82582"/>
                    <a:pt x="44865" y="82664"/>
                    <a:pt x="44000" y="82718"/>
                  </a:cubicBezTo>
                  <a:cubicBezTo>
                    <a:pt x="43134" y="82773"/>
                    <a:pt x="42267" y="82800"/>
                    <a:pt x="41400" y="82800"/>
                  </a:cubicBezTo>
                  <a:cubicBezTo>
                    <a:pt x="40533" y="82800"/>
                    <a:pt x="39666" y="82773"/>
                    <a:pt x="38800" y="82718"/>
                  </a:cubicBezTo>
                  <a:cubicBezTo>
                    <a:pt x="37935" y="82664"/>
                    <a:pt x="37072" y="82582"/>
                    <a:pt x="36211" y="82474"/>
                  </a:cubicBezTo>
                  <a:cubicBezTo>
                    <a:pt x="35351" y="82365"/>
                    <a:pt x="34494" y="82229"/>
                    <a:pt x="33642" y="82067"/>
                  </a:cubicBezTo>
                  <a:cubicBezTo>
                    <a:pt x="32791" y="81904"/>
                    <a:pt x="31944" y="81715"/>
                    <a:pt x="31104" y="81499"/>
                  </a:cubicBezTo>
                  <a:cubicBezTo>
                    <a:pt x="30264" y="81284"/>
                    <a:pt x="29431" y="81042"/>
                    <a:pt x="28607" y="80774"/>
                  </a:cubicBezTo>
                  <a:cubicBezTo>
                    <a:pt x="27782" y="80506"/>
                    <a:pt x="26966" y="80212"/>
                    <a:pt x="26160" y="79893"/>
                  </a:cubicBezTo>
                  <a:cubicBezTo>
                    <a:pt x="25353" y="79574"/>
                    <a:pt x="24557" y="79229"/>
                    <a:pt x="23773" y="78860"/>
                  </a:cubicBezTo>
                  <a:cubicBezTo>
                    <a:pt x="22988" y="78491"/>
                    <a:pt x="22215" y="78097"/>
                    <a:pt x="21455" y="77679"/>
                  </a:cubicBezTo>
                  <a:cubicBezTo>
                    <a:pt x="20696" y="77261"/>
                    <a:pt x="19949" y="76820"/>
                    <a:pt x="19217" y="76355"/>
                  </a:cubicBezTo>
                  <a:cubicBezTo>
                    <a:pt x="18485" y="75891"/>
                    <a:pt x="17767" y="75403"/>
                    <a:pt x="17066" y="74893"/>
                  </a:cubicBezTo>
                  <a:cubicBezTo>
                    <a:pt x="16364" y="74384"/>
                    <a:pt x="15679" y="73852"/>
                    <a:pt x="15011" y="73299"/>
                  </a:cubicBezTo>
                  <a:cubicBezTo>
                    <a:pt x="14342" y="72747"/>
                    <a:pt x="13692" y="72173"/>
                    <a:pt x="13060" y="71579"/>
                  </a:cubicBezTo>
                  <a:cubicBezTo>
                    <a:pt x="12428" y="70986"/>
                    <a:pt x="11814" y="70372"/>
                    <a:pt x="11221" y="69740"/>
                  </a:cubicBezTo>
                  <a:cubicBezTo>
                    <a:pt x="10627" y="69108"/>
                    <a:pt x="10053" y="68458"/>
                    <a:pt x="9501" y="67789"/>
                  </a:cubicBezTo>
                  <a:cubicBezTo>
                    <a:pt x="8948" y="67121"/>
                    <a:pt x="8416" y="66436"/>
                    <a:pt x="7907" y="65734"/>
                  </a:cubicBezTo>
                  <a:cubicBezTo>
                    <a:pt x="7397" y="65033"/>
                    <a:pt x="6909" y="64315"/>
                    <a:pt x="6445" y="63583"/>
                  </a:cubicBezTo>
                  <a:cubicBezTo>
                    <a:pt x="5980" y="62851"/>
                    <a:pt x="5539" y="62104"/>
                    <a:pt x="5121" y="61345"/>
                  </a:cubicBezTo>
                  <a:cubicBezTo>
                    <a:pt x="4703" y="60585"/>
                    <a:pt x="4309" y="59812"/>
                    <a:pt x="3940" y="59027"/>
                  </a:cubicBezTo>
                  <a:cubicBezTo>
                    <a:pt x="3571" y="58243"/>
                    <a:pt x="3226" y="57447"/>
                    <a:pt x="2907" y="56640"/>
                  </a:cubicBezTo>
                  <a:cubicBezTo>
                    <a:pt x="2588" y="55834"/>
                    <a:pt x="2294" y="55018"/>
                    <a:pt x="2026" y="54193"/>
                  </a:cubicBezTo>
                  <a:cubicBezTo>
                    <a:pt x="1758" y="53369"/>
                    <a:pt x="1516" y="52536"/>
                    <a:pt x="1301" y="51696"/>
                  </a:cubicBezTo>
                  <a:cubicBezTo>
                    <a:pt x="1085" y="50856"/>
                    <a:pt x="896" y="50009"/>
                    <a:pt x="733" y="49158"/>
                  </a:cubicBezTo>
                  <a:cubicBezTo>
                    <a:pt x="571" y="48306"/>
                    <a:pt x="435" y="47449"/>
                    <a:pt x="326" y="46589"/>
                  </a:cubicBezTo>
                  <a:cubicBezTo>
                    <a:pt x="218" y="45728"/>
                    <a:pt x="136" y="44865"/>
                    <a:pt x="82" y="44000"/>
                  </a:cubicBezTo>
                  <a:cubicBezTo>
                    <a:pt x="27" y="43134"/>
                    <a:pt x="0" y="42267"/>
                    <a:pt x="0" y="41400"/>
                  </a:cubicBezTo>
                  <a:cubicBezTo>
                    <a:pt x="0" y="40533"/>
                    <a:pt x="27" y="39666"/>
                    <a:pt x="82" y="38800"/>
                  </a:cubicBezTo>
                  <a:cubicBezTo>
                    <a:pt x="136" y="37935"/>
                    <a:pt x="218" y="37072"/>
                    <a:pt x="326" y="36211"/>
                  </a:cubicBezTo>
                  <a:cubicBezTo>
                    <a:pt x="435" y="35351"/>
                    <a:pt x="571" y="34494"/>
                    <a:pt x="733" y="33642"/>
                  </a:cubicBezTo>
                  <a:cubicBezTo>
                    <a:pt x="896" y="32791"/>
                    <a:pt x="1085" y="31944"/>
                    <a:pt x="1301" y="31104"/>
                  </a:cubicBezTo>
                  <a:cubicBezTo>
                    <a:pt x="1516" y="30264"/>
                    <a:pt x="1758" y="29431"/>
                    <a:pt x="2026" y="28607"/>
                  </a:cubicBezTo>
                  <a:cubicBezTo>
                    <a:pt x="2294" y="27782"/>
                    <a:pt x="2588" y="26966"/>
                    <a:pt x="2907" y="26160"/>
                  </a:cubicBezTo>
                  <a:cubicBezTo>
                    <a:pt x="3226" y="25353"/>
                    <a:pt x="3571" y="24557"/>
                    <a:pt x="3940" y="23773"/>
                  </a:cubicBezTo>
                  <a:cubicBezTo>
                    <a:pt x="4309" y="22988"/>
                    <a:pt x="4703" y="22215"/>
                    <a:pt x="5121" y="21455"/>
                  </a:cubicBezTo>
                  <a:cubicBezTo>
                    <a:pt x="5539" y="20696"/>
                    <a:pt x="5980" y="19949"/>
                    <a:pt x="6445" y="19217"/>
                  </a:cubicBezTo>
                  <a:cubicBezTo>
                    <a:pt x="6909" y="18485"/>
                    <a:pt x="7397" y="17767"/>
                    <a:pt x="7907" y="17066"/>
                  </a:cubicBezTo>
                  <a:cubicBezTo>
                    <a:pt x="8416" y="16364"/>
                    <a:pt x="8948" y="15679"/>
                    <a:pt x="9501" y="15011"/>
                  </a:cubicBezTo>
                  <a:cubicBezTo>
                    <a:pt x="10053" y="14342"/>
                    <a:pt x="10627" y="13692"/>
                    <a:pt x="11221" y="13060"/>
                  </a:cubicBezTo>
                  <a:cubicBezTo>
                    <a:pt x="11814" y="12428"/>
                    <a:pt x="12428" y="11814"/>
                    <a:pt x="13060" y="11221"/>
                  </a:cubicBezTo>
                  <a:cubicBezTo>
                    <a:pt x="13692" y="10627"/>
                    <a:pt x="14342" y="10053"/>
                    <a:pt x="15011" y="9501"/>
                  </a:cubicBezTo>
                  <a:cubicBezTo>
                    <a:pt x="15679" y="8948"/>
                    <a:pt x="16364" y="8416"/>
                    <a:pt x="17066" y="7907"/>
                  </a:cubicBezTo>
                  <a:cubicBezTo>
                    <a:pt x="17767" y="7397"/>
                    <a:pt x="18485" y="6909"/>
                    <a:pt x="19217" y="6445"/>
                  </a:cubicBezTo>
                  <a:cubicBezTo>
                    <a:pt x="19949" y="5980"/>
                    <a:pt x="20696" y="5539"/>
                    <a:pt x="21455" y="5121"/>
                  </a:cubicBezTo>
                  <a:cubicBezTo>
                    <a:pt x="22215" y="4703"/>
                    <a:pt x="22988" y="4309"/>
                    <a:pt x="23773" y="3940"/>
                  </a:cubicBezTo>
                  <a:cubicBezTo>
                    <a:pt x="24557" y="3571"/>
                    <a:pt x="25353" y="3226"/>
                    <a:pt x="26160" y="2907"/>
                  </a:cubicBezTo>
                  <a:cubicBezTo>
                    <a:pt x="26966" y="2588"/>
                    <a:pt x="27782" y="2294"/>
                    <a:pt x="28607" y="2026"/>
                  </a:cubicBezTo>
                  <a:cubicBezTo>
                    <a:pt x="29431" y="1758"/>
                    <a:pt x="30264" y="1516"/>
                    <a:pt x="31104" y="1301"/>
                  </a:cubicBezTo>
                  <a:cubicBezTo>
                    <a:pt x="31944" y="1085"/>
                    <a:pt x="32791" y="896"/>
                    <a:pt x="33642" y="733"/>
                  </a:cubicBezTo>
                  <a:cubicBezTo>
                    <a:pt x="34494" y="571"/>
                    <a:pt x="35351" y="435"/>
                    <a:pt x="36211" y="326"/>
                  </a:cubicBezTo>
                  <a:cubicBezTo>
                    <a:pt x="37072" y="218"/>
                    <a:pt x="37935" y="136"/>
                    <a:pt x="38800" y="82"/>
                  </a:cubicBezTo>
                  <a:cubicBezTo>
                    <a:pt x="39666" y="27"/>
                    <a:pt x="40533" y="0"/>
                    <a:pt x="41400" y="0"/>
                  </a:cubicBezTo>
                  <a:cubicBezTo>
                    <a:pt x="42267" y="0"/>
                    <a:pt x="43134" y="27"/>
                    <a:pt x="44000" y="82"/>
                  </a:cubicBezTo>
                  <a:cubicBezTo>
                    <a:pt x="44865" y="136"/>
                    <a:pt x="45728" y="218"/>
                    <a:pt x="46589" y="326"/>
                  </a:cubicBezTo>
                  <a:cubicBezTo>
                    <a:pt x="47449" y="435"/>
                    <a:pt x="48306" y="571"/>
                    <a:pt x="49158" y="733"/>
                  </a:cubicBezTo>
                  <a:cubicBezTo>
                    <a:pt x="50009" y="896"/>
                    <a:pt x="50856" y="1085"/>
                    <a:pt x="51696" y="1301"/>
                  </a:cubicBezTo>
                  <a:cubicBezTo>
                    <a:pt x="52536" y="1516"/>
                    <a:pt x="53369" y="1758"/>
                    <a:pt x="54193" y="2026"/>
                  </a:cubicBezTo>
                  <a:cubicBezTo>
                    <a:pt x="55018" y="2294"/>
                    <a:pt x="55834" y="2588"/>
                    <a:pt x="56640" y="2907"/>
                  </a:cubicBezTo>
                  <a:cubicBezTo>
                    <a:pt x="57447" y="3226"/>
                    <a:pt x="58243" y="3571"/>
                    <a:pt x="59027" y="3940"/>
                  </a:cubicBezTo>
                  <a:cubicBezTo>
                    <a:pt x="59812" y="4309"/>
                    <a:pt x="60585" y="4703"/>
                    <a:pt x="61345" y="5121"/>
                  </a:cubicBezTo>
                  <a:cubicBezTo>
                    <a:pt x="62104" y="5539"/>
                    <a:pt x="62851" y="5980"/>
                    <a:pt x="63583" y="6445"/>
                  </a:cubicBezTo>
                  <a:cubicBezTo>
                    <a:pt x="64315" y="6909"/>
                    <a:pt x="65033" y="7397"/>
                    <a:pt x="65734" y="7907"/>
                  </a:cubicBezTo>
                  <a:cubicBezTo>
                    <a:pt x="66436" y="8416"/>
                    <a:pt x="67121" y="8948"/>
                    <a:pt x="67789" y="9501"/>
                  </a:cubicBezTo>
                  <a:cubicBezTo>
                    <a:pt x="68458" y="10053"/>
                    <a:pt x="69108" y="10627"/>
                    <a:pt x="69740" y="11221"/>
                  </a:cubicBezTo>
                  <a:cubicBezTo>
                    <a:pt x="70372" y="11814"/>
                    <a:pt x="70986" y="12428"/>
                    <a:pt x="71579" y="13060"/>
                  </a:cubicBezTo>
                  <a:cubicBezTo>
                    <a:pt x="72173" y="13692"/>
                    <a:pt x="72747" y="14342"/>
                    <a:pt x="73299" y="15011"/>
                  </a:cubicBezTo>
                  <a:cubicBezTo>
                    <a:pt x="73852" y="15679"/>
                    <a:pt x="74384" y="16364"/>
                    <a:pt x="74893" y="17066"/>
                  </a:cubicBezTo>
                  <a:cubicBezTo>
                    <a:pt x="75403" y="17767"/>
                    <a:pt x="75891" y="18485"/>
                    <a:pt x="76355" y="19217"/>
                  </a:cubicBezTo>
                  <a:cubicBezTo>
                    <a:pt x="76820" y="19949"/>
                    <a:pt x="77261" y="20696"/>
                    <a:pt x="77679" y="21455"/>
                  </a:cubicBezTo>
                  <a:cubicBezTo>
                    <a:pt x="78097" y="22215"/>
                    <a:pt x="78491" y="22988"/>
                    <a:pt x="78860" y="23773"/>
                  </a:cubicBezTo>
                  <a:cubicBezTo>
                    <a:pt x="79229" y="24557"/>
                    <a:pt x="79574" y="25353"/>
                    <a:pt x="79893" y="26160"/>
                  </a:cubicBezTo>
                  <a:cubicBezTo>
                    <a:pt x="80212" y="26966"/>
                    <a:pt x="80506" y="27782"/>
                    <a:pt x="80774" y="28607"/>
                  </a:cubicBezTo>
                  <a:cubicBezTo>
                    <a:pt x="81042" y="29431"/>
                    <a:pt x="81284" y="30264"/>
                    <a:pt x="81499" y="31104"/>
                  </a:cubicBezTo>
                  <a:cubicBezTo>
                    <a:pt x="81715" y="31944"/>
                    <a:pt x="81904" y="32791"/>
                    <a:pt x="82067" y="33642"/>
                  </a:cubicBezTo>
                  <a:cubicBezTo>
                    <a:pt x="82229" y="34494"/>
                    <a:pt x="82365" y="35351"/>
                    <a:pt x="82474" y="36211"/>
                  </a:cubicBezTo>
                  <a:cubicBezTo>
                    <a:pt x="82582" y="37072"/>
                    <a:pt x="82664" y="37935"/>
                    <a:pt x="82718" y="38800"/>
                  </a:cubicBezTo>
                  <a:cubicBezTo>
                    <a:pt x="82773" y="39666"/>
                    <a:pt x="82800" y="40533"/>
                    <a:pt x="82800" y="41400"/>
                  </a:cubicBezTo>
                  <a:close/>
                </a:path>
              </a:pathLst>
            </a:custGeom>
            <a:solidFill>
              <a:srgbClr val="BDBDB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2" name="probe-noto-emoji_u1f52c-part-19"/>
            <p:cNvSpPr/>
            <p:nvPr/>
          </p:nvSpPr>
          <p:spPr>
            <a:xfrm>
              <a:off x="480700" y="228076"/>
              <a:ext cx="238981" cy="344624"/>
            </a:xfrm>
            <a:custGeom>
              <a:avLst/>
              <a:gdLst/>
              <a:ahLst/>
              <a:cxnLst/>
              <a:rect l="0" t="0" r="r" b="b"/>
              <a:pathLst>
                <a:path w="238981" h="344624">
                  <a:moveTo>
                    <a:pt x="0" y="319524"/>
                  </a:moveTo>
                  <a:cubicBezTo>
                    <a:pt x="0" y="319524"/>
                    <a:pt x="173200" y="19524"/>
                    <a:pt x="185800" y="5124"/>
                  </a:cubicBezTo>
                  <a:cubicBezTo>
                    <a:pt x="198300" y="-9276"/>
                    <a:pt x="245600" y="9824"/>
                    <a:pt x="238200" y="23724"/>
                  </a:cubicBezTo>
                  <a:cubicBezTo>
                    <a:pt x="230800" y="37624"/>
                    <a:pt x="58600" y="344624"/>
                    <a:pt x="58600" y="344624"/>
                  </a:cubicBezTo>
                  <a:cubicBezTo>
                    <a:pt x="24300" y="322224"/>
                    <a:pt x="0" y="319524"/>
                    <a:pt x="0" y="319524"/>
                  </a:cubicBezTo>
                  <a:close/>
                </a:path>
              </a:pathLst>
            </a:custGeom>
            <a:solidFill>
              <a:srgbClr val="F5F5F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3" name="probe-noto-emoji_u1f52c-part-20"/>
            <p:cNvSpPr/>
            <p:nvPr/>
          </p:nvSpPr>
          <p:spPr>
            <a:xfrm>
              <a:off x="464100" y="528200"/>
              <a:ext cx="420500" cy="594702"/>
            </a:xfrm>
            <a:custGeom>
              <a:avLst/>
              <a:gdLst/>
              <a:ahLst/>
              <a:cxnLst/>
              <a:rect l="0" t="0" r="r" b="b"/>
              <a:pathLst>
                <a:path w="420500" h="594702">
                  <a:moveTo>
                    <a:pt x="377000" y="403300"/>
                  </a:moveTo>
                  <a:cubicBezTo>
                    <a:pt x="391200" y="381500"/>
                    <a:pt x="425900" y="316700"/>
                    <a:pt x="417900" y="213200"/>
                  </a:cubicBezTo>
                  <a:cubicBezTo>
                    <a:pt x="405500" y="51600"/>
                    <a:pt x="275200" y="0"/>
                    <a:pt x="275200" y="0"/>
                  </a:cubicBezTo>
                  <a:lnTo>
                    <a:pt x="263600" y="20100"/>
                  </a:lnTo>
                  <a:cubicBezTo>
                    <a:pt x="369600" y="89800"/>
                    <a:pt x="435300" y="210900"/>
                    <a:pt x="318400" y="379900"/>
                  </a:cubicBezTo>
                  <a:cubicBezTo>
                    <a:pt x="318400" y="379900"/>
                    <a:pt x="251000" y="364600"/>
                    <a:pt x="179300" y="414200"/>
                  </a:cubicBezTo>
                  <a:cubicBezTo>
                    <a:pt x="108500" y="463200"/>
                    <a:pt x="87000" y="556900"/>
                    <a:pt x="0" y="594700"/>
                  </a:cubicBezTo>
                  <a:lnTo>
                    <a:pt x="62500" y="594700"/>
                  </a:lnTo>
                  <a:cubicBezTo>
                    <a:pt x="62500" y="594700"/>
                    <a:pt x="102900" y="596100"/>
                    <a:pt x="146100" y="525000"/>
                  </a:cubicBezTo>
                  <a:cubicBezTo>
                    <a:pt x="189300" y="453900"/>
                    <a:pt x="213000" y="419100"/>
                    <a:pt x="285400" y="406600"/>
                  </a:cubicBezTo>
                  <a:cubicBezTo>
                    <a:pt x="357800" y="394100"/>
                    <a:pt x="420500" y="452600"/>
                    <a:pt x="420500" y="452600"/>
                  </a:cubicBezTo>
                  <a:cubicBezTo>
                    <a:pt x="420500" y="452600"/>
                    <a:pt x="410800" y="425600"/>
                    <a:pt x="377000" y="403300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4" name="probe-noto-emoji_u1f52c-part-21"/>
            <p:cNvSpPr/>
            <p:nvPr/>
          </p:nvSpPr>
          <p:spPr>
            <a:xfrm>
              <a:off x="701200" y="401300"/>
              <a:ext cx="144600" cy="144600"/>
            </a:xfrm>
            <a:custGeom>
              <a:avLst/>
              <a:gdLst/>
              <a:ahLst/>
              <a:cxnLst/>
              <a:rect l="0" t="0" r="r" b="b"/>
              <a:pathLst>
                <a:path w="144600" h="144600">
                  <a:moveTo>
                    <a:pt x="144600" y="72300"/>
                  </a:moveTo>
                  <a:cubicBezTo>
                    <a:pt x="144600" y="73814"/>
                    <a:pt x="144552" y="75328"/>
                    <a:pt x="144457" y="76840"/>
                  </a:cubicBezTo>
                  <a:cubicBezTo>
                    <a:pt x="144362" y="78351"/>
                    <a:pt x="144220" y="79859"/>
                    <a:pt x="144030" y="81362"/>
                  </a:cubicBezTo>
                  <a:cubicBezTo>
                    <a:pt x="143840" y="82864"/>
                    <a:pt x="143603" y="84360"/>
                    <a:pt x="143319" y="85848"/>
                  </a:cubicBezTo>
                  <a:cubicBezTo>
                    <a:pt x="143036" y="87335"/>
                    <a:pt x="142705" y="88813"/>
                    <a:pt x="142329" y="90280"/>
                  </a:cubicBezTo>
                  <a:cubicBezTo>
                    <a:pt x="141952" y="91747"/>
                    <a:pt x="141529" y="93202"/>
                    <a:pt x="141061" y="94642"/>
                  </a:cubicBezTo>
                  <a:cubicBezTo>
                    <a:pt x="140593" y="96082"/>
                    <a:pt x="140080" y="97507"/>
                    <a:pt x="139523" y="98915"/>
                  </a:cubicBezTo>
                  <a:cubicBezTo>
                    <a:pt x="138965" y="100323"/>
                    <a:pt x="138364" y="101714"/>
                    <a:pt x="137719" y="103084"/>
                  </a:cubicBezTo>
                  <a:cubicBezTo>
                    <a:pt x="137074" y="104454"/>
                    <a:pt x="136387" y="105804"/>
                    <a:pt x="135657" y="107131"/>
                  </a:cubicBezTo>
                  <a:cubicBezTo>
                    <a:pt x="134927" y="108458"/>
                    <a:pt x="134156" y="109762"/>
                    <a:pt x="133345" y="111040"/>
                  </a:cubicBezTo>
                  <a:cubicBezTo>
                    <a:pt x="132533" y="112319"/>
                    <a:pt x="131682" y="113572"/>
                    <a:pt x="130792" y="114797"/>
                  </a:cubicBezTo>
                  <a:cubicBezTo>
                    <a:pt x="129902" y="116022"/>
                    <a:pt x="128973" y="117219"/>
                    <a:pt x="128008" y="118386"/>
                  </a:cubicBezTo>
                  <a:cubicBezTo>
                    <a:pt x="127043" y="119553"/>
                    <a:pt x="126041" y="120689"/>
                    <a:pt x="125004" y="121793"/>
                  </a:cubicBezTo>
                  <a:cubicBezTo>
                    <a:pt x="123968" y="122897"/>
                    <a:pt x="122897" y="123968"/>
                    <a:pt x="121793" y="125004"/>
                  </a:cubicBezTo>
                  <a:cubicBezTo>
                    <a:pt x="120689" y="126041"/>
                    <a:pt x="119553" y="127043"/>
                    <a:pt x="118386" y="128008"/>
                  </a:cubicBezTo>
                  <a:cubicBezTo>
                    <a:pt x="117219" y="128973"/>
                    <a:pt x="116022" y="129902"/>
                    <a:pt x="114797" y="130792"/>
                  </a:cubicBezTo>
                  <a:cubicBezTo>
                    <a:pt x="113572" y="131682"/>
                    <a:pt x="112319" y="132533"/>
                    <a:pt x="111040" y="133345"/>
                  </a:cubicBezTo>
                  <a:cubicBezTo>
                    <a:pt x="109762" y="134156"/>
                    <a:pt x="108458" y="134927"/>
                    <a:pt x="107131" y="135657"/>
                  </a:cubicBezTo>
                  <a:cubicBezTo>
                    <a:pt x="105804" y="136387"/>
                    <a:pt x="104454" y="137074"/>
                    <a:pt x="103084" y="137719"/>
                  </a:cubicBezTo>
                  <a:cubicBezTo>
                    <a:pt x="101714" y="138364"/>
                    <a:pt x="100323" y="138965"/>
                    <a:pt x="98915" y="139523"/>
                  </a:cubicBezTo>
                  <a:cubicBezTo>
                    <a:pt x="97507" y="140080"/>
                    <a:pt x="96082" y="140593"/>
                    <a:pt x="94642" y="141061"/>
                  </a:cubicBezTo>
                  <a:cubicBezTo>
                    <a:pt x="93202" y="141529"/>
                    <a:pt x="91747" y="141952"/>
                    <a:pt x="90280" y="142329"/>
                  </a:cubicBezTo>
                  <a:cubicBezTo>
                    <a:pt x="88813" y="142705"/>
                    <a:pt x="87335" y="143036"/>
                    <a:pt x="85848" y="143319"/>
                  </a:cubicBezTo>
                  <a:cubicBezTo>
                    <a:pt x="84360" y="143603"/>
                    <a:pt x="82864" y="143840"/>
                    <a:pt x="81362" y="144030"/>
                  </a:cubicBezTo>
                  <a:cubicBezTo>
                    <a:pt x="79859" y="144220"/>
                    <a:pt x="78351" y="144362"/>
                    <a:pt x="76840" y="144457"/>
                  </a:cubicBezTo>
                  <a:cubicBezTo>
                    <a:pt x="75328" y="144552"/>
                    <a:pt x="73814" y="144600"/>
                    <a:pt x="72300" y="144600"/>
                  </a:cubicBezTo>
                  <a:cubicBezTo>
                    <a:pt x="70786" y="144600"/>
                    <a:pt x="69272" y="144552"/>
                    <a:pt x="67760" y="144457"/>
                  </a:cubicBezTo>
                  <a:cubicBezTo>
                    <a:pt x="66249" y="144362"/>
                    <a:pt x="64741" y="144220"/>
                    <a:pt x="63238" y="144030"/>
                  </a:cubicBezTo>
                  <a:cubicBezTo>
                    <a:pt x="61736" y="143840"/>
                    <a:pt x="60240" y="143603"/>
                    <a:pt x="58752" y="143319"/>
                  </a:cubicBezTo>
                  <a:cubicBezTo>
                    <a:pt x="57265" y="143036"/>
                    <a:pt x="55787" y="142705"/>
                    <a:pt x="54320" y="142329"/>
                  </a:cubicBezTo>
                  <a:cubicBezTo>
                    <a:pt x="52853" y="141952"/>
                    <a:pt x="51398" y="141529"/>
                    <a:pt x="49958" y="141061"/>
                  </a:cubicBezTo>
                  <a:cubicBezTo>
                    <a:pt x="48518" y="140593"/>
                    <a:pt x="47093" y="140080"/>
                    <a:pt x="45685" y="139523"/>
                  </a:cubicBezTo>
                  <a:cubicBezTo>
                    <a:pt x="44277" y="138965"/>
                    <a:pt x="42886" y="138364"/>
                    <a:pt x="41516" y="137719"/>
                  </a:cubicBezTo>
                  <a:cubicBezTo>
                    <a:pt x="40146" y="137074"/>
                    <a:pt x="38796" y="136387"/>
                    <a:pt x="37469" y="135657"/>
                  </a:cubicBezTo>
                  <a:cubicBezTo>
                    <a:pt x="36142" y="134927"/>
                    <a:pt x="34838" y="134156"/>
                    <a:pt x="33560" y="133345"/>
                  </a:cubicBezTo>
                  <a:cubicBezTo>
                    <a:pt x="32281" y="132533"/>
                    <a:pt x="31028" y="131682"/>
                    <a:pt x="29803" y="130792"/>
                  </a:cubicBezTo>
                  <a:cubicBezTo>
                    <a:pt x="28578" y="129902"/>
                    <a:pt x="27381" y="128973"/>
                    <a:pt x="26214" y="128008"/>
                  </a:cubicBezTo>
                  <a:cubicBezTo>
                    <a:pt x="25047" y="127043"/>
                    <a:pt x="23911" y="126041"/>
                    <a:pt x="22807" y="125004"/>
                  </a:cubicBezTo>
                  <a:cubicBezTo>
                    <a:pt x="21703" y="123968"/>
                    <a:pt x="20632" y="122897"/>
                    <a:pt x="19596" y="121793"/>
                  </a:cubicBezTo>
                  <a:cubicBezTo>
                    <a:pt x="18559" y="120689"/>
                    <a:pt x="17557" y="119553"/>
                    <a:pt x="16592" y="118386"/>
                  </a:cubicBezTo>
                  <a:cubicBezTo>
                    <a:pt x="15627" y="117219"/>
                    <a:pt x="14698" y="116022"/>
                    <a:pt x="13808" y="114797"/>
                  </a:cubicBezTo>
                  <a:cubicBezTo>
                    <a:pt x="12918" y="113572"/>
                    <a:pt x="12067" y="112319"/>
                    <a:pt x="11255" y="111040"/>
                  </a:cubicBezTo>
                  <a:cubicBezTo>
                    <a:pt x="10444" y="109762"/>
                    <a:pt x="9673" y="108458"/>
                    <a:pt x="8943" y="107131"/>
                  </a:cubicBezTo>
                  <a:cubicBezTo>
                    <a:pt x="8213" y="105804"/>
                    <a:pt x="7526" y="104454"/>
                    <a:pt x="6881" y="103084"/>
                  </a:cubicBezTo>
                  <a:cubicBezTo>
                    <a:pt x="6236" y="101714"/>
                    <a:pt x="5635" y="100323"/>
                    <a:pt x="5077" y="98915"/>
                  </a:cubicBezTo>
                  <a:cubicBezTo>
                    <a:pt x="4520" y="97507"/>
                    <a:pt x="4007" y="96082"/>
                    <a:pt x="3539" y="94642"/>
                  </a:cubicBezTo>
                  <a:cubicBezTo>
                    <a:pt x="3071" y="93202"/>
                    <a:pt x="2648" y="91747"/>
                    <a:pt x="2271" y="90280"/>
                  </a:cubicBezTo>
                  <a:cubicBezTo>
                    <a:pt x="1895" y="88813"/>
                    <a:pt x="1564" y="87335"/>
                    <a:pt x="1281" y="85848"/>
                  </a:cubicBezTo>
                  <a:cubicBezTo>
                    <a:pt x="997" y="84360"/>
                    <a:pt x="760" y="82864"/>
                    <a:pt x="570" y="81362"/>
                  </a:cubicBezTo>
                  <a:cubicBezTo>
                    <a:pt x="380" y="79859"/>
                    <a:pt x="238" y="78351"/>
                    <a:pt x="143" y="76840"/>
                  </a:cubicBezTo>
                  <a:cubicBezTo>
                    <a:pt x="48" y="75328"/>
                    <a:pt x="0" y="73814"/>
                    <a:pt x="0" y="72300"/>
                  </a:cubicBezTo>
                  <a:cubicBezTo>
                    <a:pt x="0" y="70786"/>
                    <a:pt x="48" y="69272"/>
                    <a:pt x="143" y="67760"/>
                  </a:cubicBezTo>
                  <a:cubicBezTo>
                    <a:pt x="238" y="66249"/>
                    <a:pt x="380" y="64741"/>
                    <a:pt x="570" y="63238"/>
                  </a:cubicBezTo>
                  <a:cubicBezTo>
                    <a:pt x="760" y="61736"/>
                    <a:pt x="997" y="60240"/>
                    <a:pt x="1281" y="58752"/>
                  </a:cubicBezTo>
                  <a:cubicBezTo>
                    <a:pt x="1564" y="57265"/>
                    <a:pt x="1895" y="55787"/>
                    <a:pt x="2271" y="54320"/>
                  </a:cubicBezTo>
                  <a:cubicBezTo>
                    <a:pt x="2648" y="52853"/>
                    <a:pt x="3071" y="51398"/>
                    <a:pt x="3539" y="49958"/>
                  </a:cubicBezTo>
                  <a:cubicBezTo>
                    <a:pt x="4007" y="48518"/>
                    <a:pt x="4520" y="47093"/>
                    <a:pt x="5077" y="45685"/>
                  </a:cubicBezTo>
                  <a:cubicBezTo>
                    <a:pt x="5635" y="44277"/>
                    <a:pt x="6236" y="42886"/>
                    <a:pt x="6881" y="41516"/>
                  </a:cubicBezTo>
                  <a:cubicBezTo>
                    <a:pt x="7526" y="40146"/>
                    <a:pt x="8213" y="38796"/>
                    <a:pt x="8943" y="37469"/>
                  </a:cubicBezTo>
                  <a:cubicBezTo>
                    <a:pt x="9673" y="36142"/>
                    <a:pt x="10444" y="34838"/>
                    <a:pt x="11255" y="33560"/>
                  </a:cubicBezTo>
                  <a:cubicBezTo>
                    <a:pt x="12067" y="32281"/>
                    <a:pt x="12918" y="31028"/>
                    <a:pt x="13808" y="29803"/>
                  </a:cubicBezTo>
                  <a:cubicBezTo>
                    <a:pt x="14698" y="28578"/>
                    <a:pt x="15627" y="27381"/>
                    <a:pt x="16592" y="26214"/>
                  </a:cubicBezTo>
                  <a:cubicBezTo>
                    <a:pt x="17557" y="25047"/>
                    <a:pt x="18559" y="23911"/>
                    <a:pt x="19596" y="22807"/>
                  </a:cubicBezTo>
                  <a:cubicBezTo>
                    <a:pt x="20632" y="21703"/>
                    <a:pt x="21703" y="20632"/>
                    <a:pt x="22807" y="19596"/>
                  </a:cubicBezTo>
                  <a:cubicBezTo>
                    <a:pt x="23911" y="18559"/>
                    <a:pt x="25047" y="17557"/>
                    <a:pt x="26214" y="16592"/>
                  </a:cubicBezTo>
                  <a:cubicBezTo>
                    <a:pt x="27381" y="15627"/>
                    <a:pt x="28578" y="14698"/>
                    <a:pt x="29803" y="13808"/>
                  </a:cubicBezTo>
                  <a:cubicBezTo>
                    <a:pt x="31028" y="12918"/>
                    <a:pt x="32281" y="12067"/>
                    <a:pt x="33560" y="11255"/>
                  </a:cubicBezTo>
                  <a:cubicBezTo>
                    <a:pt x="34838" y="10444"/>
                    <a:pt x="36142" y="9673"/>
                    <a:pt x="37469" y="8943"/>
                  </a:cubicBezTo>
                  <a:cubicBezTo>
                    <a:pt x="38796" y="8213"/>
                    <a:pt x="40146" y="7526"/>
                    <a:pt x="41516" y="6881"/>
                  </a:cubicBezTo>
                  <a:cubicBezTo>
                    <a:pt x="42886" y="6236"/>
                    <a:pt x="44277" y="5635"/>
                    <a:pt x="45685" y="5077"/>
                  </a:cubicBezTo>
                  <a:cubicBezTo>
                    <a:pt x="47093" y="4520"/>
                    <a:pt x="48518" y="4007"/>
                    <a:pt x="49958" y="3539"/>
                  </a:cubicBezTo>
                  <a:cubicBezTo>
                    <a:pt x="51398" y="3071"/>
                    <a:pt x="52853" y="2648"/>
                    <a:pt x="54320" y="2271"/>
                  </a:cubicBezTo>
                  <a:cubicBezTo>
                    <a:pt x="55787" y="1895"/>
                    <a:pt x="57265" y="1564"/>
                    <a:pt x="58752" y="1281"/>
                  </a:cubicBezTo>
                  <a:cubicBezTo>
                    <a:pt x="60240" y="997"/>
                    <a:pt x="61736" y="760"/>
                    <a:pt x="63238" y="570"/>
                  </a:cubicBezTo>
                  <a:cubicBezTo>
                    <a:pt x="64741" y="380"/>
                    <a:pt x="66249" y="238"/>
                    <a:pt x="67760" y="143"/>
                  </a:cubicBezTo>
                  <a:cubicBezTo>
                    <a:pt x="69272" y="48"/>
                    <a:pt x="70786" y="0"/>
                    <a:pt x="72300" y="0"/>
                  </a:cubicBezTo>
                  <a:cubicBezTo>
                    <a:pt x="73814" y="0"/>
                    <a:pt x="75328" y="48"/>
                    <a:pt x="76840" y="143"/>
                  </a:cubicBezTo>
                  <a:cubicBezTo>
                    <a:pt x="78351" y="238"/>
                    <a:pt x="79859" y="380"/>
                    <a:pt x="81362" y="570"/>
                  </a:cubicBezTo>
                  <a:cubicBezTo>
                    <a:pt x="82864" y="760"/>
                    <a:pt x="84360" y="997"/>
                    <a:pt x="85848" y="1281"/>
                  </a:cubicBezTo>
                  <a:cubicBezTo>
                    <a:pt x="87335" y="1564"/>
                    <a:pt x="88813" y="1895"/>
                    <a:pt x="90280" y="2271"/>
                  </a:cubicBezTo>
                  <a:cubicBezTo>
                    <a:pt x="91747" y="2648"/>
                    <a:pt x="93202" y="3071"/>
                    <a:pt x="94642" y="3539"/>
                  </a:cubicBezTo>
                  <a:cubicBezTo>
                    <a:pt x="96082" y="4007"/>
                    <a:pt x="97507" y="4520"/>
                    <a:pt x="98915" y="5077"/>
                  </a:cubicBezTo>
                  <a:cubicBezTo>
                    <a:pt x="100323" y="5635"/>
                    <a:pt x="101714" y="6236"/>
                    <a:pt x="103084" y="6881"/>
                  </a:cubicBezTo>
                  <a:cubicBezTo>
                    <a:pt x="104454" y="7526"/>
                    <a:pt x="105804" y="8213"/>
                    <a:pt x="107131" y="8943"/>
                  </a:cubicBezTo>
                  <a:cubicBezTo>
                    <a:pt x="108458" y="9673"/>
                    <a:pt x="109762" y="10444"/>
                    <a:pt x="111040" y="11255"/>
                  </a:cubicBezTo>
                  <a:cubicBezTo>
                    <a:pt x="112319" y="12067"/>
                    <a:pt x="113572" y="12918"/>
                    <a:pt x="114797" y="13808"/>
                  </a:cubicBezTo>
                  <a:cubicBezTo>
                    <a:pt x="116022" y="14698"/>
                    <a:pt x="117219" y="15627"/>
                    <a:pt x="118386" y="16592"/>
                  </a:cubicBezTo>
                  <a:cubicBezTo>
                    <a:pt x="119553" y="17557"/>
                    <a:pt x="120689" y="18559"/>
                    <a:pt x="121793" y="19596"/>
                  </a:cubicBezTo>
                  <a:cubicBezTo>
                    <a:pt x="122897" y="20632"/>
                    <a:pt x="123968" y="21703"/>
                    <a:pt x="125004" y="22807"/>
                  </a:cubicBezTo>
                  <a:cubicBezTo>
                    <a:pt x="126041" y="23911"/>
                    <a:pt x="127043" y="25047"/>
                    <a:pt x="128008" y="26214"/>
                  </a:cubicBezTo>
                  <a:cubicBezTo>
                    <a:pt x="128973" y="27381"/>
                    <a:pt x="129902" y="28578"/>
                    <a:pt x="130792" y="29803"/>
                  </a:cubicBezTo>
                  <a:cubicBezTo>
                    <a:pt x="131682" y="31028"/>
                    <a:pt x="132533" y="32281"/>
                    <a:pt x="133345" y="33560"/>
                  </a:cubicBezTo>
                  <a:cubicBezTo>
                    <a:pt x="134156" y="34838"/>
                    <a:pt x="134927" y="36142"/>
                    <a:pt x="135657" y="37469"/>
                  </a:cubicBezTo>
                  <a:cubicBezTo>
                    <a:pt x="136387" y="38796"/>
                    <a:pt x="137074" y="40146"/>
                    <a:pt x="137719" y="41516"/>
                  </a:cubicBezTo>
                  <a:cubicBezTo>
                    <a:pt x="138364" y="42886"/>
                    <a:pt x="138965" y="44277"/>
                    <a:pt x="139523" y="45685"/>
                  </a:cubicBezTo>
                  <a:cubicBezTo>
                    <a:pt x="140080" y="47093"/>
                    <a:pt x="140593" y="48518"/>
                    <a:pt x="141061" y="49958"/>
                  </a:cubicBezTo>
                  <a:cubicBezTo>
                    <a:pt x="141529" y="51398"/>
                    <a:pt x="141952" y="52853"/>
                    <a:pt x="142329" y="54320"/>
                  </a:cubicBezTo>
                  <a:cubicBezTo>
                    <a:pt x="142705" y="55787"/>
                    <a:pt x="143036" y="57265"/>
                    <a:pt x="143319" y="58752"/>
                  </a:cubicBezTo>
                  <a:cubicBezTo>
                    <a:pt x="143603" y="60240"/>
                    <a:pt x="143840" y="61736"/>
                    <a:pt x="144030" y="63238"/>
                  </a:cubicBezTo>
                  <a:cubicBezTo>
                    <a:pt x="144220" y="64741"/>
                    <a:pt x="144362" y="66249"/>
                    <a:pt x="144457" y="67760"/>
                  </a:cubicBezTo>
                  <a:cubicBezTo>
                    <a:pt x="144552" y="69272"/>
                    <a:pt x="144600" y="70786"/>
                    <a:pt x="144600" y="72300"/>
                  </a:cubicBezTo>
                  <a:close/>
                </a:path>
              </a:pathLst>
            </a:custGeom>
            <a:solidFill>
              <a:srgbClr val="42424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5" name="probe-noto-emoji_u1f52c-part-22"/>
            <p:cNvSpPr/>
            <p:nvPr/>
          </p:nvSpPr>
          <p:spPr>
            <a:xfrm>
              <a:off x="739600" y="423200"/>
              <a:ext cx="98200" cy="98200"/>
            </a:xfrm>
            <a:custGeom>
              <a:avLst/>
              <a:gdLst/>
              <a:ahLst/>
              <a:cxnLst/>
              <a:rect l="0" t="0" r="r" b="b"/>
              <a:pathLst>
                <a:path w="98200" h="98200">
                  <a:moveTo>
                    <a:pt x="98200" y="49100"/>
                  </a:moveTo>
                  <a:cubicBezTo>
                    <a:pt x="98200" y="50128"/>
                    <a:pt x="98168" y="51157"/>
                    <a:pt x="98103" y="52183"/>
                  </a:cubicBezTo>
                  <a:cubicBezTo>
                    <a:pt x="98039" y="53209"/>
                    <a:pt x="97942" y="54234"/>
                    <a:pt x="97813" y="55254"/>
                  </a:cubicBezTo>
                  <a:cubicBezTo>
                    <a:pt x="97684" y="56274"/>
                    <a:pt x="97523" y="57290"/>
                    <a:pt x="97330" y="58300"/>
                  </a:cubicBezTo>
                  <a:cubicBezTo>
                    <a:pt x="97138" y="59311"/>
                    <a:pt x="96913" y="60315"/>
                    <a:pt x="96657" y="61311"/>
                  </a:cubicBezTo>
                  <a:cubicBezTo>
                    <a:pt x="96402" y="62307"/>
                    <a:pt x="96115" y="63295"/>
                    <a:pt x="95797" y="64273"/>
                  </a:cubicBezTo>
                  <a:cubicBezTo>
                    <a:pt x="95479" y="65251"/>
                    <a:pt x="95131" y="66219"/>
                    <a:pt x="94752" y="67175"/>
                  </a:cubicBezTo>
                  <a:cubicBezTo>
                    <a:pt x="94373" y="68131"/>
                    <a:pt x="93965" y="69075"/>
                    <a:pt x="93527" y="70006"/>
                  </a:cubicBezTo>
                  <a:cubicBezTo>
                    <a:pt x="93089" y="70936"/>
                    <a:pt x="92622" y="71853"/>
                    <a:pt x="92127" y="72754"/>
                  </a:cubicBezTo>
                  <a:cubicBezTo>
                    <a:pt x="91631" y="73655"/>
                    <a:pt x="91108" y="74541"/>
                    <a:pt x="90557" y="75409"/>
                  </a:cubicBezTo>
                  <a:cubicBezTo>
                    <a:pt x="90005" y="76277"/>
                    <a:pt x="89427" y="77128"/>
                    <a:pt x="88823" y="77960"/>
                  </a:cubicBezTo>
                  <a:cubicBezTo>
                    <a:pt x="88218" y="78792"/>
                    <a:pt x="87588" y="79605"/>
                    <a:pt x="86932" y="80398"/>
                  </a:cubicBezTo>
                  <a:cubicBezTo>
                    <a:pt x="86277" y="81190"/>
                    <a:pt x="85596" y="81962"/>
                    <a:pt x="84892" y="82711"/>
                  </a:cubicBezTo>
                  <a:cubicBezTo>
                    <a:pt x="84188" y="83461"/>
                    <a:pt x="83461" y="84188"/>
                    <a:pt x="82711" y="84892"/>
                  </a:cubicBezTo>
                  <a:cubicBezTo>
                    <a:pt x="81962" y="85596"/>
                    <a:pt x="81190" y="86277"/>
                    <a:pt x="80398" y="86932"/>
                  </a:cubicBezTo>
                  <a:cubicBezTo>
                    <a:pt x="79605" y="87588"/>
                    <a:pt x="78792" y="88218"/>
                    <a:pt x="77960" y="88823"/>
                  </a:cubicBezTo>
                  <a:cubicBezTo>
                    <a:pt x="77128" y="89427"/>
                    <a:pt x="76277" y="90005"/>
                    <a:pt x="75409" y="90557"/>
                  </a:cubicBezTo>
                  <a:cubicBezTo>
                    <a:pt x="74541" y="91108"/>
                    <a:pt x="73655" y="91631"/>
                    <a:pt x="72754" y="92127"/>
                  </a:cubicBezTo>
                  <a:cubicBezTo>
                    <a:pt x="71853" y="92622"/>
                    <a:pt x="70936" y="93089"/>
                    <a:pt x="70006" y="93527"/>
                  </a:cubicBezTo>
                  <a:cubicBezTo>
                    <a:pt x="69075" y="93965"/>
                    <a:pt x="68131" y="94373"/>
                    <a:pt x="67175" y="94752"/>
                  </a:cubicBezTo>
                  <a:cubicBezTo>
                    <a:pt x="66219" y="95131"/>
                    <a:pt x="65251" y="95479"/>
                    <a:pt x="64273" y="95797"/>
                  </a:cubicBezTo>
                  <a:cubicBezTo>
                    <a:pt x="63295" y="96115"/>
                    <a:pt x="62307" y="96402"/>
                    <a:pt x="61311" y="96657"/>
                  </a:cubicBezTo>
                  <a:cubicBezTo>
                    <a:pt x="60315" y="96913"/>
                    <a:pt x="59311" y="97138"/>
                    <a:pt x="58300" y="97330"/>
                  </a:cubicBezTo>
                  <a:cubicBezTo>
                    <a:pt x="57290" y="97523"/>
                    <a:pt x="56274" y="97684"/>
                    <a:pt x="55254" y="97813"/>
                  </a:cubicBezTo>
                  <a:cubicBezTo>
                    <a:pt x="54234" y="97942"/>
                    <a:pt x="53209" y="98039"/>
                    <a:pt x="52183" y="98103"/>
                  </a:cubicBezTo>
                  <a:cubicBezTo>
                    <a:pt x="51157" y="98168"/>
                    <a:pt x="50128" y="98200"/>
                    <a:pt x="49100" y="98200"/>
                  </a:cubicBezTo>
                  <a:cubicBezTo>
                    <a:pt x="48072" y="98200"/>
                    <a:pt x="47043" y="98168"/>
                    <a:pt x="46017" y="98103"/>
                  </a:cubicBezTo>
                  <a:cubicBezTo>
                    <a:pt x="44991" y="98039"/>
                    <a:pt x="43966" y="97942"/>
                    <a:pt x="42946" y="97813"/>
                  </a:cubicBezTo>
                  <a:cubicBezTo>
                    <a:pt x="41926" y="97684"/>
                    <a:pt x="40910" y="97523"/>
                    <a:pt x="39900" y="97330"/>
                  </a:cubicBezTo>
                  <a:cubicBezTo>
                    <a:pt x="38889" y="97138"/>
                    <a:pt x="37885" y="96913"/>
                    <a:pt x="36889" y="96657"/>
                  </a:cubicBezTo>
                  <a:cubicBezTo>
                    <a:pt x="35893" y="96402"/>
                    <a:pt x="34905" y="96115"/>
                    <a:pt x="33927" y="95797"/>
                  </a:cubicBezTo>
                  <a:cubicBezTo>
                    <a:pt x="32949" y="95479"/>
                    <a:pt x="31981" y="95131"/>
                    <a:pt x="31025" y="94752"/>
                  </a:cubicBezTo>
                  <a:cubicBezTo>
                    <a:pt x="30069" y="94373"/>
                    <a:pt x="29125" y="93965"/>
                    <a:pt x="28194" y="93527"/>
                  </a:cubicBezTo>
                  <a:cubicBezTo>
                    <a:pt x="27264" y="93089"/>
                    <a:pt x="26347" y="92622"/>
                    <a:pt x="25446" y="92127"/>
                  </a:cubicBezTo>
                  <a:cubicBezTo>
                    <a:pt x="24545" y="91631"/>
                    <a:pt x="23659" y="91108"/>
                    <a:pt x="22791" y="90557"/>
                  </a:cubicBezTo>
                  <a:cubicBezTo>
                    <a:pt x="21923" y="90005"/>
                    <a:pt x="21072" y="89427"/>
                    <a:pt x="20240" y="88823"/>
                  </a:cubicBezTo>
                  <a:cubicBezTo>
                    <a:pt x="19408" y="88218"/>
                    <a:pt x="18595" y="87588"/>
                    <a:pt x="17802" y="86932"/>
                  </a:cubicBezTo>
                  <a:cubicBezTo>
                    <a:pt x="17010" y="86277"/>
                    <a:pt x="16238" y="85596"/>
                    <a:pt x="15489" y="84892"/>
                  </a:cubicBezTo>
                  <a:cubicBezTo>
                    <a:pt x="14739" y="84188"/>
                    <a:pt x="14012" y="83461"/>
                    <a:pt x="13308" y="82711"/>
                  </a:cubicBezTo>
                  <a:cubicBezTo>
                    <a:pt x="12604" y="81962"/>
                    <a:pt x="11923" y="81190"/>
                    <a:pt x="11268" y="80398"/>
                  </a:cubicBezTo>
                  <a:cubicBezTo>
                    <a:pt x="10612" y="79605"/>
                    <a:pt x="9982" y="78792"/>
                    <a:pt x="9377" y="77960"/>
                  </a:cubicBezTo>
                  <a:cubicBezTo>
                    <a:pt x="8773" y="77128"/>
                    <a:pt x="8195" y="76277"/>
                    <a:pt x="7643" y="75409"/>
                  </a:cubicBezTo>
                  <a:cubicBezTo>
                    <a:pt x="7092" y="74541"/>
                    <a:pt x="6569" y="73655"/>
                    <a:pt x="6073" y="72754"/>
                  </a:cubicBezTo>
                  <a:cubicBezTo>
                    <a:pt x="5578" y="71853"/>
                    <a:pt x="5111" y="70936"/>
                    <a:pt x="4673" y="70006"/>
                  </a:cubicBezTo>
                  <a:cubicBezTo>
                    <a:pt x="4235" y="69075"/>
                    <a:pt x="3827" y="68131"/>
                    <a:pt x="3448" y="67175"/>
                  </a:cubicBezTo>
                  <a:cubicBezTo>
                    <a:pt x="3069" y="66219"/>
                    <a:pt x="2721" y="65251"/>
                    <a:pt x="2403" y="64273"/>
                  </a:cubicBezTo>
                  <a:cubicBezTo>
                    <a:pt x="2085" y="63295"/>
                    <a:pt x="1798" y="62307"/>
                    <a:pt x="1543" y="61311"/>
                  </a:cubicBezTo>
                  <a:cubicBezTo>
                    <a:pt x="1287" y="60315"/>
                    <a:pt x="1062" y="59311"/>
                    <a:pt x="870" y="58300"/>
                  </a:cubicBezTo>
                  <a:cubicBezTo>
                    <a:pt x="677" y="57290"/>
                    <a:pt x="516" y="56274"/>
                    <a:pt x="387" y="55254"/>
                  </a:cubicBezTo>
                  <a:cubicBezTo>
                    <a:pt x="258" y="54234"/>
                    <a:pt x="161" y="53209"/>
                    <a:pt x="97" y="52183"/>
                  </a:cubicBezTo>
                  <a:cubicBezTo>
                    <a:pt x="32" y="51157"/>
                    <a:pt x="0" y="50128"/>
                    <a:pt x="0" y="49100"/>
                  </a:cubicBezTo>
                  <a:cubicBezTo>
                    <a:pt x="0" y="48072"/>
                    <a:pt x="32" y="47043"/>
                    <a:pt x="97" y="46017"/>
                  </a:cubicBezTo>
                  <a:cubicBezTo>
                    <a:pt x="161" y="44991"/>
                    <a:pt x="258" y="43966"/>
                    <a:pt x="387" y="42946"/>
                  </a:cubicBezTo>
                  <a:cubicBezTo>
                    <a:pt x="516" y="41926"/>
                    <a:pt x="677" y="40910"/>
                    <a:pt x="870" y="39900"/>
                  </a:cubicBezTo>
                  <a:cubicBezTo>
                    <a:pt x="1062" y="38889"/>
                    <a:pt x="1287" y="37885"/>
                    <a:pt x="1543" y="36889"/>
                  </a:cubicBezTo>
                  <a:cubicBezTo>
                    <a:pt x="1798" y="35893"/>
                    <a:pt x="2085" y="34905"/>
                    <a:pt x="2403" y="33927"/>
                  </a:cubicBezTo>
                  <a:cubicBezTo>
                    <a:pt x="2721" y="32949"/>
                    <a:pt x="3069" y="31981"/>
                    <a:pt x="3448" y="31025"/>
                  </a:cubicBezTo>
                  <a:cubicBezTo>
                    <a:pt x="3827" y="30069"/>
                    <a:pt x="4235" y="29125"/>
                    <a:pt x="4673" y="28194"/>
                  </a:cubicBezTo>
                  <a:cubicBezTo>
                    <a:pt x="5111" y="27264"/>
                    <a:pt x="5578" y="26347"/>
                    <a:pt x="6073" y="25446"/>
                  </a:cubicBezTo>
                  <a:cubicBezTo>
                    <a:pt x="6569" y="24545"/>
                    <a:pt x="7092" y="23659"/>
                    <a:pt x="7643" y="22791"/>
                  </a:cubicBezTo>
                  <a:cubicBezTo>
                    <a:pt x="8195" y="21923"/>
                    <a:pt x="8773" y="21072"/>
                    <a:pt x="9377" y="20240"/>
                  </a:cubicBezTo>
                  <a:cubicBezTo>
                    <a:pt x="9982" y="19408"/>
                    <a:pt x="10612" y="18595"/>
                    <a:pt x="11268" y="17802"/>
                  </a:cubicBezTo>
                  <a:cubicBezTo>
                    <a:pt x="11923" y="17010"/>
                    <a:pt x="12604" y="16238"/>
                    <a:pt x="13308" y="15489"/>
                  </a:cubicBezTo>
                  <a:cubicBezTo>
                    <a:pt x="14012" y="14739"/>
                    <a:pt x="14739" y="14012"/>
                    <a:pt x="15489" y="13308"/>
                  </a:cubicBezTo>
                  <a:cubicBezTo>
                    <a:pt x="16238" y="12604"/>
                    <a:pt x="17010" y="11923"/>
                    <a:pt x="17802" y="11268"/>
                  </a:cubicBezTo>
                  <a:cubicBezTo>
                    <a:pt x="18595" y="10612"/>
                    <a:pt x="19408" y="9982"/>
                    <a:pt x="20240" y="9377"/>
                  </a:cubicBezTo>
                  <a:cubicBezTo>
                    <a:pt x="21072" y="8773"/>
                    <a:pt x="21923" y="8195"/>
                    <a:pt x="22791" y="7643"/>
                  </a:cubicBezTo>
                  <a:cubicBezTo>
                    <a:pt x="23659" y="7092"/>
                    <a:pt x="24545" y="6569"/>
                    <a:pt x="25446" y="6073"/>
                  </a:cubicBezTo>
                  <a:cubicBezTo>
                    <a:pt x="26347" y="5578"/>
                    <a:pt x="27264" y="5111"/>
                    <a:pt x="28194" y="4673"/>
                  </a:cubicBezTo>
                  <a:cubicBezTo>
                    <a:pt x="29125" y="4235"/>
                    <a:pt x="30069" y="3827"/>
                    <a:pt x="31025" y="3448"/>
                  </a:cubicBezTo>
                  <a:cubicBezTo>
                    <a:pt x="31981" y="3069"/>
                    <a:pt x="32949" y="2721"/>
                    <a:pt x="33927" y="2403"/>
                  </a:cubicBezTo>
                  <a:cubicBezTo>
                    <a:pt x="34905" y="2085"/>
                    <a:pt x="35893" y="1798"/>
                    <a:pt x="36889" y="1543"/>
                  </a:cubicBezTo>
                  <a:cubicBezTo>
                    <a:pt x="37885" y="1287"/>
                    <a:pt x="38889" y="1062"/>
                    <a:pt x="39900" y="870"/>
                  </a:cubicBezTo>
                  <a:cubicBezTo>
                    <a:pt x="40910" y="677"/>
                    <a:pt x="41926" y="516"/>
                    <a:pt x="42946" y="387"/>
                  </a:cubicBezTo>
                  <a:cubicBezTo>
                    <a:pt x="43966" y="258"/>
                    <a:pt x="44991" y="161"/>
                    <a:pt x="46017" y="97"/>
                  </a:cubicBezTo>
                  <a:cubicBezTo>
                    <a:pt x="47043" y="32"/>
                    <a:pt x="48072" y="0"/>
                    <a:pt x="49100" y="0"/>
                  </a:cubicBezTo>
                  <a:cubicBezTo>
                    <a:pt x="50128" y="0"/>
                    <a:pt x="51157" y="32"/>
                    <a:pt x="52183" y="97"/>
                  </a:cubicBezTo>
                  <a:cubicBezTo>
                    <a:pt x="53209" y="161"/>
                    <a:pt x="54234" y="258"/>
                    <a:pt x="55254" y="387"/>
                  </a:cubicBezTo>
                  <a:cubicBezTo>
                    <a:pt x="56274" y="516"/>
                    <a:pt x="57290" y="677"/>
                    <a:pt x="58300" y="870"/>
                  </a:cubicBezTo>
                  <a:cubicBezTo>
                    <a:pt x="59311" y="1062"/>
                    <a:pt x="60315" y="1287"/>
                    <a:pt x="61311" y="1543"/>
                  </a:cubicBezTo>
                  <a:cubicBezTo>
                    <a:pt x="62307" y="1798"/>
                    <a:pt x="63295" y="2085"/>
                    <a:pt x="64273" y="2403"/>
                  </a:cubicBezTo>
                  <a:cubicBezTo>
                    <a:pt x="65251" y="2721"/>
                    <a:pt x="66219" y="3069"/>
                    <a:pt x="67175" y="3448"/>
                  </a:cubicBezTo>
                  <a:cubicBezTo>
                    <a:pt x="68131" y="3827"/>
                    <a:pt x="69075" y="4235"/>
                    <a:pt x="70006" y="4673"/>
                  </a:cubicBezTo>
                  <a:cubicBezTo>
                    <a:pt x="70936" y="5111"/>
                    <a:pt x="71853" y="5578"/>
                    <a:pt x="72754" y="6073"/>
                  </a:cubicBezTo>
                  <a:cubicBezTo>
                    <a:pt x="73655" y="6569"/>
                    <a:pt x="74541" y="7092"/>
                    <a:pt x="75409" y="7643"/>
                  </a:cubicBezTo>
                  <a:cubicBezTo>
                    <a:pt x="76277" y="8195"/>
                    <a:pt x="77128" y="8773"/>
                    <a:pt x="77960" y="9377"/>
                  </a:cubicBezTo>
                  <a:cubicBezTo>
                    <a:pt x="78792" y="9982"/>
                    <a:pt x="79605" y="10612"/>
                    <a:pt x="80398" y="11268"/>
                  </a:cubicBezTo>
                  <a:cubicBezTo>
                    <a:pt x="81190" y="11923"/>
                    <a:pt x="81962" y="12604"/>
                    <a:pt x="82711" y="13308"/>
                  </a:cubicBezTo>
                  <a:cubicBezTo>
                    <a:pt x="83461" y="14012"/>
                    <a:pt x="84188" y="14739"/>
                    <a:pt x="84892" y="15489"/>
                  </a:cubicBezTo>
                  <a:cubicBezTo>
                    <a:pt x="85596" y="16238"/>
                    <a:pt x="86277" y="17010"/>
                    <a:pt x="86932" y="17802"/>
                  </a:cubicBezTo>
                  <a:cubicBezTo>
                    <a:pt x="87588" y="18595"/>
                    <a:pt x="88218" y="19408"/>
                    <a:pt x="88823" y="20240"/>
                  </a:cubicBezTo>
                  <a:cubicBezTo>
                    <a:pt x="89427" y="21072"/>
                    <a:pt x="90005" y="21923"/>
                    <a:pt x="90557" y="22791"/>
                  </a:cubicBezTo>
                  <a:cubicBezTo>
                    <a:pt x="91108" y="23659"/>
                    <a:pt x="91631" y="24545"/>
                    <a:pt x="92127" y="25446"/>
                  </a:cubicBezTo>
                  <a:cubicBezTo>
                    <a:pt x="92622" y="26347"/>
                    <a:pt x="93089" y="27264"/>
                    <a:pt x="93527" y="28194"/>
                  </a:cubicBezTo>
                  <a:cubicBezTo>
                    <a:pt x="93965" y="29125"/>
                    <a:pt x="94373" y="30069"/>
                    <a:pt x="94752" y="31025"/>
                  </a:cubicBezTo>
                  <a:cubicBezTo>
                    <a:pt x="95131" y="31981"/>
                    <a:pt x="95479" y="32949"/>
                    <a:pt x="95797" y="33927"/>
                  </a:cubicBezTo>
                  <a:cubicBezTo>
                    <a:pt x="96115" y="34905"/>
                    <a:pt x="96402" y="35893"/>
                    <a:pt x="96657" y="36889"/>
                  </a:cubicBezTo>
                  <a:cubicBezTo>
                    <a:pt x="96913" y="37885"/>
                    <a:pt x="97138" y="38889"/>
                    <a:pt x="97330" y="39900"/>
                  </a:cubicBezTo>
                  <a:cubicBezTo>
                    <a:pt x="97523" y="40910"/>
                    <a:pt x="97684" y="41926"/>
                    <a:pt x="97813" y="42946"/>
                  </a:cubicBezTo>
                  <a:cubicBezTo>
                    <a:pt x="97942" y="43966"/>
                    <a:pt x="98039" y="44991"/>
                    <a:pt x="98103" y="46017"/>
                  </a:cubicBezTo>
                  <a:cubicBezTo>
                    <a:pt x="98168" y="47043"/>
                    <a:pt x="98200" y="48072"/>
                    <a:pt x="98200" y="49100"/>
                  </a:cubicBezTo>
                  <a:close/>
                </a:path>
              </a:pathLst>
            </a:custGeom>
            <a:solidFill>
              <a:srgbClr val="BDBDB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6" name="probe-noto-emoji_u1f52c-part-23"/>
            <p:cNvSpPr/>
            <p:nvPr/>
          </p:nvSpPr>
          <p:spPr>
            <a:xfrm>
              <a:off x="708903" y="414700"/>
              <a:ext cx="45297" cy="83400"/>
            </a:xfrm>
            <a:custGeom>
              <a:avLst/>
              <a:gdLst/>
              <a:ahLst/>
              <a:cxnLst/>
              <a:rect l="0" t="0" r="r" b="b"/>
              <a:pathLst>
                <a:path w="45297" h="83400">
                  <a:moveTo>
                    <a:pt x="45297" y="10400"/>
                  </a:moveTo>
                  <a:cubicBezTo>
                    <a:pt x="8097" y="34800"/>
                    <a:pt x="25997" y="79200"/>
                    <a:pt x="25997" y="79200"/>
                  </a:cubicBezTo>
                  <a:lnTo>
                    <a:pt x="7797" y="83400"/>
                  </a:lnTo>
                  <a:cubicBezTo>
                    <a:pt x="-1403" y="68800"/>
                    <a:pt x="-2003" y="49100"/>
                    <a:pt x="3597" y="33000"/>
                  </a:cubicBezTo>
                  <a:cubicBezTo>
                    <a:pt x="8397" y="19600"/>
                    <a:pt x="16297" y="8600"/>
                    <a:pt x="35697" y="0"/>
                  </a:cubicBezTo>
                  <a:lnTo>
                    <a:pt x="45297" y="10400"/>
                  </a:lnTo>
                  <a:close/>
                </a:path>
              </a:pathLst>
            </a:custGeom>
            <a:solidFill>
              <a:srgbClr val="7575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7" name="probe-noto-emoji_u1f52c-part-24"/>
            <p:cNvSpPr/>
            <p:nvPr/>
          </p:nvSpPr>
          <p:spPr>
            <a:xfrm>
              <a:off x="706800" y="86665"/>
              <a:ext cx="92900" cy="123835"/>
            </a:xfrm>
            <a:custGeom>
              <a:avLst/>
              <a:gdLst/>
              <a:ahLst/>
              <a:cxnLst/>
              <a:rect l="0" t="0" r="r" b="b"/>
              <a:pathLst>
                <a:path w="92900" h="123835">
                  <a:moveTo>
                    <a:pt x="59100" y="635"/>
                  </a:moveTo>
                  <a:lnTo>
                    <a:pt x="0" y="111735"/>
                  </a:lnTo>
                  <a:lnTo>
                    <a:pt x="30700" y="123835"/>
                  </a:lnTo>
                  <a:lnTo>
                    <a:pt x="92900" y="9635"/>
                  </a:lnTo>
                  <a:cubicBezTo>
                    <a:pt x="70000" y="-3565"/>
                    <a:pt x="59100" y="635"/>
                    <a:pt x="59100" y="635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8" name="probe-noto-emoji_u1f52c-part-25"/>
            <p:cNvSpPr/>
            <p:nvPr/>
          </p:nvSpPr>
          <p:spPr>
            <a:xfrm>
              <a:off x="529400" y="804000"/>
              <a:ext cx="43400" cy="13800"/>
            </a:xfrm>
            <a:custGeom>
              <a:avLst/>
              <a:gdLst/>
              <a:ahLst/>
              <a:cxnLst/>
              <a:rect l="0" t="0" r="r" b="b"/>
              <a:pathLst>
                <a:path w="43400" h="13800">
                  <a:moveTo>
                    <a:pt x="43400" y="6900"/>
                  </a:moveTo>
                  <a:cubicBezTo>
                    <a:pt x="43400" y="7045"/>
                    <a:pt x="43386" y="7189"/>
                    <a:pt x="43357" y="7333"/>
                  </a:cubicBezTo>
                  <a:cubicBezTo>
                    <a:pt x="43329" y="7477"/>
                    <a:pt x="43286" y="7621"/>
                    <a:pt x="43229" y="7765"/>
                  </a:cubicBezTo>
                  <a:cubicBezTo>
                    <a:pt x="43172" y="7908"/>
                    <a:pt x="43101" y="8051"/>
                    <a:pt x="43016" y="8193"/>
                  </a:cubicBezTo>
                  <a:cubicBezTo>
                    <a:pt x="42930" y="8335"/>
                    <a:pt x="42831" y="8476"/>
                    <a:pt x="42718" y="8616"/>
                  </a:cubicBezTo>
                  <a:cubicBezTo>
                    <a:pt x="42605" y="8756"/>
                    <a:pt x="42478" y="8895"/>
                    <a:pt x="42338" y="9032"/>
                  </a:cubicBezTo>
                  <a:cubicBezTo>
                    <a:pt x="42197" y="9170"/>
                    <a:pt x="42043" y="9306"/>
                    <a:pt x="41876" y="9440"/>
                  </a:cubicBezTo>
                  <a:cubicBezTo>
                    <a:pt x="41709" y="9574"/>
                    <a:pt x="41528" y="9707"/>
                    <a:pt x="41335" y="9838"/>
                  </a:cubicBezTo>
                  <a:cubicBezTo>
                    <a:pt x="41141" y="9969"/>
                    <a:pt x="40935" y="10097"/>
                    <a:pt x="40716" y="10224"/>
                  </a:cubicBezTo>
                  <a:cubicBezTo>
                    <a:pt x="40497" y="10351"/>
                    <a:pt x="40265" y="10475"/>
                    <a:pt x="40022" y="10597"/>
                  </a:cubicBezTo>
                  <a:cubicBezTo>
                    <a:pt x="39778" y="10719"/>
                    <a:pt x="39523" y="10839"/>
                    <a:pt x="39256" y="10956"/>
                  </a:cubicBezTo>
                  <a:cubicBezTo>
                    <a:pt x="38989" y="11073"/>
                    <a:pt x="38710" y="11187"/>
                    <a:pt x="38420" y="11298"/>
                  </a:cubicBezTo>
                  <a:cubicBezTo>
                    <a:pt x="38130" y="11410"/>
                    <a:pt x="37830" y="11518"/>
                    <a:pt x="37519" y="11623"/>
                  </a:cubicBezTo>
                  <a:cubicBezTo>
                    <a:pt x="37207" y="11729"/>
                    <a:pt x="36886" y="11831"/>
                    <a:pt x="36555" y="11930"/>
                  </a:cubicBezTo>
                  <a:cubicBezTo>
                    <a:pt x="36223" y="12029"/>
                    <a:pt x="35882" y="12124"/>
                    <a:pt x="35532" y="12217"/>
                  </a:cubicBezTo>
                  <a:cubicBezTo>
                    <a:pt x="35182" y="12309"/>
                    <a:pt x="34823" y="12397"/>
                    <a:pt x="34455" y="12482"/>
                  </a:cubicBezTo>
                  <a:cubicBezTo>
                    <a:pt x="34087" y="12567"/>
                    <a:pt x="33711" y="12648"/>
                    <a:pt x="33327" y="12726"/>
                  </a:cubicBezTo>
                  <a:cubicBezTo>
                    <a:pt x="32944" y="12803"/>
                    <a:pt x="32552" y="12877"/>
                    <a:pt x="32154" y="12947"/>
                  </a:cubicBezTo>
                  <a:cubicBezTo>
                    <a:pt x="31756" y="13016"/>
                    <a:pt x="31351" y="13082"/>
                    <a:pt x="30939" y="13143"/>
                  </a:cubicBezTo>
                  <a:cubicBezTo>
                    <a:pt x="30528" y="13205"/>
                    <a:pt x="30111" y="13262"/>
                    <a:pt x="29688" y="13315"/>
                  </a:cubicBezTo>
                  <a:cubicBezTo>
                    <a:pt x="29266" y="13369"/>
                    <a:pt x="28838" y="13418"/>
                    <a:pt x="28406" y="13462"/>
                  </a:cubicBezTo>
                  <a:cubicBezTo>
                    <a:pt x="27973" y="13507"/>
                    <a:pt x="27537" y="13547"/>
                    <a:pt x="27097" y="13583"/>
                  </a:cubicBezTo>
                  <a:cubicBezTo>
                    <a:pt x="26656" y="13619"/>
                    <a:pt x="26213" y="13651"/>
                    <a:pt x="25766" y="13678"/>
                  </a:cubicBezTo>
                  <a:cubicBezTo>
                    <a:pt x="25320" y="13705"/>
                    <a:pt x="24871" y="13727"/>
                    <a:pt x="24420" y="13746"/>
                  </a:cubicBezTo>
                  <a:cubicBezTo>
                    <a:pt x="23969" y="13764"/>
                    <a:pt x="23516" y="13777"/>
                    <a:pt x="23063" y="13786"/>
                  </a:cubicBezTo>
                  <a:cubicBezTo>
                    <a:pt x="22609" y="13795"/>
                    <a:pt x="22155" y="13800"/>
                    <a:pt x="21700" y="13800"/>
                  </a:cubicBezTo>
                  <a:cubicBezTo>
                    <a:pt x="21245" y="13800"/>
                    <a:pt x="20791" y="13795"/>
                    <a:pt x="20337" y="13786"/>
                  </a:cubicBezTo>
                  <a:cubicBezTo>
                    <a:pt x="19884" y="13777"/>
                    <a:pt x="19431" y="13764"/>
                    <a:pt x="18980" y="13746"/>
                  </a:cubicBezTo>
                  <a:cubicBezTo>
                    <a:pt x="18529" y="13727"/>
                    <a:pt x="18080" y="13705"/>
                    <a:pt x="17634" y="13678"/>
                  </a:cubicBezTo>
                  <a:cubicBezTo>
                    <a:pt x="17187" y="13651"/>
                    <a:pt x="16744" y="13619"/>
                    <a:pt x="16303" y="13583"/>
                  </a:cubicBezTo>
                  <a:cubicBezTo>
                    <a:pt x="15863" y="13547"/>
                    <a:pt x="15427" y="13507"/>
                    <a:pt x="14994" y="13462"/>
                  </a:cubicBezTo>
                  <a:cubicBezTo>
                    <a:pt x="14562" y="13418"/>
                    <a:pt x="14134" y="13369"/>
                    <a:pt x="13712" y="13315"/>
                  </a:cubicBezTo>
                  <a:cubicBezTo>
                    <a:pt x="13289" y="13262"/>
                    <a:pt x="12872" y="13205"/>
                    <a:pt x="12461" y="13143"/>
                  </a:cubicBezTo>
                  <a:cubicBezTo>
                    <a:pt x="12049" y="13082"/>
                    <a:pt x="11644" y="13016"/>
                    <a:pt x="11246" y="12947"/>
                  </a:cubicBezTo>
                  <a:cubicBezTo>
                    <a:pt x="10848" y="12877"/>
                    <a:pt x="10456" y="12803"/>
                    <a:pt x="10073" y="12726"/>
                  </a:cubicBezTo>
                  <a:cubicBezTo>
                    <a:pt x="9689" y="12648"/>
                    <a:pt x="9313" y="12567"/>
                    <a:pt x="8945" y="12482"/>
                  </a:cubicBezTo>
                  <a:cubicBezTo>
                    <a:pt x="8577" y="12397"/>
                    <a:pt x="8218" y="12309"/>
                    <a:pt x="7868" y="12217"/>
                  </a:cubicBezTo>
                  <a:cubicBezTo>
                    <a:pt x="7518" y="12124"/>
                    <a:pt x="7177" y="12029"/>
                    <a:pt x="6845" y="11930"/>
                  </a:cubicBezTo>
                  <a:cubicBezTo>
                    <a:pt x="6514" y="11831"/>
                    <a:pt x="6193" y="11729"/>
                    <a:pt x="5881" y="11623"/>
                  </a:cubicBezTo>
                  <a:cubicBezTo>
                    <a:pt x="5570" y="11518"/>
                    <a:pt x="5270" y="11410"/>
                    <a:pt x="4980" y="11298"/>
                  </a:cubicBezTo>
                  <a:cubicBezTo>
                    <a:pt x="4690" y="11187"/>
                    <a:pt x="4411" y="11073"/>
                    <a:pt x="4144" y="10956"/>
                  </a:cubicBezTo>
                  <a:cubicBezTo>
                    <a:pt x="3877" y="10839"/>
                    <a:pt x="3622" y="10719"/>
                    <a:pt x="3378" y="10597"/>
                  </a:cubicBezTo>
                  <a:cubicBezTo>
                    <a:pt x="3135" y="10475"/>
                    <a:pt x="2903" y="10351"/>
                    <a:pt x="2684" y="10224"/>
                  </a:cubicBezTo>
                  <a:cubicBezTo>
                    <a:pt x="2465" y="10097"/>
                    <a:pt x="2259" y="9969"/>
                    <a:pt x="2065" y="9838"/>
                  </a:cubicBezTo>
                  <a:cubicBezTo>
                    <a:pt x="1872" y="9707"/>
                    <a:pt x="1691" y="9574"/>
                    <a:pt x="1524" y="9440"/>
                  </a:cubicBezTo>
                  <a:cubicBezTo>
                    <a:pt x="1357" y="9306"/>
                    <a:pt x="1203" y="9170"/>
                    <a:pt x="1062" y="9032"/>
                  </a:cubicBezTo>
                  <a:cubicBezTo>
                    <a:pt x="922" y="8895"/>
                    <a:pt x="795" y="8756"/>
                    <a:pt x="682" y="8616"/>
                  </a:cubicBezTo>
                  <a:cubicBezTo>
                    <a:pt x="569" y="8476"/>
                    <a:pt x="470" y="8335"/>
                    <a:pt x="384" y="8193"/>
                  </a:cubicBezTo>
                  <a:cubicBezTo>
                    <a:pt x="299" y="8051"/>
                    <a:pt x="228" y="7908"/>
                    <a:pt x="171" y="7765"/>
                  </a:cubicBezTo>
                  <a:cubicBezTo>
                    <a:pt x="114" y="7621"/>
                    <a:pt x="71" y="7477"/>
                    <a:pt x="43" y="7333"/>
                  </a:cubicBezTo>
                  <a:cubicBezTo>
                    <a:pt x="14" y="7189"/>
                    <a:pt x="0" y="7045"/>
                    <a:pt x="0" y="6900"/>
                  </a:cubicBezTo>
                  <a:cubicBezTo>
                    <a:pt x="0" y="6755"/>
                    <a:pt x="14" y="6611"/>
                    <a:pt x="43" y="6467"/>
                  </a:cubicBezTo>
                  <a:cubicBezTo>
                    <a:pt x="71" y="6323"/>
                    <a:pt x="114" y="6179"/>
                    <a:pt x="171" y="6035"/>
                  </a:cubicBezTo>
                  <a:cubicBezTo>
                    <a:pt x="228" y="5892"/>
                    <a:pt x="299" y="5749"/>
                    <a:pt x="384" y="5607"/>
                  </a:cubicBezTo>
                  <a:cubicBezTo>
                    <a:pt x="470" y="5465"/>
                    <a:pt x="569" y="5324"/>
                    <a:pt x="682" y="5184"/>
                  </a:cubicBezTo>
                  <a:cubicBezTo>
                    <a:pt x="795" y="5044"/>
                    <a:pt x="922" y="4905"/>
                    <a:pt x="1062" y="4768"/>
                  </a:cubicBezTo>
                  <a:cubicBezTo>
                    <a:pt x="1203" y="4630"/>
                    <a:pt x="1357" y="4494"/>
                    <a:pt x="1524" y="4360"/>
                  </a:cubicBezTo>
                  <a:cubicBezTo>
                    <a:pt x="1691" y="4226"/>
                    <a:pt x="1872" y="4093"/>
                    <a:pt x="2065" y="3962"/>
                  </a:cubicBezTo>
                  <a:cubicBezTo>
                    <a:pt x="2259" y="3831"/>
                    <a:pt x="2465" y="3703"/>
                    <a:pt x="2684" y="3576"/>
                  </a:cubicBezTo>
                  <a:cubicBezTo>
                    <a:pt x="2903" y="3449"/>
                    <a:pt x="3135" y="3325"/>
                    <a:pt x="3378" y="3203"/>
                  </a:cubicBezTo>
                  <a:cubicBezTo>
                    <a:pt x="3622" y="3081"/>
                    <a:pt x="3877" y="2961"/>
                    <a:pt x="4144" y="2844"/>
                  </a:cubicBezTo>
                  <a:cubicBezTo>
                    <a:pt x="4411" y="2727"/>
                    <a:pt x="4690" y="2613"/>
                    <a:pt x="4980" y="2502"/>
                  </a:cubicBezTo>
                  <a:cubicBezTo>
                    <a:pt x="5270" y="2390"/>
                    <a:pt x="5570" y="2282"/>
                    <a:pt x="5881" y="2177"/>
                  </a:cubicBezTo>
                  <a:cubicBezTo>
                    <a:pt x="6193" y="2071"/>
                    <a:pt x="6514" y="1969"/>
                    <a:pt x="6845" y="1870"/>
                  </a:cubicBezTo>
                  <a:cubicBezTo>
                    <a:pt x="7177" y="1771"/>
                    <a:pt x="7518" y="1676"/>
                    <a:pt x="7868" y="1583"/>
                  </a:cubicBezTo>
                  <a:cubicBezTo>
                    <a:pt x="8218" y="1491"/>
                    <a:pt x="8577" y="1403"/>
                    <a:pt x="8945" y="1318"/>
                  </a:cubicBezTo>
                  <a:cubicBezTo>
                    <a:pt x="9313" y="1233"/>
                    <a:pt x="9689" y="1152"/>
                    <a:pt x="10073" y="1074"/>
                  </a:cubicBezTo>
                  <a:cubicBezTo>
                    <a:pt x="10456" y="997"/>
                    <a:pt x="10848" y="923"/>
                    <a:pt x="11246" y="853"/>
                  </a:cubicBezTo>
                  <a:cubicBezTo>
                    <a:pt x="11644" y="784"/>
                    <a:pt x="12049" y="718"/>
                    <a:pt x="12461" y="657"/>
                  </a:cubicBezTo>
                  <a:cubicBezTo>
                    <a:pt x="12872" y="595"/>
                    <a:pt x="13289" y="538"/>
                    <a:pt x="13712" y="485"/>
                  </a:cubicBezTo>
                  <a:cubicBezTo>
                    <a:pt x="14134" y="431"/>
                    <a:pt x="14562" y="382"/>
                    <a:pt x="14994" y="338"/>
                  </a:cubicBezTo>
                  <a:cubicBezTo>
                    <a:pt x="15427" y="293"/>
                    <a:pt x="15863" y="253"/>
                    <a:pt x="16303" y="217"/>
                  </a:cubicBezTo>
                  <a:cubicBezTo>
                    <a:pt x="16744" y="181"/>
                    <a:pt x="17187" y="149"/>
                    <a:pt x="17634" y="122"/>
                  </a:cubicBezTo>
                  <a:cubicBezTo>
                    <a:pt x="18080" y="95"/>
                    <a:pt x="18529" y="73"/>
                    <a:pt x="18980" y="54"/>
                  </a:cubicBezTo>
                  <a:cubicBezTo>
                    <a:pt x="19431" y="36"/>
                    <a:pt x="19884" y="23"/>
                    <a:pt x="20337" y="14"/>
                  </a:cubicBezTo>
                  <a:cubicBezTo>
                    <a:pt x="20791" y="5"/>
                    <a:pt x="21245" y="0"/>
                    <a:pt x="21700" y="0"/>
                  </a:cubicBezTo>
                  <a:cubicBezTo>
                    <a:pt x="22155" y="0"/>
                    <a:pt x="22609" y="5"/>
                    <a:pt x="23063" y="14"/>
                  </a:cubicBezTo>
                  <a:cubicBezTo>
                    <a:pt x="23516" y="23"/>
                    <a:pt x="23969" y="36"/>
                    <a:pt x="24420" y="54"/>
                  </a:cubicBezTo>
                  <a:cubicBezTo>
                    <a:pt x="24871" y="73"/>
                    <a:pt x="25320" y="95"/>
                    <a:pt x="25766" y="122"/>
                  </a:cubicBezTo>
                  <a:cubicBezTo>
                    <a:pt x="26213" y="149"/>
                    <a:pt x="26656" y="181"/>
                    <a:pt x="27097" y="217"/>
                  </a:cubicBezTo>
                  <a:cubicBezTo>
                    <a:pt x="27537" y="253"/>
                    <a:pt x="27973" y="293"/>
                    <a:pt x="28406" y="338"/>
                  </a:cubicBezTo>
                  <a:cubicBezTo>
                    <a:pt x="28838" y="382"/>
                    <a:pt x="29266" y="431"/>
                    <a:pt x="29688" y="485"/>
                  </a:cubicBezTo>
                  <a:cubicBezTo>
                    <a:pt x="30111" y="538"/>
                    <a:pt x="30528" y="595"/>
                    <a:pt x="30939" y="657"/>
                  </a:cubicBezTo>
                  <a:cubicBezTo>
                    <a:pt x="31351" y="718"/>
                    <a:pt x="31756" y="784"/>
                    <a:pt x="32154" y="853"/>
                  </a:cubicBezTo>
                  <a:cubicBezTo>
                    <a:pt x="32552" y="923"/>
                    <a:pt x="32944" y="997"/>
                    <a:pt x="33327" y="1074"/>
                  </a:cubicBezTo>
                  <a:cubicBezTo>
                    <a:pt x="33711" y="1152"/>
                    <a:pt x="34087" y="1233"/>
                    <a:pt x="34455" y="1318"/>
                  </a:cubicBezTo>
                  <a:cubicBezTo>
                    <a:pt x="34823" y="1403"/>
                    <a:pt x="35182" y="1491"/>
                    <a:pt x="35532" y="1583"/>
                  </a:cubicBezTo>
                  <a:cubicBezTo>
                    <a:pt x="35882" y="1676"/>
                    <a:pt x="36223" y="1771"/>
                    <a:pt x="36555" y="1870"/>
                  </a:cubicBezTo>
                  <a:cubicBezTo>
                    <a:pt x="36886" y="1969"/>
                    <a:pt x="37207" y="2071"/>
                    <a:pt x="37519" y="2177"/>
                  </a:cubicBezTo>
                  <a:cubicBezTo>
                    <a:pt x="37830" y="2282"/>
                    <a:pt x="38130" y="2390"/>
                    <a:pt x="38420" y="2502"/>
                  </a:cubicBezTo>
                  <a:cubicBezTo>
                    <a:pt x="38710" y="2613"/>
                    <a:pt x="38989" y="2727"/>
                    <a:pt x="39256" y="2844"/>
                  </a:cubicBezTo>
                  <a:cubicBezTo>
                    <a:pt x="39523" y="2961"/>
                    <a:pt x="39778" y="3081"/>
                    <a:pt x="40022" y="3203"/>
                  </a:cubicBezTo>
                  <a:cubicBezTo>
                    <a:pt x="40265" y="3325"/>
                    <a:pt x="40497" y="3449"/>
                    <a:pt x="40716" y="3576"/>
                  </a:cubicBezTo>
                  <a:cubicBezTo>
                    <a:pt x="40935" y="3703"/>
                    <a:pt x="41141" y="3831"/>
                    <a:pt x="41335" y="3962"/>
                  </a:cubicBezTo>
                  <a:cubicBezTo>
                    <a:pt x="41528" y="4093"/>
                    <a:pt x="41709" y="4226"/>
                    <a:pt x="41876" y="4360"/>
                  </a:cubicBezTo>
                  <a:cubicBezTo>
                    <a:pt x="42043" y="4494"/>
                    <a:pt x="42197" y="4630"/>
                    <a:pt x="42338" y="4768"/>
                  </a:cubicBezTo>
                  <a:cubicBezTo>
                    <a:pt x="42478" y="4905"/>
                    <a:pt x="42605" y="5044"/>
                    <a:pt x="42718" y="5184"/>
                  </a:cubicBezTo>
                  <a:cubicBezTo>
                    <a:pt x="42831" y="5324"/>
                    <a:pt x="42930" y="5465"/>
                    <a:pt x="43016" y="5607"/>
                  </a:cubicBezTo>
                  <a:cubicBezTo>
                    <a:pt x="43101" y="5749"/>
                    <a:pt x="43172" y="5892"/>
                    <a:pt x="43229" y="6035"/>
                  </a:cubicBezTo>
                  <a:cubicBezTo>
                    <a:pt x="43286" y="6179"/>
                    <a:pt x="43329" y="6323"/>
                    <a:pt x="43357" y="6467"/>
                  </a:cubicBezTo>
                  <a:cubicBezTo>
                    <a:pt x="43386" y="6611"/>
                    <a:pt x="43400" y="6755"/>
                    <a:pt x="43400" y="6900"/>
                  </a:cubicBezTo>
                  <a:close/>
                </a:path>
              </a:pathLst>
            </a:custGeom>
            <a:solidFill>
              <a:srgbClr val="81D4FA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19" name="probe-noto-emoji_u1f9ec" descr="Noto Emoji artwork by Google; Apache License 2.0; preserve full bundled license. Source: https://github.com/googlefonts/noto-emoji/blob/e20cbc2bbec1926686be9f9bee7d1d2cfa1fea0e/2D/svg/emoji_u1f9ec.svg; SVG SHA256: 214e5563efc74723d698d276b114129ca848fe65171dd9d54189244197d3bcde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1280000" cy="1280000"/>
          </a:xfrm>
        </p:grpSpPr>
        <p:sp>
          <p:nvSpPr>
            <p:cNvPr id="120" name="probe-noto-emoji_u1f9ec-part-1"/>
            <p:cNvSpPr/>
            <p:nvPr/>
          </p:nvSpPr>
          <p:spPr>
            <a:xfrm>
              <a:off x="64638" y="514800"/>
              <a:ext cx="333462" cy="725200"/>
            </a:xfrm>
            <a:custGeom>
              <a:avLst/>
              <a:gdLst/>
              <a:ahLst/>
              <a:cxnLst/>
              <a:rect l="0" t="0" r="r" b="b"/>
              <a:pathLst>
                <a:path w="333462" h="725200">
                  <a:moveTo>
                    <a:pt x="94062" y="85900"/>
                  </a:moveTo>
                  <a:cubicBezTo>
                    <a:pt x="165162" y="14800"/>
                    <a:pt x="249362" y="400"/>
                    <a:pt x="333462" y="0"/>
                  </a:cubicBezTo>
                  <a:cubicBezTo>
                    <a:pt x="284162" y="16900"/>
                    <a:pt x="247562" y="52300"/>
                    <a:pt x="212862" y="102100"/>
                  </a:cubicBezTo>
                  <a:cubicBezTo>
                    <a:pt x="121462" y="233300"/>
                    <a:pt x="171662" y="435200"/>
                    <a:pt x="204162" y="552900"/>
                  </a:cubicBezTo>
                  <a:cubicBezTo>
                    <a:pt x="219562" y="608700"/>
                    <a:pt x="235462" y="666900"/>
                    <a:pt x="244562" y="725200"/>
                  </a:cubicBezTo>
                  <a:lnTo>
                    <a:pt x="81162" y="725200"/>
                  </a:lnTo>
                  <a:cubicBezTo>
                    <a:pt x="73762" y="686500"/>
                    <a:pt x="62662" y="643700"/>
                    <a:pt x="49362" y="595600"/>
                  </a:cubicBezTo>
                  <a:cubicBezTo>
                    <a:pt x="3562" y="429200"/>
                    <a:pt x="-51238" y="231200"/>
                    <a:pt x="94062" y="85900"/>
                  </a:cubicBezTo>
                  <a:close/>
                </a:path>
              </a:pathLst>
            </a:custGeom>
            <a:solidFill>
              <a:srgbClr val="00897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1" name="probe-noto-emoji_u1f9ec-part-2"/>
            <p:cNvSpPr/>
            <p:nvPr/>
          </p:nvSpPr>
          <p:spPr>
            <a:xfrm>
              <a:off x="971700" y="40000"/>
              <a:ext cx="243122" cy="707100"/>
            </a:xfrm>
            <a:custGeom>
              <a:avLst/>
              <a:gdLst/>
              <a:ahLst/>
              <a:cxnLst/>
              <a:rect l="0" t="0" r="r" b="b"/>
              <a:pathLst>
                <a:path w="243122" h="707100">
                  <a:moveTo>
                    <a:pt x="195200" y="129600"/>
                  </a:moveTo>
                  <a:cubicBezTo>
                    <a:pt x="241000" y="296000"/>
                    <a:pt x="293000" y="484500"/>
                    <a:pt x="147700" y="629800"/>
                  </a:cubicBezTo>
                  <a:cubicBezTo>
                    <a:pt x="129200" y="648300"/>
                    <a:pt x="105500" y="666900"/>
                    <a:pt x="82700" y="680500"/>
                  </a:cubicBezTo>
                  <a:cubicBezTo>
                    <a:pt x="52100" y="698700"/>
                    <a:pt x="25600" y="707100"/>
                    <a:pt x="25600" y="707100"/>
                  </a:cubicBezTo>
                  <a:cubicBezTo>
                    <a:pt x="25600" y="707100"/>
                    <a:pt x="75600" y="609400"/>
                    <a:pt x="82800" y="556500"/>
                  </a:cubicBezTo>
                  <a:cubicBezTo>
                    <a:pt x="100500" y="427600"/>
                    <a:pt x="74400" y="296100"/>
                    <a:pt x="40300" y="172200"/>
                  </a:cubicBezTo>
                  <a:cubicBezTo>
                    <a:pt x="25100" y="116500"/>
                    <a:pt x="9100" y="58300"/>
                    <a:pt x="0" y="0"/>
                  </a:cubicBezTo>
                  <a:lnTo>
                    <a:pt x="163400" y="0"/>
                  </a:lnTo>
                  <a:cubicBezTo>
                    <a:pt x="170900" y="38600"/>
                    <a:pt x="182000" y="81500"/>
                    <a:pt x="195200" y="129600"/>
                  </a:cubicBezTo>
                  <a:close/>
                </a:path>
              </a:pathLst>
            </a:custGeom>
            <a:solidFill>
              <a:srgbClr val="00897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2" name="probe-noto-emoji_u1f9ec-part-3"/>
            <p:cNvSpPr/>
            <p:nvPr/>
          </p:nvSpPr>
          <p:spPr>
            <a:xfrm>
              <a:off x="484600" y="65178"/>
              <a:ext cx="755400" cy="981222"/>
            </a:xfrm>
            <a:custGeom>
              <a:avLst/>
              <a:gdLst/>
              <a:ahLst/>
              <a:cxnLst/>
              <a:rect l="0" t="0" r="r" b="b"/>
              <a:pathLst>
                <a:path w="755400" h="981222">
                  <a:moveTo>
                    <a:pt x="239100" y="208922"/>
                  </a:moveTo>
                  <a:cubicBezTo>
                    <a:pt x="165200" y="282822"/>
                    <a:pt x="187400" y="388222"/>
                    <a:pt x="232800" y="553022"/>
                  </a:cubicBezTo>
                  <a:cubicBezTo>
                    <a:pt x="269700" y="687022"/>
                    <a:pt x="339700" y="880522"/>
                    <a:pt x="185500" y="962522"/>
                  </a:cubicBezTo>
                  <a:cubicBezTo>
                    <a:pt x="136900" y="988322"/>
                    <a:pt x="54800" y="976322"/>
                    <a:pt x="0" y="981222"/>
                  </a:cubicBezTo>
                  <a:cubicBezTo>
                    <a:pt x="14800" y="979922"/>
                    <a:pt x="60700" y="950822"/>
                    <a:pt x="71800" y="939722"/>
                  </a:cubicBezTo>
                  <a:cubicBezTo>
                    <a:pt x="145700" y="865822"/>
                    <a:pt x="123500" y="760422"/>
                    <a:pt x="78100" y="595622"/>
                  </a:cubicBezTo>
                  <a:cubicBezTo>
                    <a:pt x="32300" y="429222"/>
                    <a:pt x="-19700" y="240722"/>
                    <a:pt x="125600" y="95422"/>
                  </a:cubicBezTo>
                  <a:cubicBezTo>
                    <a:pt x="270900" y="-49878"/>
                    <a:pt x="459500" y="2122"/>
                    <a:pt x="625800" y="47922"/>
                  </a:cubicBezTo>
                  <a:cubicBezTo>
                    <a:pt x="673900" y="61222"/>
                    <a:pt x="716800" y="72222"/>
                    <a:pt x="755400" y="79722"/>
                  </a:cubicBezTo>
                  <a:lnTo>
                    <a:pt x="755400" y="243122"/>
                  </a:lnTo>
                  <a:cubicBezTo>
                    <a:pt x="697100" y="234022"/>
                    <a:pt x="638900" y="218022"/>
                    <a:pt x="583100" y="202722"/>
                  </a:cubicBezTo>
                  <a:cubicBezTo>
                    <a:pt x="418300" y="157322"/>
                    <a:pt x="313000" y="135022"/>
                    <a:pt x="239100" y="208922"/>
                  </a:cubicBezTo>
                  <a:close/>
                </a:path>
              </a:pathLst>
            </a:custGeom>
            <a:solidFill>
              <a:srgbClr val="AB47B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3" name="probe-noto-emoji_u1f9ec-part-4"/>
            <p:cNvSpPr/>
            <p:nvPr/>
          </p:nvSpPr>
          <p:spPr>
            <a:xfrm>
              <a:off x="208400" y="1028900"/>
              <a:ext cx="144350" cy="164700"/>
            </a:xfrm>
            <a:custGeom>
              <a:avLst/>
              <a:gdLst/>
              <a:ahLst/>
              <a:cxnLst/>
              <a:rect l="0" t="0" r="r" b="b"/>
              <a:pathLst>
                <a:path w="144350" h="164700">
                  <a:moveTo>
                    <a:pt x="134600" y="105900"/>
                  </a:moveTo>
                  <a:cubicBezTo>
                    <a:pt x="147600" y="118900"/>
                    <a:pt x="147600" y="141600"/>
                    <a:pt x="134600" y="154600"/>
                  </a:cubicBezTo>
                  <a:lnTo>
                    <a:pt x="134600" y="154600"/>
                  </a:lnTo>
                  <a:cubicBezTo>
                    <a:pt x="128100" y="161100"/>
                    <a:pt x="119400" y="164700"/>
                    <a:pt x="110300" y="164700"/>
                  </a:cubicBezTo>
                  <a:cubicBezTo>
                    <a:pt x="101100" y="164700"/>
                    <a:pt x="92500" y="161100"/>
                    <a:pt x="86000" y="154600"/>
                  </a:cubicBezTo>
                  <a:lnTo>
                    <a:pt x="0" y="42800"/>
                  </a:lnTo>
                  <a:lnTo>
                    <a:pt x="42800" y="0"/>
                  </a:lnTo>
                  <a:lnTo>
                    <a:pt x="134600" y="105900"/>
                  </a:lnTo>
                  <a:close/>
                </a:path>
              </a:pathLst>
            </a:custGeom>
            <a:solidFill>
              <a:srgbClr val="F9A82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4" name="probe-noto-emoji_u1f9ec-part-5"/>
            <p:cNvSpPr/>
            <p:nvPr/>
          </p:nvSpPr>
          <p:spPr>
            <a:xfrm>
              <a:off x="118840" y="921245"/>
              <a:ext cx="132360" cy="150555"/>
            </a:xfrm>
            <a:custGeom>
              <a:avLst/>
              <a:gdLst/>
              <a:ahLst/>
              <a:cxnLst/>
              <a:rect l="0" t="0" r="r" b="b"/>
              <a:pathLst>
                <a:path w="132360" h="150555">
                  <a:moveTo>
                    <a:pt x="11660" y="3455"/>
                  </a:moveTo>
                  <a:cubicBezTo>
                    <a:pt x="24760" y="-6345"/>
                    <a:pt x="44160" y="7155"/>
                    <a:pt x="50660" y="13655"/>
                  </a:cubicBezTo>
                  <a:lnTo>
                    <a:pt x="132360" y="107755"/>
                  </a:lnTo>
                  <a:lnTo>
                    <a:pt x="89560" y="150555"/>
                  </a:lnTo>
                  <a:lnTo>
                    <a:pt x="7960" y="44555"/>
                  </a:lnTo>
                  <a:cubicBezTo>
                    <a:pt x="1360" y="37955"/>
                    <a:pt x="-7640" y="17855"/>
                    <a:pt x="11660" y="3455"/>
                  </a:cubicBez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5" name="probe-noto-emoji_u1f9ec-part-6"/>
            <p:cNvSpPr/>
            <p:nvPr/>
          </p:nvSpPr>
          <p:spPr>
            <a:xfrm>
              <a:off x="292000" y="946100"/>
              <a:ext cx="226750" cy="221600"/>
            </a:xfrm>
            <a:custGeom>
              <a:avLst/>
              <a:gdLst/>
              <a:ahLst/>
              <a:cxnLst/>
              <a:rect l="0" t="0" r="r" b="b"/>
              <a:pathLst>
                <a:path w="226750" h="221600">
                  <a:moveTo>
                    <a:pt x="216700" y="162800"/>
                  </a:moveTo>
                  <a:cubicBezTo>
                    <a:pt x="230100" y="176200"/>
                    <a:pt x="230100" y="198100"/>
                    <a:pt x="216700" y="211500"/>
                  </a:cubicBezTo>
                  <a:cubicBezTo>
                    <a:pt x="210200" y="218000"/>
                    <a:pt x="201600" y="221600"/>
                    <a:pt x="192400" y="221600"/>
                  </a:cubicBezTo>
                  <a:cubicBezTo>
                    <a:pt x="183200" y="221600"/>
                    <a:pt x="174600" y="218000"/>
                    <a:pt x="168100" y="211500"/>
                  </a:cubicBezTo>
                  <a:lnTo>
                    <a:pt x="0" y="41900"/>
                  </a:lnTo>
                  <a:lnTo>
                    <a:pt x="41900" y="0"/>
                  </a:lnTo>
                  <a:lnTo>
                    <a:pt x="216700" y="162800"/>
                  </a:ln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6" name="probe-noto-emoji_u1f9ec-part-7"/>
            <p:cNvSpPr/>
            <p:nvPr/>
          </p:nvSpPr>
          <p:spPr>
            <a:xfrm>
              <a:off x="114561" y="774809"/>
              <a:ext cx="219339" cy="213191"/>
            </a:xfrm>
            <a:custGeom>
              <a:avLst/>
              <a:gdLst/>
              <a:ahLst/>
              <a:cxnLst/>
              <a:rect l="0" t="0" r="r" b="b"/>
              <a:pathLst>
                <a:path w="219339" h="213191">
                  <a:moveTo>
                    <a:pt x="7939" y="4791"/>
                  </a:moveTo>
                  <a:cubicBezTo>
                    <a:pt x="22239" y="-7709"/>
                    <a:pt x="43739" y="6691"/>
                    <a:pt x="57139" y="20091"/>
                  </a:cubicBezTo>
                  <a:lnTo>
                    <a:pt x="219339" y="171291"/>
                  </a:lnTo>
                  <a:lnTo>
                    <a:pt x="177439" y="213191"/>
                  </a:lnTo>
                  <a:lnTo>
                    <a:pt x="16339" y="50691"/>
                  </a:lnTo>
                  <a:cubicBezTo>
                    <a:pt x="4039" y="37891"/>
                    <a:pt x="-8661" y="19191"/>
                    <a:pt x="7939" y="4791"/>
                  </a:cubicBezTo>
                  <a:close/>
                </a:path>
              </a:pathLst>
            </a:custGeom>
            <a:solidFill>
              <a:srgbClr val="9ED83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7" name="probe-noto-emoji_u1f9ec-part-8"/>
            <p:cNvSpPr/>
            <p:nvPr/>
          </p:nvSpPr>
          <p:spPr>
            <a:xfrm>
              <a:off x="387000" y="844300"/>
              <a:ext cx="227250" cy="227550"/>
            </a:xfrm>
            <a:custGeom>
              <a:avLst/>
              <a:gdLst/>
              <a:ahLst/>
              <a:cxnLst/>
              <a:rect l="0" t="0" r="r" b="b"/>
              <a:pathLst>
                <a:path w="227250" h="227550">
                  <a:moveTo>
                    <a:pt x="217500" y="168800"/>
                  </a:moveTo>
                  <a:cubicBezTo>
                    <a:pt x="230500" y="181800"/>
                    <a:pt x="230500" y="204500"/>
                    <a:pt x="217500" y="217500"/>
                  </a:cubicBezTo>
                  <a:cubicBezTo>
                    <a:pt x="204100" y="230900"/>
                    <a:pt x="182200" y="230900"/>
                    <a:pt x="168800" y="217500"/>
                  </a:cubicBezTo>
                  <a:lnTo>
                    <a:pt x="0" y="48700"/>
                  </a:lnTo>
                  <a:lnTo>
                    <a:pt x="48700" y="0"/>
                  </a:lnTo>
                  <a:lnTo>
                    <a:pt x="217500" y="168800"/>
                  </a:lnTo>
                  <a:close/>
                </a:path>
              </a:pathLst>
            </a:custGeom>
            <a:solidFill>
              <a:srgbClr val="9ED83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8" name="probe-noto-emoji_u1f9ec-part-9"/>
            <p:cNvSpPr/>
            <p:nvPr/>
          </p:nvSpPr>
          <p:spPr>
            <a:xfrm>
              <a:off x="148200" y="605550"/>
              <a:ext cx="287500" cy="287450"/>
            </a:xfrm>
            <a:custGeom>
              <a:avLst/>
              <a:gdLst/>
              <a:ahLst/>
              <a:cxnLst/>
              <a:rect l="0" t="0" r="r" b="b"/>
              <a:pathLst>
                <a:path w="287500" h="287450">
                  <a:moveTo>
                    <a:pt x="0" y="34450"/>
                  </a:moveTo>
                  <a:cubicBezTo>
                    <a:pt x="0" y="25250"/>
                    <a:pt x="3600" y="16650"/>
                    <a:pt x="10100" y="10050"/>
                  </a:cubicBezTo>
                  <a:cubicBezTo>
                    <a:pt x="23500" y="-3350"/>
                    <a:pt x="45400" y="-3350"/>
                    <a:pt x="58800" y="10050"/>
                  </a:cubicBezTo>
                  <a:lnTo>
                    <a:pt x="287500" y="238750"/>
                  </a:lnTo>
                  <a:lnTo>
                    <a:pt x="238800" y="287450"/>
                  </a:lnTo>
                  <a:lnTo>
                    <a:pt x="10100" y="58750"/>
                  </a:lnTo>
                  <a:cubicBezTo>
                    <a:pt x="3600" y="52250"/>
                    <a:pt x="0" y="43650"/>
                    <a:pt x="0" y="34450"/>
                  </a:cubicBez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9" name="probe-noto-emoji_u1f9ec-part-10"/>
            <p:cNvSpPr/>
            <p:nvPr/>
          </p:nvSpPr>
          <p:spPr>
            <a:xfrm>
              <a:off x="492100" y="745100"/>
              <a:ext cx="198857" cy="191036"/>
            </a:xfrm>
            <a:custGeom>
              <a:avLst/>
              <a:gdLst/>
              <a:ahLst/>
              <a:cxnLst/>
              <a:rect l="0" t="0" r="r" b="b"/>
              <a:pathLst>
                <a:path w="198857" h="191036">
                  <a:moveTo>
                    <a:pt x="185000" y="136700"/>
                  </a:moveTo>
                  <a:cubicBezTo>
                    <a:pt x="198000" y="149700"/>
                    <a:pt x="204900" y="171100"/>
                    <a:pt x="191900" y="184100"/>
                  </a:cubicBezTo>
                  <a:cubicBezTo>
                    <a:pt x="191900" y="184100"/>
                    <a:pt x="172100" y="198800"/>
                    <a:pt x="158700" y="185400"/>
                  </a:cubicBezTo>
                  <a:lnTo>
                    <a:pt x="0" y="42800"/>
                  </a:lnTo>
                  <a:lnTo>
                    <a:pt x="42800" y="0"/>
                  </a:lnTo>
                  <a:lnTo>
                    <a:pt x="185000" y="136700"/>
                  </a:lnTo>
                  <a:close/>
                </a:path>
              </a:pathLst>
            </a:custGeom>
            <a:solidFill>
              <a:srgbClr val="2E5FE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0" name="probe-noto-emoji_u1f9ec-part-11"/>
            <p:cNvSpPr/>
            <p:nvPr/>
          </p:nvSpPr>
          <p:spPr>
            <a:xfrm>
              <a:off x="299800" y="565600"/>
              <a:ext cx="235000" cy="222300"/>
            </a:xfrm>
            <a:custGeom>
              <a:avLst/>
              <a:gdLst/>
              <a:ahLst/>
              <a:cxnLst/>
              <a:rect l="0" t="0" r="r" b="b"/>
              <a:pathLst>
                <a:path w="235000" h="222300">
                  <a:moveTo>
                    <a:pt x="0" y="34400"/>
                  </a:moveTo>
                  <a:cubicBezTo>
                    <a:pt x="0" y="25200"/>
                    <a:pt x="3600" y="16600"/>
                    <a:pt x="10100" y="10100"/>
                  </a:cubicBezTo>
                  <a:cubicBezTo>
                    <a:pt x="16600" y="3600"/>
                    <a:pt x="25300" y="0"/>
                    <a:pt x="34400" y="0"/>
                  </a:cubicBezTo>
                  <a:cubicBezTo>
                    <a:pt x="43600" y="0"/>
                    <a:pt x="52300" y="3600"/>
                    <a:pt x="58700" y="10100"/>
                  </a:cubicBezTo>
                  <a:lnTo>
                    <a:pt x="235000" y="179500"/>
                  </a:lnTo>
                  <a:lnTo>
                    <a:pt x="192200" y="222300"/>
                  </a:lnTo>
                  <a:lnTo>
                    <a:pt x="10100" y="58800"/>
                  </a:lnTo>
                  <a:cubicBezTo>
                    <a:pt x="3600" y="52300"/>
                    <a:pt x="0" y="43600"/>
                    <a:pt x="0" y="34400"/>
                  </a:cubicBezTo>
                  <a:close/>
                </a:path>
              </a:pathLst>
            </a:custGeom>
            <a:solidFill>
              <a:srgbClr val="EE8C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1" name="probe-noto-emoji_u1f9ec-part-12"/>
            <p:cNvSpPr/>
            <p:nvPr/>
          </p:nvSpPr>
          <p:spPr>
            <a:xfrm>
              <a:off x="577500" y="661200"/>
              <a:ext cx="116761" cy="126077"/>
            </a:xfrm>
            <a:custGeom>
              <a:avLst/>
              <a:gdLst/>
              <a:ahLst/>
              <a:cxnLst/>
              <a:rect l="0" t="0" r="r" b="b"/>
              <a:pathLst>
                <a:path w="116761" h="126077">
                  <a:moveTo>
                    <a:pt x="100600" y="76700"/>
                  </a:moveTo>
                  <a:cubicBezTo>
                    <a:pt x="113600" y="89700"/>
                    <a:pt x="121600" y="108400"/>
                    <a:pt x="113500" y="118400"/>
                  </a:cubicBezTo>
                  <a:cubicBezTo>
                    <a:pt x="105400" y="128400"/>
                    <a:pt x="88200" y="131300"/>
                    <a:pt x="67800" y="110500"/>
                  </a:cubicBezTo>
                  <a:cubicBezTo>
                    <a:pt x="59800" y="102300"/>
                    <a:pt x="31500" y="73400"/>
                    <a:pt x="0" y="41300"/>
                  </a:cubicBezTo>
                  <a:lnTo>
                    <a:pt x="41300" y="0"/>
                  </a:lnTo>
                  <a:lnTo>
                    <a:pt x="100600" y="76700"/>
                  </a:ln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2" name="probe-noto-emoji_u1f9ec-part-13"/>
            <p:cNvSpPr/>
            <p:nvPr/>
          </p:nvSpPr>
          <p:spPr>
            <a:xfrm>
              <a:off x="462000" y="536350"/>
              <a:ext cx="156700" cy="166150"/>
            </a:xfrm>
            <a:custGeom>
              <a:avLst/>
              <a:gdLst/>
              <a:ahLst/>
              <a:cxnLst/>
              <a:rect l="0" t="0" r="r" b="b"/>
              <a:pathLst>
                <a:path w="156700" h="166150">
                  <a:moveTo>
                    <a:pt x="0" y="34350"/>
                  </a:moveTo>
                  <a:cubicBezTo>
                    <a:pt x="0" y="25550"/>
                    <a:pt x="3400" y="16750"/>
                    <a:pt x="10100" y="10050"/>
                  </a:cubicBezTo>
                  <a:cubicBezTo>
                    <a:pt x="23500" y="-3350"/>
                    <a:pt x="45300" y="-3350"/>
                    <a:pt x="58800" y="10050"/>
                  </a:cubicBezTo>
                  <a:lnTo>
                    <a:pt x="116100" y="72350"/>
                  </a:lnTo>
                  <a:lnTo>
                    <a:pt x="156700" y="124850"/>
                  </a:lnTo>
                  <a:lnTo>
                    <a:pt x="115400" y="166150"/>
                  </a:lnTo>
                  <a:cubicBezTo>
                    <a:pt x="66500" y="116250"/>
                    <a:pt x="10000" y="58650"/>
                    <a:pt x="10000" y="58650"/>
                  </a:cubicBezTo>
                  <a:cubicBezTo>
                    <a:pt x="3400" y="51950"/>
                    <a:pt x="0" y="43150"/>
                    <a:pt x="0" y="34350"/>
                  </a:cubicBezTo>
                  <a:close/>
                </a:path>
              </a:pathLst>
            </a:custGeom>
            <a:solidFill>
              <a:srgbClr val="F9A82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3" name="probe-noto-emoji_u1f9ec-part-14"/>
            <p:cNvSpPr/>
            <p:nvPr/>
          </p:nvSpPr>
          <p:spPr>
            <a:xfrm>
              <a:off x="681700" y="557000"/>
              <a:ext cx="150250" cy="157650"/>
            </a:xfrm>
            <a:custGeom>
              <a:avLst/>
              <a:gdLst/>
              <a:ahLst/>
              <a:cxnLst/>
              <a:rect l="0" t="0" r="r" b="b"/>
              <a:pathLst>
                <a:path w="150250" h="157650">
                  <a:moveTo>
                    <a:pt x="140200" y="98900"/>
                  </a:moveTo>
                  <a:cubicBezTo>
                    <a:pt x="153600" y="112300"/>
                    <a:pt x="153600" y="134200"/>
                    <a:pt x="140200" y="147600"/>
                  </a:cubicBezTo>
                  <a:lnTo>
                    <a:pt x="140200" y="147600"/>
                  </a:lnTo>
                  <a:cubicBezTo>
                    <a:pt x="126800" y="161000"/>
                    <a:pt x="104900" y="161000"/>
                    <a:pt x="91500" y="147600"/>
                  </a:cubicBezTo>
                  <a:cubicBezTo>
                    <a:pt x="91500" y="147600"/>
                    <a:pt x="46100" y="95100"/>
                    <a:pt x="0" y="41300"/>
                  </a:cubicBezTo>
                  <a:lnTo>
                    <a:pt x="41300" y="0"/>
                  </a:lnTo>
                  <a:lnTo>
                    <a:pt x="140200" y="98900"/>
                  </a:lnTo>
                  <a:close/>
                </a:path>
              </a:pathLst>
            </a:custGeom>
            <a:solidFill>
              <a:srgbClr val="9ED83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4" name="probe-noto-emoji_u1f9ec-part-15"/>
            <p:cNvSpPr/>
            <p:nvPr/>
          </p:nvSpPr>
          <p:spPr>
            <a:xfrm>
              <a:off x="575574" y="437744"/>
              <a:ext cx="147426" cy="160656"/>
            </a:xfrm>
            <a:custGeom>
              <a:avLst/>
              <a:gdLst/>
              <a:ahLst/>
              <a:cxnLst/>
              <a:rect l="0" t="0" r="r" b="b"/>
              <a:pathLst>
                <a:path w="147426" h="160656">
                  <a:moveTo>
                    <a:pt x="7426" y="2756"/>
                  </a:moveTo>
                  <a:cubicBezTo>
                    <a:pt x="18726" y="-5344"/>
                    <a:pt x="34426" y="6356"/>
                    <a:pt x="40926" y="12856"/>
                  </a:cubicBezTo>
                  <a:lnTo>
                    <a:pt x="139026" y="110956"/>
                  </a:lnTo>
                  <a:lnTo>
                    <a:pt x="147426" y="119356"/>
                  </a:lnTo>
                  <a:lnTo>
                    <a:pt x="106126" y="160656"/>
                  </a:lnTo>
                  <a:cubicBezTo>
                    <a:pt x="62626" y="109856"/>
                    <a:pt x="18526" y="57856"/>
                    <a:pt x="11526" y="47756"/>
                  </a:cubicBezTo>
                  <a:cubicBezTo>
                    <a:pt x="6326" y="40156"/>
                    <a:pt x="-9074" y="14556"/>
                    <a:pt x="7426" y="2756"/>
                  </a:cubicBez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5" name="probe-noto-emoji_u1f9ec-part-16"/>
            <p:cNvSpPr/>
            <p:nvPr/>
          </p:nvSpPr>
          <p:spPr>
            <a:xfrm>
              <a:off x="775600" y="461300"/>
              <a:ext cx="221750" cy="227450"/>
            </a:xfrm>
            <a:custGeom>
              <a:avLst/>
              <a:gdLst/>
              <a:ahLst/>
              <a:cxnLst/>
              <a:rect l="0" t="0" r="r" b="b"/>
              <a:pathLst>
                <a:path w="221750" h="227450">
                  <a:moveTo>
                    <a:pt x="212000" y="168700"/>
                  </a:moveTo>
                  <a:cubicBezTo>
                    <a:pt x="225000" y="181700"/>
                    <a:pt x="225000" y="204400"/>
                    <a:pt x="212000" y="217400"/>
                  </a:cubicBezTo>
                  <a:cubicBezTo>
                    <a:pt x="198600" y="230800"/>
                    <a:pt x="176700" y="230800"/>
                    <a:pt x="163300" y="217400"/>
                  </a:cubicBezTo>
                  <a:lnTo>
                    <a:pt x="0" y="43100"/>
                  </a:lnTo>
                  <a:lnTo>
                    <a:pt x="43100" y="0"/>
                  </a:lnTo>
                  <a:lnTo>
                    <a:pt x="212000" y="168700"/>
                  </a:ln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6" name="probe-noto-emoji_u1f9ec-part-17"/>
            <p:cNvSpPr/>
            <p:nvPr/>
          </p:nvSpPr>
          <p:spPr>
            <a:xfrm>
              <a:off x="594669" y="274880"/>
              <a:ext cx="224031" cy="229420"/>
            </a:xfrm>
            <a:custGeom>
              <a:avLst/>
              <a:gdLst/>
              <a:ahLst/>
              <a:cxnLst/>
              <a:rect l="0" t="0" r="r" b="b"/>
              <a:pathLst>
                <a:path w="224031" h="229420">
                  <a:moveTo>
                    <a:pt x="2531" y="13520"/>
                  </a:moveTo>
                  <a:cubicBezTo>
                    <a:pt x="13331" y="-2080"/>
                    <a:pt x="27231" y="-6780"/>
                    <a:pt x="51231" y="13520"/>
                  </a:cubicBezTo>
                  <a:lnTo>
                    <a:pt x="224031" y="186320"/>
                  </a:lnTo>
                  <a:lnTo>
                    <a:pt x="180931" y="229420"/>
                  </a:lnTo>
                  <a:lnTo>
                    <a:pt x="13231" y="50420"/>
                  </a:lnTo>
                  <a:cubicBezTo>
                    <a:pt x="6531" y="43720"/>
                    <a:pt x="-5169" y="24820"/>
                    <a:pt x="2531" y="13520"/>
                  </a:cubicBezTo>
                  <a:close/>
                </a:path>
              </a:pathLst>
            </a:custGeom>
            <a:solidFill>
              <a:srgbClr val="9ED83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7" name="probe-noto-emoji_u1f9ec-part-18"/>
            <p:cNvSpPr/>
            <p:nvPr/>
          </p:nvSpPr>
          <p:spPr>
            <a:xfrm>
              <a:off x="866200" y="365100"/>
              <a:ext cx="227250" cy="227950"/>
            </a:xfrm>
            <a:custGeom>
              <a:avLst/>
              <a:gdLst/>
              <a:ahLst/>
              <a:cxnLst/>
              <a:rect l="0" t="0" r="r" b="b"/>
              <a:pathLst>
                <a:path w="227250" h="227950">
                  <a:moveTo>
                    <a:pt x="217200" y="169200"/>
                  </a:moveTo>
                  <a:cubicBezTo>
                    <a:pt x="230600" y="182600"/>
                    <a:pt x="230600" y="204500"/>
                    <a:pt x="217200" y="217900"/>
                  </a:cubicBezTo>
                  <a:cubicBezTo>
                    <a:pt x="203800" y="231300"/>
                    <a:pt x="181900" y="231300"/>
                    <a:pt x="168500" y="217900"/>
                  </a:cubicBezTo>
                  <a:lnTo>
                    <a:pt x="0" y="48700"/>
                  </a:lnTo>
                  <a:lnTo>
                    <a:pt x="48700" y="0"/>
                  </a:lnTo>
                  <a:lnTo>
                    <a:pt x="217200" y="169200"/>
                  </a:lnTo>
                  <a:close/>
                </a:path>
              </a:pathLst>
            </a:custGeom>
            <a:solidFill>
              <a:srgbClr val="EE8C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8" name="probe-noto-emoji_u1f9ec-part-19"/>
            <p:cNvSpPr/>
            <p:nvPr/>
          </p:nvSpPr>
          <p:spPr>
            <a:xfrm>
              <a:off x="661055" y="159850"/>
              <a:ext cx="253845" cy="253950"/>
            </a:xfrm>
            <a:custGeom>
              <a:avLst/>
              <a:gdLst/>
              <a:ahLst/>
              <a:cxnLst/>
              <a:rect l="0" t="0" r="r" b="b"/>
              <a:pathLst>
                <a:path w="253845" h="253950">
                  <a:moveTo>
                    <a:pt x="645" y="34350"/>
                  </a:moveTo>
                  <a:cubicBezTo>
                    <a:pt x="645" y="25150"/>
                    <a:pt x="4245" y="16550"/>
                    <a:pt x="10745" y="10050"/>
                  </a:cubicBezTo>
                  <a:cubicBezTo>
                    <a:pt x="24145" y="-3350"/>
                    <a:pt x="46045" y="-3350"/>
                    <a:pt x="59445" y="10050"/>
                  </a:cubicBezTo>
                  <a:lnTo>
                    <a:pt x="253845" y="205250"/>
                  </a:lnTo>
                  <a:lnTo>
                    <a:pt x="205145" y="253950"/>
                  </a:lnTo>
                  <a:lnTo>
                    <a:pt x="4245" y="52150"/>
                  </a:lnTo>
                  <a:cubicBezTo>
                    <a:pt x="-2255" y="45650"/>
                    <a:pt x="645" y="43550"/>
                    <a:pt x="645" y="34350"/>
                  </a:cubicBezTo>
                  <a:close/>
                </a:path>
              </a:pathLst>
            </a:custGeom>
            <a:solidFill>
              <a:srgbClr val="2E5FE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9" name="probe-noto-emoji_u1f9ec-part-20"/>
            <p:cNvSpPr/>
            <p:nvPr/>
          </p:nvSpPr>
          <p:spPr>
            <a:xfrm>
              <a:off x="968800" y="268900"/>
              <a:ext cx="179119" cy="170361"/>
            </a:xfrm>
            <a:custGeom>
              <a:avLst/>
              <a:gdLst/>
              <a:ahLst/>
              <a:cxnLst/>
              <a:rect l="0" t="0" r="r" b="b"/>
              <a:pathLst>
                <a:path w="179119" h="170361">
                  <a:moveTo>
                    <a:pt x="146700" y="103600"/>
                  </a:moveTo>
                  <a:cubicBezTo>
                    <a:pt x="171600" y="127600"/>
                    <a:pt x="184900" y="145000"/>
                    <a:pt x="176700" y="158400"/>
                  </a:cubicBezTo>
                  <a:cubicBezTo>
                    <a:pt x="167300" y="173800"/>
                    <a:pt x="153200" y="177300"/>
                    <a:pt x="120700" y="150900"/>
                  </a:cubicBezTo>
                  <a:cubicBezTo>
                    <a:pt x="107700" y="140300"/>
                    <a:pt x="56500" y="93900"/>
                    <a:pt x="0" y="42200"/>
                  </a:cubicBezTo>
                  <a:lnTo>
                    <a:pt x="42200" y="0"/>
                  </a:lnTo>
                  <a:lnTo>
                    <a:pt x="146700" y="103600"/>
                  </a:lnTo>
                  <a:close/>
                </a:path>
              </a:pathLst>
            </a:custGeom>
            <a:solidFill>
              <a:srgbClr val="40C4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0" name="probe-noto-emoji_u1f9ec-part-21"/>
            <p:cNvSpPr/>
            <p:nvPr/>
          </p:nvSpPr>
          <p:spPr>
            <a:xfrm>
              <a:off x="778700" y="86750"/>
              <a:ext cx="232400" cy="224350"/>
            </a:xfrm>
            <a:custGeom>
              <a:avLst/>
              <a:gdLst/>
              <a:ahLst/>
              <a:cxnLst/>
              <a:rect l="0" t="0" r="r" b="b"/>
              <a:pathLst>
                <a:path w="232400" h="224350">
                  <a:moveTo>
                    <a:pt x="0" y="34450"/>
                  </a:moveTo>
                  <a:cubicBezTo>
                    <a:pt x="0" y="25650"/>
                    <a:pt x="3400" y="16850"/>
                    <a:pt x="10100" y="10050"/>
                  </a:cubicBezTo>
                  <a:cubicBezTo>
                    <a:pt x="23500" y="-3350"/>
                    <a:pt x="45400" y="-3350"/>
                    <a:pt x="58800" y="10050"/>
                  </a:cubicBezTo>
                  <a:lnTo>
                    <a:pt x="232400" y="182150"/>
                  </a:lnTo>
                  <a:lnTo>
                    <a:pt x="190200" y="224350"/>
                  </a:lnTo>
                  <a:cubicBezTo>
                    <a:pt x="106100" y="147450"/>
                    <a:pt x="10100" y="58750"/>
                    <a:pt x="10100" y="58750"/>
                  </a:cubicBezTo>
                  <a:cubicBezTo>
                    <a:pt x="3400" y="52050"/>
                    <a:pt x="0" y="43250"/>
                    <a:pt x="0" y="34450"/>
                  </a:cubicBezTo>
                  <a:close/>
                </a:path>
              </a:pathLst>
            </a:custGeom>
            <a:solidFill>
              <a:srgbClr val="9ED83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1" name="probe-noto-emoji_u1f9ec-part-22"/>
            <p:cNvSpPr/>
            <p:nvPr/>
          </p:nvSpPr>
          <p:spPr>
            <a:xfrm>
              <a:off x="40000" y="881800"/>
              <a:ext cx="725200" cy="332059"/>
            </a:xfrm>
            <a:custGeom>
              <a:avLst/>
              <a:gdLst/>
              <a:ahLst/>
              <a:cxnLst/>
              <a:rect l="0" t="0" r="r" b="b"/>
              <a:pathLst>
                <a:path w="725200" h="332059">
                  <a:moveTo>
                    <a:pt x="623100" y="120600"/>
                  </a:moveTo>
                  <a:cubicBezTo>
                    <a:pt x="677500" y="93700"/>
                    <a:pt x="708300" y="49300"/>
                    <a:pt x="725200" y="0"/>
                  </a:cubicBezTo>
                  <a:cubicBezTo>
                    <a:pt x="724700" y="84100"/>
                    <a:pt x="700900" y="165500"/>
                    <a:pt x="629800" y="236600"/>
                  </a:cubicBezTo>
                  <a:cubicBezTo>
                    <a:pt x="484500" y="381900"/>
                    <a:pt x="295900" y="330000"/>
                    <a:pt x="129600" y="284100"/>
                  </a:cubicBezTo>
                  <a:cubicBezTo>
                    <a:pt x="81500" y="270800"/>
                    <a:pt x="38600" y="259800"/>
                    <a:pt x="0" y="252300"/>
                  </a:cubicBezTo>
                  <a:lnTo>
                    <a:pt x="0" y="88900"/>
                  </a:lnTo>
                  <a:cubicBezTo>
                    <a:pt x="58300" y="98000"/>
                    <a:pt x="116500" y="114000"/>
                    <a:pt x="172300" y="129300"/>
                  </a:cubicBezTo>
                  <a:cubicBezTo>
                    <a:pt x="290000" y="161800"/>
                    <a:pt x="488100" y="187500"/>
                    <a:pt x="623100" y="120600"/>
                  </a:cubicBezTo>
                  <a:close/>
                </a:path>
              </a:pathLst>
            </a:custGeom>
            <a:solidFill>
              <a:srgbClr val="EE8C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2" name="probe-noto-emoji_u1f9ec-part-23"/>
            <p:cNvSpPr/>
            <p:nvPr/>
          </p:nvSpPr>
          <p:spPr>
            <a:xfrm>
              <a:off x="532900" y="65078"/>
              <a:ext cx="707100" cy="243122"/>
            </a:xfrm>
            <a:custGeom>
              <a:avLst/>
              <a:gdLst/>
              <a:ahLst/>
              <a:cxnLst/>
              <a:rect l="0" t="0" r="r" b="b"/>
              <a:pathLst>
                <a:path w="707100" h="243122">
                  <a:moveTo>
                    <a:pt x="142500" y="150222"/>
                  </a:moveTo>
                  <a:cubicBezTo>
                    <a:pt x="61100" y="160922"/>
                    <a:pt x="0" y="217522"/>
                    <a:pt x="0" y="217522"/>
                  </a:cubicBezTo>
                  <a:cubicBezTo>
                    <a:pt x="0" y="217522"/>
                    <a:pt x="8400" y="191122"/>
                    <a:pt x="26600" y="160422"/>
                  </a:cubicBezTo>
                  <a:cubicBezTo>
                    <a:pt x="40200" y="137622"/>
                    <a:pt x="58800" y="114022"/>
                    <a:pt x="77300" y="95422"/>
                  </a:cubicBezTo>
                  <a:cubicBezTo>
                    <a:pt x="222600" y="-49878"/>
                    <a:pt x="411200" y="2122"/>
                    <a:pt x="577500" y="47922"/>
                  </a:cubicBezTo>
                  <a:cubicBezTo>
                    <a:pt x="625600" y="61222"/>
                    <a:pt x="668500" y="72222"/>
                    <a:pt x="707100" y="79722"/>
                  </a:cubicBezTo>
                  <a:lnTo>
                    <a:pt x="707100" y="243122"/>
                  </a:lnTo>
                  <a:cubicBezTo>
                    <a:pt x="648800" y="234022"/>
                    <a:pt x="590600" y="218022"/>
                    <a:pt x="534800" y="202722"/>
                  </a:cubicBezTo>
                  <a:cubicBezTo>
                    <a:pt x="411000" y="168622"/>
                    <a:pt x="271600" y="133322"/>
                    <a:pt x="142500" y="150222"/>
                  </a:cubicBezTo>
                  <a:close/>
                </a:path>
              </a:pathLst>
            </a:custGeom>
            <a:solidFill>
              <a:srgbClr val="EE8C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3" name="probe-noto-emoji_u1f9ec-part-24"/>
            <p:cNvSpPr/>
            <p:nvPr/>
          </p:nvSpPr>
          <p:spPr>
            <a:xfrm>
              <a:off x="69000" y="376600"/>
              <a:ext cx="1147372" cy="403000"/>
            </a:xfrm>
            <a:custGeom>
              <a:avLst/>
              <a:gdLst/>
              <a:ahLst/>
              <a:cxnLst/>
              <a:rect l="0" t="0" r="r" b="b"/>
              <a:pathLst>
                <a:path w="1147372" h="403000">
                  <a:moveTo>
                    <a:pt x="1050400" y="293300"/>
                  </a:moveTo>
                  <a:cubicBezTo>
                    <a:pt x="905100" y="438600"/>
                    <a:pt x="716500" y="386700"/>
                    <a:pt x="550200" y="340800"/>
                  </a:cubicBezTo>
                  <a:cubicBezTo>
                    <a:pt x="487600" y="323600"/>
                    <a:pt x="149400" y="176800"/>
                    <a:pt x="0" y="403000"/>
                  </a:cubicBezTo>
                  <a:cubicBezTo>
                    <a:pt x="0" y="403000"/>
                    <a:pt x="29600" y="195000"/>
                    <a:pt x="206900" y="131100"/>
                  </a:cubicBezTo>
                  <a:cubicBezTo>
                    <a:pt x="350000" y="79500"/>
                    <a:pt x="564900" y="178300"/>
                    <a:pt x="592900" y="186100"/>
                  </a:cubicBezTo>
                  <a:cubicBezTo>
                    <a:pt x="765400" y="233600"/>
                    <a:pt x="926900" y="252400"/>
                    <a:pt x="1068500" y="121300"/>
                  </a:cubicBezTo>
                  <a:cubicBezTo>
                    <a:pt x="1100900" y="91300"/>
                    <a:pt x="1135400" y="43500"/>
                    <a:pt x="1143000" y="0"/>
                  </a:cubicBezTo>
                  <a:cubicBezTo>
                    <a:pt x="1139500" y="19400"/>
                    <a:pt x="1183900" y="159800"/>
                    <a:pt x="1050400" y="293300"/>
                  </a:cubicBezTo>
                  <a:close/>
                </a:path>
              </a:pathLst>
            </a:custGeom>
            <a:solidFill>
              <a:srgbClr val="00BFA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44" name="probe-noto-emoji_u2696" descr="Noto Emoji artwork by Google; Apache License 2.0; preserve full bundled license. Source: https://github.com/googlefonts/noto-emoji/blob/e20cbc2bbec1926686be9f9bee7d1d2cfa1fea0e/2D/svg/emoji_u2696.svg; SVG SHA256: bb5038b3b20a838aa609d8f3bd17cf91050bdfdd7c8041e65a1f4a6040e386d8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1280000" cy="1280000"/>
          </a:xfrm>
        </p:grpSpPr>
        <p:sp>
          <p:nvSpPr>
            <p:cNvPr id="145" name="probe-noto-emoji_u2696-part-1"/>
            <p:cNvSpPr/>
            <p:nvPr/>
          </p:nvSpPr>
          <p:spPr>
            <a:xfrm>
              <a:off x="605500" y="286600"/>
              <a:ext cx="70000" cy="706000"/>
            </a:xfrm>
            <a:custGeom>
              <a:avLst/>
              <a:gdLst/>
              <a:ahLst/>
              <a:cxnLst/>
              <a:rect l="0" t="0" r="r" b="b"/>
              <a:pathLst>
                <a:path w="70000" h="706000">
                  <a:moveTo>
                    <a:pt x="0" y="0"/>
                  </a:moveTo>
                  <a:lnTo>
                    <a:pt x="70000" y="0"/>
                  </a:lnTo>
                  <a:lnTo>
                    <a:pt x="70000" y="706000"/>
                  </a:lnTo>
                  <a:lnTo>
                    <a:pt x="0" y="706000"/>
                  </a:ln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6" name="probe-noto-emoji_u2696-part-2"/>
            <p:cNvSpPr/>
            <p:nvPr/>
          </p:nvSpPr>
          <p:spPr>
            <a:xfrm>
              <a:off x="640500" y="230200"/>
              <a:ext cx="437200" cy="128100"/>
            </a:xfrm>
            <a:custGeom>
              <a:avLst/>
              <a:gdLst/>
              <a:ahLst/>
              <a:cxnLst/>
              <a:rect l="0" t="0" r="r" b="b"/>
              <a:pathLst>
                <a:path w="437200" h="128100">
                  <a:moveTo>
                    <a:pt x="283700" y="128100"/>
                  </a:moveTo>
                  <a:cubicBezTo>
                    <a:pt x="336000" y="128100"/>
                    <a:pt x="391900" y="109300"/>
                    <a:pt x="437200" y="46100"/>
                  </a:cubicBezTo>
                  <a:lnTo>
                    <a:pt x="380300" y="5300"/>
                  </a:lnTo>
                  <a:cubicBezTo>
                    <a:pt x="326100" y="80800"/>
                    <a:pt x="253400" y="61300"/>
                    <a:pt x="177500" y="32600"/>
                  </a:cubicBezTo>
                  <a:lnTo>
                    <a:pt x="168500" y="29200"/>
                  </a:lnTo>
                  <a:cubicBezTo>
                    <a:pt x="118000" y="10400"/>
                    <a:pt x="58100" y="0"/>
                    <a:pt x="0" y="0"/>
                  </a:cubicBezTo>
                  <a:lnTo>
                    <a:pt x="0" y="70000"/>
                  </a:lnTo>
                  <a:cubicBezTo>
                    <a:pt x="49300" y="70000"/>
                    <a:pt x="101900" y="79000"/>
                    <a:pt x="144100" y="94800"/>
                  </a:cubicBezTo>
                  <a:lnTo>
                    <a:pt x="152800" y="98100"/>
                  </a:lnTo>
                  <a:cubicBezTo>
                    <a:pt x="184100" y="109900"/>
                    <a:pt x="232200" y="128100"/>
                    <a:pt x="283700" y="1281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7" name="probe-noto-emoji_u2696-part-3"/>
            <p:cNvSpPr/>
            <p:nvPr/>
          </p:nvSpPr>
          <p:spPr>
            <a:xfrm>
              <a:off x="389000" y="868900"/>
              <a:ext cx="504189" cy="358100"/>
            </a:xfrm>
            <a:custGeom>
              <a:avLst/>
              <a:gdLst/>
              <a:ahLst/>
              <a:cxnLst/>
              <a:rect l="0" t="0" r="r" b="b"/>
              <a:pathLst>
                <a:path w="504189" h="358100">
                  <a:moveTo>
                    <a:pt x="15200" y="265100"/>
                  </a:moveTo>
                  <a:cubicBezTo>
                    <a:pt x="35700" y="243700"/>
                    <a:pt x="134300" y="215800"/>
                    <a:pt x="160300" y="191600"/>
                  </a:cubicBezTo>
                  <a:cubicBezTo>
                    <a:pt x="186300" y="167400"/>
                    <a:pt x="160000" y="139300"/>
                    <a:pt x="172400" y="81800"/>
                  </a:cubicBezTo>
                  <a:cubicBezTo>
                    <a:pt x="188200" y="8500"/>
                    <a:pt x="251500" y="0"/>
                    <a:pt x="251500" y="0"/>
                  </a:cubicBezTo>
                  <a:cubicBezTo>
                    <a:pt x="251500" y="0"/>
                    <a:pt x="314800" y="8500"/>
                    <a:pt x="330600" y="81800"/>
                  </a:cubicBezTo>
                  <a:cubicBezTo>
                    <a:pt x="343000" y="139200"/>
                    <a:pt x="316600" y="167400"/>
                    <a:pt x="342700" y="191600"/>
                  </a:cubicBezTo>
                  <a:cubicBezTo>
                    <a:pt x="368700" y="215800"/>
                    <a:pt x="467400" y="243700"/>
                    <a:pt x="487800" y="265100"/>
                  </a:cubicBezTo>
                  <a:cubicBezTo>
                    <a:pt x="509200" y="287500"/>
                    <a:pt x="510100" y="317200"/>
                    <a:pt x="487800" y="327400"/>
                  </a:cubicBezTo>
                  <a:cubicBezTo>
                    <a:pt x="487800" y="327400"/>
                    <a:pt x="413000" y="358100"/>
                    <a:pt x="251500" y="358100"/>
                  </a:cubicBezTo>
                  <a:cubicBezTo>
                    <a:pt x="90000" y="358100"/>
                    <a:pt x="15200" y="327400"/>
                    <a:pt x="15200" y="327400"/>
                  </a:cubicBezTo>
                  <a:cubicBezTo>
                    <a:pt x="-3900" y="321400"/>
                    <a:pt x="-6200" y="287500"/>
                    <a:pt x="15200" y="2651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8" name="probe-noto-emoji_u2696-part-4"/>
            <p:cNvSpPr/>
            <p:nvPr/>
          </p:nvSpPr>
          <p:spPr>
            <a:xfrm>
              <a:off x="605400" y="342400"/>
              <a:ext cx="70128" cy="73912"/>
            </a:xfrm>
            <a:custGeom>
              <a:avLst/>
              <a:gdLst/>
              <a:ahLst/>
              <a:cxnLst/>
              <a:rect l="0" t="0" r="r" b="b"/>
              <a:pathLst>
                <a:path w="70128" h="73912">
                  <a:moveTo>
                    <a:pt x="69800" y="37200"/>
                  </a:moveTo>
                  <a:cubicBezTo>
                    <a:pt x="69800" y="42100"/>
                    <a:pt x="74700" y="66800"/>
                    <a:pt x="46600" y="72700"/>
                  </a:cubicBezTo>
                  <a:cubicBezTo>
                    <a:pt x="22000" y="77800"/>
                    <a:pt x="0" y="67000"/>
                    <a:pt x="0" y="36600"/>
                  </a:cubicBezTo>
                  <a:cubicBezTo>
                    <a:pt x="0" y="11600"/>
                    <a:pt x="2400" y="0"/>
                    <a:pt x="2400" y="0"/>
                  </a:cubicBezTo>
                  <a:cubicBezTo>
                    <a:pt x="2400" y="0"/>
                    <a:pt x="69800" y="22200"/>
                    <a:pt x="69800" y="37200"/>
                  </a:cubicBezTo>
                  <a:close/>
                </a:path>
              </a:pathLst>
            </a:custGeom>
            <a:solidFill>
              <a:srgbClr val="335E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9" name="probe-noto-emoji_u2696-part-5"/>
            <p:cNvSpPr/>
            <p:nvPr/>
          </p:nvSpPr>
          <p:spPr>
            <a:xfrm>
              <a:off x="557300" y="133100"/>
              <a:ext cx="166400" cy="253600"/>
            </a:xfrm>
            <a:custGeom>
              <a:avLst/>
              <a:gdLst/>
              <a:ahLst/>
              <a:cxnLst/>
              <a:rect l="0" t="0" r="r" b="b"/>
              <a:pathLst>
                <a:path w="166400" h="253600">
                  <a:moveTo>
                    <a:pt x="166400" y="170400"/>
                  </a:moveTo>
                  <a:cubicBezTo>
                    <a:pt x="166400" y="124500"/>
                    <a:pt x="129200" y="0"/>
                    <a:pt x="83200" y="0"/>
                  </a:cubicBezTo>
                  <a:cubicBezTo>
                    <a:pt x="37200" y="0"/>
                    <a:pt x="0" y="124500"/>
                    <a:pt x="0" y="170400"/>
                  </a:cubicBezTo>
                  <a:cubicBezTo>
                    <a:pt x="0" y="216300"/>
                    <a:pt x="37200" y="253600"/>
                    <a:pt x="83200" y="253600"/>
                  </a:cubicBezTo>
                  <a:cubicBezTo>
                    <a:pt x="129200" y="253600"/>
                    <a:pt x="166400" y="216400"/>
                    <a:pt x="166400" y="1704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0" name="probe-noto-emoji_u2696-part-6"/>
            <p:cNvSpPr/>
            <p:nvPr/>
          </p:nvSpPr>
          <p:spPr>
            <a:xfrm>
              <a:off x="585500" y="53000"/>
              <a:ext cx="110000" cy="110000"/>
            </a:xfrm>
            <a:custGeom>
              <a:avLst/>
              <a:gdLst/>
              <a:ahLst/>
              <a:cxnLst/>
              <a:rect l="0" t="0" r="r" b="b"/>
              <a:pathLst>
                <a:path w="110000" h="110000">
                  <a:moveTo>
                    <a:pt x="110000" y="55000"/>
                  </a:moveTo>
                  <a:cubicBezTo>
                    <a:pt x="110000" y="56152"/>
                    <a:pt x="109964" y="57304"/>
                    <a:pt x="109891" y="58453"/>
                  </a:cubicBezTo>
                  <a:cubicBezTo>
                    <a:pt x="109819" y="59603"/>
                    <a:pt x="109711" y="60750"/>
                    <a:pt x="109566" y="61893"/>
                  </a:cubicBezTo>
                  <a:cubicBezTo>
                    <a:pt x="109422" y="63036"/>
                    <a:pt x="109242" y="64174"/>
                    <a:pt x="109026" y="65306"/>
                  </a:cubicBezTo>
                  <a:cubicBezTo>
                    <a:pt x="108810" y="66438"/>
                    <a:pt x="108559" y="67562"/>
                    <a:pt x="108272" y="68678"/>
                  </a:cubicBezTo>
                  <a:cubicBezTo>
                    <a:pt x="107986" y="69794"/>
                    <a:pt x="107664" y="70900"/>
                    <a:pt x="107308" y="71996"/>
                  </a:cubicBezTo>
                  <a:cubicBezTo>
                    <a:pt x="106952" y="73092"/>
                    <a:pt x="106562" y="74176"/>
                    <a:pt x="106138" y="75247"/>
                  </a:cubicBezTo>
                  <a:cubicBezTo>
                    <a:pt x="105714" y="76318"/>
                    <a:pt x="105256" y="77375"/>
                    <a:pt x="104765" y="78418"/>
                  </a:cubicBezTo>
                  <a:cubicBezTo>
                    <a:pt x="104275" y="79460"/>
                    <a:pt x="103752" y="80487"/>
                    <a:pt x="103197" y="81496"/>
                  </a:cubicBezTo>
                  <a:cubicBezTo>
                    <a:pt x="102642" y="82506"/>
                    <a:pt x="102055" y="83498"/>
                    <a:pt x="101438" y="84470"/>
                  </a:cubicBezTo>
                  <a:cubicBezTo>
                    <a:pt x="100821" y="85443"/>
                    <a:pt x="100173" y="86396"/>
                    <a:pt x="99496" y="87328"/>
                  </a:cubicBezTo>
                  <a:cubicBezTo>
                    <a:pt x="98819" y="88260"/>
                    <a:pt x="98113" y="89171"/>
                    <a:pt x="97378" y="90058"/>
                  </a:cubicBezTo>
                  <a:cubicBezTo>
                    <a:pt x="96644" y="90946"/>
                    <a:pt x="95882" y="91810"/>
                    <a:pt x="95093" y="92650"/>
                  </a:cubicBezTo>
                  <a:cubicBezTo>
                    <a:pt x="94305" y="93490"/>
                    <a:pt x="93490" y="94305"/>
                    <a:pt x="92650" y="95093"/>
                  </a:cubicBezTo>
                  <a:cubicBezTo>
                    <a:pt x="91810" y="95882"/>
                    <a:pt x="90946" y="96644"/>
                    <a:pt x="90058" y="97378"/>
                  </a:cubicBezTo>
                  <a:cubicBezTo>
                    <a:pt x="89171" y="98113"/>
                    <a:pt x="88260" y="98819"/>
                    <a:pt x="87328" y="99496"/>
                  </a:cubicBezTo>
                  <a:cubicBezTo>
                    <a:pt x="86396" y="100173"/>
                    <a:pt x="85443" y="100821"/>
                    <a:pt x="84470" y="101438"/>
                  </a:cubicBezTo>
                  <a:cubicBezTo>
                    <a:pt x="83498" y="102055"/>
                    <a:pt x="82506" y="102642"/>
                    <a:pt x="81496" y="103197"/>
                  </a:cubicBezTo>
                  <a:cubicBezTo>
                    <a:pt x="80487" y="103752"/>
                    <a:pt x="79460" y="104275"/>
                    <a:pt x="78418" y="104765"/>
                  </a:cubicBezTo>
                  <a:cubicBezTo>
                    <a:pt x="77375" y="105256"/>
                    <a:pt x="76318" y="105714"/>
                    <a:pt x="75247" y="106138"/>
                  </a:cubicBezTo>
                  <a:cubicBezTo>
                    <a:pt x="74176" y="106562"/>
                    <a:pt x="73092" y="106952"/>
                    <a:pt x="71996" y="107308"/>
                  </a:cubicBezTo>
                  <a:cubicBezTo>
                    <a:pt x="70900" y="107664"/>
                    <a:pt x="69794" y="107986"/>
                    <a:pt x="68678" y="108272"/>
                  </a:cubicBezTo>
                  <a:cubicBezTo>
                    <a:pt x="67562" y="108559"/>
                    <a:pt x="66438" y="108810"/>
                    <a:pt x="65306" y="109026"/>
                  </a:cubicBezTo>
                  <a:cubicBezTo>
                    <a:pt x="64174" y="109242"/>
                    <a:pt x="63036" y="109422"/>
                    <a:pt x="61893" y="109566"/>
                  </a:cubicBezTo>
                  <a:cubicBezTo>
                    <a:pt x="60750" y="109711"/>
                    <a:pt x="59603" y="109819"/>
                    <a:pt x="58453" y="109891"/>
                  </a:cubicBezTo>
                  <a:cubicBezTo>
                    <a:pt x="57304" y="109964"/>
                    <a:pt x="56152" y="110000"/>
                    <a:pt x="55000" y="110000"/>
                  </a:cubicBezTo>
                  <a:cubicBezTo>
                    <a:pt x="53848" y="110000"/>
                    <a:pt x="52696" y="109964"/>
                    <a:pt x="51547" y="109891"/>
                  </a:cubicBezTo>
                  <a:cubicBezTo>
                    <a:pt x="50397" y="109819"/>
                    <a:pt x="49250" y="109711"/>
                    <a:pt x="48107" y="109566"/>
                  </a:cubicBezTo>
                  <a:cubicBezTo>
                    <a:pt x="46964" y="109422"/>
                    <a:pt x="45826" y="109242"/>
                    <a:pt x="44694" y="109026"/>
                  </a:cubicBezTo>
                  <a:cubicBezTo>
                    <a:pt x="43562" y="108810"/>
                    <a:pt x="42438" y="108559"/>
                    <a:pt x="41322" y="108272"/>
                  </a:cubicBezTo>
                  <a:cubicBezTo>
                    <a:pt x="40206" y="107986"/>
                    <a:pt x="39100" y="107664"/>
                    <a:pt x="38004" y="107308"/>
                  </a:cubicBezTo>
                  <a:cubicBezTo>
                    <a:pt x="36908" y="106952"/>
                    <a:pt x="35824" y="106562"/>
                    <a:pt x="34753" y="106138"/>
                  </a:cubicBezTo>
                  <a:cubicBezTo>
                    <a:pt x="33682" y="105714"/>
                    <a:pt x="32625" y="105256"/>
                    <a:pt x="31582" y="104765"/>
                  </a:cubicBezTo>
                  <a:cubicBezTo>
                    <a:pt x="30540" y="104275"/>
                    <a:pt x="29513" y="103752"/>
                    <a:pt x="28504" y="103197"/>
                  </a:cubicBezTo>
                  <a:cubicBezTo>
                    <a:pt x="27494" y="102642"/>
                    <a:pt x="26502" y="102055"/>
                    <a:pt x="25530" y="101438"/>
                  </a:cubicBezTo>
                  <a:cubicBezTo>
                    <a:pt x="24557" y="100821"/>
                    <a:pt x="23604" y="100173"/>
                    <a:pt x="22672" y="99496"/>
                  </a:cubicBezTo>
                  <a:cubicBezTo>
                    <a:pt x="21740" y="98819"/>
                    <a:pt x="20829" y="98113"/>
                    <a:pt x="19942" y="97378"/>
                  </a:cubicBezTo>
                  <a:cubicBezTo>
                    <a:pt x="19054" y="96644"/>
                    <a:pt x="18190" y="95882"/>
                    <a:pt x="17350" y="95093"/>
                  </a:cubicBezTo>
                  <a:cubicBezTo>
                    <a:pt x="16510" y="94305"/>
                    <a:pt x="15695" y="93490"/>
                    <a:pt x="14907" y="92650"/>
                  </a:cubicBezTo>
                  <a:cubicBezTo>
                    <a:pt x="14118" y="91810"/>
                    <a:pt x="13356" y="90946"/>
                    <a:pt x="12622" y="90058"/>
                  </a:cubicBezTo>
                  <a:cubicBezTo>
                    <a:pt x="11887" y="89171"/>
                    <a:pt x="11181" y="88260"/>
                    <a:pt x="10504" y="87328"/>
                  </a:cubicBezTo>
                  <a:cubicBezTo>
                    <a:pt x="9827" y="86396"/>
                    <a:pt x="9179" y="85443"/>
                    <a:pt x="8562" y="84470"/>
                  </a:cubicBezTo>
                  <a:cubicBezTo>
                    <a:pt x="7945" y="83498"/>
                    <a:pt x="7358" y="82506"/>
                    <a:pt x="6803" y="81496"/>
                  </a:cubicBezTo>
                  <a:cubicBezTo>
                    <a:pt x="6248" y="80487"/>
                    <a:pt x="5725" y="79460"/>
                    <a:pt x="5235" y="78418"/>
                  </a:cubicBezTo>
                  <a:cubicBezTo>
                    <a:pt x="4744" y="77375"/>
                    <a:pt x="4286" y="76318"/>
                    <a:pt x="3862" y="75247"/>
                  </a:cubicBezTo>
                  <a:cubicBezTo>
                    <a:pt x="3438" y="74176"/>
                    <a:pt x="3048" y="73092"/>
                    <a:pt x="2692" y="71996"/>
                  </a:cubicBezTo>
                  <a:cubicBezTo>
                    <a:pt x="2336" y="70900"/>
                    <a:pt x="2014" y="69794"/>
                    <a:pt x="1728" y="68678"/>
                  </a:cubicBezTo>
                  <a:cubicBezTo>
                    <a:pt x="1441" y="67562"/>
                    <a:pt x="1190" y="66438"/>
                    <a:pt x="974" y="65306"/>
                  </a:cubicBezTo>
                  <a:cubicBezTo>
                    <a:pt x="758" y="64174"/>
                    <a:pt x="578" y="63036"/>
                    <a:pt x="434" y="61893"/>
                  </a:cubicBezTo>
                  <a:cubicBezTo>
                    <a:pt x="289" y="60750"/>
                    <a:pt x="181" y="59603"/>
                    <a:pt x="109" y="58453"/>
                  </a:cubicBezTo>
                  <a:cubicBezTo>
                    <a:pt x="36" y="57304"/>
                    <a:pt x="0" y="56152"/>
                    <a:pt x="0" y="55000"/>
                  </a:cubicBezTo>
                  <a:cubicBezTo>
                    <a:pt x="0" y="53848"/>
                    <a:pt x="36" y="52696"/>
                    <a:pt x="109" y="51547"/>
                  </a:cubicBezTo>
                  <a:cubicBezTo>
                    <a:pt x="181" y="50397"/>
                    <a:pt x="289" y="49250"/>
                    <a:pt x="434" y="48107"/>
                  </a:cubicBezTo>
                  <a:cubicBezTo>
                    <a:pt x="578" y="46964"/>
                    <a:pt x="758" y="45826"/>
                    <a:pt x="974" y="44694"/>
                  </a:cubicBezTo>
                  <a:cubicBezTo>
                    <a:pt x="1190" y="43562"/>
                    <a:pt x="1441" y="42438"/>
                    <a:pt x="1728" y="41322"/>
                  </a:cubicBezTo>
                  <a:cubicBezTo>
                    <a:pt x="2014" y="40206"/>
                    <a:pt x="2336" y="39100"/>
                    <a:pt x="2692" y="38004"/>
                  </a:cubicBezTo>
                  <a:cubicBezTo>
                    <a:pt x="3048" y="36908"/>
                    <a:pt x="3438" y="35824"/>
                    <a:pt x="3862" y="34753"/>
                  </a:cubicBezTo>
                  <a:cubicBezTo>
                    <a:pt x="4286" y="33682"/>
                    <a:pt x="4744" y="32625"/>
                    <a:pt x="5235" y="31582"/>
                  </a:cubicBezTo>
                  <a:cubicBezTo>
                    <a:pt x="5725" y="30540"/>
                    <a:pt x="6248" y="29513"/>
                    <a:pt x="6803" y="28504"/>
                  </a:cubicBezTo>
                  <a:cubicBezTo>
                    <a:pt x="7358" y="27494"/>
                    <a:pt x="7945" y="26502"/>
                    <a:pt x="8562" y="25530"/>
                  </a:cubicBezTo>
                  <a:cubicBezTo>
                    <a:pt x="9179" y="24557"/>
                    <a:pt x="9827" y="23604"/>
                    <a:pt x="10504" y="22672"/>
                  </a:cubicBezTo>
                  <a:cubicBezTo>
                    <a:pt x="11181" y="21740"/>
                    <a:pt x="11887" y="20829"/>
                    <a:pt x="12622" y="19942"/>
                  </a:cubicBezTo>
                  <a:cubicBezTo>
                    <a:pt x="13356" y="19054"/>
                    <a:pt x="14118" y="18190"/>
                    <a:pt x="14907" y="17350"/>
                  </a:cubicBezTo>
                  <a:cubicBezTo>
                    <a:pt x="15695" y="16510"/>
                    <a:pt x="16510" y="15695"/>
                    <a:pt x="17350" y="14907"/>
                  </a:cubicBezTo>
                  <a:cubicBezTo>
                    <a:pt x="18190" y="14118"/>
                    <a:pt x="19054" y="13356"/>
                    <a:pt x="19942" y="12622"/>
                  </a:cubicBezTo>
                  <a:cubicBezTo>
                    <a:pt x="20829" y="11887"/>
                    <a:pt x="21740" y="11181"/>
                    <a:pt x="22672" y="10504"/>
                  </a:cubicBezTo>
                  <a:cubicBezTo>
                    <a:pt x="23604" y="9827"/>
                    <a:pt x="24557" y="9179"/>
                    <a:pt x="25530" y="8562"/>
                  </a:cubicBezTo>
                  <a:cubicBezTo>
                    <a:pt x="26502" y="7945"/>
                    <a:pt x="27494" y="7358"/>
                    <a:pt x="28504" y="6803"/>
                  </a:cubicBezTo>
                  <a:cubicBezTo>
                    <a:pt x="29513" y="6248"/>
                    <a:pt x="30540" y="5725"/>
                    <a:pt x="31582" y="5235"/>
                  </a:cubicBezTo>
                  <a:cubicBezTo>
                    <a:pt x="32625" y="4744"/>
                    <a:pt x="33682" y="4286"/>
                    <a:pt x="34753" y="3862"/>
                  </a:cubicBezTo>
                  <a:cubicBezTo>
                    <a:pt x="35824" y="3438"/>
                    <a:pt x="36908" y="3048"/>
                    <a:pt x="38004" y="2692"/>
                  </a:cubicBezTo>
                  <a:cubicBezTo>
                    <a:pt x="39100" y="2336"/>
                    <a:pt x="40206" y="2014"/>
                    <a:pt x="41322" y="1728"/>
                  </a:cubicBezTo>
                  <a:cubicBezTo>
                    <a:pt x="42438" y="1441"/>
                    <a:pt x="43562" y="1190"/>
                    <a:pt x="44694" y="974"/>
                  </a:cubicBezTo>
                  <a:cubicBezTo>
                    <a:pt x="45826" y="758"/>
                    <a:pt x="46964" y="578"/>
                    <a:pt x="48107" y="434"/>
                  </a:cubicBezTo>
                  <a:cubicBezTo>
                    <a:pt x="49250" y="289"/>
                    <a:pt x="50397" y="181"/>
                    <a:pt x="51547" y="109"/>
                  </a:cubicBezTo>
                  <a:cubicBezTo>
                    <a:pt x="52696" y="36"/>
                    <a:pt x="53848" y="0"/>
                    <a:pt x="55000" y="0"/>
                  </a:cubicBezTo>
                  <a:cubicBezTo>
                    <a:pt x="56152" y="0"/>
                    <a:pt x="57304" y="36"/>
                    <a:pt x="58453" y="109"/>
                  </a:cubicBezTo>
                  <a:cubicBezTo>
                    <a:pt x="59603" y="181"/>
                    <a:pt x="60750" y="289"/>
                    <a:pt x="61893" y="434"/>
                  </a:cubicBezTo>
                  <a:cubicBezTo>
                    <a:pt x="63036" y="578"/>
                    <a:pt x="64174" y="758"/>
                    <a:pt x="65306" y="974"/>
                  </a:cubicBezTo>
                  <a:cubicBezTo>
                    <a:pt x="66438" y="1190"/>
                    <a:pt x="67562" y="1441"/>
                    <a:pt x="68678" y="1728"/>
                  </a:cubicBezTo>
                  <a:cubicBezTo>
                    <a:pt x="69794" y="2014"/>
                    <a:pt x="70900" y="2336"/>
                    <a:pt x="71996" y="2692"/>
                  </a:cubicBezTo>
                  <a:cubicBezTo>
                    <a:pt x="73092" y="3048"/>
                    <a:pt x="74176" y="3438"/>
                    <a:pt x="75247" y="3862"/>
                  </a:cubicBezTo>
                  <a:cubicBezTo>
                    <a:pt x="76318" y="4286"/>
                    <a:pt x="77375" y="4744"/>
                    <a:pt x="78418" y="5235"/>
                  </a:cubicBezTo>
                  <a:cubicBezTo>
                    <a:pt x="79460" y="5725"/>
                    <a:pt x="80487" y="6248"/>
                    <a:pt x="81496" y="6803"/>
                  </a:cubicBezTo>
                  <a:cubicBezTo>
                    <a:pt x="82506" y="7358"/>
                    <a:pt x="83498" y="7945"/>
                    <a:pt x="84470" y="8562"/>
                  </a:cubicBezTo>
                  <a:cubicBezTo>
                    <a:pt x="85443" y="9179"/>
                    <a:pt x="86396" y="9827"/>
                    <a:pt x="87328" y="10504"/>
                  </a:cubicBezTo>
                  <a:cubicBezTo>
                    <a:pt x="88260" y="11181"/>
                    <a:pt x="89171" y="11887"/>
                    <a:pt x="90058" y="12622"/>
                  </a:cubicBezTo>
                  <a:cubicBezTo>
                    <a:pt x="90946" y="13356"/>
                    <a:pt x="91810" y="14118"/>
                    <a:pt x="92650" y="14907"/>
                  </a:cubicBezTo>
                  <a:cubicBezTo>
                    <a:pt x="93490" y="15695"/>
                    <a:pt x="94305" y="16510"/>
                    <a:pt x="95093" y="17350"/>
                  </a:cubicBezTo>
                  <a:cubicBezTo>
                    <a:pt x="95882" y="18190"/>
                    <a:pt x="96644" y="19054"/>
                    <a:pt x="97378" y="19942"/>
                  </a:cubicBezTo>
                  <a:cubicBezTo>
                    <a:pt x="98113" y="20829"/>
                    <a:pt x="98819" y="21740"/>
                    <a:pt x="99496" y="22672"/>
                  </a:cubicBezTo>
                  <a:cubicBezTo>
                    <a:pt x="100173" y="23604"/>
                    <a:pt x="100821" y="24557"/>
                    <a:pt x="101438" y="25530"/>
                  </a:cubicBezTo>
                  <a:cubicBezTo>
                    <a:pt x="102055" y="26502"/>
                    <a:pt x="102642" y="27494"/>
                    <a:pt x="103197" y="28504"/>
                  </a:cubicBezTo>
                  <a:cubicBezTo>
                    <a:pt x="103752" y="29513"/>
                    <a:pt x="104275" y="30540"/>
                    <a:pt x="104765" y="31582"/>
                  </a:cubicBezTo>
                  <a:cubicBezTo>
                    <a:pt x="105256" y="32625"/>
                    <a:pt x="105714" y="33682"/>
                    <a:pt x="106138" y="34753"/>
                  </a:cubicBezTo>
                  <a:cubicBezTo>
                    <a:pt x="106562" y="35824"/>
                    <a:pt x="106952" y="36908"/>
                    <a:pt x="107308" y="38004"/>
                  </a:cubicBezTo>
                  <a:cubicBezTo>
                    <a:pt x="107664" y="39100"/>
                    <a:pt x="107986" y="40206"/>
                    <a:pt x="108272" y="41322"/>
                  </a:cubicBezTo>
                  <a:cubicBezTo>
                    <a:pt x="108559" y="42438"/>
                    <a:pt x="108810" y="43562"/>
                    <a:pt x="109026" y="44694"/>
                  </a:cubicBezTo>
                  <a:cubicBezTo>
                    <a:pt x="109242" y="45826"/>
                    <a:pt x="109422" y="46964"/>
                    <a:pt x="109566" y="48107"/>
                  </a:cubicBezTo>
                  <a:cubicBezTo>
                    <a:pt x="109711" y="49250"/>
                    <a:pt x="109819" y="50397"/>
                    <a:pt x="109891" y="51547"/>
                  </a:cubicBezTo>
                  <a:cubicBezTo>
                    <a:pt x="109964" y="52696"/>
                    <a:pt x="110000" y="53848"/>
                    <a:pt x="110000" y="550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1" name="probe-noto-emoji_u2696-part-7"/>
            <p:cNvSpPr/>
            <p:nvPr/>
          </p:nvSpPr>
          <p:spPr>
            <a:xfrm>
              <a:off x="987600" y="186900"/>
              <a:ext cx="110000" cy="110000"/>
            </a:xfrm>
            <a:custGeom>
              <a:avLst/>
              <a:gdLst/>
              <a:ahLst/>
              <a:cxnLst/>
              <a:rect l="0" t="0" r="r" b="b"/>
              <a:pathLst>
                <a:path w="110000" h="110000">
                  <a:moveTo>
                    <a:pt x="110000" y="55000"/>
                  </a:moveTo>
                  <a:cubicBezTo>
                    <a:pt x="110000" y="56152"/>
                    <a:pt x="109964" y="57304"/>
                    <a:pt x="109891" y="58453"/>
                  </a:cubicBezTo>
                  <a:cubicBezTo>
                    <a:pt x="109819" y="59603"/>
                    <a:pt x="109711" y="60750"/>
                    <a:pt x="109566" y="61893"/>
                  </a:cubicBezTo>
                  <a:cubicBezTo>
                    <a:pt x="109422" y="63036"/>
                    <a:pt x="109242" y="64174"/>
                    <a:pt x="109026" y="65306"/>
                  </a:cubicBezTo>
                  <a:cubicBezTo>
                    <a:pt x="108810" y="66438"/>
                    <a:pt x="108559" y="67562"/>
                    <a:pt x="108272" y="68678"/>
                  </a:cubicBezTo>
                  <a:cubicBezTo>
                    <a:pt x="107986" y="69794"/>
                    <a:pt x="107664" y="70900"/>
                    <a:pt x="107308" y="71996"/>
                  </a:cubicBezTo>
                  <a:cubicBezTo>
                    <a:pt x="106952" y="73092"/>
                    <a:pt x="106562" y="74176"/>
                    <a:pt x="106138" y="75247"/>
                  </a:cubicBezTo>
                  <a:cubicBezTo>
                    <a:pt x="105714" y="76318"/>
                    <a:pt x="105256" y="77375"/>
                    <a:pt x="104765" y="78418"/>
                  </a:cubicBezTo>
                  <a:cubicBezTo>
                    <a:pt x="104275" y="79460"/>
                    <a:pt x="103752" y="80487"/>
                    <a:pt x="103197" y="81496"/>
                  </a:cubicBezTo>
                  <a:cubicBezTo>
                    <a:pt x="102642" y="82506"/>
                    <a:pt x="102055" y="83498"/>
                    <a:pt x="101438" y="84470"/>
                  </a:cubicBezTo>
                  <a:cubicBezTo>
                    <a:pt x="100821" y="85443"/>
                    <a:pt x="100173" y="86396"/>
                    <a:pt x="99496" y="87328"/>
                  </a:cubicBezTo>
                  <a:cubicBezTo>
                    <a:pt x="98819" y="88260"/>
                    <a:pt x="98113" y="89171"/>
                    <a:pt x="97378" y="90058"/>
                  </a:cubicBezTo>
                  <a:cubicBezTo>
                    <a:pt x="96644" y="90946"/>
                    <a:pt x="95882" y="91810"/>
                    <a:pt x="95093" y="92650"/>
                  </a:cubicBezTo>
                  <a:cubicBezTo>
                    <a:pt x="94305" y="93490"/>
                    <a:pt x="93490" y="94305"/>
                    <a:pt x="92650" y="95093"/>
                  </a:cubicBezTo>
                  <a:cubicBezTo>
                    <a:pt x="91810" y="95882"/>
                    <a:pt x="90946" y="96644"/>
                    <a:pt x="90058" y="97378"/>
                  </a:cubicBezTo>
                  <a:cubicBezTo>
                    <a:pt x="89171" y="98113"/>
                    <a:pt x="88260" y="98819"/>
                    <a:pt x="87328" y="99496"/>
                  </a:cubicBezTo>
                  <a:cubicBezTo>
                    <a:pt x="86396" y="100173"/>
                    <a:pt x="85443" y="100821"/>
                    <a:pt x="84470" y="101438"/>
                  </a:cubicBezTo>
                  <a:cubicBezTo>
                    <a:pt x="83498" y="102055"/>
                    <a:pt x="82506" y="102642"/>
                    <a:pt x="81496" y="103197"/>
                  </a:cubicBezTo>
                  <a:cubicBezTo>
                    <a:pt x="80487" y="103752"/>
                    <a:pt x="79460" y="104275"/>
                    <a:pt x="78418" y="104765"/>
                  </a:cubicBezTo>
                  <a:cubicBezTo>
                    <a:pt x="77375" y="105256"/>
                    <a:pt x="76318" y="105714"/>
                    <a:pt x="75247" y="106138"/>
                  </a:cubicBezTo>
                  <a:cubicBezTo>
                    <a:pt x="74176" y="106562"/>
                    <a:pt x="73092" y="106952"/>
                    <a:pt x="71996" y="107308"/>
                  </a:cubicBezTo>
                  <a:cubicBezTo>
                    <a:pt x="70900" y="107664"/>
                    <a:pt x="69794" y="107986"/>
                    <a:pt x="68678" y="108272"/>
                  </a:cubicBezTo>
                  <a:cubicBezTo>
                    <a:pt x="67562" y="108559"/>
                    <a:pt x="66438" y="108810"/>
                    <a:pt x="65306" y="109026"/>
                  </a:cubicBezTo>
                  <a:cubicBezTo>
                    <a:pt x="64174" y="109242"/>
                    <a:pt x="63036" y="109422"/>
                    <a:pt x="61893" y="109566"/>
                  </a:cubicBezTo>
                  <a:cubicBezTo>
                    <a:pt x="60750" y="109711"/>
                    <a:pt x="59603" y="109819"/>
                    <a:pt x="58453" y="109891"/>
                  </a:cubicBezTo>
                  <a:cubicBezTo>
                    <a:pt x="57304" y="109964"/>
                    <a:pt x="56152" y="110000"/>
                    <a:pt x="55000" y="110000"/>
                  </a:cubicBezTo>
                  <a:cubicBezTo>
                    <a:pt x="53848" y="110000"/>
                    <a:pt x="52696" y="109964"/>
                    <a:pt x="51547" y="109891"/>
                  </a:cubicBezTo>
                  <a:cubicBezTo>
                    <a:pt x="50397" y="109819"/>
                    <a:pt x="49250" y="109711"/>
                    <a:pt x="48107" y="109566"/>
                  </a:cubicBezTo>
                  <a:cubicBezTo>
                    <a:pt x="46964" y="109422"/>
                    <a:pt x="45826" y="109242"/>
                    <a:pt x="44694" y="109026"/>
                  </a:cubicBezTo>
                  <a:cubicBezTo>
                    <a:pt x="43562" y="108810"/>
                    <a:pt x="42438" y="108559"/>
                    <a:pt x="41322" y="108272"/>
                  </a:cubicBezTo>
                  <a:cubicBezTo>
                    <a:pt x="40206" y="107986"/>
                    <a:pt x="39100" y="107664"/>
                    <a:pt x="38004" y="107308"/>
                  </a:cubicBezTo>
                  <a:cubicBezTo>
                    <a:pt x="36908" y="106952"/>
                    <a:pt x="35824" y="106562"/>
                    <a:pt x="34753" y="106138"/>
                  </a:cubicBezTo>
                  <a:cubicBezTo>
                    <a:pt x="33682" y="105714"/>
                    <a:pt x="32625" y="105256"/>
                    <a:pt x="31582" y="104765"/>
                  </a:cubicBezTo>
                  <a:cubicBezTo>
                    <a:pt x="30540" y="104275"/>
                    <a:pt x="29513" y="103752"/>
                    <a:pt x="28504" y="103197"/>
                  </a:cubicBezTo>
                  <a:cubicBezTo>
                    <a:pt x="27494" y="102642"/>
                    <a:pt x="26502" y="102055"/>
                    <a:pt x="25530" y="101438"/>
                  </a:cubicBezTo>
                  <a:cubicBezTo>
                    <a:pt x="24557" y="100821"/>
                    <a:pt x="23604" y="100173"/>
                    <a:pt x="22672" y="99496"/>
                  </a:cubicBezTo>
                  <a:cubicBezTo>
                    <a:pt x="21740" y="98819"/>
                    <a:pt x="20829" y="98113"/>
                    <a:pt x="19942" y="97378"/>
                  </a:cubicBezTo>
                  <a:cubicBezTo>
                    <a:pt x="19054" y="96644"/>
                    <a:pt x="18190" y="95882"/>
                    <a:pt x="17350" y="95093"/>
                  </a:cubicBezTo>
                  <a:cubicBezTo>
                    <a:pt x="16510" y="94305"/>
                    <a:pt x="15695" y="93490"/>
                    <a:pt x="14907" y="92650"/>
                  </a:cubicBezTo>
                  <a:cubicBezTo>
                    <a:pt x="14118" y="91810"/>
                    <a:pt x="13356" y="90946"/>
                    <a:pt x="12622" y="90058"/>
                  </a:cubicBezTo>
                  <a:cubicBezTo>
                    <a:pt x="11887" y="89171"/>
                    <a:pt x="11181" y="88260"/>
                    <a:pt x="10504" y="87328"/>
                  </a:cubicBezTo>
                  <a:cubicBezTo>
                    <a:pt x="9827" y="86396"/>
                    <a:pt x="9179" y="85443"/>
                    <a:pt x="8562" y="84470"/>
                  </a:cubicBezTo>
                  <a:cubicBezTo>
                    <a:pt x="7945" y="83498"/>
                    <a:pt x="7358" y="82506"/>
                    <a:pt x="6803" y="81496"/>
                  </a:cubicBezTo>
                  <a:cubicBezTo>
                    <a:pt x="6248" y="80487"/>
                    <a:pt x="5725" y="79460"/>
                    <a:pt x="5235" y="78418"/>
                  </a:cubicBezTo>
                  <a:cubicBezTo>
                    <a:pt x="4744" y="77375"/>
                    <a:pt x="4286" y="76318"/>
                    <a:pt x="3862" y="75247"/>
                  </a:cubicBezTo>
                  <a:cubicBezTo>
                    <a:pt x="3438" y="74176"/>
                    <a:pt x="3048" y="73092"/>
                    <a:pt x="2692" y="71996"/>
                  </a:cubicBezTo>
                  <a:cubicBezTo>
                    <a:pt x="2336" y="70900"/>
                    <a:pt x="2014" y="69794"/>
                    <a:pt x="1728" y="68678"/>
                  </a:cubicBezTo>
                  <a:cubicBezTo>
                    <a:pt x="1441" y="67562"/>
                    <a:pt x="1190" y="66438"/>
                    <a:pt x="974" y="65306"/>
                  </a:cubicBezTo>
                  <a:cubicBezTo>
                    <a:pt x="758" y="64174"/>
                    <a:pt x="578" y="63036"/>
                    <a:pt x="434" y="61893"/>
                  </a:cubicBezTo>
                  <a:cubicBezTo>
                    <a:pt x="289" y="60750"/>
                    <a:pt x="181" y="59603"/>
                    <a:pt x="109" y="58453"/>
                  </a:cubicBezTo>
                  <a:cubicBezTo>
                    <a:pt x="36" y="57304"/>
                    <a:pt x="0" y="56152"/>
                    <a:pt x="0" y="55000"/>
                  </a:cubicBezTo>
                  <a:cubicBezTo>
                    <a:pt x="0" y="53848"/>
                    <a:pt x="36" y="52696"/>
                    <a:pt x="109" y="51547"/>
                  </a:cubicBezTo>
                  <a:cubicBezTo>
                    <a:pt x="181" y="50397"/>
                    <a:pt x="289" y="49250"/>
                    <a:pt x="434" y="48107"/>
                  </a:cubicBezTo>
                  <a:cubicBezTo>
                    <a:pt x="578" y="46964"/>
                    <a:pt x="758" y="45826"/>
                    <a:pt x="974" y="44694"/>
                  </a:cubicBezTo>
                  <a:cubicBezTo>
                    <a:pt x="1190" y="43562"/>
                    <a:pt x="1441" y="42438"/>
                    <a:pt x="1728" y="41322"/>
                  </a:cubicBezTo>
                  <a:cubicBezTo>
                    <a:pt x="2014" y="40206"/>
                    <a:pt x="2336" y="39100"/>
                    <a:pt x="2692" y="38004"/>
                  </a:cubicBezTo>
                  <a:cubicBezTo>
                    <a:pt x="3048" y="36908"/>
                    <a:pt x="3438" y="35824"/>
                    <a:pt x="3862" y="34753"/>
                  </a:cubicBezTo>
                  <a:cubicBezTo>
                    <a:pt x="4286" y="33682"/>
                    <a:pt x="4744" y="32625"/>
                    <a:pt x="5235" y="31582"/>
                  </a:cubicBezTo>
                  <a:cubicBezTo>
                    <a:pt x="5725" y="30540"/>
                    <a:pt x="6248" y="29513"/>
                    <a:pt x="6803" y="28504"/>
                  </a:cubicBezTo>
                  <a:cubicBezTo>
                    <a:pt x="7358" y="27494"/>
                    <a:pt x="7945" y="26502"/>
                    <a:pt x="8562" y="25530"/>
                  </a:cubicBezTo>
                  <a:cubicBezTo>
                    <a:pt x="9179" y="24557"/>
                    <a:pt x="9827" y="23604"/>
                    <a:pt x="10504" y="22672"/>
                  </a:cubicBezTo>
                  <a:cubicBezTo>
                    <a:pt x="11181" y="21740"/>
                    <a:pt x="11887" y="20829"/>
                    <a:pt x="12622" y="19942"/>
                  </a:cubicBezTo>
                  <a:cubicBezTo>
                    <a:pt x="13356" y="19054"/>
                    <a:pt x="14118" y="18190"/>
                    <a:pt x="14907" y="17350"/>
                  </a:cubicBezTo>
                  <a:cubicBezTo>
                    <a:pt x="15695" y="16510"/>
                    <a:pt x="16510" y="15695"/>
                    <a:pt x="17350" y="14907"/>
                  </a:cubicBezTo>
                  <a:cubicBezTo>
                    <a:pt x="18190" y="14118"/>
                    <a:pt x="19054" y="13356"/>
                    <a:pt x="19942" y="12622"/>
                  </a:cubicBezTo>
                  <a:cubicBezTo>
                    <a:pt x="20829" y="11887"/>
                    <a:pt x="21740" y="11181"/>
                    <a:pt x="22672" y="10504"/>
                  </a:cubicBezTo>
                  <a:cubicBezTo>
                    <a:pt x="23604" y="9827"/>
                    <a:pt x="24557" y="9179"/>
                    <a:pt x="25530" y="8562"/>
                  </a:cubicBezTo>
                  <a:cubicBezTo>
                    <a:pt x="26502" y="7945"/>
                    <a:pt x="27494" y="7358"/>
                    <a:pt x="28504" y="6803"/>
                  </a:cubicBezTo>
                  <a:cubicBezTo>
                    <a:pt x="29513" y="6248"/>
                    <a:pt x="30540" y="5725"/>
                    <a:pt x="31582" y="5235"/>
                  </a:cubicBezTo>
                  <a:cubicBezTo>
                    <a:pt x="32625" y="4744"/>
                    <a:pt x="33682" y="4286"/>
                    <a:pt x="34753" y="3862"/>
                  </a:cubicBezTo>
                  <a:cubicBezTo>
                    <a:pt x="35824" y="3438"/>
                    <a:pt x="36908" y="3048"/>
                    <a:pt x="38004" y="2692"/>
                  </a:cubicBezTo>
                  <a:cubicBezTo>
                    <a:pt x="39100" y="2336"/>
                    <a:pt x="40206" y="2014"/>
                    <a:pt x="41322" y="1728"/>
                  </a:cubicBezTo>
                  <a:cubicBezTo>
                    <a:pt x="42438" y="1441"/>
                    <a:pt x="43562" y="1190"/>
                    <a:pt x="44694" y="974"/>
                  </a:cubicBezTo>
                  <a:cubicBezTo>
                    <a:pt x="45826" y="758"/>
                    <a:pt x="46964" y="578"/>
                    <a:pt x="48107" y="434"/>
                  </a:cubicBezTo>
                  <a:cubicBezTo>
                    <a:pt x="49250" y="289"/>
                    <a:pt x="50397" y="181"/>
                    <a:pt x="51547" y="109"/>
                  </a:cubicBezTo>
                  <a:cubicBezTo>
                    <a:pt x="52696" y="36"/>
                    <a:pt x="53848" y="0"/>
                    <a:pt x="55000" y="0"/>
                  </a:cubicBezTo>
                  <a:cubicBezTo>
                    <a:pt x="56152" y="0"/>
                    <a:pt x="57304" y="36"/>
                    <a:pt x="58453" y="109"/>
                  </a:cubicBezTo>
                  <a:cubicBezTo>
                    <a:pt x="59603" y="181"/>
                    <a:pt x="60750" y="289"/>
                    <a:pt x="61893" y="434"/>
                  </a:cubicBezTo>
                  <a:cubicBezTo>
                    <a:pt x="63036" y="578"/>
                    <a:pt x="64174" y="758"/>
                    <a:pt x="65306" y="974"/>
                  </a:cubicBezTo>
                  <a:cubicBezTo>
                    <a:pt x="66438" y="1190"/>
                    <a:pt x="67562" y="1441"/>
                    <a:pt x="68678" y="1728"/>
                  </a:cubicBezTo>
                  <a:cubicBezTo>
                    <a:pt x="69794" y="2014"/>
                    <a:pt x="70900" y="2336"/>
                    <a:pt x="71996" y="2692"/>
                  </a:cubicBezTo>
                  <a:cubicBezTo>
                    <a:pt x="73092" y="3048"/>
                    <a:pt x="74176" y="3438"/>
                    <a:pt x="75247" y="3862"/>
                  </a:cubicBezTo>
                  <a:cubicBezTo>
                    <a:pt x="76318" y="4286"/>
                    <a:pt x="77375" y="4744"/>
                    <a:pt x="78418" y="5235"/>
                  </a:cubicBezTo>
                  <a:cubicBezTo>
                    <a:pt x="79460" y="5725"/>
                    <a:pt x="80487" y="6248"/>
                    <a:pt x="81496" y="6803"/>
                  </a:cubicBezTo>
                  <a:cubicBezTo>
                    <a:pt x="82506" y="7358"/>
                    <a:pt x="83498" y="7945"/>
                    <a:pt x="84470" y="8562"/>
                  </a:cubicBezTo>
                  <a:cubicBezTo>
                    <a:pt x="85443" y="9179"/>
                    <a:pt x="86396" y="9827"/>
                    <a:pt x="87328" y="10504"/>
                  </a:cubicBezTo>
                  <a:cubicBezTo>
                    <a:pt x="88260" y="11181"/>
                    <a:pt x="89171" y="11887"/>
                    <a:pt x="90058" y="12622"/>
                  </a:cubicBezTo>
                  <a:cubicBezTo>
                    <a:pt x="90946" y="13356"/>
                    <a:pt x="91810" y="14118"/>
                    <a:pt x="92650" y="14907"/>
                  </a:cubicBezTo>
                  <a:cubicBezTo>
                    <a:pt x="93490" y="15695"/>
                    <a:pt x="94305" y="16510"/>
                    <a:pt x="95093" y="17350"/>
                  </a:cubicBezTo>
                  <a:cubicBezTo>
                    <a:pt x="95882" y="18190"/>
                    <a:pt x="96644" y="19054"/>
                    <a:pt x="97378" y="19942"/>
                  </a:cubicBezTo>
                  <a:cubicBezTo>
                    <a:pt x="98113" y="20829"/>
                    <a:pt x="98819" y="21740"/>
                    <a:pt x="99496" y="22672"/>
                  </a:cubicBezTo>
                  <a:cubicBezTo>
                    <a:pt x="100173" y="23604"/>
                    <a:pt x="100821" y="24557"/>
                    <a:pt x="101438" y="25530"/>
                  </a:cubicBezTo>
                  <a:cubicBezTo>
                    <a:pt x="102055" y="26502"/>
                    <a:pt x="102642" y="27494"/>
                    <a:pt x="103197" y="28504"/>
                  </a:cubicBezTo>
                  <a:cubicBezTo>
                    <a:pt x="103752" y="29513"/>
                    <a:pt x="104275" y="30540"/>
                    <a:pt x="104765" y="31582"/>
                  </a:cubicBezTo>
                  <a:cubicBezTo>
                    <a:pt x="105256" y="32625"/>
                    <a:pt x="105714" y="33682"/>
                    <a:pt x="106138" y="34753"/>
                  </a:cubicBezTo>
                  <a:cubicBezTo>
                    <a:pt x="106562" y="35824"/>
                    <a:pt x="106952" y="36908"/>
                    <a:pt x="107308" y="38004"/>
                  </a:cubicBezTo>
                  <a:cubicBezTo>
                    <a:pt x="107664" y="39100"/>
                    <a:pt x="107986" y="40206"/>
                    <a:pt x="108272" y="41322"/>
                  </a:cubicBezTo>
                  <a:cubicBezTo>
                    <a:pt x="108559" y="42438"/>
                    <a:pt x="108810" y="43562"/>
                    <a:pt x="109026" y="44694"/>
                  </a:cubicBezTo>
                  <a:cubicBezTo>
                    <a:pt x="109242" y="45826"/>
                    <a:pt x="109422" y="46964"/>
                    <a:pt x="109566" y="48107"/>
                  </a:cubicBezTo>
                  <a:cubicBezTo>
                    <a:pt x="109711" y="49250"/>
                    <a:pt x="109819" y="50397"/>
                    <a:pt x="109891" y="51547"/>
                  </a:cubicBezTo>
                  <a:cubicBezTo>
                    <a:pt x="109964" y="52696"/>
                    <a:pt x="110000" y="53848"/>
                    <a:pt x="110000" y="550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2" name="probe-noto-emoji_u2696-part-8"/>
            <p:cNvSpPr/>
            <p:nvPr/>
          </p:nvSpPr>
          <p:spPr>
            <a:xfrm>
              <a:off x="203200" y="230200"/>
              <a:ext cx="437200" cy="128100"/>
            </a:xfrm>
            <a:custGeom>
              <a:avLst/>
              <a:gdLst/>
              <a:ahLst/>
              <a:cxnLst/>
              <a:rect l="0" t="0" r="r" b="b"/>
              <a:pathLst>
                <a:path w="437200" h="128100">
                  <a:moveTo>
                    <a:pt x="153500" y="128100"/>
                  </a:moveTo>
                  <a:cubicBezTo>
                    <a:pt x="205000" y="128100"/>
                    <a:pt x="253100" y="109900"/>
                    <a:pt x="284400" y="98100"/>
                  </a:cubicBezTo>
                  <a:lnTo>
                    <a:pt x="293100" y="94800"/>
                  </a:lnTo>
                  <a:cubicBezTo>
                    <a:pt x="335400" y="79100"/>
                    <a:pt x="387900" y="70000"/>
                    <a:pt x="437200" y="70000"/>
                  </a:cubicBezTo>
                  <a:lnTo>
                    <a:pt x="437200" y="0"/>
                  </a:lnTo>
                  <a:cubicBezTo>
                    <a:pt x="379000" y="0"/>
                    <a:pt x="319200" y="10400"/>
                    <a:pt x="268700" y="29200"/>
                  </a:cubicBezTo>
                  <a:lnTo>
                    <a:pt x="259700" y="32600"/>
                  </a:lnTo>
                  <a:cubicBezTo>
                    <a:pt x="183700" y="61300"/>
                    <a:pt x="111100" y="80800"/>
                    <a:pt x="56900" y="5300"/>
                  </a:cubicBezTo>
                  <a:lnTo>
                    <a:pt x="0" y="46100"/>
                  </a:lnTo>
                  <a:cubicBezTo>
                    <a:pt x="45400" y="109300"/>
                    <a:pt x="101200" y="128100"/>
                    <a:pt x="153500" y="1281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3" name="probe-noto-emoji_u2696-part-9"/>
            <p:cNvSpPr/>
            <p:nvPr/>
          </p:nvSpPr>
          <p:spPr>
            <a:xfrm>
              <a:off x="579389" y="907474"/>
              <a:ext cx="104388" cy="62336"/>
            </a:xfrm>
            <a:custGeom>
              <a:avLst/>
              <a:gdLst/>
              <a:ahLst/>
              <a:cxnLst/>
              <a:rect l="0" t="0" r="r" b="b"/>
              <a:pathLst>
                <a:path w="104388" h="62336">
                  <a:moveTo>
                    <a:pt x="12411" y="11526"/>
                  </a:moveTo>
                  <a:cubicBezTo>
                    <a:pt x="-1989" y="22426"/>
                    <a:pt x="-289" y="41726"/>
                    <a:pt x="511" y="44626"/>
                  </a:cubicBezTo>
                  <a:cubicBezTo>
                    <a:pt x="2511" y="51626"/>
                    <a:pt x="9511" y="55826"/>
                    <a:pt x="16211" y="58326"/>
                  </a:cubicBezTo>
                  <a:cubicBezTo>
                    <a:pt x="33611" y="64726"/>
                    <a:pt x="53411" y="63226"/>
                    <a:pt x="70111" y="55526"/>
                  </a:cubicBezTo>
                  <a:cubicBezTo>
                    <a:pt x="82211" y="49926"/>
                    <a:pt x="106711" y="32826"/>
                    <a:pt x="104211" y="16726"/>
                  </a:cubicBezTo>
                  <a:cubicBezTo>
                    <a:pt x="100111" y="-9774"/>
                    <a:pt x="26911" y="526"/>
                    <a:pt x="12411" y="11526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4" name="probe-noto-emoji_u2696-part-10"/>
            <p:cNvSpPr/>
            <p:nvPr/>
          </p:nvSpPr>
          <p:spPr>
            <a:xfrm>
              <a:off x="434898" y="1111971"/>
              <a:ext cx="263387" cy="61976"/>
            </a:xfrm>
            <a:custGeom>
              <a:avLst/>
              <a:gdLst/>
              <a:ahLst/>
              <a:cxnLst/>
              <a:rect l="0" t="0" r="r" b="b"/>
              <a:pathLst>
                <a:path w="263387" h="61976">
                  <a:moveTo>
                    <a:pt x="234902" y="53029"/>
                  </a:moveTo>
                  <a:cubicBezTo>
                    <a:pt x="160502" y="69929"/>
                    <a:pt x="82302" y="61429"/>
                    <a:pt x="18502" y="39729"/>
                  </a:cubicBezTo>
                  <a:cubicBezTo>
                    <a:pt x="-8198" y="30629"/>
                    <a:pt x="1402" y="20829"/>
                    <a:pt x="2902" y="19629"/>
                  </a:cubicBezTo>
                  <a:cubicBezTo>
                    <a:pt x="15802" y="9029"/>
                    <a:pt x="32202" y="1729"/>
                    <a:pt x="49702" y="329"/>
                  </a:cubicBezTo>
                  <a:cubicBezTo>
                    <a:pt x="81502" y="-2171"/>
                    <a:pt x="106702" y="10129"/>
                    <a:pt x="137202" y="19229"/>
                  </a:cubicBezTo>
                  <a:cubicBezTo>
                    <a:pt x="171802" y="29529"/>
                    <a:pt x="208502" y="32929"/>
                    <a:pt x="244402" y="29129"/>
                  </a:cubicBezTo>
                  <a:cubicBezTo>
                    <a:pt x="249502" y="28629"/>
                    <a:pt x="255102" y="28129"/>
                    <a:pt x="259402" y="31029"/>
                  </a:cubicBezTo>
                  <a:cubicBezTo>
                    <a:pt x="276102" y="42229"/>
                    <a:pt x="234902" y="53029"/>
                    <a:pt x="234902" y="53029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5" name="probe-noto-emoji_u2696-part-11"/>
            <p:cNvSpPr/>
            <p:nvPr/>
          </p:nvSpPr>
          <p:spPr>
            <a:xfrm>
              <a:off x="603109" y="62147"/>
              <a:ext cx="50160" cy="50508"/>
            </a:xfrm>
            <a:custGeom>
              <a:avLst/>
              <a:gdLst/>
              <a:ahLst/>
              <a:cxnLst/>
              <a:rect l="0" t="0" r="r" b="b"/>
              <a:pathLst>
                <a:path w="50160" h="50508">
                  <a:moveTo>
                    <a:pt x="28891" y="47753"/>
                  </a:moveTo>
                  <a:cubicBezTo>
                    <a:pt x="23491" y="50153"/>
                    <a:pt x="17291" y="51553"/>
                    <a:pt x="11691" y="49553"/>
                  </a:cubicBezTo>
                  <a:cubicBezTo>
                    <a:pt x="3791" y="46753"/>
                    <a:pt x="-709" y="37753"/>
                    <a:pt x="91" y="29453"/>
                  </a:cubicBezTo>
                  <a:cubicBezTo>
                    <a:pt x="1591" y="14353"/>
                    <a:pt x="24991" y="-6147"/>
                    <a:pt x="40791" y="1753"/>
                  </a:cubicBezTo>
                  <a:cubicBezTo>
                    <a:pt x="61691" y="12253"/>
                    <a:pt x="43091" y="41353"/>
                    <a:pt x="28891" y="47753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6" name="probe-noto-emoji_u2696-part-12"/>
            <p:cNvSpPr/>
            <p:nvPr/>
          </p:nvSpPr>
          <p:spPr>
            <a:xfrm>
              <a:off x="577797" y="160657"/>
              <a:ext cx="73150" cy="121209"/>
            </a:xfrm>
            <a:custGeom>
              <a:avLst/>
              <a:gdLst/>
              <a:ahLst/>
              <a:cxnLst/>
              <a:rect l="0" t="0" r="r" b="b"/>
              <a:pathLst>
                <a:path w="73150" h="121209">
                  <a:moveTo>
                    <a:pt x="4203" y="111343"/>
                  </a:moveTo>
                  <a:cubicBezTo>
                    <a:pt x="18303" y="128143"/>
                    <a:pt x="49903" y="125643"/>
                    <a:pt x="65603" y="86943"/>
                  </a:cubicBezTo>
                  <a:cubicBezTo>
                    <a:pt x="76203" y="60743"/>
                    <a:pt x="73003" y="31143"/>
                    <a:pt x="71503" y="22043"/>
                  </a:cubicBezTo>
                  <a:cubicBezTo>
                    <a:pt x="67703" y="-2357"/>
                    <a:pt x="46103" y="-8057"/>
                    <a:pt x="31103" y="12843"/>
                  </a:cubicBezTo>
                  <a:cubicBezTo>
                    <a:pt x="-397" y="56543"/>
                    <a:pt x="-4997" y="100443"/>
                    <a:pt x="4203" y="111343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7" name="probe-noto-emoji_u2696-part-13"/>
            <p:cNvSpPr/>
            <p:nvPr/>
          </p:nvSpPr>
          <p:spPr>
            <a:xfrm>
              <a:off x="220200" y="231000"/>
              <a:ext cx="36200" cy="36200"/>
            </a:xfrm>
            <a:custGeom>
              <a:avLst/>
              <a:gdLst/>
              <a:ahLst/>
              <a:cxnLst/>
              <a:rect l="0" t="0" r="r" b="b"/>
              <a:pathLst>
                <a:path w="36200" h="36200">
                  <a:moveTo>
                    <a:pt x="36200" y="18100"/>
                  </a:moveTo>
                  <a:cubicBezTo>
                    <a:pt x="36200" y="18479"/>
                    <a:pt x="36188" y="18858"/>
                    <a:pt x="36164" y="19237"/>
                  </a:cubicBezTo>
                  <a:cubicBezTo>
                    <a:pt x="36140" y="19615"/>
                    <a:pt x="36105" y="19992"/>
                    <a:pt x="36057" y="20369"/>
                  </a:cubicBezTo>
                  <a:cubicBezTo>
                    <a:pt x="36010" y="20745"/>
                    <a:pt x="35950" y="21119"/>
                    <a:pt x="35879" y="21492"/>
                  </a:cubicBezTo>
                  <a:cubicBezTo>
                    <a:pt x="35808" y="21864"/>
                    <a:pt x="35726" y="22234"/>
                    <a:pt x="35631" y="22601"/>
                  </a:cubicBezTo>
                  <a:cubicBezTo>
                    <a:pt x="35537" y="22968"/>
                    <a:pt x="35431" y="23333"/>
                    <a:pt x="35314" y="23693"/>
                  </a:cubicBezTo>
                  <a:cubicBezTo>
                    <a:pt x="35197" y="24054"/>
                    <a:pt x="35069" y="24411"/>
                    <a:pt x="34929" y="24763"/>
                  </a:cubicBezTo>
                  <a:cubicBezTo>
                    <a:pt x="34789" y="25116"/>
                    <a:pt x="34639" y="25464"/>
                    <a:pt x="34477" y="25807"/>
                  </a:cubicBezTo>
                  <a:cubicBezTo>
                    <a:pt x="34316" y="26150"/>
                    <a:pt x="34144" y="26488"/>
                    <a:pt x="33961" y="26820"/>
                  </a:cubicBezTo>
                  <a:cubicBezTo>
                    <a:pt x="33779" y="27152"/>
                    <a:pt x="33585" y="27478"/>
                    <a:pt x="33382" y="27798"/>
                  </a:cubicBezTo>
                  <a:cubicBezTo>
                    <a:pt x="33179" y="28119"/>
                    <a:pt x="32966" y="28432"/>
                    <a:pt x="32743" y="28739"/>
                  </a:cubicBezTo>
                  <a:cubicBezTo>
                    <a:pt x="32520" y="29046"/>
                    <a:pt x="32288" y="29345"/>
                    <a:pt x="32046" y="29637"/>
                  </a:cubicBezTo>
                  <a:cubicBezTo>
                    <a:pt x="31805" y="29929"/>
                    <a:pt x="31554" y="30214"/>
                    <a:pt x="31294" y="30490"/>
                  </a:cubicBezTo>
                  <a:cubicBezTo>
                    <a:pt x="31035" y="30767"/>
                    <a:pt x="30767" y="31035"/>
                    <a:pt x="30490" y="31294"/>
                  </a:cubicBezTo>
                  <a:cubicBezTo>
                    <a:pt x="30214" y="31554"/>
                    <a:pt x="29929" y="31805"/>
                    <a:pt x="29637" y="32046"/>
                  </a:cubicBezTo>
                  <a:cubicBezTo>
                    <a:pt x="29345" y="32288"/>
                    <a:pt x="29046" y="32520"/>
                    <a:pt x="28739" y="32743"/>
                  </a:cubicBezTo>
                  <a:cubicBezTo>
                    <a:pt x="28432" y="32966"/>
                    <a:pt x="28119" y="33179"/>
                    <a:pt x="27798" y="33382"/>
                  </a:cubicBezTo>
                  <a:cubicBezTo>
                    <a:pt x="27478" y="33585"/>
                    <a:pt x="27152" y="33779"/>
                    <a:pt x="26820" y="33961"/>
                  </a:cubicBezTo>
                  <a:cubicBezTo>
                    <a:pt x="26488" y="34144"/>
                    <a:pt x="26150" y="34316"/>
                    <a:pt x="25807" y="34477"/>
                  </a:cubicBezTo>
                  <a:cubicBezTo>
                    <a:pt x="25464" y="34639"/>
                    <a:pt x="25116" y="34789"/>
                    <a:pt x="24763" y="34929"/>
                  </a:cubicBezTo>
                  <a:cubicBezTo>
                    <a:pt x="24411" y="35069"/>
                    <a:pt x="24054" y="35197"/>
                    <a:pt x="23693" y="35314"/>
                  </a:cubicBezTo>
                  <a:cubicBezTo>
                    <a:pt x="23333" y="35431"/>
                    <a:pt x="22968" y="35537"/>
                    <a:pt x="22601" y="35631"/>
                  </a:cubicBezTo>
                  <a:cubicBezTo>
                    <a:pt x="22234" y="35726"/>
                    <a:pt x="21864" y="35808"/>
                    <a:pt x="21492" y="35879"/>
                  </a:cubicBezTo>
                  <a:cubicBezTo>
                    <a:pt x="21119" y="35950"/>
                    <a:pt x="20745" y="36010"/>
                    <a:pt x="20369" y="36057"/>
                  </a:cubicBezTo>
                  <a:cubicBezTo>
                    <a:pt x="19992" y="36105"/>
                    <a:pt x="19615" y="36140"/>
                    <a:pt x="19237" y="36164"/>
                  </a:cubicBezTo>
                  <a:cubicBezTo>
                    <a:pt x="18858" y="36188"/>
                    <a:pt x="18479" y="36200"/>
                    <a:pt x="18100" y="36200"/>
                  </a:cubicBezTo>
                  <a:cubicBezTo>
                    <a:pt x="17721" y="36200"/>
                    <a:pt x="17342" y="36188"/>
                    <a:pt x="16963" y="36164"/>
                  </a:cubicBezTo>
                  <a:cubicBezTo>
                    <a:pt x="16585" y="36140"/>
                    <a:pt x="16208" y="36105"/>
                    <a:pt x="15831" y="36057"/>
                  </a:cubicBezTo>
                  <a:cubicBezTo>
                    <a:pt x="15455" y="36010"/>
                    <a:pt x="15081" y="35950"/>
                    <a:pt x="14708" y="35879"/>
                  </a:cubicBezTo>
                  <a:cubicBezTo>
                    <a:pt x="14336" y="35808"/>
                    <a:pt x="13966" y="35726"/>
                    <a:pt x="13599" y="35631"/>
                  </a:cubicBezTo>
                  <a:cubicBezTo>
                    <a:pt x="13232" y="35537"/>
                    <a:pt x="12867" y="35431"/>
                    <a:pt x="12507" y="35314"/>
                  </a:cubicBezTo>
                  <a:cubicBezTo>
                    <a:pt x="12146" y="35197"/>
                    <a:pt x="11789" y="35069"/>
                    <a:pt x="11437" y="34929"/>
                  </a:cubicBezTo>
                  <a:cubicBezTo>
                    <a:pt x="11084" y="34789"/>
                    <a:pt x="10736" y="34639"/>
                    <a:pt x="10393" y="34477"/>
                  </a:cubicBezTo>
                  <a:cubicBezTo>
                    <a:pt x="10050" y="34316"/>
                    <a:pt x="9712" y="34144"/>
                    <a:pt x="9380" y="33961"/>
                  </a:cubicBezTo>
                  <a:cubicBezTo>
                    <a:pt x="9048" y="33779"/>
                    <a:pt x="8722" y="33585"/>
                    <a:pt x="8402" y="33382"/>
                  </a:cubicBezTo>
                  <a:cubicBezTo>
                    <a:pt x="8081" y="33179"/>
                    <a:pt x="7768" y="32966"/>
                    <a:pt x="7461" y="32743"/>
                  </a:cubicBezTo>
                  <a:cubicBezTo>
                    <a:pt x="7154" y="32520"/>
                    <a:pt x="6855" y="32288"/>
                    <a:pt x="6563" y="32046"/>
                  </a:cubicBezTo>
                  <a:cubicBezTo>
                    <a:pt x="6271" y="31805"/>
                    <a:pt x="5986" y="31554"/>
                    <a:pt x="5710" y="31294"/>
                  </a:cubicBezTo>
                  <a:cubicBezTo>
                    <a:pt x="5433" y="31035"/>
                    <a:pt x="5165" y="30767"/>
                    <a:pt x="4906" y="30490"/>
                  </a:cubicBezTo>
                  <a:cubicBezTo>
                    <a:pt x="4646" y="30214"/>
                    <a:pt x="4395" y="29929"/>
                    <a:pt x="4154" y="29637"/>
                  </a:cubicBezTo>
                  <a:cubicBezTo>
                    <a:pt x="3912" y="29345"/>
                    <a:pt x="3680" y="29046"/>
                    <a:pt x="3457" y="28739"/>
                  </a:cubicBezTo>
                  <a:cubicBezTo>
                    <a:pt x="3234" y="28432"/>
                    <a:pt x="3021" y="28119"/>
                    <a:pt x="2818" y="27798"/>
                  </a:cubicBezTo>
                  <a:cubicBezTo>
                    <a:pt x="2615" y="27478"/>
                    <a:pt x="2421" y="27152"/>
                    <a:pt x="2239" y="26820"/>
                  </a:cubicBezTo>
                  <a:cubicBezTo>
                    <a:pt x="2056" y="26488"/>
                    <a:pt x="1884" y="26150"/>
                    <a:pt x="1723" y="25807"/>
                  </a:cubicBezTo>
                  <a:cubicBezTo>
                    <a:pt x="1561" y="25464"/>
                    <a:pt x="1411" y="25116"/>
                    <a:pt x="1271" y="24763"/>
                  </a:cubicBezTo>
                  <a:cubicBezTo>
                    <a:pt x="1131" y="24411"/>
                    <a:pt x="1003" y="24054"/>
                    <a:pt x="886" y="23693"/>
                  </a:cubicBezTo>
                  <a:cubicBezTo>
                    <a:pt x="769" y="23333"/>
                    <a:pt x="663" y="22968"/>
                    <a:pt x="569" y="22601"/>
                  </a:cubicBezTo>
                  <a:cubicBezTo>
                    <a:pt x="474" y="22234"/>
                    <a:pt x="392" y="21864"/>
                    <a:pt x="321" y="21492"/>
                  </a:cubicBezTo>
                  <a:cubicBezTo>
                    <a:pt x="250" y="21119"/>
                    <a:pt x="190" y="20745"/>
                    <a:pt x="143" y="20369"/>
                  </a:cubicBezTo>
                  <a:cubicBezTo>
                    <a:pt x="95" y="19992"/>
                    <a:pt x="60" y="19615"/>
                    <a:pt x="36" y="19237"/>
                  </a:cubicBezTo>
                  <a:cubicBezTo>
                    <a:pt x="12" y="18858"/>
                    <a:pt x="0" y="18479"/>
                    <a:pt x="0" y="18100"/>
                  </a:cubicBezTo>
                  <a:cubicBezTo>
                    <a:pt x="0" y="17721"/>
                    <a:pt x="12" y="17342"/>
                    <a:pt x="36" y="16963"/>
                  </a:cubicBezTo>
                  <a:cubicBezTo>
                    <a:pt x="60" y="16585"/>
                    <a:pt x="95" y="16208"/>
                    <a:pt x="143" y="15831"/>
                  </a:cubicBezTo>
                  <a:cubicBezTo>
                    <a:pt x="190" y="15455"/>
                    <a:pt x="250" y="15081"/>
                    <a:pt x="321" y="14708"/>
                  </a:cubicBezTo>
                  <a:cubicBezTo>
                    <a:pt x="392" y="14336"/>
                    <a:pt x="474" y="13966"/>
                    <a:pt x="569" y="13599"/>
                  </a:cubicBezTo>
                  <a:cubicBezTo>
                    <a:pt x="663" y="13232"/>
                    <a:pt x="769" y="12867"/>
                    <a:pt x="886" y="12507"/>
                  </a:cubicBezTo>
                  <a:cubicBezTo>
                    <a:pt x="1003" y="12146"/>
                    <a:pt x="1131" y="11789"/>
                    <a:pt x="1271" y="11437"/>
                  </a:cubicBezTo>
                  <a:cubicBezTo>
                    <a:pt x="1411" y="11084"/>
                    <a:pt x="1561" y="10736"/>
                    <a:pt x="1723" y="10393"/>
                  </a:cubicBezTo>
                  <a:cubicBezTo>
                    <a:pt x="1884" y="10050"/>
                    <a:pt x="2056" y="9712"/>
                    <a:pt x="2239" y="9380"/>
                  </a:cubicBezTo>
                  <a:cubicBezTo>
                    <a:pt x="2421" y="9048"/>
                    <a:pt x="2615" y="8722"/>
                    <a:pt x="2818" y="8402"/>
                  </a:cubicBezTo>
                  <a:cubicBezTo>
                    <a:pt x="3021" y="8081"/>
                    <a:pt x="3234" y="7768"/>
                    <a:pt x="3457" y="7461"/>
                  </a:cubicBezTo>
                  <a:cubicBezTo>
                    <a:pt x="3680" y="7154"/>
                    <a:pt x="3912" y="6855"/>
                    <a:pt x="4154" y="6563"/>
                  </a:cubicBezTo>
                  <a:cubicBezTo>
                    <a:pt x="4395" y="6271"/>
                    <a:pt x="4646" y="5986"/>
                    <a:pt x="4906" y="5710"/>
                  </a:cubicBezTo>
                  <a:cubicBezTo>
                    <a:pt x="5165" y="5433"/>
                    <a:pt x="5433" y="5165"/>
                    <a:pt x="5710" y="4906"/>
                  </a:cubicBezTo>
                  <a:cubicBezTo>
                    <a:pt x="5986" y="4646"/>
                    <a:pt x="6271" y="4395"/>
                    <a:pt x="6563" y="4154"/>
                  </a:cubicBezTo>
                  <a:cubicBezTo>
                    <a:pt x="6855" y="3912"/>
                    <a:pt x="7154" y="3680"/>
                    <a:pt x="7461" y="3457"/>
                  </a:cubicBezTo>
                  <a:cubicBezTo>
                    <a:pt x="7768" y="3234"/>
                    <a:pt x="8081" y="3021"/>
                    <a:pt x="8402" y="2818"/>
                  </a:cubicBezTo>
                  <a:cubicBezTo>
                    <a:pt x="8722" y="2615"/>
                    <a:pt x="9048" y="2421"/>
                    <a:pt x="9380" y="2239"/>
                  </a:cubicBezTo>
                  <a:cubicBezTo>
                    <a:pt x="9712" y="2056"/>
                    <a:pt x="10050" y="1884"/>
                    <a:pt x="10393" y="1723"/>
                  </a:cubicBezTo>
                  <a:cubicBezTo>
                    <a:pt x="10736" y="1561"/>
                    <a:pt x="11084" y="1411"/>
                    <a:pt x="11437" y="1271"/>
                  </a:cubicBezTo>
                  <a:cubicBezTo>
                    <a:pt x="11789" y="1131"/>
                    <a:pt x="12146" y="1003"/>
                    <a:pt x="12507" y="886"/>
                  </a:cubicBezTo>
                  <a:cubicBezTo>
                    <a:pt x="12867" y="769"/>
                    <a:pt x="13232" y="663"/>
                    <a:pt x="13599" y="569"/>
                  </a:cubicBezTo>
                  <a:cubicBezTo>
                    <a:pt x="13966" y="474"/>
                    <a:pt x="14336" y="392"/>
                    <a:pt x="14708" y="321"/>
                  </a:cubicBezTo>
                  <a:cubicBezTo>
                    <a:pt x="15081" y="250"/>
                    <a:pt x="15455" y="190"/>
                    <a:pt x="15831" y="143"/>
                  </a:cubicBezTo>
                  <a:cubicBezTo>
                    <a:pt x="16208" y="95"/>
                    <a:pt x="16585" y="60"/>
                    <a:pt x="16963" y="36"/>
                  </a:cubicBezTo>
                  <a:cubicBezTo>
                    <a:pt x="17342" y="12"/>
                    <a:pt x="17721" y="0"/>
                    <a:pt x="18100" y="0"/>
                  </a:cubicBezTo>
                  <a:cubicBezTo>
                    <a:pt x="18479" y="0"/>
                    <a:pt x="18858" y="12"/>
                    <a:pt x="19237" y="36"/>
                  </a:cubicBezTo>
                  <a:cubicBezTo>
                    <a:pt x="19615" y="60"/>
                    <a:pt x="19992" y="95"/>
                    <a:pt x="20369" y="143"/>
                  </a:cubicBezTo>
                  <a:cubicBezTo>
                    <a:pt x="20745" y="190"/>
                    <a:pt x="21119" y="250"/>
                    <a:pt x="21492" y="321"/>
                  </a:cubicBezTo>
                  <a:cubicBezTo>
                    <a:pt x="21864" y="392"/>
                    <a:pt x="22234" y="474"/>
                    <a:pt x="22601" y="569"/>
                  </a:cubicBezTo>
                  <a:cubicBezTo>
                    <a:pt x="22968" y="663"/>
                    <a:pt x="23333" y="769"/>
                    <a:pt x="23693" y="886"/>
                  </a:cubicBezTo>
                  <a:cubicBezTo>
                    <a:pt x="24054" y="1003"/>
                    <a:pt x="24411" y="1131"/>
                    <a:pt x="24763" y="1271"/>
                  </a:cubicBezTo>
                  <a:cubicBezTo>
                    <a:pt x="25116" y="1411"/>
                    <a:pt x="25464" y="1561"/>
                    <a:pt x="25807" y="1723"/>
                  </a:cubicBezTo>
                  <a:cubicBezTo>
                    <a:pt x="26150" y="1884"/>
                    <a:pt x="26488" y="2056"/>
                    <a:pt x="26820" y="2239"/>
                  </a:cubicBezTo>
                  <a:cubicBezTo>
                    <a:pt x="27152" y="2421"/>
                    <a:pt x="27478" y="2615"/>
                    <a:pt x="27798" y="2818"/>
                  </a:cubicBezTo>
                  <a:cubicBezTo>
                    <a:pt x="28119" y="3021"/>
                    <a:pt x="28432" y="3234"/>
                    <a:pt x="28739" y="3457"/>
                  </a:cubicBezTo>
                  <a:cubicBezTo>
                    <a:pt x="29046" y="3680"/>
                    <a:pt x="29345" y="3912"/>
                    <a:pt x="29637" y="4154"/>
                  </a:cubicBezTo>
                  <a:cubicBezTo>
                    <a:pt x="29929" y="4395"/>
                    <a:pt x="30214" y="4646"/>
                    <a:pt x="30490" y="4906"/>
                  </a:cubicBezTo>
                  <a:cubicBezTo>
                    <a:pt x="30767" y="5165"/>
                    <a:pt x="31035" y="5433"/>
                    <a:pt x="31294" y="5710"/>
                  </a:cubicBezTo>
                  <a:cubicBezTo>
                    <a:pt x="31554" y="5986"/>
                    <a:pt x="31805" y="6271"/>
                    <a:pt x="32046" y="6563"/>
                  </a:cubicBezTo>
                  <a:cubicBezTo>
                    <a:pt x="32288" y="6855"/>
                    <a:pt x="32520" y="7154"/>
                    <a:pt x="32743" y="7461"/>
                  </a:cubicBezTo>
                  <a:cubicBezTo>
                    <a:pt x="32966" y="7768"/>
                    <a:pt x="33179" y="8081"/>
                    <a:pt x="33382" y="8402"/>
                  </a:cubicBezTo>
                  <a:cubicBezTo>
                    <a:pt x="33585" y="8722"/>
                    <a:pt x="33779" y="9048"/>
                    <a:pt x="33961" y="9380"/>
                  </a:cubicBezTo>
                  <a:cubicBezTo>
                    <a:pt x="34144" y="9712"/>
                    <a:pt x="34316" y="10050"/>
                    <a:pt x="34477" y="10393"/>
                  </a:cubicBezTo>
                  <a:cubicBezTo>
                    <a:pt x="34639" y="10736"/>
                    <a:pt x="34789" y="11084"/>
                    <a:pt x="34929" y="11437"/>
                  </a:cubicBezTo>
                  <a:cubicBezTo>
                    <a:pt x="35069" y="11789"/>
                    <a:pt x="35197" y="12146"/>
                    <a:pt x="35314" y="12507"/>
                  </a:cubicBezTo>
                  <a:cubicBezTo>
                    <a:pt x="35431" y="12867"/>
                    <a:pt x="35537" y="13232"/>
                    <a:pt x="35631" y="13599"/>
                  </a:cubicBezTo>
                  <a:cubicBezTo>
                    <a:pt x="35726" y="13966"/>
                    <a:pt x="35808" y="14336"/>
                    <a:pt x="35879" y="14708"/>
                  </a:cubicBezTo>
                  <a:cubicBezTo>
                    <a:pt x="35950" y="15081"/>
                    <a:pt x="36010" y="15455"/>
                    <a:pt x="36057" y="15831"/>
                  </a:cubicBezTo>
                  <a:cubicBezTo>
                    <a:pt x="36105" y="16208"/>
                    <a:pt x="36140" y="16585"/>
                    <a:pt x="36164" y="16963"/>
                  </a:cubicBezTo>
                  <a:cubicBezTo>
                    <a:pt x="36188" y="17342"/>
                    <a:pt x="36200" y="17721"/>
                    <a:pt x="36200" y="181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8" name="probe-noto-emoji_u2696-part-14"/>
            <p:cNvSpPr/>
            <p:nvPr/>
          </p:nvSpPr>
          <p:spPr>
            <a:xfrm>
              <a:off x="34400" y="231700"/>
              <a:ext cx="408700" cy="699500"/>
            </a:xfrm>
            <a:custGeom>
              <a:avLst/>
              <a:gdLst/>
              <a:ahLst/>
              <a:cxnLst/>
              <a:rect l="0" t="0" r="r" b="b"/>
              <a:pathLst>
                <a:path w="408700" h="699500">
                  <a:moveTo>
                    <a:pt x="0" y="691200"/>
                  </a:moveTo>
                  <a:lnTo>
                    <a:pt x="185600" y="12800"/>
                  </a:lnTo>
                  <a:cubicBezTo>
                    <a:pt x="185600" y="12800"/>
                    <a:pt x="196300" y="0"/>
                    <a:pt x="203900" y="0"/>
                  </a:cubicBezTo>
                  <a:cubicBezTo>
                    <a:pt x="211500" y="0"/>
                    <a:pt x="222600" y="12800"/>
                    <a:pt x="222600" y="12800"/>
                  </a:cubicBezTo>
                  <a:lnTo>
                    <a:pt x="408700" y="692100"/>
                  </a:lnTo>
                  <a:lnTo>
                    <a:pt x="382200" y="699500"/>
                  </a:lnTo>
                  <a:lnTo>
                    <a:pt x="217700" y="97200"/>
                  </a:lnTo>
                  <a:lnTo>
                    <a:pt x="190200" y="99800"/>
                  </a:lnTo>
                  <a:lnTo>
                    <a:pt x="26500" y="698500"/>
                  </a:lnTo>
                  <a:lnTo>
                    <a:pt x="0" y="691200"/>
                  </a:ln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9" name="probe-noto-emoji_u2696-part-15"/>
            <p:cNvSpPr/>
            <p:nvPr/>
          </p:nvSpPr>
          <p:spPr>
            <a:xfrm>
              <a:off x="32500" y="924400"/>
              <a:ext cx="411600" cy="108000"/>
            </a:xfrm>
            <a:custGeom>
              <a:avLst/>
              <a:gdLst/>
              <a:ahLst/>
              <a:cxnLst/>
              <a:rect l="0" t="0" r="r" b="b"/>
              <a:pathLst>
                <a:path w="411600" h="108000">
                  <a:moveTo>
                    <a:pt x="411600" y="0"/>
                  </a:moveTo>
                  <a:lnTo>
                    <a:pt x="0" y="0"/>
                  </a:lnTo>
                  <a:cubicBezTo>
                    <a:pt x="0" y="45900"/>
                    <a:pt x="108200" y="108000"/>
                    <a:pt x="205800" y="108000"/>
                  </a:cubicBezTo>
                  <a:cubicBezTo>
                    <a:pt x="303400" y="108000"/>
                    <a:pt x="411600" y="41700"/>
                    <a:pt x="411600" y="0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0" name="probe-noto-emoji_u2696-part-16"/>
            <p:cNvSpPr/>
            <p:nvPr/>
          </p:nvSpPr>
          <p:spPr>
            <a:xfrm>
              <a:off x="32500" y="894400"/>
              <a:ext cx="411600" cy="62600"/>
            </a:xfrm>
            <a:custGeom>
              <a:avLst/>
              <a:gdLst/>
              <a:ahLst/>
              <a:cxnLst/>
              <a:rect l="0" t="0" r="r" b="b"/>
              <a:pathLst>
                <a:path w="411600" h="62600">
                  <a:moveTo>
                    <a:pt x="411600" y="31300"/>
                  </a:moveTo>
                  <a:cubicBezTo>
                    <a:pt x="411600" y="31956"/>
                    <a:pt x="411465" y="32611"/>
                    <a:pt x="411194" y="33265"/>
                  </a:cubicBezTo>
                  <a:cubicBezTo>
                    <a:pt x="410923" y="33920"/>
                    <a:pt x="410517" y="34573"/>
                    <a:pt x="409977" y="35223"/>
                  </a:cubicBezTo>
                  <a:cubicBezTo>
                    <a:pt x="409437" y="35873"/>
                    <a:pt x="408762" y="36521"/>
                    <a:pt x="407955" y="37165"/>
                  </a:cubicBezTo>
                  <a:cubicBezTo>
                    <a:pt x="407147" y="37809"/>
                    <a:pt x="406206" y="38449"/>
                    <a:pt x="405134" y="39084"/>
                  </a:cubicBezTo>
                  <a:cubicBezTo>
                    <a:pt x="404062" y="39719"/>
                    <a:pt x="402859" y="40349"/>
                    <a:pt x="401527" y="40972"/>
                  </a:cubicBezTo>
                  <a:cubicBezTo>
                    <a:pt x="400195" y="41596"/>
                    <a:pt x="398735" y="42213"/>
                    <a:pt x="397148" y="42822"/>
                  </a:cubicBezTo>
                  <a:cubicBezTo>
                    <a:pt x="395561" y="43432"/>
                    <a:pt x="393849" y="44034"/>
                    <a:pt x="392013" y="44627"/>
                  </a:cubicBezTo>
                  <a:cubicBezTo>
                    <a:pt x="390178" y="45220"/>
                    <a:pt x="388221" y="45804"/>
                    <a:pt x="386144" y="46379"/>
                  </a:cubicBezTo>
                  <a:cubicBezTo>
                    <a:pt x="384067" y="46953"/>
                    <a:pt x="381872" y="47518"/>
                    <a:pt x="379563" y="48071"/>
                  </a:cubicBezTo>
                  <a:cubicBezTo>
                    <a:pt x="377253" y="48625"/>
                    <a:pt x="374829" y="49167"/>
                    <a:pt x="372296" y="49698"/>
                  </a:cubicBezTo>
                  <a:cubicBezTo>
                    <a:pt x="369762" y="50228"/>
                    <a:pt x="367119" y="50746"/>
                    <a:pt x="364372" y="51251"/>
                  </a:cubicBezTo>
                  <a:cubicBezTo>
                    <a:pt x="361624" y="51757"/>
                    <a:pt x="358773" y="52248"/>
                    <a:pt x="355822" y="52726"/>
                  </a:cubicBezTo>
                  <a:cubicBezTo>
                    <a:pt x="352871" y="53204"/>
                    <a:pt x="349822" y="53668"/>
                    <a:pt x="346680" y="54117"/>
                  </a:cubicBezTo>
                  <a:cubicBezTo>
                    <a:pt x="343537" y="54566"/>
                    <a:pt x="340303" y="54999"/>
                    <a:pt x="336982" y="55417"/>
                  </a:cubicBezTo>
                  <a:cubicBezTo>
                    <a:pt x="333660" y="55835"/>
                    <a:pt x="330254" y="56237"/>
                    <a:pt x="326766" y="56622"/>
                  </a:cubicBezTo>
                  <a:cubicBezTo>
                    <a:pt x="323279" y="57008"/>
                    <a:pt x="319713" y="57376"/>
                    <a:pt x="316073" y="57727"/>
                  </a:cubicBezTo>
                  <a:cubicBezTo>
                    <a:pt x="312434" y="58079"/>
                    <a:pt x="308722" y="58413"/>
                    <a:pt x="304945" y="58728"/>
                  </a:cubicBezTo>
                  <a:cubicBezTo>
                    <a:pt x="301167" y="59044"/>
                    <a:pt x="297326" y="59342"/>
                    <a:pt x="293425" y="59621"/>
                  </a:cubicBezTo>
                  <a:cubicBezTo>
                    <a:pt x="289525" y="59900"/>
                    <a:pt x="285568" y="60161"/>
                    <a:pt x="281560" y="60402"/>
                  </a:cubicBezTo>
                  <a:cubicBezTo>
                    <a:pt x="277552" y="60643"/>
                    <a:pt x="273495" y="60865"/>
                    <a:pt x="269396" y="61068"/>
                  </a:cubicBezTo>
                  <a:cubicBezTo>
                    <a:pt x="265296" y="61271"/>
                    <a:pt x="261156" y="61454"/>
                    <a:pt x="256980" y="61617"/>
                  </a:cubicBezTo>
                  <a:cubicBezTo>
                    <a:pt x="252805" y="61780"/>
                    <a:pt x="248597" y="61923"/>
                    <a:pt x="244363" y="62046"/>
                  </a:cubicBezTo>
                  <a:cubicBezTo>
                    <a:pt x="240129" y="62168"/>
                    <a:pt x="235870" y="62271"/>
                    <a:pt x="231594" y="62353"/>
                  </a:cubicBezTo>
                  <a:cubicBezTo>
                    <a:pt x="227317" y="62435"/>
                    <a:pt x="223024" y="62497"/>
                    <a:pt x="218722" y="62538"/>
                  </a:cubicBezTo>
                  <a:cubicBezTo>
                    <a:pt x="214420" y="62579"/>
                    <a:pt x="210111" y="62600"/>
                    <a:pt x="205800" y="62600"/>
                  </a:cubicBezTo>
                  <a:cubicBezTo>
                    <a:pt x="201489" y="62600"/>
                    <a:pt x="197180" y="62579"/>
                    <a:pt x="192878" y="62538"/>
                  </a:cubicBezTo>
                  <a:cubicBezTo>
                    <a:pt x="188576" y="62497"/>
                    <a:pt x="184283" y="62435"/>
                    <a:pt x="180006" y="62353"/>
                  </a:cubicBezTo>
                  <a:cubicBezTo>
                    <a:pt x="175730" y="62271"/>
                    <a:pt x="171471" y="62168"/>
                    <a:pt x="167237" y="62046"/>
                  </a:cubicBezTo>
                  <a:cubicBezTo>
                    <a:pt x="163003" y="61923"/>
                    <a:pt x="158795" y="61780"/>
                    <a:pt x="154620" y="61617"/>
                  </a:cubicBezTo>
                  <a:cubicBezTo>
                    <a:pt x="150444" y="61454"/>
                    <a:pt x="146304" y="61271"/>
                    <a:pt x="142204" y="61068"/>
                  </a:cubicBezTo>
                  <a:cubicBezTo>
                    <a:pt x="138105" y="60865"/>
                    <a:pt x="134048" y="60643"/>
                    <a:pt x="130040" y="60402"/>
                  </a:cubicBezTo>
                  <a:cubicBezTo>
                    <a:pt x="126032" y="60161"/>
                    <a:pt x="122075" y="59900"/>
                    <a:pt x="118175" y="59621"/>
                  </a:cubicBezTo>
                  <a:cubicBezTo>
                    <a:pt x="114274" y="59342"/>
                    <a:pt x="110433" y="59044"/>
                    <a:pt x="106655" y="58728"/>
                  </a:cubicBezTo>
                  <a:cubicBezTo>
                    <a:pt x="102878" y="58413"/>
                    <a:pt x="99166" y="58079"/>
                    <a:pt x="95527" y="57727"/>
                  </a:cubicBezTo>
                  <a:cubicBezTo>
                    <a:pt x="91887" y="57376"/>
                    <a:pt x="88321" y="57008"/>
                    <a:pt x="84834" y="56622"/>
                  </a:cubicBezTo>
                  <a:cubicBezTo>
                    <a:pt x="81346" y="56237"/>
                    <a:pt x="77940" y="55835"/>
                    <a:pt x="74618" y="55417"/>
                  </a:cubicBezTo>
                  <a:cubicBezTo>
                    <a:pt x="71297" y="54999"/>
                    <a:pt x="68063" y="54566"/>
                    <a:pt x="64920" y="54117"/>
                  </a:cubicBezTo>
                  <a:cubicBezTo>
                    <a:pt x="61778" y="53668"/>
                    <a:pt x="58729" y="53204"/>
                    <a:pt x="55778" y="52726"/>
                  </a:cubicBezTo>
                  <a:cubicBezTo>
                    <a:pt x="52827" y="52248"/>
                    <a:pt x="49976" y="51757"/>
                    <a:pt x="47228" y="51251"/>
                  </a:cubicBezTo>
                  <a:cubicBezTo>
                    <a:pt x="44481" y="50746"/>
                    <a:pt x="41838" y="50228"/>
                    <a:pt x="39304" y="49698"/>
                  </a:cubicBezTo>
                  <a:cubicBezTo>
                    <a:pt x="36771" y="49167"/>
                    <a:pt x="34347" y="48625"/>
                    <a:pt x="32037" y="48071"/>
                  </a:cubicBezTo>
                  <a:cubicBezTo>
                    <a:pt x="29728" y="47518"/>
                    <a:pt x="27533" y="46953"/>
                    <a:pt x="25456" y="46379"/>
                  </a:cubicBezTo>
                  <a:cubicBezTo>
                    <a:pt x="23379" y="45804"/>
                    <a:pt x="21422" y="45220"/>
                    <a:pt x="19587" y="44627"/>
                  </a:cubicBezTo>
                  <a:cubicBezTo>
                    <a:pt x="17751" y="44034"/>
                    <a:pt x="16039" y="43432"/>
                    <a:pt x="14452" y="42822"/>
                  </a:cubicBezTo>
                  <a:cubicBezTo>
                    <a:pt x="12865" y="42213"/>
                    <a:pt x="11405" y="41596"/>
                    <a:pt x="10073" y="40972"/>
                  </a:cubicBezTo>
                  <a:cubicBezTo>
                    <a:pt x="8741" y="40349"/>
                    <a:pt x="7538" y="39719"/>
                    <a:pt x="6466" y="39084"/>
                  </a:cubicBezTo>
                  <a:cubicBezTo>
                    <a:pt x="5394" y="38449"/>
                    <a:pt x="4453" y="37809"/>
                    <a:pt x="3645" y="37165"/>
                  </a:cubicBezTo>
                  <a:cubicBezTo>
                    <a:pt x="2838" y="36521"/>
                    <a:pt x="2163" y="35873"/>
                    <a:pt x="1623" y="35223"/>
                  </a:cubicBezTo>
                  <a:cubicBezTo>
                    <a:pt x="1083" y="34573"/>
                    <a:pt x="677" y="33920"/>
                    <a:pt x="406" y="33265"/>
                  </a:cubicBezTo>
                  <a:cubicBezTo>
                    <a:pt x="135" y="32611"/>
                    <a:pt x="0" y="31956"/>
                    <a:pt x="0" y="31300"/>
                  </a:cubicBezTo>
                  <a:cubicBezTo>
                    <a:pt x="0" y="30644"/>
                    <a:pt x="135" y="29989"/>
                    <a:pt x="406" y="29335"/>
                  </a:cubicBezTo>
                  <a:cubicBezTo>
                    <a:pt x="677" y="28680"/>
                    <a:pt x="1083" y="28027"/>
                    <a:pt x="1623" y="27377"/>
                  </a:cubicBezTo>
                  <a:cubicBezTo>
                    <a:pt x="2163" y="26727"/>
                    <a:pt x="2838" y="26079"/>
                    <a:pt x="3645" y="25435"/>
                  </a:cubicBezTo>
                  <a:cubicBezTo>
                    <a:pt x="4453" y="24791"/>
                    <a:pt x="5394" y="24151"/>
                    <a:pt x="6466" y="23516"/>
                  </a:cubicBezTo>
                  <a:cubicBezTo>
                    <a:pt x="7538" y="22881"/>
                    <a:pt x="8741" y="22251"/>
                    <a:pt x="10073" y="21628"/>
                  </a:cubicBezTo>
                  <a:cubicBezTo>
                    <a:pt x="11405" y="21004"/>
                    <a:pt x="12865" y="20387"/>
                    <a:pt x="14452" y="19778"/>
                  </a:cubicBezTo>
                  <a:cubicBezTo>
                    <a:pt x="16039" y="19168"/>
                    <a:pt x="17751" y="18566"/>
                    <a:pt x="19587" y="17973"/>
                  </a:cubicBezTo>
                  <a:cubicBezTo>
                    <a:pt x="21422" y="17380"/>
                    <a:pt x="23379" y="16796"/>
                    <a:pt x="25456" y="16221"/>
                  </a:cubicBezTo>
                  <a:cubicBezTo>
                    <a:pt x="27533" y="15647"/>
                    <a:pt x="29728" y="15082"/>
                    <a:pt x="32037" y="14529"/>
                  </a:cubicBezTo>
                  <a:cubicBezTo>
                    <a:pt x="34347" y="13975"/>
                    <a:pt x="36771" y="13433"/>
                    <a:pt x="39304" y="12902"/>
                  </a:cubicBezTo>
                  <a:cubicBezTo>
                    <a:pt x="41838" y="12372"/>
                    <a:pt x="44481" y="11854"/>
                    <a:pt x="47228" y="11349"/>
                  </a:cubicBezTo>
                  <a:cubicBezTo>
                    <a:pt x="49976" y="10843"/>
                    <a:pt x="52827" y="10352"/>
                    <a:pt x="55778" y="9874"/>
                  </a:cubicBezTo>
                  <a:cubicBezTo>
                    <a:pt x="58729" y="9396"/>
                    <a:pt x="61778" y="8932"/>
                    <a:pt x="64920" y="8483"/>
                  </a:cubicBezTo>
                  <a:cubicBezTo>
                    <a:pt x="68063" y="8034"/>
                    <a:pt x="71297" y="7601"/>
                    <a:pt x="74618" y="7183"/>
                  </a:cubicBezTo>
                  <a:cubicBezTo>
                    <a:pt x="77940" y="6765"/>
                    <a:pt x="81346" y="6363"/>
                    <a:pt x="84834" y="5978"/>
                  </a:cubicBezTo>
                  <a:cubicBezTo>
                    <a:pt x="88321" y="5592"/>
                    <a:pt x="91887" y="5224"/>
                    <a:pt x="95527" y="4873"/>
                  </a:cubicBezTo>
                  <a:cubicBezTo>
                    <a:pt x="99166" y="4521"/>
                    <a:pt x="102878" y="4187"/>
                    <a:pt x="106655" y="3872"/>
                  </a:cubicBezTo>
                  <a:cubicBezTo>
                    <a:pt x="110433" y="3556"/>
                    <a:pt x="114274" y="3258"/>
                    <a:pt x="118175" y="2979"/>
                  </a:cubicBezTo>
                  <a:cubicBezTo>
                    <a:pt x="122075" y="2700"/>
                    <a:pt x="126032" y="2439"/>
                    <a:pt x="130040" y="2198"/>
                  </a:cubicBezTo>
                  <a:cubicBezTo>
                    <a:pt x="134048" y="1957"/>
                    <a:pt x="138105" y="1735"/>
                    <a:pt x="142204" y="1532"/>
                  </a:cubicBezTo>
                  <a:cubicBezTo>
                    <a:pt x="146304" y="1329"/>
                    <a:pt x="150444" y="1146"/>
                    <a:pt x="154620" y="983"/>
                  </a:cubicBezTo>
                  <a:cubicBezTo>
                    <a:pt x="158795" y="820"/>
                    <a:pt x="163003" y="677"/>
                    <a:pt x="167237" y="554"/>
                  </a:cubicBezTo>
                  <a:cubicBezTo>
                    <a:pt x="171471" y="432"/>
                    <a:pt x="175730" y="329"/>
                    <a:pt x="180006" y="247"/>
                  </a:cubicBezTo>
                  <a:cubicBezTo>
                    <a:pt x="184283" y="165"/>
                    <a:pt x="188576" y="103"/>
                    <a:pt x="192878" y="62"/>
                  </a:cubicBezTo>
                  <a:cubicBezTo>
                    <a:pt x="197180" y="21"/>
                    <a:pt x="201489" y="0"/>
                    <a:pt x="205800" y="0"/>
                  </a:cubicBezTo>
                  <a:cubicBezTo>
                    <a:pt x="210111" y="0"/>
                    <a:pt x="214420" y="21"/>
                    <a:pt x="218722" y="62"/>
                  </a:cubicBezTo>
                  <a:cubicBezTo>
                    <a:pt x="223024" y="103"/>
                    <a:pt x="227317" y="165"/>
                    <a:pt x="231594" y="247"/>
                  </a:cubicBezTo>
                  <a:cubicBezTo>
                    <a:pt x="235870" y="329"/>
                    <a:pt x="240129" y="432"/>
                    <a:pt x="244363" y="554"/>
                  </a:cubicBezTo>
                  <a:cubicBezTo>
                    <a:pt x="248597" y="677"/>
                    <a:pt x="252805" y="820"/>
                    <a:pt x="256980" y="983"/>
                  </a:cubicBezTo>
                  <a:cubicBezTo>
                    <a:pt x="261156" y="1146"/>
                    <a:pt x="265296" y="1329"/>
                    <a:pt x="269396" y="1532"/>
                  </a:cubicBezTo>
                  <a:cubicBezTo>
                    <a:pt x="273495" y="1735"/>
                    <a:pt x="277552" y="1957"/>
                    <a:pt x="281560" y="2198"/>
                  </a:cubicBezTo>
                  <a:cubicBezTo>
                    <a:pt x="285568" y="2439"/>
                    <a:pt x="289525" y="2700"/>
                    <a:pt x="293425" y="2979"/>
                  </a:cubicBezTo>
                  <a:cubicBezTo>
                    <a:pt x="297326" y="3258"/>
                    <a:pt x="301167" y="3556"/>
                    <a:pt x="304945" y="3872"/>
                  </a:cubicBezTo>
                  <a:cubicBezTo>
                    <a:pt x="308722" y="4187"/>
                    <a:pt x="312434" y="4521"/>
                    <a:pt x="316073" y="4873"/>
                  </a:cubicBezTo>
                  <a:cubicBezTo>
                    <a:pt x="319713" y="5224"/>
                    <a:pt x="323279" y="5592"/>
                    <a:pt x="326766" y="5978"/>
                  </a:cubicBezTo>
                  <a:cubicBezTo>
                    <a:pt x="330254" y="6363"/>
                    <a:pt x="333660" y="6765"/>
                    <a:pt x="336982" y="7183"/>
                  </a:cubicBezTo>
                  <a:cubicBezTo>
                    <a:pt x="340303" y="7601"/>
                    <a:pt x="343537" y="8034"/>
                    <a:pt x="346680" y="8483"/>
                  </a:cubicBezTo>
                  <a:cubicBezTo>
                    <a:pt x="349822" y="8932"/>
                    <a:pt x="352871" y="9396"/>
                    <a:pt x="355822" y="9874"/>
                  </a:cubicBezTo>
                  <a:cubicBezTo>
                    <a:pt x="358773" y="10352"/>
                    <a:pt x="361624" y="10843"/>
                    <a:pt x="364372" y="11349"/>
                  </a:cubicBezTo>
                  <a:cubicBezTo>
                    <a:pt x="367119" y="11854"/>
                    <a:pt x="369762" y="12372"/>
                    <a:pt x="372296" y="12902"/>
                  </a:cubicBezTo>
                  <a:cubicBezTo>
                    <a:pt x="374829" y="13433"/>
                    <a:pt x="377253" y="13975"/>
                    <a:pt x="379563" y="14529"/>
                  </a:cubicBezTo>
                  <a:cubicBezTo>
                    <a:pt x="381872" y="15082"/>
                    <a:pt x="384067" y="15647"/>
                    <a:pt x="386144" y="16221"/>
                  </a:cubicBezTo>
                  <a:cubicBezTo>
                    <a:pt x="388221" y="16796"/>
                    <a:pt x="390178" y="17380"/>
                    <a:pt x="392013" y="17973"/>
                  </a:cubicBezTo>
                  <a:cubicBezTo>
                    <a:pt x="393849" y="18566"/>
                    <a:pt x="395561" y="19168"/>
                    <a:pt x="397148" y="19778"/>
                  </a:cubicBezTo>
                  <a:cubicBezTo>
                    <a:pt x="398735" y="20387"/>
                    <a:pt x="400195" y="21004"/>
                    <a:pt x="401527" y="21628"/>
                  </a:cubicBezTo>
                  <a:cubicBezTo>
                    <a:pt x="402859" y="22251"/>
                    <a:pt x="404062" y="22881"/>
                    <a:pt x="405134" y="23516"/>
                  </a:cubicBezTo>
                  <a:cubicBezTo>
                    <a:pt x="406206" y="24151"/>
                    <a:pt x="407147" y="24791"/>
                    <a:pt x="407955" y="25435"/>
                  </a:cubicBezTo>
                  <a:cubicBezTo>
                    <a:pt x="408762" y="26079"/>
                    <a:pt x="409437" y="26727"/>
                    <a:pt x="409977" y="27377"/>
                  </a:cubicBezTo>
                  <a:cubicBezTo>
                    <a:pt x="410517" y="28027"/>
                    <a:pt x="410923" y="28680"/>
                    <a:pt x="411194" y="29335"/>
                  </a:cubicBezTo>
                  <a:cubicBezTo>
                    <a:pt x="411465" y="29989"/>
                    <a:pt x="411600" y="30644"/>
                    <a:pt x="411600" y="31300"/>
                  </a:cubicBezTo>
                  <a:close/>
                </a:path>
              </a:pathLst>
            </a:custGeom>
            <a:solidFill>
              <a:srgbClr val="335E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1" name="probe-noto-emoji_u2696-part-17"/>
            <p:cNvSpPr/>
            <p:nvPr/>
          </p:nvSpPr>
          <p:spPr>
            <a:xfrm>
              <a:off x="32500" y="894400"/>
              <a:ext cx="411600" cy="62600"/>
            </a:xfrm>
            <a:custGeom>
              <a:avLst/>
              <a:gdLst/>
              <a:ahLst/>
              <a:cxnLst/>
              <a:rect l="0" t="0" r="r" b="b"/>
              <a:pathLst>
                <a:path w="411600" h="62600">
                  <a:moveTo>
                    <a:pt x="205800" y="10100"/>
                  </a:moveTo>
                  <a:cubicBezTo>
                    <a:pt x="291200" y="10100"/>
                    <a:pt x="354500" y="18000"/>
                    <a:pt x="384300" y="26000"/>
                  </a:cubicBezTo>
                  <a:cubicBezTo>
                    <a:pt x="389600" y="27400"/>
                    <a:pt x="389600" y="35100"/>
                    <a:pt x="384300" y="36500"/>
                  </a:cubicBezTo>
                  <a:cubicBezTo>
                    <a:pt x="354500" y="44500"/>
                    <a:pt x="291200" y="52400"/>
                    <a:pt x="205800" y="52400"/>
                  </a:cubicBezTo>
                  <a:cubicBezTo>
                    <a:pt x="120400" y="52400"/>
                    <a:pt x="57100" y="44600"/>
                    <a:pt x="27300" y="36600"/>
                  </a:cubicBezTo>
                  <a:cubicBezTo>
                    <a:pt x="22000" y="35200"/>
                    <a:pt x="22000" y="27500"/>
                    <a:pt x="27300" y="26100"/>
                  </a:cubicBezTo>
                  <a:cubicBezTo>
                    <a:pt x="57100" y="18000"/>
                    <a:pt x="120400" y="10100"/>
                    <a:pt x="205800" y="10100"/>
                  </a:cubicBezTo>
                  <a:moveTo>
                    <a:pt x="205800" y="0"/>
                  </a:moveTo>
                  <a:cubicBezTo>
                    <a:pt x="92100" y="0"/>
                    <a:pt x="0" y="14000"/>
                    <a:pt x="0" y="31300"/>
                  </a:cubicBezTo>
                  <a:cubicBezTo>
                    <a:pt x="0" y="48600"/>
                    <a:pt x="92100" y="62600"/>
                    <a:pt x="205800" y="62600"/>
                  </a:cubicBezTo>
                  <a:cubicBezTo>
                    <a:pt x="319500" y="62600"/>
                    <a:pt x="411600" y="48600"/>
                    <a:pt x="411600" y="31300"/>
                  </a:cubicBezTo>
                  <a:cubicBezTo>
                    <a:pt x="411600" y="14000"/>
                    <a:pt x="319500" y="0"/>
                    <a:pt x="205800" y="0"/>
                  </a:cubicBezTo>
                  <a:lnTo>
                    <a:pt x="205800" y="0"/>
                  </a:lnTo>
                  <a:close/>
                </a:path>
              </a:pathLst>
            </a:custGeom>
            <a:solidFill>
              <a:srgbClr val="A3CDD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2" name="probe-noto-emoji_u2696-part-18"/>
            <p:cNvSpPr/>
            <p:nvPr/>
          </p:nvSpPr>
          <p:spPr>
            <a:xfrm>
              <a:off x="88010" y="958832"/>
              <a:ext cx="101703" cy="55025"/>
            </a:xfrm>
            <a:custGeom>
              <a:avLst/>
              <a:gdLst/>
              <a:ahLst/>
              <a:cxnLst/>
              <a:rect l="0" t="0" r="r" b="b"/>
              <a:pathLst>
                <a:path w="101703" h="55025">
                  <a:moveTo>
                    <a:pt x="88090" y="38068"/>
                  </a:moveTo>
                  <a:cubicBezTo>
                    <a:pt x="107390" y="47568"/>
                    <a:pt x="103790" y="53568"/>
                    <a:pt x="91990" y="54768"/>
                  </a:cubicBezTo>
                  <a:cubicBezTo>
                    <a:pt x="68590" y="57168"/>
                    <a:pt x="30190" y="42468"/>
                    <a:pt x="7190" y="22668"/>
                  </a:cubicBezTo>
                  <a:cubicBezTo>
                    <a:pt x="490" y="16868"/>
                    <a:pt x="-7710" y="-2932"/>
                    <a:pt x="14490" y="368"/>
                  </a:cubicBezTo>
                  <a:cubicBezTo>
                    <a:pt x="48890" y="5368"/>
                    <a:pt x="46390" y="17368"/>
                    <a:pt x="88090" y="38068"/>
                  </a:cubicBezTo>
                  <a:close/>
                </a:path>
              </a:pathLst>
            </a:custGeom>
            <a:solidFill>
              <a:srgbClr val="A3CDD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3" name="probe-noto-emoji_u2696-part-19"/>
            <p:cNvSpPr/>
            <p:nvPr/>
          </p:nvSpPr>
          <p:spPr>
            <a:xfrm>
              <a:off x="224600" y="231700"/>
              <a:ext cx="27600" cy="739600"/>
            </a:xfrm>
            <a:custGeom>
              <a:avLst/>
              <a:gdLst/>
              <a:ahLst/>
              <a:cxnLst/>
              <a:rect l="0" t="0" r="r" b="b"/>
              <a:pathLst>
                <a:path w="27600" h="739600">
                  <a:moveTo>
                    <a:pt x="0" y="14100"/>
                  </a:moveTo>
                  <a:lnTo>
                    <a:pt x="0" y="13800"/>
                  </a:lnTo>
                  <a:cubicBezTo>
                    <a:pt x="0" y="6200"/>
                    <a:pt x="6200" y="0"/>
                    <a:pt x="13800" y="0"/>
                  </a:cubicBezTo>
                  <a:cubicBezTo>
                    <a:pt x="21400" y="0"/>
                    <a:pt x="27600" y="6200"/>
                    <a:pt x="27600" y="13800"/>
                  </a:cubicBezTo>
                  <a:lnTo>
                    <a:pt x="27600" y="14300"/>
                  </a:lnTo>
                  <a:lnTo>
                    <a:pt x="27600" y="725800"/>
                  </a:lnTo>
                  <a:cubicBezTo>
                    <a:pt x="27600" y="733400"/>
                    <a:pt x="21400" y="739600"/>
                    <a:pt x="13800" y="739600"/>
                  </a:cubicBezTo>
                  <a:cubicBezTo>
                    <a:pt x="6200" y="739600"/>
                    <a:pt x="0" y="733400"/>
                    <a:pt x="0" y="725800"/>
                  </a:cubicBezTo>
                  <a:lnTo>
                    <a:pt x="0" y="14100"/>
                  </a:ln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4" name="probe-noto-emoji_u2696-part-20"/>
            <p:cNvSpPr/>
            <p:nvPr/>
          </p:nvSpPr>
          <p:spPr>
            <a:xfrm>
              <a:off x="183300" y="190400"/>
              <a:ext cx="110000" cy="110000"/>
            </a:xfrm>
            <a:custGeom>
              <a:avLst/>
              <a:gdLst/>
              <a:ahLst/>
              <a:cxnLst/>
              <a:rect l="0" t="0" r="r" b="b"/>
              <a:pathLst>
                <a:path w="110000" h="110000">
                  <a:moveTo>
                    <a:pt x="110000" y="55000"/>
                  </a:moveTo>
                  <a:cubicBezTo>
                    <a:pt x="110000" y="56152"/>
                    <a:pt x="109964" y="57304"/>
                    <a:pt x="109891" y="58453"/>
                  </a:cubicBezTo>
                  <a:cubicBezTo>
                    <a:pt x="109819" y="59603"/>
                    <a:pt x="109711" y="60750"/>
                    <a:pt x="109566" y="61893"/>
                  </a:cubicBezTo>
                  <a:cubicBezTo>
                    <a:pt x="109422" y="63036"/>
                    <a:pt x="109242" y="64174"/>
                    <a:pt x="109026" y="65306"/>
                  </a:cubicBezTo>
                  <a:cubicBezTo>
                    <a:pt x="108810" y="66438"/>
                    <a:pt x="108559" y="67562"/>
                    <a:pt x="108272" y="68678"/>
                  </a:cubicBezTo>
                  <a:cubicBezTo>
                    <a:pt x="107986" y="69794"/>
                    <a:pt x="107664" y="70900"/>
                    <a:pt x="107308" y="71996"/>
                  </a:cubicBezTo>
                  <a:cubicBezTo>
                    <a:pt x="106952" y="73092"/>
                    <a:pt x="106562" y="74176"/>
                    <a:pt x="106138" y="75247"/>
                  </a:cubicBezTo>
                  <a:cubicBezTo>
                    <a:pt x="105714" y="76318"/>
                    <a:pt x="105256" y="77375"/>
                    <a:pt x="104765" y="78418"/>
                  </a:cubicBezTo>
                  <a:cubicBezTo>
                    <a:pt x="104275" y="79460"/>
                    <a:pt x="103752" y="80487"/>
                    <a:pt x="103197" y="81496"/>
                  </a:cubicBezTo>
                  <a:cubicBezTo>
                    <a:pt x="102642" y="82506"/>
                    <a:pt x="102055" y="83498"/>
                    <a:pt x="101438" y="84470"/>
                  </a:cubicBezTo>
                  <a:cubicBezTo>
                    <a:pt x="100821" y="85443"/>
                    <a:pt x="100173" y="86396"/>
                    <a:pt x="99496" y="87328"/>
                  </a:cubicBezTo>
                  <a:cubicBezTo>
                    <a:pt x="98819" y="88260"/>
                    <a:pt x="98113" y="89171"/>
                    <a:pt x="97378" y="90058"/>
                  </a:cubicBezTo>
                  <a:cubicBezTo>
                    <a:pt x="96644" y="90946"/>
                    <a:pt x="95882" y="91810"/>
                    <a:pt x="95093" y="92650"/>
                  </a:cubicBezTo>
                  <a:cubicBezTo>
                    <a:pt x="94305" y="93490"/>
                    <a:pt x="93490" y="94305"/>
                    <a:pt x="92650" y="95093"/>
                  </a:cubicBezTo>
                  <a:cubicBezTo>
                    <a:pt x="91810" y="95882"/>
                    <a:pt x="90946" y="96644"/>
                    <a:pt x="90058" y="97378"/>
                  </a:cubicBezTo>
                  <a:cubicBezTo>
                    <a:pt x="89171" y="98113"/>
                    <a:pt x="88260" y="98819"/>
                    <a:pt x="87328" y="99496"/>
                  </a:cubicBezTo>
                  <a:cubicBezTo>
                    <a:pt x="86396" y="100173"/>
                    <a:pt x="85443" y="100821"/>
                    <a:pt x="84470" y="101438"/>
                  </a:cubicBezTo>
                  <a:cubicBezTo>
                    <a:pt x="83498" y="102055"/>
                    <a:pt x="82506" y="102642"/>
                    <a:pt x="81496" y="103197"/>
                  </a:cubicBezTo>
                  <a:cubicBezTo>
                    <a:pt x="80487" y="103752"/>
                    <a:pt x="79460" y="104275"/>
                    <a:pt x="78418" y="104765"/>
                  </a:cubicBezTo>
                  <a:cubicBezTo>
                    <a:pt x="77375" y="105256"/>
                    <a:pt x="76318" y="105714"/>
                    <a:pt x="75247" y="106138"/>
                  </a:cubicBezTo>
                  <a:cubicBezTo>
                    <a:pt x="74176" y="106562"/>
                    <a:pt x="73092" y="106952"/>
                    <a:pt x="71996" y="107308"/>
                  </a:cubicBezTo>
                  <a:cubicBezTo>
                    <a:pt x="70900" y="107664"/>
                    <a:pt x="69794" y="107986"/>
                    <a:pt x="68678" y="108272"/>
                  </a:cubicBezTo>
                  <a:cubicBezTo>
                    <a:pt x="67562" y="108559"/>
                    <a:pt x="66438" y="108810"/>
                    <a:pt x="65306" y="109026"/>
                  </a:cubicBezTo>
                  <a:cubicBezTo>
                    <a:pt x="64174" y="109242"/>
                    <a:pt x="63036" y="109422"/>
                    <a:pt x="61893" y="109566"/>
                  </a:cubicBezTo>
                  <a:cubicBezTo>
                    <a:pt x="60750" y="109711"/>
                    <a:pt x="59603" y="109819"/>
                    <a:pt x="58453" y="109891"/>
                  </a:cubicBezTo>
                  <a:cubicBezTo>
                    <a:pt x="57304" y="109964"/>
                    <a:pt x="56152" y="110000"/>
                    <a:pt x="55000" y="110000"/>
                  </a:cubicBezTo>
                  <a:cubicBezTo>
                    <a:pt x="53848" y="110000"/>
                    <a:pt x="52696" y="109964"/>
                    <a:pt x="51547" y="109891"/>
                  </a:cubicBezTo>
                  <a:cubicBezTo>
                    <a:pt x="50397" y="109819"/>
                    <a:pt x="49250" y="109711"/>
                    <a:pt x="48107" y="109566"/>
                  </a:cubicBezTo>
                  <a:cubicBezTo>
                    <a:pt x="46964" y="109422"/>
                    <a:pt x="45826" y="109242"/>
                    <a:pt x="44694" y="109026"/>
                  </a:cubicBezTo>
                  <a:cubicBezTo>
                    <a:pt x="43562" y="108810"/>
                    <a:pt x="42438" y="108559"/>
                    <a:pt x="41322" y="108272"/>
                  </a:cubicBezTo>
                  <a:cubicBezTo>
                    <a:pt x="40206" y="107986"/>
                    <a:pt x="39100" y="107664"/>
                    <a:pt x="38004" y="107308"/>
                  </a:cubicBezTo>
                  <a:cubicBezTo>
                    <a:pt x="36908" y="106952"/>
                    <a:pt x="35824" y="106562"/>
                    <a:pt x="34753" y="106138"/>
                  </a:cubicBezTo>
                  <a:cubicBezTo>
                    <a:pt x="33682" y="105714"/>
                    <a:pt x="32625" y="105256"/>
                    <a:pt x="31582" y="104765"/>
                  </a:cubicBezTo>
                  <a:cubicBezTo>
                    <a:pt x="30540" y="104275"/>
                    <a:pt x="29513" y="103752"/>
                    <a:pt x="28504" y="103197"/>
                  </a:cubicBezTo>
                  <a:cubicBezTo>
                    <a:pt x="27494" y="102642"/>
                    <a:pt x="26502" y="102055"/>
                    <a:pt x="25530" y="101438"/>
                  </a:cubicBezTo>
                  <a:cubicBezTo>
                    <a:pt x="24557" y="100821"/>
                    <a:pt x="23604" y="100173"/>
                    <a:pt x="22672" y="99496"/>
                  </a:cubicBezTo>
                  <a:cubicBezTo>
                    <a:pt x="21740" y="98819"/>
                    <a:pt x="20829" y="98113"/>
                    <a:pt x="19942" y="97378"/>
                  </a:cubicBezTo>
                  <a:cubicBezTo>
                    <a:pt x="19054" y="96644"/>
                    <a:pt x="18190" y="95882"/>
                    <a:pt x="17350" y="95093"/>
                  </a:cubicBezTo>
                  <a:cubicBezTo>
                    <a:pt x="16510" y="94305"/>
                    <a:pt x="15695" y="93490"/>
                    <a:pt x="14907" y="92650"/>
                  </a:cubicBezTo>
                  <a:cubicBezTo>
                    <a:pt x="14118" y="91810"/>
                    <a:pt x="13356" y="90946"/>
                    <a:pt x="12622" y="90058"/>
                  </a:cubicBezTo>
                  <a:cubicBezTo>
                    <a:pt x="11887" y="89171"/>
                    <a:pt x="11181" y="88260"/>
                    <a:pt x="10504" y="87328"/>
                  </a:cubicBezTo>
                  <a:cubicBezTo>
                    <a:pt x="9827" y="86396"/>
                    <a:pt x="9179" y="85443"/>
                    <a:pt x="8562" y="84470"/>
                  </a:cubicBezTo>
                  <a:cubicBezTo>
                    <a:pt x="7945" y="83498"/>
                    <a:pt x="7358" y="82506"/>
                    <a:pt x="6803" y="81496"/>
                  </a:cubicBezTo>
                  <a:cubicBezTo>
                    <a:pt x="6248" y="80487"/>
                    <a:pt x="5725" y="79460"/>
                    <a:pt x="5235" y="78418"/>
                  </a:cubicBezTo>
                  <a:cubicBezTo>
                    <a:pt x="4744" y="77375"/>
                    <a:pt x="4286" y="76318"/>
                    <a:pt x="3862" y="75247"/>
                  </a:cubicBezTo>
                  <a:cubicBezTo>
                    <a:pt x="3438" y="74176"/>
                    <a:pt x="3048" y="73092"/>
                    <a:pt x="2692" y="71996"/>
                  </a:cubicBezTo>
                  <a:cubicBezTo>
                    <a:pt x="2336" y="70900"/>
                    <a:pt x="2014" y="69794"/>
                    <a:pt x="1728" y="68678"/>
                  </a:cubicBezTo>
                  <a:cubicBezTo>
                    <a:pt x="1441" y="67562"/>
                    <a:pt x="1190" y="66438"/>
                    <a:pt x="974" y="65306"/>
                  </a:cubicBezTo>
                  <a:cubicBezTo>
                    <a:pt x="758" y="64174"/>
                    <a:pt x="578" y="63036"/>
                    <a:pt x="434" y="61893"/>
                  </a:cubicBezTo>
                  <a:cubicBezTo>
                    <a:pt x="289" y="60750"/>
                    <a:pt x="181" y="59603"/>
                    <a:pt x="109" y="58453"/>
                  </a:cubicBezTo>
                  <a:cubicBezTo>
                    <a:pt x="36" y="57304"/>
                    <a:pt x="0" y="56152"/>
                    <a:pt x="0" y="55000"/>
                  </a:cubicBezTo>
                  <a:cubicBezTo>
                    <a:pt x="0" y="53848"/>
                    <a:pt x="36" y="52696"/>
                    <a:pt x="109" y="51547"/>
                  </a:cubicBezTo>
                  <a:cubicBezTo>
                    <a:pt x="181" y="50397"/>
                    <a:pt x="289" y="49250"/>
                    <a:pt x="434" y="48107"/>
                  </a:cubicBezTo>
                  <a:cubicBezTo>
                    <a:pt x="578" y="46964"/>
                    <a:pt x="758" y="45826"/>
                    <a:pt x="974" y="44694"/>
                  </a:cubicBezTo>
                  <a:cubicBezTo>
                    <a:pt x="1190" y="43562"/>
                    <a:pt x="1441" y="42438"/>
                    <a:pt x="1728" y="41322"/>
                  </a:cubicBezTo>
                  <a:cubicBezTo>
                    <a:pt x="2014" y="40206"/>
                    <a:pt x="2336" y="39100"/>
                    <a:pt x="2692" y="38004"/>
                  </a:cubicBezTo>
                  <a:cubicBezTo>
                    <a:pt x="3048" y="36908"/>
                    <a:pt x="3438" y="35824"/>
                    <a:pt x="3862" y="34753"/>
                  </a:cubicBezTo>
                  <a:cubicBezTo>
                    <a:pt x="4286" y="33682"/>
                    <a:pt x="4744" y="32625"/>
                    <a:pt x="5235" y="31582"/>
                  </a:cubicBezTo>
                  <a:cubicBezTo>
                    <a:pt x="5725" y="30540"/>
                    <a:pt x="6248" y="29513"/>
                    <a:pt x="6803" y="28504"/>
                  </a:cubicBezTo>
                  <a:cubicBezTo>
                    <a:pt x="7358" y="27494"/>
                    <a:pt x="7945" y="26502"/>
                    <a:pt x="8562" y="25530"/>
                  </a:cubicBezTo>
                  <a:cubicBezTo>
                    <a:pt x="9179" y="24557"/>
                    <a:pt x="9827" y="23604"/>
                    <a:pt x="10504" y="22672"/>
                  </a:cubicBezTo>
                  <a:cubicBezTo>
                    <a:pt x="11181" y="21740"/>
                    <a:pt x="11887" y="20829"/>
                    <a:pt x="12622" y="19942"/>
                  </a:cubicBezTo>
                  <a:cubicBezTo>
                    <a:pt x="13356" y="19054"/>
                    <a:pt x="14118" y="18190"/>
                    <a:pt x="14907" y="17350"/>
                  </a:cubicBezTo>
                  <a:cubicBezTo>
                    <a:pt x="15695" y="16510"/>
                    <a:pt x="16510" y="15695"/>
                    <a:pt x="17350" y="14907"/>
                  </a:cubicBezTo>
                  <a:cubicBezTo>
                    <a:pt x="18190" y="14118"/>
                    <a:pt x="19054" y="13356"/>
                    <a:pt x="19942" y="12622"/>
                  </a:cubicBezTo>
                  <a:cubicBezTo>
                    <a:pt x="20829" y="11887"/>
                    <a:pt x="21740" y="11181"/>
                    <a:pt x="22672" y="10504"/>
                  </a:cubicBezTo>
                  <a:cubicBezTo>
                    <a:pt x="23604" y="9827"/>
                    <a:pt x="24557" y="9179"/>
                    <a:pt x="25530" y="8562"/>
                  </a:cubicBezTo>
                  <a:cubicBezTo>
                    <a:pt x="26502" y="7945"/>
                    <a:pt x="27494" y="7358"/>
                    <a:pt x="28504" y="6803"/>
                  </a:cubicBezTo>
                  <a:cubicBezTo>
                    <a:pt x="29513" y="6248"/>
                    <a:pt x="30540" y="5725"/>
                    <a:pt x="31582" y="5235"/>
                  </a:cubicBezTo>
                  <a:cubicBezTo>
                    <a:pt x="32625" y="4744"/>
                    <a:pt x="33682" y="4286"/>
                    <a:pt x="34753" y="3862"/>
                  </a:cubicBezTo>
                  <a:cubicBezTo>
                    <a:pt x="35824" y="3438"/>
                    <a:pt x="36908" y="3048"/>
                    <a:pt x="38004" y="2692"/>
                  </a:cubicBezTo>
                  <a:cubicBezTo>
                    <a:pt x="39100" y="2336"/>
                    <a:pt x="40206" y="2014"/>
                    <a:pt x="41322" y="1728"/>
                  </a:cubicBezTo>
                  <a:cubicBezTo>
                    <a:pt x="42438" y="1441"/>
                    <a:pt x="43562" y="1190"/>
                    <a:pt x="44694" y="974"/>
                  </a:cubicBezTo>
                  <a:cubicBezTo>
                    <a:pt x="45826" y="758"/>
                    <a:pt x="46964" y="578"/>
                    <a:pt x="48107" y="434"/>
                  </a:cubicBezTo>
                  <a:cubicBezTo>
                    <a:pt x="49250" y="289"/>
                    <a:pt x="50397" y="181"/>
                    <a:pt x="51547" y="109"/>
                  </a:cubicBezTo>
                  <a:cubicBezTo>
                    <a:pt x="52696" y="36"/>
                    <a:pt x="53848" y="0"/>
                    <a:pt x="55000" y="0"/>
                  </a:cubicBezTo>
                  <a:cubicBezTo>
                    <a:pt x="56152" y="0"/>
                    <a:pt x="57304" y="36"/>
                    <a:pt x="58453" y="109"/>
                  </a:cubicBezTo>
                  <a:cubicBezTo>
                    <a:pt x="59603" y="181"/>
                    <a:pt x="60750" y="289"/>
                    <a:pt x="61893" y="434"/>
                  </a:cubicBezTo>
                  <a:cubicBezTo>
                    <a:pt x="63036" y="578"/>
                    <a:pt x="64174" y="758"/>
                    <a:pt x="65306" y="974"/>
                  </a:cubicBezTo>
                  <a:cubicBezTo>
                    <a:pt x="66438" y="1190"/>
                    <a:pt x="67562" y="1441"/>
                    <a:pt x="68678" y="1728"/>
                  </a:cubicBezTo>
                  <a:cubicBezTo>
                    <a:pt x="69794" y="2014"/>
                    <a:pt x="70900" y="2336"/>
                    <a:pt x="71996" y="2692"/>
                  </a:cubicBezTo>
                  <a:cubicBezTo>
                    <a:pt x="73092" y="3048"/>
                    <a:pt x="74176" y="3438"/>
                    <a:pt x="75247" y="3862"/>
                  </a:cubicBezTo>
                  <a:cubicBezTo>
                    <a:pt x="76318" y="4286"/>
                    <a:pt x="77375" y="4744"/>
                    <a:pt x="78418" y="5235"/>
                  </a:cubicBezTo>
                  <a:cubicBezTo>
                    <a:pt x="79460" y="5725"/>
                    <a:pt x="80487" y="6248"/>
                    <a:pt x="81496" y="6803"/>
                  </a:cubicBezTo>
                  <a:cubicBezTo>
                    <a:pt x="82506" y="7358"/>
                    <a:pt x="83498" y="7945"/>
                    <a:pt x="84470" y="8562"/>
                  </a:cubicBezTo>
                  <a:cubicBezTo>
                    <a:pt x="85443" y="9179"/>
                    <a:pt x="86396" y="9827"/>
                    <a:pt x="87328" y="10504"/>
                  </a:cubicBezTo>
                  <a:cubicBezTo>
                    <a:pt x="88260" y="11181"/>
                    <a:pt x="89171" y="11887"/>
                    <a:pt x="90058" y="12622"/>
                  </a:cubicBezTo>
                  <a:cubicBezTo>
                    <a:pt x="90946" y="13356"/>
                    <a:pt x="91810" y="14118"/>
                    <a:pt x="92650" y="14907"/>
                  </a:cubicBezTo>
                  <a:cubicBezTo>
                    <a:pt x="93490" y="15695"/>
                    <a:pt x="94305" y="16510"/>
                    <a:pt x="95093" y="17350"/>
                  </a:cubicBezTo>
                  <a:cubicBezTo>
                    <a:pt x="95882" y="18190"/>
                    <a:pt x="96644" y="19054"/>
                    <a:pt x="97378" y="19942"/>
                  </a:cubicBezTo>
                  <a:cubicBezTo>
                    <a:pt x="98113" y="20829"/>
                    <a:pt x="98819" y="21740"/>
                    <a:pt x="99496" y="22672"/>
                  </a:cubicBezTo>
                  <a:cubicBezTo>
                    <a:pt x="100173" y="23604"/>
                    <a:pt x="100821" y="24557"/>
                    <a:pt x="101438" y="25530"/>
                  </a:cubicBezTo>
                  <a:cubicBezTo>
                    <a:pt x="102055" y="26502"/>
                    <a:pt x="102642" y="27494"/>
                    <a:pt x="103197" y="28504"/>
                  </a:cubicBezTo>
                  <a:cubicBezTo>
                    <a:pt x="103752" y="29513"/>
                    <a:pt x="104275" y="30540"/>
                    <a:pt x="104765" y="31582"/>
                  </a:cubicBezTo>
                  <a:cubicBezTo>
                    <a:pt x="105256" y="32625"/>
                    <a:pt x="105714" y="33682"/>
                    <a:pt x="106138" y="34753"/>
                  </a:cubicBezTo>
                  <a:cubicBezTo>
                    <a:pt x="106562" y="35824"/>
                    <a:pt x="106952" y="36908"/>
                    <a:pt x="107308" y="38004"/>
                  </a:cubicBezTo>
                  <a:cubicBezTo>
                    <a:pt x="107664" y="39100"/>
                    <a:pt x="107986" y="40206"/>
                    <a:pt x="108272" y="41322"/>
                  </a:cubicBezTo>
                  <a:cubicBezTo>
                    <a:pt x="108559" y="42438"/>
                    <a:pt x="108810" y="43562"/>
                    <a:pt x="109026" y="44694"/>
                  </a:cubicBezTo>
                  <a:cubicBezTo>
                    <a:pt x="109242" y="45826"/>
                    <a:pt x="109422" y="46964"/>
                    <a:pt x="109566" y="48107"/>
                  </a:cubicBezTo>
                  <a:cubicBezTo>
                    <a:pt x="109711" y="49250"/>
                    <a:pt x="109819" y="50397"/>
                    <a:pt x="109891" y="51547"/>
                  </a:cubicBezTo>
                  <a:cubicBezTo>
                    <a:pt x="109964" y="52696"/>
                    <a:pt x="110000" y="53848"/>
                    <a:pt x="110000" y="55000"/>
                  </a:cubicBez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5" name="probe-noto-emoji_u2696-part-21"/>
            <p:cNvSpPr/>
            <p:nvPr/>
          </p:nvSpPr>
          <p:spPr>
            <a:xfrm>
              <a:off x="197584" y="199436"/>
              <a:ext cx="58428" cy="59690"/>
            </a:xfrm>
            <a:custGeom>
              <a:avLst/>
              <a:gdLst/>
              <a:ahLst/>
              <a:cxnLst/>
              <a:rect l="0" t="0" r="r" b="b"/>
              <a:pathLst>
                <a:path w="58428" h="59690">
                  <a:moveTo>
                    <a:pt x="50116" y="2164"/>
                  </a:moveTo>
                  <a:cubicBezTo>
                    <a:pt x="63416" y="8164"/>
                    <a:pt x="57416" y="19664"/>
                    <a:pt x="54716" y="23064"/>
                  </a:cubicBezTo>
                  <a:cubicBezTo>
                    <a:pt x="47416" y="32364"/>
                    <a:pt x="35516" y="32764"/>
                    <a:pt x="26716" y="42764"/>
                  </a:cubicBezTo>
                  <a:cubicBezTo>
                    <a:pt x="22916" y="47064"/>
                    <a:pt x="20916" y="56964"/>
                    <a:pt x="12416" y="59264"/>
                  </a:cubicBezTo>
                  <a:cubicBezTo>
                    <a:pt x="4616" y="61364"/>
                    <a:pt x="1216" y="55164"/>
                    <a:pt x="816" y="52564"/>
                  </a:cubicBezTo>
                  <a:cubicBezTo>
                    <a:pt x="-2584" y="32464"/>
                    <a:pt x="4916" y="18464"/>
                    <a:pt x="18116" y="8664"/>
                  </a:cubicBezTo>
                  <a:cubicBezTo>
                    <a:pt x="24216" y="4064"/>
                    <a:pt x="36816" y="-3836"/>
                    <a:pt x="50116" y="2164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6" name="probe-noto-emoji_u2696-part-22"/>
            <p:cNvSpPr/>
            <p:nvPr/>
          </p:nvSpPr>
          <p:spPr>
            <a:xfrm>
              <a:off x="837800" y="231600"/>
              <a:ext cx="408800" cy="700300"/>
            </a:xfrm>
            <a:custGeom>
              <a:avLst/>
              <a:gdLst/>
              <a:ahLst/>
              <a:cxnLst/>
              <a:rect l="0" t="0" r="r" b="b"/>
              <a:pathLst>
                <a:path w="408800" h="700300">
                  <a:moveTo>
                    <a:pt x="0" y="690500"/>
                  </a:moveTo>
                  <a:lnTo>
                    <a:pt x="188000" y="12800"/>
                  </a:lnTo>
                  <a:cubicBezTo>
                    <a:pt x="188000" y="12800"/>
                    <a:pt x="198800" y="0"/>
                    <a:pt x="206400" y="0"/>
                  </a:cubicBezTo>
                  <a:cubicBezTo>
                    <a:pt x="214000" y="0"/>
                    <a:pt x="225100" y="12900"/>
                    <a:pt x="225100" y="12900"/>
                  </a:cubicBezTo>
                  <a:lnTo>
                    <a:pt x="408800" y="692900"/>
                  </a:lnTo>
                  <a:lnTo>
                    <a:pt x="382200" y="700300"/>
                  </a:lnTo>
                  <a:lnTo>
                    <a:pt x="219700" y="97300"/>
                  </a:lnTo>
                  <a:lnTo>
                    <a:pt x="192200" y="99900"/>
                  </a:lnTo>
                  <a:lnTo>
                    <a:pt x="26400" y="697900"/>
                  </a:lnTo>
                  <a:lnTo>
                    <a:pt x="0" y="690500"/>
                  </a:ln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7" name="probe-noto-emoji_u2696-part-23"/>
            <p:cNvSpPr/>
            <p:nvPr/>
          </p:nvSpPr>
          <p:spPr>
            <a:xfrm>
              <a:off x="835900" y="923700"/>
              <a:ext cx="411600" cy="108702"/>
            </a:xfrm>
            <a:custGeom>
              <a:avLst/>
              <a:gdLst/>
              <a:ahLst/>
              <a:cxnLst/>
              <a:rect l="0" t="0" r="r" b="b"/>
              <a:pathLst>
                <a:path w="411600" h="108702">
                  <a:moveTo>
                    <a:pt x="411600" y="1500"/>
                  </a:moveTo>
                  <a:lnTo>
                    <a:pt x="0" y="0"/>
                  </a:lnTo>
                  <a:cubicBezTo>
                    <a:pt x="-200" y="45900"/>
                    <a:pt x="107800" y="108400"/>
                    <a:pt x="205400" y="108700"/>
                  </a:cubicBezTo>
                  <a:cubicBezTo>
                    <a:pt x="303000" y="109100"/>
                    <a:pt x="411500" y="43100"/>
                    <a:pt x="411600" y="1500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8" name="probe-noto-emoji_u2696-part-24"/>
            <p:cNvSpPr/>
            <p:nvPr/>
          </p:nvSpPr>
          <p:spPr>
            <a:xfrm>
              <a:off x="835883" y="894384"/>
              <a:ext cx="411600" cy="62617"/>
            </a:xfrm>
            <a:custGeom>
              <a:avLst/>
              <a:gdLst/>
              <a:ahLst/>
              <a:cxnLst/>
              <a:rect l="0" t="0" r="r" b="b"/>
              <a:pathLst>
                <a:path w="411600" h="62617">
                  <a:moveTo>
                    <a:pt x="205911" y="8"/>
                  </a:moveTo>
                  <a:cubicBezTo>
                    <a:pt x="210221" y="24"/>
                    <a:pt x="214531" y="60"/>
                    <a:pt x="218833" y="116"/>
                  </a:cubicBezTo>
                  <a:cubicBezTo>
                    <a:pt x="223135" y="172"/>
                    <a:pt x="227427" y="249"/>
                    <a:pt x="231703" y="347"/>
                  </a:cubicBezTo>
                  <a:cubicBezTo>
                    <a:pt x="235980" y="444"/>
                    <a:pt x="240238" y="561"/>
                    <a:pt x="244472" y="699"/>
                  </a:cubicBezTo>
                  <a:cubicBezTo>
                    <a:pt x="248706" y="837"/>
                    <a:pt x="252913" y="995"/>
                    <a:pt x="257088" y="1173"/>
                  </a:cubicBezTo>
                  <a:cubicBezTo>
                    <a:pt x="261262" y="1351"/>
                    <a:pt x="265402" y="1548"/>
                    <a:pt x="269501" y="1765"/>
                  </a:cubicBezTo>
                  <a:cubicBezTo>
                    <a:pt x="273600" y="1983"/>
                    <a:pt x="277656" y="2219"/>
                    <a:pt x="281663" y="2475"/>
                  </a:cubicBezTo>
                  <a:cubicBezTo>
                    <a:pt x="285670" y="2730"/>
                    <a:pt x="289626" y="3004"/>
                    <a:pt x="293526" y="3297"/>
                  </a:cubicBezTo>
                  <a:cubicBezTo>
                    <a:pt x="297425" y="3590"/>
                    <a:pt x="301266" y="3902"/>
                    <a:pt x="305042" y="4231"/>
                  </a:cubicBezTo>
                  <a:cubicBezTo>
                    <a:pt x="308818" y="4560"/>
                    <a:pt x="312528" y="4907"/>
                    <a:pt x="316167" y="5271"/>
                  </a:cubicBezTo>
                  <a:cubicBezTo>
                    <a:pt x="319805" y="5635"/>
                    <a:pt x="323370" y="6017"/>
                    <a:pt x="326856" y="6414"/>
                  </a:cubicBezTo>
                  <a:cubicBezTo>
                    <a:pt x="330342" y="6812"/>
                    <a:pt x="333747" y="7226"/>
                    <a:pt x="337067" y="7656"/>
                  </a:cubicBezTo>
                  <a:cubicBezTo>
                    <a:pt x="340387" y="8085"/>
                    <a:pt x="343620" y="8530"/>
                    <a:pt x="346761" y="8990"/>
                  </a:cubicBezTo>
                  <a:cubicBezTo>
                    <a:pt x="349901" y="9450"/>
                    <a:pt x="352948" y="9925"/>
                    <a:pt x="355898" y="10413"/>
                  </a:cubicBezTo>
                  <a:cubicBezTo>
                    <a:pt x="358847" y="10901"/>
                    <a:pt x="361696" y="11403"/>
                    <a:pt x="364442" y="11918"/>
                  </a:cubicBezTo>
                  <a:cubicBezTo>
                    <a:pt x="367188" y="12433"/>
                    <a:pt x="369829" y="12961"/>
                    <a:pt x="372361" y="13500"/>
                  </a:cubicBezTo>
                  <a:cubicBezTo>
                    <a:pt x="374893" y="14039"/>
                    <a:pt x="377314" y="14590"/>
                    <a:pt x="379622" y="15152"/>
                  </a:cubicBezTo>
                  <a:cubicBezTo>
                    <a:pt x="381930" y="15714"/>
                    <a:pt x="384123" y="16286"/>
                    <a:pt x="386197" y="16868"/>
                  </a:cubicBezTo>
                  <a:cubicBezTo>
                    <a:pt x="388272" y="17449"/>
                    <a:pt x="390227" y="18041"/>
                    <a:pt x="392061" y="18640"/>
                  </a:cubicBezTo>
                  <a:cubicBezTo>
                    <a:pt x="393894" y="19240"/>
                    <a:pt x="395604" y="19848"/>
                    <a:pt x="397189" y="20463"/>
                  </a:cubicBezTo>
                  <a:cubicBezTo>
                    <a:pt x="398773" y="21078"/>
                    <a:pt x="400232" y="21701"/>
                    <a:pt x="401562" y="22329"/>
                  </a:cubicBezTo>
                  <a:cubicBezTo>
                    <a:pt x="402892" y="22957"/>
                    <a:pt x="404092" y="23591"/>
                    <a:pt x="405162" y="24230"/>
                  </a:cubicBezTo>
                  <a:cubicBezTo>
                    <a:pt x="406232" y="24869"/>
                    <a:pt x="407170" y="25512"/>
                    <a:pt x="407975" y="26159"/>
                  </a:cubicBezTo>
                  <a:cubicBezTo>
                    <a:pt x="408781" y="26806"/>
                    <a:pt x="409453" y="27456"/>
                    <a:pt x="409991" y="28108"/>
                  </a:cubicBezTo>
                  <a:cubicBezTo>
                    <a:pt x="410529" y="28760"/>
                    <a:pt x="410933" y="29415"/>
                    <a:pt x="411201" y="30070"/>
                  </a:cubicBezTo>
                  <a:cubicBezTo>
                    <a:pt x="411469" y="30725"/>
                    <a:pt x="411602" y="31381"/>
                    <a:pt x="411600" y="32037"/>
                  </a:cubicBezTo>
                  <a:cubicBezTo>
                    <a:pt x="411598" y="32692"/>
                    <a:pt x="411460" y="33347"/>
                    <a:pt x="411187" y="34001"/>
                  </a:cubicBezTo>
                  <a:cubicBezTo>
                    <a:pt x="410914" y="34654"/>
                    <a:pt x="410506" y="35305"/>
                    <a:pt x="409963" y="35954"/>
                  </a:cubicBezTo>
                  <a:cubicBezTo>
                    <a:pt x="409421" y="36602"/>
                    <a:pt x="408744" y="37248"/>
                    <a:pt x="407934" y="37889"/>
                  </a:cubicBezTo>
                  <a:cubicBezTo>
                    <a:pt x="407124" y="38530"/>
                    <a:pt x="406181" y="39167"/>
                    <a:pt x="405107" y="39798"/>
                  </a:cubicBezTo>
                  <a:cubicBezTo>
                    <a:pt x="404033" y="40429"/>
                    <a:pt x="402828" y="41054"/>
                    <a:pt x="401493" y="41673"/>
                  </a:cubicBezTo>
                  <a:cubicBezTo>
                    <a:pt x="400159" y="42292"/>
                    <a:pt x="398696" y="42904"/>
                    <a:pt x="397107" y="43508"/>
                  </a:cubicBezTo>
                  <a:cubicBezTo>
                    <a:pt x="395518" y="44112"/>
                    <a:pt x="393804" y="44707"/>
                    <a:pt x="391966" y="45294"/>
                  </a:cubicBezTo>
                  <a:cubicBezTo>
                    <a:pt x="390129" y="45881"/>
                    <a:pt x="388169" y="46458"/>
                    <a:pt x="386091" y="47025"/>
                  </a:cubicBezTo>
                  <a:cubicBezTo>
                    <a:pt x="384012" y="47593"/>
                    <a:pt x="381815" y="48149"/>
                    <a:pt x="379503" y="48695"/>
                  </a:cubicBezTo>
                  <a:cubicBezTo>
                    <a:pt x="377192" y="49240"/>
                    <a:pt x="374766" y="49774"/>
                    <a:pt x="372231" y="50295"/>
                  </a:cubicBezTo>
                  <a:cubicBezTo>
                    <a:pt x="369695" y="50817"/>
                    <a:pt x="367051" y="51325"/>
                    <a:pt x="364301" y="51821"/>
                  </a:cubicBezTo>
                  <a:cubicBezTo>
                    <a:pt x="361552" y="52316"/>
                    <a:pt x="358698" y="52798"/>
                    <a:pt x="355746" y="53266"/>
                  </a:cubicBezTo>
                  <a:cubicBezTo>
                    <a:pt x="352793" y="53733"/>
                    <a:pt x="349743" y="54186"/>
                    <a:pt x="346599" y="54624"/>
                  </a:cubicBezTo>
                  <a:cubicBezTo>
                    <a:pt x="343455" y="55061"/>
                    <a:pt x="340219" y="55484"/>
                    <a:pt x="336897" y="55890"/>
                  </a:cubicBezTo>
                  <a:cubicBezTo>
                    <a:pt x="333574" y="56296"/>
                    <a:pt x="330165" y="56686"/>
                    <a:pt x="326677" y="57059"/>
                  </a:cubicBezTo>
                  <a:cubicBezTo>
                    <a:pt x="323188" y="57432"/>
                    <a:pt x="319621" y="57788"/>
                    <a:pt x="315980" y="58126"/>
                  </a:cubicBezTo>
                  <a:cubicBezTo>
                    <a:pt x="312339" y="58464"/>
                    <a:pt x="308626" y="58785"/>
                    <a:pt x="304848" y="59088"/>
                  </a:cubicBezTo>
                  <a:cubicBezTo>
                    <a:pt x="301069" y="59390"/>
                    <a:pt x="297227" y="59674"/>
                    <a:pt x="293325" y="59940"/>
                  </a:cubicBezTo>
                  <a:cubicBezTo>
                    <a:pt x="289424" y="60205"/>
                    <a:pt x="285466" y="60451"/>
                    <a:pt x="281457" y="60679"/>
                  </a:cubicBezTo>
                  <a:cubicBezTo>
                    <a:pt x="277448" y="60906"/>
                    <a:pt x="273391" y="61113"/>
                    <a:pt x="269290" y="61302"/>
                  </a:cubicBezTo>
                  <a:cubicBezTo>
                    <a:pt x="265190" y="61490"/>
                    <a:pt x="261049" y="61658"/>
                    <a:pt x="256873" y="61806"/>
                  </a:cubicBezTo>
                  <a:cubicBezTo>
                    <a:pt x="252697" y="61954"/>
                    <a:pt x="248489" y="62083"/>
                    <a:pt x="244254" y="62190"/>
                  </a:cubicBezTo>
                  <a:cubicBezTo>
                    <a:pt x="240020" y="62298"/>
                    <a:pt x="235761" y="62386"/>
                    <a:pt x="231484" y="62453"/>
                  </a:cubicBezTo>
                  <a:cubicBezTo>
                    <a:pt x="227207" y="62520"/>
                    <a:pt x="222914" y="62566"/>
                    <a:pt x="218612" y="62592"/>
                  </a:cubicBezTo>
                  <a:cubicBezTo>
                    <a:pt x="214310" y="62618"/>
                    <a:pt x="210000" y="62624"/>
                    <a:pt x="205689" y="62608"/>
                  </a:cubicBezTo>
                  <a:cubicBezTo>
                    <a:pt x="201379" y="62593"/>
                    <a:pt x="197069" y="62557"/>
                    <a:pt x="192767" y="62501"/>
                  </a:cubicBezTo>
                  <a:cubicBezTo>
                    <a:pt x="188465" y="62445"/>
                    <a:pt x="184173" y="62368"/>
                    <a:pt x="179897" y="62270"/>
                  </a:cubicBezTo>
                  <a:cubicBezTo>
                    <a:pt x="175620" y="62173"/>
                    <a:pt x="171362" y="62055"/>
                    <a:pt x="167128" y="61918"/>
                  </a:cubicBezTo>
                  <a:cubicBezTo>
                    <a:pt x="162894" y="61780"/>
                    <a:pt x="158687" y="61622"/>
                    <a:pt x="154512" y="61444"/>
                  </a:cubicBezTo>
                  <a:cubicBezTo>
                    <a:pt x="150338" y="61266"/>
                    <a:pt x="146198" y="61069"/>
                    <a:pt x="142099" y="60852"/>
                  </a:cubicBezTo>
                  <a:cubicBezTo>
                    <a:pt x="138000" y="60634"/>
                    <a:pt x="133944" y="60398"/>
                    <a:pt x="129937" y="60142"/>
                  </a:cubicBezTo>
                  <a:cubicBezTo>
                    <a:pt x="125930" y="59887"/>
                    <a:pt x="121974" y="59612"/>
                    <a:pt x="118074" y="59320"/>
                  </a:cubicBezTo>
                  <a:cubicBezTo>
                    <a:pt x="114175" y="59027"/>
                    <a:pt x="110334" y="58715"/>
                    <a:pt x="106558" y="58386"/>
                  </a:cubicBezTo>
                  <a:cubicBezTo>
                    <a:pt x="102782" y="58057"/>
                    <a:pt x="99072" y="57710"/>
                    <a:pt x="95433" y="57346"/>
                  </a:cubicBezTo>
                  <a:cubicBezTo>
                    <a:pt x="91795" y="56982"/>
                    <a:pt x="88230" y="56600"/>
                    <a:pt x="84744" y="56203"/>
                  </a:cubicBezTo>
                  <a:cubicBezTo>
                    <a:pt x="81258" y="55805"/>
                    <a:pt x="77853" y="55391"/>
                    <a:pt x="74533" y="54961"/>
                  </a:cubicBezTo>
                  <a:cubicBezTo>
                    <a:pt x="71213" y="54532"/>
                    <a:pt x="67980" y="54087"/>
                    <a:pt x="64840" y="53627"/>
                  </a:cubicBezTo>
                  <a:cubicBezTo>
                    <a:pt x="61699" y="53167"/>
                    <a:pt x="58652" y="52692"/>
                    <a:pt x="55702" y="52204"/>
                  </a:cubicBezTo>
                  <a:cubicBezTo>
                    <a:pt x="52753" y="51716"/>
                    <a:pt x="49904" y="51214"/>
                    <a:pt x="47158" y="50699"/>
                  </a:cubicBezTo>
                  <a:cubicBezTo>
                    <a:pt x="44412" y="50184"/>
                    <a:pt x="41771" y="49656"/>
                    <a:pt x="39239" y="49117"/>
                  </a:cubicBezTo>
                  <a:cubicBezTo>
                    <a:pt x="36707" y="48578"/>
                    <a:pt x="34286" y="48027"/>
                    <a:pt x="31978" y="47465"/>
                  </a:cubicBezTo>
                  <a:cubicBezTo>
                    <a:pt x="29670" y="46903"/>
                    <a:pt x="27477" y="46331"/>
                    <a:pt x="25403" y="45749"/>
                  </a:cubicBezTo>
                  <a:cubicBezTo>
                    <a:pt x="23328" y="45167"/>
                    <a:pt x="21373" y="44576"/>
                    <a:pt x="19539" y="43977"/>
                  </a:cubicBezTo>
                  <a:cubicBezTo>
                    <a:pt x="17706" y="43377"/>
                    <a:pt x="15996" y="42769"/>
                    <a:pt x="14411" y="42154"/>
                  </a:cubicBezTo>
                  <a:cubicBezTo>
                    <a:pt x="12827" y="41539"/>
                    <a:pt x="11368" y="40916"/>
                    <a:pt x="10038" y="40288"/>
                  </a:cubicBezTo>
                  <a:cubicBezTo>
                    <a:pt x="8709" y="39660"/>
                    <a:pt x="7508" y="39026"/>
                    <a:pt x="6438" y="38387"/>
                  </a:cubicBezTo>
                  <a:cubicBezTo>
                    <a:pt x="5368" y="37748"/>
                    <a:pt x="4430" y="37105"/>
                    <a:pt x="3625" y="36458"/>
                  </a:cubicBezTo>
                  <a:cubicBezTo>
                    <a:pt x="2819" y="35811"/>
                    <a:pt x="2147" y="35161"/>
                    <a:pt x="1609" y="34509"/>
                  </a:cubicBezTo>
                  <a:cubicBezTo>
                    <a:pt x="1071" y="33857"/>
                    <a:pt x="668" y="33202"/>
                    <a:pt x="399" y="32547"/>
                  </a:cubicBezTo>
                  <a:cubicBezTo>
                    <a:pt x="131" y="31892"/>
                    <a:pt x="-2" y="31236"/>
                    <a:pt x="0" y="30580"/>
                  </a:cubicBezTo>
                  <a:cubicBezTo>
                    <a:pt x="2" y="29925"/>
                    <a:pt x="140" y="29270"/>
                    <a:pt x="413" y="28616"/>
                  </a:cubicBezTo>
                  <a:cubicBezTo>
                    <a:pt x="686" y="27963"/>
                    <a:pt x="1094" y="27312"/>
                    <a:pt x="1637" y="26663"/>
                  </a:cubicBezTo>
                  <a:cubicBezTo>
                    <a:pt x="2179" y="26015"/>
                    <a:pt x="2856" y="25369"/>
                    <a:pt x="3666" y="24728"/>
                  </a:cubicBezTo>
                  <a:cubicBezTo>
                    <a:pt x="4476" y="24087"/>
                    <a:pt x="5419" y="23450"/>
                    <a:pt x="6493" y="22819"/>
                  </a:cubicBezTo>
                  <a:cubicBezTo>
                    <a:pt x="7567" y="22188"/>
                    <a:pt x="8773" y="21563"/>
                    <a:pt x="10107" y="20944"/>
                  </a:cubicBezTo>
                  <a:cubicBezTo>
                    <a:pt x="11441" y="20325"/>
                    <a:pt x="12904" y="19713"/>
                    <a:pt x="14493" y="19109"/>
                  </a:cubicBezTo>
                  <a:cubicBezTo>
                    <a:pt x="16082" y="18505"/>
                    <a:pt x="17796" y="17909"/>
                    <a:pt x="19634" y="17323"/>
                  </a:cubicBezTo>
                  <a:cubicBezTo>
                    <a:pt x="21471" y="16736"/>
                    <a:pt x="23431" y="16159"/>
                    <a:pt x="25509" y="15592"/>
                  </a:cubicBezTo>
                  <a:cubicBezTo>
                    <a:pt x="27588" y="15024"/>
                    <a:pt x="29785" y="14468"/>
                    <a:pt x="32097" y="13922"/>
                  </a:cubicBezTo>
                  <a:cubicBezTo>
                    <a:pt x="34408" y="13377"/>
                    <a:pt x="36834" y="12843"/>
                    <a:pt x="39369" y="12322"/>
                  </a:cubicBezTo>
                  <a:cubicBezTo>
                    <a:pt x="41905" y="11800"/>
                    <a:pt x="44550" y="11291"/>
                    <a:pt x="47299" y="10796"/>
                  </a:cubicBezTo>
                  <a:cubicBezTo>
                    <a:pt x="50048" y="10301"/>
                    <a:pt x="52902" y="9819"/>
                    <a:pt x="55854" y="9351"/>
                  </a:cubicBezTo>
                  <a:cubicBezTo>
                    <a:pt x="58807" y="8884"/>
                    <a:pt x="61857" y="8431"/>
                    <a:pt x="65001" y="7993"/>
                  </a:cubicBezTo>
                  <a:cubicBezTo>
                    <a:pt x="68145" y="7556"/>
                    <a:pt x="71381" y="7133"/>
                    <a:pt x="74704" y="6727"/>
                  </a:cubicBezTo>
                  <a:cubicBezTo>
                    <a:pt x="78026" y="6321"/>
                    <a:pt x="81435" y="5931"/>
                    <a:pt x="84923" y="5558"/>
                  </a:cubicBezTo>
                  <a:cubicBezTo>
                    <a:pt x="88412" y="5185"/>
                    <a:pt x="91980" y="4829"/>
                    <a:pt x="95620" y="4491"/>
                  </a:cubicBezTo>
                  <a:cubicBezTo>
                    <a:pt x="99261" y="4152"/>
                    <a:pt x="102974" y="3832"/>
                    <a:pt x="106752" y="3529"/>
                  </a:cubicBezTo>
                  <a:cubicBezTo>
                    <a:pt x="110531" y="3227"/>
                    <a:pt x="114374" y="2943"/>
                    <a:pt x="118275" y="2677"/>
                  </a:cubicBezTo>
                  <a:cubicBezTo>
                    <a:pt x="122176" y="2412"/>
                    <a:pt x="126134" y="2166"/>
                    <a:pt x="130143" y="1938"/>
                  </a:cubicBezTo>
                  <a:cubicBezTo>
                    <a:pt x="134152" y="1711"/>
                    <a:pt x="138209" y="1503"/>
                    <a:pt x="142310" y="1315"/>
                  </a:cubicBezTo>
                  <a:cubicBezTo>
                    <a:pt x="146410" y="1127"/>
                    <a:pt x="150551" y="959"/>
                    <a:pt x="154727" y="811"/>
                  </a:cubicBezTo>
                  <a:cubicBezTo>
                    <a:pt x="158903" y="662"/>
                    <a:pt x="163111" y="534"/>
                    <a:pt x="167346" y="426"/>
                  </a:cubicBezTo>
                  <a:cubicBezTo>
                    <a:pt x="171580" y="319"/>
                    <a:pt x="175839" y="231"/>
                    <a:pt x="180116" y="164"/>
                  </a:cubicBezTo>
                  <a:cubicBezTo>
                    <a:pt x="184393" y="97"/>
                    <a:pt x="188686" y="50"/>
                    <a:pt x="192988" y="25"/>
                  </a:cubicBezTo>
                  <a:cubicBezTo>
                    <a:pt x="197291" y="-1"/>
                    <a:pt x="201600" y="-7"/>
                    <a:pt x="205911" y="8"/>
                  </a:cubicBezTo>
                  <a:close/>
                </a:path>
              </a:pathLst>
            </a:custGeom>
            <a:solidFill>
              <a:srgbClr val="335E6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9" name="probe-noto-emoji_u2696-part-25"/>
            <p:cNvSpPr/>
            <p:nvPr/>
          </p:nvSpPr>
          <p:spPr>
            <a:xfrm>
              <a:off x="835900" y="894391"/>
              <a:ext cx="411600" cy="62617"/>
            </a:xfrm>
            <a:custGeom>
              <a:avLst/>
              <a:gdLst/>
              <a:ahLst/>
              <a:cxnLst/>
              <a:rect l="0" t="0" r="r" b="b"/>
              <a:pathLst>
                <a:path w="411600" h="62617">
                  <a:moveTo>
                    <a:pt x="205900" y="10109"/>
                  </a:moveTo>
                  <a:cubicBezTo>
                    <a:pt x="291300" y="10409"/>
                    <a:pt x="354600" y="18509"/>
                    <a:pt x="384300" y="26609"/>
                  </a:cubicBezTo>
                  <a:cubicBezTo>
                    <a:pt x="389600" y="28009"/>
                    <a:pt x="389500" y="35709"/>
                    <a:pt x="384300" y="37109"/>
                  </a:cubicBezTo>
                  <a:cubicBezTo>
                    <a:pt x="354500" y="45009"/>
                    <a:pt x="291200" y="52709"/>
                    <a:pt x="205800" y="52409"/>
                  </a:cubicBezTo>
                  <a:cubicBezTo>
                    <a:pt x="120400" y="52109"/>
                    <a:pt x="57100" y="44009"/>
                    <a:pt x="27400" y="35909"/>
                  </a:cubicBezTo>
                  <a:cubicBezTo>
                    <a:pt x="22100" y="34509"/>
                    <a:pt x="22200" y="26809"/>
                    <a:pt x="27400" y="25409"/>
                  </a:cubicBezTo>
                  <a:cubicBezTo>
                    <a:pt x="57100" y="17509"/>
                    <a:pt x="120500" y="9809"/>
                    <a:pt x="205900" y="10109"/>
                  </a:cubicBezTo>
                  <a:moveTo>
                    <a:pt x="205900" y="9"/>
                  </a:moveTo>
                  <a:cubicBezTo>
                    <a:pt x="92200" y="-391"/>
                    <a:pt x="0" y="13309"/>
                    <a:pt x="0" y="30609"/>
                  </a:cubicBezTo>
                  <a:cubicBezTo>
                    <a:pt x="-100" y="47909"/>
                    <a:pt x="92000" y="62209"/>
                    <a:pt x="205700" y="62609"/>
                  </a:cubicBezTo>
                  <a:cubicBezTo>
                    <a:pt x="319400" y="63009"/>
                    <a:pt x="411600" y="49309"/>
                    <a:pt x="411600" y="32009"/>
                  </a:cubicBezTo>
                  <a:cubicBezTo>
                    <a:pt x="411700" y="14809"/>
                    <a:pt x="319600" y="409"/>
                    <a:pt x="205900" y="9"/>
                  </a:cubicBezTo>
                  <a:lnTo>
                    <a:pt x="205900" y="9"/>
                  </a:lnTo>
                  <a:close/>
                </a:path>
              </a:pathLst>
            </a:custGeom>
            <a:solidFill>
              <a:srgbClr val="A3CDD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0" name="probe-noto-emoji_u2696-part-26"/>
            <p:cNvSpPr/>
            <p:nvPr/>
          </p:nvSpPr>
          <p:spPr>
            <a:xfrm>
              <a:off x="888073" y="957656"/>
              <a:ext cx="103872" cy="54475"/>
            </a:xfrm>
            <a:custGeom>
              <a:avLst/>
              <a:gdLst/>
              <a:ahLst/>
              <a:cxnLst/>
              <a:rect l="0" t="0" r="r" b="b"/>
              <a:pathLst>
                <a:path w="103872" h="54475">
                  <a:moveTo>
                    <a:pt x="91127" y="38944"/>
                  </a:moveTo>
                  <a:cubicBezTo>
                    <a:pt x="110427" y="48544"/>
                    <a:pt x="105027" y="53044"/>
                    <a:pt x="93227" y="54244"/>
                  </a:cubicBezTo>
                  <a:cubicBezTo>
                    <a:pt x="69827" y="56644"/>
                    <a:pt x="34727" y="40044"/>
                    <a:pt x="8727" y="20244"/>
                  </a:cubicBezTo>
                  <a:cubicBezTo>
                    <a:pt x="1727" y="14844"/>
                    <a:pt x="-10473" y="-4456"/>
                    <a:pt x="17727" y="944"/>
                  </a:cubicBezTo>
                  <a:cubicBezTo>
                    <a:pt x="51427" y="7544"/>
                    <a:pt x="52327" y="19644"/>
                    <a:pt x="91127" y="38944"/>
                  </a:cubicBezTo>
                  <a:close/>
                </a:path>
              </a:pathLst>
            </a:custGeom>
            <a:solidFill>
              <a:srgbClr val="A3CDD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1" name="probe-noto-emoji_u2696-part-27"/>
            <p:cNvSpPr/>
            <p:nvPr/>
          </p:nvSpPr>
          <p:spPr>
            <a:xfrm>
              <a:off x="1027800" y="231700"/>
              <a:ext cx="30000" cy="739500"/>
            </a:xfrm>
            <a:custGeom>
              <a:avLst/>
              <a:gdLst/>
              <a:ahLst/>
              <a:cxnLst/>
              <a:rect l="0" t="0" r="r" b="b"/>
              <a:pathLst>
                <a:path w="30000" h="739500">
                  <a:moveTo>
                    <a:pt x="2500" y="14000"/>
                  </a:moveTo>
                  <a:lnTo>
                    <a:pt x="2500" y="13700"/>
                  </a:lnTo>
                  <a:cubicBezTo>
                    <a:pt x="2500" y="6100"/>
                    <a:pt x="8700" y="0"/>
                    <a:pt x="16300" y="0"/>
                  </a:cubicBezTo>
                  <a:cubicBezTo>
                    <a:pt x="23900" y="0"/>
                    <a:pt x="30000" y="6200"/>
                    <a:pt x="30000" y="13800"/>
                  </a:cubicBezTo>
                  <a:lnTo>
                    <a:pt x="30000" y="14300"/>
                  </a:lnTo>
                  <a:lnTo>
                    <a:pt x="27500" y="725800"/>
                  </a:lnTo>
                  <a:cubicBezTo>
                    <a:pt x="27500" y="733400"/>
                    <a:pt x="21300" y="739500"/>
                    <a:pt x="13700" y="739500"/>
                  </a:cubicBezTo>
                  <a:cubicBezTo>
                    <a:pt x="6100" y="739500"/>
                    <a:pt x="0" y="733300"/>
                    <a:pt x="0" y="725700"/>
                  </a:cubicBezTo>
                  <a:lnTo>
                    <a:pt x="2500" y="14000"/>
                  </a:lnTo>
                  <a:close/>
                </a:path>
              </a:pathLst>
            </a:custGeom>
            <a:solidFill>
              <a:srgbClr val="4C889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2" name="probe-noto-emoji_u2696-part-28"/>
            <p:cNvSpPr/>
            <p:nvPr/>
          </p:nvSpPr>
          <p:spPr>
            <a:xfrm>
              <a:off x="1002699" y="199211"/>
              <a:ext cx="53856" cy="46288"/>
            </a:xfrm>
            <a:custGeom>
              <a:avLst/>
              <a:gdLst/>
              <a:ahLst/>
              <a:cxnLst/>
              <a:rect l="0" t="0" r="r" b="b"/>
              <a:pathLst>
                <a:path w="53856" h="46288">
                  <a:moveTo>
                    <a:pt x="45401" y="1889"/>
                  </a:moveTo>
                  <a:cubicBezTo>
                    <a:pt x="58701" y="7889"/>
                    <a:pt x="53101" y="19689"/>
                    <a:pt x="50001" y="22789"/>
                  </a:cubicBezTo>
                  <a:cubicBezTo>
                    <a:pt x="44101" y="28789"/>
                    <a:pt x="37101" y="33589"/>
                    <a:pt x="30501" y="38689"/>
                  </a:cubicBezTo>
                  <a:cubicBezTo>
                    <a:pt x="23401" y="44189"/>
                    <a:pt x="17601" y="49889"/>
                    <a:pt x="6501" y="43389"/>
                  </a:cubicBezTo>
                  <a:cubicBezTo>
                    <a:pt x="-6099" y="36089"/>
                    <a:pt x="1601" y="18289"/>
                    <a:pt x="12801" y="9889"/>
                  </a:cubicBezTo>
                  <a:cubicBezTo>
                    <a:pt x="18801" y="5389"/>
                    <a:pt x="32101" y="-4011"/>
                    <a:pt x="45401" y="1889"/>
                  </a:cubicBezTo>
                  <a:close/>
                </a:path>
              </a:pathLst>
            </a:custGeom>
            <a:solidFill>
              <a:srgbClr val="81AFC1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73" name="probe-tabler-atom-2" descr="atom-2 — Tabler contributors; preserve the bundled full upstream license. Source: https://github.com/tabler/tabler-icons/blob/a4ce1404bc6d24d3c365afe7b258d6bf6f48d62d/icons/filled/atom-2.svg; SVG SHA256: b3b815d632a341ca4bece17476fb464d77ee30ee190c9e9c20dc052a66cecdec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74" name="probe-tabler-atom-2-part-1"/>
            <p:cNvSpPr/>
            <p:nvPr/>
          </p:nvSpPr>
          <p:spPr>
            <a:xfrm>
              <a:off x="80000" y="80000"/>
              <a:ext cx="80000" cy="80000"/>
            </a:xfrm>
            <a:custGeom>
              <a:avLst/>
              <a:gdLst/>
              <a:ahLst/>
              <a:cxnLst/>
              <a:rect l="0" t="0" r="r" b="b"/>
              <a:pathLst>
                <a:path w="80000" h="80000">
                  <a:moveTo>
                    <a:pt x="40000" y="0"/>
                  </a:moveTo>
                  <a:cubicBezTo>
                    <a:pt x="40829" y="0"/>
                    <a:pt x="41658" y="26"/>
                    <a:pt x="42485" y="77"/>
                  </a:cubicBezTo>
                  <a:cubicBezTo>
                    <a:pt x="43312" y="129"/>
                    <a:pt x="44138" y="206"/>
                    <a:pt x="44960" y="309"/>
                  </a:cubicBezTo>
                  <a:cubicBezTo>
                    <a:pt x="45783" y="412"/>
                    <a:pt x="46602" y="540"/>
                    <a:pt x="47417" y="694"/>
                  </a:cubicBezTo>
                  <a:cubicBezTo>
                    <a:pt x="48231" y="847"/>
                    <a:pt x="49041" y="1026"/>
                    <a:pt x="49844" y="1230"/>
                  </a:cubicBezTo>
                  <a:cubicBezTo>
                    <a:pt x="50648" y="1434"/>
                    <a:pt x="51445" y="1663"/>
                    <a:pt x="52234" y="1917"/>
                  </a:cubicBezTo>
                  <a:cubicBezTo>
                    <a:pt x="53023" y="2170"/>
                    <a:pt x="53804" y="2448"/>
                    <a:pt x="54576" y="2750"/>
                  </a:cubicBezTo>
                  <a:cubicBezTo>
                    <a:pt x="55348" y="3052"/>
                    <a:pt x="56110" y="3378"/>
                    <a:pt x="56862" y="3728"/>
                  </a:cubicBezTo>
                  <a:cubicBezTo>
                    <a:pt x="57614" y="4077"/>
                    <a:pt x="58354" y="4450"/>
                    <a:pt x="59083" y="4845"/>
                  </a:cubicBezTo>
                  <a:cubicBezTo>
                    <a:pt x="59811" y="5241"/>
                    <a:pt x="60527" y="5659"/>
                    <a:pt x="61230" y="6099"/>
                  </a:cubicBezTo>
                  <a:cubicBezTo>
                    <a:pt x="61932" y="6539"/>
                    <a:pt x="62621" y="7000"/>
                    <a:pt x="63295" y="7483"/>
                  </a:cubicBezTo>
                  <a:cubicBezTo>
                    <a:pt x="63969" y="7966"/>
                    <a:pt x="64628" y="8470"/>
                    <a:pt x="65270" y="8993"/>
                  </a:cubicBezTo>
                  <a:cubicBezTo>
                    <a:pt x="65913" y="9517"/>
                    <a:pt x="66539" y="10060"/>
                    <a:pt x="67148" y="10623"/>
                  </a:cubicBezTo>
                  <a:cubicBezTo>
                    <a:pt x="67756" y="11186"/>
                    <a:pt x="68348" y="11767"/>
                    <a:pt x="68920" y="12366"/>
                  </a:cubicBezTo>
                  <a:cubicBezTo>
                    <a:pt x="69493" y="12966"/>
                    <a:pt x="70047" y="13583"/>
                    <a:pt x="70581" y="14216"/>
                  </a:cubicBezTo>
                  <a:cubicBezTo>
                    <a:pt x="71115" y="14850"/>
                    <a:pt x="71630" y="15500"/>
                    <a:pt x="72124" y="16166"/>
                  </a:cubicBezTo>
                  <a:cubicBezTo>
                    <a:pt x="72618" y="16832"/>
                    <a:pt x="73091" y="17513"/>
                    <a:pt x="73542" y="18208"/>
                  </a:cubicBezTo>
                  <a:cubicBezTo>
                    <a:pt x="73994" y="18903"/>
                    <a:pt x="74424" y="19612"/>
                    <a:pt x="74832" y="20334"/>
                  </a:cubicBezTo>
                  <a:cubicBezTo>
                    <a:pt x="75239" y="21056"/>
                    <a:pt x="75624" y="21790"/>
                    <a:pt x="75986" y="22536"/>
                  </a:cubicBezTo>
                  <a:cubicBezTo>
                    <a:pt x="76348" y="23281"/>
                    <a:pt x="76687" y="24038"/>
                    <a:pt x="77001" y="24805"/>
                  </a:cubicBezTo>
                  <a:cubicBezTo>
                    <a:pt x="77316" y="25572"/>
                    <a:pt x="77607" y="26348"/>
                    <a:pt x="77874" y="27133"/>
                  </a:cubicBezTo>
                  <a:cubicBezTo>
                    <a:pt x="78141" y="27918"/>
                    <a:pt x="78383" y="28711"/>
                    <a:pt x="78600" y="29511"/>
                  </a:cubicBezTo>
                  <a:cubicBezTo>
                    <a:pt x="78818" y="30311"/>
                    <a:pt x="79010" y="31117"/>
                    <a:pt x="79177" y="31929"/>
                  </a:cubicBezTo>
                  <a:cubicBezTo>
                    <a:pt x="79345" y="32741"/>
                    <a:pt x="79486" y="33558"/>
                    <a:pt x="79603" y="34379"/>
                  </a:cubicBezTo>
                  <a:cubicBezTo>
                    <a:pt x="79719" y="35199"/>
                    <a:pt x="79810" y="36023"/>
                    <a:pt x="79876" y="36850"/>
                  </a:cubicBezTo>
                  <a:cubicBezTo>
                    <a:pt x="79941" y="37676"/>
                    <a:pt x="79981" y="38504"/>
                    <a:pt x="79994" y="39333"/>
                  </a:cubicBezTo>
                  <a:cubicBezTo>
                    <a:pt x="80008" y="40162"/>
                    <a:pt x="79996" y="40991"/>
                    <a:pt x="79959" y="41819"/>
                  </a:cubicBezTo>
                  <a:cubicBezTo>
                    <a:pt x="79921" y="42647"/>
                    <a:pt x="79857" y="43474"/>
                    <a:pt x="79768" y="44298"/>
                  </a:cubicBezTo>
                  <a:cubicBezTo>
                    <a:pt x="79679" y="45122"/>
                    <a:pt x="79565" y="45943"/>
                    <a:pt x="79425" y="46760"/>
                  </a:cubicBezTo>
                  <a:cubicBezTo>
                    <a:pt x="79284" y="47577"/>
                    <a:pt x="79119" y="48390"/>
                    <a:pt x="78928" y="49196"/>
                  </a:cubicBezTo>
                  <a:cubicBezTo>
                    <a:pt x="78738" y="50003"/>
                    <a:pt x="78522" y="50804"/>
                    <a:pt x="78282" y="51597"/>
                  </a:cubicBezTo>
                  <a:cubicBezTo>
                    <a:pt x="78042" y="52390"/>
                    <a:pt x="77777" y="53176"/>
                    <a:pt x="77487" y="53953"/>
                  </a:cubicBezTo>
                  <a:cubicBezTo>
                    <a:pt x="77198" y="54730"/>
                    <a:pt x="76885" y="55498"/>
                    <a:pt x="76548" y="56255"/>
                  </a:cubicBezTo>
                  <a:cubicBezTo>
                    <a:pt x="76211" y="57012"/>
                    <a:pt x="75851" y="57759"/>
                    <a:pt x="75468" y="58494"/>
                  </a:cubicBezTo>
                  <a:cubicBezTo>
                    <a:pt x="75085" y="59229"/>
                    <a:pt x="74679" y="59952"/>
                    <a:pt x="74250" y="60662"/>
                  </a:cubicBezTo>
                  <a:cubicBezTo>
                    <a:pt x="73822" y="61372"/>
                    <a:pt x="73372" y="62068"/>
                    <a:pt x="72901" y="62750"/>
                  </a:cubicBezTo>
                  <a:cubicBezTo>
                    <a:pt x="72429" y="63431"/>
                    <a:pt x="71937" y="64098"/>
                    <a:pt x="71424" y="64750"/>
                  </a:cubicBezTo>
                  <a:cubicBezTo>
                    <a:pt x="70911" y="65401"/>
                    <a:pt x="70378" y="66036"/>
                    <a:pt x="69825" y="66654"/>
                  </a:cubicBezTo>
                  <a:cubicBezTo>
                    <a:pt x="69273" y="67272"/>
                    <a:pt x="68702" y="67873"/>
                    <a:pt x="68112" y="68456"/>
                  </a:cubicBezTo>
                  <a:cubicBezTo>
                    <a:pt x="67522" y="69038"/>
                    <a:pt x="66915" y="69602"/>
                    <a:pt x="66290" y="70147"/>
                  </a:cubicBezTo>
                  <a:cubicBezTo>
                    <a:pt x="65665" y="70692"/>
                    <a:pt x="65024" y="71217"/>
                    <a:pt x="64366" y="71722"/>
                  </a:cubicBezTo>
                  <a:cubicBezTo>
                    <a:pt x="63709" y="72227"/>
                    <a:pt x="63036" y="72711"/>
                    <a:pt x="62348" y="73174"/>
                  </a:cubicBezTo>
                  <a:cubicBezTo>
                    <a:pt x="61661" y="73638"/>
                    <a:pt x="60959" y="74079"/>
                    <a:pt x="60244" y="74499"/>
                  </a:cubicBezTo>
                  <a:cubicBezTo>
                    <a:pt x="59529" y="74918"/>
                    <a:pt x="58802" y="75316"/>
                    <a:pt x="58062" y="75690"/>
                  </a:cubicBezTo>
                  <a:cubicBezTo>
                    <a:pt x="57322" y="76064"/>
                    <a:pt x="56571" y="76415"/>
                    <a:pt x="55810" y="76743"/>
                  </a:cubicBezTo>
                  <a:cubicBezTo>
                    <a:pt x="55048" y="77071"/>
                    <a:pt x="54277" y="77375"/>
                    <a:pt x="53497" y="77654"/>
                  </a:cubicBezTo>
                  <a:cubicBezTo>
                    <a:pt x="52716" y="77934"/>
                    <a:pt x="51927" y="78189"/>
                    <a:pt x="51131" y="78420"/>
                  </a:cubicBezTo>
                  <a:cubicBezTo>
                    <a:pt x="50335" y="78651"/>
                    <a:pt x="49532" y="78857"/>
                    <a:pt x="48723" y="79037"/>
                  </a:cubicBezTo>
                  <a:cubicBezTo>
                    <a:pt x="47914" y="79218"/>
                    <a:pt x="47100" y="79374"/>
                    <a:pt x="46281" y="79504"/>
                  </a:cubicBezTo>
                  <a:cubicBezTo>
                    <a:pt x="45462" y="79634"/>
                    <a:pt x="44640" y="79739"/>
                    <a:pt x="43815" y="79818"/>
                  </a:cubicBezTo>
                  <a:cubicBezTo>
                    <a:pt x="42989" y="79897"/>
                    <a:pt x="42162" y="79950"/>
                    <a:pt x="41334" y="79978"/>
                  </a:cubicBezTo>
                  <a:cubicBezTo>
                    <a:pt x="40505" y="80005"/>
                    <a:pt x="39676" y="80007"/>
                    <a:pt x="38847" y="79983"/>
                  </a:cubicBezTo>
                  <a:cubicBezTo>
                    <a:pt x="38019" y="79960"/>
                    <a:pt x="37191" y="79910"/>
                    <a:pt x="36366" y="79835"/>
                  </a:cubicBezTo>
                  <a:cubicBezTo>
                    <a:pt x="35540" y="79759"/>
                    <a:pt x="34717" y="79658"/>
                    <a:pt x="33898" y="79532"/>
                  </a:cubicBezTo>
                  <a:cubicBezTo>
                    <a:pt x="33079" y="79405"/>
                    <a:pt x="32264" y="79253"/>
                    <a:pt x="31454" y="79076"/>
                  </a:cubicBezTo>
                  <a:cubicBezTo>
                    <a:pt x="30644" y="78899"/>
                    <a:pt x="29840" y="78697"/>
                    <a:pt x="29043" y="78470"/>
                  </a:cubicBezTo>
                  <a:cubicBezTo>
                    <a:pt x="28246" y="78243"/>
                    <a:pt x="27456" y="77991"/>
                    <a:pt x="26674" y="77715"/>
                  </a:cubicBezTo>
                  <a:cubicBezTo>
                    <a:pt x="25892" y="77439"/>
                    <a:pt x="25120" y="77138"/>
                    <a:pt x="24357" y="76814"/>
                  </a:cubicBezTo>
                  <a:cubicBezTo>
                    <a:pt x="23594" y="76490"/>
                    <a:pt x="22841" y="76142"/>
                    <a:pt x="22100" y="75771"/>
                  </a:cubicBezTo>
                  <a:cubicBezTo>
                    <a:pt x="21359" y="75400"/>
                    <a:pt x="20629" y="75006"/>
                    <a:pt x="19912" y="74590"/>
                  </a:cubicBezTo>
                  <a:cubicBezTo>
                    <a:pt x="19195" y="74174"/>
                    <a:pt x="18492" y="73735"/>
                    <a:pt x="17802" y="73275"/>
                  </a:cubicBezTo>
                  <a:cubicBezTo>
                    <a:pt x="17112" y="72815"/>
                    <a:pt x="16437" y="72334"/>
                    <a:pt x="15778" y="71832"/>
                  </a:cubicBezTo>
                  <a:cubicBezTo>
                    <a:pt x="15118" y="71330"/>
                    <a:pt x="14474" y="70808"/>
                    <a:pt x="13847" y="70266"/>
                  </a:cubicBezTo>
                  <a:cubicBezTo>
                    <a:pt x="13220" y="69724"/>
                    <a:pt x="12609" y="69162"/>
                    <a:pt x="12017" y="68583"/>
                  </a:cubicBezTo>
                  <a:cubicBezTo>
                    <a:pt x="11425" y="68003"/>
                    <a:pt x="10851" y="67404"/>
                    <a:pt x="10296" y="66789"/>
                  </a:cubicBezTo>
                  <a:cubicBezTo>
                    <a:pt x="9740" y="66173"/>
                    <a:pt x="9204" y="65541"/>
                    <a:pt x="8689" y="64892"/>
                  </a:cubicBezTo>
                  <a:cubicBezTo>
                    <a:pt x="8173" y="64243"/>
                    <a:pt x="7677" y="63578"/>
                    <a:pt x="7203" y="62898"/>
                  </a:cubicBezTo>
                  <a:cubicBezTo>
                    <a:pt x="6728" y="62219"/>
                    <a:pt x="6275" y="61525"/>
                    <a:pt x="5843" y="60817"/>
                  </a:cubicBezTo>
                  <a:cubicBezTo>
                    <a:pt x="5412" y="60109"/>
                    <a:pt x="5003" y="59388"/>
                    <a:pt x="4616" y="58655"/>
                  </a:cubicBezTo>
                  <a:cubicBezTo>
                    <a:pt x="4230" y="57921"/>
                    <a:pt x="3866" y="57176"/>
                    <a:pt x="3526" y="56420"/>
                  </a:cubicBezTo>
                  <a:cubicBezTo>
                    <a:pt x="3185" y="55664"/>
                    <a:pt x="2869" y="54898"/>
                    <a:pt x="2576" y="54123"/>
                  </a:cubicBezTo>
                  <a:cubicBezTo>
                    <a:pt x="2283" y="53347"/>
                    <a:pt x="2015" y="52563"/>
                    <a:pt x="1771" y="51770"/>
                  </a:cubicBezTo>
                  <a:cubicBezTo>
                    <a:pt x="1527" y="50978"/>
                    <a:pt x="1308" y="50179"/>
                    <a:pt x="1114" y="49373"/>
                  </a:cubicBezTo>
                  <a:cubicBezTo>
                    <a:pt x="919" y="48567"/>
                    <a:pt x="750" y="47755"/>
                    <a:pt x="606" y="46939"/>
                  </a:cubicBezTo>
                  <a:cubicBezTo>
                    <a:pt x="463" y="46122"/>
                    <a:pt x="344" y="45302"/>
                    <a:pt x="251" y="44478"/>
                  </a:cubicBezTo>
                  <a:cubicBezTo>
                    <a:pt x="159" y="43654"/>
                    <a:pt x="91" y="42828"/>
                    <a:pt x="50" y="42000"/>
                  </a:cubicBezTo>
                  <a:lnTo>
                    <a:pt x="0" y="40000"/>
                  </a:lnTo>
                  <a:lnTo>
                    <a:pt x="50" y="38000"/>
                  </a:lnTo>
                  <a:cubicBezTo>
                    <a:pt x="91" y="37190"/>
                    <a:pt x="156" y="36381"/>
                    <a:pt x="245" y="35575"/>
                  </a:cubicBezTo>
                  <a:cubicBezTo>
                    <a:pt x="335" y="34769"/>
                    <a:pt x="449" y="33966"/>
                    <a:pt x="588" y="33166"/>
                  </a:cubicBezTo>
                  <a:cubicBezTo>
                    <a:pt x="727" y="32367"/>
                    <a:pt x="889" y="31572"/>
                    <a:pt x="1076" y="30783"/>
                  </a:cubicBezTo>
                  <a:cubicBezTo>
                    <a:pt x="1263" y="29994"/>
                    <a:pt x="1474" y="29210"/>
                    <a:pt x="1709" y="28434"/>
                  </a:cubicBezTo>
                  <a:cubicBezTo>
                    <a:pt x="1943" y="27657"/>
                    <a:pt x="2201" y="26888"/>
                    <a:pt x="2483" y="26127"/>
                  </a:cubicBezTo>
                  <a:cubicBezTo>
                    <a:pt x="2764" y="25366"/>
                    <a:pt x="3068" y="24614"/>
                    <a:pt x="3395" y="23872"/>
                  </a:cubicBezTo>
                  <a:cubicBezTo>
                    <a:pt x="3722" y="23130"/>
                    <a:pt x="4072" y="22398"/>
                    <a:pt x="4444" y="21677"/>
                  </a:cubicBezTo>
                  <a:cubicBezTo>
                    <a:pt x="4815" y="20956"/>
                    <a:pt x="5209" y="20246"/>
                    <a:pt x="5623" y="19549"/>
                  </a:cubicBezTo>
                  <a:cubicBezTo>
                    <a:pt x="6038" y="18852"/>
                    <a:pt x="6474" y="18168"/>
                    <a:pt x="6930" y="17497"/>
                  </a:cubicBezTo>
                  <a:cubicBezTo>
                    <a:pt x="7387" y="16826"/>
                    <a:pt x="7863" y="16170"/>
                    <a:pt x="8359" y="15528"/>
                  </a:cubicBezTo>
                  <a:cubicBezTo>
                    <a:pt x="8856" y="14886"/>
                    <a:pt x="9371" y="14260"/>
                    <a:pt x="9906" y="13650"/>
                  </a:cubicBezTo>
                  <a:cubicBezTo>
                    <a:pt x="10440" y="13040"/>
                    <a:pt x="10993" y="12446"/>
                    <a:pt x="11563" y="11869"/>
                  </a:cubicBezTo>
                  <a:cubicBezTo>
                    <a:pt x="12134" y="11292"/>
                    <a:pt x="12722" y="10733"/>
                    <a:pt x="13326" y="10192"/>
                  </a:cubicBezTo>
                  <a:cubicBezTo>
                    <a:pt x="13930" y="9651"/>
                    <a:pt x="14551" y="9129"/>
                    <a:pt x="15187" y="8626"/>
                  </a:cubicBezTo>
                  <a:cubicBezTo>
                    <a:pt x="15824" y="8123"/>
                    <a:pt x="16475" y="7639"/>
                    <a:pt x="17141" y="7175"/>
                  </a:cubicBezTo>
                  <a:cubicBezTo>
                    <a:pt x="17806" y="6712"/>
                    <a:pt x="18486" y="6269"/>
                    <a:pt x="19179" y="5846"/>
                  </a:cubicBezTo>
                  <a:cubicBezTo>
                    <a:pt x="19871" y="5424"/>
                    <a:pt x="20576" y="5023"/>
                    <a:pt x="21293" y="4644"/>
                  </a:cubicBezTo>
                  <a:cubicBezTo>
                    <a:pt x="22010" y="4264"/>
                    <a:pt x="22739" y="3907"/>
                    <a:pt x="23477" y="3572"/>
                  </a:cubicBezTo>
                  <a:cubicBezTo>
                    <a:pt x="24216" y="3237"/>
                    <a:pt x="24965" y="2924"/>
                    <a:pt x="25723" y="2635"/>
                  </a:cubicBezTo>
                  <a:cubicBezTo>
                    <a:pt x="26480" y="2345"/>
                    <a:pt x="27247" y="2079"/>
                    <a:pt x="28021" y="1836"/>
                  </a:cubicBezTo>
                  <a:cubicBezTo>
                    <a:pt x="28794" y="1593"/>
                    <a:pt x="29576" y="1374"/>
                    <a:pt x="30363" y="1178"/>
                  </a:cubicBezTo>
                  <a:cubicBezTo>
                    <a:pt x="31150" y="983"/>
                    <a:pt x="31943" y="811"/>
                    <a:pt x="32741" y="664"/>
                  </a:cubicBezTo>
                  <a:cubicBezTo>
                    <a:pt x="33538" y="517"/>
                    <a:pt x="34340" y="394"/>
                    <a:pt x="35146" y="296"/>
                  </a:cubicBezTo>
                  <a:cubicBezTo>
                    <a:pt x="35951" y="197"/>
                    <a:pt x="36759" y="123"/>
                    <a:pt x="37568" y="74"/>
                  </a:cubicBezTo>
                  <a:cubicBezTo>
                    <a:pt x="38378" y="25"/>
                    <a:pt x="39189" y="0"/>
                    <a:pt x="4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5" name="probe-tabler-atom-2-part-2"/>
            <p:cNvSpPr/>
            <p:nvPr/>
          </p:nvSpPr>
          <p:spPr>
            <a:xfrm>
              <a:off x="110000" y="200000"/>
              <a:ext cx="20000" cy="20089"/>
            </a:xfrm>
            <a:custGeom>
              <a:avLst/>
              <a:gdLst/>
              <a:ahLst/>
              <a:cxnLst/>
              <a:rect l="0" t="0" r="r" b="b"/>
              <a:pathLst>
                <a:path w="20000" h="20089">
                  <a:moveTo>
                    <a:pt x="10000" y="0"/>
                  </a:moveTo>
                  <a:cubicBezTo>
                    <a:pt x="10202" y="0"/>
                    <a:pt x="10404" y="6"/>
                    <a:pt x="10605" y="18"/>
                  </a:cubicBezTo>
                  <a:cubicBezTo>
                    <a:pt x="10807" y="31"/>
                    <a:pt x="11008" y="49"/>
                    <a:pt x="11208" y="73"/>
                  </a:cubicBezTo>
                  <a:cubicBezTo>
                    <a:pt x="11409" y="98"/>
                    <a:pt x="11608" y="128"/>
                    <a:pt x="11807" y="165"/>
                  </a:cubicBezTo>
                  <a:cubicBezTo>
                    <a:pt x="12005" y="201"/>
                    <a:pt x="12203" y="244"/>
                    <a:pt x="12399" y="292"/>
                  </a:cubicBezTo>
                  <a:cubicBezTo>
                    <a:pt x="12595" y="341"/>
                    <a:pt x="12789" y="395"/>
                    <a:pt x="12982" y="455"/>
                  </a:cubicBezTo>
                  <a:cubicBezTo>
                    <a:pt x="13174" y="516"/>
                    <a:pt x="13365" y="582"/>
                    <a:pt x="13554" y="653"/>
                  </a:cubicBezTo>
                  <a:cubicBezTo>
                    <a:pt x="13743" y="725"/>
                    <a:pt x="13929" y="803"/>
                    <a:pt x="14113" y="886"/>
                  </a:cubicBezTo>
                  <a:cubicBezTo>
                    <a:pt x="14297" y="969"/>
                    <a:pt x="14479" y="1057"/>
                    <a:pt x="14657" y="1151"/>
                  </a:cubicBezTo>
                  <a:cubicBezTo>
                    <a:pt x="14836" y="1245"/>
                    <a:pt x="15012" y="1345"/>
                    <a:pt x="15184" y="1450"/>
                  </a:cubicBezTo>
                  <a:cubicBezTo>
                    <a:pt x="15357" y="1554"/>
                    <a:pt x="15526" y="1664"/>
                    <a:pt x="15692" y="1779"/>
                  </a:cubicBezTo>
                  <a:cubicBezTo>
                    <a:pt x="15858" y="1894"/>
                    <a:pt x="16021" y="2014"/>
                    <a:pt x="16179" y="2139"/>
                  </a:cubicBezTo>
                  <a:cubicBezTo>
                    <a:pt x="16338" y="2263"/>
                    <a:pt x="16493" y="2393"/>
                    <a:pt x="16644" y="2527"/>
                  </a:cubicBezTo>
                  <a:cubicBezTo>
                    <a:pt x="16795" y="2661"/>
                    <a:pt x="16941" y="2800"/>
                    <a:pt x="17084" y="2943"/>
                  </a:cubicBezTo>
                  <a:cubicBezTo>
                    <a:pt x="17226" y="3086"/>
                    <a:pt x="17364" y="3233"/>
                    <a:pt x="17498" y="3385"/>
                  </a:cubicBezTo>
                  <a:cubicBezTo>
                    <a:pt x="17631" y="3536"/>
                    <a:pt x="17760" y="3692"/>
                    <a:pt x="17885" y="3851"/>
                  </a:cubicBezTo>
                  <a:cubicBezTo>
                    <a:pt x="18009" y="4010"/>
                    <a:pt x="18128" y="4173"/>
                    <a:pt x="18242" y="4339"/>
                  </a:cubicBezTo>
                  <a:cubicBezTo>
                    <a:pt x="18357" y="4506"/>
                    <a:pt x="18466" y="4676"/>
                    <a:pt x="18570" y="4849"/>
                  </a:cubicBezTo>
                  <a:cubicBezTo>
                    <a:pt x="18674" y="5022"/>
                    <a:pt x="18772" y="5198"/>
                    <a:pt x="18866" y="5377"/>
                  </a:cubicBezTo>
                  <a:cubicBezTo>
                    <a:pt x="18959" y="5556"/>
                    <a:pt x="19047" y="5738"/>
                    <a:pt x="19129" y="5922"/>
                  </a:cubicBezTo>
                  <a:cubicBezTo>
                    <a:pt x="19212" y="6106"/>
                    <a:pt x="19288" y="6293"/>
                    <a:pt x="19359" y="6482"/>
                  </a:cubicBezTo>
                  <a:cubicBezTo>
                    <a:pt x="19430" y="6671"/>
                    <a:pt x="19496" y="6862"/>
                    <a:pt x="19555" y="7055"/>
                  </a:cubicBezTo>
                  <a:cubicBezTo>
                    <a:pt x="19615" y="7248"/>
                    <a:pt x="19668" y="7442"/>
                    <a:pt x="19716" y="7639"/>
                  </a:cubicBezTo>
                  <a:cubicBezTo>
                    <a:pt x="19764" y="7835"/>
                    <a:pt x="19805" y="8032"/>
                    <a:pt x="19841" y="8231"/>
                  </a:cubicBezTo>
                  <a:cubicBezTo>
                    <a:pt x="19877" y="8430"/>
                    <a:pt x="19906" y="8630"/>
                    <a:pt x="19930" y="8830"/>
                  </a:cubicBezTo>
                  <a:lnTo>
                    <a:pt x="20000" y="10100"/>
                  </a:lnTo>
                  <a:cubicBezTo>
                    <a:pt x="20000" y="10306"/>
                    <a:pt x="19993" y="10511"/>
                    <a:pt x="19980" y="10716"/>
                  </a:cubicBezTo>
                  <a:cubicBezTo>
                    <a:pt x="19967" y="10922"/>
                    <a:pt x="19948" y="11126"/>
                    <a:pt x="19923" y="11330"/>
                  </a:cubicBezTo>
                  <a:cubicBezTo>
                    <a:pt x="19897" y="11534"/>
                    <a:pt x="19865" y="11737"/>
                    <a:pt x="19827" y="11940"/>
                  </a:cubicBezTo>
                  <a:cubicBezTo>
                    <a:pt x="19789" y="12142"/>
                    <a:pt x="19745" y="12342"/>
                    <a:pt x="19695" y="12542"/>
                  </a:cubicBezTo>
                  <a:cubicBezTo>
                    <a:pt x="19644" y="12741"/>
                    <a:pt x="19588" y="12939"/>
                    <a:pt x="19525" y="13135"/>
                  </a:cubicBezTo>
                  <a:cubicBezTo>
                    <a:pt x="19462" y="13330"/>
                    <a:pt x="19394" y="13524"/>
                    <a:pt x="19319" y="13716"/>
                  </a:cubicBezTo>
                  <a:cubicBezTo>
                    <a:pt x="19245" y="13907"/>
                    <a:pt x="19164" y="14097"/>
                    <a:pt x="19078" y="14283"/>
                  </a:cubicBezTo>
                  <a:cubicBezTo>
                    <a:pt x="18992" y="14470"/>
                    <a:pt x="18900" y="14654"/>
                    <a:pt x="18802" y="14835"/>
                  </a:cubicBezTo>
                  <a:cubicBezTo>
                    <a:pt x="18704" y="15016"/>
                    <a:pt x="18601" y="15194"/>
                    <a:pt x="18493" y="15368"/>
                  </a:cubicBezTo>
                  <a:cubicBezTo>
                    <a:pt x="18384" y="15543"/>
                    <a:pt x="18270" y="15714"/>
                    <a:pt x="18151" y="15882"/>
                  </a:cubicBezTo>
                  <a:cubicBezTo>
                    <a:pt x="18032" y="16049"/>
                    <a:pt x="17908" y="16213"/>
                    <a:pt x="17779" y="16373"/>
                  </a:cubicBezTo>
                  <a:cubicBezTo>
                    <a:pt x="17649" y="16533"/>
                    <a:pt x="17515" y="16689"/>
                    <a:pt x="17376" y="16841"/>
                  </a:cubicBezTo>
                  <a:cubicBezTo>
                    <a:pt x="17238" y="16992"/>
                    <a:pt x="17094" y="17140"/>
                    <a:pt x="16946" y="17283"/>
                  </a:cubicBezTo>
                  <a:cubicBezTo>
                    <a:pt x="16798" y="17425"/>
                    <a:pt x="16646" y="17564"/>
                    <a:pt x="16490" y="17697"/>
                  </a:cubicBezTo>
                  <a:cubicBezTo>
                    <a:pt x="16333" y="17830"/>
                    <a:pt x="16173" y="17959"/>
                    <a:pt x="16008" y="18083"/>
                  </a:cubicBezTo>
                  <a:cubicBezTo>
                    <a:pt x="15844" y="18206"/>
                    <a:pt x="15676" y="18325"/>
                    <a:pt x="15504" y="18438"/>
                  </a:cubicBezTo>
                  <a:cubicBezTo>
                    <a:pt x="15333" y="18551"/>
                    <a:pt x="15158" y="18659"/>
                    <a:pt x="14979" y="18761"/>
                  </a:cubicBezTo>
                  <a:cubicBezTo>
                    <a:pt x="14801" y="18863"/>
                    <a:pt x="14620" y="18960"/>
                    <a:pt x="14435" y="19052"/>
                  </a:cubicBezTo>
                  <a:cubicBezTo>
                    <a:pt x="14251" y="19143"/>
                    <a:pt x="14064" y="19228"/>
                    <a:pt x="13874" y="19308"/>
                  </a:cubicBezTo>
                  <a:cubicBezTo>
                    <a:pt x="13685" y="19388"/>
                    <a:pt x="13493" y="19461"/>
                    <a:pt x="13299" y="19529"/>
                  </a:cubicBezTo>
                  <a:cubicBezTo>
                    <a:pt x="13105" y="19597"/>
                    <a:pt x="12909" y="19659"/>
                    <a:pt x="12711" y="19715"/>
                  </a:cubicBezTo>
                  <a:cubicBezTo>
                    <a:pt x="12513" y="19770"/>
                    <a:pt x="12313" y="19820"/>
                    <a:pt x="12112" y="19863"/>
                  </a:cubicBezTo>
                  <a:cubicBezTo>
                    <a:pt x="11911" y="19907"/>
                    <a:pt x="11709" y="19944"/>
                    <a:pt x="11506" y="19975"/>
                  </a:cubicBezTo>
                  <a:cubicBezTo>
                    <a:pt x="11303" y="20006"/>
                    <a:pt x="11098" y="20031"/>
                    <a:pt x="10894" y="20049"/>
                  </a:cubicBezTo>
                  <a:cubicBezTo>
                    <a:pt x="10689" y="20067"/>
                    <a:pt x="10483" y="20079"/>
                    <a:pt x="10278" y="20085"/>
                  </a:cubicBezTo>
                  <a:cubicBezTo>
                    <a:pt x="10072" y="20091"/>
                    <a:pt x="9867" y="20090"/>
                    <a:pt x="9661" y="20083"/>
                  </a:cubicBezTo>
                  <a:cubicBezTo>
                    <a:pt x="9456" y="20076"/>
                    <a:pt x="9251" y="20063"/>
                    <a:pt x="9046" y="20043"/>
                  </a:cubicBezTo>
                  <a:cubicBezTo>
                    <a:pt x="8841" y="20024"/>
                    <a:pt x="8637" y="19998"/>
                    <a:pt x="8434" y="19966"/>
                  </a:cubicBezTo>
                  <a:cubicBezTo>
                    <a:pt x="8231" y="19933"/>
                    <a:pt x="8029" y="19895"/>
                    <a:pt x="7828" y="19850"/>
                  </a:cubicBezTo>
                  <a:cubicBezTo>
                    <a:pt x="7628" y="19806"/>
                    <a:pt x="7428" y="19755"/>
                    <a:pt x="7231" y="19698"/>
                  </a:cubicBezTo>
                  <a:cubicBezTo>
                    <a:pt x="7033" y="19641"/>
                    <a:pt x="6838" y="19578"/>
                    <a:pt x="6644" y="19509"/>
                  </a:cubicBezTo>
                  <a:cubicBezTo>
                    <a:pt x="6450" y="19440"/>
                    <a:pt x="6259" y="19365"/>
                    <a:pt x="6070" y="19284"/>
                  </a:cubicBezTo>
                  <a:cubicBezTo>
                    <a:pt x="5881" y="19203"/>
                    <a:pt x="5694" y="19117"/>
                    <a:pt x="5510" y="19024"/>
                  </a:cubicBezTo>
                  <a:cubicBezTo>
                    <a:pt x="5327" y="18932"/>
                    <a:pt x="5146" y="18834"/>
                    <a:pt x="4968" y="18731"/>
                  </a:cubicBezTo>
                  <a:cubicBezTo>
                    <a:pt x="4790" y="18627"/>
                    <a:pt x="4616" y="18518"/>
                    <a:pt x="4445" y="18404"/>
                  </a:cubicBezTo>
                  <a:cubicBezTo>
                    <a:pt x="4274" y="18290"/>
                    <a:pt x="4107" y="18170"/>
                    <a:pt x="3943" y="18046"/>
                  </a:cubicBezTo>
                  <a:cubicBezTo>
                    <a:pt x="3780" y="17921"/>
                    <a:pt x="3620" y="17792"/>
                    <a:pt x="3464" y="17657"/>
                  </a:cubicBezTo>
                  <a:cubicBezTo>
                    <a:pt x="3309" y="17523"/>
                    <a:pt x="3157" y="17384"/>
                    <a:pt x="3010" y="17240"/>
                  </a:cubicBezTo>
                  <a:cubicBezTo>
                    <a:pt x="2863" y="17097"/>
                    <a:pt x="2721" y="16948"/>
                    <a:pt x="2583" y="16796"/>
                  </a:cubicBezTo>
                  <a:cubicBezTo>
                    <a:pt x="2445" y="16643"/>
                    <a:pt x="2312" y="16487"/>
                    <a:pt x="2183" y="16326"/>
                  </a:cubicBezTo>
                  <a:cubicBezTo>
                    <a:pt x="2055" y="16165"/>
                    <a:pt x="1932" y="16001"/>
                    <a:pt x="1814" y="15832"/>
                  </a:cubicBezTo>
                  <a:cubicBezTo>
                    <a:pt x="1696" y="15664"/>
                    <a:pt x="1583" y="15492"/>
                    <a:pt x="1475" y="15317"/>
                  </a:cubicBezTo>
                  <a:cubicBezTo>
                    <a:pt x="1368" y="15141"/>
                    <a:pt x="1266" y="14963"/>
                    <a:pt x="1169" y="14781"/>
                  </a:cubicBezTo>
                  <a:cubicBezTo>
                    <a:pt x="1073" y="14600"/>
                    <a:pt x="982" y="14415"/>
                    <a:pt x="897" y="14228"/>
                  </a:cubicBezTo>
                  <a:cubicBezTo>
                    <a:pt x="812" y="14041"/>
                    <a:pt x="732" y="13851"/>
                    <a:pt x="659" y="13659"/>
                  </a:cubicBezTo>
                  <a:cubicBezTo>
                    <a:pt x="586" y="13467"/>
                    <a:pt x="518" y="13273"/>
                    <a:pt x="457" y="13077"/>
                  </a:cubicBezTo>
                  <a:cubicBezTo>
                    <a:pt x="395" y="12880"/>
                    <a:pt x="340" y="12682"/>
                    <a:pt x="291" y="12483"/>
                  </a:cubicBezTo>
                  <a:cubicBezTo>
                    <a:pt x="242" y="12283"/>
                    <a:pt x="198" y="12082"/>
                    <a:pt x="162" y="11880"/>
                  </a:cubicBezTo>
                  <a:cubicBezTo>
                    <a:pt x="125" y="11678"/>
                    <a:pt x="94" y="11474"/>
                    <a:pt x="70" y="1127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6" name="probe-tabler-atom-2-part-3"/>
            <p:cNvSpPr/>
            <p:nvPr/>
          </p:nvSpPr>
          <p:spPr>
            <a:xfrm>
              <a:off x="20000" y="80000"/>
              <a:ext cx="20000" cy="20089"/>
            </a:xfrm>
            <a:custGeom>
              <a:avLst/>
              <a:gdLst/>
              <a:ahLst/>
              <a:cxnLst/>
              <a:rect l="0" t="0" r="r" b="b"/>
              <a:pathLst>
                <a:path w="20000" h="20089">
                  <a:moveTo>
                    <a:pt x="10000" y="0"/>
                  </a:moveTo>
                  <a:cubicBezTo>
                    <a:pt x="10202" y="0"/>
                    <a:pt x="10404" y="6"/>
                    <a:pt x="10605" y="18"/>
                  </a:cubicBezTo>
                  <a:cubicBezTo>
                    <a:pt x="10807" y="31"/>
                    <a:pt x="11008" y="49"/>
                    <a:pt x="11208" y="73"/>
                  </a:cubicBezTo>
                  <a:cubicBezTo>
                    <a:pt x="11409" y="98"/>
                    <a:pt x="11608" y="128"/>
                    <a:pt x="11807" y="165"/>
                  </a:cubicBezTo>
                  <a:cubicBezTo>
                    <a:pt x="12005" y="201"/>
                    <a:pt x="12203" y="244"/>
                    <a:pt x="12399" y="292"/>
                  </a:cubicBezTo>
                  <a:cubicBezTo>
                    <a:pt x="12595" y="341"/>
                    <a:pt x="12789" y="395"/>
                    <a:pt x="12982" y="455"/>
                  </a:cubicBezTo>
                  <a:cubicBezTo>
                    <a:pt x="13174" y="516"/>
                    <a:pt x="13365" y="582"/>
                    <a:pt x="13554" y="653"/>
                  </a:cubicBezTo>
                  <a:cubicBezTo>
                    <a:pt x="13743" y="725"/>
                    <a:pt x="13929" y="803"/>
                    <a:pt x="14113" y="886"/>
                  </a:cubicBezTo>
                  <a:cubicBezTo>
                    <a:pt x="14297" y="969"/>
                    <a:pt x="14479" y="1057"/>
                    <a:pt x="14657" y="1151"/>
                  </a:cubicBezTo>
                  <a:cubicBezTo>
                    <a:pt x="14836" y="1245"/>
                    <a:pt x="15012" y="1345"/>
                    <a:pt x="15184" y="1450"/>
                  </a:cubicBezTo>
                  <a:cubicBezTo>
                    <a:pt x="15357" y="1554"/>
                    <a:pt x="15526" y="1664"/>
                    <a:pt x="15692" y="1779"/>
                  </a:cubicBezTo>
                  <a:cubicBezTo>
                    <a:pt x="15858" y="1894"/>
                    <a:pt x="16021" y="2014"/>
                    <a:pt x="16179" y="2139"/>
                  </a:cubicBezTo>
                  <a:cubicBezTo>
                    <a:pt x="16338" y="2263"/>
                    <a:pt x="16493" y="2393"/>
                    <a:pt x="16644" y="2527"/>
                  </a:cubicBezTo>
                  <a:cubicBezTo>
                    <a:pt x="16795" y="2661"/>
                    <a:pt x="16941" y="2800"/>
                    <a:pt x="17084" y="2943"/>
                  </a:cubicBezTo>
                  <a:cubicBezTo>
                    <a:pt x="17226" y="3086"/>
                    <a:pt x="17364" y="3233"/>
                    <a:pt x="17498" y="3385"/>
                  </a:cubicBezTo>
                  <a:cubicBezTo>
                    <a:pt x="17631" y="3536"/>
                    <a:pt x="17760" y="3692"/>
                    <a:pt x="17885" y="3851"/>
                  </a:cubicBezTo>
                  <a:cubicBezTo>
                    <a:pt x="18009" y="4010"/>
                    <a:pt x="18128" y="4173"/>
                    <a:pt x="18242" y="4339"/>
                  </a:cubicBezTo>
                  <a:cubicBezTo>
                    <a:pt x="18357" y="4506"/>
                    <a:pt x="18466" y="4676"/>
                    <a:pt x="18570" y="4849"/>
                  </a:cubicBezTo>
                  <a:cubicBezTo>
                    <a:pt x="18674" y="5022"/>
                    <a:pt x="18772" y="5198"/>
                    <a:pt x="18866" y="5377"/>
                  </a:cubicBezTo>
                  <a:cubicBezTo>
                    <a:pt x="18959" y="5556"/>
                    <a:pt x="19047" y="5738"/>
                    <a:pt x="19129" y="5922"/>
                  </a:cubicBezTo>
                  <a:cubicBezTo>
                    <a:pt x="19212" y="6106"/>
                    <a:pt x="19288" y="6293"/>
                    <a:pt x="19359" y="6482"/>
                  </a:cubicBezTo>
                  <a:cubicBezTo>
                    <a:pt x="19430" y="6671"/>
                    <a:pt x="19496" y="6862"/>
                    <a:pt x="19555" y="7055"/>
                  </a:cubicBezTo>
                  <a:cubicBezTo>
                    <a:pt x="19615" y="7248"/>
                    <a:pt x="19668" y="7442"/>
                    <a:pt x="19716" y="7639"/>
                  </a:cubicBezTo>
                  <a:cubicBezTo>
                    <a:pt x="19764" y="7835"/>
                    <a:pt x="19805" y="8032"/>
                    <a:pt x="19841" y="8231"/>
                  </a:cubicBezTo>
                  <a:cubicBezTo>
                    <a:pt x="19877" y="8430"/>
                    <a:pt x="19906" y="8630"/>
                    <a:pt x="19930" y="8830"/>
                  </a:cubicBezTo>
                  <a:lnTo>
                    <a:pt x="20000" y="10100"/>
                  </a:lnTo>
                  <a:cubicBezTo>
                    <a:pt x="20000" y="10306"/>
                    <a:pt x="19993" y="10511"/>
                    <a:pt x="19980" y="10716"/>
                  </a:cubicBezTo>
                  <a:cubicBezTo>
                    <a:pt x="19967" y="10922"/>
                    <a:pt x="19948" y="11126"/>
                    <a:pt x="19923" y="11330"/>
                  </a:cubicBezTo>
                  <a:cubicBezTo>
                    <a:pt x="19897" y="11534"/>
                    <a:pt x="19865" y="11737"/>
                    <a:pt x="19827" y="11940"/>
                  </a:cubicBezTo>
                  <a:cubicBezTo>
                    <a:pt x="19789" y="12142"/>
                    <a:pt x="19745" y="12342"/>
                    <a:pt x="19695" y="12542"/>
                  </a:cubicBezTo>
                  <a:cubicBezTo>
                    <a:pt x="19644" y="12741"/>
                    <a:pt x="19588" y="12939"/>
                    <a:pt x="19525" y="13135"/>
                  </a:cubicBezTo>
                  <a:cubicBezTo>
                    <a:pt x="19462" y="13330"/>
                    <a:pt x="19394" y="13524"/>
                    <a:pt x="19319" y="13716"/>
                  </a:cubicBezTo>
                  <a:cubicBezTo>
                    <a:pt x="19245" y="13907"/>
                    <a:pt x="19164" y="14097"/>
                    <a:pt x="19078" y="14283"/>
                  </a:cubicBezTo>
                  <a:cubicBezTo>
                    <a:pt x="18992" y="14470"/>
                    <a:pt x="18900" y="14654"/>
                    <a:pt x="18802" y="14835"/>
                  </a:cubicBezTo>
                  <a:cubicBezTo>
                    <a:pt x="18704" y="15016"/>
                    <a:pt x="18601" y="15194"/>
                    <a:pt x="18493" y="15368"/>
                  </a:cubicBezTo>
                  <a:cubicBezTo>
                    <a:pt x="18384" y="15543"/>
                    <a:pt x="18270" y="15714"/>
                    <a:pt x="18151" y="15882"/>
                  </a:cubicBezTo>
                  <a:cubicBezTo>
                    <a:pt x="18032" y="16049"/>
                    <a:pt x="17908" y="16213"/>
                    <a:pt x="17779" y="16373"/>
                  </a:cubicBezTo>
                  <a:cubicBezTo>
                    <a:pt x="17649" y="16533"/>
                    <a:pt x="17515" y="16689"/>
                    <a:pt x="17376" y="16841"/>
                  </a:cubicBezTo>
                  <a:cubicBezTo>
                    <a:pt x="17238" y="16992"/>
                    <a:pt x="17094" y="17140"/>
                    <a:pt x="16946" y="17283"/>
                  </a:cubicBezTo>
                  <a:cubicBezTo>
                    <a:pt x="16798" y="17425"/>
                    <a:pt x="16646" y="17564"/>
                    <a:pt x="16490" y="17697"/>
                  </a:cubicBezTo>
                  <a:cubicBezTo>
                    <a:pt x="16333" y="17830"/>
                    <a:pt x="16173" y="17959"/>
                    <a:pt x="16008" y="18083"/>
                  </a:cubicBezTo>
                  <a:cubicBezTo>
                    <a:pt x="15844" y="18206"/>
                    <a:pt x="15676" y="18325"/>
                    <a:pt x="15504" y="18438"/>
                  </a:cubicBezTo>
                  <a:cubicBezTo>
                    <a:pt x="15333" y="18551"/>
                    <a:pt x="15158" y="18659"/>
                    <a:pt x="14979" y="18761"/>
                  </a:cubicBezTo>
                  <a:cubicBezTo>
                    <a:pt x="14801" y="18863"/>
                    <a:pt x="14620" y="18960"/>
                    <a:pt x="14435" y="19052"/>
                  </a:cubicBezTo>
                  <a:cubicBezTo>
                    <a:pt x="14251" y="19143"/>
                    <a:pt x="14064" y="19228"/>
                    <a:pt x="13874" y="19308"/>
                  </a:cubicBezTo>
                  <a:cubicBezTo>
                    <a:pt x="13685" y="19388"/>
                    <a:pt x="13493" y="19461"/>
                    <a:pt x="13299" y="19529"/>
                  </a:cubicBezTo>
                  <a:cubicBezTo>
                    <a:pt x="13105" y="19597"/>
                    <a:pt x="12909" y="19659"/>
                    <a:pt x="12711" y="19715"/>
                  </a:cubicBezTo>
                  <a:cubicBezTo>
                    <a:pt x="12513" y="19770"/>
                    <a:pt x="12313" y="19820"/>
                    <a:pt x="12112" y="19863"/>
                  </a:cubicBezTo>
                  <a:cubicBezTo>
                    <a:pt x="11911" y="19907"/>
                    <a:pt x="11709" y="19944"/>
                    <a:pt x="11506" y="19975"/>
                  </a:cubicBezTo>
                  <a:cubicBezTo>
                    <a:pt x="11303" y="20006"/>
                    <a:pt x="11098" y="20031"/>
                    <a:pt x="10894" y="20049"/>
                  </a:cubicBezTo>
                  <a:cubicBezTo>
                    <a:pt x="10689" y="20067"/>
                    <a:pt x="10483" y="20079"/>
                    <a:pt x="10278" y="20085"/>
                  </a:cubicBezTo>
                  <a:cubicBezTo>
                    <a:pt x="10072" y="20091"/>
                    <a:pt x="9867" y="20090"/>
                    <a:pt x="9661" y="20083"/>
                  </a:cubicBezTo>
                  <a:cubicBezTo>
                    <a:pt x="9456" y="20076"/>
                    <a:pt x="9251" y="20063"/>
                    <a:pt x="9046" y="20043"/>
                  </a:cubicBezTo>
                  <a:cubicBezTo>
                    <a:pt x="8841" y="20024"/>
                    <a:pt x="8637" y="19998"/>
                    <a:pt x="8434" y="19966"/>
                  </a:cubicBezTo>
                  <a:cubicBezTo>
                    <a:pt x="8231" y="19933"/>
                    <a:pt x="8029" y="19895"/>
                    <a:pt x="7828" y="19850"/>
                  </a:cubicBezTo>
                  <a:cubicBezTo>
                    <a:pt x="7628" y="19806"/>
                    <a:pt x="7428" y="19755"/>
                    <a:pt x="7231" y="19698"/>
                  </a:cubicBezTo>
                  <a:cubicBezTo>
                    <a:pt x="7033" y="19641"/>
                    <a:pt x="6838" y="19578"/>
                    <a:pt x="6644" y="19509"/>
                  </a:cubicBezTo>
                  <a:cubicBezTo>
                    <a:pt x="6450" y="19440"/>
                    <a:pt x="6259" y="19365"/>
                    <a:pt x="6070" y="19284"/>
                  </a:cubicBezTo>
                  <a:cubicBezTo>
                    <a:pt x="5881" y="19203"/>
                    <a:pt x="5694" y="19117"/>
                    <a:pt x="5510" y="19024"/>
                  </a:cubicBezTo>
                  <a:cubicBezTo>
                    <a:pt x="5327" y="18932"/>
                    <a:pt x="5146" y="18834"/>
                    <a:pt x="4968" y="18731"/>
                  </a:cubicBezTo>
                  <a:cubicBezTo>
                    <a:pt x="4790" y="18627"/>
                    <a:pt x="4616" y="18518"/>
                    <a:pt x="4445" y="18404"/>
                  </a:cubicBezTo>
                  <a:cubicBezTo>
                    <a:pt x="4274" y="18290"/>
                    <a:pt x="4107" y="18170"/>
                    <a:pt x="3943" y="18046"/>
                  </a:cubicBezTo>
                  <a:cubicBezTo>
                    <a:pt x="3780" y="17921"/>
                    <a:pt x="3620" y="17792"/>
                    <a:pt x="3464" y="17657"/>
                  </a:cubicBezTo>
                  <a:cubicBezTo>
                    <a:pt x="3309" y="17523"/>
                    <a:pt x="3157" y="17384"/>
                    <a:pt x="3010" y="17240"/>
                  </a:cubicBezTo>
                  <a:cubicBezTo>
                    <a:pt x="2863" y="17097"/>
                    <a:pt x="2721" y="16948"/>
                    <a:pt x="2583" y="16796"/>
                  </a:cubicBezTo>
                  <a:cubicBezTo>
                    <a:pt x="2445" y="16643"/>
                    <a:pt x="2312" y="16487"/>
                    <a:pt x="2183" y="16326"/>
                  </a:cubicBezTo>
                  <a:cubicBezTo>
                    <a:pt x="2055" y="16165"/>
                    <a:pt x="1932" y="16001"/>
                    <a:pt x="1814" y="15832"/>
                  </a:cubicBezTo>
                  <a:cubicBezTo>
                    <a:pt x="1696" y="15664"/>
                    <a:pt x="1583" y="15492"/>
                    <a:pt x="1475" y="15317"/>
                  </a:cubicBezTo>
                  <a:cubicBezTo>
                    <a:pt x="1368" y="15141"/>
                    <a:pt x="1266" y="14963"/>
                    <a:pt x="1169" y="14781"/>
                  </a:cubicBezTo>
                  <a:cubicBezTo>
                    <a:pt x="1073" y="14600"/>
                    <a:pt x="982" y="14415"/>
                    <a:pt x="897" y="14228"/>
                  </a:cubicBezTo>
                  <a:cubicBezTo>
                    <a:pt x="812" y="14041"/>
                    <a:pt x="732" y="13851"/>
                    <a:pt x="659" y="13659"/>
                  </a:cubicBezTo>
                  <a:cubicBezTo>
                    <a:pt x="586" y="13467"/>
                    <a:pt x="518" y="13273"/>
                    <a:pt x="457" y="13077"/>
                  </a:cubicBezTo>
                  <a:cubicBezTo>
                    <a:pt x="395" y="12880"/>
                    <a:pt x="340" y="12682"/>
                    <a:pt x="291" y="12483"/>
                  </a:cubicBezTo>
                  <a:cubicBezTo>
                    <a:pt x="242" y="12283"/>
                    <a:pt x="198" y="12082"/>
                    <a:pt x="162" y="11880"/>
                  </a:cubicBezTo>
                  <a:cubicBezTo>
                    <a:pt x="125" y="11678"/>
                    <a:pt x="94" y="11474"/>
                    <a:pt x="70" y="11270"/>
                  </a:cubicBezTo>
                  <a:lnTo>
                    <a:pt x="0" y="10000"/>
                  </a:lnTo>
                  <a:cubicBezTo>
                    <a:pt x="0" y="9799"/>
                    <a:pt x="6" y="9597"/>
                    <a:pt x="18" y="9396"/>
                  </a:cubicBezTo>
                  <a:cubicBezTo>
                    <a:pt x="30" y="9195"/>
                    <a:pt x="49" y="8995"/>
                    <a:pt x="73" y="8795"/>
                  </a:cubicBezTo>
                  <a:cubicBezTo>
                    <a:pt x="97" y="8595"/>
                    <a:pt x="127" y="8396"/>
                    <a:pt x="164" y="8197"/>
                  </a:cubicBezTo>
                  <a:cubicBezTo>
                    <a:pt x="200" y="7999"/>
                    <a:pt x="242" y="7802"/>
                    <a:pt x="291" y="7607"/>
                  </a:cubicBezTo>
                  <a:cubicBezTo>
                    <a:pt x="339" y="7411"/>
                    <a:pt x="393" y="7217"/>
                    <a:pt x="453" y="7025"/>
                  </a:cubicBezTo>
                  <a:cubicBezTo>
                    <a:pt x="513" y="6833"/>
                    <a:pt x="578" y="6642"/>
                    <a:pt x="650" y="6454"/>
                  </a:cubicBezTo>
                  <a:cubicBezTo>
                    <a:pt x="721" y="6266"/>
                    <a:pt x="798" y="6080"/>
                    <a:pt x="881" y="5896"/>
                  </a:cubicBezTo>
                  <a:cubicBezTo>
                    <a:pt x="964" y="5712"/>
                    <a:pt x="1052" y="5531"/>
                    <a:pt x="1145" y="5353"/>
                  </a:cubicBezTo>
                  <a:cubicBezTo>
                    <a:pt x="1239" y="5174"/>
                    <a:pt x="1338" y="4999"/>
                    <a:pt x="1442" y="4827"/>
                  </a:cubicBezTo>
                  <a:cubicBezTo>
                    <a:pt x="1546" y="4654"/>
                    <a:pt x="1656" y="4485"/>
                    <a:pt x="1770" y="4319"/>
                  </a:cubicBezTo>
                  <a:cubicBezTo>
                    <a:pt x="1885" y="4154"/>
                    <a:pt x="2004" y="3991"/>
                    <a:pt x="2128" y="3833"/>
                  </a:cubicBezTo>
                  <a:cubicBezTo>
                    <a:pt x="2252" y="3674"/>
                    <a:pt x="2381" y="3520"/>
                    <a:pt x="2515" y="3369"/>
                  </a:cubicBezTo>
                  <a:cubicBezTo>
                    <a:pt x="2648" y="3218"/>
                    <a:pt x="2787" y="3071"/>
                    <a:pt x="2929" y="2929"/>
                  </a:cubicBezTo>
                  <a:cubicBezTo>
                    <a:pt x="3071" y="2787"/>
                    <a:pt x="3218" y="2648"/>
                    <a:pt x="3369" y="2515"/>
                  </a:cubicBezTo>
                  <a:cubicBezTo>
                    <a:pt x="3520" y="2381"/>
                    <a:pt x="3674" y="2252"/>
                    <a:pt x="3833" y="2128"/>
                  </a:cubicBezTo>
                  <a:cubicBezTo>
                    <a:pt x="3991" y="2004"/>
                    <a:pt x="4154" y="1885"/>
                    <a:pt x="4319" y="1770"/>
                  </a:cubicBezTo>
                  <a:cubicBezTo>
                    <a:pt x="4485" y="1656"/>
                    <a:pt x="4654" y="1546"/>
                    <a:pt x="4827" y="1442"/>
                  </a:cubicBezTo>
                  <a:cubicBezTo>
                    <a:pt x="4999" y="1338"/>
                    <a:pt x="5174" y="1239"/>
                    <a:pt x="5353" y="1145"/>
                  </a:cubicBezTo>
                  <a:cubicBezTo>
                    <a:pt x="5531" y="1052"/>
                    <a:pt x="5712" y="964"/>
                    <a:pt x="5896" y="881"/>
                  </a:cubicBezTo>
                  <a:cubicBezTo>
                    <a:pt x="6080" y="798"/>
                    <a:pt x="6266" y="721"/>
                    <a:pt x="6454" y="650"/>
                  </a:cubicBezTo>
                  <a:cubicBezTo>
                    <a:pt x="6642" y="578"/>
                    <a:pt x="6833" y="513"/>
                    <a:pt x="7025" y="453"/>
                  </a:cubicBezTo>
                  <a:cubicBezTo>
                    <a:pt x="7217" y="393"/>
                    <a:pt x="7411" y="339"/>
                    <a:pt x="7607" y="291"/>
                  </a:cubicBezTo>
                  <a:cubicBezTo>
                    <a:pt x="7802" y="242"/>
                    <a:pt x="7999" y="200"/>
                    <a:pt x="8197" y="164"/>
                  </a:cubicBezTo>
                  <a:cubicBezTo>
                    <a:pt x="8396" y="127"/>
                    <a:pt x="8595" y="97"/>
                    <a:pt x="8795" y="73"/>
                  </a:cubicBezTo>
                  <a:cubicBezTo>
                    <a:pt x="8995" y="49"/>
                    <a:pt x="9195" y="30"/>
                    <a:pt x="9396" y="18"/>
                  </a:cubicBezTo>
                  <a:cubicBezTo>
                    <a:pt x="9597" y="6"/>
                    <a:pt x="9799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7" name="probe-tabler-atom-2-part-4"/>
            <p:cNvSpPr/>
            <p:nvPr/>
          </p:nvSpPr>
          <p:spPr>
            <a:xfrm>
              <a:off x="200000" y="80000"/>
              <a:ext cx="20000" cy="20089"/>
            </a:xfrm>
            <a:custGeom>
              <a:avLst/>
              <a:gdLst/>
              <a:ahLst/>
              <a:cxnLst/>
              <a:rect l="0" t="0" r="r" b="b"/>
              <a:pathLst>
                <a:path w="20000" h="20089">
                  <a:moveTo>
                    <a:pt x="10000" y="0"/>
                  </a:moveTo>
                  <a:cubicBezTo>
                    <a:pt x="10202" y="0"/>
                    <a:pt x="10404" y="6"/>
                    <a:pt x="10605" y="18"/>
                  </a:cubicBezTo>
                  <a:cubicBezTo>
                    <a:pt x="10807" y="31"/>
                    <a:pt x="11008" y="49"/>
                    <a:pt x="11208" y="73"/>
                  </a:cubicBezTo>
                  <a:cubicBezTo>
                    <a:pt x="11409" y="98"/>
                    <a:pt x="11608" y="128"/>
                    <a:pt x="11807" y="165"/>
                  </a:cubicBezTo>
                  <a:cubicBezTo>
                    <a:pt x="12005" y="201"/>
                    <a:pt x="12203" y="244"/>
                    <a:pt x="12399" y="292"/>
                  </a:cubicBezTo>
                  <a:cubicBezTo>
                    <a:pt x="12595" y="341"/>
                    <a:pt x="12789" y="395"/>
                    <a:pt x="12982" y="455"/>
                  </a:cubicBezTo>
                  <a:cubicBezTo>
                    <a:pt x="13174" y="516"/>
                    <a:pt x="13365" y="582"/>
                    <a:pt x="13554" y="653"/>
                  </a:cubicBezTo>
                  <a:cubicBezTo>
                    <a:pt x="13743" y="725"/>
                    <a:pt x="13929" y="803"/>
                    <a:pt x="14113" y="886"/>
                  </a:cubicBezTo>
                  <a:cubicBezTo>
                    <a:pt x="14297" y="969"/>
                    <a:pt x="14479" y="1057"/>
                    <a:pt x="14657" y="1151"/>
                  </a:cubicBezTo>
                  <a:cubicBezTo>
                    <a:pt x="14836" y="1245"/>
                    <a:pt x="15012" y="1345"/>
                    <a:pt x="15184" y="1450"/>
                  </a:cubicBezTo>
                  <a:cubicBezTo>
                    <a:pt x="15357" y="1554"/>
                    <a:pt x="15526" y="1664"/>
                    <a:pt x="15692" y="1779"/>
                  </a:cubicBezTo>
                  <a:cubicBezTo>
                    <a:pt x="15858" y="1894"/>
                    <a:pt x="16021" y="2014"/>
                    <a:pt x="16179" y="2139"/>
                  </a:cubicBezTo>
                  <a:cubicBezTo>
                    <a:pt x="16338" y="2263"/>
                    <a:pt x="16493" y="2393"/>
                    <a:pt x="16644" y="2527"/>
                  </a:cubicBezTo>
                  <a:cubicBezTo>
                    <a:pt x="16795" y="2661"/>
                    <a:pt x="16941" y="2800"/>
                    <a:pt x="17084" y="2943"/>
                  </a:cubicBezTo>
                  <a:cubicBezTo>
                    <a:pt x="17226" y="3086"/>
                    <a:pt x="17364" y="3233"/>
                    <a:pt x="17498" y="3385"/>
                  </a:cubicBezTo>
                  <a:cubicBezTo>
                    <a:pt x="17631" y="3536"/>
                    <a:pt x="17760" y="3692"/>
                    <a:pt x="17885" y="3851"/>
                  </a:cubicBezTo>
                  <a:cubicBezTo>
                    <a:pt x="18009" y="4010"/>
                    <a:pt x="18128" y="4173"/>
                    <a:pt x="18242" y="4339"/>
                  </a:cubicBezTo>
                  <a:cubicBezTo>
                    <a:pt x="18357" y="4506"/>
                    <a:pt x="18466" y="4676"/>
                    <a:pt x="18570" y="4849"/>
                  </a:cubicBezTo>
                  <a:cubicBezTo>
                    <a:pt x="18674" y="5022"/>
                    <a:pt x="18772" y="5198"/>
                    <a:pt x="18866" y="5377"/>
                  </a:cubicBezTo>
                  <a:cubicBezTo>
                    <a:pt x="18959" y="5556"/>
                    <a:pt x="19047" y="5738"/>
                    <a:pt x="19129" y="5922"/>
                  </a:cubicBezTo>
                  <a:cubicBezTo>
                    <a:pt x="19212" y="6106"/>
                    <a:pt x="19288" y="6293"/>
                    <a:pt x="19359" y="6482"/>
                  </a:cubicBezTo>
                  <a:cubicBezTo>
                    <a:pt x="19430" y="6671"/>
                    <a:pt x="19496" y="6862"/>
                    <a:pt x="19555" y="7055"/>
                  </a:cubicBezTo>
                  <a:cubicBezTo>
                    <a:pt x="19615" y="7248"/>
                    <a:pt x="19668" y="7442"/>
                    <a:pt x="19716" y="7639"/>
                  </a:cubicBezTo>
                  <a:cubicBezTo>
                    <a:pt x="19764" y="7835"/>
                    <a:pt x="19805" y="8032"/>
                    <a:pt x="19841" y="8231"/>
                  </a:cubicBezTo>
                  <a:cubicBezTo>
                    <a:pt x="19877" y="8430"/>
                    <a:pt x="19906" y="8630"/>
                    <a:pt x="19930" y="8830"/>
                  </a:cubicBezTo>
                  <a:lnTo>
                    <a:pt x="20000" y="10100"/>
                  </a:lnTo>
                  <a:cubicBezTo>
                    <a:pt x="20000" y="10306"/>
                    <a:pt x="19993" y="10511"/>
                    <a:pt x="19980" y="10716"/>
                  </a:cubicBezTo>
                  <a:cubicBezTo>
                    <a:pt x="19967" y="10922"/>
                    <a:pt x="19948" y="11126"/>
                    <a:pt x="19923" y="11330"/>
                  </a:cubicBezTo>
                  <a:cubicBezTo>
                    <a:pt x="19897" y="11534"/>
                    <a:pt x="19865" y="11737"/>
                    <a:pt x="19827" y="11940"/>
                  </a:cubicBezTo>
                  <a:cubicBezTo>
                    <a:pt x="19789" y="12142"/>
                    <a:pt x="19745" y="12342"/>
                    <a:pt x="19695" y="12542"/>
                  </a:cubicBezTo>
                  <a:cubicBezTo>
                    <a:pt x="19644" y="12741"/>
                    <a:pt x="19588" y="12939"/>
                    <a:pt x="19525" y="13135"/>
                  </a:cubicBezTo>
                  <a:cubicBezTo>
                    <a:pt x="19462" y="13330"/>
                    <a:pt x="19394" y="13524"/>
                    <a:pt x="19319" y="13716"/>
                  </a:cubicBezTo>
                  <a:cubicBezTo>
                    <a:pt x="19245" y="13907"/>
                    <a:pt x="19164" y="14097"/>
                    <a:pt x="19078" y="14283"/>
                  </a:cubicBezTo>
                  <a:cubicBezTo>
                    <a:pt x="18992" y="14470"/>
                    <a:pt x="18900" y="14654"/>
                    <a:pt x="18802" y="14835"/>
                  </a:cubicBezTo>
                  <a:cubicBezTo>
                    <a:pt x="18704" y="15016"/>
                    <a:pt x="18601" y="15194"/>
                    <a:pt x="18493" y="15368"/>
                  </a:cubicBezTo>
                  <a:cubicBezTo>
                    <a:pt x="18384" y="15543"/>
                    <a:pt x="18270" y="15714"/>
                    <a:pt x="18151" y="15882"/>
                  </a:cubicBezTo>
                  <a:cubicBezTo>
                    <a:pt x="18032" y="16049"/>
                    <a:pt x="17908" y="16213"/>
                    <a:pt x="17779" y="16373"/>
                  </a:cubicBezTo>
                  <a:cubicBezTo>
                    <a:pt x="17649" y="16533"/>
                    <a:pt x="17515" y="16689"/>
                    <a:pt x="17376" y="16841"/>
                  </a:cubicBezTo>
                  <a:cubicBezTo>
                    <a:pt x="17238" y="16992"/>
                    <a:pt x="17094" y="17140"/>
                    <a:pt x="16946" y="17283"/>
                  </a:cubicBezTo>
                  <a:cubicBezTo>
                    <a:pt x="16798" y="17425"/>
                    <a:pt x="16646" y="17564"/>
                    <a:pt x="16490" y="17697"/>
                  </a:cubicBezTo>
                  <a:cubicBezTo>
                    <a:pt x="16333" y="17830"/>
                    <a:pt x="16173" y="17959"/>
                    <a:pt x="16008" y="18083"/>
                  </a:cubicBezTo>
                  <a:cubicBezTo>
                    <a:pt x="15844" y="18206"/>
                    <a:pt x="15676" y="18325"/>
                    <a:pt x="15504" y="18438"/>
                  </a:cubicBezTo>
                  <a:cubicBezTo>
                    <a:pt x="15333" y="18551"/>
                    <a:pt x="15158" y="18659"/>
                    <a:pt x="14979" y="18761"/>
                  </a:cubicBezTo>
                  <a:cubicBezTo>
                    <a:pt x="14801" y="18863"/>
                    <a:pt x="14620" y="18960"/>
                    <a:pt x="14435" y="19052"/>
                  </a:cubicBezTo>
                  <a:cubicBezTo>
                    <a:pt x="14251" y="19143"/>
                    <a:pt x="14064" y="19228"/>
                    <a:pt x="13874" y="19308"/>
                  </a:cubicBezTo>
                  <a:cubicBezTo>
                    <a:pt x="13685" y="19388"/>
                    <a:pt x="13493" y="19461"/>
                    <a:pt x="13299" y="19529"/>
                  </a:cubicBezTo>
                  <a:cubicBezTo>
                    <a:pt x="13105" y="19597"/>
                    <a:pt x="12909" y="19659"/>
                    <a:pt x="12711" y="19715"/>
                  </a:cubicBezTo>
                  <a:cubicBezTo>
                    <a:pt x="12513" y="19770"/>
                    <a:pt x="12313" y="19820"/>
                    <a:pt x="12112" y="19863"/>
                  </a:cubicBezTo>
                  <a:cubicBezTo>
                    <a:pt x="11911" y="19907"/>
                    <a:pt x="11709" y="19944"/>
                    <a:pt x="11506" y="19975"/>
                  </a:cubicBezTo>
                  <a:cubicBezTo>
                    <a:pt x="11303" y="20006"/>
                    <a:pt x="11098" y="20031"/>
                    <a:pt x="10894" y="20049"/>
                  </a:cubicBezTo>
                  <a:cubicBezTo>
                    <a:pt x="10689" y="20067"/>
                    <a:pt x="10483" y="20079"/>
                    <a:pt x="10278" y="20085"/>
                  </a:cubicBezTo>
                  <a:cubicBezTo>
                    <a:pt x="10072" y="20091"/>
                    <a:pt x="9867" y="20090"/>
                    <a:pt x="9661" y="20083"/>
                  </a:cubicBezTo>
                  <a:cubicBezTo>
                    <a:pt x="9456" y="20076"/>
                    <a:pt x="9251" y="20063"/>
                    <a:pt x="9046" y="20043"/>
                  </a:cubicBezTo>
                  <a:cubicBezTo>
                    <a:pt x="8841" y="20024"/>
                    <a:pt x="8637" y="19998"/>
                    <a:pt x="8434" y="19966"/>
                  </a:cubicBezTo>
                  <a:cubicBezTo>
                    <a:pt x="8231" y="19933"/>
                    <a:pt x="8029" y="19895"/>
                    <a:pt x="7828" y="19850"/>
                  </a:cubicBezTo>
                  <a:cubicBezTo>
                    <a:pt x="7628" y="19806"/>
                    <a:pt x="7428" y="19755"/>
                    <a:pt x="7231" y="19698"/>
                  </a:cubicBezTo>
                  <a:cubicBezTo>
                    <a:pt x="7033" y="19641"/>
                    <a:pt x="6838" y="19578"/>
                    <a:pt x="6644" y="19509"/>
                  </a:cubicBezTo>
                  <a:cubicBezTo>
                    <a:pt x="6450" y="19440"/>
                    <a:pt x="6259" y="19365"/>
                    <a:pt x="6070" y="19284"/>
                  </a:cubicBezTo>
                  <a:cubicBezTo>
                    <a:pt x="5881" y="19203"/>
                    <a:pt x="5694" y="19117"/>
                    <a:pt x="5510" y="19024"/>
                  </a:cubicBezTo>
                  <a:cubicBezTo>
                    <a:pt x="5327" y="18932"/>
                    <a:pt x="5146" y="18834"/>
                    <a:pt x="4968" y="18731"/>
                  </a:cubicBezTo>
                  <a:cubicBezTo>
                    <a:pt x="4790" y="18627"/>
                    <a:pt x="4616" y="18518"/>
                    <a:pt x="4445" y="18404"/>
                  </a:cubicBezTo>
                  <a:cubicBezTo>
                    <a:pt x="4274" y="18290"/>
                    <a:pt x="4107" y="18170"/>
                    <a:pt x="3943" y="18046"/>
                  </a:cubicBezTo>
                  <a:cubicBezTo>
                    <a:pt x="3780" y="17921"/>
                    <a:pt x="3620" y="17792"/>
                    <a:pt x="3464" y="17657"/>
                  </a:cubicBezTo>
                  <a:cubicBezTo>
                    <a:pt x="3309" y="17523"/>
                    <a:pt x="3157" y="17384"/>
                    <a:pt x="3010" y="17240"/>
                  </a:cubicBezTo>
                  <a:cubicBezTo>
                    <a:pt x="2863" y="17097"/>
                    <a:pt x="2721" y="16948"/>
                    <a:pt x="2583" y="16796"/>
                  </a:cubicBezTo>
                  <a:cubicBezTo>
                    <a:pt x="2445" y="16643"/>
                    <a:pt x="2312" y="16487"/>
                    <a:pt x="2183" y="16326"/>
                  </a:cubicBezTo>
                  <a:cubicBezTo>
                    <a:pt x="2055" y="16165"/>
                    <a:pt x="1932" y="16001"/>
                    <a:pt x="1814" y="15832"/>
                  </a:cubicBezTo>
                  <a:cubicBezTo>
                    <a:pt x="1696" y="15664"/>
                    <a:pt x="1583" y="15492"/>
                    <a:pt x="1475" y="15317"/>
                  </a:cubicBezTo>
                  <a:cubicBezTo>
                    <a:pt x="1368" y="15141"/>
                    <a:pt x="1266" y="14963"/>
                    <a:pt x="1169" y="14781"/>
                  </a:cubicBezTo>
                  <a:cubicBezTo>
                    <a:pt x="1073" y="14600"/>
                    <a:pt x="982" y="14415"/>
                    <a:pt x="897" y="14228"/>
                  </a:cubicBezTo>
                  <a:cubicBezTo>
                    <a:pt x="812" y="14041"/>
                    <a:pt x="732" y="13851"/>
                    <a:pt x="659" y="13659"/>
                  </a:cubicBezTo>
                  <a:cubicBezTo>
                    <a:pt x="586" y="13467"/>
                    <a:pt x="518" y="13273"/>
                    <a:pt x="457" y="13077"/>
                  </a:cubicBezTo>
                  <a:cubicBezTo>
                    <a:pt x="395" y="12880"/>
                    <a:pt x="340" y="12682"/>
                    <a:pt x="291" y="12483"/>
                  </a:cubicBezTo>
                  <a:cubicBezTo>
                    <a:pt x="242" y="12283"/>
                    <a:pt x="198" y="12082"/>
                    <a:pt x="162" y="11880"/>
                  </a:cubicBezTo>
                  <a:cubicBezTo>
                    <a:pt x="125" y="11678"/>
                    <a:pt x="94" y="11474"/>
                    <a:pt x="70" y="1127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8" name="probe-tabler-atom-2-part-5"/>
            <p:cNvSpPr/>
            <p:nvPr/>
          </p:nvSpPr>
          <p:spPr>
            <a:xfrm>
              <a:off x="20000" y="119999"/>
              <a:ext cx="70004" cy="91010"/>
            </a:xfrm>
            <a:custGeom>
              <a:avLst/>
              <a:gdLst/>
              <a:ahLst/>
              <a:cxnLst/>
              <a:rect l="0" t="0" r="r" b="b"/>
              <a:pathLst>
                <a:path w="70004" h="91010">
                  <a:moveTo>
                    <a:pt x="8900" y="61"/>
                  </a:moveTo>
                  <a:cubicBezTo>
                    <a:pt x="9100" y="39"/>
                    <a:pt x="9301" y="22"/>
                    <a:pt x="9502" y="12"/>
                  </a:cubicBezTo>
                  <a:cubicBezTo>
                    <a:pt x="9703" y="2"/>
                    <a:pt x="9904" y="-2"/>
                    <a:pt x="10106" y="1"/>
                  </a:cubicBezTo>
                  <a:cubicBezTo>
                    <a:pt x="10307" y="3"/>
                    <a:pt x="10509" y="11"/>
                    <a:pt x="10709" y="25"/>
                  </a:cubicBezTo>
                  <a:cubicBezTo>
                    <a:pt x="10910" y="39"/>
                    <a:pt x="11111" y="60"/>
                    <a:pt x="11310" y="86"/>
                  </a:cubicBezTo>
                  <a:cubicBezTo>
                    <a:pt x="11510" y="113"/>
                    <a:pt x="11709" y="145"/>
                    <a:pt x="11907" y="183"/>
                  </a:cubicBezTo>
                  <a:cubicBezTo>
                    <a:pt x="12104" y="222"/>
                    <a:pt x="12301" y="266"/>
                    <a:pt x="12496" y="316"/>
                  </a:cubicBezTo>
                  <a:cubicBezTo>
                    <a:pt x="12691" y="367"/>
                    <a:pt x="12885" y="423"/>
                    <a:pt x="13076" y="485"/>
                  </a:cubicBezTo>
                  <a:cubicBezTo>
                    <a:pt x="13268" y="547"/>
                    <a:pt x="13458" y="614"/>
                    <a:pt x="13645" y="688"/>
                  </a:cubicBezTo>
                  <a:cubicBezTo>
                    <a:pt x="13833" y="761"/>
                    <a:pt x="14018" y="840"/>
                    <a:pt x="14201" y="925"/>
                  </a:cubicBezTo>
                  <a:cubicBezTo>
                    <a:pt x="14384" y="1010"/>
                    <a:pt x="14564" y="1100"/>
                    <a:pt x="14741" y="1195"/>
                  </a:cubicBezTo>
                  <a:cubicBezTo>
                    <a:pt x="14918" y="1291"/>
                    <a:pt x="15093" y="1392"/>
                    <a:pt x="15264" y="1498"/>
                  </a:cubicBezTo>
                  <a:cubicBezTo>
                    <a:pt x="15435" y="1604"/>
                    <a:pt x="15603" y="1715"/>
                    <a:pt x="15768" y="1831"/>
                  </a:cubicBezTo>
                  <a:cubicBezTo>
                    <a:pt x="15932" y="1947"/>
                    <a:pt x="16093" y="2068"/>
                    <a:pt x="16251" y="2194"/>
                  </a:cubicBezTo>
                  <a:cubicBezTo>
                    <a:pt x="16408" y="2320"/>
                    <a:pt x="16561" y="2451"/>
                    <a:pt x="16711" y="2586"/>
                  </a:cubicBezTo>
                  <a:cubicBezTo>
                    <a:pt x="16860" y="2721"/>
                    <a:pt x="17005" y="2861"/>
                    <a:pt x="17146" y="3004"/>
                  </a:cubicBezTo>
                  <a:cubicBezTo>
                    <a:pt x="17287" y="3148"/>
                    <a:pt x="17423" y="3297"/>
                    <a:pt x="17555" y="3449"/>
                  </a:cubicBezTo>
                  <a:cubicBezTo>
                    <a:pt x="17687" y="3601"/>
                    <a:pt x="17815" y="3757"/>
                    <a:pt x="17937" y="3917"/>
                  </a:cubicBezTo>
                  <a:cubicBezTo>
                    <a:pt x="18060" y="4077"/>
                    <a:pt x="18177" y="4240"/>
                    <a:pt x="18290" y="4407"/>
                  </a:cubicBezTo>
                  <a:cubicBezTo>
                    <a:pt x="18403" y="4574"/>
                    <a:pt x="18510" y="4745"/>
                    <a:pt x="18613" y="4918"/>
                  </a:cubicBezTo>
                  <a:cubicBezTo>
                    <a:pt x="18715" y="5091"/>
                    <a:pt x="18812" y="5268"/>
                    <a:pt x="18904" y="5447"/>
                  </a:cubicBezTo>
                  <a:cubicBezTo>
                    <a:pt x="18996" y="5627"/>
                    <a:pt x="19082" y="5809"/>
                    <a:pt x="19162" y="5993"/>
                  </a:cubicBezTo>
                  <a:cubicBezTo>
                    <a:pt x="19243" y="6178"/>
                    <a:pt x="19318" y="6365"/>
                    <a:pt x="19388" y="6554"/>
                  </a:cubicBezTo>
                  <a:cubicBezTo>
                    <a:pt x="19457" y="6743"/>
                    <a:pt x="19521" y="6934"/>
                    <a:pt x="19579" y="7127"/>
                  </a:cubicBezTo>
                  <a:cubicBezTo>
                    <a:pt x="19637" y="7320"/>
                    <a:pt x="19689" y="7515"/>
                    <a:pt x="19735" y="7711"/>
                  </a:cubicBezTo>
                  <a:cubicBezTo>
                    <a:pt x="19781" y="7907"/>
                    <a:pt x="19821" y="8104"/>
                    <a:pt x="19855" y="8303"/>
                  </a:cubicBezTo>
                  <a:cubicBezTo>
                    <a:pt x="19889" y="8501"/>
                    <a:pt x="19918" y="8701"/>
                    <a:pt x="19940" y="8901"/>
                  </a:cubicBezTo>
                  <a:cubicBezTo>
                    <a:pt x="20113" y="10471"/>
                    <a:pt x="20333" y="12035"/>
                    <a:pt x="20599" y="13592"/>
                  </a:cubicBezTo>
                  <a:cubicBezTo>
                    <a:pt x="20866" y="15149"/>
                    <a:pt x="21178" y="16697"/>
                    <a:pt x="21536" y="18236"/>
                  </a:cubicBezTo>
                  <a:cubicBezTo>
                    <a:pt x="21894" y="19774"/>
                    <a:pt x="22297" y="21302"/>
                    <a:pt x="22745" y="22816"/>
                  </a:cubicBezTo>
                  <a:cubicBezTo>
                    <a:pt x="23193" y="24331"/>
                    <a:pt x="23686" y="25831"/>
                    <a:pt x="24224" y="27317"/>
                  </a:cubicBezTo>
                  <a:cubicBezTo>
                    <a:pt x="24761" y="28802"/>
                    <a:pt x="25342" y="30271"/>
                    <a:pt x="25966" y="31722"/>
                  </a:cubicBezTo>
                  <a:cubicBezTo>
                    <a:pt x="26590" y="33173"/>
                    <a:pt x="27257" y="34605"/>
                    <a:pt x="27966" y="36016"/>
                  </a:cubicBezTo>
                  <a:cubicBezTo>
                    <a:pt x="28675" y="37428"/>
                    <a:pt x="29425" y="38818"/>
                    <a:pt x="30216" y="40185"/>
                  </a:cubicBezTo>
                  <a:cubicBezTo>
                    <a:pt x="31008" y="41552"/>
                    <a:pt x="31839" y="42895"/>
                    <a:pt x="32710" y="44213"/>
                  </a:cubicBezTo>
                  <a:cubicBezTo>
                    <a:pt x="33581" y="45531"/>
                    <a:pt x="34490" y="46822"/>
                    <a:pt x="35437" y="48086"/>
                  </a:cubicBezTo>
                  <a:cubicBezTo>
                    <a:pt x="36385" y="49350"/>
                    <a:pt x="37369" y="50586"/>
                    <a:pt x="38389" y="51791"/>
                  </a:cubicBezTo>
                  <a:cubicBezTo>
                    <a:pt x="39410" y="52997"/>
                    <a:pt x="40466" y="54172"/>
                    <a:pt x="41555" y="55315"/>
                  </a:cubicBezTo>
                  <a:cubicBezTo>
                    <a:pt x="42645" y="56458"/>
                    <a:pt x="43769" y="57569"/>
                    <a:pt x="44925" y="58646"/>
                  </a:cubicBezTo>
                  <a:cubicBezTo>
                    <a:pt x="46080" y="59722"/>
                    <a:pt x="47268" y="60764"/>
                    <a:pt x="48485" y="61771"/>
                  </a:cubicBezTo>
                  <a:cubicBezTo>
                    <a:pt x="49702" y="62777"/>
                    <a:pt x="50949" y="63747"/>
                    <a:pt x="52224" y="64680"/>
                  </a:cubicBezTo>
                  <a:cubicBezTo>
                    <a:pt x="53499" y="65612"/>
                    <a:pt x="54801" y="66507"/>
                    <a:pt x="56129" y="67362"/>
                  </a:cubicBezTo>
                  <a:cubicBezTo>
                    <a:pt x="57456" y="68217"/>
                    <a:pt x="58809" y="69033"/>
                    <a:pt x="60185" y="69809"/>
                  </a:cubicBezTo>
                  <a:cubicBezTo>
                    <a:pt x="61561" y="70584"/>
                    <a:pt x="62960" y="71318"/>
                    <a:pt x="64380" y="72011"/>
                  </a:cubicBezTo>
                  <a:cubicBezTo>
                    <a:pt x="64564" y="72101"/>
                    <a:pt x="64746" y="72196"/>
                    <a:pt x="64925" y="72297"/>
                  </a:cubicBezTo>
                  <a:cubicBezTo>
                    <a:pt x="65104" y="72399"/>
                    <a:pt x="65280" y="72505"/>
                    <a:pt x="65452" y="72617"/>
                  </a:cubicBezTo>
                  <a:cubicBezTo>
                    <a:pt x="65624" y="72729"/>
                    <a:pt x="65793" y="72846"/>
                    <a:pt x="65958" y="72969"/>
                  </a:cubicBezTo>
                  <a:cubicBezTo>
                    <a:pt x="66123" y="73091"/>
                    <a:pt x="66284" y="73218"/>
                    <a:pt x="66441" y="73351"/>
                  </a:cubicBezTo>
                  <a:cubicBezTo>
                    <a:pt x="66599" y="73483"/>
                    <a:pt x="66752" y="73620"/>
                    <a:pt x="66900" y="73762"/>
                  </a:cubicBezTo>
                  <a:cubicBezTo>
                    <a:pt x="67049" y="73904"/>
                    <a:pt x="67194" y="74050"/>
                    <a:pt x="67333" y="74200"/>
                  </a:cubicBezTo>
                  <a:cubicBezTo>
                    <a:pt x="67473" y="74351"/>
                    <a:pt x="67608" y="74506"/>
                    <a:pt x="67738" y="74665"/>
                  </a:cubicBezTo>
                  <a:cubicBezTo>
                    <a:pt x="67869" y="74824"/>
                    <a:pt x="67994" y="74987"/>
                    <a:pt x="68114" y="75153"/>
                  </a:cubicBezTo>
                  <a:cubicBezTo>
                    <a:pt x="68234" y="75320"/>
                    <a:pt x="68349" y="75490"/>
                    <a:pt x="68459" y="75664"/>
                  </a:cubicBezTo>
                  <a:cubicBezTo>
                    <a:pt x="68569" y="75838"/>
                    <a:pt x="68673" y="76015"/>
                    <a:pt x="68772" y="76195"/>
                  </a:cubicBezTo>
                  <a:cubicBezTo>
                    <a:pt x="68870" y="76375"/>
                    <a:pt x="68964" y="76558"/>
                    <a:pt x="69051" y="76744"/>
                  </a:cubicBezTo>
                  <a:cubicBezTo>
                    <a:pt x="69139" y="76930"/>
                    <a:pt x="69221" y="77118"/>
                    <a:pt x="69296" y="77309"/>
                  </a:cubicBezTo>
                  <a:cubicBezTo>
                    <a:pt x="69372" y="77500"/>
                    <a:pt x="69442" y="77693"/>
                    <a:pt x="69506" y="77888"/>
                  </a:cubicBezTo>
                  <a:cubicBezTo>
                    <a:pt x="69570" y="78084"/>
                    <a:pt x="69628" y="78281"/>
                    <a:pt x="69680" y="78480"/>
                  </a:cubicBezTo>
                  <a:cubicBezTo>
                    <a:pt x="69732" y="78678"/>
                    <a:pt x="69778" y="78879"/>
                    <a:pt x="69817" y="79080"/>
                  </a:cubicBezTo>
                  <a:cubicBezTo>
                    <a:pt x="69857" y="79282"/>
                    <a:pt x="69890" y="79485"/>
                    <a:pt x="69917" y="79688"/>
                  </a:cubicBezTo>
                  <a:cubicBezTo>
                    <a:pt x="69944" y="79892"/>
                    <a:pt x="69965" y="80097"/>
                    <a:pt x="69980" y="80301"/>
                  </a:cubicBezTo>
                  <a:cubicBezTo>
                    <a:pt x="69994" y="80506"/>
                    <a:pt x="70002" y="80712"/>
                    <a:pt x="70004" y="80917"/>
                  </a:cubicBezTo>
                  <a:cubicBezTo>
                    <a:pt x="70006" y="81123"/>
                    <a:pt x="70001" y="81328"/>
                    <a:pt x="69990" y="81533"/>
                  </a:cubicBezTo>
                  <a:cubicBezTo>
                    <a:pt x="69980" y="81738"/>
                    <a:pt x="69962" y="81943"/>
                    <a:pt x="69939" y="82147"/>
                  </a:cubicBezTo>
                  <a:cubicBezTo>
                    <a:pt x="69916" y="82351"/>
                    <a:pt x="69886" y="82555"/>
                    <a:pt x="69850" y="82757"/>
                  </a:cubicBezTo>
                  <a:cubicBezTo>
                    <a:pt x="69814" y="82959"/>
                    <a:pt x="69772" y="83160"/>
                    <a:pt x="69723" y="83360"/>
                  </a:cubicBezTo>
                  <a:cubicBezTo>
                    <a:pt x="69675" y="83560"/>
                    <a:pt x="69621" y="83758"/>
                    <a:pt x="69560" y="83954"/>
                  </a:cubicBezTo>
                  <a:cubicBezTo>
                    <a:pt x="69500" y="84150"/>
                    <a:pt x="69433" y="84345"/>
                    <a:pt x="69360" y="84537"/>
                  </a:cubicBezTo>
                  <a:cubicBezTo>
                    <a:pt x="69288" y="84729"/>
                    <a:pt x="69209" y="84919"/>
                    <a:pt x="69125" y="85107"/>
                  </a:cubicBezTo>
                  <a:cubicBezTo>
                    <a:pt x="69041" y="85294"/>
                    <a:pt x="68951" y="85479"/>
                    <a:pt x="68856" y="85661"/>
                  </a:cubicBezTo>
                  <a:cubicBezTo>
                    <a:pt x="68760" y="85843"/>
                    <a:pt x="68659" y="86021"/>
                    <a:pt x="68552" y="86197"/>
                  </a:cubicBezTo>
                  <a:cubicBezTo>
                    <a:pt x="68446" y="86373"/>
                    <a:pt x="68334" y="86545"/>
                    <a:pt x="68216" y="86714"/>
                  </a:cubicBezTo>
                  <a:cubicBezTo>
                    <a:pt x="68099" y="86882"/>
                    <a:pt x="67977" y="87047"/>
                    <a:pt x="67849" y="87209"/>
                  </a:cubicBezTo>
                  <a:cubicBezTo>
                    <a:pt x="67722" y="87370"/>
                    <a:pt x="67590" y="87527"/>
                    <a:pt x="67453" y="87680"/>
                  </a:cubicBezTo>
                  <a:cubicBezTo>
                    <a:pt x="67316" y="87833"/>
                    <a:pt x="67174" y="87982"/>
                    <a:pt x="67028" y="88126"/>
                  </a:cubicBezTo>
                  <a:cubicBezTo>
                    <a:pt x="66881" y="88271"/>
                    <a:pt x="66731" y="88410"/>
                    <a:pt x="66576" y="88545"/>
                  </a:cubicBezTo>
                  <a:cubicBezTo>
                    <a:pt x="66421" y="88680"/>
                    <a:pt x="66262" y="88811"/>
                    <a:pt x="66099" y="88936"/>
                  </a:cubicBezTo>
                  <a:cubicBezTo>
                    <a:pt x="65936" y="89061"/>
                    <a:pt x="65770" y="89181"/>
                    <a:pt x="65600" y="89296"/>
                  </a:cubicBezTo>
                  <a:cubicBezTo>
                    <a:pt x="65429" y="89411"/>
                    <a:pt x="65256" y="89521"/>
                    <a:pt x="65079" y="89625"/>
                  </a:cubicBezTo>
                  <a:cubicBezTo>
                    <a:pt x="64902" y="89730"/>
                    <a:pt x="64721" y="89829"/>
                    <a:pt x="64538" y="89922"/>
                  </a:cubicBezTo>
                  <a:cubicBezTo>
                    <a:pt x="64355" y="90015"/>
                    <a:pt x="64169" y="90103"/>
                    <a:pt x="63981" y="90184"/>
                  </a:cubicBezTo>
                  <a:cubicBezTo>
                    <a:pt x="63792" y="90266"/>
                    <a:pt x="63601" y="90342"/>
                    <a:pt x="63408" y="90412"/>
                  </a:cubicBezTo>
                  <a:cubicBezTo>
                    <a:pt x="63215" y="90482"/>
                    <a:pt x="63020" y="90546"/>
                    <a:pt x="62823" y="90604"/>
                  </a:cubicBezTo>
                  <a:cubicBezTo>
                    <a:pt x="62626" y="90662"/>
                    <a:pt x="62427" y="90714"/>
                    <a:pt x="62226" y="90760"/>
                  </a:cubicBezTo>
                  <a:cubicBezTo>
                    <a:pt x="62026" y="90805"/>
                    <a:pt x="61825" y="90845"/>
                    <a:pt x="61622" y="90878"/>
                  </a:cubicBezTo>
                  <a:cubicBezTo>
                    <a:pt x="61419" y="90911"/>
                    <a:pt x="61215" y="90938"/>
                    <a:pt x="61011" y="90959"/>
                  </a:cubicBezTo>
                  <a:cubicBezTo>
                    <a:pt x="60807" y="90980"/>
                    <a:pt x="60602" y="90994"/>
                    <a:pt x="60396" y="91003"/>
                  </a:cubicBezTo>
                  <a:cubicBezTo>
                    <a:pt x="60191" y="91011"/>
                    <a:pt x="59986" y="91013"/>
                    <a:pt x="59780" y="91008"/>
                  </a:cubicBezTo>
                  <a:cubicBezTo>
                    <a:pt x="59575" y="91004"/>
                    <a:pt x="59370" y="90993"/>
                    <a:pt x="59165" y="90976"/>
                  </a:cubicBezTo>
                  <a:cubicBezTo>
                    <a:pt x="58960" y="90958"/>
                    <a:pt x="58756" y="90935"/>
                    <a:pt x="58553" y="90905"/>
                  </a:cubicBezTo>
                  <a:cubicBezTo>
                    <a:pt x="58349" y="90876"/>
                    <a:pt x="58147" y="90840"/>
                    <a:pt x="57946" y="90797"/>
                  </a:cubicBezTo>
                  <a:cubicBezTo>
                    <a:pt x="57745" y="90755"/>
                    <a:pt x="57545" y="90707"/>
                    <a:pt x="57347" y="90652"/>
                  </a:cubicBezTo>
                  <a:cubicBezTo>
                    <a:pt x="57149" y="90598"/>
                    <a:pt x="56953" y="90537"/>
                    <a:pt x="56758" y="90471"/>
                  </a:cubicBezTo>
                  <a:cubicBezTo>
                    <a:pt x="56564" y="90404"/>
                    <a:pt x="56372" y="90332"/>
                    <a:pt x="56182" y="90253"/>
                  </a:cubicBezTo>
                  <a:cubicBezTo>
                    <a:pt x="55992" y="90175"/>
                    <a:pt x="55804" y="90091"/>
                    <a:pt x="55620" y="90001"/>
                  </a:cubicBezTo>
                  <a:cubicBezTo>
                    <a:pt x="53845" y="89135"/>
                    <a:pt x="52096" y="88217"/>
                    <a:pt x="50376" y="87248"/>
                  </a:cubicBezTo>
                  <a:cubicBezTo>
                    <a:pt x="48655" y="86279"/>
                    <a:pt x="46964" y="85259"/>
                    <a:pt x="45304" y="84190"/>
                  </a:cubicBezTo>
                  <a:cubicBezTo>
                    <a:pt x="43644" y="83120"/>
                    <a:pt x="42015" y="82002"/>
                    <a:pt x="40422" y="80836"/>
                  </a:cubicBezTo>
                  <a:cubicBezTo>
                    <a:pt x="38828" y="79671"/>
                    <a:pt x="37269" y="78458"/>
                    <a:pt x="35747" y="77200"/>
                  </a:cubicBezTo>
                  <a:cubicBezTo>
                    <a:pt x="34225" y="75942"/>
                    <a:pt x="32740" y="74639"/>
                    <a:pt x="31295" y="73293"/>
                  </a:cubicBezTo>
                  <a:cubicBezTo>
                    <a:pt x="29850" y="71947"/>
                    <a:pt x="28446" y="70559"/>
                    <a:pt x="27083" y="69130"/>
                  </a:cubicBezTo>
                  <a:cubicBezTo>
                    <a:pt x="25720" y="67701"/>
                    <a:pt x="24400" y="66231"/>
                    <a:pt x="23124" y="64724"/>
                  </a:cubicBezTo>
                  <a:cubicBezTo>
                    <a:pt x="21849" y="63217"/>
                    <a:pt x="20618" y="61672"/>
                    <a:pt x="19434" y="60092"/>
                  </a:cubicBezTo>
                  <a:cubicBezTo>
                    <a:pt x="18249" y="58512"/>
                    <a:pt x="17112" y="56897"/>
                    <a:pt x="16024" y="55249"/>
                  </a:cubicBezTo>
                  <a:cubicBezTo>
                    <a:pt x="14935" y="53602"/>
                    <a:pt x="13895" y="51923"/>
                    <a:pt x="12906" y="50214"/>
                  </a:cubicBezTo>
                  <a:cubicBezTo>
                    <a:pt x="11917" y="48505"/>
                    <a:pt x="10979" y="46767"/>
                    <a:pt x="10093" y="45002"/>
                  </a:cubicBezTo>
                  <a:cubicBezTo>
                    <a:pt x="9206" y="43237"/>
                    <a:pt x="8372" y="41447"/>
                    <a:pt x="7592" y="39633"/>
                  </a:cubicBezTo>
                  <a:cubicBezTo>
                    <a:pt x="6812" y="37819"/>
                    <a:pt x="6086" y="35982"/>
                    <a:pt x="5414" y="34125"/>
                  </a:cubicBezTo>
                  <a:cubicBezTo>
                    <a:pt x="4743" y="32268"/>
                    <a:pt x="4126" y="30392"/>
                    <a:pt x="3566" y="28498"/>
                  </a:cubicBezTo>
                  <a:cubicBezTo>
                    <a:pt x="3006" y="26605"/>
                    <a:pt x="2501" y="24695"/>
                    <a:pt x="2054" y="22772"/>
                  </a:cubicBezTo>
                  <a:cubicBezTo>
                    <a:pt x="1607" y="20848"/>
                    <a:pt x="1217" y="18912"/>
                    <a:pt x="884" y="16966"/>
                  </a:cubicBezTo>
                  <a:cubicBezTo>
                    <a:pt x="551" y="15019"/>
                    <a:pt x="276" y="13063"/>
                    <a:pt x="60" y="11101"/>
                  </a:cubicBezTo>
                  <a:cubicBezTo>
                    <a:pt x="37" y="10893"/>
                    <a:pt x="21" y="10684"/>
                    <a:pt x="11" y="10475"/>
                  </a:cubicBezTo>
                  <a:cubicBezTo>
                    <a:pt x="1" y="10266"/>
                    <a:pt x="-2" y="10056"/>
                    <a:pt x="1" y="9847"/>
                  </a:cubicBezTo>
                  <a:cubicBezTo>
                    <a:pt x="5" y="9638"/>
                    <a:pt x="15" y="9429"/>
                    <a:pt x="31" y="9220"/>
                  </a:cubicBezTo>
                  <a:cubicBezTo>
                    <a:pt x="48" y="9011"/>
                    <a:pt x="71" y="8803"/>
                    <a:pt x="100" y="8596"/>
                  </a:cubicBezTo>
                  <a:cubicBezTo>
                    <a:pt x="130" y="8389"/>
                    <a:pt x="166" y="8182"/>
                    <a:pt x="209" y="7978"/>
                  </a:cubicBezTo>
                  <a:cubicBezTo>
                    <a:pt x="251" y="7773"/>
                    <a:pt x="300" y="7569"/>
                    <a:pt x="356" y="7367"/>
                  </a:cubicBezTo>
                  <a:cubicBezTo>
                    <a:pt x="411" y="7165"/>
                    <a:pt x="473" y="6965"/>
                    <a:pt x="540" y="6767"/>
                  </a:cubicBezTo>
                  <a:cubicBezTo>
                    <a:pt x="608" y="6569"/>
                    <a:pt x="682" y="6373"/>
                    <a:pt x="763" y="6180"/>
                  </a:cubicBezTo>
                  <a:cubicBezTo>
                    <a:pt x="843" y="5987"/>
                    <a:pt x="929" y="5796"/>
                    <a:pt x="1021" y="5608"/>
                  </a:cubicBezTo>
                  <a:cubicBezTo>
                    <a:pt x="1113" y="5420"/>
                    <a:pt x="1211" y="5235"/>
                    <a:pt x="1315" y="5053"/>
                  </a:cubicBezTo>
                  <a:cubicBezTo>
                    <a:pt x="1419" y="4871"/>
                    <a:pt x="1528" y="4693"/>
                    <a:pt x="1643" y="4518"/>
                  </a:cubicBezTo>
                  <a:cubicBezTo>
                    <a:pt x="1758" y="4343"/>
                    <a:pt x="1879" y="4172"/>
                    <a:pt x="2004" y="4004"/>
                  </a:cubicBezTo>
                  <a:cubicBezTo>
                    <a:pt x="2130" y="3837"/>
                    <a:pt x="2261" y="3673"/>
                    <a:pt x="2397" y="3514"/>
                  </a:cubicBezTo>
                  <a:cubicBezTo>
                    <a:pt x="2533" y="3355"/>
                    <a:pt x="2674" y="3200"/>
                    <a:pt x="2820" y="3050"/>
                  </a:cubicBezTo>
                  <a:cubicBezTo>
                    <a:pt x="2965" y="2900"/>
                    <a:pt x="3116" y="2754"/>
                    <a:pt x="3271" y="2613"/>
                  </a:cubicBezTo>
                  <a:cubicBezTo>
                    <a:pt x="3425" y="2472"/>
                    <a:pt x="3585" y="2336"/>
                    <a:pt x="3748" y="2205"/>
                  </a:cubicBezTo>
                  <a:cubicBezTo>
                    <a:pt x="3911" y="2075"/>
                    <a:pt x="4079" y="1949"/>
                    <a:pt x="4250" y="1828"/>
                  </a:cubicBezTo>
                  <a:cubicBezTo>
                    <a:pt x="4421" y="1708"/>
                    <a:pt x="4596" y="1593"/>
                    <a:pt x="4775" y="1484"/>
                  </a:cubicBezTo>
                  <a:cubicBezTo>
                    <a:pt x="4953" y="1374"/>
                    <a:pt x="5135" y="1271"/>
                    <a:pt x="5320" y="1173"/>
                  </a:cubicBezTo>
                  <a:cubicBezTo>
                    <a:pt x="5505" y="1075"/>
                    <a:pt x="5693" y="983"/>
                    <a:pt x="5884" y="896"/>
                  </a:cubicBezTo>
                  <a:cubicBezTo>
                    <a:pt x="6075" y="810"/>
                    <a:pt x="6268" y="730"/>
                    <a:pt x="6464" y="656"/>
                  </a:cubicBezTo>
                  <a:cubicBezTo>
                    <a:pt x="6660" y="582"/>
                    <a:pt x="6858" y="514"/>
                    <a:pt x="7058" y="453"/>
                  </a:cubicBezTo>
                  <a:cubicBezTo>
                    <a:pt x="7258" y="391"/>
                    <a:pt x="7460" y="336"/>
                    <a:pt x="7663" y="287"/>
                  </a:cubicBezTo>
                  <a:cubicBezTo>
                    <a:pt x="7867" y="238"/>
                    <a:pt x="8072" y="195"/>
                    <a:pt x="8278" y="159"/>
                  </a:cubicBezTo>
                  <a:cubicBezTo>
                    <a:pt x="8484" y="123"/>
                    <a:pt x="8692" y="94"/>
                    <a:pt x="8900" y="71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9" name="probe-tabler-atom-2-part-6"/>
            <p:cNvSpPr/>
            <p:nvPr/>
          </p:nvSpPr>
          <p:spPr>
            <a:xfrm>
              <a:off x="150000" y="120000"/>
              <a:ext cx="70001" cy="91000"/>
            </a:xfrm>
            <a:custGeom>
              <a:avLst/>
              <a:gdLst/>
              <a:ahLst/>
              <a:cxnLst/>
              <a:rect l="0" t="0" r="r" b="b"/>
              <a:pathLst>
                <a:path w="70001" h="91000">
                  <a:moveTo>
                    <a:pt x="59930" y="0"/>
                  </a:moveTo>
                  <a:lnTo>
                    <a:pt x="61100" y="60"/>
                  </a:lnTo>
                  <a:cubicBezTo>
                    <a:pt x="61300" y="82"/>
                    <a:pt x="61500" y="110"/>
                    <a:pt x="61698" y="145"/>
                  </a:cubicBezTo>
                  <a:cubicBezTo>
                    <a:pt x="61897" y="179"/>
                    <a:pt x="62094" y="219"/>
                    <a:pt x="62290" y="265"/>
                  </a:cubicBezTo>
                  <a:cubicBezTo>
                    <a:pt x="62486" y="311"/>
                    <a:pt x="62681" y="363"/>
                    <a:pt x="62874" y="421"/>
                  </a:cubicBezTo>
                  <a:cubicBezTo>
                    <a:pt x="63067" y="479"/>
                    <a:pt x="63258" y="543"/>
                    <a:pt x="63447" y="612"/>
                  </a:cubicBezTo>
                  <a:cubicBezTo>
                    <a:pt x="63636" y="681"/>
                    <a:pt x="63823" y="756"/>
                    <a:pt x="64008" y="837"/>
                  </a:cubicBezTo>
                  <a:cubicBezTo>
                    <a:pt x="64192" y="918"/>
                    <a:pt x="64374" y="1004"/>
                    <a:pt x="64554" y="1096"/>
                  </a:cubicBezTo>
                  <a:cubicBezTo>
                    <a:pt x="64733" y="1188"/>
                    <a:pt x="64909" y="1285"/>
                    <a:pt x="65083" y="1387"/>
                  </a:cubicBezTo>
                  <a:cubicBezTo>
                    <a:pt x="65256" y="1489"/>
                    <a:pt x="65427" y="1597"/>
                    <a:pt x="65594" y="1710"/>
                  </a:cubicBezTo>
                  <a:cubicBezTo>
                    <a:pt x="65761" y="1822"/>
                    <a:pt x="65924" y="1940"/>
                    <a:pt x="66084" y="2062"/>
                  </a:cubicBezTo>
                  <a:cubicBezTo>
                    <a:pt x="66244" y="2185"/>
                    <a:pt x="66400" y="2312"/>
                    <a:pt x="66552" y="2444"/>
                  </a:cubicBezTo>
                  <a:cubicBezTo>
                    <a:pt x="66704" y="2576"/>
                    <a:pt x="66853" y="2713"/>
                    <a:pt x="66997" y="2854"/>
                  </a:cubicBezTo>
                  <a:cubicBezTo>
                    <a:pt x="67140" y="2995"/>
                    <a:pt x="67280" y="3140"/>
                    <a:pt x="67415" y="3289"/>
                  </a:cubicBezTo>
                  <a:cubicBezTo>
                    <a:pt x="67550" y="3438"/>
                    <a:pt x="67681" y="3592"/>
                    <a:pt x="67807" y="3749"/>
                  </a:cubicBezTo>
                  <a:cubicBezTo>
                    <a:pt x="67933" y="3906"/>
                    <a:pt x="68054" y="4067"/>
                    <a:pt x="68170" y="4232"/>
                  </a:cubicBezTo>
                  <a:cubicBezTo>
                    <a:pt x="68286" y="4396"/>
                    <a:pt x="68397" y="4564"/>
                    <a:pt x="68503" y="4736"/>
                  </a:cubicBezTo>
                  <a:cubicBezTo>
                    <a:pt x="68609" y="4907"/>
                    <a:pt x="68710" y="5081"/>
                    <a:pt x="68806" y="5259"/>
                  </a:cubicBezTo>
                  <a:cubicBezTo>
                    <a:pt x="68901" y="5436"/>
                    <a:pt x="68991" y="5616"/>
                    <a:pt x="69076" y="5799"/>
                  </a:cubicBezTo>
                  <a:cubicBezTo>
                    <a:pt x="69161" y="5982"/>
                    <a:pt x="69240" y="6167"/>
                    <a:pt x="69313" y="6355"/>
                  </a:cubicBezTo>
                  <a:cubicBezTo>
                    <a:pt x="69386" y="6542"/>
                    <a:pt x="69454" y="6732"/>
                    <a:pt x="69516" y="6923"/>
                  </a:cubicBezTo>
                  <a:cubicBezTo>
                    <a:pt x="69578" y="7115"/>
                    <a:pt x="69634" y="7309"/>
                    <a:pt x="69685" y="7504"/>
                  </a:cubicBezTo>
                  <a:cubicBezTo>
                    <a:pt x="69735" y="7699"/>
                    <a:pt x="69779" y="7895"/>
                    <a:pt x="69818" y="8093"/>
                  </a:cubicBezTo>
                  <a:cubicBezTo>
                    <a:pt x="69856" y="8291"/>
                    <a:pt x="69888" y="8490"/>
                    <a:pt x="69915" y="8689"/>
                  </a:cubicBezTo>
                  <a:cubicBezTo>
                    <a:pt x="69941" y="8889"/>
                    <a:pt x="69962" y="9089"/>
                    <a:pt x="69976" y="9290"/>
                  </a:cubicBezTo>
                  <a:cubicBezTo>
                    <a:pt x="69990" y="9491"/>
                    <a:pt x="69998" y="9692"/>
                    <a:pt x="70000" y="9894"/>
                  </a:cubicBezTo>
                  <a:cubicBezTo>
                    <a:pt x="70003" y="10095"/>
                    <a:pt x="69999" y="10297"/>
                    <a:pt x="69989" y="10498"/>
                  </a:cubicBezTo>
                  <a:cubicBezTo>
                    <a:pt x="69979" y="10699"/>
                    <a:pt x="69962" y="10900"/>
                    <a:pt x="69940" y="11100"/>
                  </a:cubicBezTo>
                  <a:cubicBezTo>
                    <a:pt x="69723" y="13063"/>
                    <a:pt x="69448" y="15018"/>
                    <a:pt x="69115" y="16964"/>
                  </a:cubicBezTo>
                  <a:cubicBezTo>
                    <a:pt x="68783" y="18911"/>
                    <a:pt x="68392" y="20847"/>
                    <a:pt x="67945" y="22770"/>
                  </a:cubicBezTo>
                  <a:cubicBezTo>
                    <a:pt x="67497" y="24693"/>
                    <a:pt x="66993" y="26602"/>
                    <a:pt x="66433" y="28496"/>
                  </a:cubicBezTo>
                  <a:cubicBezTo>
                    <a:pt x="65872" y="30389"/>
                    <a:pt x="65256" y="32265"/>
                    <a:pt x="64584" y="34122"/>
                  </a:cubicBezTo>
                  <a:cubicBezTo>
                    <a:pt x="63912" y="35979"/>
                    <a:pt x="63186" y="37815"/>
                    <a:pt x="62406" y="39629"/>
                  </a:cubicBezTo>
                  <a:cubicBezTo>
                    <a:pt x="61625" y="41443"/>
                    <a:pt x="60792" y="43233"/>
                    <a:pt x="59905" y="44997"/>
                  </a:cubicBezTo>
                  <a:cubicBezTo>
                    <a:pt x="59019" y="46762"/>
                    <a:pt x="58081" y="48499"/>
                    <a:pt x="57091" y="50208"/>
                  </a:cubicBezTo>
                  <a:cubicBezTo>
                    <a:pt x="56102" y="51917"/>
                    <a:pt x="55063" y="53596"/>
                    <a:pt x="53974" y="55243"/>
                  </a:cubicBezTo>
                  <a:cubicBezTo>
                    <a:pt x="52885" y="56891"/>
                    <a:pt x="51748" y="58505"/>
                    <a:pt x="50564" y="60085"/>
                  </a:cubicBezTo>
                  <a:cubicBezTo>
                    <a:pt x="49380" y="61665"/>
                    <a:pt x="48149" y="63210"/>
                    <a:pt x="46873" y="64717"/>
                  </a:cubicBezTo>
                  <a:cubicBezTo>
                    <a:pt x="45598" y="66224"/>
                    <a:pt x="44278" y="67693"/>
                    <a:pt x="42915" y="69122"/>
                  </a:cubicBezTo>
                  <a:cubicBezTo>
                    <a:pt x="41552" y="70551"/>
                    <a:pt x="40148" y="71939"/>
                    <a:pt x="38703" y="73285"/>
                  </a:cubicBezTo>
                  <a:cubicBezTo>
                    <a:pt x="37258" y="74630"/>
                    <a:pt x="35774" y="75933"/>
                    <a:pt x="34252" y="77191"/>
                  </a:cubicBezTo>
                  <a:cubicBezTo>
                    <a:pt x="32730" y="78449"/>
                    <a:pt x="31171" y="79661"/>
                    <a:pt x="29577" y="80827"/>
                  </a:cubicBezTo>
                  <a:cubicBezTo>
                    <a:pt x="27983" y="81992"/>
                    <a:pt x="26355" y="83110"/>
                    <a:pt x="24695" y="84180"/>
                  </a:cubicBezTo>
                  <a:cubicBezTo>
                    <a:pt x="23035" y="85249"/>
                    <a:pt x="21344" y="86269"/>
                    <a:pt x="19624" y="87238"/>
                  </a:cubicBezTo>
                  <a:cubicBezTo>
                    <a:pt x="17904" y="88207"/>
                    <a:pt x="16155" y="89125"/>
                    <a:pt x="14380" y="89990"/>
                  </a:cubicBezTo>
                  <a:cubicBezTo>
                    <a:pt x="14196" y="90080"/>
                    <a:pt x="14008" y="90164"/>
                    <a:pt x="13818" y="90243"/>
                  </a:cubicBezTo>
                  <a:cubicBezTo>
                    <a:pt x="13629" y="90321"/>
                    <a:pt x="13437" y="90394"/>
                    <a:pt x="13242" y="90460"/>
                  </a:cubicBezTo>
                  <a:cubicBezTo>
                    <a:pt x="13048" y="90527"/>
                    <a:pt x="12852" y="90587"/>
                    <a:pt x="12654" y="90642"/>
                  </a:cubicBezTo>
                  <a:cubicBezTo>
                    <a:pt x="12456" y="90696"/>
                    <a:pt x="12256" y="90745"/>
                    <a:pt x="12055" y="90787"/>
                  </a:cubicBezTo>
                  <a:cubicBezTo>
                    <a:pt x="11854" y="90829"/>
                    <a:pt x="11652" y="90865"/>
                    <a:pt x="11449" y="90895"/>
                  </a:cubicBezTo>
                  <a:cubicBezTo>
                    <a:pt x="11246" y="90925"/>
                    <a:pt x="11042" y="90948"/>
                    <a:pt x="10837" y="90965"/>
                  </a:cubicBezTo>
                  <a:cubicBezTo>
                    <a:pt x="10632" y="90982"/>
                    <a:pt x="10427" y="90993"/>
                    <a:pt x="10222" y="90998"/>
                  </a:cubicBezTo>
                  <a:cubicBezTo>
                    <a:pt x="10017" y="91002"/>
                    <a:pt x="9811" y="91001"/>
                    <a:pt x="9606" y="90992"/>
                  </a:cubicBezTo>
                  <a:cubicBezTo>
                    <a:pt x="9401" y="90984"/>
                    <a:pt x="9196" y="90970"/>
                    <a:pt x="8992" y="90949"/>
                  </a:cubicBezTo>
                  <a:cubicBezTo>
                    <a:pt x="8787" y="90929"/>
                    <a:pt x="8584" y="90902"/>
                    <a:pt x="8381" y="90868"/>
                  </a:cubicBezTo>
                  <a:cubicBezTo>
                    <a:pt x="8178" y="90835"/>
                    <a:pt x="7977" y="90796"/>
                    <a:pt x="7777" y="90750"/>
                  </a:cubicBezTo>
                  <a:cubicBezTo>
                    <a:pt x="7576" y="90704"/>
                    <a:pt x="7378" y="90652"/>
                    <a:pt x="7181" y="90594"/>
                  </a:cubicBezTo>
                  <a:cubicBezTo>
                    <a:pt x="6984" y="90537"/>
                    <a:pt x="6788" y="90473"/>
                    <a:pt x="6595" y="90403"/>
                  </a:cubicBezTo>
                  <a:cubicBezTo>
                    <a:pt x="6402" y="90333"/>
                    <a:pt x="6211" y="90257"/>
                    <a:pt x="6023" y="90175"/>
                  </a:cubicBezTo>
                  <a:cubicBezTo>
                    <a:pt x="5834" y="90094"/>
                    <a:pt x="5649" y="90006"/>
                    <a:pt x="5466" y="89913"/>
                  </a:cubicBezTo>
                  <a:cubicBezTo>
                    <a:pt x="5283" y="89820"/>
                    <a:pt x="5102" y="89721"/>
                    <a:pt x="4925" y="89617"/>
                  </a:cubicBezTo>
                  <a:cubicBezTo>
                    <a:pt x="4749" y="89513"/>
                    <a:pt x="4575" y="89403"/>
                    <a:pt x="4405" y="89288"/>
                  </a:cubicBezTo>
                  <a:cubicBezTo>
                    <a:pt x="4234" y="89173"/>
                    <a:pt x="4068" y="89053"/>
                    <a:pt x="3905" y="88928"/>
                  </a:cubicBezTo>
                  <a:cubicBezTo>
                    <a:pt x="3742" y="88803"/>
                    <a:pt x="3583" y="88673"/>
                    <a:pt x="3429" y="88538"/>
                  </a:cubicBezTo>
                  <a:cubicBezTo>
                    <a:pt x="3274" y="88403"/>
                    <a:pt x="3123" y="88263"/>
                    <a:pt x="2977" y="88119"/>
                  </a:cubicBezTo>
                  <a:cubicBezTo>
                    <a:pt x="2831" y="87975"/>
                    <a:pt x="2689" y="87826"/>
                    <a:pt x="2552" y="87673"/>
                  </a:cubicBezTo>
                  <a:cubicBezTo>
                    <a:pt x="2415" y="87520"/>
                    <a:pt x="2283" y="87363"/>
                    <a:pt x="2155" y="87202"/>
                  </a:cubicBezTo>
                  <a:cubicBezTo>
                    <a:pt x="2028" y="87041"/>
                    <a:pt x="1906" y="86876"/>
                    <a:pt x="1788" y="86707"/>
                  </a:cubicBezTo>
                  <a:cubicBezTo>
                    <a:pt x="1671" y="86539"/>
                    <a:pt x="1559" y="86366"/>
                    <a:pt x="1453" y="86191"/>
                  </a:cubicBezTo>
                  <a:cubicBezTo>
                    <a:pt x="1346" y="86015"/>
                    <a:pt x="1245" y="85837"/>
                    <a:pt x="1149" y="85655"/>
                  </a:cubicBezTo>
                  <a:cubicBezTo>
                    <a:pt x="1054" y="85473"/>
                    <a:pt x="964" y="85288"/>
                    <a:pt x="880" y="85101"/>
                  </a:cubicBezTo>
                  <a:cubicBezTo>
                    <a:pt x="795" y="84914"/>
                    <a:pt x="717" y="84724"/>
                    <a:pt x="644" y="84532"/>
                  </a:cubicBezTo>
                  <a:cubicBezTo>
                    <a:pt x="572" y="84340"/>
                    <a:pt x="505" y="84145"/>
                    <a:pt x="445" y="83949"/>
                  </a:cubicBezTo>
                  <a:cubicBezTo>
                    <a:pt x="384" y="83753"/>
                    <a:pt x="330" y="83555"/>
                    <a:pt x="281" y="83355"/>
                  </a:cubicBezTo>
                  <a:cubicBezTo>
                    <a:pt x="233" y="83156"/>
                    <a:pt x="191" y="82955"/>
                    <a:pt x="155" y="82753"/>
                  </a:cubicBezTo>
                  <a:cubicBezTo>
                    <a:pt x="119" y="82550"/>
                    <a:pt x="89" y="82347"/>
                    <a:pt x="66" y="82143"/>
                  </a:cubicBezTo>
                  <a:cubicBezTo>
                    <a:pt x="42" y="81939"/>
                    <a:pt x="25" y="81734"/>
                    <a:pt x="14" y="81529"/>
                  </a:cubicBezTo>
                  <a:cubicBezTo>
                    <a:pt x="3" y="81324"/>
                    <a:pt x="-1" y="81119"/>
                    <a:pt x="0" y="80914"/>
                  </a:cubicBezTo>
                  <a:cubicBezTo>
                    <a:pt x="2" y="80708"/>
                    <a:pt x="10" y="80503"/>
                    <a:pt x="25" y="80298"/>
                  </a:cubicBezTo>
                  <a:cubicBezTo>
                    <a:pt x="39" y="80093"/>
                    <a:pt x="60" y="79889"/>
                    <a:pt x="87" y="79685"/>
                  </a:cubicBezTo>
                  <a:cubicBezTo>
                    <a:pt x="114" y="79482"/>
                    <a:pt x="147" y="79279"/>
                    <a:pt x="187" y="79078"/>
                  </a:cubicBezTo>
                  <a:cubicBezTo>
                    <a:pt x="226" y="78876"/>
                    <a:pt x="272" y="78676"/>
                    <a:pt x="323" y="78477"/>
                  </a:cubicBezTo>
                  <a:cubicBezTo>
                    <a:pt x="375" y="78278"/>
                    <a:pt x="433" y="78081"/>
                    <a:pt x="497" y="77886"/>
                  </a:cubicBezTo>
                  <a:cubicBezTo>
                    <a:pt x="561" y="77691"/>
                    <a:pt x="631" y="77498"/>
                    <a:pt x="707" y="77307"/>
                  </a:cubicBezTo>
                  <a:cubicBezTo>
                    <a:pt x="783" y="77116"/>
                    <a:pt x="864" y="76928"/>
                    <a:pt x="952" y="76742"/>
                  </a:cubicBezTo>
                  <a:cubicBezTo>
                    <a:pt x="1039" y="76556"/>
                    <a:pt x="1132" y="76373"/>
                    <a:pt x="1231" y="76193"/>
                  </a:cubicBezTo>
                  <a:cubicBezTo>
                    <a:pt x="1330" y="76013"/>
                    <a:pt x="1434" y="75836"/>
                    <a:pt x="1544" y="75662"/>
                  </a:cubicBezTo>
                  <a:cubicBezTo>
                    <a:pt x="1653" y="75489"/>
                    <a:pt x="1768" y="75318"/>
                    <a:pt x="1888" y="75152"/>
                  </a:cubicBezTo>
                  <a:cubicBezTo>
                    <a:pt x="2008" y="74985"/>
                    <a:pt x="2134" y="74822"/>
                    <a:pt x="2264" y="74664"/>
                  </a:cubicBezTo>
                  <a:cubicBezTo>
                    <a:pt x="2394" y="74505"/>
                    <a:pt x="2529" y="74350"/>
                    <a:pt x="2668" y="74199"/>
                  </a:cubicBezTo>
                  <a:cubicBezTo>
                    <a:pt x="2808" y="74049"/>
                    <a:pt x="2952" y="73903"/>
                    <a:pt x="3101" y="73761"/>
                  </a:cubicBezTo>
                  <a:cubicBezTo>
                    <a:pt x="3250" y="73619"/>
                    <a:pt x="3403" y="73482"/>
                    <a:pt x="3560" y="73350"/>
                  </a:cubicBezTo>
                  <a:cubicBezTo>
                    <a:pt x="3717" y="73218"/>
                    <a:pt x="3878" y="73090"/>
                    <a:pt x="4043" y="72968"/>
                  </a:cubicBezTo>
                  <a:cubicBezTo>
                    <a:pt x="4208" y="72846"/>
                    <a:pt x="4377" y="72728"/>
                    <a:pt x="4549" y="72616"/>
                  </a:cubicBezTo>
                  <a:cubicBezTo>
                    <a:pt x="4721" y="72504"/>
                    <a:pt x="4896" y="72398"/>
                    <a:pt x="5075" y="72297"/>
                  </a:cubicBezTo>
                  <a:cubicBezTo>
                    <a:pt x="5254" y="72196"/>
                    <a:pt x="5436" y="72100"/>
                    <a:pt x="5620" y="72010"/>
                  </a:cubicBezTo>
                  <a:cubicBezTo>
                    <a:pt x="7040" y="71318"/>
                    <a:pt x="8438" y="70583"/>
                    <a:pt x="9814" y="69808"/>
                  </a:cubicBezTo>
                  <a:cubicBezTo>
                    <a:pt x="11190" y="69033"/>
                    <a:pt x="12543" y="68217"/>
                    <a:pt x="13870" y="67362"/>
                  </a:cubicBezTo>
                  <a:cubicBezTo>
                    <a:pt x="15198" y="66507"/>
                    <a:pt x="16500" y="65612"/>
                    <a:pt x="17775" y="64680"/>
                  </a:cubicBezTo>
                  <a:cubicBezTo>
                    <a:pt x="19049" y="63748"/>
                    <a:pt x="20296" y="62778"/>
                    <a:pt x="21513" y="61772"/>
                  </a:cubicBezTo>
                  <a:cubicBezTo>
                    <a:pt x="22731" y="60765"/>
                    <a:pt x="23918" y="59724"/>
                    <a:pt x="25073" y="58647"/>
                  </a:cubicBezTo>
                  <a:cubicBezTo>
                    <a:pt x="26229" y="57571"/>
                    <a:pt x="27353" y="56460"/>
                    <a:pt x="28442" y="55317"/>
                  </a:cubicBezTo>
                  <a:cubicBezTo>
                    <a:pt x="29532" y="54174"/>
                    <a:pt x="30588" y="52999"/>
                    <a:pt x="31608" y="51794"/>
                  </a:cubicBezTo>
                  <a:cubicBezTo>
                    <a:pt x="32629" y="50589"/>
                    <a:pt x="33613" y="49353"/>
                    <a:pt x="34560" y="48090"/>
                  </a:cubicBezTo>
                  <a:cubicBezTo>
                    <a:pt x="35507" y="46826"/>
                    <a:pt x="36417" y="45534"/>
                    <a:pt x="37288" y="44217"/>
                  </a:cubicBezTo>
                  <a:cubicBezTo>
                    <a:pt x="38158" y="42899"/>
                    <a:pt x="38990" y="41556"/>
                    <a:pt x="39781" y="40190"/>
                  </a:cubicBezTo>
                  <a:cubicBezTo>
                    <a:pt x="40572" y="38823"/>
                    <a:pt x="41323" y="37433"/>
                    <a:pt x="42032" y="36022"/>
                  </a:cubicBezTo>
                  <a:cubicBezTo>
                    <a:pt x="42741" y="34610"/>
                    <a:pt x="43408" y="33179"/>
                    <a:pt x="44032" y="31728"/>
                  </a:cubicBezTo>
                  <a:cubicBezTo>
                    <a:pt x="44656" y="30277"/>
                    <a:pt x="45237" y="28808"/>
                    <a:pt x="45775" y="27323"/>
                  </a:cubicBezTo>
                  <a:cubicBezTo>
                    <a:pt x="46312" y="25838"/>
                    <a:pt x="46805" y="24338"/>
                    <a:pt x="47253" y="22823"/>
                  </a:cubicBezTo>
                  <a:cubicBezTo>
                    <a:pt x="47702" y="21309"/>
                    <a:pt x="48105" y="19782"/>
                    <a:pt x="48463" y="18244"/>
                  </a:cubicBezTo>
                  <a:cubicBezTo>
                    <a:pt x="48821" y="16706"/>
                    <a:pt x="49134" y="15157"/>
                    <a:pt x="49400" y="13601"/>
                  </a:cubicBezTo>
                  <a:cubicBezTo>
                    <a:pt x="49666" y="12044"/>
                    <a:pt x="49886" y="10480"/>
                    <a:pt x="50060" y="8910"/>
                  </a:cubicBezTo>
                  <a:cubicBezTo>
                    <a:pt x="50082" y="8709"/>
                    <a:pt x="50110" y="8509"/>
                    <a:pt x="50144" y="8310"/>
                  </a:cubicBezTo>
                  <a:cubicBezTo>
                    <a:pt x="50179" y="8111"/>
                    <a:pt x="50219" y="7913"/>
                    <a:pt x="50265" y="7716"/>
                  </a:cubicBezTo>
                  <a:cubicBezTo>
                    <a:pt x="50311" y="7519"/>
                    <a:pt x="50363" y="7324"/>
                    <a:pt x="50421" y="7131"/>
                  </a:cubicBezTo>
                  <a:cubicBezTo>
                    <a:pt x="50479" y="6937"/>
                    <a:pt x="50543" y="6745"/>
                    <a:pt x="50613" y="6556"/>
                  </a:cubicBezTo>
                  <a:cubicBezTo>
                    <a:pt x="50682" y="6366"/>
                    <a:pt x="50757" y="6178"/>
                    <a:pt x="50838" y="5993"/>
                  </a:cubicBezTo>
                  <a:cubicBezTo>
                    <a:pt x="50919" y="5808"/>
                    <a:pt x="51006" y="5626"/>
                    <a:pt x="51098" y="5446"/>
                  </a:cubicBezTo>
                  <a:cubicBezTo>
                    <a:pt x="51190" y="5266"/>
                    <a:pt x="51287" y="5089"/>
                    <a:pt x="51390" y="4915"/>
                  </a:cubicBezTo>
                  <a:cubicBezTo>
                    <a:pt x="51493" y="4741"/>
                    <a:pt x="51601" y="4570"/>
                    <a:pt x="51714" y="4403"/>
                  </a:cubicBezTo>
                  <a:cubicBezTo>
                    <a:pt x="51827" y="4235"/>
                    <a:pt x="51945" y="4071"/>
                    <a:pt x="52068" y="3911"/>
                  </a:cubicBezTo>
                  <a:cubicBezTo>
                    <a:pt x="52191" y="3751"/>
                    <a:pt x="52319" y="3594"/>
                    <a:pt x="52451" y="3442"/>
                  </a:cubicBezTo>
                  <a:cubicBezTo>
                    <a:pt x="52584" y="3289"/>
                    <a:pt x="52721" y="3141"/>
                    <a:pt x="52863" y="2996"/>
                  </a:cubicBezTo>
                  <a:cubicBezTo>
                    <a:pt x="53004" y="2852"/>
                    <a:pt x="53150" y="2712"/>
                    <a:pt x="53300" y="2577"/>
                  </a:cubicBezTo>
                  <a:cubicBezTo>
                    <a:pt x="53450" y="2442"/>
                    <a:pt x="53604" y="2311"/>
                    <a:pt x="53762" y="2185"/>
                  </a:cubicBezTo>
                  <a:cubicBezTo>
                    <a:pt x="53920" y="2059"/>
                    <a:pt x="54081" y="1937"/>
                    <a:pt x="54247" y="1821"/>
                  </a:cubicBezTo>
                  <a:cubicBezTo>
                    <a:pt x="54412" y="1705"/>
                    <a:pt x="54580" y="1594"/>
                    <a:pt x="54752" y="1488"/>
                  </a:cubicBezTo>
                  <a:cubicBezTo>
                    <a:pt x="54924" y="1382"/>
                    <a:pt x="55100" y="1281"/>
                    <a:pt x="55278" y="1185"/>
                  </a:cubicBezTo>
                  <a:cubicBezTo>
                    <a:pt x="55456" y="1090"/>
                    <a:pt x="55637" y="1000"/>
                    <a:pt x="55820" y="915"/>
                  </a:cubicBezTo>
                  <a:cubicBezTo>
                    <a:pt x="56004" y="831"/>
                    <a:pt x="56190" y="752"/>
                    <a:pt x="56378" y="679"/>
                  </a:cubicBezTo>
                  <a:cubicBezTo>
                    <a:pt x="56566" y="606"/>
                    <a:pt x="56757" y="538"/>
                    <a:pt x="56949" y="477"/>
                  </a:cubicBezTo>
                  <a:cubicBezTo>
                    <a:pt x="57142" y="415"/>
                    <a:pt x="57336" y="359"/>
                    <a:pt x="57532" y="309"/>
                  </a:cubicBezTo>
                  <a:cubicBezTo>
                    <a:pt x="57728" y="259"/>
                    <a:pt x="57925" y="216"/>
                    <a:pt x="58123" y="178"/>
                  </a:cubicBezTo>
                  <a:cubicBezTo>
                    <a:pt x="58322" y="140"/>
                    <a:pt x="58521" y="108"/>
                    <a:pt x="58722" y="82"/>
                  </a:cubicBezTo>
                  <a:cubicBezTo>
                    <a:pt x="58922" y="56"/>
                    <a:pt x="59123" y="36"/>
                    <a:pt x="59325" y="23"/>
                  </a:cubicBezTo>
                  <a:cubicBezTo>
                    <a:pt x="59526" y="9"/>
                    <a:pt x="59728" y="1"/>
                    <a:pt x="5993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80" name="probe-tabler-atom-2-part-7"/>
            <p:cNvSpPr/>
            <p:nvPr/>
          </p:nvSpPr>
          <p:spPr>
            <a:xfrm>
              <a:off x="51881" y="19651"/>
              <a:ext cx="134237" cy="40446"/>
            </a:xfrm>
            <a:custGeom>
              <a:avLst/>
              <a:gdLst/>
              <a:ahLst/>
              <a:cxnLst/>
              <a:rect l="0" t="0" r="r" b="b"/>
              <a:pathLst>
                <a:path w="134237" h="40446">
                  <a:moveTo>
                    <a:pt x="3789" y="22609"/>
                  </a:moveTo>
                  <a:cubicBezTo>
                    <a:pt x="5397" y="21293"/>
                    <a:pt x="7046" y="20027"/>
                    <a:pt x="8734" y="18814"/>
                  </a:cubicBezTo>
                  <a:cubicBezTo>
                    <a:pt x="10421" y="17600"/>
                    <a:pt x="12146" y="16440"/>
                    <a:pt x="13905" y="15334"/>
                  </a:cubicBezTo>
                  <a:cubicBezTo>
                    <a:pt x="15665" y="14228"/>
                    <a:pt x="17459" y="13177"/>
                    <a:pt x="19284" y="12183"/>
                  </a:cubicBezTo>
                  <a:cubicBezTo>
                    <a:pt x="21109" y="11189"/>
                    <a:pt x="22965" y="10252"/>
                    <a:pt x="24848" y="9373"/>
                  </a:cubicBezTo>
                  <a:cubicBezTo>
                    <a:pt x="26732" y="8495"/>
                    <a:pt x="28643" y="7675"/>
                    <a:pt x="30577" y="6916"/>
                  </a:cubicBezTo>
                  <a:cubicBezTo>
                    <a:pt x="32512" y="6156"/>
                    <a:pt x="34470" y="5457"/>
                    <a:pt x="36448" y="4820"/>
                  </a:cubicBezTo>
                  <a:cubicBezTo>
                    <a:pt x="38426" y="4182"/>
                    <a:pt x="40424" y="3607"/>
                    <a:pt x="42438" y="3094"/>
                  </a:cubicBezTo>
                  <a:cubicBezTo>
                    <a:pt x="44452" y="2581"/>
                    <a:pt x="46481" y="2131"/>
                    <a:pt x="48524" y="1744"/>
                  </a:cubicBezTo>
                  <a:cubicBezTo>
                    <a:pt x="50566" y="1358"/>
                    <a:pt x="52619" y="1035"/>
                    <a:pt x="54682" y="776"/>
                  </a:cubicBezTo>
                  <a:cubicBezTo>
                    <a:pt x="56744" y="518"/>
                    <a:pt x="58814" y="324"/>
                    <a:pt x="60888" y="194"/>
                  </a:cubicBezTo>
                  <a:cubicBezTo>
                    <a:pt x="62962" y="65"/>
                    <a:pt x="65040" y="0"/>
                    <a:pt x="67119" y="0"/>
                  </a:cubicBezTo>
                  <a:cubicBezTo>
                    <a:pt x="69197" y="0"/>
                    <a:pt x="71275" y="65"/>
                    <a:pt x="73349" y="194"/>
                  </a:cubicBezTo>
                  <a:cubicBezTo>
                    <a:pt x="75424" y="324"/>
                    <a:pt x="77493" y="518"/>
                    <a:pt x="79556" y="776"/>
                  </a:cubicBezTo>
                  <a:cubicBezTo>
                    <a:pt x="81618" y="1035"/>
                    <a:pt x="83672" y="1358"/>
                    <a:pt x="85714" y="1744"/>
                  </a:cubicBezTo>
                  <a:cubicBezTo>
                    <a:pt x="87756" y="2131"/>
                    <a:pt x="89785" y="2581"/>
                    <a:pt x="91800" y="3094"/>
                  </a:cubicBezTo>
                  <a:cubicBezTo>
                    <a:pt x="93814" y="3607"/>
                    <a:pt x="95811" y="4182"/>
                    <a:pt x="97789" y="4820"/>
                  </a:cubicBezTo>
                  <a:cubicBezTo>
                    <a:pt x="99768" y="5457"/>
                    <a:pt x="101725" y="6156"/>
                    <a:pt x="103660" y="6916"/>
                  </a:cubicBezTo>
                  <a:cubicBezTo>
                    <a:pt x="105595" y="7675"/>
                    <a:pt x="107505" y="8495"/>
                    <a:pt x="109389" y="9373"/>
                  </a:cubicBezTo>
                  <a:cubicBezTo>
                    <a:pt x="111272" y="10252"/>
                    <a:pt x="113128" y="11189"/>
                    <a:pt x="114953" y="12183"/>
                  </a:cubicBezTo>
                  <a:cubicBezTo>
                    <a:pt x="116778" y="13177"/>
                    <a:pt x="118572" y="14228"/>
                    <a:pt x="120332" y="15334"/>
                  </a:cubicBezTo>
                  <a:cubicBezTo>
                    <a:pt x="122092" y="16440"/>
                    <a:pt x="123816" y="17600"/>
                    <a:pt x="125504" y="18814"/>
                  </a:cubicBezTo>
                  <a:cubicBezTo>
                    <a:pt x="127191" y="20027"/>
                    <a:pt x="128840" y="21293"/>
                    <a:pt x="130449" y="22609"/>
                  </a:cubicBezTo>
                  <a:cubicBezTo>
                    <a:pt x="130611" y="22738"/>
                    <a:pt x="130770" y="22872"/>
                    <a:pt x="130924" y="23011"/>
                  </a:cubicBezTo>
                  <a:cubicBezTo>
                    <a:pt x="131078" y="23149"/>
                    <a:pt x="131228" y="23293"/>
                    <a:pt x="131373" y="23441"/>
                  </a:cubicBezTo>
                  <a:cubicBezTo>
                    <a:pt x="131518" y="23589"/>
                    <a:pt x="131659" y="23741"/>
                    <a:pt x="131795" y="23898"/>
                  </a:cubicBezTo>
                  <a:cubicBezTo>
                    <a:pt x="131931" y="24054"/>
                    <a:pt x="132061" y="24215"/>
                    <a:pt x="132187" y="24380"/>
                  </a:cubicBezTo>
                  <a:cubicBezTo>
                    <a:pt x="132313" y="24545"/>
                    <a:pt x="132434" y="24714"/>
                    <a:pt x="132549" y="24886"/>
                  </a:cubicBezTo>
                  <a:cubicBezTo>
                    <a:pt x="132664" y="25058"/>
                    <a:pt x="132774" y="25234"/>
                    <a:pt x="132879" y="25414"/>
                  </a:cubicBezTo>
                  <a:cubicBezTo>
                    <a:pt x="132983" y="25593"/>
                    <a:pt x="133082" y="25775"/>
                    <a:pt x="133175" y="25960"/>
                  </a:cubicBezTo>
                  <a:cubicBezTo>
                    <a:pt x="133268" y="26146"/>
                    <a:pt x="133355" y="26334"/>
                    <a:pt x="133436" y="26525"/>
                  </a:cubicBezTo>
                  <a:cubicBezTo>
                    <a:pt x="133518" y="26715"/>
                    <a:pt x="133593" y="26909"/>
                    <a:pt x="133662" y="27104"/>
                  </a:cubicBezTo>
                  <a:cubicBezTo>
                    <a:pt x="133732" y="27299"/>
                    <a:pt x="133795" y="27497"/>
                    <a:pt x="133852" y="27696"/>
                  </a:cubicBezTo>
                  <a:cubicBezTo>
                    <a:pt x="133909" y="27896"/>
                    <a:pt x="133960" y="28097"/>
                    <a:pt x="134004" y="28299"/>
                  </a:cubicBezTo>
                  <a:cubicBezTo>
                    <a:pt x="134049" y="28502"/>
                    <a:pt x="134087" y="28706"/>
                    <a:pt x="134119" y="28911"/>
                  </a:cubicBezTo>
                  <a:cubicBezTo>
                    <a:pt x="134151" y="29115"/>
                    <a:pt x="134176" y="29321"/>
                    <a:pt x="134195" y="29528"/>
                  </a:cubicBezTo>
                  <a:cubicBezTo>
                    <a:pt x="134214" y="29734"/>
                    <a:pt x="134227" y="29941"/>
                    <a:pt x="134233" y="30149"/>
                  </a:cubicBezTo>
                  <a:cubicBezTo>
                    <a:pt x="134239" y="30356"/>
                    <a:pt x="134239" y="30563"/>
                    <a:pt x="134232" y="30770"/>
                  </a:cubicBezTo>
                  <a:cubicBezTo>
                    <a:pt x="134225" y="30978"/>
                    <a:pt x="134212" y="31185"/>
                    <a:pt x="134193" y="31391"/>
                  </a:cubicBezTo>
                  <a:cubicBezTo>
                    <a:pt x="134173" y="31598"/>
                    <a:pt x="134147" y="31803"/>
                    <a:pt x="134115" y="32008"/>
                  </a:cubicBezTo>
                  <a:cubicBezTo>
                    <a:pt x="134082" y="32213"/>
                    <a:pt x="134044" y="32417"/>
                    <a:pt x="133998" y="32619"/>
                  </a:cubicBezTo>
                  <a:cubicBezTo>
                    <a:pt x="133953" y="32821"/>
                    <a:pt x="133902" y="33022"/>
                    <a:pt x="133845" y="33222"/>
                  </a:cubicBezTo>
                  <a:cubicBezTo>
                    <a:pt x="133787" y="33421"/>
                    <a:pt x="133723" y="33618"/>
                    <a:pt x="133653" y="33813"/>
                  </a:cubicBezTo>
                  <a:cubicBezTo>
                    <a:pt x="133584" y="34009"/>
                    <a:pt x="133508" y="34202"/>
                    <a:pt x="133426" y="34392"/>
                  </a:cubicBezTo>
                  <a:cubicBezTo>
                    <a:pt x="133344" y="34583"/>
                    <a:pt x="133256" y="34771"/>
                    <a:pt x="133163" y="34956"/>
                  </a:cubicBezTo>
                  <a:cubicBezTo>
                    <a:pt x="133069" y="35141"/>
                    <a:pt x="132970" y="35323"/>
                    <a:pt x="132865" y="35502"/>
                  </a:cubicBezTo>
                  <a:cubicBezTo>
                    <a:pt x="132760" y="35681"/>
                    <a:pt x="132650" y="35856"/>
                    <a:pt x="132534" y="36028"/>
                  </a:cubicBezTo>
                  <a:cubicBezTo>
                    <a:pt x="132419" y="36200"/>
                    <a:pt x="132298" y="36369"/>
                    <a:pt x="132171" y="36533"/>
                  </a:cubicBezTo>
                  <a:cubicBezTo>
                    <a:pt x="132045" y="36698"/>
                    <a:pt x="131914" y="36858"/>
                    <a:pt x="131778" y="37015"/>
                  </a:cubicBezTo>
                  <a:cubicBezTo>
                    <a:pt x="131641" y="37171"/>
                    <a:pt x="131500" y="37323"/>
                    <a:pt x="131355" y="37471"/>
                  </a:cubicBezTo>
                  <a:cubicBezTo>
                    <a:pt x="131209" y="37618"/>
                    <a:pt x="131059" y="37761"/>
                    <a:pt x="130904" y="37900"/>
                  </a:cubicBezTo>
                  <a:cubicBezTo>
                    <a:pt x="130750" y="38038"/>
                    <a:pt x="130591" y="38171"/>
                    <a:pt x="130428" y="38300"/>
                  </a:cubicBezTo>
                  <a:cubicBezTo>
                    <a:pt x="130265" y="38428"/>
                    <a:pt x="130099" y="38551"/>
                    <a:pt x="129928" y="38669"/>
                  </a:cubicBezTo>
                  <a:cubicBezTo>
                    <a:pt x="129758" y="38787"/>
                    <a:pt x="129583" y="38900"/>
                    <a:pt x="129406" y="39007"/>
                  </a:cubicBezTo>
                  <a:cubicBezTo>
                    <a:pt x="129228" y="39114"/>
                    <a:pt x="129048" y="39216"/>
                    <a:pt x="128864" y="39312"/>
                  </a:cubicBezTo>
                  <a:cubicBezTo>
                    <a:pt x="128680" y="39408"/>
                    <a:pt x="128493" y="39498"/>
                    <a:pt x="128304" y="39582"/>
                  </a:cubicBezTo>
                  <a:cubicBezTo>
                    <a:pt x="128114" y="39667"/>
                    <a:pt x="127922" y="39745"/>
                    <a:pt x="127728" y="39817"/>
                  </a:cubicBezTo>
                  <a:cubicBezTo>
                    <a:pt x="127534" y="39890"/>
                    <a:pt x="127337" y="39956"/>
                    <a:pt x="127139" y="40016"/>
                  </a:cubicBezTo>
                  <a:cubicBezTo>
                    <a:pt x="126940" y="40076"/>
                    <a:pt x="126740" y="40130"/>
                    <a:pt x="126538" y="40178"/>
                  </a:cubicBezTo>
                  <a:cubicBezTo>
                    <a:pt x="126336" y="40226"/>
                    <a:pt x="126133" y="40267"/>
                    <a:pt x="125929" y="40302"/>
                  </a:cubicBezTo>
                  <a:cubicBezTo>
                    <a:pt x="125724" y="40337"/>
                    <a:pt x="125519" y="40366"/>
                    <a:pt x="125313" y="40388"/>
                  </a:cubicBezTo>
                  <a:cubicBezTo>
                    <a:pt x="125107" y="40411"/>
                    <a:pt x="124900" y="40427"/>
                    <a:pt x="124693" y="40436"/>
                  </a:cubicBezTo>
                  <a:cubicBezTo>
                    <a:pt x="124486" y="40445"/>
                    <a:pt x="124278" y="40448"/>
                    <a:pt x="124071" y="40445"/>
                  </a:cubicBezTo>
                  <a:cubicBezTo>
                    <a:pt x="123864" y="40442"/>
                    <a:pt x="123656" y="40432"/>
                    <a:pt x="123450" y="40415"/>
                  </a:cubicBezTo>
                  <a:cubicBezTo>
                    <a:pt x="123243" y="40399"/>
                    <a:pt x="123037" y="40376"/>
                    <a:pt x="122832" y="40347"/>
                  </a:cubicBezTo>
                  <a:cubicBezTo>
                    <a:pt x="122626" y="40318"/>
                    <a:pt x="122422" y="40282"/>
                    <a:pt x="122219" y="40241"/>
                  </a:cubicBezTo>
                  <a:cubicBezTo>
                    <a:pt x="122016" y="40199"/>
                    <a:pt x="121814" y="40151"/>
                    <a:pt x="121614" y="40096"/>
                  </a:cubicBezTo>
                  <a:cubicBezTo>
                    <a:pt x="121414" y="40042"/>
                    <a:pt x="121216" y="39981"/>
                    <a:pt x="121019" y="39914"/>
                  </a:cubicBezTo>
                  <a:cubicBezTo>
                    <a:pt x="120823" y="39848"/>
                    <a:pt x="120629" y="39775"/>
                    <a:pt x="120437" y="39696"/>
                  </a:cubicBezTo>
                  <a:cubicBezTo>
                    <a:pt x="120245" y="39617"/>
                    <a:pt x="120056" y="39533"/>
                    <a:pt x="119869" y="39442"/>
                  </a:cubicBezTo>
                  <a:cubicBezTo>
                    <a:pt x="119683" y="39351"/>
                    <a:pt x="119499" y="39255"/>
                    <a:pt x="119319" y="39153"/>
                  </a:cubicBezTo>
                  <a:cubicBezTo>
                    <a:pt x="119138" y="39051"/>
                    <a:pt x="118961" y="38943"/>
                    <a:pt x="118787" y="38830"/>
                  </a:cubicBezTo>
                  <a:cubicBezTo>
                    <a:pt x="118613" y="38717"/>
                    <a:pt x="118443" y="38599"/>
                    <a:pt x="118276" y="38475"/>
                  </a:cubicBezTo>
                  <a:cubicBezTo>
                    <a:pt x="118110" y="38352"/>
                    <a:pt x="117947" y="38223"/>
                    <a:pt x="117789" y="38089"/>
                  </a:cubicBezTo>
                  <a:cubicBezTo>
                    <a:pt x="116502" y="37036"/>
                    <a:pt x="115182" y="36023"/>
                    <a:pt x="113832" y="35052"/>
                  </a:cubicBezTo>
                  <a:cubicBezTo>
                    <a:pt x="112482" y="34081"/>
                    <a:pt x="111103" y="33152"/>
                    <a:pt x="109695" y="32267"/>
                  </a:cubicBezTo>
                  <a:cubicBezTo>
                    <a:pt x="108287" y="31382"/>
                    <a:pt x="106852" y="30542"/>
                    <a:pt x="105391" y="29746"/>
                  </a:cubicBezTo>
                  <a:cubicBezTo>
                    <a:pt x="103931" y="28950"/>
                    <a:pt x="102446" y="28201"/>
                    <a:pt x="100939" y="27498"/>
                  </a:cubicBezTo>
                  <a:cubicBezTo>
                    <a:pt x="99432" y="26795"/>
                    <a:pt x="97904" y="26139"/>
                    <a:pt x="96356" y="25531"/>
                  </a:cubicBezTo>
                  <a:cubicBezTo>
                    <a:pt x="94808" y="24923"/>
                    <a:pt x="93241" y="24364"/>
                    <a:pt x="91659" y="23854"/>
                  </a:cubicBezTo>
                  <a:cubicBezTo>
                    <a:pt x="90076" y="23344"/>
                    <a:pt x="88478" y="22883"/>
                    <a:pt x="86866" y="22473"/>
                  </a:cubicBezTo>
                  <a:cubicBezTo>
                    <a:pt x="85255" y="22062"/>
                    <a:pt x="83631" y="21702"/>
                    <a:pt x="81997" y="21393"/>
                  </a:cubicBezTo>
                  <a:cubicBezTo>
                    <a:pt x="80363" y="21083"/>
                    <a:pt x="78720" y="20825"/>
                    <a:pt x="77070" y="20618"/>
                  </a:cubicBezTo>
                  <a:cubicBezTo>
                    <a:pt x="75420" y="20411"/>
                    <a:pt x="73764" y="20256"/>
                    <a:pt x="72104" y="20152"/>
                  </a:cubicBezTo>
                  <a:cubicBezTo>
                    <a:pt x="70444" y="20049"/>
                    <a:pt x="68782" y="19997"/>
                    <a:pt x="67119" y="19997"/>
                  </a:cubicBezTo>
                  <a:cubicBezTo>
                    <a:pt x="65456" y="19997"/>
                    <a:pt x="63793" y="20049"/>
                    <a:pt x="62133" y="20152"/>
                  </a:cubicBezTo>
                  <a:cubicBezTo>
                    <a:pt x="60474" y="20256"/>
                    <a:pt x="58818" y="20411"/>
                    <a:pt x="57168" y="20618"/>
                  </a:cubicBezTo>
                  <a:cubicBezTo>
                    <a:pt x="55518" y="20825"/>
                    <a:pt x="53874" y="21083"/>
                    <a:pt x="52241" y="21393"/>
                  </a:cubicBezTo>
                  <a:cubicBezTo>
                    <a:pt x="50607" y="21702"/>
                    <a:pt x="48983" y="22062"/>
                    <a:pt x="47371" y="22473"/>
                  </a:cubicBezTo>
                  <a:cubicBezTo>
                    <a:pt x="45760" y="22883"/>
                    <a:pt x="44161" y="23344"/>
                    <a:pt x="42579" y="23854"/>
                  </a:cubicBezTo>
                  <a:cubicBezTo>
                    <a:pt x="40996" y="24364"/>
                    <a:pt x="39429" y="24923"/>
                    <a:pt x="37882" y="25531"/>
                  </a:cubicBezTo>
                  <a:cubicBezTo>
                    <a:pt x="36334" y="26139"/>
                    <a:pt x="34805" y="26795"/>
                    <a:pt x="33298" y="27498"/>
                  </a:cubicBezTo>
                  <a:cubicBezTo>
                    <a:pt x="31791" y="28201"/>
                    <a:pt x="30306" y="28950"/>
                    <a:pt x="28846" y="29746"/>
                  </a:cubicBezTo>
                  <a:cubicBezTo>
                    <a:pt x="27386" y="30542"/>
                    <a:pt x="25951" y="31382"/>
                    <a:pt x="24543" y="32267"/>
                  </a:cubicBezTo>
                  <a:cubicBezTo>
                    <a:pt x="23135" y="33152"/>
                    <a:pt x="21755" y="34081"/>
                    <a:pt x="20405" y="35052"/>
                  </a:cubicBezTo>
                  <a:cubicBezTo>
                    <a:pt x="19055" y="36023"/>
                    <a:pt x="17736" y="37036"/>
                    <a:pt x="16449" y="38089"/>
                  </a:cubicBezTo>
                  <a:cubicBezTo>
                    <a:pt x="16290" y="38223"/>
                    <a:pt x="16128" y="38352"/>
                    <a:pt x="15961" y="38475"/>
                  </a:cubicBezTo>
                  <a:cubicBezTo>
                    <a:pt x="15795" y="38599"/>
                    <a:pt x="15624" y="38717"/>
                    <a:pt x="15450" y="38830"/>
                  </a:cubicBezTo>
                  <a:cubicBezTo>
                    <a:pt x="15277" y="38943"/>
                    <a:pt x="15099" y="39051"/>
                    <a:pt x="14919" y="39153"/>
                  </a:cubicBezTo>
                  <a:cubicBezTo>
                    <a:pt x="14738" y="39255"/>
                    <a:pt x="14555" y="39351"/>
                    <a:pt x="14368" y="39442"/>
                  </a:cubicBezTo>
                  <a:cubicBezTo>
                    <a:pt x="14182" y="39533"/>
                    <a:pt x="13992" y="39617"/>
                    <a:pt x="13800" y="39696"/>
                  </a:cubicBezTo>
                  <a:cubicBezTo>
                    <a:pt x="13609" y="39775"/>
                    <a:pt x="13414" y="39848"/>
                    <a:pt x="13218" y="39914"/>
                  </a:cubicBezTo>
                  <a:cubicBezTo>
                    <a:pt x="13022" y="39981"/>
                    <a:pt x="12823" y="40042"/>
                    <a:pt x="12623" y="40096"/>
                  </a:cubicBezTo>
                  <a:cubicBezTo>
                    <a:pt x="12423" y="40151"/>
                    <a:pt x="12222" y="40199"/>
                    <a:pt x="12018" y="40241"/>
                  </a:cubicBezTo>
                  <a:cubicBezTo>
                    <a:pt x="11815" y="40282"/>
                    <a:pt x="11611" y="40318"/>
                    <a:pt x="11406" y="40347"/>
                  </a:cubicBezTo>
                  <a:cubicBezTo>
                    <a:pt x="11200" y="40376"/>
                    <a:pt x="10994" y="40399"/>
                    <a:pt x="10788" y="40415"/>
                  </a:cubicBezTo>
                  <a:cubicBezTo>
                    <a:pt x="10581" y="40432"/>
                    <a:pt x="10374" y="40442"/>
                    <a:pt x="10166" y="40445"/>
                  </a:cubicBezTo>
                  <a:cubicBezTo>
                    <a:pt x="9959" y="40448"/>
                    <a:pt x="9752" y="40445"/>
                    <a:pt x="9545" y="40436"/>
                  </a:cubicBezTo>
                  <a:cubicBezTo>
                    <a:pt x="9337" y="40427"/>
                    <a:pt x="9131" y="40411"/>
                    <a:pt x="8924" y="40388"/>
                  </a:cubicBezTo>
                  <a:cubicBezTo>
                    <a:pt x="8718" y="40366"/>
                    <a:pt x="8513" y="40337"/>
                    <a:pt x="8309" y="40302"/>
                  </a:cubicBezTo>
                  <a:cubicBezTo>
                    <a:pt x="8104" y="40267"/>
                    <a:pt x="7901" y="40226"/>
                    <a:pt x="7699" y="40178"/>
                  </a:cubicBezTo>
                  <a:cubicBezTo>
                    <a:pt x="7497" y="40130"/>
                    <a:pt x="7297" y="40076"/>
                    <a:pt x="7099" y="40016"/>
                  </a:cubicBezTo>
                  <a:cubicBezTo>
                    <a:pt x="6900" y="39956"/>
                    <a:pt x="6704" y="39890"/>
                    <a:pt x="6509" y="39817"/>
                  </a:cubicBezTo>
                  <a:cubicBezTo>
                    <a:pt x="6315" y="39745"/>
                    <a:pt x="6123" y="39667"/>
                    <a:pt x="5934" y="39582"/>
                  </a:cubicBezTo>
                  <a:cubicBezTo>
                    <a:pt x="5744" y="39498"/>
                    <a:pt x="5557" y="39408"/>
                    <a:pt x="5374" y="39312"/>
                  </a:cubicBezTo>
                  <a:cubicBezTo>
                    <a:pt x="5190" y="39216"/>
                    <a:pt x="5009" y="39114"/>
                    <a:pt x="4831" y="39007"/>
                  </a:cubicBezTo>
                  <a:cubicBezTo>
                    <a:pt x="4654" y="38900"/>
                    <a:pt x="4480" y="38787"/>
                    <a:pt x="4309" y="38669"/>
                  </a:cubicBezTo>
                  <a:cubicBezTo>
                    <a:pt x="4139" y="38551"/>
                    <a:pt x="3972" y="38428"/>
                    <a:pt x="3809" y="38300"/>
                  </a:cubicBezTo>
                  <a:cubicBezTo>
                    <a:pt x="3646" y="38171"/>
                    <a:pt x="3488" y="38038"/>
                    <a:pt x="3333" y="37900"/>
                  </a:cubicBezTo>
                  <a:cubicBezTo>
                    <a:pt x="3178" y="37761"/>
                    <a:pt x="3028" y="37618"/>
                    <a:pt x="2883" y="37471"/>
                  </a:cubicBezTo>
                  <a:cubicBezTo>
                    <a:pt x="2737" y="37323"/>
                    <a:pt x="2596" y="37171"/>
                    <a:pt x="2460" y="37015"/>
                  </a:cubicBezTo>
                  <a:cubicBezTo>
                    <a:pt x="2323" y="36858"/>
                    <a:pt x="2192" y="36698"/>
                    <a:pt x="2066" y="36533"/>
                  </a:cubicBezTo>
                  <a:cubicBezTo>
                    <a:pt x="1940" y="36369"/>
                    <a:pt x="1819" y="36200"/>
                    <a:pt x="1703" y="36028"/>
                  </a:cubicBezTo>
                  <a:cubicBezTo>
                    <a:pt x="1587" y="35856"/>
                    <a:pt x="1477" y="35681"/>
                    <a:pt x="1372" y="35502"/>
                  </a:cubicBezTo>
                  <a:cubicBezTo>
                    <a:pt x="1267" y="35323"/>
                    <a:pt x="1168" y="35141"/>
                    <a:pt x="1074" y="34956"/>
                  </a:cubicBezTo>
                  <a:cubicBezTo>
                    <a:pt x="981" y="34771"/>
                    <a:pt x="893" y="34583"/>
                    <a:pt x="811" y="34392"/>
                  </a:cubicBezTo>
                  <a:cubicBezTo>
                    <a:pt x="730" y="34202"/>
                    <a:pt x="654" y="34009"/>
                    <a:pt x="584" y="33813"/>
                  </a:cubicBezTo>
                  <a:cubicBezTo>
                    <a:pt x="514" y="33618"/>
                    <a:pt x="450" y="33421"/>
                    <a:pt x="393" y="33222"/>
                  </a:cubicBezTo>
                  <a:cubicBezTo>
                    <a:pt x="335" y="33022"/>
                    <a:pt x="284" y="32821"/>
                    <a:pt x="239" y="32619"/>
                  </a:cubicBezTo>
                  <a:cubicBezTo>
                    <a:pt x="194" y="32417"/>
                    <a:pt x="155" y="32213"/>
                    <a:pt x="123" y="32008"/>
                  </a:cubicBezTo>
                  <a:cubicBezTo>
                    <a:pt x="90" y="31803"/>
                    <a:pt x="64" y="31598"/>
                    <a:pt x="45" y="31391"/>
                  </a:cubicBezTo>
                  <a:cubicBezTo>
                    <a:pt x="25" y="31185"/>
                    <a:pt x="12" y="30978"/>
                    <a:pt x="5" y="30770"/>
                  </a:cubicBezTo>
                  <a:cubicBezTo>
                    <a:pt x="-1" y="30563"/>
                    <a:pt x="-2" y="30356"/>
                    <a:pt x="4" y="30149"/>
                  </a:cubicBezTo>
                  <a:cubicBezTo>
                    <a:pt x="11" y="29941"/>
                    <a:pt x="23" y="29734"/>
                    <a:pt x="42" y="29528"/>
                  </a:cubicBezTo>
                  <a:cubicBezTo>
                    <a:pt x="61" y="29321"/>
                    <a:pt x="87" y="29115"/>
                    <a:pt x="119" y="28911"/>
                  </a:cubicBezTo>
                  <a:cubicBezTo>
                    <a:pt x="150" y="28706"/>
                    <a:pt x="189" y="28502"/>
                    <a:pt x="233" y="28299"/>
                  </a:cubicBezTo>
                  <a:cubicBezTo>
                    <a:pt x="278" y="28097"/>
                    <a:pt x="329" y="27896"/>
                    <a:pt x="386" y="27696"/>
                  </a:cubicBezTo>
                  <a:cubicBezTo>
                    <a:pt x="443" y="27497"/>
                    <a:pt x="506" y="27299"/>
                    <a:pt x="575" y="27104"/>
                  </a:cubicBezTo>
                  <a:cubicBezTo>
                    <a:pt x="644" y="26909"/>
                    <a:pt x="720" y="26715"/>
                    <a:pt x="801" y="26525"/>
                  </a:cubicBezTo>
                  <a:cubicBezTo>
                    <a:pt x="882" y="26334"/>
                    <a:pt x="970" y="26146"/>
                    <a:pt x="1063" y="25960"/>
                  </a:cubicBezTo>
                  <a:cubicBezTo>
                    <a:pt x="1156" y="25775"/>
                    <a:pt x="1254" y="25593"/>
                    <a:pt x="1359" y="25414"/>
                  </a:cubicBezTo>
                  <a:cubicBezTo>
                    <a:pt x="1463" y="25234"/>
                    <a:pt x="1573" y="25058"/>
                    <a:pt x="1688" y="24886"/>
                  </a:cubicBezTo>
                  <a:cubicBezTo>
                    <a:pt x="1804" y="24714"/>
                    <a:pt x="1924" y="24545"/>
                    <a:pt x="2050" y="24380"/>
                  </a:cubicBezTo>
                  <a:cubicBezTo>
                    <a:pt x="2176" y="24215"/>
                    <a:pt x="2307" y="24054"/>
                    <a:pt x="2443" y="23898"/>
                  </a:cubicBezTo>
                  <a:cubicBezTo>
                    <a:pt x="2578" y="23741"/>
                    <a:pt x="2719" y="23589"/>
                    <a:pt x="2864" y="23441"/>
                  </a:cubicBezTo>
                  <a:cubicBezTo>
                    <a:pt x="3010" y="23293"/>
                    <a:pt x="3159" y="23149"/>
                    <a:pt x="3314" y="23011"/>
                  </a:cubicBezTo>
                  <a:cubicBezTo>
                    <a:pt x="3468" y="22872"/>
                    <a:pt x="3626" y="22738"/>
                    <a:pt x="3789" y="22609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81" name="probe-tabler-droplet" descr="droplet — Tabler contributors; preserve the bundled full upstream license. Source: https://github.com/tabler/tabler-icons/blob/a4ce1404bc6d24d3c365afe7b258d6bf6f48d62d/icons/filled/droplet.svg; SVG SHA256: e81796528c7d234c8441fbdd56bc6a3c881220a9602e3bd367fa55e81ba46ace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82" name="probe-tabler-droplet-part-1"/>
            <p:cNvSpPr/>
            <p:nvPr/>
          </p:nvSpPr>
          <p:spPr>
            <a:xfrm>
              <a:off x="40069" y="20020"/>
              <a:ext cx="159930" cy="199995"/>
            </a:xfrm>
            <a:custGeom>
              <a:avLst/>
              <a:gdLst/>
              <a:ahLst/>
              <a:cxnLst/>
              <a:rect l="0" t="0" r="r" b="b"/>
              <a:pathLst>
                <a:path w="159930" h="199995">
                  <a:moveTo>
                    <a:pt x="67011" y="3700"/>
                  </a:moveTo>
                  <a:cubicBezTo>
                    <a:pt x="66609" y="3952"/>
                    <a:pt x="66215" y="4215"/>
                    <a:pt x="65830" y="4490"/>
                  </a:cubicBezTo>
                  <a:cubicBezTo>
                    <a:pt x="65444" y="4765"/>
                    <a:pt x="65067" y="5051"/>
                    <a:pt x="64698" y="5348"/>
                  </a:cubicBezTo>
                  <a:cubicBezTo>
                    <a:pt x="64329" y="5646"/>
                    <a:pt x="63970" y="5954"/>
                    <a:pt x="63619" y="6273"/>
                  </a:cubicBezTo>
                  <a:cubicBezTo>
                    <a:pt x="63269" y="6591"/>
                    <a:pt x="62928" y="6921"/>
                    <a:pt x="62598" y="7260"/>
                  </a:cubicBezTo>
                  <a:cubicBezTo>
                    <a:pt x="62267" y="7599"/>
                    <a:pt x="61947" y="7948"/>
                    <a:pt x="61637" y="8306"/>
                  </a:cubicBezTo>
                  <a:cubicBezTo>
                    <a:pt x="61327" y="8664"/>
                    <a:pt x="61028" y="9031"/>
                    <a:pt x="60740" y="9407"/>
                  </a:cubicBezTo>
                  <a:cubicBezTo>
                    <a:pt x="60452" y="9783"/>
                    <a:pt x="60176" y="10168"/>
                    <a:pt x="59911" y="10560"/>
                  </a:cubicBezTo>
                  <a:lnTo>
                    <a:pt x="10991" y="83160"/>
                  </a:lnTo>
                  <a:cubicBezTo>
                    <a:pt x="-8819" y="116300"/>
                    <a:pt x="-1209" y="157820"/>
                    <a:pt x="28661" y="181980"/>
                  </a:cubicBezTo>
                  <a:cubicBezTo>
                    <a:pt x="58351" y="206000"/>
                    <a:pt x="101521" y="206000"/>
                    <a:pt x="131201" y="181980"/>
                  </a:cubicBezTo>
                  <a:cubicBezTo>
                    <a:pt x="161071" y="157820"/>
                    <a:pt x="168681" y="116290"/>
                    <a:pt x="149151" y="83620"/>
                  </a:cubicBezTo>
                  <a:lnTo>
                    <a:pt x="99961" y="10560"/>
                  </a:lnTo>
                  <a:cubicBezTo>
                    <a:pt x="92741" y="-190"/>
                    <a:pt x="78041" y="-3200"/>
                    <a:pt x="67011" y="370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83" name="probe-tabler-flask" descr="flask — Tabler contributors; preserve the bundled full upstream license. Source: https://github.com/tabler/tabler-icons/blob/a4ce1404bc6d24d3c365afe7b258d6bf6f48d62d/icons/filled/flask.svg; SVG SHA256: 67e5233185811f1797ae16f4ce89955f8f79a472f21dd40988f979ba145cc560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84" name="probe-tabler-flask-part-1"/>
            <p:cNvSpPr/>
            <p:nvPr/>
          </p:nvSpPr>
          <p:spPr>
            <a:xfrm>
              <a:off x="49268" y="20000"/>
              <a:ext cx="141463" cy="200000"/>
            </a:xfrm>
            <a:custGeom>
              <a:avLst/>
              <a:gdLst/>
              <a:ahLst/>
              <a:cxnLst/>
              <a:rect l="0" t="0" r="r" b="b"/>
              <a:pathLst>
                <a:path w="141463" h="200000">
                  <a:moveTo>
                    <a:pt x="100732" y="0"/>
                  </a:moveTo>
                  <a:cubicBezTo>
                    <a:pt x="100941" y="0"/>
                    <a:pt x="101151" y="7"/>
                    <a:pt x="101360" y="20"/>
                  </a:cubicBezTo>
                  <a:cubicBezTo>
                    <a:pt x="101569" y="33"/>
                    <a:pt x="101777" y="53"/>
                    <a:pt x="101985" y="79"/>
                  </a:cubicBezTo>
                  <a:cubicBezTo>
                    <a:pt x="102193" y="105"/>
                    <a:pt x="102400" y="138"/>
                    <a:pt x="102606" y="177"/>
                  </a:cubicBezTo>
                  <a:cubicBezTo>
                    <a:pt x="102811" y="216"/>
                    <a:pt x="103016" y="262"/>
                    <a:pt x="103219" y="314"/>
                  </a:cubicBezTo>
                  <a:cubicBezTo>
                    <a:pt x="103422" y="366"/>
                    <a:pt x="103623" y="425"/>
                    <a:pt x="103822" y="489"/>
                  </a:cubicBezTo>
                  <a:cubicBezTo>
                    <a:pt x="104021" y="554"/>
                    <a:pt x="104218" y="625"/>
                    <a:pt x="104413" y="702"/>
                  </a:cubicBezTo>
                  <a:cubicBezTo>
                    <a:pt x="104608" y="779"/>
                    <a:pt x="104800" y="863"/>
                    <a:pt x="104990" y="952"/>
                  </a:cubicBezTo>
                  <a:cubicBezTo>
                    <a:pt x="105179" y="1041"/>
                    <a:pt x="105366" y="1136"/>
                    <a:pt x="105549" y="1237"/>
                  </a:cubicBezTo>
                  <a:cubicBezTo>
                    <a:pt x="105733" y="1338"/>
                    <a:pt x="105913" y="1444"/>
                    <a:pt x="106090" y="1557"/>
                  </a:cubicBezTo>
                  <a:cubicBezTo>
                    <a:pt x="106267" y="1669"/>
                    <a:pt x="106440" y="1787"/>
                    <a:pt x="106610" y="1910"/>
                  </a:cubicBezTo>
                  <a:cubicBezTo>
                    <a:pt x="106779" y="2033"/>
                    <a:pt x="106945" y="2161"/>
                    <a:pt x="107106" y="2295"/>
                  </a:cubicBezTo>
                  <a:cubicBezTo>
                    <a:pt x="107268" y="2428"/>
                    <a:pt x="107425" y="2567"/>
                    <a:pt x="107577" y="2710"/>
                  </a:cubicBezTo>
                  <a:cubicBezTo>
                    <a:pt x="107730" y="2854"/>
                    <a:pt x="107878" y="3002"/>
                    <a:pt x="108022" y="3155"/>
                  </a:cubicBezTo>
                  <a:cubicBezTo>
                    <a:pt x="108165" y="3307"/>
                    <a:pt x="108304" y="3464"/>
                    <a:pt x="108437" y="3626"/>
                  </a:cubicBezTo>
                  <a:cubicBezTo>
                    <a:pt x="108571" y="3787"/>
                    <a:pt x="108699" y="3953"/>
                    <a:pt x="108822" y="4122"/>
                  </a:cubicBezTo>
                  <a:cubicBezTo>
                    <a:pt x="108945" y="4292"/>
                    <a:pt x="109063" y="4465"/>
                    <a:pt x="109175" y="4642"/>
                  </a:cubicBezTo>
                  <a:cubicBezTo>
                    <a:pt x="109287" y="4819"/>
                    <a:pt x="109394" y="4999"/>
                    <a:pt x="109495" y="5182"/>
                  </a:cubicBezTo>
                  <a:cubicBezTo>
                    <a:pt x="109596" y="5366"/>
                    <a:pt x="109691" y="5553"/>
                    <a:pt x="109780" y="5742"/>
                  </a:cubicBezTo>
                  <a:cubicBezTo>
                    <a:pt x="109869" y="5932"/>
                    <a:pt x="109953" y="6124"/>
                    <a:pt x="110030" y="6319"/>
                  </a:cubicBezTo>
                  <a:cubicBezTo>
                    <a:pt x="110107" y="6514"/>
                    <a:pt x="110178" y="6711"/>
                    <a:pt x="110242" y="6910"/>
                  </a:cubicBezTo>
                  <a:cubicBezTo>
                    <a:pt x="110307" y="7109"/>
                    <a:pt x="110366" y="7310"/>
                    <a:pt x="110418" y="7513"/>
                  </a:cubicBezTo>
                  <a:cubicBezTo>
                    <a:pt x="110470" y="7716"/>
                    <a:pt x="110516" y="7920"/>
                    <a:pt x="110555" y="8126"/>
                  </a:cubicBezTo>
                  <a:cubicBezTo>
                    <a:pt x="110594" y="8332"/>
                    <a:pt x="110627" y="8539"/>
                    <a:pt x="110653" y="8747"/>
                  </a:cubicBezTo>
                  <a:cubicBezTo>
                    <a:pt x="110679" y="8954"/>
                    <a:pt x="110699" y="9163"/>
                    <a:pt x="110712" y="9372"/>
                  </a:cubicBezTo>
                  <a:cubicBezTo>
                    <a:pt x="110725" y="9581"/>
                    <a:pt x="110732" y="9791"/>
                    <a:pt x="110732" y="10000"/>
                  </a:cubicBezTo>
                  <a:cubicBezTo>
                    <a:pt x="110732" y="10209"/>
                    <a:pt x="110725" y="10419"/>
                    <a:pt x="110712" y="10628"/>
                  </a:cubicBezTo>
                  <a:cubicBezTo>
                    <a:pt x="110699" y="10837"/>
                    <a:pt x="110679" y="11046"/>
                    <a:pt x="110653" y="11253"/>
                  </a:cubicBezTo>
                  <a:cubicBezTo>
                    <a:pt x="110627" y="11461"/>
                    <a:pt x="110594" y="11668"/>
                    <a:pt x="110555" y="11874"/>
                  </a:cubicBezTo>
                  <a:cubicBezTo>
                    <a:pt x="110516" y="12080"/>
                    <a:pt x="110470" y="12284"/>
                    <a:pt x="110418" y="12487"/>
                  </a:cubicBezTo>
                  <a:cubicBezTo>
                    <a:pt x="110366" y="12690"/>
                    <a:pt x="110307" y="12891"/>
                    <a:pt x="110242" y="13090"/>
                  </a:cubicBezTo>
                  <a:cubicBezTo>
                    <a:pt x="110178" y="13289"/>
                    <a:pt x="110107" y="13486"/>
                    <a:pt x="110030" y="13681"/>
                  </a:cubicBezTo>
                  <a:cubicBezTo>
                    <a:pt x="109953" y="13876"/>
                    <a:pt x="109869" y="14068"/>
                    <a:pt x="109780" y="14258"/>
                  </a:cubicBezTo>
                  <a:cubicBezTo>
                    <a:pt x="109691" y="14447"/>
                    <a:pt x="109596" y="14634"/>
                    <a:pt x="109495" y="14818"/>
                  </a:cubicBezTo>
                  <a:cubicBezTo>
                    <a:pt x="109394" y="15001"/>
                    <a:pt x="109287" y="15181"/>
                    <a:pt x="109175" y="15358"/>
                  </a:cubicBezTo>
                  <a:cubicBezTo>
                    <a:pt x="109063" y="15535"/>
                    <a:pt x="108945" y="15708"/>
                    <a:pt x="108822" y="15878"/>
                  </a:cubicBezTo>
                  <a:cubicBezTo>
                    <a:pt x="108699" y="16047"/>
                    <a:pt x="108571" y="16213"/>
                    <a:pt x="108437" y="16374"/>
                  </a:cubicBezTo>
                  <a:cubicBezTo>
                    <a:pt x="108304" y="16536"/>
                    <a:pt x="108165" y="16693"/>
                    <a:pt x="108022" y="16845"/>
                  </a:cubicBezTo>
                  <a:cubicBezTo>
                    <a:pt x="107878" y="16998"/>
                    <a:pt x="107730" y="17146"/>
                    <a:pt x="107577" y="17290"/>
                  </a:cubicBezTo>
                  <a:cubicBezTo>
                    <a:pt x="107425" y="17433"/>
                    <a:pt x="107268" y="17572"/>
                    <a:pt x="107106" y="17705"/>
                  </a:cubicBezTo>
                  <a:cubicBezTo>
                    <a:pt x="106945" y="17839"/>
                    <a:pt x="106779" y="17967"/>
                    <a:pt x="106610" y="18090"/>
                  </a:cubicBezTo>
                  <a:cubicBezTo>
                    <a:pt x="106440" y="18213"/>
                    <a:pt x="106267" y="18331"/>
                    <a:pt x="106090" y="18443"/>
                  </a:cubicBezTo>
                  <a:cubicBezTo>
                    <a:pt x="105913" y="18556"/>
                    <a:pt x="105733" y="18662"/>
                    <a:pt x="105549" y="18763"/>
                  </a:cubicBezTo>
                  <a:cubicBezTo>
                    <a:pt x="105366" y="18864"/>
                    <a:pt x="105179" y="18959"/>
                    <a:pt x="104990" y="19048"/>
                  </a:cubicBezTo>
                  <a:cubicBezTo>
                    <a:pt x="104800" y="19137"/>
                    <a:pt x="104608" y="19221"/>
                    <a:pt x="104413" y="19298"/>
                  </a:cubicBezTo>
                  <a:cubicBezTo>
                    <a:pt x="104218" y="19375"/>
                    <a:pt x="104021" y="19446"/>
                    <a:pt x="103822" y="19511"/>
                  </a:cubicBezTo>
                  <a:cubicBezTo>
                    <a:pt x="103623" y="19575"/>
                    <a:pt x="103422" y="19634"/>
                    <a:pt x="103219" y="19686"/>
                  </a:cubicBezTo>
                  <a:cubicBezTo>
                    <a:pt x="103016" y="19738"/>
                    <a:pt x="102811" y="19784"/>
                    <a:pt x="102606" y="19823"/>
                  </a:cubicBezTo>
                  <a:cubicBezTo>
                    <a:pt x="102400" y="19862"/>
                    <a:pt x="102193" y="19895"/>
                    <a:pt x="101985" y="19921"/>
                  </a:cubicBezTo>
                  <a:cubicBezTo>
                    <a:pt x="101777" y="19947"/>
                    <a:pt x="101569" y="19967"/>
                    <a:pt x="101360" y="19980"/>
                  </a:cubicBezTo>
                  <a:cubicBezTo>
                    <a:pt x="101151" y="19993"/>
                    <a:pt x="100941" y="20000"/>
                    <a:pt x="100732" y="20000"/>
                  </a:cubicBezTo>
                  <a:lnTo>
                    <a:pt x="100732" y="68260"/>
                  </a:lnTo>
                  <a:lnTo>
                    <a:pt x="140052" y="176400"/>
                  </a:lnTo>
                  <a:lnTo>
                    <a:pt x="140392" y="177170"/>
                  </a:lnTo>
                  <a:cubicBezTo>
                    <a:pt x="140510" y="177487"/>
                    <a:pt x="140619" y="177808"/>
                    <a:pt x="140718" y="178132"/>
                  </a:cubicBezTo>
                  <a:cubicBezTo>
                    <a:pt x="140817" y="178456"/>
                    <a:pt x="140907" y="178782"/>
                    <a:pt x="140986" y="179111"/>
                  </a:cubicBezTo>
                  <a:cubicBezTo>
                    <a:pt x="141066" y="179441"/>
                    <a:pt x="141136" y="179772"/>
                    <a:pt x="141195" y="180105"/>
                  </a:cubicBezTo>
                  <a:cubicBezTo>
                    <a:pt x="141255" y="180439"/>
                    <a:pt x="141305" y="180774"/>
                    <a:pt x="141345" y="181110"/>
                  </a:cubicBezTo>
                  <a:cubicBezTo>
                    <a:pt x="141385" y="181446"/>
                    <a:pt x="141414" y="181784"/>
                    <a:pt x="141434" y="182122"/>
                  </a:cubicBezTo>
                  <a:cubicBezTo>
                    <a:pt x="141454" y="182460"/>
                    <a:pt x="141463" y="182798"/>
                    <a:pt x="141463" y="183137"/>
                  </a:cubicBezTo>
                  <a:cubicBezTo>
                    <a:pt x="141462" y="183475"/>
                    <a:pt x="141452" y="183814"/>
                    <a:pt x="141431" y="184152"/>
                  </a:cubicBezTo>
                  <a:cubicBezTo>
                    <a:pt x="141410" y="184490"/>
                    <a:pt x="141379" y="184827"/>
                    <a:pt x="141338" y="185163"/>
                  </a:cubicBezTo>
                  <a:cubicBezTo>
                    <a:pt x="141297" y="185499"/>
                    <a:pt x="141246" y="185834"/>
                    <a:pt x="141185" y="186167"/>
                  </a:cubicBezTo>
                  <a:cubicBezTo>
                    <a:pt x="141124" y="186501"/>
                    <a:pt x="141053" y="186832"/>
                    <a:pt x="140973" y="187161"/>
                  </a:cubicBezTo>
                  <a:cubicBezTo>
                    <a:pt x="140892" y="187489"/>
                    <a:pt x="140802" y="187816"/>
                    <a:pt x="140701" y="188139"/>
                  </a:cubicBezTo>
                  <a:cubicBezTo>
                    <a:pt x="140601" y="188463"/>
                    <a:pt x="140491" y="188783"/>
                    <a:pt x="140372" y="189100"/>
                  </a:cubicBezTo>
                  <a:lnTo>
                    <a:pt x="139672" y="190720"/>
                  </a:lnTo>
                  <a:cubicBezTo>
                    <a:pt x="139515" y="191032"/>
                    <a:pt x="139349" y="191340"/>
                    <a:pt x="139174" y="191642"/>
                  </a:cubicBezTo>
                  <a:cubicBezTo>
                    <a:pt x="138999" y="191945"/>
                    <a:pt x="138814" y="192241"/>
                    <a:pt x="138620" y="192532"/>
                  </a:cubicBezTo>
                  <a:cubicBezTo>
                    <a:pt x="138427" y="192823"/>
                    <a:pt x="138224" y="193108"/>
                    <a:pt x="138013" y="193386"/>
                  </a:cubicBezTo>
                  <a:cubicBezTo>
                    <a:pt x="137801" y="193665"/>
                    <a:pt x="137582" y="193937"/>
                    <a:pt x="137354" y="194201"/>
                  </a:cubicBezTo>
                  <a:cubicBezTo>
                    <a:pt x="137126" y="194466"/>
                    <a:pt x="136890" y="194724"/>
                    <a:pt x="136646" y="194974"/>
                  </a:cubicBezTo>
                  <a:cubicBezTo>
                    <a:pt x="136402" y="195224"/>
                    <a:pt x="136150" y="195467"/>
                    <a:pt x="135891" y="195702"/>
                  </a:cubicBezTo>
                  <a:cubicBezTo>
                    <a:pt x="135632" y="195937"/>
                    <a:pt x="135366" y="196163"/>
                    <a:pt x="135094" y="196382"/>
                  </a:cubicBezTo>
                  <a:cubicBezTo>
                    <a:pt x="134821" y="196600"/>
                    <a:pt x="134541" y="196810"/>
                    <a:pt x="134255" y="197011"/>
                  </a:cubicBezTo>
                  <a:cubicBezTo>
                    <a:pt x="133970" y="197212"/>
                    <a:pt x="133678" y="197405"/>
                    <a:pt x="133380" y="197588"/>
                  </a:cubicBezTo>
                  <a:cubicBezTo>
                    <a:pt x="133083" y="197771"/>
                    <a:pt x="132779" y="197945"/>
                    <a:pt x="132471" y="198109"/>
                  </a:cubicBezTo>
                  <a:cubicBezTo>
                    <a:pt x="132163" y="198274"/>
                    <a:pt x="131849" y="198429"/>
                    <a:pt x="131531" y="198574"/>
                  </a:cubicBezTo>
                  <a:cubicBezTo>
                    <a:pt x="131214" y="198719"/>
                    <a:pt x="130891" y="198854"/>
                    <a:pt x="130565" y="198980"/>
                  </a:cubicBezTo>
                  <a:cubicBezTo>
                    <a:pt x="130239" y="199105"/>
                    <a:pt x="129909" y="199220"/>
                    <a:pt x="129575" y="199325"/>
                  </a:cubicBezTo>
                  <a:cubicBezTo>
                    <a:pt x="129242" y="199430"/>
                    <a:pt x="128906" y="199525"/>
                    <a:pt x="128566" y="199609"/>
                  </a:cubicBezTo>
                  <a:cubicBezTo>
                    <a:pt x="128227" y="199693"/>
                    <a:pt x="127886" y="199767"/>
                    <a:pt x="127542" y="199830"/>
                  </a:cubicBezTo>
                  <a:lnTo>
                    <a:pt x="125732" y="200000"/>
                  </a:lnTo>
                  <a:lnTo>
                    <a:pt x="15732" y="200000"/>
                  </a:lnTo>
                  <a:lnTo>
                    <a:pt x="13922" y="199830"/>
                  </a:lnTo>
                  <a:cubicBezTo>
                    <a:pt x="13574" y="199766"/>
                    <a:pt x="13229" y="199691"/>
                    <a:pt x="12886" y="199606"/>
                  </a:cubicBezTo>
                  <a:cubicBezTo>
                    <a:pt x="12543" y="199520"/>
                    <a:pt x="12203" y="199424"/>
                    <a:pt x="11866" y="199317"/>
                  </a:cubicBezTo>
                  <a:cubicBezTo>
                    <a:pt x="11530" y="199211"/>
                    <a:pt x="11196" y="199093"/>
                    <a:pt x="10867" y="198966"/>
                  </a:cubicBezTo>
                  <a:cubicBezTo>
                    <a:pt x="10537" y="198839"/>
                    <a:pt x="10212" y="198701"/>
                    <a:pt x="9891" y="198553"/>
                  </a:cubicBezTo>
                  <a:cubicBezTo>
                    <a:pt x="9570" y="198405"/>
                    <a:pt x="9253" y="198248"/>
                    <a:pt x="8942" y="198080"/>
                  </a:cubicBezTo>
                  <a:cubicBezTo>
                    <a:pt x="8631" y="197913"/>
                    <a:pt x="8325" y="197735"/>
                    <a:pt x="8025" y="197549"/>
                  </a:cubicBezTo>
                  <a:cubicBezTo>
                    <a:pt x="7725" y="197362"/>
                    <a:pt x="7431" y="197167"/>
                    <a:pt x="7143" y="196962"/>
                  </a:cubicBezTo>
                  <a:cubicBezTo>
                    <a:pt x="6855" y="196757"/>
                    <a:pt x="6574" y="196543"/>
                    <a:pt x="6299" y="196321"/>
                  </a:cubicBezTo>
                  <a:cubicBezTo>
                    <a:pt x="6025" y="196098"/>
                    <a:pt x="5757" y="195867"/>
                    <a:pt x="5497" y="195628"/>
                  </a:cubicBezTo>
                  <a:cubicBezTo>
                    <a:pt x="5237" y="195389"/>
                    <a:pt x="4984" y="195142"/>
                    <a:pt x="4739" y="194887"/>
                  </a:cubicBezTo>
                  <a:cubicBezTo>
                    <a:pt x="4495" y="194632"/>
                    <a:pt x="4258" y="194370"/>
                    <a:pt x="4030" y="194100"/>
                  </a:cubicBezTo>
                  <a:cubicBezTo>
                    <a:pt x="3801" y="193831"/>
                    <a:pt x="3581" y="193554"/>
                    <a:pt x="3370" y="193271"/>
                  </a:cubicBezTo>
                  <a:cubicBezTo>
                    <a:pt x="3159" y="192988"/>
                    <a:pt x="2957" y="192698"/>
                    <a:pt x="2763" y="192402"/>
                  </a:cubicBezTo>
                  <a:cubicBezTo>
                    <a:pt x="2570" y="192106"/>
                    <a:pt x="2387" y="191804"/>
                    <a:pt x="2212" y="191497"/>
                  </a:cubicBezTo>
                  <a:cubicBezTo>
                    <a:pt x="2038" y="191189"/>
                    <a:pt x="1873" y="190877"/>
                    <a:pt x="1718" y="190559"/>
                  </a:cubicBezTo>
                  <a:cubicBezTo>
                    <a:pt x="1564" y="190242"/>
                    <a:pt x="1419" y="189919"/>
                    <a:pt x="1284" y="189593"/>
                  </a:cubicBezTo>
                  <a:cubicBezTo>
                    <a:pt x="1149" y="189266"/>
                    <a:pt x="1025" y="188935"/>
                    <a:pt x="911" y="188601"/>
                  </a:cubicBezTo>
                  <a:cubicBezTo>
                    <a:pt x="797" y="188266"/>
                    <a:pt x="693" y="187928"/>
                    <a:pt x="600" y="187588"/>
                  </a:cubicBezTo>
                  <a:cubicBezTo>
                    <a:pt x="507" y="187247"/>
                    <a:pt x="425" y="186903"/>
                    <a:pt x="353" y="186557"/>
                  </a:cubicBezTo>
                  <a:cubicBezTo>
                    <a:pt x="281" y="186211"/>
                    <a:pt x="220" y="185863"/>
                    <a:pt x="171" y="185513"/>
                  </a:cubicBezTo>
                  <a:cubicBezTo>
                    <a:pt x="121" y="185163"/>
                    <a:pt x="82" y="184812"/>
                    <a:pt x="54" y="184460"/>
                  </a:cubicBezTo>
                  <a:cubicBezTo>
                    <a:pt x="26" y="184108"/>
                    <a:pt x="9" y="183755"/>
                    <a:pt x="2" y="183401"/>
                  </a:cubicBezTo>
                  <a:cubicBezTo>
                    <a:pt x="-4" y="183048"/>
                    <a:pt x="1" y="182695"/>
                    <a:pt x="17" y="182342"/>
                  </a:cubicBezTo>
                  <a:cubicBezTo>
                    <a:pt x="33" y="181989"/>
                    <a:pt x="60" y="181636"/>
                    <a:pt x="98" y="181285"/>
                  </a:cubicBezTo>
                  <a:cubicBezTo>
                    <a:pt x="136" y="180934"/>
                    <a:pt x="185" y="180584"/>
                    <a:pt x="245" y="180236"/>
                  </a:cubicBezTo>
                  <a:cubicBezTo>
                    <a:pt x="305" y="179887"/>
                    <a:pt x="375" y="179541"/>
                    <a:pt x="457" y="179197"/>
                  </a:cubicBezTo>
                  <a:cubicBezTo>
                    <a:pt x="538" y="178853"/>
                    <a:pt x="630" y="178512"/>
                    <a:pt x="733" y="178174"/>
                  </a:cubicBezTo>
                  <a:cubicBezTo>
                    <a:pt x="835" y="177836"/>
                    <a:pt x="948" y="177501"/>
                    <a:pt x="1072" y="177170"/>
                  </a:cubicBezTo>
                  <a:lnTo>
                    <a:pt x="1462" y="176270"/>
                  </a:lnTo>
                  <a:lnTo>
                    <a:pt x="40732" y="68230"/>
                  </a:lnTo>
                  <a:lnTo>
                    <a:pt x="40732" y="20000"/>
                  </a:lnTo>
                  <a:cubicBezTo>
                    <a:pt x="40522" y="20000"/>
                    <a:pt x="40313" y="19993"/>
                    <a:pt x="40104" y="19980"/>
                  </a:cubicBezTo>
                  <a:cubicBezTo>
                    <a:pt x="39895" y="19967"/>
                    <a:pt x="39686" y="19947"/>
                    <a:pt x="39479" y="19921"/>
                  </a:cubicBezTo>
                  <a:cubicBezTo>
                    <a:pt x="39271" y="19895"/>
                    <a:pt x="39064" y="19862"/>
                    <a:pt x="38858" y="19823"/>
                  </a:cubicBezTo>
                  <a:cubicBezTo>
                    <a:pt x="38652" y="19784"/>
                    <a:pt x="38448" y="19738"/>
                    <a:pt x="38245" y="19686"/>
                  </a:cubicBezTo>
                  <a:cubicBezTo>
                    <a:pt x="38042" y="19634"/>
                    <a:pt x="37841" y="19575"/>
                    <a:pt x="37642" y="19511"/>
                  </a:cubicBezTo>
                  <a:cubicBezTo>
                    <a:pt x="37443" y="19446"/>
                    <a:pt x="37245" y="19375"/>
                    <a:pt x="37051" y="19298"/>
                  </a:cubicBezTo>
                  <a:cubicBezTo>
                    <a:pt x="36856" y="19221"/>
                    <a:pt x="36664" y="19137"/>
                    <a:pt x="36474" y="19048"/>
                  </a:cubicBezTo>
                  <a:cubicBezTo>
                    <a:pt x="36285" y="18959"/>
                    <a:pt x="36098" y="18864"/>
                    <a:pt x="35914" y="18763"/>
                  </a:cubicBezTo>
                  <a:cubicBezTo>
                    <a:pt x="35731" y="18662"/>
                    <a:pt x="35550" y="18556"/>
                    <a:pt x="35374" y="18443"/>
                  </a:cubicBezTo>
                  <a:cubicBezTo>
                    <a:pt x="35197" y="18331"/>
                    <a:pt x="35023" y="18213"/>
                    <a:pt x="34854" y="18090"/>
                  </a:cubicBezTo>
                  <a:cubicBezTo>
                    <a:pt x="34685" y="17967"/>
                    <a:pt x="34519" y="17839"/>
                    <a:pt x="34358" y="17705"/>
                  </a:cubicBezTo>
                  <a:cubicBezTo>
                    <a:pt x="34196" y="17572"/>
                    <a:pt x="34039" y="17433"/>
                    <a:pt x="33886" y="17290"/>
                  </a:cubicBezTo>
                  <a:cubicBezTo>
                    <a:pt x="33734" y="17146"/>
                    <a:pt x="33586" y="16998"/>
                    <a:pt x="33442" y="16845"/>
                  </a:cubicBezTo>
                  <a:cubicBezTo>
                    <a:pt x="33299" y="16693"/>
                    <a:pt x="33160" y="16536"/>
                    <a:pt x="33027" y="16374"/>
                  </a:cubicBezTo>
                  <a:cubicBezTo>
                    <a:pt x="32893" y="16213"/>
                    <a:pt x="32765" y="16047"/>
                    <a:pt x="32642" y="15878"/>
                  </a:cubicBezTo>
                  <a:cubicBezTo>
                    <a:pt x="32519" y="15708"/>
                    <a:pt x="32401" y="15535"/>
                    <a:pt x="32289" y="15358"/>
                  </a:cubicBezTo>
                  <a:cubicBezTo>
                    <a:pt x="32176" y="15181"/>
                    <a:pt x="32070" y="15001"/>
                    <a:pt x="31969" y="14818"/>
                  </a:cubicBezTo>
                  <a:cubicBezTo>
                    <a:pt x="31868" y="14634"/>
                    <a:pt x="31773" y="14447"/>
                    <a:pt x="31684" y="14258"/>
                  </a:cubicBezTo>
                  <a:cubicBezTo>
                    <a:pt x="31594" y="14068"/>
                    <a:pt x="31511" y="13876"/>
                    <a:pt x="31434" y="13681"/>
                  </a:cubicBezTo>
                  <a:cubicBezTo>
                    <a:pt x="31357" y="13486"/>
                    <a:pt x="31286" y="13289"/>
                    <a:pt x="31221" y="13090"/>
                  </a:cubicBezTo>
                  <a:cubicBezTo>
                    <a:pt x="31157" y="12891"/>
                    <a:pt x="31098" y="12690"/>
                    <a:pt x="31046" y="12487"/>
                  </a:cubicBezTo>
                  <a:cubicBezTo>
                    <a:pt x="30994" y="12284"/>
                    <a:pt x="30948" y="12080"/>
                    <a:pt x="30909" y="11874"/>
                  </a:cubicBezTo>
                  <a:cubicBezTo>
                    <a:pt x="30870" y="11668"/>
                    <a:pt x="30837" y="11461"/>
                    <a:pt x="30811" y="11253"/>
                  </a:cubicBezTo>
                  <a:cubicBezTo>
                    <a:pt x="30784" y="11046"/>
                    <a:pt x="30765" y="10837"/>
                    <a:pt x="30752" y="10628"/>
                  </a:cubicBezTo>
                  <a:cubicBezTo>
                    <a:pt x="30738" y="10419"/>
                    <a:pt x="30732" y="10209"/>
                    <a:pt x="30732" y="10000"/>
                  </a:cubicBezTo>
                  <a:cubicBezTo>
                    <a:pt x="30732" y="9791"/>
                    <a:pt x="30738" y="9581"/>
                    <a:pt x="30752" y="9372"/>
                  </a:cubicBezTo>
                  <a:cubicBezTo>
                    <a:pt x="30765" y="9163"/>
                    <a:pt x="30784" y="8954"/>
                    <a:pt x="30811" y="8747"/>
                  </a:cubicBezTo>
                  <a:cubicBezTo>
                    <a:pt x="30837" y="8539"/>
                    <a:pt x="30870" y="8332"/>
                    <a:pt x="30909" y="8126"/>
                  </a:cubicBezTo>
                  <a:cubicBezTo>
                    <a:pt x="30948" y="7920"/>
                    <a:pt x="30994" y="7716"/>
                    <a:pt x="31046" y="7513"/>
                  </a:cubicBezTo>
                  <a:cubicBezTo>
                    <a:pt x="31098" y="7310"/>
                    <a:pt x="31157" y="7109"/>
                    <a:pt x="31221" y="6910"/>
                  </a:cubicBezTo>
                  <a:cubicBezTo>
                    <a:pt x="31286" y="6711"/>
                    <a:pt x="31357" y="6514"/>
                    <a:pt x="31434" y="6319"/>
                  </a:cubicBezTo>
                  <a:cubicBezTo>
                    <a:pt x="31511" y="6124"/>
                    <a:pt x="31594" y="5932"/>
                    <a:pt x="31684" y="5742"/>
                  </a:cubicBezTo>
                  <a:cubicBezTo>
                    <a:pt x="31773" y="5553"/>
                    <a:pt x="31868" y="5366"/>
                    <a:pt x="31969" y="5182"/>
                  </a:cubicBezTo>
                  <a:cubicBezTo>
                    <a:pt x="32070" y="4999"/>
                    <a:pt x="32176" y="4819"/>
                    <a:pt x="32289" y="4642"/>
                  </a:cubicBezTo>
                  <a:cubicBezTo>
                    <a:pt x="32401" y="4465"/>
                    <a:pt x="32519" y="4292"/>
                    <a:pt x="32642" y="4122"/>
                  </a:cubicBezTo>
                  <a:cubicBezTo>
                    <a:pt x="32765" y="3953"/>
                    <a:pt x="32893" y="3787"/>
                    <a:pt x="33027" y="3626"/>
                  </a:cubicBezTo>
                  <a:cubicBezTo>
                    <a:pt x="33160" y="3464"/>
                    <a:pt x="33299" y="3307"/>
                    <a:pt x="33442" y="3155"/>
                  </a:cubicBezTo>
                  <a:cubicBezTo>
                    <a:pt x="33586" y="3002"/>
                    <a:pt x="33734" y="2854"/>
                    <a:pt x="33886" y="2710"/>
                  </a:cubicBezTo>
                  <a:cubicBezTo>
                    <a:pt x="34039" y="2567"/>
                    <a:pt x="34196" y="2428"/>
                    <a:pt x="34358" y="2295"/>
                  </a:cubicBezTo>
                  <a:cubicBezTo>
                    <a:pt x="34519" y="2161"/>
                    <a:pt x="34685" y="2033"/>
                    <a:pt x="34854" y="1910"/>
                  </a:cubicBezTo>
                  <a:cubicBezTo>
                    <a:pt x="35023" y="1787"/>
                    <a:pt x="35197" y="1669"/>
                    <a:pt x="35374" y="1557"/>
                  </a:cubicBezTo>
                  <a:cubicBezTo>
                    <a:pt x="35550" y="1444"/>
                    <a:pt x="35731" y="1338"/>
                    <a:pt x="35914" y="1237"/>
                  </a:cubicBezTo>
                  <a:cubicBezTo>
                    <a:pt x="36098" y="1136"/>
                    <a:pt x="36285" y="1041"/>
                    <a:pt x="36474" y="952"/>
                  </a:cubicBezTo>
                  <a:cubicBezTo>
                    <a:pt x="36664" y="863"/>
                    <a:pt x="36856" y="779"/>
                    <a:pt x="37051" y="702"/>
                  </a:cubicBezTo>
                  <a:cubicBezTo>
                    <a:pt x="37245" y="625"/>
                    <a:pt x="37443" y="554"/>
                    <a:pt x="37642" y="489"/>
                  </a:cubicBezTo>
                  <a:cubicBezTo>
                    <a:pt x="37841" y="425"/>
                    <a:pt x="38042" y="366"/>
                    <a:pt x="38245" y="314"/>
                  </a:cubicBezTo>
                  <a:cubicBezTo>
                    <a:pt x="38448" y="262"/>
                    <a:pt x="38652" y="216"/>
                    <a:pt x="38858" y="177"/>
                  </a:cubicBezTo>
                  <a:cubicBezTo>
                    <a:pt x="39064" y="138"/>
                    <a:pt x="39271" y="105"/>
                    <a:pt x="39479" y="79"/>
                  </a:cubicBezTo>
                  <a:cubicBezTo>
                    <a:pt x="39686" y="53"/>
                    <a:pt x="39895" y="33"/>
                    <a:pt x="40104" y="20"/>
                  </a:cubicBezTo>
                  <a:cubicBezTo>
                    <a:pt x="40313" y="7"/>
                    <a:pt x="40522" y="0"/>
                    <a:pt x="40732" y="0"/>
                  </a:cubicBezTo>
                  <a:lnTo>
                    <a:pt x="100732" y="0"/>
                  </a:lnTo>
                  <a:close/>
                  <a:moveTo>
                    <a:pt x="80732" y="20000"/>
                  </a:moveTo>
                  <a:lnTo>
                    <a:pt x="60732" y="20000"/>
                  </a:lnTo>
                  <a:lnTo>
                    <a:pt x="60732" y="60000"/>
                  </a:lnTo>
                  <a:lnTo>
                    <a:pt x="80732" y="60000"/>
                  </a:lnTo>
                  <a:lnTo>
                    <a:pt x="80732" y="2000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85" name="probe-tabler-flask-2" descr="flask-2 — Tabler contributors; preserve the bundled full upstream license. Source: https://github.com/tabler/tabler-icons/blob/a4ce1404bc6d24d3c365afe7b258d6bf6f48d62d/icons/filled/flask-2.svg; SVG SHA256: e6a3587a692a4e1edd63caf5f37eb0082831cd8de198dd30bf23333ca88ab3c6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86" name="probe-tabler-flask-2-part-1"/>
            <p:cNvSpPr/>
            <p:nvPr/>
          </p:nvSpPr>
          <p:spPr>
            <a:xfrm>
              <a:off x="49951" y="20000"/>
              <a:ext cx="140069" cy="200000"/>
            </a:xfrm>
            <a:custGeom>
              <a:avLst/>
              <a:gdLst/>
              <a:ahLst/>
              <a:cxnLst/>
              <a:rect l="0" t="0" r="r" b="b"/>
              <a:pathLst>
                <a:path w="140069" h="200000">
                  <a:moveTo>
                    <a:pt x="100049" y="0"/>
                  </a:moveTo>
                  <a:cubicBezTo>
                    <a:pt x="100258" y="0"/>
                    <a:pt x="100468" y="7"/>
                    <a:pt x="100677" y="20"/>
                  </a:cubicBezTo>
                  <a:cubicBezTo>
                    <a:pt x="100886" y="33"/>
                    <a:pt x="101095" y="53"/>
                    <a:pt x="101302" y="79"/>
                  </a:cubicBezTo>
                  <a:cubicBezTo>
                    <a:pt x="101510" y="105"/>
                    <a:pt x="101717" y="138"/>
                    <a:pt x="101923" y="177"/>
                  </a:cubicBezTo>
                  <a:cubicBezTo>
                    <a:pt x="102129" y="216"/>
                    <a:pt x="102333" y="262"/>
                    <a:pt x="102536" y="314"/>
                  </a:cubicBezTo>
                  <a:cubicBezTo>
                    <a:pt x="102739" y="366"/>
                    <a:pt x="102940" y="425"/>
                    <a:pt x="103139" y="489"/>
                  </a:cubicBezTo>
                  <a:cubicBezTo>
                    <a:pt x="103338" y="554"/>
                    <a:pt x="103536" y="625"/>
                    <a:pt x="103730" y="702"/>
                  </a:cubicBezTo>
                  <a:cubicBezTo>
                    <a:pt x="103925" y="779"/>
                    <a:pt x="104117" y="863"/>
                    <a:pt x="104307" y="952"/>
                  </a:cubicBezTo>
                  <a:cubicBezTo>
                    <a:pt x="104496" y="1041"/>
                    <a:pt x="104683" y="1136"/>
                    <a:pt x="104867" y="1237"/>
                  </a:cubicBezTo>
                  <a:cubicBezTo>
                    <a:pt x="105050" y="1338"/>
                    <a:pt x="105230" y="1444"/>
                    <a:pt x="105407" y="1557"/>
                  </a:cubicBezTo>
                  <a:cubicBezTo>
                    <a:pt x="105584" y="1669"/>
                    <a:pt x="105757" y="1787"/>
                    <a:pt x="105927" y="1910"/>
                  </a:cubicBezTo>
                  <a:cubicBezTo>
                    <a:pt x="106096" y="2033"/>
                    <a:pt x="106262" y="2161"/>
                    <a:pt x="106423" y="2295"/>
                  </a:cubicBezTo>
                  <a:cubicBezTo>
                    <a:pt x="106585" y="2428"/>
                    <a:pt x="106742" y="2567"/>
                    <a:pt x="106895" y="2710"/>
                  </a:cubicBezTo>
                  <a:cubicBezTo>
                    <a:pt x="107047" y="2854"/>
                    <a:pt x="107195" y="3002"/>
                    <a:pt x="107339" y="3155"/>
                  </a:cubicBezTo>
                  <a:cubicBezTo>
                    <a:pt x="107482" y="3307"/>
                    <a:pt x="107621" y="3464"/>
                    <a:pt x="107754" y="3626"/>
                  </a:cubicBezTo>
                  <a:cubicBezTo>
                    <a:pt x="107888" y="3787"/>
                    <a:pt x="108016" y="3953"/>
                    <a:pt x="108139" y="4122"/>
                  </a:cubicBezTo>
                  <a:cubicBezTo>
                    <a:pt x="108262" y="4292"/>
                    <a:pt x="108380" y="4465"/>
                    <a:pt x="108492" y="4642"/>
                  </a:cubicBezTo>
                  <a:cubicBezTo>
                    <a:pt x="108605" y="4819"/>
                    <a:pt x="108711" y="4999"/>
                    <a:pt x="108812" y="5182"/>
                  </a:cubicBezTo>
                  <a:cubicBezTo>
                    <a:pt x="108913" y="5366"/>
                    <a:pt x="109008" y="5553"/>
                    <a:pt x="109097" y="5742"/>
                  </a:cubicBezTo>
                  <a:cubicBezTo>
                    <a:pt x="109186" y="5932"/>
                    <a:pt x="109270" y="6124"/>
                    <a:pt x="109347" y="6319"/>
                  </a:cubicBezTo>
                  <a:cubicBezTo>
                    <a:pt x="109424" y="6514"/>
                    <a:pt x="109495" y="6711"/>
                    <a:pt x="109560" y="6910"/>
                  </a:cubicBezTo>
                  <a:cubicBezTo>
                    <a:pt x="109624" y="7109"/>
                    <a:pt x="109683" y="7310"/>
                    <a:pt x="109735" y="7513"/>
                  </a:cubicBezTo>
                  <a:cubicBezTo>
                    <a:pt x="109787" y="7716"/>
                    <a:pt x="109833" y="7920"/>
                    <a:pt x="109872" y="8126"/>
                  </a:cubicBezTo>
                  <a:cubicBezTo>
                    <a:pt x="109911" y="8332"/>
                    <a:pt x="109944" y="8539"/>
                    <a:pt x="109970" y="8747"/>
                  </a:cubicBezTo>
                  <a:cubicBezTo>
                    <a:pt x="109996" y="8954"/>
                    <a:pt x="110016" y="9163"/>
                    <a:pt x="110029" y="9372"/>
                  </a:cubicBezTo>
                  <a:cubicBezTo>
                    <a:pt x="110042" y="9581"/>
                    <a:pt x="110049" y="9791"/>
                    <a:pt x="110049" y="10000"/>
                  </a:cubicBezTo>
                  <a:cubicBezTo>
                    <a:pt x="110049" y="10209"/>
                    <a:pt x="110042" y="10419"/>
                    <a:pt x="110029" y="10628"/>
                  </a:cubicBezTo>
                  <a:cubicBezTo>
                    <a:pt x="110016" y="10837"/>
                    <a:pt x="109996" y="11046"/>
                    <a:pt x="109970" y="11253"/>
                  </a:cubicBezTo>
                  <a:cubicBezTo>
                    <a:pt x="109944" y="11461"/>
                    <a:pt x="109911" y="11668"/>
                    <a:pt x="109872" y="11874"/>
                  </a:cubicBezTo>
                  <a:cubicBezTo>
                    <a:pt x="109833" y="12080"/>
                    <a:pt x="109787" y="12284"/>
                    <a:pt x="109735" y="12487"/>
                  </a:cubicBezTo>
                  <a:cubicBezTo>
                    <a:pt x="109683" y="12690"/>
                    <a:pt x="109624" y="12891"/>
                    <a:pt x="109560" y="13090"/>
                  </a:cubicBezTo>
                  <a:cubicBezTo>
                    <a:pt x="109495" y="13289"/>
                    <a:pt x="109424" y="13486"/>
                    <a:pt x="109347" y="13681"/>
                  </a:cubicBezTo>
                  <a:cubicBezTo>
                    <a:pt x="109270" y="13876"/>
                    <a:pt x="109186" y="14068"/>
                    <a:pt x="109097" y="14258"/>
                  </a:cubicBezTo>
                  <a:cubicBezTo>
                    <a:pt x="109008" y="14447"/>
                    <a:pt x="108913" y="14634"/>
                    <a:pt x="108812" y="14818"/>
                  </a:cubicBezTo>
                  <a:cubicBezTo>
                    <a:pt x="108711" y="15001"/>
                    <a:pt x="108605" y="15181"/>
                    <a:pt x="108492" y="15358"/>
                  </a:cubicBezTo>
                  <a:cubicBezTo>
                    <a:pt x="108380" y="15535"/>
                    <a:pt x="108262" y="15708"/>
                    <a:pt x="108139" y="15878"/>
                  </a:cubicBezTo>
                  <a:cubicBezTo>
                    <a:pt x="108016" y="16047"/>
                    <a:pt x="107888" y="16213"/>
                    <a:pt x="107754" y="16374"/>
                  </a:cubicBezTo>
                  <a:cubicBezTo>
                    <a:pt x="107621" y="16536"/>
                    <a:pt x="107482" y="16693"/>
                    <a:pt x="107339" y="16845"/>
                  </a:cubicBezTo>
                  <a:cubicBezTo>
                    <a:pt x="107195" y="16998"/>
                    <a:pt x="107047" y="17146"/>
                    <a:pt x="106895" y="17290"/>
                  </a:cubicBezTo>
                  <a:cubicBezTo>
                    <a:pt x="106742" y="17433"/>
                    <a:pt x="106585" y="17572"/>
                    <a:pt x="106423" y="17705"/>
                  </a:cubicBezTo>
                  <a:cubicBezTo>
                    <a:pt x="106262" y="17839"/>
                    <a:pt x="106096" y="17967"/>
                    <a:pt x="105927" y="18090"/>
                  </a:cubicBezTo>
                  <a:cubicBezTo>
                    <a:pt x="105757" y="18213"/>
                    <a:pt x="105584" y="18331"/>
                    <a:pt x="105407" y="18443"/>
                  </a:cubicBezTo>
                  <a:cubicBezTo>
                    <a:pt x="105230" y="18556"/>
                    <a:pt x="105050" y="18662"/>
                    <a:pt x="104867" y="18763"/>
                  </a:cubicBezTo>
                  <a:cubicBezTo>
                    <a:pt x="104683" y="18864"/>
                    <a:pt x="104496" y="18959"/>
                    <a:pt x="104307" y="19048"/>
                  </a:cubicBezTo>
                  <a:cubicBezTo>
                    <a:pt x="104117" y="19137"/>
                    <a:pt x="103925" y="19221"/>
                    <a:pt x="103730" y="19298"/>
                  </a:cubicBezTo>
                  <a:cubicBezTo>
                    <a:pt x="103536" y="19375"/>
                    <a:pt x="103338" y="19446"/>
                    <a:pt x="103139" y="19511"/>
                  </a:cubicBezTo>
                  <a:cubicBezTo>
                    <a:pt x="102940" y="19575"/>
                    <a:pt x="102739" y="19634"/>
                    <a:pt x="102536" y="19686"/>
                  </a:cubicBezTo>
                  <a:cubicBezTo>
                    <a:pt x="102333" y="19738"/>
                    <a:pt x="102129" y="19784"/>
                    <a:pt x="101923" y="19823"/>
                  </a:cubicBezTo>
                  <a:cubicBezTo>
                    <a:pt x="101717" y="19862"/>
                    <a:pt x="101510" y="19895"/>
                    <a:pt x="101302" y="19921"/>
                  </a:cubicBezTo>
                  <a:cubicBezTo>
                    <a:pt x="101095" y="19947"/>
                    <a:pt x="100886" y="19967"/>
                    <a:pt x="100677" y="19980"/>
                  </a:cubicBezTo>
                  <a:cubicBezTo>
                    <a:pt x="100468" y="19993"/>
                    <a:pt x="100258" y="20000"/>
                    <a:pt x="100049" y="20000"/>
                  </a:cubicBezTo>
                  <a:lnTo>
                    <a:pt x="100049" y="76740"/>
                  </a:lnTo>
                  <a:lnTo>
                    <a:pt x="100669" y="77040"/>
                  </a:lnTo>
                  <a:cubicBezTo>
                    <a:pt x="101925" y="77650"/>
                    <a:pt x="103162" y="78298"/>
                    <a:pt x="104380" y="78982"/>
                  </a:cubicBezTo>
                  <a:cubicBezTo>
                    <a:pt x="105597" y="79667"/>
                    <a:pt x="106793" y="80387"/>
                    <a:pt x="107968" y="81143"/>
                  </a:cubicBezTo>
                  <a:cubicBezTo>
                    <a:pt x="109142" y="81899"/>
                    <a:pt x="110293" y="82690"/>
                    <a:pt x="111420" y="83515"/>
                  </a:cubicBezTo>
                  <a:cubicBezTo>
                    <a:pt x="112547" y="84340"/>
                    <a:pt x="113648" y="85198"/>
                    <a:pt x="114724" y="86089"/>
                  </a:cubicBezTo>
                  <a:cubicBezTo>
                    <a:pt x="115799" y="86980"/>
                    <a:pt x="116848" y="87902"/>
                    <a:pt x="117868" y="88856"/>
                  </a:cubicBezTo>
                  <a:cubicBezTo>
                    <a:pt x="118888" y="89809"/>
                    <a:pt x="119880" y="90793"/>
                    <a:pt x="120841" y="91806"/>
                  </a:cubicBezTo>
                  <a:cubicBezTo>
                    <a:pt x="121803" y="92818"/>
                    <a:pt x="122734" y="93860"/>
                    <a:pt x="123633" y="94928"/>
                  </a:cubicBezTo>
                  <a:cubicBezTo>
                    <a:pt x="124532" y="95997"/>
                    <a:pt x="125399" y="97092"/>
                    <a:pt x="126233" y="98212"/>
                  </a:cubicBezTo>
                  <a:cubicBezTo>
                    <a:pt x="127066" y="99332"/>
                    <a:pt x="127866" y="100477"/>
                    <a:pt x="128631" y="101646"/>
                  </a:cubicBezTo>
                  <a:cubicBezTo>
                    <a:pt x="129396" y="102814"/>
                    <a:pt x="130126" y="104004"/>
                    <a:pt x="130820" y="105216"/>
                  </a:cubicBezTo>
                  <a:cubicBezTo>
                    <a:pt x="131514" y="106428"/>
                    <a:pt x="132172" y="107660"/>
                    <a:pt x="132792" y="108912"/>
                  </a:cubicBezTo>
                  <a:cubicBezTo>
                    <a:pt x="133412" y="110163"/>
                    <a:pt x="133995" y="111432"/>
                    <a:pt x="134539" y="112718"/>
                  </a:cubicBezTo>
                  <a:cubicBezTo>
                    <a:pt x="135083" y="114004"/>
                    <a:pt x="135589" y="115306"/>
                    <a:pt x="136055" y="116622"/>
                  </a:cubicBezTo>
                  <a:cubicBezTo>
                    <a:pt x="136521" y="117939"/>
                    <a:pt x="136948" y="119269"/>
                    <a:pt x="137335" y="120610"/>
                  </a:cubicBezTo>
                  <a:cubicBezTo>
                    <a:pt x="137722" y="121952"/>
                    <a:pt x="138068" y="123305"/>
                    <a:pt x="138374" y="124668"/>
                  </a:cubicBezTo>
                  <a:cubicBezTo>
                    <a:pt x="138680" y="126030"/>
                    <a:pt x="138945" y="127402"/>
                    <a:pt x="139169" y="128780"/>
                  </a:cubicBezTo>
                  <a:lnTo>
                    <a:pt x="139539" y="131400"/>
                  </a:lnTo>
                  <a:cubicBezTo>
                    <a:pt x="139715" y="132826"/>
                    <a:pt x="139848" y="134257"/>
                    <a:pt x="139936" y="135691"/>
                  </a:cubicBezTo>
                  <a:cubicBezTo>
                    <a:pt x="140025" y="137125"/>
                    <a:pt x="140069" y="138561"/>
                    <a:pt x="140069" y="139998"/>
                  </a:cubicBezTo>
                  <a:cubicBezTo>
                    <a:pt x="140069" y="141435"/>
                    <a:pt x="140024" y="142871"/>
                    <a:pt x="139936" y="144305"/>
                  </a:cubicBezTo>
                  <a:cubicBezTo>
                    <a:pt x="139847" y="145739"/>
                    <a:pt x="139715" y="147170"/>
                    <a:pt x="139538" y="148596"/>
                  </a:cubicBezTo>
                  <a:cubicBezTo>
                    <a:pt x="139362" y="150022"/>
                    <a:pt x="139141" y="151442"/>
                    <a:pt x="138877" y="152854"/>
                  </a:cubicBezTo>
                  <a:cubicBezTo>
                    <a:pt x="138613" y="154267"/>
                    <a:pt x="138306" y="155670"/>
                    <a:pt x="137956" y="157064"/>
                  </a:cubicBezTo>
                  <a:cubicBezTo>
                    <a:pt x="137605" y="158457"/>
                    <a:pt x="137212" y="159839"/>
                    <a:pt x="136777" y="161209"/>
                  </a:cubicBezTo>
                  <a:cubicBezTo>
                    <a:pt x="136341" y="162578"/>
                    <a:pt x="135864" y="163933"/>
                    <a:pt x="135345" y="165273"/>
                  </a:cubicBezTo>
                  <a:cubicBezTo>
                    <a:pt x="134826" y="166613"/>
                    <a:pt x="134266" y="167936"/>
                    <a:pt x="133666" y="169242"/>
                  </a:cubicBezTo>
                  <a:cubicBezTo>
                    <a:pt x="133065" y="170547"/>
                    <a:pt x="132425" y="171833"/>
                    <a:pt x="131746" y="173099"/>
                  </a:cubicBezTo>
                  <a:cubicBezTo>
                    <a:pt x="131066" y="174365"/>
                    <a:pt x="130348" y="175610"/>
                    <a:pt x="129592" y="176832"/>
                  </a:cubicBezTo>
                  <a:cubicBezTo>
                    <a:pt x="128836" y="178053"/>
                    <a:pt x="128042" y="179252"/>
                    <a:pt x="127212" y="180424"/>
                  </a:cubicBezTo>
                  <a:cubicBezTo>
                    <a:pt x="126383" y="181597"/>
                    <a:pt x="125517" y="182744"/>
                    <a:pt x="124616" y="183864"/>
                  </a:cubicBezTo>
                  <a:cubicBezTo>
                    <a:pt x="123716" y="184983"/>
                    <a:pt x="122781" y="186075"/>
                    <a:pt x="121814" y="187137"/>
                  </a:cubicBezTo>
                  <a:cubicBezTo>
                    <a:pt x="120846" y="188199"/>
                    <a:pt x="119846" y="189231"/>
                    <a:pt x="118815" y="190232"/>
                  </a:cubicBezTo>
                  <a:cubicBezTo>
                    <a:pt x="117784" y="191232"/>
                    <a:pt x="116722" y="192201"/>
                    <a:pt x="115631" y="193136"/>
                  </a:cubicBezTo>
                  <a:cubicBezTo>
                    <a:pt x="114541" y="194071"/>
                    <a:pt x="113421" y="194973"/>
                    <a:pt x="112275" y="195839"/>
                  </a:cubicBezTo>
                  <a:cubicBezTo>
                    <a:pt x="111129" y="196705"/>
                    <a:pt x="109956" y="197536"/>
                    <a:pt x="108759" y="198330"/>
                  </a:cubicBezTo>
                  <a:cubicBezTo>
                    <a:pt x="108596" y="198438"/>
                    <a:pt x="108430" y="198541"/>
                    <a:pt x="108262" y="198640"/>
                  </a:cubicBezTo>
                  <a:cubicBezTo>
                    <a:pt x="108093" y="198738"/>
                    <a:pt x="107921" y="198832"/>
                    <a:pt x="107747" y="198920"/>
                  </a:cubicBezTo>
                  <a:cubicBezTo>
                    <a:pt x="107573" y="199008"/>
                    <a:pt x="107396" y="199091"/>
                    <a:pt x="107217" y="199169"/>
                  </a:cubicBezTo>
                  <a:cubicBezTo>
                    <a:pt x="107038" y="199247"/>
                    <a:pt x="106856" y="199320"/>
                    <a:pt x="106673" y="199387"/>
                  </a:cubicBezTo>
                  <a:cubicBezTo>
                    <a:pt x="106490" y="199455"/>
                    <a:pt x="106304" y="199517"/>
                    <a:pt x="106117" y="199573"/>
                  </a:cubicBezTo>
                  <a:cubicBezTo>
                    <a:pt x="105930" y="199629"/>
                    <a:pt x="105742" y="199680"/>
                    <a:pt x="105552" y="199726"/>
                  </a:cubicBezTo>
                  <a:cubicBezTo>
                    <a:pt x="105362" y="199771"/>
                    <a:pt x="105170" y="199811"/>
                    <a:pt x="104978" y="199845"/>
                  </a:cubicBezTo>
                  <a:cubicBezTo>
                    <a:pt x="104786" y="199880"/>
                    <a:pt x="104592" y="199908"/>
                    <a:pt x="104398" y="199931"/>
                  </a:cubicBezTo>
                  <a:cubicBezTo>
                    <a:pt x="104204" y="199954"/>
                    <a:pt x="104010" y="199971"/>
                    <a:pt x="103815" y="199983"/>
                  </a:cubicBezTo>
                  <a:cubicBezTo>
                    <a:pt x="103620" y="199994"/>
                    <a:pt x="103424" y="200000"/>
                    <a:pt x="103229" y="200000"/>
                  </a:cubicBezTo>
                  <a:lnTo>
                    <a:pt x="36879" y="200000"/>
                  </a:lnTo>
                  <a:cubicBezTo>
                    <a:pt x="36684" y="200000"/>
                    <a:pt x="36489" y="199994"/>
                    <a:pt x="36295" y="199983"/>
                  </a:cubicBezTo>
                  <a:cubicBezTo>
                    <a:pt x="36100" y="199972"/>
                    <a:pt x="35906" y="199955"/>
                    <a:pt x="35712" y="199932"/>
                  </a:cubicBezTo>
                  <a:cubicBezTo>
                    <a:pt x="35519" y="199909"/>
                    <a:pt x="35326" y="199881"/>
                    <a:pt x="35134" y="199847"/>
                  </a:cubicBezTo>
                  <a:cubicBezTo>
                    <a:pt x="34942" y="199813"/>
                    <a:pt x="34751" y="199773"/>
                    <a:pt x="34561" y="199728"/>
                  </a:cubicBezTo>
                  <a:cubicBezTo>
                    <a:pt x="34372" y="199683"/>
                    <a:pt x="34183" y="199632"/>
                    <a:pt x="33997" y="199576"/>
                  </a:cubicBezTo>
                  <a:cubicBezTo>
                    <a:pt x="33810" y="199520"/>
                    <a:pt x="33625" y="199459"/>
                    <a:pt x="33442" y="199392"/>
                  </a:cubicBezTo>
                  <a:cubicBezTo>
                    <a:pt x="33259" y="199325"/>
                    <a:pt x="33078" y="199252"/>
                    <a:pt x="32899" y="199175"/>
                  </a:cubicBezTo>
                  <a:cubicBezTo>
                    <a:pt x="32720" y="199097"/>
                    <a:pt x="32544" y="199015"/>
                    <a:pt x="32370" y="198927"/>
                  </a:cubicBezTo>
                  <a:cubicBezTo>
                    <a:pt x="32196" y="198839"/>
                    <a:pt x="32024" y="198746"/>
                    <a:pt x="31856" y="198648"/>
                  </a:cubicBezTo>
                  <a:cubicBezTo>
                    <a:pt x="31687" y="198550"/>
                    <a:pt x="31522" y="198448"/>
                    <a:pt x="31359" y="198340"/>
                  </a:cubicBezTo>
                  <a:cubicBezTo>
                    <a:pt x="30154" y="197543"/>
                    <a:pt x="28975" y="196708"/>
                    <a:pt x="27822" y="195838"/>
                  </a:cubicBezTo>
                  <a:cubicBezTo>
                    <a:pt x="26669" y="194967"/>
                    <a:pt x="25543" y="194061"/>
                    <a:pt x="24446" y="193121"/>
                  </a:cubicBezTo>
                  <a:cubicBezTo>
                    <a:pt x="23350" y="192181"/>
                    <a:pt x="22282" y="191207"/>
                    <a:pt x="21245" y="190201"/>
                  </a:cubicBezTo>
                  <a:cubicBezTo>
                    <a:pt x="20209" y="189195"/>
                    <a:pt x="19204" y="188157"/>
                    <a:pt x="18231" y="187088"/>
                  </a:cubicBezTo>
                  <a:cubicBezTo>
                    <a:pt x="17259" y="186020"/>
                    <a:pt x="16320" y="184922"/>
                    <a:pt x="15415" y="183795"/>
                  </a:cubicBezTo>
                  <a:cubicBezTo>
                    <a:pt x="14511" y="182669"/>
                    <a:pt x="13642" y="181515"/>
                    <a:pt x="12809" y="180334"/>
                  </a:cubicBezTo>
                  <a:cubicBezTo>
                    <a:pt x="11976" y="179154"/>
                    <a:pt x="11179" y="177948"/>
                    <a:pt x="10421" y="176719"/>
                  </a:cubicBezTo>
                  <a:cubicBezTo>
                    <a:pt x="9663" y="175489"/>
                    <a:pt x="8943" y="174236"/>
                    <a:pt x="8262" y="172962"/>
                  </a:cubicBezTo>
                  <a:cubicBezTo>
                    <a:pt x="7581" y="171688"/>
                    <a:pt x="6940" y="170393"/>
                    <a:pt x="6339" y="169079"/>
                  </a:cubicBezTo>
                  <a:cubicBezTo>
                    <a:pt x="5738" y="167766"/>
                    <a:pt x="5178" y="166433"/>
                    <a:pt x="4660" y="165085"/>
                  </a:cubicBezTo>
                  <a:cubicBezTo>
                    <a:pt x="4142" y="163737"/>
                    <a:pt x="3665" y="162372"/>
                    <a:pt x="3231" y="160994"/>
                  </a:cubicBezTo>
                  <a:cubicBezTo>
                    <a:pt x="2798" y="159617"/>
                    <a:pt x="2407" y="158225"/>
                    <a:pt x="2059" y="156823"/>
                  </a:cubicBezTo>
                  <a:cubicBezTo>
                    <a:pt x="1711" y="155421"/>
                    <a:pt x="1407" y="154009"/>
                    <a:pt x="1146" y="152588"/>
                  </a:cubicBezTo>
                  <a:cubicBezTo>
                    <a:pt x="886" y="151167"/>
                    <a:pt x="670" y="149738"/>
                    <a:pt x="498" y="148304"/>
                  </a:cubicBezTo>
                  <a:cubicBezTo>
                    <a:pt x="326" y="146869"/>
                    <a:pt x="198" y="145430"/>
                    <a:pt x="115" y="143988"/>
                  </a:cubicBezTo>
                  <a:cubicBezTo>
                    <a:pt x="32" y="142545"/>
                    <a:pt x="-6" y="141101"/>
                    <a:pt x="1" y="139656"/>
                  </a:cubicBezTo>
                  <a:cubicBezTo>
                    <a:pt x="7" y="138212"/>
                    <a:pt x="58" y="136768"/>
                    <a:pt x="154" y="135326"/>
                  </a:cubicBezTo>
                  <a:cubicBezTo>
                    <a:pt x="250" y="133885"/>
                    <a:pt x="391" y="132447"/>
                    <a:pt x="575" y="131014"/>
                  </a:cubicBezTo>
                  <a:cubicBezTo>
                    <a:pt x="760" y="129581"/>
                    <a:pt x="990" y="128155"/>
                    <a:pt x="1263" y="126736"/>
                  </a:cubicBezTo>
                  <a:cubicBezTo>
                    <a:pt x="1536" y="125317"/>
                    <a:pt x="1853" y="123908"/>
                    <a:pt x="2213" y="122509"/>
                  </a:cubicBezTo>
                  <a:cubicBezTo>
                    <a:pt x="2574" y="121110"/>
                    <a:pt x="2977" y="119722"/>
                    <a:pt x="3423" y="118348"/>
                  </a:cubicBezTo>
                  <a:cubicBezTo>
                    <a:pt x="3870" y="116974"/>
                    <a:pt x="4358" y="115615"/>
                    <a:pt x="4889" y="114271"/>
                  </a:cubicBezTo>
                  <a:cubicBezTo>
                    <a:pt x="5419" y="112927"/>
                    <a:pt x="5991" y="111600"/>
                    <a:pt x="6604" y="110292"/>
                  </a:cubicBezTo>
                  <a:cubicBezTo>
                    <a:pt x="7216" y="108983"/>
                    <a:pt x="7869" y="107694"/>
                    <a:pt x="8561" y="106426"/>
                  </a:cubicBezTo>
                  <a:cubicBezTo>
                    <a:pt x="9254" y="105158"/>
                    <a:pt x="9985" y="103912"/>
                    <a:pt x="10754" y="102690"/>
                  </a:cubicBezTo>
                  <a:cubicBezTo>
                    <a:pt x="11524" y="101467"/>
                    <a:pt x="12331" y="100268"/>
                    <a:pt x="13174" y="99096"/>
                  </a:cubicBezTo>
                  <a:cubicBezTo>
                    <a:pt x="14018" y="97923"/>
                    <a:pt x="14898" y="96776"/>
                    <a:pt x="15812" y="95658"/>
                  </a:cubicBezTo>
                  <a:cubicBezTo>
                    <a:pt x="16727" y="94540"/>
                    <a:pt x="17676" y="93450"/>
                    <a:pt x="18658" y="92391"/>
                  </a:cubicBezTo>
                  <a:cubicBezTo>
                    <a:pt x="19639" y="91331"/>
                    <a:pt x="20654" y="90302"/>
                    <a:pt x="21700" y="89305"/>
                  </a:cubicBezTo>
                  <a:cubicBezTo>
                    <a:pt x="22745" y="88308"/>
                    <a:pt x="23822" y="87344"/>
                    <a:pt x="24927" y="86414"/>
                  </a:cubicBezTo>
                  <a:cubicBezTo>
                    <a:pt x="26032" y="85484"/>
                    <a:pt x="27166" y="84588"/>
                    <a:pt x="28327" y="83728"/>
                  </a:cubicBezTo>
                  <a:cubicBezTo>
                    <a:pt x="29487" y="82868"/>
                    <a:pt x="30674" y="82044"/>
                    <a:pt x="31886" y="81258"/>
                  </a:cubicBezTo>
                  <a:cubicBezTo>
                    <a:pt x="33098" y="80471"/>
                    <a:pt x="34334" y="79722"/>
                    <a:pt x="35592" y="79012"/>
                  </a:cubicBezTo>
                  <a:cubicBezTo>
                    <a:pt x="36850" y="78302"/>
                    <a:pt x="38129" y="77631"/>
                    <a:pt x="39429" y="77000"/>
                  </a:cubicBezTo>
                  <a:lnTo>
                    <a:pt x="40049" y="76720"/>
                  </a:lnTo>
                  <a:lnTo>
                    <a:pt x="40049" y="20000"/>
                  </a:lnTo>
                  <a:cubicBezTo>
                    <a:pt x="39840" y="20000"/>
                    <a:pt x="39630" y="19993"/>
                    <a:pt x="39421" y="19980"/>
                  </a:cubicBezTo>
                  <a:cubicBezTo>
                    <a:pt x="39212" y="19967"/>
                    <a:pt x="39004" y="19947"/>
                    <a:pt x="38796" y="19921"/>
                  </a:cubicBezTo>
                  <a:cubicBezTo>
                    <a:pt x="38588" y="19895"/>
                    <a:pt x="38381" y="19862"/>
                    <a:pt x="38175" y="19823"/>
                  </a:cubicBezTo>
                  <a:cubicBezTo>
                    <a:pt x="37969" y="19784"/>
                    <a:pt x="37765" y="19738"/>
                    <a:pt x="37562" y="19686"/>
                  </a:cubicBezTo>
                  <a:cubicBezTo>
                    <a:pt x="37359" y="19634"/>
                    <a:pt x="37158" y="19575"/>
                    <a:pt x="36959" y="19511"/>
                  </a:cubicBezTo>
                  <a:cubicBezTo>
                    <a:pt x="36760" y="19446"/>
                    <a:pt x="36563" y="19375"/>
                    <a:pt x="36368" y="19298"/>
                  </a:cubicBezTo>
                  <a:cubicBezTo>
                    <a:pt x="36173" y="19221"/>
                    <a:pt x="35981" y="19137"/>
                    <a:pt x="35791" y="19048"/>
                  </a:cubicBezTo>
                  <a:cubicBezTo>
                    <a:pt x="35602" y="18959"/>
                    <a:pt x="35415" y="18864"/>
                    <a:pt x="35231" y="18763"/>
                  </a:cubicBezTo>
                  <a:cubicBezTo>
                    <a:pt x="35048" y="18662"/>
                    <a:pt x="34868" y="18556"/>
                    <a:pt x="34691" y="18443"/>
                  </a:cubicBezTo>
                  <a:cubicBezTo>
                    <a:pt x="34514" y="18331"/>
                    <a:pt x="34341" y="18213"/>
                    <a:pt x="34171" y="18090"/>
                  </a:cubicBezTo>
                  <a:cubicBezTo>
                    <a:pt x="34002" y="17967"/>
                    <a:pt x="33836" y="17839"/>
                    <a:pt x="33675" y="17705"/>
                  </a:cubicBezTo>
                  <a:cubicBezTo>
                    <a:pt x="33513" y="17572"/>
                    <a:pt x="33356" y="17433"/>
                    <a:pt x="33204" y="17290"/>
                  </a:cubicBezTo>
                  <a:cubicBezTo>
                    <a:pt x="33051" y="17146"/>
                    <a:pt x="32903" y="16998"/>
                    <a:pt x="32759" y="16845"/>
                  </a:cubicBezTo>
                  <a:cubicBezTo>
                    <a:pt x="32616" y="16693"/>
                    <a:pt x="32477" y="16536"/>
                    <a:pt x="32344" y="16374"/>
                  </a:cubicBezTo>
                  <a:cubicBezTo>
                    <a:pt x="32210" y="16213"/>
                    <a:pt x="32082" y="16047"/>
                    <a:pt x="31959" y="15878"/>
                  </a:cubicBezTo>
                  <a:cubicBezTo>
                    <a:pt x="31836" y="15708"/>
                    <a:pt x="31718" y="15535"/>
                    <a:pt x="31606" y="15358"/>
                  </a:cubicBezTo>
                  <a:cubicBezTo>
                    <a:pt x="31494" y="15181"/>
                    <a:pt x="31387" y="15001"/>
                    <a:pt x="31286" y="14818"/>
                  </a:cubicBezTo>
                  <a:cubicBezTo>
                    <a:pt x="31185" y="14634"/>
                    <a:pt x="31090" y="14447"/>
                    <a:pt x="31001" y="14258"/>
                  </a:cubicBezTo>
                  <a:cubicBezTo>
                    <a:pt x="30912" y="14068"/>
                    <a:pt x="30828" y="13876"/>
                    <a:pt x="30751" y="13681"/>
                  </a:cubicBezTo>
                  <a:cubicBezTo>
                    <a:pt x="30674" y="13486"/>
                    <a:pt x="30603" y="13289"/>
                    <a:pt x="30538" y="13090"/>
                  </a:cubicBezTo>
                  <a:cubicBezTo>
                    <a:pt x="30474" y="12891"/>
                    <a:pt x="30415" y="12690"/>
                    <a:pt x="30363" y="12487"/>
                  </a:cubicBezTo>
                  <a:cubicBezTo>
                    <a:pt x="30311" y="12284"/>
                    <a:pt x="30265" y="12080"/>
                    <a:pt x="30226" y="11874"/>
                  </a:cubicBezTo>
                  <a:cubicBezTo>
                    <a:pt x="30187" y="11668"/>
                    <a:pt x="30154" y="11461"/>
                    <a:pt x="30128" y="11253"/>
                  </a:cubicBezTo>
                  <a:cubicBezTo>
                    <a:pt x="30102" y="11046"/>
                    <a:pt x="30082" y="10837"/>
                    <a:pt x="30069" y="10628"/>
                  </a:cubicBezTo>
                  <a:cubicBezTo>
                    <a:pt x="30056" y="10419"/>
                    <a:pt x="30049" y="10209"/>
                    <a:pt x="30049" y="10000"/>
                  </a:cubicBezTo>
                  <a:cubicBezTo>
                    <a:pt x="30049" y="9791"/>
                    <a:pt x="30056" y="9581"/>
                    <a:pt x="30069" y="9372"/>
                  </a:cubicBezTo>
                  <a:cubicBezTo>
                    <a:pt x="30082" y="9163"/>
                    <a:pt x="30102" y="8954"/>
                    <a:pt x="30128" y="8747"/>
                  </a:cubicBezTo>
                  <a:cubicBezTo>
                    <a:pt x="30154" y="8539"/>
                    <a:pt x="30187" y="8332"/>
                    <a:pt x="30226" y="8126"/>
                  </a:cubicBezTo>
                  <a:cubicBezTo>
                    <a:pt x="30265" y="7920"/>
                    <a:pt x="30311" y="7716"/>
                    <a:pt x="30363" y="7513"/>
                  </a:cubicBezTo>
                  <a:cubicBezTo>
                    <a:pt x="30415" y="7310"/>
                    <a:pt x="30474" y="7109"/>
                    <a:pt x="30538" y="6910"/>
                  </a:cubicBezTo>
                  <a:cubicBezTo>
                    <a:pt x="30603" y="6711"/>
                    <a:pt x="30674" y="6514"/>
                    <a:pt x="30751" y="6319"/>
                  </a:cubicBezTo>
                  <a:cubicBezTo>
                    <a:pt x="30828" y="6124"/>
                    <a:pt x="30912" y="5932"/>
                    <a:pt x="31001" y="5742"/>
                  </a:cubicBezTo>
                  <a:cubicBezTo>
                    <a:pt x="31090" y="5553"/>
                    <a:pt x="31185" y="5366"/>
                    <a:pt x="31286" y="5182"/>
                  </a:cubicBezTo>
                  <a:cubicBezTo>
                    <a:pt x="31387" y="4999"/>
                    <a:pt x="31494" y="4819"/>
                    <a:pt x="31606" y="4642"/>
                  </a:cubicBezTo>
                  <a:cubicBezTo>
                    <a:pt x="31718" y="4465"/>
                    <a:pt x="31836" y="4292"/>
                    <a:pt x="31959" y="4122"/>
                  </a:cubicBezTo>
                  <a:cubicBezTo>
                    <a:pt x="32082" y="3953"/>
                    <a:pt x="32210" y="3787"/>
                    <a:pt x="32344" y="3626"/>
                  </a:cubicBezTo>
                  <a:cubicBezTo>
                    <a:pt x="32477" y="3464"/>
                    <a:pt x="32616" y="3307"/>
                    <a:pt x="32759" y="3155"/>
                  </a:cubicBezTo>
                  <a:cubicBezTo>
                    <a:pt x="32903" y="3002"/>
                    <a:pt x="33051" y="2854"/>
                    <a:pt x="33204" y="2710"/>
                  </a:cubicBezTo>
                  <a:cubicBezTo>
                    <a:pt x="33356" y="2567"/>
                    <a:pt x="33513" y="2428"/>
                    <a:pt x="33675" y="2295"/>
                  </a:cubicBezTo>
                  <a:cubicBezTo>
                    <a:pt x="33836" y="2161"/>
                    <a:pt x="34002" y="2033"/>
                    <a:pt x="34171" y="1910"/>
                  </a:cubicBezTo>
                  <a:cubicBezTo>
                    <a:pt x="34341" y="1787"/>
                    <a:pt x="34514" y="1669"/>
                    <a:pt x="34691" y="1557"/>
                  </a:cubicBezTo>
                  <a:cubicBezTo>
                    <a:pt x="34868" y="1444"/>
                    <a:pt x="35048" y="1338"/>
                    <a:pt x="35231" y="1237"/>
                  </a:cubicBezTo>
                  <a:cubicBezTo>
                    <a:pt x="35415" y="1136"/>
                    <a:pt x="35602" y="1041"/>
                    <a:pt x="35791" y="952"/>
                  </a:cubicBezTo>
                  <a:cubicBezTo>
                    <a:pt x="35981" y="863"/>
                    <a:pt x="36173" y="779"/>
                    <a:pt x="36368" y="702"/>
                  </a:cubicBezTo>
                  <a:cubicBezTo>
                    <a:pt x="36563" y="625"/>
                    <a:pt x="36760" y="554"/>
                    <a:pt x="36959" y="489"/>
                  </a:cubicBezTo>
                  <a:cubicBezTo>
                    <a:pt x="37158" y="425"/>
                    <a:pt x="37359" y="366"/>
                    <a:pt x="37562" y="314"/>
                  </a:cubicBezTo>
                  <a:cubicBezTo>
                    <a:pt x="37765" y="262"/>
                    <a:pt x="37969" y="216"/>
                    <a:pt x="38175" y="177"/>
                  </a:cubicBezTo>
                  <a:cubicBezTo>
                    <a:pt x="38381" y="138"/>
                    <a:pt x="38588" y="105"/>
                    <a:pt x="38796" y="79"/>
                  </a:cubicBezTo>
                  <a:cubicBezTo>
                    <a:pt x="39004" y="53"/>
                    <a:pt x="39212" y="33"/>
                    <a:pt x="39421" y="20"/>
                  </a:cubicBezTo>
                  <a:cubicBezTo>
                    <a:pt x="39630" y="7"/>
                    <a:pt x="39840" y="0"/>
                    <a:pt x="40049" y="0"/>
                  </a:cubicBezTo>
                  <a:lnTo>
                    <a:pt x="100049" y="0"/>
                  </a:lnTo>
                  <a:close/>
                  <a:moveTo>
                    <a:pt x="80049" y="20000"/>
                  </a:moveTo>
                  <a:lnTo>
                    <a:pt x="60049" y="20000"/>
                  </a:lnTo>
                  <a:lnTo>
                    <a:pt x="60049" y="83400"/>
                  </a:lnTo>
                  <a:cubicBezTo>
                    <a:pt x="60049" y="83605"/>
                    <a:pt x="60043" y="83809"/>
                    <a:pt x="60030" y="84014"/>
                  </a:cubicBezTo>
                  <a:cubicBezTo>
                    <a:pt x="60018" y="84218"/>
                    <a:pt x="59999" y="84422"/>
                    <a:pt x="59974" y="84625"/>
                  </a:cubicBezTo>
                  <a:cubicBezTo>
                    <a:pt x="59949" y="84829"/>
                    <a:pt x="59918" y="85031"/>
                    <a:pt x="59881" y="85232"/>
                  </a:cubicBezTo>
                  <a:cubicBezTo>
                    <a:pt x="59843" y="85434"/>
                    <a:pt x="59800" y="85634"/>
                    <a:pt x="59750" y="85832"/>
                  </a:cubicBezTo>
                  <a:cubicBezTo>
                    <a:pt x="59700" y="86031"/>
                    <a:pt x="59644" y="86228"/>
                    <a:pt x="59583" y="86423"/>
                  </a:cubicBezTo>
                  <a:cubicBezTo>
                    <a:pt x="59521" y="86619"/>
                    <a:pt x="59453" y="86812"/>
                    <a:pt x="59379" y="87003"/>
                  </a:cubicBezTo>
                  <a:cubicBezTo>
                    <a:pt x="59306" y="87194"/>
                    <a:pt x="59226" y="87383"/>
                    <a:pt x="59141" y="87569"/>
                  </a:cubicBezTo>
                  <a:cubicBezTo>
                    <a:pt x="59056" y="87755"/>
                    <a:pt x="58965" y="87938"/>
                    <a:pt x="58868" y="88119"/>
                  </a:cubicBezTo>
                  <a:cubicBezTo>
                    <a:pt x="58772" y="88300"/>
                    <a:pt x="58669" y="88477"/>
                    <a:pt x="58562" y="88651"/>
                  </a:cubicBezTo>
                  <a:cubicBezTo>
                    <a:pt x="58455" y="88826"/>
                    <a:pt x="58342" y="88997"/>
                    <a:pt x="58224" y="89164"/>
                  </a:cubicBezTo>
                  <a:cubicBezTo>
                    <a:pt x="58106" y="89332"/>
                    <a:pt x="57983" y="89495"/>
                    <a:pt x="57855" y="89655"/>
                  </a:cubicBezTo>
                  <a:cubicBezTo>
                    <a:pt x="57727" y="89815"/>
                    <a:pt x="57594" y="89971"/>
                    <a:pt x="57457" y="90122"/>
                  </a:cubicBezTo>
                  <a:cubicBezTo>
                    <a:pt x="57319" y="90274"/>
                    <a:pt x="57177" y="90422"/>
                    <a:pt x="57030" y="90565"/>
                  </a:cubicBezTo>
                  <a:cubicBezTo>
                    <a:pt x="56884" y="90707"/>
                    <a:pt x="56733" y="90846"/>
                    <a:pt x="56578" y="90980"/>
                  </a:cubicBezTo>
                  <a:cubicBezTo>
                    <a:pt x="56422" y="91113"/>
                    <a:pt x="56263" y="91242"/>
                    <a:pt x="56100" y="91366"/>
                  </a:cubicBezTo>
                  <a:cubicBezTo>
                    <a:pt x="55937" y="91490"/>
                    <a:pt x="55770" y="91609"/>
                    <a:pt x="55600" y="91722"/>
                  </a:cubicBezTo>
                  <a:cubicBezTo>
                    <a:pt x="55430" y="91836"/>
                    <a:pt x="55256" y="91945"/>
                    <a:pt x="55079" y="92048"/>
                  </a:cubicBezTo>
                  <a:cubicBezTo>
                    <a:pt x="54902" y="92151"/>
                    <a:pt x="54722" y="92248"/>
                    <a:pt x="54539" y="92340"/>
                  </a:cubicBezTo>
                  <a:lnTo>
                    <a:pt x="53379" y="92830"/>
                  </a:lnTo>
                  <a:cubicBezTo>
                    <a:pt x="52458" y="93155"/>
                    <a:pt x="51546" y="93507"/>
                    <a:pt x="50646" y="93885"/>
                  </a:cubicBezTo>
                  <a:cubicBezTo>
                    <a:pt x="49745" y="94264"/>
                    <a:pt x="48856" y="94668"/>
                    <a:pt x="47979" y="95099"/>
                  </a:cubicBezTo>
                  <a:cubicBezTo>
                    <a:pt x="47102" y="95529"/>
                    <a:pt x="46238" y="95985"/>
                    <a:pt x="45387" y="96467"/>
                  </a:cubicBezTo>
                  <a:cubicBezTo>
                    <a:pt x="44537" y="96948"/>
                    <a:pt x="43701" y="97454"/>
                    <a:pt x="42881" y="97984"/>
                  </a:cubicBezTo>
                  <a:cubicBezTo>
                    <a:pt x="42060" y="98514"/>
                    <a:pt x="41255" y="99068"/>
                    <a:pt x="40467" y="99645"/>
                  </a:cubicBezTo>
                  <a:cubicBezTo>
                    <a:pt x="39679" y="100222"/>
                    <a:pt x="38908" y="100823"/>
                    <a:pt x="38155" y="101445"/>
                  </a:cubicBezTo>
                  <a:cubicBezTo>
                    <a:pt x="37402" y="102067"/>
                    <a:pt x="36668" y="102712"/>
                    <a:pt x="35953" y="103377"/>
                  </a:cubicBezTo>
                  <a:cubicBezTo>
                    <a:pt x="35237" y="104043"/>
                    <a:pt x="34542" y="104729"/>
                    <a:pt x="33867" y="105435"/>
                  </a:cubicBezTo>
                  <a:cubicBezTo>
                    <a:pt x="33192" y="106141"/>
                    <a:pt x="32538" y="106867"/>
                    <a:pt x="31905" y="107612"/>
                  </a:cubicBezTo>
                  <a:cubicBezTo>
                    <a:pt x="31273" y="108356"/>
                    <a:pt x="30662" y="109119"/>
                    <a:pt x="30075" y="109900"/>
                  </a:cubicBezTo>
                  <a:cubicBezTo>
                    <a:pt x="29487" y="110680"/>
                    <a:pt x="28922" y="111477"/>
                    <a:pt x="28381" y="112291"/>
                  </a:cubicBezTo>
                  <a:cubicBezTo>
                    <a:pt x="27840" y="113104"/>
                    <a:pt x="27323" y="113933"/>
                    <a:pt x="26830" y="114777"/>
                  </a:cubicBezTo>
                  <a:cubicBezTo>
                    <a:pt x="26338" y="115621"/>
                    <a:pt x="25870" y="116478"/>
                    <a:pt x="25428" y="117350"/>
                  </a:cubicBezTo>
                  <a:cubicBezTo>
                    <a:pt x="24986" y="118221"/>
                    <a:pt x="24569" y="119105"/>
                    <a:pt x="24179" y="120000"/>
                  </a:cubicBezTo>
                  <a:lnTo>
                    <a:pt x="115899" y="120000"/>
                  </a:lnTo>
                  <a:cubicBezTo>
                    <a:pt x="115509" y="119105"/>
                    <a:pt x="115092" y="118222"/>
                    <a:pt x="114650" y="117352"/>
                  </a:cubicBezTo>
                  <a:cubicBezTo>
                    <a:pt x="114208" y="116482"/>
                    <a:pt x="113740" y="115624"/>
                    <a:pt x="113248" y="114782"/>
                  </a:cubicBezTo>
                  <a:cubicBezTo>
                    <a:pt x="112756" y="113939"/>
                    <a:pt x="112239" y="113110"/>
                    <a:pt x="111698" y="112298"/>
                  </a:cubicBezTo>
                  <a:cubicBezTo>
                    <a:pt x="111157" y="111485"/>
                    <a:pt x="110593" y="110688"/>
                    <a:pt x="110005" y="109909"/>
                  </a:cubicBezTo>
                  <a:cubicBezTo>
                    <a:pt x="109418" y="109129"/>
                    <a:pt x="108808" y="108367"/>
                    <a:pt x="108176" y="107623"/>
                  </a:cubicBezTo>
                  <a:cubicBezTo>
                    <a:pt x="107544" y="106879"/>
                    <a:pt x="106890" y="106154"/>
                    <a:pt x="106215" y="105448"/>
                  </a:cubicBezTo>
                  <a:cubicBezTo>
                    <a:pt x="105541" y="104742"/>
                    <a:pt x="104846" y="104057"/>
                    <a:pt x="104131" y="103392"/>
                  </a:cubicBezTo>
                  <a:cubicBezTo>
                    <a:pt x="103417" y="102727"/>
                    <a:pt x="102683" y="102083"/>
                    <a:pt x="101930" y="101461"/>
                  </a:cubicBezTo>
                  <a:cubicBezTo>
                    <a:pt x="101178" y="100839"/>
                    <a:pt x="100408" y="100239"/>
                    <a:pt x="99620" y="99662"/>
                  </a:cubicBezTo>
                  <a:cubicBezTo>
                    <a:pt x="98833" y="99085"/>
                    <a:pt x="98028" y="98532"/>
                    <a:pt x="97208" y="98002"/>
                  </a:cubicBezTo>
                  <a:cubicBezTo>
                    <a:pt x="96389" y="97472"/>
                    <a:pt x="95553" y="96967"/>
                    <a:pt x="94704" y="96486"/>
                  </a:cubicBezTo>
                  <a:cubicBezTo>
                    <a:pt x="93854" y="96005"/>
                    <a:pt x="92991" y="95549"/>
                    <a:pt x="92115" y="95118"/>
                  </a:cubicBezTo>
                  <a:cubicBezTo>
                    <a:pt x="91239" y="94688"/>
                    <a:pt x="90350" y="94284"/>
                    <a:pt x="89450" y="93905"/>
                  </a:cubicBezTo>
                  <a:cubicBezTo>
                    <a:pt x="88550" y="93527"/>
                    <a:pt x="87640" y="93175"/>
                    <a:pt x="86719" y="92850"/>
                  </a:cubicBezTo>
                  <a:cubicBezTo>
                    <a:pt x="86526" y="92782"/>
                    <a:pt x="86334" y="92707"/>
                    <a:pt x="86145" y="92627"/>
                  </a:cubicBezTo>
                  <a:cubicBezTo>
                    <a:pt x="85956" y="92547"/>
                    <a:pt x="85770" y="92461"/>
                    <a:pt x="85586" y="92370"/>
                  </a:cubicBezTo>
                  <a:cubicBezTo>
                    <a:pt x="85402" y="92278"/>
                    <a:pt x="85222" y="92181"/>
                    <a:pt x="85044" y="92078"/>
                  </a:cubicBezTo>
                  <a:cubicBezTo>
                    <a:pt x="84866" y="91975"/>
                    <a:pt x="84692" y="91867"/>
                    <a:pt x="84521" y="91754"/>
                  </a:cubicBezTo>
                  <a:cubicBezTo>
                    <a:pt x="84350" y="91640"/>
                    <a:pt x="84182" y="91521"/>
                    <a:pt x="84018" y="91398"/>
                  </a:cubicBezTo>
                  <a:cubicBezTo>
                    <a:pt x="83855" y="91274"/>
                    <a:pt x="83695" y="91145"/>
                    <a:pt x="83539" y="91012"/>
                  </a:cubicBezTo>
                  <a:cubicBezTo>
                    <a:pt x="83383" y="90878"/>
                    <a:pt x="83232" y="90740"/>
                    <a:pt x="83084" y="90597"/>
                  </a:cubicBezTo>
                  <a:cubicBezTo>
                    <a:pt x="82937" y="90454"/>
                    <a:pt x="82794" y="90306"/>
                    <a:pt x="82656" y="90154"/>
                  </a:cubicBezTo>
                  <a:cubicBezTo>
                    <a:pt x="82518" y="90003"/>
                    <a:pt x="82384" y="89847"/>
                    <a:pt x="82256" y="89687"/>
                  </a:cubicBezTo>
                  <a:cubicBezTo>
                    <a:pt x="82127" y="89527"/>
                    <a:pt x="82003" y="89363"/>
                    <a:pt x="81885" y="89195"/>
                  </a:cubicBezTo>
                  <a:cubicBezTo>
                    <a:pt x="81766" y="89028"/>
                    <a:pt x="81653" y="88857"/>
                    <a:pt x="81545" y="88682"/>
                  </a:cubicBezTo>
                  <a:cubicBezTo>
                    <a:pt x="81437" y="88508"/>
                    <a:pt x="81334" y="88330"/>
                    <a:pt x="81237" y="88149"/>
                  </a:cubicBezTo>
                  <a:cubicBezTo>
                    <a:pt x="81140" y="87968"/>
                    <a:pt x="81049" y="87784"/>
                    <a:pt x="80963" y="87598"/>
                  </a:cubicBezTo>
                  <a:cubicBezTo>
                    <a:pt x="80877" y="87411"/>
                    <a:pt x="80797" y="87222"/>
                    <a:pt x="80723" y="87031"/>
                  </a:cubicBezTo>
                  <a:cubicBezTo>
                    <a:pt x="80649" y="86839"/>
                    <a:pt x="80581" y="86646"/>
                    <a:pt x="80519" y="86450"/>
                  </a:cubicBezTo>
                  <a:cubicBezTo>
                    <a:pt x="80457" y="86255"/>
                    <a:pt x="80401" y="86057"/>
                    <a:pt x="80351" y="85858"/>
                  </a:cubicBezTo>
                  <a:cubicBezTo>
                    <a:pt x="80301" y="85659"/>
                    <a:pt x="80257" y="85458"/>
                    <a:pt x="80219" y="85257"/>
                  </a:cubicBezTo>
                  <a:cubicBezTo>
                    <a:pt x="80181" y="85055"/>
                    <a:pt x="80150" y="84852"/>
                    <a:pt x="80125" y="84648"/>
                  </a:cubicBezTo>
                  <a:cubicBezTo>
                    <a:pt x="80099" y="84445"/>
                    <a:pt x="80081" y="84240"/>
                    <a:pt x="80068" y="84035"/>
                  </a:cubicBezTo>
                  <a:cubicBezTo>
                    <a:pt x="80055" y="83830"/>
                    <a:pt x="80049" y="83625"/>
                    <a:pt x="80049" y="83420"/>
                  </a:cubicBezTo>
                  <a:lnTo>
                    <a:pt x="80049" y="2000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tabler/microscope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tabler/test-pipe-2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lucide/chart-candlestick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lucide/chart-no-axes-column-increasing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lucide/chart-no-axes-combined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lucide/chart-pie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lucide/chart-scatter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lucide/chart-spline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lucide/funnel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lucide/percent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lucide/sigma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lucide/sliders-horizontal</a:t>
            </a:r>
          </a:p>
        </p:txBody>
      </p:sp>
      <p:grpSp>
        <p:nvGrpSpPr>
          <p:cNvPr id="23" name="probe-tabler-microscope" descr="microscope — Tabler contributors; preserve the bundled full upstream license. Source: https://github.com/tabler/tabler-icons/blob/a4ce1404bc6d24d3c365afe7b258d6bf6f48d62d/icons/filled/microscope.svg; SVG SHA256: 54ee9777f0a3b9ad9bf314ee9d2fd78b02ec40c2da93fa9e8241a215eb9bd753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tabler-microscope-part-1"/>
            <p:cNvSpPr/>
            <p:nvPr/>
          </p:nvSpPr>
          <p:spPr>
            <a:xfrm>
              <a:off x="40000" y="19877"/>
              <a:ext cx="170123" cy="200123"/>
            </a:xfrm>
            <a:custGeom>
              <a:avLst/>
              <a:gdLst/>
              <a:ahLst/>
              <a:cxnLst/>
              <a:rect l="0" t="0" r="r" b="b"/>
              <a:pathLst>
                <a:path w="170123" h="200123">
                  <a:moveTo>
                    <a:pt x="117070" y="23053"/>
                  </a:moveTo>
                  <a:lnTo>
                    <a:pt x="147070" y="53053"/>
                  </a:lnTo>
                  <a:cubicBezTo>
                    <a:pt x="147218" y="53201"/>
                    <a:pt x="147361" y="53354"/>
                    <a:pt x="147500" y="53511"/>
                  </a:cubicBezTo>
                  <a:cubicBezTo>
                    <a:pt x="147638" y="53668"/>
                    <a:pt x="147772" y="53829"/>
                    <a:pt x="147900" y="53995"/>
                  </a:cubicBezTo>
                  <a:cubicBezTo>
                    <a:pt x="148029" y="54160"/>
                    <a:pt x="148152" y="54330"/>
                    <a:pt x="148269" y="54503"/>
                  </a:cubicBezTo>
                  <a:cubicBezTo>
                    <a:pt x="148387" y="54676"/>
                    <a:pt x="148499" y="54853"/>
                    <a:pt x="148606" y="55033"/>
                  </a:cubicBezTo>
                  <a:cubicBezTo>
                    <a:pt x="148712" y="55214"/>
                    <a:pt x="148813" y="55397"/>
                    <a:pt x="148908" y="55584"/>
                  </a:cubicBezTo>
                  <a:cubicBezTo>
                    <a:pt x="149003" y="55770"/>
                    <a:pt x="149093" y="55960"/>
                    <a:pt x="149176" y="56152"/>
                  </a:cubicBezTo>
                  <a:cubicBezTo>
                    <a:pt x="149259" y="56344"/>
                    <a:pt x="149336" y="56539"/>
                    <a:pt x="149407" y="56736"/>
                  </a:cubicBezTo>
                  <a:cubicBezTo>
                    <a:pt x="149478" y="56933"/>
                    <a:pt x="149543" y="57132"/>
                    <a:pt x="149601" y="57333"/>
                  </a:cubicBezTo>
                  <a:cubicBezTo>
                    <a:pt x="149659" y="57535"/>
                    <a:pt x="149711" y="57737"/>
                    <a:pt x="149757" y="57942"/>
                  </a:cubicBezTo>
                  <a:cubicBezTo>
                    <a:pt x="149803" y="58146"/>
                    <a:pt x="149842" y="58352"/>
                    <a:pt x="149875" y="58559"/>
                  </a:cubicBezTo>
                  <a:cubicBezTo>
                    <a:pt x="149908" y="58766"/>
                    <a:pt x="149934" y="58973"/>
                    <a:pt x="149954" y="59182"/>
                  </a:cubicBezTo>
                  <a:cubicBezTo>
                    <a:pt x="149973" y="59390"/>
                    <a:pt x="149986" y="59600"/>
                    <a:pt x="149993" y="59809"/>
                  </a:cubicBezTo>
                  <a:cubicBezTo>
                    <a:pt x="150000" y="60018"/>
                    <a:pt x="150000" y="60228"/>
                    <a:pt x="149993" y="60437"/>
                  </a:cubicBezTo>
                  <a:cubicBezTo>
                    <a:pt x="149986" y="60646"/>
                    <a:pt x="149973" y="60855"/>
                    <a:pt x="149954" y="61064"/>
                  </a:cubicBezTo>
                  <a:cubicBezTo>
                    <a:pt x="149934" y="61272"/>
                    <a:pt x="149908" y="61480"/>
                    <a:pt x="149875" y="61687"/>
                  </a:cubicBezTo>
                  <a:cubicBezTo>
                    <a:pt x="149842" y="61894"/>
                    <a:pt x="149803" y="62100"/>
                    <a:pt x="149757" y="62304"/>
                  </a:cubicBezTo>
                  <a:cubicBezTo>
                    <a:pt x="149711" y="62508"/>
                    <a:pt x="149659" y="62711"/>
                    <a:pt x="149601" y="62912"/>
                  </a:cubicBezTo>
                  <a:cubicBezTo>
                    <a:pt x="149543" y="63113"/>
                    <a:pt x="149478" y="63313"/>
                    <a:pt x="149407" y="63510"/>
                  </a:cubicBezTo>
                  <a:cubicBezTo>
                    <a:pt x="149336" y="63707"/>
                    <a:pt x="149259" y="63901"/>
                    <a:pt x="149176" y="64094"/>
                  </a:cubicBezTo>
                  <a:cubicBezTo>
                    <a:pt x="149093" y="64286"/>
                    <a:pt x="149003" y="64475"/>
                    <a:pt x="148908" y="64662"/>
                  </a:cubicBezTo>
                  <a:cubicBezTo>
                    <a:pt x="148813" y="64849"/>
                    <a:pt x="148712" y="65032"/>
                    <a:pt x="148606" y="65212"/>
                  </a:cubicBezTo>
                  <a:cubicBezTo>
                    <a:pt x="148499" y="65393"/>
                    <a:pt x="148387" y="65570"/>
                    <a:pt x="148269" y="65743"/>
                  </a:cubicBezTo>
                  <a:cubicBezTo>
                    <a:pt x="148152" y="65916"/>
                    <a:pt x="148029" y="66085"/>
                    <a:pt x="147900" y="66251"/>
                  </a:cubicBezTo>
                  <a:cubicBezTo>
                    <a:pt x="147772" y="66416"/>
                    <a:pt x="147638" y="66578"/>
                    <a:pt x="147500" y="66735"/>
                  </a:cubicBezTo>
                  <a:cubicBezTo>
                    <a:pt x="147361" y="66892"/>
                    <a:pt x="147218" y="67045"/>
                    <a:pt x="147070" y="67193"/>
                  </a:cubicBezTo>
                  <a:lnTo>
                    <a:pt x="131540" y="82743"/>
                  </a:lnTo>
                  <a:cubicBezTo>
                    <a:pt x="132513" y="83801"/>
                    <a:pt x="133452" y="84888"/>
                    <a:pt x="134358" y="86004"/>
                  </a:cubicBezTo>
                  <a:cubicBezTo>
                    <a:pt x="135264" y="87119"/>
                    <a:pt x="136135" y="88263"/>
                    <a:pt x="136970" y="89432"/>
                  </a:cubicBezTo>
                  <a:cubicBezTo>
                    <a:pt x="137805" y="90601"/>
                    <a:pt x="138605" y="91796"/>
                    <a:pt x="139366" y="93014"/>
                  </a:cubicBezTo>
                  <a:cubicBezTo>
                    <a:pt x="140128" y="94233"/>
                    <a:pt x="140852" y="95474"/>
                    <a:pt x="141537" y="96738"/>
                  </a:cubicBezTo>
                  <a:cubicBezTo>
                    <a:pt x="142223" y="98001"/>
                    <a:pt x="142869" y="99284"/>
                    <a:pt x="143475" y="100587"/>
                  </a:cubicBezTo>
                  <a:cubicBezTo>
                    <a:pt x="144082" y="101890"/>
                    <a:pt x="144648" y="103211"/>
                    <a:pt x="145173" y="104549"/>
                  </a:cubicBezTo>
                  <a:cubicBezTo>
                    <a:pt x="145698" y="105886"/>
                    <a:pt x="146181" y="107240"/>
                    <a:pt x="146623" y="108607"/>
                  </a:cubicBezTo>
                  <a:cubicBezTo>
                    <a:pt x="147065" y="109975"/>
                    <a:pt x="147464" y="111355"/>
                    <a:pt x="147821" y="112747"/>
                  </a:cubicBezTo>
                  <a:cubicBezTo>
                    <a:pt x="148177" y="114139"/>
                    <a:pt x="148491" y="115542"/>
                    <a:pt x="148762" y="116953"/>
                  </a:cubicBezTo>
                  <a:cubicBezTo>
                    <a:pt x="149032" y="118365"/>
                    <a:pt x="149259" y="119784"/>
                    <a:pt x="149442" y="121209"/>
                  </a:cubicBezTo>
                  <a:cubicBezTo>
                    <a:pt x="149625" y="122635"/>
                    <a:pt x="149764" y="124065"/>
                    <a:pt x="149859" y="125499"/>
                  </a:cubicBezTo>
                  <a:cubicBezTo>
                    <a:pt x="149953" y="126933"/>
                    <a:pt x="150004" y="128369"/>
                    <a:pt x="150011" y="129806"/>
                  </a:cubicBezTo>
                  <a:cubicBezTo>
                    <a:pt x="150017" y="131243"/>
                    <a:pt x="149979" y="132680"/>
                    <a:pt x="149897" y="134115"/>
                  </a:cubicBezTo>
                  <a:cubicBezTo>
                    <a:pt x="149815" y="135549"/>
                    <a:pt x="149689" y="136981"/>
                    <a:pt x="149519" y="138408"/>
                  </a:cubicBezTo>
                  <a:cubicBezTo>
                    <a:pt x="149349" y="139835"/>
                    <a:pt x="149135" y="141256"/>
                    <a:pt x="148878" y="142670"/>
                  </a:cubicBezTo>
                  <a:cubicBezTo>
                    <a:pt x="148620" y="144084"/>
                    <a:pt x="148319" y="145489"/>
                    <a:pt x="147975" y="146884"/>
                  </a:cubicBezTo>
                  <a:cubicBezTo>
                    <a:pt x="147631" y="148279"/>
                    <a:pt x="147244" y="149664"/>
                    <a:pt x="146814" y="151035"/>
                  </a:cubicBezTo>
                  <a:cubicBezTo>
                    <a:pt x="146385" y="152406"/>
                    <a:pt x="145914" y="153764"/>
                    <a:pt x="145401" y="155106"/>
                  </a:cubicBezTo>
                  <a:cubicBezTo>
                    <a:pt x="144888" y="156449"/>
                    <a:pt x="144334" y="157775"/>
                    <a:pt x="143739" y="159083"/>
                  </a:cubicBezTo>
                  <a:cubicBezTo>
                    <a:pt x="143145" y="160391"/>
                    <a:pt x="142510" y="161681"/>
                    <a:pt x="141836" y="162950"/>
                  </a:cubicBezTo>
                  <a:cubicBezTo>
                    <a:pt x="141162" y="164219"/>
                    <a:pt x="140450" y="165467"/>
                    <a:pt x="139699" y="166693"/>
                  </a:cubicBezTo>
                  <a:cubicBezTo>
                    <a:pt x="138948" y="167918"/>
                    <a:pt x="138160" y="169120"/>
                    <a:pt x="137335" y="170297"/>
                  </a:cubicBezTo>
                  <a:cubicBezTo>
                    <a:pt x="136510" y="171473"/>
                    <a:pt x="135650" y="172624"/>
                    <a:pt x="134754" y="173748"/>
                  </a:cubicBezTo>
                  <a:cubicBezTo>
                    <a:pt x="133858" y="174872"/>
                    <a:pt x="132929" y="175968"/>
                    <a:pt x="131966" y="177034"/>
                  </a:cubicBezTo>
                  <a:cubicBezTo>
                    <a:pt x="131002" y="178101"/>
                    <a:pt x="130007" y="179138"/>
                    <a:pt x="128980" y="180143"/>
                  </a:cubicBezTo>
                  <a:lnTo>
                    <a:pt x="150000" y="180123"/>
                  </a:lnTo>
                  <a:cubicBezTo>
                    <a:pt x="150209" y="180123"/>
                    <a:pt x="150419" y="180129"/>
                    <a:pt x="150628" y="180143"/>
                  </a:cubicBezTo>
                  <a:cubicBezTo>
                    <a:pt x="150837" y="180156"/>
                    <a:pt x="151046" y="180175"/>
                    <a:pt x="151253" y="180202"/>
                  </a:cubicBezTo>
                  <a:cubicBezTo>
                    <a:pt x="151461" y="180228"/>
                    <a:pt x="151668" y="180261"/>
                    <a:pt x="151874" y="180300"/>
                  </a:cubicBezTo>
                  <a:cubicBezTo>
                    <a:pt x="152080" y="180339"/>
                    <a:pt x="152284" y="180385"/>
                    <a:pt x="152487" y="180437"/>
                  </a:cubicBezTo>
                  <a:cubicBezTo>
                    <a:pt x="152690" y="180489"/>
                    <a:pt x="152891" y="180548"/>
                    <a:pt x="153090" y="180612"/>
                  </a:cubicBezTo>
                  <a:cubicBezTo>
                    <a:pt x="153289" y="180677"/>
                    <a:pt x="153486" y="180748"/>
                    <a:pt x="153681" y="180825"/>
                  </a:cubicBezTo>
                  <a:cubicBezTo>
                    <a:pt x="153876" y="180902"/>
                    <a:pt x="154068" y="180985"/>
                    <a:pt x="154258" y="181075"/>
                  </a:cubicBezTo>
                  <a:cubicBezTo>
                    <a:pt x="154447" y="181164"/>
                    <a:pt x="154634" y="181259"/>
                    <a:pt x="154818" y="181360"/>
                  </a:cubicBezTo>
                  <a:cubicBezTo>
                    <a:pt x="155001" y="181461"/>
                    <a:pt x="155181" y="181567"/>
                    <a:pt x="155358" y="181680"/>
                  </a:cubicBezTo>
                  <a:cubicBezTo>
                    <a:pt x="155535" y="181792"/>
                    <a:pt x="155708" y="181910"/>
                    <a:pt x="155878" y="182033"/>
                  </a:cubicBezTo>
                  <a:cubicBezTo>
                    <a:pt x="156047" y="182156"/>
                    <a:pt x="156213" y="182284"/>
                    <a:pt x="156374" y="182418"/>
                  </a:cubicBezTo>
                  <a:cubicBezTo>
                    <a:pt x="156536" y="182551"/>
                    <a:pt x="156693" y="182690"/>
                    <a:pt x="156845" y="182833"/>
                  </a:cubicBezTo>
                  <a:cubicBezTo>
                    <a:pt x="156998" y="182977"/>
                    <a:pt x="157146" y="183125"/>
                    <a:pt x="157290" y="183277"/>
                  </a:cubicBezTo>
                  <a:cubicBezTo>
                    <a:pt x="157433" y="183430"/>
                    <a:pt x="157572" y="183587"/>
                    <a:pt x="157705" y="183749"/>
                  </a:cubicBezTo>
                  <a:cubicBezTo>
                    <a:pt x="157839" y="183910"/>
                    <a:pt x="157967" y="184076"/>
                    <a:pt x="158090" y="184245"/>
                  </a:cubicBezTo>
                  <a:cubicBezTo>
                    <a:pt x="158213" y="184414"/>
                    <a:pt x="158331" y="184588"/>
                    <a:pt x="158443" y="184765"/>
                  </a:cubicBezTo>
                  <a:cubicBezTo>
                    <a:pt x="158556" y="184941"/>
                    <a:pt x="158662" y="185122"/>
                    <a:pt x="158763" y="185305"/>
                  </a:cubicBezTo>
                  <a:cubicBezTo>
                    <a:pt x="158864" y="185489"/>
                    <a:pt x="158959" y="185676"/>
                    <a:pt x="159048" y="185865"/>
                  </a:cubicBezTo>
                  <a:cubicBezTo>
                    <a:pt x="159137" y="186055"/>
                    <a:pt x="159221" y="186247"/>
                    <a:pt x="159298" y="186442"/>
                  </a:cubicBezTo>
                  <a:cubicBezTo>
                    <a:pt x="159375" y="186636"/>
                    <a:pt x="159446" y="186834"/>
                    <a:pt x="159511" y="187033"/>
                  </a:cubicBezTo>
                  <a:cubicBezTo>
                    <a:pt x="159575" y="187232"/>
                    <a:pt x="159634" y="187433"/>
                    <a:pt x="159686" y="187636"/>
                  </a:cubicBezTo>
                  <a:cubicBezTo>
                    <a:pt x="159738" y="187839"/>
                    <a:pt x="159784" y="188043"/>
                    <a:pt x="159823" y="188249"/>
                  </a:cubicBezTo>
                  <a:cubicBezTo>
                    <a:pt x="159862" y="188455"/>
                    <a:pt x="159895" y="188662"/>
                    <a:pt x="159921" y="188870"/>
                  </a:cubicBezTo>
                  <a:cubicBezTo>
                    <a:pt x="159947" y="189077"/>
                    <a:pt x="159967" y="189286"/>
                    <a:pt x="159980" y="189495"/>
                  </a:cubicBezTo>
                  <a:cubicBezTo>
                    <a:pt x="159993" y="189704"/>
                    <a:pt x="160000" y="189913"/>
                    <a:pt x="160000" y="190123"/>
                  </a:cubicBezTo>
                  <a:cubicBezTo>
                    <a:pt x="160000" y="190332"/>
                    <a:pt x="159993" y="190542"/>
                    <a:pt x="159980" y="190751"/>
                  </a:cubicBezTo>
                  <a:cubicBezTo>
                    <a:pt x="159967" y="190960"/>
                    <a:pt x="159947" y="191168"/>
                    <a:pt x="159921" y="191376"/>
                  </a:cubicBezTo>
                  <a:cubicBezTo>
                    <a:pt x="159895" y="191584"/>
                    <a:pt x="159862" y="191791"/>
                    <a:pt x="159823" y="191997"/>
                  </a:cubicBezTo>
                  <a:cubicBezTo>
                    <a:pt x="159784" y="192202"/>
                    <a:pt x="159738" y="192407"/>
                    <a:pt x="159686" y="192610"/>
                  </a:cubicBezTo>
                  <a:cubicBezTo>
                    <a:pt x="159634" y="192813"/>
                    <a:pt x="159575" y="193014"/>
                    <a:pt x="159511" y="193213"/>
                  </a:cubicBezTo>
                  <a:cubicBezTo>
                    <a:pt x="159446" y="193412"/>
                    <a:pt x="159375" y="193609"/>
                    <a:pt x="159298" y="193804"/>
                  </a:cubicBezTo>
                  <a:cubicBezTo>
                    <a:pt x="159221" y="193999"/>
                    <a:pt x="159137" y="194191"/>
                    <a:pt x="159048" y="194381"/>
                  </a:cubicBezTo>
                  <a:cubicBezTo>
                    <a:pt x="158959" y="194570"/>
                    <a:pt x="158864" y="194757"/>
                    <a:pt x="158763" y="194940"/>
                  </a:cubicBezTo>
                  <a:cubicBezTo>
                    <a:pt x="158662" y="195124"/>
                    <a:pt x="158556" y="195304"/>
                    <a:pt x="158443" y="195481"/>
                  </a:cubicBezTo>
                  <a:cubicBezTo>
                    <a:pt x="158331" y="195658"/>
                    <a:pt x="158213" y="195831"/>
                    <a:pt x="158090" y="196001"/>
                  </a:cubicBezTo>
                  <a:cubicBezTo>
                    <a:pt x="157967" y="196170"/>
                    <a:pt x="157839" y="196336"/>
                    <a:pt x="157705" y="196497"/>
                  </a:cubicBezTo>
                  <a:cubicBezTo>
                    <a:pt x="157572" y="196659"/>
                    <a:pt x="157433" y="196816"/>
                    <a:pt x="157290" y="196968"/>
                  </a:cubicBezTo>
                  <a:cubicBezTo>
                    <a:pt x="157146" y="197121"/>
                    <a:pt x="156998" y="197269"/>
                    <a:pt x="156845" y="197413"/>
                  </a:cubicBezTo>
                  <a:cubicBezTo>
                    <a:pt x="156693" y="197556"/>
                    <a:pt x="156536" y="197695"/>
                    <a:pt x="156374" y="197828"/>
                  </a:cubicBezTo>
                  <a:cubicBezTo>
                    <a:pt x="156213" y="197962"/>
                    <a:pt x="156047" y="198090"/>
                    <a:pt x="155878" y="198213"/>
                  </a:cubicBezTo>
                  <a:cubicBezTo>
                    <a:pt x="155708" y="198336"/>
                    <a:pt x="155535" y="198454"/>
                    <a:pt x="155358" y="198566"/>
                  </a:cubicBezTo>
                  <a:cubicBezTo>
                    <a:pt x="155181" y="198678"/>
                    <a:pt x="155001" y="198785"/>
                    <a:pt x="154818" y="198886"/>
                  </a:cubicBezTo>
                  <a:cubicBezTo>
                    <a:pt x="154634" y="198987"/>
                    <a:pt x="154447" y="199082"/>
                    <a:pt x="154258" y="199171"/>
                  </a:cubicBezTo>
                  <a:cubicBezTo>
                    <a:pt x="154068" y="199260"/>
                    <a:pt x="153876" y="199344"/>
                    <a:pt x="153681" y="199421"/>
                  </a:cubicBezTo>
                  <a:cubicBezTo>
                    <a:pt x="153486" y="199498"/>
                    <a:pt x="153289" y="199569"/>
                    <a:pt x="153090" y="199633"/>
                  </a:cubicBezTo>
                  <a:cubicBezTo>
                    <a:pt x="152891" y="199698"/>
                    <a:pt x="152690" y="199757"/>
                    <a:pt x="152487" y="199809"/>
                  </a:cubicBezTo>
                  <a:cubicBezTo>
                    <a:pt x="152284" y="199861"/>
                    <a:pt x="152080" y="199907"/>
                    <a:pt x="151874" y="199946"/>
                  </a:cubicBezTo>
                  <a:cubicBezTo>
                    <a:pt x="151668" y="199985"/>
                    <a:pt x="151461" y="200018"/>
                    <a:pt x="151253" y="200044"/>
                  </a:cubicBezTo>
                  <a:cubicBezTo>
                    <a:pt x="151046" y="200070"/>
                    <a:pt x="150837" y="200090"/>
                    <a:pt x="150628" y="200103"/>
                  </a:cubicBezTo>
                  <a:cubicBezTo>
                    <a:pt x="150419" y="200116"/>
                    <a:pt x="150209" y="200123"/>
                    <a:pt x="150000" y="200123"/>
                  </a:cubicBezTo>
                  <a:lnTo>
                    <a:pt x="10000" y="200123"/>
                  </a:lnTo>
                  <a:cubicBezTo>
                    <a:pt x="9791" y="200123"/>
                    <a:pt x="9581" y="200116"/>
                    <a:pt x="9372" y="200103"/>
                  </a:cubicBezTo>
                  <a:cubicBezTo>
                    <a:pt x="9163" y="200090"/>
                    <a:pt x="8954" y="200070"/>
                    <a:pt x="8747" y="200044"/>
                  </a:cubicBezTo>
                  <a:cubicBezTo>
                    <a:pt x="8539" y="200018"/>
                    <a:pt x="8332" y="199985"/>
                    <a:pt x="8126" y="199946"/>
                  </a:cubicBezTo>
                  <a:cubicBezTo>
                    <a:pt x="7920" y="199907"/>
                    <a:pt x="7716" y="199861"/>
                    <a:pt x="7513" y="199809"/>
                  </a:cubicBezTo>
                  <a:cubicBezTo>
                    <a:pt x="7310" y="199757"/>
                    <a:pt x="7109" y="199698"/>
                    <a:pt x="6910" y="199633"/>
                  </a:cubicBezTo>
                  <a:cubicBezTo>
                    <a:pt x="6711" y="199569"/>
                    <a:pt x="6514" y="199498"/>
                    <a:pt x="6319" y="199421"/>
                  </a:cubicBezTo>
                  <a:cubicBezTo>
                    <a:pt x="6124" y="199344"/>
                    <a:pt x="5932" y="199260"/>
                    <a:pt x="5742" y="199171"/>
                  </a:cubicBezTo>
                  <a:cubicBezTo>
                    <a:pt x="5553" y="199082"/>
                    <a:pt x="5366" y="198987"/>
                    <a:pt x="5182" y="198886"/>
                  </a:cubicBezTo>
                  <a:cubicBezTo>
                    <a:pt x="4999" y="198785"/>
                    <a:pt x="4819" y="198678"/>
                    <a:pt x="4642" y="198566"/>
                  </a:cubicBezTo>
                  <a:cubicBezTo>
                    <a:pt x="4465" y="198454"/>
                    <a:pt x="4292" y="198336"/>
                    <a:pt x="4122" y="198213"/>
                  </a:cubicBezTo>
                  <a:cubicBezTo>
                    <a:pt x="3953" y="198090"/>
                    <a:pt x="3787" y="197962"/>
                    <a:pt x="3626" y="197828"/>
                  </a:cubicBezTo>
                  <a:cubicBezTo>
                    <a:pt x="3464" y="197695"/>
                    <a:pt x="3307" y="197556"/>
                    <a:pt x="3155" y="197413"/>
                  </a:cubicBezTo>
                  <a:cubicBezTo>
                    <a:pt x="3002" y="197269"/>
                    <a:pt x="2854" y="197121"/>
                    <a:pt x="2710" y="196968"/>
                  </a:cubicBezTo>
                  <a:cubicBezTo>
                    <a:pt x="2567" y="196816"/>
                    <a:pt x="2428" y="196659"/>
                    <a:pt x="2295" y="196497"/>
                  </a:cubicBezTo>
                  <a:cubicBezTo>
                    <a:pt x="2161" y="196336"/>
                    <a:pt x="2033" y="196170"/>
                    <a:pt x="1910" y="196001"/>
                  </a:cubicBezTo>
                  <a:cubicBezTo>
                    <a:pt x="1787" y="195831"/>
                    <a:pt x="1669" y="195658"/>
                    <a:pt x="1557" y="195481"/>
                  </a:cubicBezTo>
                  <a:cubicBezTo>
                    <a:pt x="1444" y="195304"/>
                    <a:pt x="1338" y="195124"/>
                    <a:pt x="1237" y="194940"/>
                  </a:cubicBezTo>
                  <a:cubicBezTo>
                    <a:pt x="1136" y="194757"/>
                    <a:pt x="1041" y="194570"/>
                    <a:pt x="952" y="194381"/>
                  </a:cubicBezTo>
                  <a:cubicBezTo>
                    <a:pt x="863" y="194191"/>
                    <a:pt x="779" y="193999"/>
                    <a:pt x="702" y="193804"/>
                  </a:cubicBezTo>
                  <a:cubicBezTo>
                    <a:pt x="625" y="193609"/>
                    <a:pt x="554" y="193412"/>
                    <a:pt x="489" y="193213"/>
                  </a:cubicBezTo>
                  <a:cubicBezTo>
                    <a:pt x="425" y="193014"/>
                    <a:pt x="366" y="192813"/>
                    <a:pt x="314" y="192610"/>
                  </a:cubicBezTo>
                  <a:cubicBezTo>
                    <a:pt x="262" y="192407"/>
                    <a:pt x="216" y="192202"/>
                    <a:pt x="177" y="191997"/>
                  </a:cubicBezTo>
                  <a:cubicBezTo>
                    <a:pt x="138" y="191791"/>
                    <a:pt x="105" y="191584"/>
                    <a:pt x="79" y="191376"/>
                  </a:cubicBezTo>
                  <a:cubicBezTo>
                    <a:pt x="53" y="191168"/>
                    <a:pt x="33" y="190960"/>
                    <a:pt x="20" y="190751"/>
                  </a:cubicBezTo>
                  <a:cubicBezTo>
                    <a:pt x="7" y="190542"/>
                    <a:pt x="0" y="190332"/>
                    <a:pt x="0" y="190123"/>
                  </a:cubicBezTo>
                  <a:cubicBezTo>
                    <a:pt x="0" y="189913"/>
                    <a:pt x="7" y="189704"/>
                    <a:pt x="20" y="189495"/>
                  </a:cubicBezTo>
                  <a:cubicBezTo>
                    <a:pt x="33" y="189286"/>
                    <a:pt x="53" y="189077"/>
                    <a:pt x="79" y="188870"/>
                  </a:cubicBezTo>
                  <a:cubicBezTo>
                    <a:pt x="105" y="188662"/>
                    <a:pt x="138" y="188455"/>
                    <a:pt x="177" y="188249"/>
                  </a:cubicBezTo>
                  <a:cubicBezTo>
                    <a:pt x="216" y="188043"/>
                    <a:pt x="262" y="187839"/>
                    <a:pt x="314" y="187636"/>
                  </a:cubicBezTo>
                  <a:cubicBezTo>
                    <a:pt x="366" y="187433"/>
                    <a:pt x="425" y="187232"/>
                    <a:pt x="489" y="187033"/>
                  </a:cubicBezTo>
                  <a:cubicBezTo>
                    <a:pt x="554" y="186834"/>
                    <a:pt x="625" y="186636"/>
                    <a:pt x="702" y="186442"/>
                  </a:cubicBezTo>
                  <a:cubicBezTo>
                    <a:pt x="779" y="186247"/>
                    <a:pt x="863" y="186055"/>
                    <a:pt x="952" y="185865"/>
                  </a:cubicBezTo>
                  <a:cubicBezTo>
                    <a:pt x="1041" y="185676"/>
                    <a:pt x="1136" y="185489"/>
                    <a:pt x="1237" y="185305"/>
                  </a:cubicBezTo>
                  <a:cubicBezTo>
                    <a:pt x="1338" y="185122"/>
                    <a:pt x="1444" y="184941"/>
                    <a:pt x="1557" y="184765"/>
                  </a:cubicBezTo>
                  <a:cubicBezTo>
                    <a:pt x="1669" y="184588"/>
                    <a:pt x="1787" y="184414"/>
                    <a:pt x="1910" y="184245"/>
                  </a:cubicBezTo>
                  <a:cubicBezTo>
                    <a:pt x="2033" y="184076"/>
                    <a:pt x="2161" y="183910"/>
                    <a:pt x="2295" y="183749"/>
                  </a:cubicBezTo>
                  <a:cubicBezTo>
                    <a:pt x="2428" y="183587"/>
                    <a:pt x="2567" y="183430"/>
                    <a:pt x="2710" y="183277"/>
                  </a:cubicBezTo>
                  <a:cubicBezTo>
                    <a:pt x="2854" y="183125"/>
                    <a:pt x="3002" y="182977"/>
                    <a:pt x="3155" y="182833"/>
                  </a:cubicBezTo>
                  <a:cubicBezTo>
                    <a:pt x="3307" y="182690"/>
                    <a:pt x="3464" y="182551"/>
                    <a:pt x="3626" y="182418"/>
                  </a:cubicBezTo>
                  <a:cubicBezTo>
                    <a:pt x="3787" y="182284"/>
                    <a:pt x="3953" y="182156"/>
                    <a:pt x="4122" y="182033"/>
                  </a:cubicBezTo>
                  <a:cubicBezTo>
                    <a:pt x="4292" y="181910"/>
                    <a:pt x="4465" y="181792"/>
                    <a:pt x="4642" y="181680"/>
                  </a:cubicBezTo>
                  <a:cubicBezTo>
                    <a:pt x="4819" y="181567"/>
                    <a:pt x="4999" y="181461"/>
                    <a:pt x="5182" y="181360"/>
                  </a:cubicBezTo>
                  <a:cubicBezTo>
                    <a:pt x="5366" y="181259"/>
                    <a:pt x="5553" y="181164"/>
                    <a:pt x="5742" y="181075"/>
                  </a:cubicBezTo>
                  <a:cubicBezTo>
                    <a:pt x="5932" y="180985"/>
                    <a:pt x="6124" y="180902"/>
                    <a:pt x="6319" y="180825"/>
                  </a:cubicBezTo>
                  <a:cubicBezTo>
                    <a:pt x="6514" y="180748"/>
                    <a:pt x="6711" y="180677"/>
                    <a:pt x="6910" y="180612"/>
                  </a:cubicBezTo>
                  <a:cubicBezTo>
                    <a:pt x="7109" y="180548"/>
                    <a:pt x="7310" y="180489"/>
                    <a:pt x="7513" y="180437"/>
                  </a:cubicBezTo>
                  <a:cubicBezTo>
                    <a:pt x="7716" y="180385"/>
                    <a:pt x="7920" y="180339"/>
                    <a:pt x="8126" y="180300"/>
                  </a:cubicBezTo>
                  <a:cubicBezTo>
                    <a:pt x="8332" y="180261"/>
                    <a:pt x="8539" y="180228"/>
                    <a:pt x="8747" y="180202"/>
                  </a:cubicBezTo>
                  <a:cubicBezTo>
                    <a:pt x="8954" y="180175"/>
                    <a:pt x="9163" y="180156"/>
                    <a:pt x="9372" y="180143"/>
                  </a:cubicBezTo>
                  <a:cubicBezTo>
                    <a:pt x="9581" y="180129"/>
                    <a:pt x="9791" y="180123"/>
                    <a:pt x="10000" y="180123"/>
                  </a:cubicBezTo>
                  <a:lnTo>
                    <a:pt x="20000" y="180123"/>
                  </a:lnTo>
                  <a:lnTo>
                    <a:pt x="20000" y="170123"/>
                  </a:lnTo>
                  <a:cubicBezTo>
                    <a:pt x="19791" y="170123"/>
                    <a:pt x="19581" y="170116"/>
                    <a:pt x="19372" y="170103"/>
                  </a:cubicBezTo>
                  <a:cubicBezTo>
                    <a:pt x="19163" y="170090"/>
                    <a:pt x="18954" y="170070"/>
                    <a:pt x="18747" y="170044"/>
                  </a:cubicBezTo>
                  <a:cubicBezTo>
                    <a:pt x="18539" y="170018"/>
                    <a:pt x="18332" y="169985"/>
                    <a:pt x="18126" y="169946"/>
                  </a:cubicBezTo>
                  <a:cubicBezTo>
                    <a:pt x="17920" y="169907"/>
                    <a:pt x="17716" y="169861"/>
                    <a:pt x="17513" y="169809"/>
                  </a:cubicBezTo>
                  <a:cubicBezTo>
                    <a:pt x="17310" y="169757"/>
                    <a:pt x="17109" y="169698"/>
                    <a:pt x="16910" y="169633"/>
                  </a:cubicBezTo>
                  <a:cubicBezTo>
                    <a:pt x="16711" y="169569"/>
                    <a:pt x="16514" y="169498"/>
                    <a:pt x="16319" y="169421"/>
                  </a:cubicBezTo>
                  <a:cubicBezTo>
                    <a:pt x="16124" y="169344"/>
                    <a:pt x="15932" y="169260"/>
                    <a:pt x="15742" y="169171"/>
                  </a:cubicBezTo>
                  <a:cubicBezTo>
                    <a:pt x="15553" y="169082"/>
                    <a:pt x="15366" y="168987"/>
                    <a:pt x="15182" y="168886"/>
                  </a:cubicBezTo>
                  <a:cubicBezTo>
                    <a:pt x="14999" y="168785"/>
                    <a:pt x="14819" y="168678"/>
                    <a:pt x="14642" y="168566"/>
                  </a:cubicBezTo>
                  <a:cubicBezTo>
                    <a:pt x="14465" y="168454"/>
                    <a:pt x="14292" y="168336"/>
                    <a:pt x="14122" y="168213"/>
                  </a:cubicBezTo>
                  <a:cubicBezTo>
                    <a:pt x="13953" y="168090"/>
                    <a:pt x="13787" y="167962"/>
                    <a:pt x="13626" y="167828"/>
                  </a:cubicBezTo>
                  <a:cubicBezTo>
                    <a:pt x="13464" y="167695"/>
                    <a:pt x="13307" y="167556"/>
                    <a:pt x="13155" y="167413"/>
                  </a:cubicBezTo>
                  <a:cubicBezTo>
                    <a:pt x="13002" y="167269"/>
                    <a:pt x="12854" y="167121"/>
                    <a:pt x="12710" y="166968"/>
                  </a:cubicBezTo>
                  <a:cubicBezTo>
                    <a:pt x="12567" y="166816"/>
                    <a:pt x="12428" y="166659"/>
                    <a:pt x="12295" y="166497"/>
                  </a:cubicBezTo>
                  <a:cubicBezTo>
                    <a:pt x="12161" y="166336"/>
                    <a:pt x="12033" y="166170"/>
                    <a:pt x="11910" y="166001"/>
                  </a:cubicBezTo>
                  <a:cubicBezTo>
                    <a:pt x="11787" y="165831"/>
                    <a:pt x="11669" y="165658"/>
                    <a:pt x="11557" y="165481"/>
                  </a:cubicBezTo>
                  <a:cubicBezTo>
                    <a:pt x="11444" y="165304"/>
                    <a:pt x="11338" y="165124"/>
                    <a:pt x="11237" y="164940"/>
                  </a:cubicBezTo>
                  <a:cubicBezTo>
                    <a:pt x="11136" y="164757"/>
                    <a:pt x="11041" y="164570"/>
                    <a:pt x="10952" y="164381"/>
                  </a:cubicBezTo>
                  <a:cubicBezTo>
                    <a:pt x="10863" y="164191"/>
                    <a:pt x="10779" y="163999"/>
                    <a:pt x="10702" y="163804"/>
                  </a:cubicBezTo>
                  <a:cubicBezTo>
                    <a:pt x="10625" y="163609"/>
                    <a:pt x="10554" y="163412"/>
                    <a:pt x="10489" y="163213"/>
                  </a:cubicBezTo>
                  <a:cubicBezTo>
                    <a:pt x="10425" y="163014"/>
                    <a:pt x="10366" y="162813"/>
                    <a:pt x="10314" y="162610"/>
                  </a:cubicBezTo>
                  <a:cubicBezTo>
                    <a:pt x="10262" y="162407"/>
                    <a:pt x="10216" y="162202"/>
                    <a:pt x="10177" y="161997"/>
                  </a:cubicBezTo>
                  <a:cubicBezTo>
                    <a:pt x="10138" y="161791"/>
                    <a:pt x="10105" y="161584"/>
                    <a:pt x="10079" y="161376"/>
                  </a:cubicBezTo>
                  <a:cubicBezTo>
                    <a:pt x="10053" y="161168"/>
                    <a:pt x="10033" y="160960"/>
                    <a:pt x="10020" y="160751"/>
                  </a:cubicBezTo>
                  <a:cubicBezTo>
                    <a:pt x="10007" y="160542"/>
                    <a:pt x="10000" y="160332"/>
                    <a:pt x="10000" y="160123"/>
                  </a:cubicBezTo>
                  <a:cubicBezTo>
                    <a:pt x="10000" y="159913"/>
                    <a:pt x="10007" y="159704"/>
                    <a:pt x="10020" y="159495"/>
                  </a:cubicBezTo>
                  <a:cubicBezTo>
                    <a:pt x="10033" y="159286"/>
                    <a:pt x="10053" y="159077"/>
                    <a:pt x="10079" y="158870"/>
                  </a:cubicBezTo>
                  <a:cubicBezTo>
                    <a:pt x="10105" y="158662"/>
                    <a:pt x="10138" y="158455"/>
                    <a:pt x="10177" y="158249"/>
                  </a:cubicBezTo>
                  <a:cubicBezTo>
                    <a:pt x="10216" y="158043"/>
                    <a:pt x="10262" y="157839"/>
                    <a:pt x="10314" y="157636"/>
                  </a:cubicBezTo>
                  <a:cubicBezTo>
                    <a:pt x="10366" y="157433"/>
                    <a:pt x="10425" y="157232"/>
                    <a:pt x="10489" y="157033"/>
                  </a:cubicBezTo>
                  <a:cubicBezTo>
                    <a:pt x="10554" y="156834"/>
                    <a:pt x="10625" y="156636"/>
                    <a:pt x="10702" y="156442"/>
                  </a:cubicBezTo>
                  <a:cubicBezTo>
                    <a:pt x="10779" y="156247"/>
                    <a:pt x="10863" y="156055"/>
                    <a:pt x="10952" y="155865"/>
                  </a:cubicBezTo>
                  <a:cubicBezTo>
                    <a:pt x="11041" y="155676"/>
                    <a:pt x="11136" y="155489"/>
                    <a:pt x="11237" y="155305"/>
                  </a:cubicBezTo>
                  <a:cubicBezTo>
                    <a:pt x="11338" y="155122"/>
                    <a:pt x="11444" y="154941"/>
                    <a:pt x="11557" y="154765"/>
                  </a:cubicBezTo>
                  <a:cubicBezTo>
                    <a:pt x="11669" y="154588"/>
                    <a:pt x="11787" y="154414"/>
                    <a:pt x="11910" y="154245"/>
                  </a:cubicBezTo>
                  <a:cubicBezTo>
                    <a:pt x="12033" y="154076"/>
                    <a:pt x="12161" y="153910"/>
                    <a:pt x="12295" y="153749"/>
                  </a:cubicBezTo>
                  <a:cubicBezTo>
                    <a:pt x="12428" y="153587"/>
                    <a:pt x="12567" y="153430"/>
                    <a:pt x="12710" y="153277"/>
                  </a:cubicBezTo>
                  <a:cubicBezTo>
                    <a:pt x="12854" y="153125"/>
                    <a:pt x="13002" y="152977"/>
                    <a:pt x="13155" y="152833"/>
                  </a:cubicBezTo>
                  <a:cubicBezTo>
                    <a:pt x="13307" y="152690"/>
                    <a:pt x="13464" y="152551"/>
                    <a:pt x="13626" y="152418"/>
                  </a:cubicBezTo>
                  <a:cubicBezTo>
                    <a:pt x="13787" y="152284"/>
                    <a:pt x="13953" y="152156"/>
                    <a:pt x="14122" y="152033"/>
                  </a:cubicBezTo>
                  <a:cubicBezTo>
                    <a:pt x="14292" y="151910"/>
                    <a:pt x="14465" y="151792"/>
                    <a:pt x="14642" y="151680"/>
                  </a:cubicBezTo>
                  <a:cubicBezTo>
                    <a:pt x="14819" y="151567"/>
                    <a:pt x="14999" y="151461"/>
                    <a:pt x="15182" y="151360"/>
                  </a:cubicBezTo>
                  <a:cubicBezTo>
                    <a:pt x="15366" y="151259"/>
                    <a:pt x="15553" y="151164"/>
                    <a:pt x="15742" y="151075"/>
                  </a:cubicBezTo>
                  <a:cubicBezTo>
                    <a:pt x="15932" y="150985"/>
                    <a:pt x="16124" y="150902"/>
                    <a:pt x="16319" y="150825"/>
                  </a:cubicBezTo>
                  <a:cubicBezTo>
                    <a:pt x="16514" y="150748"/>
                    <a:pt x="16711" y="150677"/>
                    <a:pt x="16910" y="150612"/>
                  </a:cubicBezTo>
                  <a:cubicBezTo>
                    <a:pt x="17109" y="150548"/>
                    <a:pt x="17310" y="150489"/>
                    <a:pt x="17513" y="150437"/>
                  </a:cubicBezTo>
                  <a:cubicBezTo>
                    <a:pt x="17716" y="150385"/>
                    <a:pt x="17920" y="150339"/>
                    <a:pt x="18126" y="150300"/>
                  </a:cubicBezTo>
                  <a:cubicBezTo>
                    <a:pt x="18332" y="150261"/>
                    <a:pt x="18539" y="150228"/>
                    <a:pt x="18747" y="150202"/>
                  </a:cubicBezTo>
                  <a:cubicBezTo>
                    <a:pt x="18954" y="150175"/>
                    <a:pt x="19163" y="150156"/>
                    <a:pt x="19372" y="150143"/>
                  </a:cubicBezTo>
                  <a:cubicBezTo>
                    <a:pt x="19581" y="150129"/>
                    <a:pt x="19791" y="150123"/>
                    <a:pt x="20000" y="150123"/>
                  </a:cubicBezTo>
                  <a:lnTo>
                    <a:pt x="40000" y="150123"/>
                  </a:lnTo>
                  <a:cubicBezTo>
                    <a:pt x="40209" y="150123"/>
                    <a:pt x="40419" y="150129"/>
                    <a:pt x="40628" y="150143"/>
                  </a:cubicBezTo>
                  <a:cubicBezTo>
                    <a:pt x="40837" y="150156"/>
                    <a:pt x="41046" y="150175"/>
                    <a:pt x="41253" y="150202"/>
                  </a:cubicBezTo>
                  <a:cubicBezTo>
                    <a:pt x="41461" y="150228"/>
                    <a:pt x="41668" y="150261"/>
                    <a:pt x="41874" y="150300"/>
                  </a:cubicBezTo>
                  <a:cubicBezTo>
                    <a:pt x="42080" y="150339"/>
                    <a:pt x="42284" y="150385"/>
                    <a:pt x="42487" y="150437"/>
                  </a:cubicBezTo>
                  <a:cubicBezTo>
                    <a:pt x="42690" y="150489"/>
                    <a:pt x="42891" y="150548"/>
                    <a:pt x="43090" y="150612"/>
                  </a:cubicBezTo>
                  <a:cubicBezTo>
                    <a:pt x="43289" y="150677"/>
                    <a:pt x="43486" y="150748"/>
                    <a:pt x="43681" y="150825"/>
                  </a:cubicBezTo>
                  <a:cubicBezTo>
                    <a:pt x="43876" y="150902"/>
                    <a:pt x="44068" y="150985"/>
                    <a:pt x="44258" y="151075"/>
                  </a:cubicBezTo>
                  <a:cubicBezTo>
                    <a:pt x="44447" y="151164"/>
                    <a:pt x="44634" y="151259"/>
                    <a:pt x="44818" y="151360"/>
                  </a:cubicBezTo>
                  <a:cubicBezTo>
                    <a:pt x="45001" y="151461"/>
                    <a:pt x="45181" y="151567"/>
                    <a:pt x="45358" y="151680"/>
                  </a:cubicBezTo>
                  <a:cubicBezTo>
                    <a:pt x="45535" y="151792"/>
                    <a:pt x="45708" y="151910"/>
                    <a:pt x="45878" y="152033"/>
                  </a:cubicBezTo>
                  <a:cubicBezTo>
                    <a:pt x="46047" y="152156"/>
                    <a:pt x="46213" y="152284"/>
                    <a:pt x="46374" y="152418"/>
                  </a:cubicBezTo>
                  <a:cubicBezTo>
                    <a:pt x="46536" y="152551"/>
                    <a:pt x="46693" y="152690"/>
                    <a:pt x="46845" y="152833"/>
                  </a:cubicBezTo>
                  <a:cubicBezTo>
                    <a:pt x="46998" y="152977"/>
                    <a:pt x="47146" y="153125"/>
                    <a:pt x="47290" y="153277"/>
                  </a:cubicBezTo>
                  <a:cubicBezTo>
                    <a:pt x="47433" y="153430"/>
                    <a:pt x="47572" y="153587"/>
                    <a:pt x="47705" y="153749"/>
                  </a:cubicBezTo>
                  <a:cubicBezTo>
                    <a:pt x="47839" y="153910"/>
                    <a:pt x="47967" y="154076"/>
                    <a:pt x="48090" y="154245"/>
                  </a:cubicBezTo>
                  <a:cubicBezTo>
                    <a:pt x="48213" y="154414"/>
                    <a:pt x="48331" y="154588"/>
                    <a:pt x="48443" y="154765"/>
                  </a:cubicBezTo>
                  <a:cubicBezTo>
                    <a:pt x="48556" y="154941"/>
                    <a:pt x="48662" y="155122"/>
                    <a:pt x="48763" y="155305"/>
                  </a:cubicBezTo>
                  <a:cubicBezTo>
                    <a:pt x="48864" y="155489"/>
                    <a:pt x="48959" y="155676"/>
                    <a:pt x="49048" y="155865"/>
                  </a:cubicBezTo>
                  <a:cubicBezTo>
                    <a:pt x="49137" y="156055"/>
                    <a:pt x="49221" y="156247"/>
                    <a:pt x="49298" y="156442"/>
                  </a:cubicBezTo>
                  <a:cubicBezTo>
                    <a:pt x="49375" y="156636"/>
                    <a:pt x="49446" y="156834"/>
                    <a:pt x="49511" y="157033"/>
                  </a:cubicBezTo>
                  <a:cubicBezTo>
                    <a:pt x="49575" y="157232"/>
                    <a:pt x="49634" y="157433"/>
                    <a:pt x="49686" y="157636"/>
                  </a:cubicBezTo>
                  <a:cubicBezTo>
                    <a:pt x="49738" y="157839"/>
                    <a:pt x="49784" y="158043"/>
                    <a:pt x="49823" y="158249"/>
                  </a:cubicBezTo>
                  <a:cubicBezTo>
                    <a:pt x="49862" y="158455"/>
                    <a:pt x="49895" y="158662"/>
                    <a:pt x="49921" y="158870"/>
                  </a:cubicBezTo>
                  <a:cubicBezTo>
                    <a:pt x="49947" y="159077"/>
                    <a:pt x="49967" y="159286"/>
                    <a:pt x="49980" y="159495"/>
                  </a:cubicBezTo>
                  <a:cubicBezTo>
                    <a:pt x="49993" y="159704"/>
                    <a:pt x="50000" y="159913"/>
                    <a:pt x="50000" y="160123"/>
                  </a:cubicBezTo>
                  <a:cubicBezTo>
                    <a:pt x="50000" y="160332"/>
                    <a:pt x="49993" y="160542"/>
                    <a:pt x="49980" y="160751"/>
                  </a:cubicBezTo>
                  <a:cubicBezTo>
                    <a:pt x="49967" y="160960"/>
                    <a:pt x="49947" y="161168"/>
                    <a:pt x="49921" y="161376"/>
                  </a:cubicBezTo>
                  <a:cubicBezTo>
                    <a:pt x="49895" y="161584"/>
                    <a:pt x="49862" y="161791"/>
                    <a:pt x="49823" y="161997"/>
                  </a:cubicBezTo>
                  <a:cubicBezTo>
                    <a:pt x="49784" y="162202"/>
                    <a:pt x="49738" y="162407"/>
                    <a:pt x="49686" y="162610"/>
                  </a:cubicBezTo>
                  <a:cubicBezTo>
                    <a:pt x="49634" y="162813"/>
                    <a:pt x="49575" y="163014"/>
                    <a:pt x="49511" y="163213"/>
                  </a:cubicBezTo>
                  <a:cubicBezTo>
                    <a:pt x="49446" y="163412"/>
                    <a:pt x="49375" y="163609"/>
                    <a:pt x="49298" y="163804"/>
                  </a:cubicBezTo>
                  <a:cubicBezTo>
                    <a:pt x="49221" y="163999"/>
                    <a:pt x="49137" y="164191"/>
                    <a:pt x="49048" y="164381"/>
                  </a:cubicBezTo>
                  <a:cubicBezTo>
                    <a:pt x="48959" y="164570"/>
                    <a:pt x="48864" y="164757"/>
                    <a:pt x="48763" y="164940"/>
                  </a:cubicBezTo>
                  <a:cubicBezTo>
                    <a:pt x="48662" y="165124"/>
                    <a:pt x="48556" y="165304"/>
                    <a:pt x="48443" y="165481"/>
                  </a:cubicBezTo>
                  <a:cubicBezTo>
                    <a:pt x="48331" y="165658"/>
                    <a:pt x="48213" y="165831"/>
                    <a:pt x="48090" y="166001"/>
                  </a:cubicBezTo>
                  <a:cubicBezTo>
                    <a:pt x="47967" y="166170"/>
                    <a:pt x="47839" y="166336"/>
                    <a:pt x="47705" y="166497"/>
                  </a:cubicBezTo>
                  <a:cubicBezTo>
                    <a:pt x="47572" y="166659"/>
                    <a:pt x="47433" y="166816"/>
                    <a:pt x="47290" y="166968"/>
                  </a:cubicBezTo>
                  <a:cubicBezTo>
                    <a:pt x="47146" y="167121"/>
                    <a:pt x="46998" y="167269"/>
                    <a:pt x="46845" y="167413"/>
                  </a:cubicBezTo>
                  <a:cubicBezTo>
                    <a:pt x="46693" y="167556"/>
                    <a:pt x="46536" y="167695"/>
                    <a:pt x="46374" y="167828"/>
                  </a:cubicBezTo>
                  <a:cubicBezTo>
                    <a:pt x="46213" y="167962"/>
                    <a:pt x="46047" y="168090"/>
                    <a:pt x="45878" y="168213"/>
                  </a:cubicBezTo>
                  <a:cubicBezTo>
                    <a:pt x="45708" y="168336"/>
                    <a:pt x="45535" y="168454"/>
                    <a:pt x="45358" y="168566"/>
                  </a:cubicBezTo>
                  <a:cubicBezTo>
                    <a:pt x="45181" y="168678"/>
                    <a:pt x="45001" y="168785"/>
                    <a:pt x="44818" y="168886"/>
                  </a:cubicBezTo>
                  <a:cubicBezTo>
                    <a:pt x="44634" y="168987"/>
                    <a:pt x="44447" y="169082"/>
                    <a:pt x="44258" y="169171"/>
                  </a:cubicBezTo>
                  <a:cubicBezTo>
                    <a:pt x="44068" y="169260"/>
                    <a:pt x="43876" y="169344"/>
                    <a:pt x="43681" y="169421"/>
                  </a:cubicBezTo>
                  <a:cubicBezTo>
                    <a:pt x="43486" y="169498"/>
                    <a:pt x="43289" y="169569"/>
                    <a:pt x="43090" y="169633"/>
                  </a:cubicBezTo>
                  <a:cubicBezTo>
                    <a:pt x="42891" y="169698"/>
                    <a:pt x="42690" y="169757"/>
                    <a:pt x="42487" y="169809"/>
                  </a:cubicBezTo>
                  <a:cubicBezTo>
                    <a:pt x="42284" y="169861"/>
                    <a:pt x="42080" y="169907"/>
                    <a:pt x="41874" y="169946"/>
                  </a:cubicBezTo>
                  <a:cubicBezTo>
                    <a:pt x="41668" y="169985"/>
                    <a:pt x="41461" y="170018"/>
                    <a:pt x="41253" y="170044"/>
                  </a:cubicBezTo>
                  <a:cubicBezTo>
                    <a:pt x="41046" y="170070"/>
                    <a:pt x="40837" y="170090"/>
                    <a:pt x="40628" y="170103"/>
                  </a:cubicBezTo>
                  <a:cubicBezTo>
                    <a:pt x="40419" y="170116"/>
                    <a:pt x="40209" y="170123"/>
                    <a:pt x="40000" y="170123"/>
                  </a:cubicBezTo>
                  <a:lnTo>
                    <a:pt x="40000" y="180123"/>
                  </a:lnTo>
                  <a:lnTo>
                    <a:pt x="80000" y="180123"/>
                  </a:lnTo>
                  <a:cubicBezTo>
                    <a:pt x="81035" y="180123"/>
                    <a:pt x="82070" y="180091"/>
                    <a:pt x="83103" y="180027"/>
                  </a:cubicBezTo>
                  <a:cubicBezTo>
                    <a:pt x="84137" y="179963"/>
                    <a:pt x="85168" y="179867"/>
                    <a:pt x="86195" y="179739"/>
                  </a:cubicBezTo>
                  <a:cubicBezTo>
                    <a:pt x="87222" y="179611"/>
                    <a:pt x="88245" y="179451"/>
                    <a:pt x="89262" y="179259"/>
                  </a:cubicBezTo>
                  <a:cubicBezTo>
                    <a:pt x="90280" y="179068"/>
                    <a:pt x="91291" y="178845"/>
                    <a:pt x="92294" y="178590"/>
                  </a:cubicBezTo>
                  <a:cubicBezTo>
                    <a:pt x="93298" y="178336"/>
                    <a:pt x="94293" y="178051"/>
                    <a:pt x="95279" y="177734"/>
                  </a:cubicBezTo>
                  <a:cubicBezTo>
                    <a:pt x="96265" y="177418"/>
                    <a:pt x="97240" y="177072"/>
                    <a:pt x="98205" y="176695"/>
                  </a:cubicBezTo>
                  <a:cubicBezTo>
                    <a:pt x="99169" y="176318"/>
                    <a:pt x="100121" y="175912"/>
                    <a:pt x="101060" y="175476"/>
                  </a:cubicBezTo>
                  <a:cubicBezTo>
                    <a:pt x="101999" y="175040"/>
                    <a:pt x="102924" y="174575"/>
                    <a:pt x="103834" y="174082"/>
                  </a:cubicBezTo>
                  <a:cubicBezTo>
                    <a:pt x="104745" y="173589"/>
                    <a:pt x="105639" y="173067"/>
                    <a:pt x="106517" y="172519"/>
                  </a:cubicBezTo>
                  <a:cubicBezTo>
                    <a:pt x="107395" y="171970"/>
                    <a:pt x="108255" y="171394"/>
                    <a:pt x="109097" y="170792"/>
                  </a:cubicBezTo>
                  <a:cubicBezTo>
                    <a:pt x="109939" y="170189"/>
                    <a:pt x="110762" y="169561"/>
                    <a:pt x="111565" y="168908"/>
                  </a:cubicBezTo>
                  <a:cubicBezTo>
                    <a:pt x="112368" y="168254"/>
                    <a:pt x="113151" y="167576"/>
                    <a:pt x="113912" y="166874"/>
                  </a:cubicBezTo>
                  <a:cubicBezTo>
                    <a:pt x="114673" y="166173"/>
                    <a:pt x="115411" y="165447"/>
                    <a:pt x="116127" y="164699"/>
                  </a:cubicBezTo>
                  <a:cubicBezTo>
                    <a:pt x="116843" y="163952"/>
                    <a:pt x="117536" y="163182"/>
                    <a:pt x="118204" y="162391"/>
                  </a:cubicBezTo>
                  <a:cubicBezTo>
                    <a:pt x="118872" y="161600"/>
                    <a:pt x="119515" y="160789"/>
                    <a:pt x="120133" y="159958"/>
                  </a:cubicBezTo>
                  <a:cubicBezTo>
                    <a:pt x="120751" y="159128"/>
                    <a:pt x="121342" y="158278"/>
                    <a:pt x="121907" y="157410"/>
                  </a:cubicBezTo>
                  <a:cubicBezTo>
                    <a:pt x="122472" y="156543"/>
                    <a:pt x="123010" y="155658"/>
                    <a:pt x="123520" y="154757"/>
                  </a:cubicBezTo>
                  <a:cubicBezTo>
                    <a:pt x="124030" y="153857"/>
                    <a:pt x="124512" y="152940"/>
                    <a:pt x="124965" y="152009"/>
                  </a:cubicBezTo>
                  <a:cubicBezTo>
                    <a:pt x="125418" y="151079"/>
                    <a:pt x="125843" y="150134"/>
                    <a:pt x="126237" y="149177"/>
                  </a:cubicBezTo>
                  <a:cubicBezTo>
                    <a:pt x="126632" y="148220"/>
                    <a:pt x="126996" y="147251"/>
                    <a:pt x="127331" y="146271"/>
                  </a:cubicBezTo>
                  <a:cubicBezTo>
                    <a:pt x="127665" y="145291"/>
                    <a:pt x="127969" y="144301"/>
                    <a:pt x="128242" y="143303"/>
                  </a:cubicBezTo>
                  <a:cubicBezTo>
                    <a:pt x="128515" y="142304"/>
                    <a:pt x="128756" y="141297"/>
                    <a:pt x="128967" y="140284"/>
                  </a:cubicBezTo>
                  <a:cubicBezTo>
                    <a:pt x="129177" y="139270"/>
                    <a:pt x="129356" y="138250"/>
                    <a:pt x="129503" y="137226"/>
                  </a:cubicBezTo>
                  <a:cubicBezTo>
                    <a:pt x="129650" y="136201"/>
                    <a:pt x="129765" y="135172"/>
                    <a:pt x="129848" y="134140"/>
                  </a:cubicBezTo>
                  <a:cubicBezTo>
                    <a:pt x="129932" y="133108"/>
                    <a:pt x="129983" y="132074"/>
                    <a:pt x="130002" y="131039"/>
                  </a:cubicBezTo>
                  <a:cubicBezTo>
                    <a:pt x="130021" y="130004"/>
                    <a:pt x="130007" y="128969"/>
                    <a:pt x="129962" y="127934"/>
                  </a:cubicBezTo>
                  <a:cubicBezTo>
                    <a:pt x="129917" y="126900"/>
                    <a:pt x="129839" y="125868"/>
                    <a:pt x="129730" y="124838"/>
                  </a:cubicBezTo>
                  <a:cubicBezTo>
                    <a:pt x="129621" y="123809"/>
                    <a:pt x="129479" y="122783"/>
                    <a:pt x="129306" y="121763"/>
                  </a:cubicBezTo>
                  <a:cubicBezTo>
                    <a:pt x="129133" y="120742"/>
                    <a:pt x="128928" y="119727"/>
                    <a:pt x="128692" y="118719"/>
                  </a:cubicBezTo>
                  <a:cubicBezTo>
                    <a:pt x="128456" y="117711"/>
                    <a:pt x="128189" y="116711"/>
                    <a:pt x="127891" y="115719"/>
                  </a:cubicBezTo>
                  <a:cubicBezTo>
                    <a:pt x="127592" y="114728"/>
                    <a:pt x="127263" y="113746"/>
                    <a:pt x="126904" y="112775"/>
                  </a:cubicBezTo>
                  <a:cubicBezTo>
                    <a:pt x="126545" y="111804"/>
                    <a:pt x="126156" y="110845"/>
                    <a:pt x="125737" y="109898"/>
                  </a:cubicBezTo>
                  <a:cubicBezTo>
                    <a:pt x="125318" y="108952"/>
                    <a:pt x="124870" y="108018"/>
                    <a:pt x="124394" y="107099"/>
                  </a:cubicBezTo>
                  <a:cubicBezTo>
                    <a:pt x="123917" y="106180"/>
                    <a:pt x="123412" y="105276"/>
                    <a:pt x="122879" y="104389"/>
                  </a:cubicBezTo>
                  <a:cubicBezTo>
                    <a:pt x="122346" y="103501"/>
                    <a:pt x="121786" y="102630"/>
                    <a:pt x="121199" y="101778"/>
                  </a:cubicBezTo>
                  <a:cubicBezTo>
                    <a:pt x="120612" y="100925"/>
                    <a:pt x="119999" y="100090"/>
                    <a:pt x="119360" y="99276"/>
                  </a:cubicBezTo>
                  <a:cubicBezTo>
                    <a:pt x="118722" y="98461"/>
                    <a:pt x="118058" y="97666"/>
                    <a:pt x="117370" y="96893"/>
                  </a:cubicBezTo>
                  <a:lnTo>
                    <a:pt x="87070" y="127193"/>
                  </a:lnTo>
                  <a:cubicBezTo>
                    <a:pt x="86922" y="127341"/>
                    <a:pt x="86769" y="127484"/>
                    <a:pt x="86612" y="127623"/>
                  </a:cubicBezTo>
                  <a:cubicBezTo>
                    <a:pt x="86455" y="127761"/>
                    <a:pt x="86294" y="127895"/>
                    <a:pt x="86128" y="128023"/>
                  </a:cubicBezTo>
                  <a:cubicBezTo>
                    <a:pt x="85963" y="128151"/>
                    <a:pt x="85793" y="128275"/>
                    <a:pt x="85620" y="128392"/>
                  </a:cubicBezTo>
                  <a:cubicBezTo>
                    <a:pt x="85447" y="128510"/>
                    <a:pt x="85270" y="128622"/>
                    <a:pt x="85090" y="128729"/>
                  </a:cubicBezTo>
                  <a:cubicBezTo>
                    <a:pt x="84909" y="128835"/>
                    <a:pt x="84726" y="128936"/>
                    <a:pt x="84539" y="129031"/>
                  </a:cubicBezTo>
                  <a:cubicBezTo>
                    <a:pt x="84352" y="129126"/>
                    <a:pt x="84163" y="129215"/>
                    <a:pt x="83971" y="129299"/>
                  </a:cubicBezTo>
                  <a:cubicBezTo>
                    <a:pt x="83779" y="129382"/>
                    <a:pt x="83584" y="129459"/>
                    <a:pt x="83387" y="129530"/>
                  </a:cubicBezTo>
                  <a:cubicBezTo>
                    <a:pt x="83190" y="129601"/>
                    <a:pt x="82990" y="129665"/>
                    <a:pt x="82789" y="129724"/>
                  </a:cubicBezTo>
                  <a:cubicBezTo>
                    <a:pt x="82588" y="129782"/>
                    <a:pt x="82385" y="129834"/>
                    <a:pt x="82181" y="129880"/>
                  </a:cubicBezTo>
                  <a:cubicBezTo>
                    <a:pt x="81977" y="129926"/>
                    <a:pt x="81771" y="129965"/>
                    <a:pt x="81564" y="129998"/>
                  </a:cubicBezTo>
                  <a:cubicBezTo>
                    <a:pt x="81357" y="130030"/>
                    <a:pt x="81149" y="130057"/>
                    <a:pt x="80941" y="130076"/>
                  </a:cubicBezTo>
                  <a:cubicBezTo>
                    <a:pt x="80732" y="130096"/>
                    <a:pt x="80523" y="130109"/>
                    <a:pt x="80314" y="130116"/>
                  </a:cubicBezTo>
                  <a:cubicBezTo>
                    <a:pt x="80105" y="130122"/>
                    <a:pt x="79895" y="130122"/>
                    <a:pt x="79686" y="130116"/>
                  </a:cubicBezTo>
                  <a:cubicBezTo>
                    <a:pt x="79477" y="130109"/>
                    <a:pt x="79268" y="130096"/>
                    <a:pt x="79059" y="130076"/>
                  </a:cubicBezTo>
                  <a:cubicBezTo>
                    <a:pt x="78851" y="130057"/>
                    <a:pt x="78643" y="130030"/>
                    <a:pt x="78436" y="129998"/>
                  </a:cubicBezTo>
                  <a:cubicBezTo>
                    <a:pt x="78229" y="129965"/>
                    <a:pt x="78023" y="129926"/>
                    <a:pt x="77819" y="129880"/>
                  </a:cubicBezTo>
                  <a:cubicBezTo>
                    <a:pt x="77615" y="129834"/>
                    <a:pt x="77412" y="129782"/>
                    <a:pt x="77211" y="129724"/>
                  </a:cubicBezTo>
                  <a:cubicBezTo>
                    <a:pt x="77010" y="129665"/>
                    <a:pt x="76810" y="129601"/>
                    <a:pt x="76613" y="129530"/>
                  </a:cubicBezTo>
                  <a:cubicBezTo>
                    <a:pt x="76416" y="129459"/>
                    <a:pt x="76221" y="129382"/>
                    <a:pt x="76029" y="129299"/>
                  </a:cubicBezTo>
                  <a:cubicBezTo>
                    <a:pt x="75837" y="129215"/>
                    <a:pt x="75648" y="129126"/>
                    <a:pt x="75461" y="129031"/>
                  </a:cubicBezTo>
                  <a:cubicBezTo>
                    <a:pt x="75274" y="128936"/>
                    <a:pt x="75091" y="128835"/>
                    <a:pt x="74910" y="128729"/>
                  </a:cubicBezTo>
                  <a:cubicBezTo>
                    <a:pt x="74730" y="128622"/>
                    <a:pt x="74553" y="128510"/>
                    <a:pt x="74380" y="128392"/>
                  </a:cubicBezTo>
                  <a:cubicBezTo>
                    <a:pt x="74207" y="128275"/>
                    <a:pt x="74037" y="128151"/>
                    <a:pt x="73872" y="128023"/>
                  </a:cubicBezTo>
                  <a:cubicBezTo>
                    <a:pt x="73706" y="127895"/>
                    <a:pt x="73545" y="127761"/>
                    <a:pt x="73388" y="127623"/>
                  </a:cubicBezTo>
                  <a:cubicBezTo>
                    <a:pt x="73231" y="127484"/>
                    <a:pt x="73078" y="127341"/>
                    <a:pt x="72930" y="127193"/>
                  </a:cubicBezTo>
                  <a:lnTo>
                    <a:pt x="65000" y="119273"/>
                  </a:lnTo>
                  <a:lnTo>
                    <a:pt x="57070" y="127193"/>
                  </a:lnTo>
                  <a:cubicBezTo>
                    <a:pt x="56926" y="127342"/>
                    <a:pt x="56777" y="127487"/>
                    <a:pt x="56624" y="127627"/>
                  </a:cubicBezTo>
                  <a:cubicBezTo>
                    <a:pt x="56470" y="127767"/>
                    <a:pt x="56313" y="127902"/>
                    <a:pt x="56151" y="128033"/>
                  </a:cubicBezTo>
                  <a:cubicBezTo>
                    <a:pt x="55989" y="128163"/>
                    <a:pt x="55824" y="128288"/>
                    <a:pt x="55654" y="128408"/>
                  </a:cubicBezTo>
                  <a:cubicBezTo>
                    <a:pt x="55485" y="128528"/>
                    <a:pt x="55312" y="128643"/>
                    <a:pt x="55135" y="128752"/>
                  </a:cubicBezTo>
                  <a:cubicBezTo>
                    <a:pt x="54958" y="128861"/>
                    <a:pt x="54779" y="128965"/>
                    <a:pt x="54595" y="129063"/>
                  </a:cubicBezTo>
                  <a:cubicBezTo>
                    <a:pt x="54412" y="129161"/>
                    <a:pt x="54226" y="129253"/>
                    <a:pt x="54038" y="129339"/>
                  </a:cubicBezTo>
                  <a:cubicBezTo>
                    <a:pt x="53849" y="129426"/>
                    <a:pt x="53657" y="129506"/>
                    <a:pt x="53463" y="129581"/>
                  </a:cubicBezTo>
                  <a:cubicBezTo>
                    <a:pt x="53270" y="129655"/>
                    <a:pt x="53074" y="129723"/>
                    <a:pt x="52876" y="129786"/>
                  </a:cubicBezTo>
                  <a:cubicBezTo>
                    <a:pt x="52677" y="129848"/>
                    <a:pt x="52478" y="129904"/>
                    <a:pt x="52276" y="129954"/>
                  </a:cubicBezTo>
                  <a:cubicBezTo>
                    <a:pt x="52074" y="130004"/>
                    <a:pt x="51871" y="130047"/>
                    <a:pt x="51667" y="130084"/>
                  </a:cubicBezTo>
                  <a:cubicBezTo>
                    <a:pt x="51463" y="130121"/>
                    <a:pt x="51257" y="130152"/>
                    <a:pt x="51051" y="130177"/>
                  </a:cubicBezTo>
                  <a:cubicBezTo>
                    <a:pt x="50845" y="130201"/>
                    <a:pt x="50638" y="130219"/>
                    <a:pt x="50431" y="130230"/>
                  </a:cubicBezTo>
                  <a:cubicBezTo>
                    <a:pt x="50224" y="130242"/>
                    <a:pt x="50016" y="130247"/>
                    <a:pt x="49808" y="130246"/>
                  </a:cubicBezTo>
                  <a:cubicBezTo>
                    <a:pt x="49601" y="130244"/>
                    <a:pt x="49393" y="130236"/>
                    <a:pt x="49186" y="130222"/>
                  </a:cubicBezTo>
                  <a:cubicBezTo>
                    <a:pt x="48979" y="130208"/>
                    <a:pt x="48772" y="130187"/>
                    <a:pt x="48566" y="130160"/>
                  </a:cubicBezTo>
                  <a:cubicBezTo>
                    <a:pt x="48361" y="130132"/>
                    <a:pt x="48156" y="130099"/>
                    <a:pt x="47952" y="130059"/>
                  </a:cubicBezTo>
                  <a:cubicBezTo>
                    <a:pt x="47748" y="130019"/>
                    <a:pt x="47546" y="129972"/>
                    <a:pt x="47345" y="129920"/>
                  </a:cubicBezTo>
                  <a:cubicBezTo>
                    <a:pt x="47144" y="129867"/>
                    <a:pt x="46945" y="129808"/>
                    <a:pt x="46748" y="129743"/>
                  </a:cubicBezTo>
                  <a:cubicBezTo>
                    <a:pt x="46551" y="129679"/>
                    <a:pt x="46355" y="129607"/>
                    <a:pt x="46163" y="129530"/>
                  </a:cubicBezTo>
                  <a:cubicBezTo>
                    <a:pt x="45970" y="129453"/>
                    <a:pt x="45780" y="129370"/>
                    <a:pt x="45592" y="129281"/>
                  </a:cubicBezTo>
                  <a:cubicBezTo>
                    <a:pt x="45404" y="129192"/>
                    <a:pt x="45220" y="129097"/>
                    <a:pt x="45038" y="128997"/>
                  </a:cubicBezTo>
                  <a:cubicBezTo>
                    <a:pt x="44856" y="128896"/>
                    <a:pt x="44678" y="128790"/>
                    <a:pt x="44503" y="128679"/>
                  </a:cubicBezTo>
                  <a:cubicBezTo>
                    <a:pt x="44328" y="128567"/>
                    <a:pt x="44156" y="128450"/>
                    <a:pt x="43988" y="128328"/>
                  </a:cubicBezTo>
                  <a:cubicBezTo>
                    <a:pt x="43820" y="128206"/>
                    <a:pt x="43656" y="128078"/>
                    <a:pt x="43497" y="127946"/>
                  </a:cubicBezTo>
                  <a:cubicBezTo>
                    <a:pt x="43337" y="127813"/>
                    <a:pt x="43181" y="127676"/>
                    <a:pt x="43030" y="127534"/>
                  </a:cubicBezTo>
                  <a:cubicBezTo>
                    <a:pt x="42878" y="127391"/>
                    <a:pt x="42731" y="127245"/>
                    <a:pt x="42589" y="127093"/>
                  </a:cubicBezTo>
                  <a:cubicBezTo>
                    <a:pt x="42447" y="126942"/>
                    <a:pt x="42310" y="126786"/>
                    <a:pt x="42177" y="126626"/>
                  </a:cubicBezTo>
                  <a:cubicBezTo>
                    <a:pt x="42045" y="126466"/>
                    <a:pt x="41917" y="126303"/>
                    <a:pt x="41795" y="126135"/>
                  </a:cubicBezTo>
                  <a:cubicBezTo>
                    <a:pt x="41673" y="125967"/>
                    <a:pt x="41556" y="125795"/>
                    <a:pt x="41444" y="125620"/>
                  </a:cubicBezTo>
                  <a:cubicBezTo>
                    <a:pt x="41333" y="125445"/>
                    <a:pt x="41226" y="125267"/>
                    <a:pt x="41126" y="125085"/>
                  </a:cubicBezTo>
                  <a:cubicBezTo>
                    <a:pt x="41026" y="124903"/>
                    <a:pt x="40931" y="124719"/>
                    <a:pt x="40842" y="124531"/>
                  </a:cubicBezTo>
                  <a:cubicBezTo>
                    <a:pt x="40753" y="124343"/>
                    <a:pt x="40670" y="124153"/>
                    <a:pt x="40593" y="123960"/>
                  </a:cubicBezTo>
                  <a:cubicBezTo>
                    <a:pt x="40515" y="123767"/>
                    <a:pt x="40444" y="123572"/>
                    <a:pt x="40379" y="123375"/>
                  </a:cubicBezTo>
                  <a:cubicBezTo>
                    <a:pt x="40314" y="123178"/>
                    <a:pt x="40256" y="122979"/>
                    <a:pt x="40203" y="122778"/>
                  </a:cubicBezTo>
                  <a:cubicBezTo>
                    <a:pt x="40150" y="122577"/>
                    <a:pt x="40104" y="122375"/>
                    <a:pt x="40064" y="122171"/>
                  </a:cubicBezTo>
                  <a:cubicBezTo>
                    <a:pt x="40024" y="121967"/>
                    <a:pt x="39991" y="121762"/>
                    <a:pt x="39963" y="121556"/>
                  </a:cubicBezTo>
                  <a:cubicBezTo>
                    <a:pt x="39936" y="121351"/>
                    <a:pt x="39915" y="121144"/>
                    <a:pt x="39901" y="120937"/>
                  </a:cubicBezTo>
                  <a:cubicBezTo>
                    <a:pt x="39887" y="120730"/>
                    <a:pt x="39879" y="120522"/>
                    <a:pt x="39877" y="120315"/>
                  </a:cubicBezTo>
                  <a:cubicBezTo>
                    <a:pt x="39876" y="120107"/>
                    <a:pt x="39881" y="119899"/>
                    <a:pt x="39892" y="119692"/>
                  </a:cubicBezTo>
                  <a:cubicBezTo>
                    <a:pt x="39904" y="119485"/>
                    <a:pt x="39922" y="119278"/>
                    <a:pt x="39946" y="119072"/>
                  </a:cubicBezTo>
                  <a:cubicBezTo>
                    <a:pt x="39971" y="118865"/>
                    <a:pt x="40001" y="118660"/>
                    <a:pt x="40039" y="118456"/>
                  </a:cubicBezTo>
                  <a:cubicBezTo>
                    <a:pt x="40076" y="118252"/>
                    <a:pt x="40119" y="118048"/>
                    <a:pt x="40169" y="117847"/>
                  </a:cubicBezTo>
                  <a:cubicBezTo>
                    <a:pt x="40219" y="117645"/>
                    <a:pt x="40275" y="117445"/>
                    <a:pt x="40337" y="117247"/>
                  </a:cubicBezTo>
                  <a:cubicBezTo>
                    <a:pt x="40399" y="117049"/>
                    <a:pt x="40468" y="116853"/>
                    <a:pt x="40542" y="116659"/>
                  </a:cubicBezTo>
                  <a:cubicBezTo>
                    <a:pt x="40617" y="116466"/>
                    <a:pt x="40697" y="116274"/>
                    <a:pt x="40784" y="116085"/>
                  </a:cubicBezTo>
                  <a:cubicBezTo>
                    <a:pt x="40870" y="115897"/>
                    <a:pt x="40962" y="115710"/>
                    <a:pt x="41060" y="115527"/>
                  </a:cubicBezTo>
                  <a:cubicBezTo>
                    <a:pt x="41158" y="115344"/>
                    <a:pt x="41262" y="115164"/>
                    <a:pt x="41371" y="114988"/>
                  </a:cubicBezTo>
                  <a:cubicBezTo>
                    <a:pt x="41480" y="114811"/>
                    <a:pt x="41595" y="114638"/>
                    <a:pt x="41715" y="114469"/>
                  </a:cubicBezTo>
                  <a:cubicBezTo>
                    <a:pt x="41835" y="114299"/>
                    <a:pt x="41960" y="114133"/>
                    <a:pt x="42090" y="113972"/>
                  </a:cubicBezTo>
                  <a:cubicBezTo>
                    <a:pt x="42220" y="113810"/>
                    <a:pt x="42356" y="113652"/>
                    <a:pt x="42496" y="113499"/>
                  </a:cubicBezTo>
                  <a:cubicBezTo>
                    <a:pt x="42636" y="113346"/>
                    <a:pt x="42781" y="113197"/>
                    <a:pt x="42930" y="113053"/>
                  </a:cubicBezTo>
                  <a:lnTo>
                    <a:pt x="50850" y="105123"/>
                  </a:lnTo>
                  <a:lnTo>
                    <a:pt x="42930" y="97193"/>
                  </a:lnTo>
                  <a:cubicBezTo>
                    <a:pt x="42782" y="97045"/>
                    <a:pt x="42639" y="96892"/>
                    <a:pt x="42500" y="96735"/>
                  </a:cubicBezTo>
                  <a:cubicBezTo>
                    <a:pt x="42362" y="96578"/>
                    <a:pt x="42228" y="96416"/>
                    <a:pt x="42100" y="96251"/>
                  </a:cubicBezTo>
                  <a:cubicBezTo>
                    <a:pt x="41971" y="96085"/>
                    <a:pt x="41848" y="95916"/>
                    <a:pt x="41731" y="95743"/>
                  </a:cubicBezTo>
                  <a:cubicBezTo>
                    <a:pt x="41613" y="95570"/>
                    <a:pt x="41501" y="95393"/>
                    <a:pt x="41394" y="95212"/>
                  </a:cubicBezTo>
                  <a:cubicBezTo>
                    <a:pt x="41288" y="95032"/>
                    <a:pt x="41187" y="94849"/>
                    <a:pt x="41092" y="94662"/>
                  </a:cubicBezTo>
                  <a:cubicBezTo>
                    <a:pt x="40997" y="94475"/>
                    <a:pt x="40907" y="94286"/>
                    <a:pt x="40824" y="94094"/>
                  </a:cubicBezTo>
                  <a:cubicBezTo>
                    <a:pt x="40741" y="93901"/>
                    <a:pt x="40664" y="93707"/>
                    <a:pt x="40593" y="93510"/>
                  </a:cubicBezTo>
                  <a:cubicBezTo>
                    <a:pt x="40522" y="93313"/>
                    <a:pt x="40457" y="93113"/>
                    <a:pt x="40399" y="92912"/>
                  </a:cubicBezTo>
                  <a:cubicBezTo>
                    <a:pt x="40341" y="92711"/>
                    <a:pt x="40289" y="92508"/>
                    <a:pt x="40243" y="92304"/>
                  </a:cubicBezTo>
                  <a:cubicBezTo>
                    <a:pt x="40197" y="92100"/>
                    <a:pt x="40158" y="91894"/>
                    <a:pt x="40125" y="91687"/>
                  </a:cubicBezTo>
                  <a:cubicBezTo>
                    <a:pt x="40092" y="91480"/>
                    <a:pt x="40066" y="91272"/>
                    <a:pt x="40046" y="91064"/>
                  </a:cubicBezTo>
                  <a:cubicBezTo>
                    <a:pt x="40027" y="90855"/>
                    <a:pt x="40014" y="90646"/>
                    <a:pt x="40007" y="90437"/>
                  </a:cubicBezTo>
                  <a:cubicBezTo>
                    <a:pt x="40000" y="90228"/>
                    <a:pt x="40000" y="90018"/>
                    <a:pt x="40007" y="89809"/>
                  </a:cubicBezTo>
                  <a:cubicBezTo>
                    <a:pt x="40014" y="89600"/>
                    <a:pt x="40027" y="89390"/>
                    <a:pt x="40046" y="89182"/>
                  </a:cubicBezTo>
                  <a:cubicBezTo>
                    <a:pt x="40066" y="88973"/>
                    <a:pt x="40092" y="88766"/>
                    <a:pt x="40125" y="88559"/>
                  </a:cubicBezTo>
                  <a:cubicBezTo>
                    <a:pt x="40158" y="88352"/>
                    <a:pt x="40197" y="88146"/>
                    <a:pt x="40243" y="87942"/>
                  </a:cubicBezTo>
                  <a:cubicBezTo>
                    <a:pt x="40289" y="87737"/>
                    <a:pt x="40341" y="87535"/>
                    <a:pt x="40399" y="87333"/>
                  </a:cubicBezTo>
                  <a:cubicBezTo>
                    <a:pt x="40457" y="87132"/>
                    <a:pt x="40522" y="86933"/>
                    <a:pt x="40593" y="86736"/>
                  </a:cubicBezTo>
                  <a:cubicBezTo>
                    <a:pt x="40664" y="86539"/>
                    <a:pt x="40741" y="86344"/>
                    <a:pt x="40824" y="86152"/>
                  </a:cubicBezTo>
                  <a:cubicBezTo>
                    <a:pt x="40907" y="85960"/>
                    <a:pt x="40997" y="85770"/>
                    <a:pt x="41092" y="85584"/>
                  </a:cubicBezTo>
                  <a:cubicBezTo>
                    <a:pt x="41187" y="85397"/>
                    <a:pt x="41288" y="85214"/>
                    <a:pt x="41394" y="85033"/>
                  </a:cubicBezTo>
                  <a:cubicBezTo>
                    <a:pt x="41501" y="84853"/>
                    <a:pt x="41613" y="84676"/>
                    <a:pt x="41731" y="84503"/>
                  </a:cubicBezTo>
                  <a:cubicBezTo>
                    <a:pt x="41848" y="84330"/>
                    <a:pt x="41971" y="84160"/>
                    <a:pt x="42100" y="83995"/>
                  </a:cubicBezTo>
                  <a:cubicBezTo>
                    <a:pt x="42228" y="83829"/>
                    <a:pt x="42362" y="83668"/>
                    <a:pt x="42500" y="83511"/>
                  </a:cubicBezTo>
                  <a:cubicBezTo>
                    <a:pt x="42639" y="83354"/>
                    <a:pt x="42782" y="83201"/>
                    <a:pt x="42930" y="83053"/>
                  </a:cubicBezTo>
                  <a:lnTo>
                    <a:pt x="102930" y="23053"/>
                  </a:lnTo>
                  <a:cubicBezTo>
                    <a:pt x="103078" y="22905"/>
                    <a:pt x="103231" y="22761"/>
                    <a:pt x="103388" y="22623"/>
                  </a:cubicBezTo>
                  <a:cubicBezTo>
                    <a:pt x="103545" y="22485"/>
                    <a:pt x="103706" y="22351"/>
                    <a:pt x="103872" y="22223"/>
                  </a:cubicBezTo>
                  <a:cubicBezTo>
                    <a:pt x="104037" y="22094"/>
                    <a:pt x="104207" y="21971"/>
                    <a:pt x="104380" y="21854"/>
                  </a:cubicBezTo>
                  <a:cubicBezTo>
                    <a:pt x="104553" y="21736"/>
                    <a:pt x="104730" y="21624"/>
                    <a:pt x="104910" y="21517"/>
                  </a:cubicBezTo>
                  <a:cubicBezTo>
                    <a:pt x="105091" y="21410"/>
                    <a:pt x="105274" y="21310"/>
                    <a:pt x="105461" y="21215"/>
                  </a:cubicBezTo>
                  <a:cubicBezTo>
                    <a:pt x="105648" y="21119"/>
                    <a:pt x="105837" y="21030"/>
                    <a:pt x="106029" y="20947"/>
                  </a:cubicBezTo>
                  <a:cubicBezTo>
                    <a:pt x="106221" y="20864"/>
                    <a:pt x="106416" y="20787"/>
                    <a:pt x="106613" y="20716"/>
                  </a:cubicBezTo>
                  <a:cubicBezTo>
                    <a:pt x="106810" y="20645"/>
                    <a:pt x="107010" y="20580"/>
                    <a:pt x="107211" y="20522"/>
                  </a:cubicBezTo>
                  <a:cubicBezTo>
                    <a:pt x="107412" y="20464"/>
                    <a:pt x="107615" y="20411"/>
                    <a:pt x="107819" y="20366"/>
                  </a:cubicBezTo>
                  <a:cubicBezTo>
                    <a:pt x="108023" y="20320"/>
                    <a:pt x="108229" y="20281"/>
                    <a:pt x="108436" y="20248"/>
                  </a:cubicBezTo>
                  <a:cubicBezTo>
                    <a:pt x="108643" y="20215"/>
                    <a:pt x="108851" y="20189"/>
                    <a:pt x="109059" y="20169"/>
                  </a:cubicBezTo>
                  <a:cubicBezTo>
                    <a:pt x="109268" y="20150"/>
                    <a:pt x="109477" y="20137"/>
                    <a:pt x="109686" y="20130"/>
                  </a:cubicBezTo>
                  <a:cubicBezTo>
                    <a:pt x="109895" y="20123"/>
                    <a:pt x="110105" y="20123"/>
                    <a:pt x="110314" y="20130"/>
                  </a:cubicBezTo>
                  <a:cubicBezTo>
                    <a:pt x="110523" y="20137"/>
                    <a:pt x="110732" y="20150"/>
                    <a:pt x="110941" y="20169"/>
                  </a:cubicBezTo>
                  <a:cubicBezTo>
                    <a:pt x="111149" y="20189"/>
                    <a:pt x="111357" y="20215"/>
                    <a:pt x="111564" y="20248"/>
                  </a:cubicBezTo>
                  <a:cubicBezTo>
                    <a:pt x="111771" y="20281"/>
                    <a:pt x="111977" y="20320"/>
                    <a:pt x="112181" y="20366"/>
                  </a:cubicBezTo>
                  <a:cubicBezTo>
                    <a:pt x="112385" y="20411"/>
                    <a:pt x="112588" y="20464"/>
                    <a:pt x="112789" y="20522"/>
                  </a:cubicBezTo>
                  <a:cubicBezTo>
                    <a:pt x="112990" y="20580"/>
                    <a:pt x="113190" y="20645"/>
                    <a:pt x="113387" y="20716"/>
                  </a:cubicBezTo>
                  <a:cubicBezTo>
                    <a:pt x="113584" y="20787"/>
                    <a:pt x="113779" y="20864"/>
                    <a:pt x="113971" y="20947"/>
                  </a:cubicBezTo>
                  <a:cubicBezTo>
                    <a:pt x="114163" y="21030"/>
                    <a:pt x="114352" y="21119"/>
                    <a:pt x="114539" y="21215"/>
                  </a:cubicBezTo>
                  <a:cubicBezTo>
                    <a:pt x="114726" y="21310"/>
                    <a:pt x="114909" y="21410"/>
                    <a:pt x="115090" y="21517"/>
                  </a:cubicBezTo>
                  <a:cubicBezTo>
                    <a:pt x="115270" y="21624"/>
                    <a:pt x="115447" y="21736"/>
                    <a:pt x="115620" y="21854"/>
                  </a:cubicBezTo>
                  <a:cubicBezTo>
                    <a:pt x="115793" y="21971"/>
                    <a:pt x="115963" y="22094"/>
                    <a:pt x="116128" y="22223"/>
                  </a:cubicBezTo>
                  <a:cubicBezTo>
                    <a:pt x="116294" y="22351"/>
                    <a:pt x="116455" y="22485"/>
                    <a:pt x="116612" y="22623"/>
                  </a:cubicBezTo>
                  <a:cubicBezTo>
                    <a:pt x="116769" y="22761"/>
                    <a:pt x="116922" y="22905"/>
                    <a:pt x="117070" y="23053"/>
                  </a:cubicBezTo>
                  <a:moveTo>
                    <a:pt x="137070" y="3053"/>
                  </a:moveTo>
                  <a:lnTo>
                    <a:pt x="167070" y="33053"/>
                  </a:lnTo>
                  <a:cubicBezTo>
                    <a:pt x="167219" y="33197"/>
                    <a:pt x="167364" y="33346"/>
                    <a:pt x="167504" y="33499"/>
                  </a:cubicBezTo>
                  <a:cubicBezTo>
                    <a:pt x="167644" y="33652"/>
                    <a:pt x="167780" y="33810"/>
                    <a:pt x="167910" y="33972"/>
                  </a:cubicBezTo>
                  <a:cubicBezTo>
                    <a:pt x="168040" y="34133"/>
                    <a:pt x="168165" y="34299"/>
                    <a:pt x="168285" y="34469"/>
                  </a:cubicBezTo>
                  <a:cubicBezTo>
                    <a:pt x="168405" y="34638"/>
                    <a:pt x="168520" y="34811"/>
                    <a:pt x="168629" y="34988"/>
                  </a:cubicBezTo>
                  <a:cubicBezTo>
                    <a:pt x="168738" y="35164"/>
                    <a:pt x="168842" y="35344"/>
                    <a:pt x="168940" y="35527"/>
                  </a:cubicBezTo>
                  <a:cubicBezTo>
                    <a:pt x="169038" y="35710"/>
                    <a:pt x="169130" y="35897"/>
                    <a:pt x="169216" y="36085"/>
                  </a:cubicBezTo>
                  <a:cubicBezTo>
                    <a:pt x="169303" y="36274"/>
                    <a:pt x="169383" y="36466"/>
                    <a:pt x="169458" y="36659"/>
                  </a:cubicBezTo>
                  <a:cubicBezTo>
                    <a:pt x="169532" y="36853"/>
                    <a:pt x="169601" y="37049"/>
                    <a:pt x="169663" y="37247"/>
                  </a:cubicBezTo>
                  <a:cubicBezTo>
                    <a:pt x="169725" y="37445"/>
                    <a:pt x="169781" y="37645"/>
                    <a:pt x="169831" y="37847"/>
                  </a:cubicBezTo>
                  <a:cubicBezTo>
                    <a:pt x="169881" y="38048"/>
                    <a:pt x="169924" y="38252"/>
                    <a:pt x="169961" y="38456"/>
                  </a:cubicBezTo>
                  <a:cubicBezTo>
                    <a:pt x="169999" y="38660"/>
                    <a:pt x="170029" y="38865"/>
                    <a:pt x="170054" y="39072"/>
                  </a:cubicBezTo>
                  <a:cubicBezTo>
                    <a:pt x="170078" y="39278"/>
                    <a:pt x="170096" y="39485"/>
                    <a:pt x="170108" y="39692"/>
                  </a:cubicBezTo>
                  <a:cubicBezTo>
                    <a:pt x="170119" y="39899"/>
                    <a:pt x="170124" y="40107"/>
                    <a:pt x="170123" y="40315"/>
                  </a:cubicBezTo>
                  <a:cubicBezTo>
                    <a:pt x="170121" y="40522"/>
                    <a:pt x="170113" y="40730"/>
                    <a:pt x="170099" y="40937"/>
                  </a:cubicBezTo>
                  <a:cubicBezTo>
                    <a:pt x="170085" y="41144"/>
                    <a:pt x="170064" y="41351"/>
                    <a:pt x="170037" y="41556"/>
                  </a:cubicBezTo>
                  <a:cubicBezTo>
                    <a:pt x="170009" y="41762"/>
                    <a:pt x="169976" y="41967"/>
                    <a:pt x="169936" y="42171"/>
                  </a:cubicBezTo>
                  <a:cubicBezTo>
                    <a:pt x="169896" y="42375"/>
                    <a:pt x="169850" y="42577"/>
                    <a:pt x="169797" y="42778"/>
                  </a:cubicBezTo>
                  <a:cubicBezTo>
                    <a:pt x="169744" y="42979"/>
                    <a:pt x="169686" y="43178"/>
                    <a:pt x="169621" y="43375"/>
                  </a:cubicBezTo>
                  <a:cubicBezTo>
                    <a:pt x="169556" y="43572"/>
                    <a:pt x="169485" y="43767"/>
                    <a:pt x="169407" y="43960"/>
                  </a:cubicBezTo>
                  <a:cubicBezTo>
                    <a:pt x="169330" y="44153"/>
                    <a:pt x="169247" y="44343"/>
                    <a:pt x="169158" y="44531"/>
                  </a:cubicBezTo>
                  <a:cubicBezTo>
                    <a:pt x="169069" y="44719"/>
                    <a:pt x="168974" y="44903"/>
                    <a:pt x="168874" y="45085"/>
                  </a:cubicBezTo>
                  <a:cubicBezTo>
                    <a:pt x="168774" y="45267"/>
                    <a:pt x="168667" y="45445"/>
                    <a:pt x="168556" y="45620"/>
                  </a:cubicBezTo>
                  <a:cubicBezTo>
                    <a:pt x="168444" y="45795"/>
                    <a:pt x="168327" y="45967"/>
                    <a:pt x="168205" y="46135"/>
                  </a:cubicBezTo>
                  <a:cubicBezTo>
                    <a:pt x="168083" y="46303"/>
                    <a:pt x="167955" y="46466"/>
                    <a:pt x="167823" y="46626"/>
                  </a:cubicBezTo>
                  <a:cubicBezTo>
                    <a:pt x="167690" y="46786"/>
                    <a:pt x="167553" y="46942"/>
                    <a:pt x="167411" y="47093"/>
                  </a:cubicBezTo>
                  <a:cubicBezTo>
                    <a:pt x="167269" y="47245"/>
                    <a:pt x="167122" y="47391"/>
                    <a:pt x="166970" y="47534"/>
                  </a:cubicBezTo>
                  <a:cubicBezTo>
                    <a:pt x="166819" y="47676"/>
                    <a:pt x="166663" y="47813"/>
                    <a:pt x="166503" y="47946"/>
                  </a:cubicBezTo>
                  <a:cubicBezTo>
                    <a:pt x="166344" y="48078"/>
                    <a:pt x="166180" y="48206"/>
                    <a:pt x="166012" y="48328"/>
                  </a:cubicBezTo>
                  <a:cubicBezTo>
                    <a:pt x="165844" y="48450"/>
                    <a:pt x="165672" y="48567"/>
                    <a:pt x="165497" y="48679"/>
                  </a:cubicBezTo>
                  <a:cubicBezTo>
                    <a:pt x="165322" y="48790"/>
                    <a:pt x="165144" y="48896"/>
                    <a:pt x="164962" y="48997"/>
                  </a:cubicBezTo>
                  <a:cubicBezTo>
                    <a:pt x="164780" y="49097"/>
                    <a:pt x="164596" y="49192"/>
                    <a:pt x="164408" y="49281"/>
                  </a:cubicBezTo>
                  <a:cubicBezTo>
                    <a:pt x="164220" y="49370"/>
                    <a:pt x="164030" y="49453"/>
                    <a:pt x="163837" y="49530"/>
                  </a:cubicBezTo>
                  <a:cubicBezTo>
                    <a:pt x="163645" y="49607"/>
                    <a:pt x="163449" y="49679"/>
                    <a:pt x="163252" y="49743"/>
                  </a:cubicBezTo>
                  <a:cubicBezTo>
                    <a:pt x="163055" y="49808"/>
                    <a:pt x="162856" y="49867"/>
                    <a:pt x="162655" y="49920"/>
                  </a:cubicBezTo>
                  <a:cubicBezTo>
                    <a:pt x="162454" y="49972"/>
                    <a:pt x="162252" y="50019"/>
                    <a:pt x="162048" y="50059"/>
                  </a:cubicBezTo>
                  <a:cubicBezTo>
                    <a:pt x="161844" y="50099"/>
                    <a:pt x="161639" y="50132"/>
                    <a:pt x="161434" y="50160"/>
                  </a:cubicBezTo>
                  <a:cubicBezTo>
                    <a:pt x="161228" y="50187"/>
                    <a:pt x="161021" y="50208"/>
                    <a:pt x="160814" y="50222"/>
                  </a:cubicBezTo>
                  <a:cubicBezTo>
                    <a:pt x="160607" y="50236"/>
                    <a:pt x="160399" y="50244"/>
                    <a:pt x="160192" y="50246"/>
                  </a:cubicBezTo>
                  <a:cubicBezTo>
                    <a:pt x="159984" y="50247"/>
                    <a:pt x="159776" y="50242"/>
                    <a:pt x="159569" y="50230"/>
                  </a:cubicBezTo>
                  <a:cubicBezTo>
                    <a:pt x="159362" y="50219"/>
                    <a:pt x="159155" y="50201"/>
                    <a:pt x="158949" y="50177"/>
                  </a:cubicBezTo>
                  <a:cubicBezTo>
                    <a:pt x="158743" y="50152"/>
                    <a:pt x="158537" y="50121"/>
                    <a:pt x="158333" y="50084"/>
                  </a:cubicBezTo>
                  <a:cubicBezTo>
                    <a:pt x="158129" y="50047"/>
                    <a:pt x="157926" y="50004"/>
                    <a:pt x="157724" y="49954"/>
                  </a:cubicBezTo>
                  <a:cubicBezTo>
                    <a:pt x="157522" y="49904"/>
                    <a:pt x="157323" y="49848"/>
                    <a:pt x="157124" y="49786"/>
                  </a:cubicBezTo>
                  <a:cubicBezTo>
                    <a:pt x="156926" y="49723"/>
                    <a:pt x="156730" y="49655"/>
                    <a:pt x="156537" y="49581"/>
                  </a:cubicBezTo>
                  <a:cubicBezTo>
                    <a:pt x="156343" y="49506"/>
                    <a:pt x="156151" y="49426"/>
                    <a:pt x="155962" y="49339"/>
                  </a:cubicBezTo>
                  <a:cubicBezTo>
                    <a:pt x="155774" y="49253"/>
                    <a:pt x="155588" y="49161"/>
                    <a:pt x="155405" y="49063"/>
                  </a:cubicBezTo>
                  <a:cubicBezTo>
                    <a:pt x="155221" y="48965"/>
                    <a:pt x="155042" y="48861"/>
                    <a:pt x="154865" y="48752"/>
                  </a:cubicBezTo>
                  <a:cubicBezTo>
                    <a:pt x="154688" y="48643"/>
                    <a:pt x="154515" y="48528"/>
                    <a:pt x="154346" y="48408"/>
                  </a:cubicBezTo>
                  <a:cubicBezTo>
                    <a:pt x="154176" y="48288"/>
                    <a:pt x="154011" y="48163"/>
                    <a:pt x="153849" y="48033"/>
                  </a:cubicBezTo>
                  <a:cubicBezTo>
                    <a:pt x="153687" y="47902"/>
                    <a:pt x="153530" y="47767"/>
                    <a:pt x="153376" y="47627"/>
                  </a:cubicBezTo>
                  <a:cubicBezTo>
                    <a:pt x="153223" y="47487"/>
                    <a:pt x="153074" y="47342"/>
                    <a:pt x="152930" y="47193"/>
                  </a:cubicBezTo>
                  <a:lnTo>
                    <a:pt x="122930" y="17193"/>
                  </a:lnTo>
                  <a:cubicBezTo>
                    <a:pt x="122781" y="17049"/>
                    <a:pt x="122636" y="16900"/>
                    <a:pt x="122496" y="16747"/>
                  </a:cubicBezTo>
                  <a:cubicBezTo>
                    <a:pt x="122356" y="16593"/>
                    <a:pt x="122220" y="16436"/>
                    <a:pt x="122090" y="16274"/>
                  </a:cubicBezTo>
                  <a:cubicBezTo>
                    <a:pt x="121960" y="16112"/>
                    <a:pt x="121835" y="15947"/>
                    <a:pt x="121715" y="15777"/>
                  </a:cubicBezTo>
                  <a:cubicBezTo>
                    <a:pt x="121595" y="15608"/>
                    <a:pt x="121480" y="15435"/>
                    <a:pt x="121371" y="15258"/>
                  </a:cubicBezTo>
                  <a:cubicBezTo>
                    <a:pt x="121262" y="15081"/>
                    <a:pt x="121158" y="14901"/>
                    <a:pt x="121060" y="14718"/>
                  </a:cubicBezTo>
                  <a:cubicBezTo>
                    <a:pt x="120962" y="14535"/>
                    <a:pt x="120870" y="14349"/>
                    <a:pt x="120784" y="14160"/>
                  </a:cubicBezTo>
                  <a:cubicBezTo>
                    <a:pt x="120697" y="13972"/>
                    <a:pt x="120617" y="13780"/>
                    <a:pt x="120542" y="13586"/>
                  </a:cubicBezTo>
                  <a:cubicBezTo>
                    <a:pt x="120468" y="13393"/>
                    <a:pt x="120399" y="13196"/>
                    <a:pt x="120337" y="12998"/>
                  </a:cubicBezTo>
                  <a:cubicBezTo>
                    <a:pt x="120275" y="12800"/>
                    <a:pt x="120219" y="12600"/>
                    <a:pt x="120169" y="12399"/>
                  </a:cubicBezTo>
                  <a:cubicBezTo>
                    <a:pt x="120119" y="12197"/>
                    <a:pt x="120076" y="11994"/>
                    <a:pt x="120039" y="11790"/>
                  </a:cubicBezTo>
                  <a:cubicBezTo>
                    <a:pt x="120001" y="11586"/>
                    <a:pt x="119971" y="11380"/>
                    <a:pt x="119946" y="11174"/>
                  </a:cubicBezTo>
                  <a:cubicBezTo>
                    <a:pt x="119922" y="10968"/>
                    <a:pt x="119904" y="10761"/>
                    <a:pt x="119892" y="10554"/>
                  </a:cubicBezTo>
                  <a:cubicBezTo>
                    <a:pt x="119881" y="10346"/>
                    <a:pt x="119876" y="10139"/>
                    <a:pt x="119877" y="9931"/>
                  </a:cubicBezTo>
                  <a:cubicBezTo>
                    <a:pt x="119879" y="9724"/>
                    <a:pt x="119887" y="9516"/>
                    <a:pt x="119901" y="9309"/>
                  </a:cubicBezTo>
                  <a:cubicBezTo>
                    <a:pt x="119915" y="9102"/>
                    <a:pt x="119936" y="8895"/>
                    <a:pt x="119963" y="8689"/>
                  </a:cubicBezTo>
                  <a:cubicBezTo>
                    <a:pt x="119991" y="8484"/>
                    <a:pt x="120024" y="8279"/>
                    <a:pt x="120064" y="8075"/>
                  </a:cubicBezTo>
                  <a:cubicBezTo>
                    <a:pt x="120104" y="7871"/>
                    <a:pt x="120150" y="7669"/>
                    <a:pt x="120203" y="7468"/>
                  </a:cubicBezTo>
                  <a:cubicBezTo>
                    <a:pt x="120256" y="7267"/>
                    <a:pt x="120314" y="7068"/>
                    <a:pt x="120379" y="6871"/>
                  </a:cubicBezTo>
                  <a:cubicBezTo>
                    <a:pt x="120444" y="6673"/>
                    <a:pt x="120515" y="6478"/>
                    <a:pt x="120593" y="6286"/>
                  </a:cubicBezTo>
                  <a:cubicBezTo>
                    <a:pt x="120670" y="6093"/>
                    <a:pt x="120753" y="5902"/>
                    <a:pt x="120842" y="5715"/>
                  </a:cubicBezTo>
                  <a:cubicBezTo>
                    <a:pt x="120931" y="5527"/>
                    <a:pt x="121026" y="5342"/>
                    <a:pt x="121126" y="5161"/>
                  </a:cubicBezTo>
                  <a:cubicBezTo>
                    <a:pt x="121226" y="4979"/>
                    <a:pt x="121333" y="4801"/>
                    <a:pt x="121444" y="4625"/>
                  </a:cubicBezTo>
                  <a:cubicBezTo>
                    <a:pt x="121556" y="4450"/>
                    <a:pt x="121673" y="4279"/>
                    <a:pt x="121795" y="4111"/>
                  </a:cubicBezTo>
                  <a:cubicBezTo>
                    <a:pt x="121917" y="3943"/>
                    <a:pt x="122045" y="3779"/>
                    <a:pt x="122177" y="3619"/>
                  </a:cubicBezTo>
                  <a:cubicBezTo>
                    <a:pt x="122310" y="3460"/>
                    <a:pt x="122447" y="3304"/>
                    <a:pt x="122589" y="3153"/>
                  </a:cubicBezTo>
                  <a:cubicBezTo>
                    <a:pt x="122731" y="3001"/>
                    <a:pt x="122878" y="2854"/>
                    <a:pt x="123030" y="2712"/>
                  </a:cubicBezTo>
                  <a:cubicBezTo>
                    <a:pt x="123181" y="2570"/>
                    <a:pt x="123337" y="2433"/>
                    <a:pt x="123497" y="2300"/>
                  </a:cubicBezTo>
                  <a:cubicBezTo>
                    <a:pt x="123656" y="2168"/>
                    <a:pt x="123820" y="2040"/>
                    <a:pt x="123988" y="1918"/>
                  </a:cubicBezTo>
                  <a:cubicBezTo>
                    <a:pt x="124156" y="1796"/>
                    <a:pt x="124328" y="1679"/>
                    <a:pt x="124503" y="1567"/>
                  </a:cubicBezTo>
                  <a:cubicBezTo>
                    <a:pt x="124678" y="1455"/>
                    <a:pt x="124856" y="1349"/>
                    <a:pt x="125038" y="1249"/>
                  </a:cubicBezTo>
                  <a:cubicBezTo>
                    <a:pt x="125220" y="1148"/>
                    <a:pt x="125404" y="1054"/>
                    <a:pt x="125592" y="965"/>
                  </a:cubicBezTo>
                  <a:cubicBezTo>
                    <a:pt x="125780" y="876"/>
                    <a:pt x="125970" y="793"/>
                    <a:pt x="126163" y="715"/>
                  </a:cubicBezTo>
                  <a:cubicBezTo>
                    <a:pt x="126355" y="638"/>
                    <a:pt x="126551" y="567"/>
                    <a:pt x="126748" y="502"/>
                  </a:cubicBezTo>
                  <a:cubicBezTo>
                    <a:pt x="126945" y="437"/>
                    <a:pt x="127144" y="378"/>
                    <a:pt x="127345" y="326"/>
                  </a:cubicBezTo>
                  <a:cubicBezTo>
                    <a:pt x="127546" y="273"/>
                    <a:pt x="127748" y="227"/>
                    <a:pt x="127952" y="187"/>
                  </a:cubicBezTo>
                  <a:cubicBezTo>
                    <a:pt x="128156" y="147"/>
                    <a:pt x="128361" y="113"/>
                    <a:pt x="128566" y="86"/>
                  </a:cubicBezTo>
                  <a:cubicBezTo>
                    <a:pt x="128772" y="59"/>
                    <a:pt x="128979" y="38"/>
                    <a:pt x="129186" y="24"/>
                  </a:cubicBezTo>
                  <a:cubicBezTo>
                    <a:pt x="129393" y="10"/>
                    <a:pt x="129601" y="2"/>
                    <a:pt x="129808" y="0"/>
                  </a:cubicBezTo>
                  <a:cubicBezTo>
                    <a:pt x="130016" y="-1"/>
                    <a:pt x="130224" y="4"/>
                    <a:pt x="130431" y="15"/>
                  </a:cubicBezTo>
                  <a:cubicBezTo>
                    <a:pt x="130638" y="27"/>
                    <a:pt x="130845" y="45"/>
                    <a:pt x="131051" y="69"/>
                  </a:cubicBezTo>
                  <a:cubicBezTo>
                    <a:pt x="131257" y="94"/>
                    <a:pt x="131463" y="124"/>
                    <a:pt x="131667" y="161"/>
                  </a:cubicBezTo>
                  <a:cubicBezTo>
                    <a:pt x="131871" y="199"/>
                    <a:pt x="132074" y="242"/>
                    <a:pt x="132276" y="292"/>
                  </a:cubicBezTo>
                  <a:cubicBezTo>
                    <a:pt x="132478" y="342"/>
                    <a:pt x="132677" y="398"/>
                    <a:pt x="132876" y="460"/>
                  </a:cubicBezTo>
                  <a:cubicBezTo>
                    <a:pt x="133074" y="522"/>
                    <a:pt x="133270" y="591"/>
                    <a:pt x="133463" y="665"/>
                  </a:cubicBezTo>
                  <a:cubicBezTo>
                    <a:pt x="133657" y="740"/>
                    <a:pt x="133849" y="820"/>
                    <a:pt x="134038" y="907"/>
                  </a:cubicBezTo>
                  <a:cubicBezTo>
                    <a:pt x="134226" y="993"/>
                    <a:pt x="134412" y="1085"/>
                    <a:pt x="134595" y="1183"/>
                  </a:cubicBezTo>
                  <a:cubicBezTo>
                    <a:pt x="134779" y="1281"/>
                    <a:pt x="134958" y="1385"/>
                    <a:pt x="135135" y="1494"/>
                  </a:cubicBezTo>
                  <a:cubicBezTo>
                    <a:pt x="135312" y="1603"/>
                    <a:pt x="135485" y="1718"/>
                    <a:pt x="135654" y="1838"/>
                  </a:cubicBezTo>
                  <a:cubicBezTo>
                    <a:pt x="135824" y="1958"/>
                    <a:pt x="135989" y="2083"/>
                    <a:pt x="136151" y="2213"/>
                  </a:cubicBezTo>
                  <a:cubicBezTo>
                    <a:pt x="136313" y="2343"/>
                    <a:pt x="136470" y="2479"/>
                    <a:pt x="136624" y="2619"/>
                  </a:cubicBezTo>
                  <a:cubicBezTo>
                    <a:pt x="136777" y="2759"/>
                    <a:pt x="136926" y="2904"/>
                    <a:pt x="137070" y="3053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25" name="probe-tabler-test-pipe-2" descr="test-pipe-2 — Tabler contributors; preserve the bundled full upstream license. Source: https://github.com/tabler/tabler-icons/blob/a4ce1404bc6d24d3c365afe7b258d6bf6f48d62d/icons/filled/test-pipe-2.svg; SVG SHA256: e8b41f3966a9ef02d85a095e378c73612b50c83dc84b23698ad69d5618233998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6" name="probe-tabler-test-pipe-2-part-1"/>
            <p:cNvSpPr/>
            <p:nvPr/>
          </p:nvSpPr>
          <p:spPr>
            <a:xfrm>
              <a:off x="70000" y="20000"/>
              <a:ext cx="100000" cy="200000"/>
            </a:xfrm>
            <a:custGeom>
              <a:avLst/>
              <a:gdLst/>
              <a:ahLst/>
              <a:cxnLst/>
              <a:rect l="0" t="0" r="r" b="b"/>
              <a:pathLst>
                <a:path w="100000" h="200000">
                  <a:moveTo>
                    <a:pt x="90000" y="0"/>
                  </a:moveTo>
                  <a:cubicBezTo>
                    <a:pt x="90209" y="0"/>
                    <a:pt x="90419" y="7"/>
                    <a:pt x="90628" y="20"/>
                  </a:cubicBezTo>
                  <a:cubicBezTo>
                    <a:pt x="90837" y="33"/>
                    <a:pt x="91046" y="53"/>
                    <a:pt x="91253" y="79"/>
                  </a:cubicBezTo>
                  <a:cubicBezTo>
                    <a:pt x="91461" y="105"/>
                    <a:pt x="91668" y="138"/>
                    <a:pt x="91874" y="177"/>
                  </a:cubicBezTo>
                  <a:cubicBezTo>
                    <a:pt x="92080" y="216"/>
                    <a:pt x="92284" y="262"/>
                    <a:pt x="92487" y="314"/>
                  </a:cubicBezTo>
                  <a:cubicBezTo>
                    <a:pt x="92690" y="366"/>
                    <a:pt x="92891" y="425"/>
                    <a:pt x="93090" y="489"/>
                  </a:cubicBezTo>
                  <a:cubicBezTo>
                    <a:pt x="93289" y="554"/>
                    <a:pt x="93486" y="625"/>
                    <a:pt x="93681" y="702"/>
                  </a:cubicBezTo>
                  <a:cubicBezTo>
                    <a:pt x="93876" y="779"/>
                    <a:pt x="94068" y="863"/>
                    <a:pt x="94258" y="952"/>
                  </a:cubicBezTo>
                  <a:cubicBezTo>
                    <a:pt x="94447" y="1041"/>
                    <a:pt x="94634" y="1136"/>
                    <a:pt x="94818" y="1237"/>
                  </a:cubicBezTo>
                  <a:cubicBezTo>
                    <a:pt x="95001" y="1338"/>
                    <a:pt x="95181" y="1444"/>
                    <a:pt x="95358" y="1557"/>
                  </a:cubicBezTo>
                  <a:cubicBezTo>
                    <a:pt x="95535" y="1669"/>
                    <a:pt x="95708" y="1787"/>
                    <a:pt x="95878" y="1910"/>
                  </a:cubicBezTo>
                  <a:cubicBezTo>
                    <a:pt x="96047" y="2033"/>
                    <a:pt x="96213" y="2161"/>
                    <a:pt x="96374" y="2295"/>
                  </a:cubicBezTo>
                  <a:cubicBezTo>
                    <a:pt x="96536" y="2428"/>
                    <a:pt x="96693" y="2567"/>
                    <a:pt x="96845" y="2710"/>
                  </a:cubicBezTo>
                  <a:cubicBezTo>
                    <a:pt x="96998" y="2854"/>
                    <a:pt x="97146" y="3002"/>
                    <a:pt x="97290" y="3155"/>
                  </a:cubicBezTo>
                  <a:cubicBezTo>
                    <a:pt x="97433" y="3307"/>
                    <a:pt x="97572" y="3464"/>
                    <a:pt x="97705" y="3626"/>
                  </a:cubicBezTo>
                  <a:cubicBezTo>
                    <a:pt x="97839" y="3787"/>
                    <a:pt x="97967" y="3953"/>
                    <a:pt x="98090" y="4122"/>
                  </a:cubicBezTo>
                  <a:cubicBezTo>
                    <a:pt x="98213" y="4292"/>
                    <a:pt x="98331" y="4465"/>
                    <a:pt x="98443" y="4642"/>
                  </a:cubicBezTo>
                  <a:cubicBezTo>
                    <a:pt x="98556" y="4819"/>
                    <a:pt x="98662" y="4999"/>
                    <a:pt x="98763" y="5182"/>
                  </a:cubicBezTo>
                  <a:cubicBezTo>
                    <a:pt x="98864" y="5366"/>
                    <a:pt x="98959" y="5553"/>
                    <a:pt x="99048" y="5742"/>
                  </a:cubicBezTo>
                  <a:cubicBezTo>
                    <a:pt x="99137" y="5932"/>
                    <a:pt x="99221" y="6124"/>
                    <a:pt x="99298" y="6319"/>
                  </a:cubicBezTo>
                  <a:cubicBezTo>
                    <a:pt x="99375" y="6514"/>
                    <a:pt x="99446" y="6711"/>
                    <a:pt x="99511" y="6910"/>
                  </a:cubicBezTo>
                  <a:cubicBezTo>
                    <a:pt x="99575" y="7109"/>
                    <a:pt x="99634" y="7310"/>
                    <a:pt x="99686" y="7513"/>
                  </a:cubicBezTo>
                  <a:cubicBezTo>
                    <a:pt x="99738" y="7716"/>
                    <a:pt x="99784" y="7920"/>
                    <a:pt x="99823" y="8126"/>
                  </a:cubicBezTo>
                  <a:cubicBezTo>
                    <a:pt x="99862" y="8332"/>
                    <a:pt x="99895" y="8539"/>
                    <a:pt x="99921" y="8747"/>
                  </a:cubicBezTo>
                  <a:cubicBezTo>
                    <a:pt x="99947" y="8954"/>
                    <a:pt x="99967" y="9163"/>
                    <a:pt x="99980" y="9372"/>
                  </a:cubicBezTo>
                  <a:cubicBezTo>
                    <a:pt x="99993" y="9581"/>
                    <a:pt x="100000" y="9791"/>
                    <a:pt x="100000" y="10000"/>
                  </a:cubicBezTo>
                  <a:cubicBezTo>
                    <a:pt x="100000" y="10209"/>
                    <a:pt x="99993" y="10419"/>
                    <a:pt x="99980" y="10628"/>
                  </a:cubicBezTo>
                  <a:cubicBezTo>
                    <a:pt x="99967" y="10837"/>
                    <a:pt x="99947" y="11046"/>
                    <a:pt x="99921" y="11253"/>
                  </a:cubicBezTo>
                  <a:cubicBezTo>
                    <a:pt x="99895" y="11461"/>
                    <a:pt x="99862" y="11668"/>
                    <a:pt x="99823" y="11874"/>
                  </a:cubicBezTo>
                  <a:cubicBezTo>
                    <a:pt x="99784" y="12080"/>
                    <a:pt x="99738" y="12284"/>
                    <a:pt x="99686" y="12487"/>
                  </a:cubicBezTo>
                  <a:cubicBezTo>
                    <a:pt x="99634" y="12690"/>
                    <a:pt x="99575" y="12891"/>
                    <a:pt x="99511" y="13090"/>
                  </a:cubicBezTo>
                  <a:cubicBezTo>
                    <a:pt x="99446" y="13289"/>
                    <a:pt x="99375" y="13486"/>
                    <a:pt x="99298" y="13681"/>
                  </a:cubicBezTo>
                  <a:cubicBezTo>
                    <a:pt x="99221" y="13876"/>
                    <a:pt x="99137" y="14068"/>
                    <a:pt x="99048" y="14258"/>
                  </a:cubicBezTo>
                  <a:cubicBezTo>
                    <a:pt x="98959" y="14447"/>
                    <a:pt x="98864" y="14634"/>
                    <a:pt x="98763" y="14818"/>
                  </a:cubicBezTo>
                  <a:cubicBezTo>
                    <a:pt x="98662" y="15001"/>
                    <a:pt x="98556" y="15181"/>
                    <a:pt x="98443" y="15358"/>
                  </a:cubicBezTo>
                  <a:cubicBezTo>
                    <a:pt x="98331" y="15535"/>
                    <a:pt x="98213" y="15708"/>
                    <a:pt x="98090" y="15878"/>
                  </a:cubicBezTo>
                  <a:cubicBezTo>
                    <a:pt x="97967" y="16047"/>
                    <a:pt x="97839" y="16213"/>
                    <a:pt x="97705" y="16374"/>
                  </a:cubicBezTo>
                  <a:cubicBezTo>
                    <a:pt x="97572" y="16536"/>
                    <a:pt x="97433" y="16693"/>
                    <a:pt x="97290" y="16845"/>
                  </a:cubicBezTo>
                  <a:cubicBezTo>
                    <a:pt x="97146" y="16998"/>
                    <a:pt x="96998" y="17146"/>
                    <a:pt x="96845" y="17290"/>
                  </a:cubicBezTo>
                  <a:cubicBezTo>
                    <a:pt x="96693" y="17433"/>
                    <a:pt x="96536" y="17572"/>
                    <a:pt x="96374" y="17705"/>
                  </a:cubicBezTo>
                  <a:cubicBezTo>
                    <a:pt x="96213" y="17839"/>
                    <a:pt x="96047" y="17967"/>
                    <a:pt x="95878" y="18090"/>
                  </a:cubicBezTo>
                  <a:cubicBezTo>
                    <a:pt x="95708" y="18213"/>
                    <a:pt x="95535" y="18331"/>
                    <a:pt x="95358" y="18443"/>
                  </a:cubicBezTo>
                  <a:cubicBezTo>
                    <a:pt x="95181" y="18556"/>
                    <a:pt x="95001" y="18662"/>
                    <a:pt x="94818" y="18763"/>
                  </a:cubicBezTo>
                  <a:cubicBezTo>
                    <a:pt x="94634" y="18864"/>
                    <a:pt x="94447" y="18959"/>
                    <a:pt x="94258" y="19048"/>
                  </a:cubicBezTo>
                  <a:cubicBezTo>
                    <a:pt x="94068" y="19137"/>
                    <a:pt x="93876" y="19221"/>
                    <a:pt x="93681" y="19298"/>
                  </a:cubicBezTo>
                  <a:cubicBezTo>
                    <a:pt x="93486" y="19375"/>
                    <a:pt x="93289" y="19446"/>
                    <a:pt x="93090" y="19511"/>
                  </a:cubicBezTo>
                  <a:cubicBezTo>
                    <a:pt x="92891" y="19575"/>
                    <a:pt x="92690" y="19634"/>
                    <a:pt x="92487" y="19686"/>
                  </a:cubicBezTo>
                  <a:cubicBezTo>
                    <a:pt x="92284" y="19738"/>
                    <a:pt x="92080" y="19784"/>
                    <a:pt x="91874" y="19823"/>
                  </a:cubicBezTo>
                  <a:cubicBezTo>
                    <a:pt x="91668" y="19862"/>
                    <a:pt x="91461" y="19895"/>
                    <a:pt x="91253" y="19921"/>
                  </a:cubicBezTo>
                  <a:cubicBezTo>
                    <a:pt x="91046" y="19947"/>
                    <a:pt x="90837" y="19967"/>
                    <a:pt x="90628" y="19980"/>
                  </a:cubicBezTo>
                  <a:cubicBezTo>
                    <a:pt x="90419" y="19993"/>
                    <a:pt x="90209" y="20000"/>
                    <a:pt x="90000" y="20000"/>
                  </a:cubicBezTo>
                  <a:lnTo>
                    <a:pt x="90000" y="160000"/>
                  </a:lnTo>
                  <a:cubicBezTo>
                    <a:pt x="90000" y="160838"/>
                    <a:pt x="89974" y="161675"/>
                    <a:pt x="89921" y="162512"/>
                  </a:cubicBezTo>
                  <a:cubicBezTo>
                    <a:pt x="89868" y="163348"/>
                    <a:pt x="89790" y="164182"/>
                    <a:pt x="89685" y="165013"/>
                  </a:cubicBezTo>
                  <a:cubicBezTo>
                    <a:pt x="89580" y="165845"/>
                    <a:pt x="89448" y="166672"/>
                    <a:pt x="89291" y="167495"/>
                  </a:cubicBezTo>
                  <a:cubicBezTo>
                    <a:pt x="89134" y="168318"/>
                    <a:pt x="88952" y="169136"/>
                    <a:pt x="88743" y="169948"/>
                  </a:cubicBezTo>
                  <a:cubicBezTo>
                    <a:pt x="88535" y="170759"/>
                    <a:pt x="88301" y="171564"/>
                    <a:pt x="88042" y="172361"/>
                  </a:cubicBezTo>
                  <a:cubicBezTo>
                    <a:pt x="87783" y="173158"/>
                    <a:pt x="87499" y="173946"/>
                    <a:pt x="87191" y="174725"/>
                  </a:cubicBezTo>
                  <a:cubicBezTo>
                    <a:pt x="86883" y="175504"/>
                    <a:pt x="86550" y="176273"/>
                    <a:pt x="86193" y="177031"/>
                  </a:cubicBezTo>
                  <a:cubicBezTo>
                    <a:pt x="85836" y="177789"/>
                    <a:pt x="85456" y="178536"/>
                    <a:pt x="85052" y="179270"/>
                  </a:cubicBezTo>
                  <a:cubicBezTo>
                    <a:pt x="84649" y="180004"/>
                    <a:pt x="84222" y="180726"/>
                    <a:pt x="83773" y="181433"/>
                  </a:cubicBezTo>
                  <a:cubicBezTo>
                    <a:pt x="83324" y="182140"/>
                    <a:pt x="82853" y="182834"/>
                    <a:pt x="82361" y="183511"/>
                  </a:cubicBezTo>
                  <a:cubicBezTo>
                    <a:pt x="81868" y="184189"/>
                    <a:pt x="81355" y="184851"/>
                    <a:pt x="80821" y="185497"/>
                  </a:cubicBezTo>
                  <a:cubicBezTo>
                    <a:pt x="80286" y="186143"/>
                    <a:pt x="79732" y="186771"/>
                    <a:pt x="79159" y="187382"/>
                  </a:cubicBezTo>
                  <a:cubicBezTo>
                    <a:pt x="78585" y="187993"/>
                    <a:pt x="77993" y="188585"/>
                    <a:pt x="77382" y="189159"/>
                  </a:cubicBezTo>
                  <a:cubicBezTo>
                    <a:pt x="76771" y="189732"/>
                    <a:pt x="76143" y="190286"/>
                    <a:pt x="75497" y="190821"/>
                  </a:cubicBezTo>
                  <a:cubicBezTo>
                    <a:pt x="74851" y="191355"/>
                    <a:pt x="74189" y="191868"/>
                    <a:pt x="73511" y="192361"/>
                  </a:cubicBezTo>
                  <a:cubicBezTo>
                    <a:pt x="72834" y="192853"/>
                    <a:pt x="72140" y="193324"/>
                    <a:pt x="71433" y="193773"/>
                  </a:cubicBezTo>
                  <a:cubicBezTo>
                    <a:pt x="70726" y="194222"/>
                    <a:pt x="70004" y="194649"/>
                    <a:pt x="69270" y="195052"/>
                  </a:cubicBezTo>
                  <a:cubicBezTo>
                    <a:pt x="68536" y="195456"/>
                    <a:pt x="67789" y="195836"/>
                    <a:pt x="67031" y="196193"/>
                  </a:cubicBezTo>
                  <a:cubicBezTo>
                    <a:pt x="66273" y="196550"/>
                    <a:pt x="65504" y="196883"/>
                    <a:pt x="64725" y="197191"/>
                  </a:cubicBezTo>
                  <a:cubicBezTo>
                    <a:pt x="63946" y="197499"/>
                    <a:pt x="63158" y="197783"/>
                    <a:pt x="62361" y="198042"/>
                  </a:cubicBezTo>
                  <a:cubicBezTo>
                    <a:pt x="61564" y="198301"/>
                    <a:pt x="60759" y="198535"/>
                    <a:pt x="59948" y="198743"/>
                  </a:cubicBezTo>
                  <a:cubicBezTo>
                    <a:pt x="59136" y="198952"/>
                    <a:pt x="58318" y="199134"/>
                    <a:pt x="57495" y="199291"/>
                  </a:cubicBezTo>
                  <a:cubicBezTo>
                    <a:pt x="56672" y="199448"/>
                    <a:pt x="55845" y="199580"/>
                    <a:pt x="55013" y="199685"/>
                  </a:cubicBezTo>
                  <a:cubicBezTo>
                    <a:pt x="54182" y="199790"/>
                    <a:pt x="53348" y="199868"/>
                    <a:pt x="52512" y="199921"/>
                  </a:cubicBezTo>
                  <a:cubicBezTo>
                    <a:pt x="51675" y="199974"/>
                    <a:pt x="50838" y="200000"/>
                    <a:pt x="50000" y="200000"/>
                  </a:cubicBezTo>
                  <a:cubicBezTo>
                    <a:pt x="49162" y="200000"/>
                    <a:pt x="48325" y="199974"/>
                    <a:pt x="47488" y="199921"/>
                  </a:cubicBezTo>
                  <a:cubicBezTo>
                    <a:pt x="46652" y="199868"/>
                    <a:pt x="45818" y="199790"/>
                    <a:pt x="44987" y="199685"/>
                  </a:cubicBezTo>
                  <a:cubicBezTo>
                    <a:pt x="44155" y="199580"/>
                    <a:pt x="43328" y="199448"/>
                    <a:pt x="42505" y="199291"/>
                  </a:cubicBezTo>
                  <a:cubicBezTo>
                    <a:pt x="41682" y="199134"/>
                    <a:pt x="40864" y="198952"/>
                    <a:pt x="40052" y="198743"/>
                  </a:cubicBezTo>
                  <a:cubicBezTo>
                    <a:pt x="39241" y="198535"/>
                    <a:pt x="38436" y="198301"/>
                    <a:pt x="37639" y="198042"/>
                  </a:cubicBezTo>
                  <a:cubicBezTo>
                    <a:pt x="36842" y="197783"/>
                    <a:pt x="36054" y="197499"/>
                    <a:pt x="35275" y="197191"/>
                  </a:cubicBezTo>
                  <a:cubicBezTo>
                    <a:pt x="34496" y="196883"/>
                    <a:pt x="33727" y="196550"/>
                    <a:pt x="32969" y="196193"/>
                  </a:cubicBezTo>
                  <a:cubicBezTo>
                    <a:pt x="32211" y="195836"/>
                    <a:pt x="31464" y="195456"/>
                    <a:pt x="30730" y="195052"/>
                  </a:cubicBezTo>
                  <a:cubicBezTo>
                    <a:pt x="29996" y="194649"/>
                    <a:pt x="29274" y="194222"/>
                    <a:pt x="28567" y="193773"/>
                  </a:cubicBezTo>
                  <a:cubicBezTo>
                    <a:pt x="27860" y="193324"/>
                    <a:pt x="27166" y="192853"/>
                    <a:pt x="26489" y="192361"/>
                  </a:cubicBezTo>
                  <a:cubicBezTo>
                    <a:pt x="25811" y="191868"/>
                    <a:pt x="25149" y="191355"/>
                    <a:pt x="24503" y="190821"/>
                  </a:cubicBezTo>
                  <a:cubicBezTo>
                    <a:pt x="23857" y="190286"/>
                    <a:pt x="23229" y="189732"/>
                    <a:pt x="22618" y="189159"/>
                  </a:cubicBezTo>
                  <a:cubicBezTo>
                    <a:pt x="22007" y="188585"/>
                    <a:pt x="21415" y="187993"/>
                    <a:pt x="20841" y="187382"/>
                  </a:cubicBezTo>
                  <a:cubicBezTo>
                    <a:pt x="20268" y="186771"/>
                    <a:pt x="19714" y="186143"/>
                    <a:pt x="19179" y="185497"/>
                  </a:cubicBezTo>
                  <a:cubicBezTo>
                    <a:pt x="18645" y="184851"/>
                    <a:pt x="18132" y="184189"/>
                    <a:pt x="17639" y="183511"/>
                  </a:cubicBezTo>
                  <a:cubicBezTo>
                    <a:pt x="17147" y="182834"/>
                    <a:pt x="16676" y="182140"/>
                    <a:pt x="16227" y="181433"/>
                  </a:cubicBezTo>
                  <a:cubicBezTo>
                    <a:pt x="15778" y="180726"/>
                    <a:pt x="15351" y="180004"/>
                    <a:pt x="14948" y="179270"/>
                  </a:cubicBezTo>
                  <a:cubicBezTo>
                    <a:pt x="14544" y="178536"/>
                    <a:pt x="14164" y="177789"/>
                    <a:pt x="13807" y="177031"/>
                  </a:cubicBezTo>
                  <a:cubicBezTo>
                    <a:pt x="13450" y="176273"/>
                    <a:pt x="13117" y="175504"/>
                    <a:pt x="12809" y="174725"/>
                  </a:cubicBezTo>
                  <a:cubicBezTo>
                    <a:pt x="12501" y="173946"/>
                    <a:pt x="12217" y="173158"/>
                    <a:pt x="11958" y="172361"/>
                  </a:cubicBezTo>
                  <a:cubicBezTo>
                    <a:pt x="11699" y="171564"/>
                    <a:pt x="11465" y="170759"/>
                    <a:pt x="11257" y="169948"/>
                  </a:cubicBezTo>
                  <a:cubicBezTo>
                    <a:pt x="11048" y="169136"/>
                    <a:pt x="10866" y="168318"/>
                    <a:pt x="10709" y="167495"/>
                  </a:cubicBezTo>
                  <a:cubicBezTo>
                    <a:pt x="10552" y="166672"/>
                    <a:pt x="10420" y="165845"/>
                    <a:pt x="10315" y="165013"/>
                  </a:cubicBezTo>
                  <a:cubicBezTo>
                    <a:pt x="10210" y="164182"/>
                    <a:pt x="10132" y="163348"/>
                    <a:pt x="10079" y="162512"/>
                  </a:cubicBezTo>
                  <a:cubicBezTo>
                    <a:pt x="10026" y="161675"/>
                    <a:pt x="10000" y="160838"/>
                    <a:pt x="10000" y="160000"/>
                  </a:cubicBezTo>
                  <a:lnTo>
                    <a:pt x="10000" y="20000"/>
                  </a:lnTo>
                  <a:cubicBezTo>
                    <a:pt x="9791" y="20000"/>
                    <a:pt x="9581" y="19993"/>
                    <a:pt x="9372" y="19980"/>
                  </a:cubicBezTo>
                  <a:cubicBezTo>
                    <a:pt x="9163" y="19967"/>
                    <a:pt x="8954" y="19947"/>
                    <a:pt x="8747" y="19921"/>
                  </a:cubicBezTo>
                  <a:cubicBezTo>
                    <a:pt x="8539" y="19895"/>
                    <a:pt x="8332" y="19862"/>
                    <a:pt x="8126" y="19823"/>
                  </a:cubicBezTo>
                  <a:cubicBezTo>
                    <a:pt x="7920" y="19784"/>
                    <a:pt x="7716" y="19738"/>
                    <a:pt x="7513" y="19686"/>
                  </a:cubicBezTo>
                  <a:cubicBezTo>
                    <a:pt x="7310" y="19634"/>
                    <a:pt x="7109" y="19575"/>
                    <a:pt x="6910" y="19511"/>
                  </a:cubicBezTo>
                  <a:cubicBezTo>
                    <a:pt x="6711" y="19446"/>
                    <a:pt x="6514" y="19375"/>
                    <a:pt x="6319" y="19298"/>
                  </a:cubicBezTo>
                  <a:cubicBezTo>
                    <a:pt x="6124" y="19221"/>
                    <a:pt x="5932" y="19137"/>
                    <a:pt x="5742" y="19048"/>
                  </a:cubicBezTo>
                  <a:cubicBezTo>
                    <a:pt x="5553" y="18959"/>
                    <a:pt x="5366" y="18864"/>
                    <a:pt x="5182" y="18763"/>
                  </a:cubicBezTo>
                  <a:cubicBezTo>
                    <a:pt x="4999" y="18662"/>
                    <a:pt x="4819" y="18556"/>
                    <a:pt x="4642" y="18443"/>
                  </a:cubicBezTo>
                  <a:cubicBezTo>
                    <a:pt x="4465" y="18331"/>
                    <a:pt x="4292" y="18213"/>
                    <a:pt x="4122" y="18090"/>
                  </a:cubicBezTo>
                  <a:cubicBezTo>
                    <a:pt x="3953" y="17967"/>
                    <a:pt x="3787" y="17839"/>
                    <a:pt x="3626" y="17705"/>
                  </a:cubicBezTo>
                  <a:cubicBezTo>
                    <a:pt x="3464" y="17572"/>
                    <a:pt x="3307" y="17433"/>
                    <a:pt x="3155" y="17290"/>
                  </a:cubicBezTo>
                  <a:cubicBezTo>
                    <a:pt x="3002" y="17146"/>
                    <a:pt x="2854" y="16998"/>
                    <a:pt x="2710" y="16845"/>
                  </a:cubicBezTo>
                  <a:cubicBezTo>
                    <a:pt x="2567" y="16693"/>
                    <a:pt x="2428" y="16536"/>
                    <a:pt x="2295" y="16374"/>
                  </a:cubicBezTo>
                  <a:cubicBezTo>
                    <a:pt x="2161" y="16213"/>
                    <a:pt x="2033" y="16047"/>
                    <a:pt x="1910" y="15878"/>
                  </a:cubicBezTo>
                  <a:cubicBezTo>
                    <a:pt x="1787" y="15708"/>
                    <a:pt x="1669" y="15535"/>
                    <a:pt x="1557" y="15358"/>
                  </a:cubicBezTo>
                  <a:cubicBezTo>
                    <a:pt x="1444" y="15181"/>
                    <a:pt x="1338" y="15001"/>
                    <a:pt x="1237" y="14818"/>
                  </a:cubicBezTo>
                  <a:cubicBezTo>
                    <a:pt x="1136" y="14634"/>
                    <a:pt x="1041" y="14447"/>
                    <a:pt x="952" y="14258"/>
                  </a:cubicBezTo>
                  <a:cubicBezTo>
                    <a:pt x="863" y="14068"/>
                    <a:pt x="779" y="13876"/>
                    <a:pt x="702" y="13681"/>
                  </a:cubicBezTo>
                  <a:cubicBezTo>
                    <a:pt x="625" y="13486"/>
                    <a:pt x="554" y="13289"/>
                    <a:pt x="489" y="13090"/>
                  </a:cubicBezTo>
                  <a:cubicBezTo>
                    <a:pt x="425" y="12891"/>
                    <a:pt x="366" y="12690"/>
                    <a:pt x="314" y="12487"/>
                  </a:cubicBezTo>
                  <a:cubicBezTo>
                    <a:pt x="262" y="12284"/>
                    <a:pt x="216" y="12080"/>
                    <a:pt x="177" y="11874"/>
                  </a:cubicBezTo>
                  <a:cubicBezTo>
                    <a:pt x="138" y="11668"/>
                    <a:pt x="105" y="11461"/>
                    <a:pt x="79" y="11253"/>
                  </a:cubicBezTo>
                  <a:cubicBezTo>
                    <a:pt x="53" y="11046"/>
                    <a:pt x="33" y="10837"/>
                    <a:pt x="20" y="10628"/>
                  </a:cubicBezTo>
                  <a:cubicBezTo>
                    <a:pt x="7" y="10419"/>
                    <a:pt x="0" y="10209"/>
                    <a:pt x="0" y="10000"/>
                  </a:cubicBez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  <a:moveTo>
                    <a:pt x="70000" y="20000"/>
                  </a:moveTo>
                  <a:lnTo>
                    <a:pt x="30000" y="20000"/>
                  </a:lnTo>
                  <a:lnTo>
                    <a:pt x="30000" y="90000"/>
                  </a:lnTo>
                  <a:lnTo>
                    <a:pt x="70000" y="9000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27" name="probe-lucide-activity" descr="activity — Lucide Icons and Contributors; preserve the bundled full upstream license. Source: https://github.com/lucide-icons/lucide/blob/20aef31db93fe4d9f398dbb15b120d99c48eef95/icons/activity.svg; SVG SHA256: 050fbcda05e13c2051cf857683645e19c6b180861ef4d0cc28a6f09ba1ea1666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28" name="probe-lucide-activity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lnTo>
                    <a:pt x="175200" y="100000"/>
                  </a:lnTo>
                  <a:cubicBezTo>
                    <a:pt x="174787" y="99999"/>
                    <a:pt x="174375" y="100011"/>
                    <a:pt x="173963" y="100036"/>
                  </a:cubicBezTo>
                  <a:cubicBezTo>
                    <a:pt x="173551" y="100060"/>
                    <a:pt x="173140" y="100098"/>
                    <a:pt x="172731" y="100148"/>
                  </a:cubicBezTo>
                  <a:cubicBezTo>
                    <a:pt x="172321" y="100198"/>
                    <a:pt x="171913" y="100260"/>
                    <a:pt x="171508" y="100336"/>
                  </a:cubicBezTo>
                  <a:cubicBezTo>
                    <a:pt x="171102" y="100411"/>
                    <a:pt x="170699" y="100499"/>
                    <a:pt x="170298" y="100599"/>
                  </a:cubicBezTo>
                  <a:cubicBezTo>
                    <a:pt x="169898" y="100699"/>
                    <a:pt x="169501" y="100812"/>
                    <a:pt x="169108" y="100937"/>
                  </a:cubicBezTo>
                  <a:cubicBezTo>
                    <a:pt x="168715" y="101062"/>
                    <a:pt x="168325" y="101198"/>
                    <a:pt x="167941" y="101347"/>
                  </a:cubicBezTo>
                  <a:cubicBezTo>
                    <a:pt x="167556" y="101496"/>
                    <a:pt x="167176" y="101657"/>
                    <a:pt x="166801" y="101829"/>
                  </a:cubicBezTo>
                  <a:cubicBezTo>
                    <a:pt x="166426" y="102002"/>
                    <a:pt x="166057" y="102186"/>
                    <a:pt x="165693" y="102381"/>
                  </a:cubicBezTo>
                  <a:cubicBezTo>
                    <a:pt x="165330" y="102576"/>
                    <a:pt x="164972" y="102783"/>
                    <a:pt x="164622" y="103000"/>
                  </a:cubicBezTo>
                  <a:cubicBezTo>
                    <a:pt x="164271" y="103217"/>
                    <a:pt x="163927" y="103445"/>
                    <a:pt x="163590" y="103684"/>
                  </a:cubicBezTo>
                  <a:cubicBezTo>
                    <a:pt x="163254" y="103923"/>
                    <a:pt x="162925" y="104172"/>
                    <a:pt x="162604" y="104431"/>
                  </a:cubicBezTo>
                  <a:cubicBezTo>
                    <a:pt x="162282" y="104690"/>
                    <a:pt x="161969" y="104958"/>
                    <a:pt x="161665" y="105237"/>
                  </a:cubicBezTo>
                  <a:cubicBezTo>
                    <a:pt x="161360" y="105515"/>
                    <a:pt x="161064" y="105803"/>
                    <a:pt x="160778" y="106099"/>
                  </a:cubicBezTo>
                  <a:cubicBezTo>
                    <a:pt x="160491" y="106396"/>
                    <a:pt x="160213" y="106702"/>
                    <a:pt x="159945" y="107015"/>
                  </a:cubicBezTo>
                  <a:cubicBezTo>
                    <a:pt x="159678" y="107329"/>
                    <a:pt x="159419" y="107651"/>
                    <a:pt x="159171" y="107981"/>
                  </a:cubicBezTo>
                  <a:cubicBezTo>
                    <a:pt x="158924" y="108311"/>
                    <a:pt x="158686" y="108648"/>
                    <a:pt x="158459" y="108993"/>
                  </a:cubicBezTo>
                  <a:cubicBezTo>
                    <a:pt x="158232" y="109337"/>
                    <a:pt x="158015" y="109688"/>
                    <a:pt x="157810" y="110046"/>
                  </a:cubicBezTo>
                  <a:cubicBezTo>
                    <a:pt x="157605" y="110404"/>
                    <a:pt x="157410" y="110768"/>
                    <a:pt x="157228" y="111138"/>
                  </a:cubicBezTo>
                  <a:cubicBezTo>
                    <a:pt x="157045" y="111508"/>
                    <a:pt x="156874" y="111884"/>
                    <a:pt x="156714" y="112264"/>
                  </a:cubicBezTo>
                  <a:cubicBezTo>
                    <a:pt x="156554" y="112644"/>
                    <a:pt x="156407" y="113030"/>
                    <a:pt x="156271" y="113419"/>
                  </a:cubicBezTo>
                  <a:cubicBezTo>
                    <a:pt x="156135" y="113809"/>
                    <a:pt x="156011" y="114203"/>
                    <a:pt x="155900" y="114600"/>
                  </a:cubicBezTo>
                  <a:lnTo>
                    <a:pt x="132400" y="198200"/>
                  </a:lnTo>
                  <a:cubicBezTo>
                    <a:pt x="132385" y="198250"/>
                    <a:pt x="132369" y="198300"/>
                    <a:pt x="132351" y="198349"/>
                  </a:cubicBezTo>
                  <a:cubicBezTo>
                    <a:pt x="132334" y="198398"/>
                    <a:pt x="132314" y="198447"/>
                    <a:pt x="132293" y="198495"/>
                  </a:cubicBezTo>
                  <a:cubicBezTo>
                    <a:pt x="132273" y="198543"/>
                    <a:pt x="132250" y="198590"/>
                    <a:pt x="132226" y="198637"/>
                  </a:cubicBezTo>
                  <a:cubicBezTo>
                    <a:pt x="132203" y="198684"/>
                    <a:pt x="132177" y="198729"/>
                    <a:pt x="132151" y="198774"/>
                  </a:cubicBezTo>
                  <a:cubicBezTo>
                    <a:pt x="132124" y="198819"/>
                    <a:pt x="132096" y="198864"/>
                    <a:pt x="132067" y="198907"/>
                  </a:cubicBezTo>
                  <a:cubicBezTo>
                    <a:pt x="132037" y="198950"/>
                    <a:pt x="132006" y="198992"/>
                    <a:pt x="131974" y="199034"/>
                  </a:cubicBezTo>
                  <a:cubicBezTo>
                    <a:pt x="131942" y="199075"/>
                    <a:pt x="131909" y="199115"/>
                    <a:pt x="131874" y="199155"/>
                  </a:cubicBezTo>
                  <a:cubicBezTo>
                    <a:pt x="131840" y="199194"/>
                    <a:pt x="131804" y="199232"/>
                    <a:pt x="131767" y="199269"/>
                  </a:cubicBezTo>
                  <a:cubicBezTo>
                    <a:pt x="131730" y="199306"/>
                    <a:pt x="131691" y="199342"/>
                    <a:pt x="131652" y="199376"/>
                  </a:cubicBezTo>
                  <a:cubicBezTo>
                    <a:pt x="131613" y="199411"/>
                    <a:pt x="131573" y="199444"/>
                    <a:pt x="131531" y="199476"/>
                  </a:cubicBezTo>
                  <a:cubicBezTo>
                    <a:pt x="131490" y="199508"/>
                    <a:pt x="131447" y="199539"/>
                    <a:pt x="131404" y="199568"/>
                  </a:cubicBezTo>
                  <a:cubicBezTo>
                    <a:pt x="131361" y="199598"/>
                    <a:pt x="131317" y="199626"/>
                    <a:pt x="131272" y="199652"/>
                  </a:cubicBezTo>
                  <a:cubicBezTo>
                    <a:pt x="131227" y="199679"/>
                    <a:pt x="131181" y="199704"/>
                    <a:pt x="131134" y="199728"/>
                  </a:cubicBezTo>
                  <a:cubicBezTo>
                    <a:pt x="131087" y="199752"/>
                    <a:pt x="131040" y="199774"/>
                    <a:pt x="130992" y="199795"/>
                  </a:cubicBezTo>
                  <a:cubicBezTo>
                    <a:pt x="130944" y="199815"/>
                    <a:pt x="130895" y="199835"/>
                    <a:pt x="130846" y="199852"/>
                  </a:cubicBezTo>
                  <a:cubicBezTo>
                    <a:pt x="130797" y="199870"/>
                    <a:pt x="130747" y="199886"/>
                    <a:pt x="130697" y="199901"/>
                  </a:cubicBezTo>
                  <a:cubicBezTo>
                    <a:pt x="130647" y="199915"/>
                    <a:pt x="130596" y="199928"/>
                    <a:pt x="130545" y="199940"/>
                  </a:cubicBezTo>
                  <a:cubicBezTo>
                    <a:pt x="130494" y="199951"/>
                    <a:pt x="130442" y="199961"/>
                    <a:pt x="130391" y="199969"/>
                  </a:cubicBezTo>
                  <a:cubicBezTo>
                    <a:pt x="130339" y="199977"/>
                    <a:pt x="130287" y="199984"/>
                    <a:pt x="130235" y="199989"/>
                  </a:cubicBezTo>
                  <a:cubicBezTo>
                    <a:pt x="130183" y="199994"/>
                    <a:pt x="130131" y="199997"/>
                    <a:pt x="130078" y="199999"/>
                  </a:cubicBezTo>
                  <a:cubicBezTo>
                    <a:pt x="130026" y="200000"/>
                    <a:pt x="129974" y="200000"/>
                    <a:pt x="129922" y="199999"/>
                  </a:cubicBezTo>
                  <a:cubicBezTo>
                    <a:pt x="129869" y="199997"/>
                    <a:pt x="129817" y="199994"/>
                    <a:pt x="129765" y="199989"/>
                  </a:cubicBezTo>
                  <a:cubicBezTo>
                    <a:pt x="129713" y="199984"/>
                    <a:pt x="129661" y="199977"/>
                    <a:pt x="129609" y="199969"/>
                  </a:cubicBezTo>
                  <a:cubicBezTo>
                    <a:pt x="129558" y="199961"/>
                    <a:pt x="129506" y="199951"/>
                    <a:pt x="129455" y="199940"/>
                  </a:cubicBezTo>
                  <a:cubicBezTo>
                    <a:pt x="129404" y="199928"/>
                    <a:pt x="129353" y="199915"/>
                    <a:pt x="129303" y="199901"/>
                  </a:cubicBezTo>
                  <a:cubicBezTo>
                    <a:pt x="129253" y="199886"/>
                    <a:pt x="129203" y="199870"/>
                    <a:pt x="129154" y="199852"/>
                  </a:cubicBezTo>
                  <a:cubicBezTo>
                    <a:pt x="129105" y="199835"/>
                    <a:pt x="129056" y="199815"/>
                    <a:pt x="129008" y="199795"/>
                  </a:cubicBezTo>
                  <a:cubicBezTo>
                    <a:pt x="128960" y="199774"/>
                    <a:pt x="128913" y="199752"/>
                    <a:pt x="128866" y="199728"/>
                  </a:cubicBezTo>
                  <a:cubicBezTo>
                    <a:pt x="128819" y="199704"/>
                    <a:pt x="128773" y="199679"/>
                    <a:pt x="128728" y="199652"/>
                  </a:cubicBezTo>
                  <a:cubicBezTo>
                    <a:pt x="128683" y="199626"/>
                    <a:pt x="128639" y="199598"/>
                    <a:pt x="128596" y="199568"/>
                  </a:cubicBezTo>
                  <a:cubicBezTo>
                    <a:pt x="128553" y="199539"/>
                    <a:pt x="128510" y="199508"/>
                    <a:pt x="128469" y="199476"/>
                  </a:cubicBezTo>
                  <a:cubicBezTo>
                    <a:pt x="128427" y="199444"/>
                    <a:pt x="128387" y="199411"/>
                    <a:pt x="128348" y="199376"/>
                  </a:cubicBezTo>
                  <a:cubicBezTo>
                    <a:pt x="128309" y="199342"/>
                    <a:pt x="128270" y="199306"/>
                    <a:pt x="128233" y="199269"/>
                  </a:cubicBezTo>
                  <a:cubicBezTo>
                    <a:pt x="128196" y="199232"/>
                    <a:pt x="128160" y="199194"/>
                    <a:pt x="128126" y="199155"/>
                  </a:cubicBezTo>
                  <a:cubicBezTo>
                    <a:pt x="128091" y="199115"/>
                    <a:pt x="128058" y="199075"/>
                    <a:pt x="128026" y="199034"/>
                  </a:cubicBezTo>
                  <a:cubicBezTo>
                    <a:pt x="127994" y="198992"/>
                    <a:pt x="127963" y="198950"/>
                    <a:pt x="127933" y="198907"/>
                  </a:cubicBezTo>
                  <a:cubicBezTo>
                    <a:pt x="127904" y="198864"/>
                    <a:pt x="127876" y="198819"/>
                    <a:pt x="127849" y="198774"/>
                  </a:cubicBezTo>
                  <a:cubicBezTo>
                    <a:pt x="127823" y="198729"/>
                    <a:pt x="127797" y="198684"/>
                    <a:pt x="127774" y="198637"/>
                  </a:cubicBezTo>
                  <a:cubicBezTo>
                    <a:pt x="127750" y="198590"/>
                    <a:pt x="127727" y="198543"/>
                    <a:pt x="127707" y="198495"/>
                  </a:cubicBezTo>
                  <a:cubicBezTo>
                    <a:pt x="127686" y="198447"/>
                    <a:pt x="127666" y="198398"/>
                    <a:pt x="127649" y="198349"/>
                  </a:cubicBezTo>
                  <a:cubicBezTo>
                    <a:pt x="127631" y="198300"/>
                    <a:pt x="127615" y="198250"/>
                    <a:pt x="127600" y="198200"/>
                  </a:cubicBezTo>
                  <a:lnTo>
                    <a:pt x="72400" y="1800"/>
                  </a:lnTo>
                  <a:cubicBezTo>
                    <a:pt x="72385" y="1750"/>
                    <a:pt x="72369" y="1700"/>
                    <a:pt x="72351" y="1651"/>
                  </a:cubicBezTo>
                  <a:cubicBezTo>
                    <a:pt x="72334" y="1602"/>
                    <a:pt x="72314" y="1553"/>
                    <a:pt x="72293" y="1505"/>
                  </a:cubicBezTo>
                  <a:cubicBezTo>
                    <a:pt x="72273" y="1457"/>
                    <a:pt x="72250" y="1410"/>
                    <a:pt x="72226" y="1363"/>
                  </a:cubicBezTo>
                  <a:cubicBezTo>
                    <a:pt x="72203" y="1316"/>
                    <a:pt x="72177" y="1271"/>
                    <a:pt x="72151" y="1226"/>
                  </a:cubicBezTo>
                  <a:cubicBezTo>
                    <a:pt x="72124" y="1181"/>
                    <a:pt x="72096" y="1136"/>
                    <a:pt x="72067" y="1093"/>
                  </a:cubicBezTo>
                  <a:cubicBezTo>
                    <a:pt x="72037" y="1050"/>
                    <a:pt x="72006" y="1008"/>
                    <a:pt x="71974" y="966"/>
                  </a:cubicBezTo>
                  <a:cubicBezTo>
                    <a:pt x="71942" y="925"/>
                    <a:pt x="71909" y="885"/>
                    <a:pt x="71874" y="845"/>
                  </a:cubicBezTo>
                  <a:cubicBezTo>
                    <a:pt x="71840" y="806"/>
                    <a:pt x="71804" y="768"/>
                    <a:pt x="71767" y="731"/>
                  </a:cubicBezTo>
                  <a:cubicBezTo>
                    <a:pt x="71730" y="694"/>
                    <a:pt x="71691" y="658"/>
                    <a:pt x="71652" y="624"/>
                  </a:cubicBezTo>
                  <a:cubicBezTo>
                    <a:pt x="71613" y="589"/>
                    <a:pt x="71573" y="556"/>
                    <a:pt x="71531" y="524"/>
                  </a:cubicBezTo>
                  <a:cubicBezTo>
                    <a:pt x="71490" y="492"/>
                    <a:pt x="71447" y="461"/>
                    <a:pt x="71404" y="432"/>
                  </a:cubicBezTo>
                  <a:cubicBezTo>
                    <a:pt x="71361" y="402"/>
                    <a:pt x="71317" y="374"/>
                    <a:pt x="71272" y="348"/>
                  </a:cubicBezTo>
                  <a:cubicBezTo>
                    <a:pt x="71227" y="321"/>
                    <a:pt x="71181" y="296"/>
                    <a:pt x="71134" y="272"/>
                  </a:cubicBezTo>
                  <a:cubicBezTo>
                    <a:pt x="71087" y="248"/>
                    <a:pt x="71040" y="226"/>
                    <a:pt x="70992" y="205"/>
                  </a:cubicBezTo>
                  <a:cubicBezTo>
                    <a:pt x="70944" y="185"/>
                    <a:pt x="70895" y="165"/>
                    <a:pt x="70846" y="148"/>
                  </a:cubicBezTo>
                  <a:cubicBezTo>
                    <a:pt x="70797" y="130"/>
                    <a:pt x="70747" y="114"/>
                    <a:pt x="70697" y="99"/>
                  </a:cubicBezTo>
                  <a:cubicBezTo>
                    <a:pt x="70647" y="85"/>
                    <a:pt x="70596" y="72"/>
                    <a:pt x="70545" y="60"/>
                  </a:cubicBezTo>
                  <a:cubicBezTo>
                    <a:pt x="70494" y="49"/>
                    <a:pt x="70442" y="39"/>
                    <a:pt x="70391" y="31"/>
                  </a:cubicBezTo>
                  <a:cubicBezTo>
                    <a:pt x="70339" y="23"/>
                    <a:pt x="70287" y="16"/>
                    <a:pt x="70235" y="11"/>
                  </a:cubicBezTo>
                  <a:cubicBezTo>
                    <a:pt x="70183" y="6"/>
                    <a:pt x="70131" y="3"/>
                    <a:pt x="70078" y="1"/>
                  </a:cubicBezTo>
                  <a:cubicBezTo>
                    <a:pt x="70026" y="0"/>
                    <a:pt x="69974" y="0"/>
                    <a:pt x="69922" y="1"/>
                  </a:cubicBezTo>
                  <a:cubicBezTo>
                    <a:pt x="69869" y="3"/>
                    <a:pt x="69817" y="6"/>
                    <a:pt x="69765" y="11"/>
                  </a:cubicBezTo>
                  <a:cubicBezTo>
                    <a:pt x="69713" y="16"/>
                    <a:pt x="69661" y="23"/>
                    <a:pt x="69609" y="31"/>
                  </a:cubicBezTo>
                  <a:cubicBezTo>
                    <a:pt x="69558" y="39"/>
                    <a:pt x="69506" y="49"/>
                    <a:pt x="69455" y="60"/>
                  </a:cubicBezTo>
                  <a:cubicBezTo>
                    <a:pt x="69404" y="72"/>
                    <a:pt x="69353" y="85"/>
                    <a:pt x="69303" y="99"/>
                  </a:cubicBezTo>
                  <a:cubicBezTo>
                    <a:pt x="69253" y="114"/>
                    <a:pt x="69203" y="130"/>
                    <a:pt x="69154" y="148"/>
                  </a:cubicBezTo>
                  <a:cubicBezTo>
                    <a:pt x="69105" y="165"/>
                    <a:pt x="69056" y="185"/>
                    <a:pt x="69008" y="205"/>
                  </a:cubicBezTo>
                  <a:cubicBezTo>
                    <a:pt x="68960" y="226"/>
                    <a:pt x="68913" y="248"/>
                    <a:pt x="68866" y="272"/>
                  </a:cubicBezTo>
                  <a:cubicBezTo>
                    <a:pt x="68819" y="296"/>
                    <a:pt x="68773" y="321"/>
                    <a:pt x="68728" y="348"/>
                  </a:cubicBezTo>
                  <a:cubicBezTo>
                    <a:pt x="68683" y="374"/>
                    <a:pt x="68639" y="402"/>
                    <a:pt x="68596" y="432"/>
                  </a:cubicBezTo>
                  <a:cubicBezTo>
                    <a:pt x="68553" y="461"/>
                    <a:pt x="68510" y="492"/>
                    <a:pt x="68469" y="524"/>
                  </a:cubicBezTo>
                  <a:cubicBezTo>
                    <a:pt x="68427" y="556"/>
                    <a:pt x="68387" y="589"/>
                    <a:pt x="68348" y="624"/>
                  </a:cubicBezTo>
                  <a:cubicBezTo>
                    <a:pt x="68309" y="658"/>
                    <a:pt x="68270" y="694"/>
                    <a:pt x="68233" y="731"/>
                  </a:cubicBezTo>
                  <a:cubicBezTo>
                    <a:pt x="68196" y="768"/>
                    <a:pt x="68160" y="806"/>
                    <a:pt x="68126" y="845"/>
                  </a:cubicBezTo>
                  <a:cubicBezTo>
                    <a:pt x="68091" y="885"/>
                    <a:pt x="68058" y="925"/>
                    <a:pt x="68026" y="966"/>
                  </a:cubicBezTo>
                  <a:cubicBezTo>
                    <a:pt x="67994" y="1008"/>
                    <a:pt x="67963" y="1050"/>
                    <a:pt x="67933" y="1093"/>
                  </a:cubicBezTo>
                  <a:cubicBezTo>
                    <a:pt x="67904" y="1136"/>
                    <a:pt x="67876" y="1181"/>
                    <a:pt x="67849" y="1226"/>
                  </a:cubicBezTo>
                  <a:cubicBezTo>
                    <a:pt x="67823" y="1271"/>
                    <a:pt x="67797" y="1316"/>
                    <a:pt x="67774" y="1363"/>
                  </a:cubicBezTo>
                  <a:cubicBezTo>
                    <a:pt x="67750" y="1410"/>
                    <a:pt x="67727" y="1457"/>
                    <a:pt x="67707" y="1505"/>
                  </a:cubicBezTo>
                  <a:cubicBezTo>
                    <a:pt x="67686" y="1553"/>
                    <a:pt x="67666" y="1602"/>
                    <a:pt x="67649" y="1651"/>
                  </a:cubicBezTo>
                  <a:cubicBezTo>
                    <a:pt x="67631" y="1700"/>
                    <a:pt x="67615" y="1750"/>
                    <a:pt x="67600" y="1800"/>
                  </a:cubicBezTo>
                  <a:lnTo>
                    <a:pt x="44100" y="85400"/>
                  </a:lnTo>
                  <a:cubicBezTo>
                    <a:pt x="43989" y="85796"/>
                    <a:pt x="43866" y="86188"/>
                    <a:pt x="43731" y="86576"/>
                  </a:cubicBezTo>
                  <a:cubicBezTo>
                    <a:pt x="43596" y="86964"/>
                    <a:pt x="43449" y="87348"/>
                    <a:pt x="43290" y="87727"/>
                  </a:cubicBezTo>
                  <a:cubicBezTo>
                    <a:pt x="43131" y="88106"/>
                    <a:pt x="42961" y="88480"/>
                    <a:pt x="42779" y="88849"/>
                  </a:cubicBezTo>
                  <a:cubicBezTo>
                    <a:pt x="42597" y="89218"/>
                    <a:pt x="42404" y="89580"/>
                    <a:pt x="42199" y="89937"/>
                  </a:cubicBezTo>
                  <a:cubicBezTo>
                    <a:pt x="41995" y="90294"/>
                    <a:pt x="41780" y="90644"/>
                    <a:pt x="41554" y="90988"/>
                  </a:cubicBezTo>
                  <a:cubicBezTo>
                    <a:pt x="41329" y="91331"/>
                    <a:pt x="41092" y="91667"/>
                    <a:pt x="40846" y="91996"/>
                  </a:cubicBezTo>
                  <a:cubicBezTo>
                    <a:pt x="40599" y="92325"/>
                    <a:pt x="40343" y="92646"/>
                    <a:pt x="40076" y="92959"/>
                  </a:cubicBezTo>
                  <a:cubicBezTo>
                    <a:pt x="39810" y="93272"/>
                    <a:pt x="39534" y="93577"/>
                    <a:pt x="39249" y="93873"/>
                  </a:cubicBezTo>
                  <a:cubicBezTo>
                    <a:pt x="38964" y="94169"/>
                    <a:pt x="38670" y="94456"/>
                    <a:pt x="38367" y="94734"/>
                  </a:cubicBezTo>
                  <a:cubicBezTo>
                    <a:pt x="38064" y="95012"/>
                    <a:pt x="37753" y="95281"/>
                    <a:pt x="37434" y="95539"/>
                  </a:cubicBezTo>
                  <a:cubicBezTo>
                    <a:pt x="37114" y="95798"/>
                    <a:pt x="36787" y="96047"/>
                    <a:pt x="36452" y="96286"/>
                  </a:cubicBezTo>
                  <a:cubicBezTo>
                    <a:pt x="36118" y="96524"/>
                    <a:pt x="35776" y="96752"/>
                    <a:pt x="35427" y="96970"/>
                  </a:cubicBezTo>
                  <a:cubicBezTo>
                    <a:pt x="35078" y="97187"/>
                    <a:pt x="34723" y="97394"/>
                    <a:pt x="34361" y="97590"/>
                  </a:cubicBezTo>
                  <a:cubicBezTo>
                    <a:pt x="34000" y="97785"/>
                    <a:pt x="33633" y="97970"/>
                    <a:pt x="33260" y="98143"/>
                  </a:cubicBezTo>
                  <a:cubicBezTo>
                    <a:pt x="32887" y="98316"/>
                    <a:pt x="32509" y="98477"/>
                    <a:pt x="32126" y="98627"/>
                  </a:cubicBezTo>
                  <a:cubicBezTo>
                    <a:pt x="31743" y="98776"/>
                    <a:pt x="31356" y="98914"/>
                    <a:pt x="30965" y="99040"/>
                  </a:cubicBezTo>
                  <a:cubicBezTo>
                    <a:pt x="30573" y="99166"/>
                    <a:pt x="30178" y="99280"/>
                    <a:pt x="29780" y="99381"/>
                  </a:cubicBezTo>
                  <a:cubicBezTo>
                    <a:pt x="29382" y="99483"/>
                    <a:pt x="28980" y="99572"/>
                    <a:pt x="28577" y="99648"/>
                  </a:cubicBezTo>
                  <a:cubicBezTo>
                    <a:pt x="28173" y="99725"/>
                    <a:pt x="27767" y="99789"/>
                    <a:pt x="27359" y="99841"/>
                  </a:cubicBezTo>
                  <a:cubicBezTo>
                    <a:pt x="26951" y="99893"/>
                    <a:pt x="26542" y="99932"/>
                    <a:pt x="26132" y="99958"/>
                  </a:cubicBezTo>
                  <a:cubicBezTo>
                    <a:pt x="25722" y="99985"/>
                    <a:pt x="25311" y="99999"/>
                    <a:pt x="24900" y="100000"/>
                  </a:cubicBez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9" name="probe-lucide-boxes" descr="boxes — Lucide Icons and Contributors; preserve the bundled full upstream license. Source: https://github.com/lucide-icons/lucide/blob/20aef31db93fe4d9f398dbb15b120d99c48eef95/icons/boxes.svg; SVG SHA256: 7e301f6c38337389f5a96675d14cb9d8ef8a613329e99c3dfcf7c635bdd1faae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0" name="probe-lucide-boxes-part-1"/>
            <p:cNvSpPr/>
            <p:nvPr/>
          </p:nvSpPr>
          <p:spPr>
            <a:xfrm>
              <a:off x="20000" y="105000"/>
              <a:ext cx="100000" cy="111656"/>
            </a:xfrm>
            <a:custGeom>
              <a:avLst/>
              <a:gdLst/>
              <a:ahLst/>
              <a:cxnLst/>
              <a:rect l="0" t="0" r="r" b="b"/>
              <a:pathLst>
                <a:path w="100000" h="111656">
                  <a:moveTo>
                    <a:pt x="9700" y="24200"/>
                  </a:moveTo>
                  <a:cubicBezTo>
                    <a:pt x="9355" y="24408"/>
                    <a:pt x="9015" y="24625"/>
                    <a:pt x="8683" y="24854"/>
                  </a:cubicBezTo>
                  <a:cubicBezTo>
                    <a:pt x="8351" y="25082"/>
                    <a:pt x="8026" y="25320"/>
                    <a:pt x="7708" y="25567"/>
                  </a:cubicBezTo>
                  <a:cubicBezTo>
                    <a:pt x="7390" y="25815"/>
                    <a:pt x="7079" y="26072"/>
                    <a:pt x="6777" y="26339"/>
                  </a:cubicBezTo>
                  <a:cubicBezTo>
                    <a:pt x="6475" y="26605"/>
                    <a:pt x="6180" y="26881"/>
                    <a:pt x="5895" y="27165"/>
                  </a:cubicBezTo>
                  <a:cubicBezTo>
                    <a:pt x="5609" y="27449"/>
                    <a:pt x="5332" y="27742"/>
                    <a:pt x="5064" y="28043"/>
                  </a:cubicBezTo>
                  <a:cubicBezTo>
                    <a:pt x="4796" y="28344"/>
                    <a:pt x="4537" y="28653"/>
                    <a:pt x="4288" y="28969"/>
                  </a:cubicBezTo>
                  <a:cubicBezTo>
                    <a:pt x="4038" y="29286"/>
                    <a:pt x="3799" y="29610"/>
                    <a:pt x="3569" y="29941"/>
                  </a:cubicBezTo>
                  <a:cubicBezTo>
                    <a:pt x="3339" y="30272"/>
                    <a:pt x="3119" y="30610"/>
                    <a:pt x="2910" y="30955"/>
                  </a:cubicBezTo>
                  <a:cubicBezTo>
                    <a:pt x="2701" y="31299"/>
                    <a:pt x="2502" y="31650"/>
                    <a:pt x="2314" y="32006"/>
                  </a:cubicBezTo>
                  <a:cubicBezTo>
                    <a:pt x="2125" y="32362"/>
                    <a:pt x="1948" y="32724"/>
                    <a:pt x="1782" y="33092"/>
                  </a:cubicBezTo>
                  <a:cubicBezTo>
                    <a:pt x="1616" y="33459"/>
                    <a:pt x="1460" y="33831"/>
                    <a:pt x="1317" y="34207"/>
                  </a:cubicBezTo>
                  <a:cubicBezTo>
                    <a:pt x="1173" y="34584"/>
                    <a:pt x="1040" y="34964"/>
                    <a:pt x="920" y="35349"/>
                  </a:cubicBezTo>
                  <a:cubicBezTo>
                    <a:pt x="799" y="35733"/>
                    <a:pt x="690" y="36121"/>
                    <a:pt x="592" y="36513"/>
                  </a:cubicBezTo>
                  <a:cubicBezTo>
                    <a:pt x="495" y="36904"/>
                    <a:pt x="409" y="37298"/>
                    <a:pt x="336" y="37694"/>
                  </a:cubicBezTo>
                  <a:cubicBezTo>
                    <a:pt x="262" y="38090"/>
                    <a:pt x="201" y="38488"/>
                    <a:pt x="151" y="38888"/>
                  </a:cubicBezTo>
                  <a:cubicBezTo>
                    <a:pt x="102" y="39288"/>
                    <a:pt x="64" y="39690"/>
                    <a:pt x="39" y="40092"/>
                  </a:cubicBezTo>
                  <a:cubicBezTo>
                    <a:pt x="14" y="40494"/>
                    <a:pt x="1" y="40897"/>
                    <a:pt x="0" y="41300"/>
                  </a:cubicBezTo>
                  <a:lnTo>
                    <a:pt x="0" y="73700"/>
                  </a:lnTo>
                  <a:cubicBezTo>
                    <a:pt x="1" y="74103"/>
                    <a:pt x="14" y="74506"/>
                    <a:pt x="39" y="74908"/>
                  </a:cubicBezTo>
                  <a:cubicBezTo>
                    <a:pt x="64" y="75310"/>
                    <a:pt x="102" y="75712"/>
                    <a:pt x="151" y="76112"/>
                  </a:cubicBezTo>
                  <a:cubicBezTo>
                    <a:pt x="201" y="76512"/>
                    <a:pt x="262" y="76910"/>
                    <a:pt x="336" y="77306"/>
                  </a:cubicBezTo>
                  <a:cubicBezTo>
                    <a:pt x="409" y="77702"/>
                    <a:pt x="495" y="78096"/>
                    <a:pt x="592" y="78487"/>
                  </a:cubicBezTo>
                  <a:cubicBezTo>
                    <a:pt x="690" y="78879"/>
                    <a:pt x="799" y="79267"/>
                    <a:pt x="920" y="79651"/>
                  </a:cubicBezTo>
                  <a:cubicBezTo>
                    <a:pt x="1040" y="80036"/>
                    <a:pt x="1173" y="80416"/>
                    <a:pt x="1317" y="80793"/>
                  </a:cubicBezTo>
                  <a:cubicBezTo>
                    <a:pt x="1460" y="81169"/>
                    <a:pt x="1616" y="81541"/>
                    <a:pt x="1782" y="81908"/>
                  </a:cubicBezTo>
                  <a:cubicBezTo>
                    <a:pt x="1948" y="82276"/>
                    <a:pt x="2125" y="82638"/>
                    <a:pt x="2314" y="82994"/>
                  </a:cubicBezTo>
                  <a:cubicBezTo>
                    <a:pt x="2502" y="83350"/>
                    <a:pt x="2701" y="83701"/>
                    <a:pt x="2910" y="84045"/>
                  </a:cubicBezTo>
                  <a:cubicBezTo>
                    <a:pt x="3119" y="84390"/>
                    <a:pt x="3339" y="84728"/>
                    <a:pt x="3569" y="85059"/>
                  </a:cubicBezTo>
                  <a:cubicBezTo>
                    <a:pt x="3799" y="85390"/>
                    <a:pt x="4038" y="85714"/>
                    <a:pt x="4288" y="86031"/>
                  </a:cubicBezTo>
                  <a:cubicBezTo>
                    <a:pt x="4537" y="86347"/>
                    <a:pt x="4796" y="86656"/>
                    <a:pt x="5064" y="86957"/>
                  </a:cubicBezTo>
                  <a:cubicBezTo>
                    <a:pt x="5332" y="87258"/>
                    <a:pt x="5609" y="87551"/>
                    <a:pt x="5895" y="87835"/>
                  </a:cubicBezTo>
                  <a:cubicBezTo>
                    <a:pt x="6180" y="88119"/>
                    <a:pt x="6475" y="88395"/>
                    <a:pt x="6777" y="88661"/>
                  </a:cubicBezTo>
                  <a:cubicBezTo>
                    <a:pt x="7079" y="88928"/>
                    <a:pt x="7390" y="89185"/>
                    <a:pt x="7708" y="89433"/>
                  </a:cubicBezTo>
                  <a:cubicBezTo>
                    <a:pt x="8026" y="89680"/>
                    <a:pt x="8351" y="89918"/>
                    <a:pt x="8683" y="90146"/>
                  </a:cubicBezTo>
                  <a:cubicBezTo>
                    <a:pt x="9015" y="90375"/>
                    <a:pt x="9355" y="90592"/>
                    <a:pt x="9700" y="90800"/>
                  </a:cubicBezTo>
                  <a:lnTo>
                    <a:pt x="39700" y="108800"/>
                  </a:lnTo>
                  <a:cubicBezTo>
                    <a:pt x="40044" y="109006"/>
                    <a:pt x="40393" y="109202"/>
                    <a:pt x="40749" y="109388"/>
                  </a:cubicBezTo>
                  <a:cubicBezTo>
                    <a:pt x="41104" y="109573"/>
                    <a:pt x="41465" y="109748"/>
                    <a:pt x="41830" y="109912"/>
                  </a:cubicBezTo>
                  <a:cubicBezTo>
                    <a:pt x="42196" y="110075"/>
                    <a:pt x="42567" y="110228"/>
                    <a:pt x="42942" y="110369"/>
                  </a:cubicBezTo>
                  <a:cubicBezTo>
                    <a:pt x="43317" y="110511"/>
                    <a:pt x="43696" y="110641"/>
                    <a:pt x="44079" y="110760"/>
                  </a:cubicBezTo>
                  <a:cubicBezTo>
                    <a:pt x="44462" y="110878"/>
                    <a:pt x="44848" y="110985"/>
                    <a:pt x="45237" y="111081"/>
                  </a:cubicBezTo>
                  <a:cubicBezTo>
                    <a:pt x="45626" y="111176"/>
                    <a:pt x="46019" y="111260"/>
                    <a:pt x="46413" y="111332"/>
                  </a:cubicBezTo>
                  <a:cubicBezTo>
                    <a:pt x="46807" y="111404"/>
                    <a:pt x="47203" y="111464"/>
                    <a:pt x="47601" y="111512"/>
                  </a:cubicBezTo>
                  <a:cubicBezTo>
                    <a:pt x="47999" y="111560"/>
                    <a:pt x="48398" y="111596"/>
                    <a:pt x="48798" y="111620"/>
                  </a:cubicBezTo>
                  <a:cubicBezTo>
                    <a:pt x="49199" y="111644"/>
                    <a:pt x="49599" y="111656"/>
                    <a:pt x="50000" y="111656"/>
                  </a:cubicBezTo>
                  <a:cubicBezTo>
                    <a:pt x="50401" y="111656"/>
                    <a:pt x="50801" y="111644"/>
                    <a:pt x="51202" y="111620"/>
                  </a:cubicBezTo>
                  <a:cubicBezTo>
                    <a:pt x="51602" y="111596"/>
                    <a:pt x="52001" y="111560"/>
                    <a:pt x="52399" y="111512"/>
                  </a:cubicBezTo>
                  <a:cubicBezTo>
                    <a:pt x="52797" y="111464"/>
                    <a:pt x="53193" y="111404"/>
                    <a:pt x="53587" y="111332"/>
                  </a:cubicBezTo>
                  <a:cubicBezTo>
                    <a:pt x="53981" y="111260"/>
                    <a:pt x="54374" y="111176"/>
                    <a:pt x="54763" y="111081"/>
                  </a:cubicBezTo>
                  <a:cubicBezTo>
                    <a:pt x="55152" y="110985"/>
                    <a:pt x="55538" y="110878"/>
                    <a:pt x="55921" y="110760"/>
                  </a:cubicBezTo>
                  <a:cubicBezTo>
                    <a:pt x="56304" y="110641"/>
                    <a:pt x="56683" y="110511"/>
                    <a:pt x="57058" y="110369"/>
                  </a:cubicBezTo>
                  <a:cubicBezTo>
                    <a:pt x="57433" y="110228"/>
                    <a:pt x="57804" y="110075"/>
                    <a:pt x="58170" y="109912"/>
                  </a:cubicBezTo>
                  <a:cubicBezTo>
                    <a:pt x="58535" y="109748"/>
                    <a:pt x="58896" y="109573"/>
                    <a:pt x="59251" y="109388"/>
                  </a:cubicBezTo>
                  <a:cubicBezTo>
                    <a:pt x="59607" y="109202"/>
                    <a:pt x="59956" y="109006"/>
                    <a:pt x="60300" y="108800"/>
                  </a:cubicBezTo>
                  <a:lnTo>
                    <a:pt x="100000" y="85000"/>
                  </a:lnTo>
                  <a:lnTo>
                    <a:pt x="100000" y="30000"/>
                  </a:lnTo>
                  <a:lnTo>
                    <a:pt x="50000" y="0"/>
                  </a:lnTo>
                  <a:lnTo>
                    <a:pt x="9700" y="242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probe-lucide-boxes-part-2"/>
            <p:cNvSpPr/>
            <p:nvPr/>
          </p:nvSpPr>
          <p:spPr>
            <a:xfrm>
              <a:off x="22600" y="136500"/>
              <a:ext cx="47400" cy="28500"/>
            </a:xfrm>
            <a:custGeom>
              <a:avLst/>
              <a:gdLst/>
              <a:ahLst/>
              <a:cxnLst/>
              <a:rect l="0" t="0" r="r" b="b"/>
              <a:pathLst>
                <a:path w="47400" h="28500">
                  <a:moveTo>
                    <a:pt x="47400" y="285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probe-lucide-boxes-part-3"/>
            <p:cNvSpPr/>
            <p:nvPr/>
          </p:nvSpPr>
          <p:spPr>
            <a:xfrm>
              <a:off x="70000" y="135000"/>
              <a:ext cx="50000" cy="30000"/>
            </a:xfrm>
            <a:custGeom>
              <a:avLst/>
              <a:gdLst/>
              <a:ahLst/>
              <a:cxnLst/>
              <a:rect l="0" t="0" r="r" b="b"/>
              <a:pathLst>
                <a:path w="50000" h="30000">
                  <a:moveTo>
                    <a:pt x="0" y="30000"/>
                  </a:moveTo>
                  <a:lnTo>
                    <a:pt x="5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boxes-part-4"/>
            <p:cNvSpPr/>
            <p:nvPr/>
          </p:nvSpPr>
          <p:spPr>
            <a:xfrm>
              <a:off x="70000" y="165000"/>
              <a:ext cx="10" cy="51700"/>
            </a:xfrm>
            <a:custGeom>
              <a:avLst/>
              <a:gdLst/>
              <a:ahLst/>
              <a:cxnLst/>
              <a:rect l="0" t="0" r="r" b="b"/>
              <a:pathLst>
                <a:path w="10" h="51700">
                  <a:moveTo>
                    <a:pt x="0" y="0"/>
                  </a:moveTo>
                  <a:lnTo>
                    <a:pt x="0" y="517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boxes-part-5"/>
            <p:cNvSpPr/>
            <p:nvPr/>
          </p:nvSpPr>
          <p:spPr>
            <a:xfrm>
              <a:off x="120000" y="105000"/>
              <a:ext cx="100000" cy="111656"/>
            </a:xfrm>
            <a:custGeom>
              <a:avLst/>
              <a:gdLst/>
              <a:ahLst/>
              <a:cxnLst/>
              <a:rect l="0" t="0" r="r" b="b"/>
              <a:pathLst>
                <a:path w="100000" h="111656">
                  <a:moveTo>
                    <a:pt x="0" y="30000"/>
                  </a:moveTo>
                  <a:lnTo>
                    <a:pt x="0" y="85000"/>
                  </a:lnTo>
                  <a:lnTo>
                    <a:pt x="39700" y="108800"/>
                  </a:lnTo>
                  <a:cubicBezTo>
                    <a:pt x="40044" y="109006"/>
                    <a:pt x="40393" y="109202"/>
                    <a:pt x="40749" y="109388"/>
                  </a:cubicBezTo>
                  <a:cubicBezTo>
                    <a:pt x="41104" y="109573"/>
                    <a:pt x="41465" y="109748"/>
                    <a:pt x="41830" y="109912"/>
                  </a:cubicBezTo>
                  <a:cubicBezTo>
                    <a:pt x="42196" y="110075"/>
                    <a:pt x="42567" y="110228"/>
                    <a:pt x="42942" y="110369"/>
                  </a:cubicBezTo>
                  <a:cubicBezTo>
                    <a:pt x="43317" y="110511"/>
                    <a:pt x="43696" y="110641"/>
                    <a:pt x="44079" y="110760"/>
                  </a:cubicBezTo>
                  <a:cubicBezTo>
                    <a:pt x="44462" y="110878"/>
                    <a:pt x="44848" y="110985"/>
                    <a:pt x="45237" y="111081"/>
                  </a:cubicBezTo>
                  <a:cubicBezTo>
                    <a:pt x="45626" y="111176"/>
                    <a:pt x="46019" y="111260"/>
                    <a:pt x="46413" y="111332"/>
                  </a:cubicBezTo>
                  <a:cubicBezTo>
                    <a:pt x="46807" y="111404"/>
                    <a:pt x="47203" y="111464"/>
                    <a:pt x="47601" y="111512"/>
                  </a:cubicBezTo>
                  <a:cubicBezTo>
                    <a:pt x="47999" y="111560"/>
                    <a:pt x="48398" y="111596"/>
                    <a:pt x="48798" y="111620"/>
                  </a:cubicBezTo>
                  <a:cubicBezTo>
                    <a:pt x="49199" y="111644"/>
                    <a:pt x="49599" y="111656"/>
                    <a:pt x="50000" y="111656"/>
                  </a:cubicBezTo>
                  <a:cubicBezTo>
                    <a:pt x="50401" y="111656"/>
                    <a:pt x="50801" y="111644"/>
                    <a:pt x="51202" y="111620"/>
                  </a:cubicBezTo>
                  <a:cubicBezTo>
                    <a:pt x="51602" y="111596"/>
                    <a:pt x="52001" y="111560"/>
                    <a:pt x="52399" y="111512"/>
                  </a:cubicBezTo>
                  <a:cubicBezTo>
                    <a:pt x="52797" y="111464"/>
                    <a:pt x="53193" y="111404"/>
                    <a:pt x="53587" y="111332"/>
                  </a:cubicBezTo>
                  <a:cubicBezTo>
                    <a:pt x="53981" y="111260"/>
                    <a:pt x="54374" y="111176"/>
                    <a:pt x="54763" y="111081"/>
                  </a:cubicBezTo>
                  <a:cubicBezTo>
                    <a:pt x="55152" y="110985"/>
                    <a:pt x="55538" y="110878"/>
                    <a:pt x="55921" y="110760"/>
                  </a:cubicBezTo>
                  <a:cubicBezTo>
                    <a:pt x="56304" y="110641"/>
                    <a:pt x="56683" y="110511"/>
                    <a:pt x="57058" y="110369"/>
                  </a:cubicBezTo>
                  <a:cubicBezTo>
                    <a:pt x="57433" y="110228"/>
                    <a:pt x="57804" y="110075"/>
                    <a:pt x="58170" y="109912"/>
                  </a:cubicBezTo>
                  <a:cubicBezTo>
                    <a:pt x="58535" y="109748"/>
                    <a:pt x="58896" y="109573"/>
                    <a:pt x="59251" y="109388"/>
                  </a:cubicBezTo>
                  <a:cubicBezTo>
                    <a:pt x="59607" y="109202"/>
                    <a:pt x="59956" y="109006"/>
                    <a:pt x="60300" y="108800"/>
                  </a:cubicBezTo>
                  <a:lnTo>
                    <a:pt x="90300" y="90800"/>
                  </a:lnTo>
                  <a:cubicBezTo>
                    <a:pt x="90645" y="90592"/>
                    <a:pt x="90985" y="90375"/>
                    <a:pt x="91317" y="90146"/>
                  </a:cubicBezTo>
                  <a:cubicBezTo>
                    <a:pt x="91649" y="89918"/>
                    <a:pt x="91974" y="89680"/>
                    <a:pt x="92292" y="89433"/>
                  </a:cubicBezTo>
                  <a:cubicBezTo>
                    <a:pt x="92610" y="89185"/>
                    <a:pt x="92921" y="88928"/>
                    <a:pt x="93223" y="88661"/>
                  </a:cubicBezTo>
                  <a:cubicBezTo>
                    <a:pt x="93525" y="88395"/>
                    <a:pt x="93820" y="88119"/>
                    <a:pt x="94105" y="87835"/>
                  </a:cubicBezTo>
                  <a:cubicBezTo>
                    <a:pt x="94391" y="87551"/>
                    <a:pt x="94668" y="87258"/>
                    <a:pt x="94936" y="86957"/>
                  </a:cubicBezTo>
                  <a:cubicBezTo>
                    <a:pt x="95204" y="86656"/>
                    <a:pt x="95463" y="86347"/>
                    <a:pt x="95712" y="86031"/>
                  </a:cubicBezTo>
                  <a:cubicBezTo>
                    <a:pt x="95962" y="85714"/>
                    <a:pt x="96201" y="85390"/>
                    <a:pt x="96431" y="85059"/>
                  </a:cubicBezTo>
                  <a:cubicBezTo>
                    <a:pt x="96661" y="84728"/>
                    <a:pt x="96881" y="84390"/>
                    <a:pt x="97090" y="84045"/>
                  </a:cubicBezTo>
                  <a:cubicBezTo>
                    <a:pt x="97299" y="83701"/>
                    <a:pt x="97498" y="83350"/>
                    <a:pt x="97686" y="82994"/>
                  </a:cubicBezTo>
                  <a:cubicBezTo>
                    <a:pt x="97875" y="82638"/>
                    <a:pt x="98052" y="82276"/>
                    <a:pt x="98218" y="81908"/>
                  </a:cubicBezTo>
                  <a:cubicBezTo>
                    <a:pt x="98384" y="81541"/>
                    <a:pt x="98540" y="81169"/>
                    <a:pt x="98683" y="80793"/>
                  </a:cubicBezTo>
                  <a:cubicBezTo>
                    <a:pt x="98827" y="80416"/>
                    <a:pt x="98960" y="80036"/>
                    <a:pt x="99080" y="79651"/>
                  </a:cubicBezTo>
                  <a:cubicBezTo>
                    <a:pt x="99201" y="79267"/>
                    <a:pt x="99310" y="78879"/>
                    <a:pt x="99408" y="78487"/>
                  </a:cubicBezTo>
                  <a:cubicBezTo>
                    <a:pt x="99505" y="78096"/>
                    <a:pt x="99591" y="77702"/>
                    <a:pt x="99664" y="77306"/>
                  </a:cubicBezTo>
                  <a:cubicBezTo>
                    <a:pt x="99738" y="76910"/>
                    <a:pt x="99799" y="76512"/>
                    <a:pt x="99849" y="76112"/>
                  </a:cubicBezTo>
                  <a:cubicBezTo>
                    <a:pt x="99898" y="75712"/>
                    <a:pt x="99936" y="75310"/>
                    <a:pt x="99961" y="74908"/>
                  </a:cubicBezTo>
                  <a:cubicBezTo>
                    <a:pt x="99986" y="74506"/>
                    <a:pt x="99999" y="74103"/>
                    <a:pt x="100000" y="73700"/>
                  </a:cubicBezTo>
                  <a:lnTo>
                    <a:pt x="100000" y="41300"/>
                  </a:lnTo>
                  <a:cubicBezTo>
                    <a:pt x="99999" y="40897"/>
                    <a:pt x="99986" y="40494"/>
                    <a:pt x="99961" y="40092"/>
                  </a:cubicBezTo>
                  <a:cubicBezTo>
                    <a:pt x="99936" y="39690"/>
                    <a:pt x="99898" y="39288"/>
                    <a:pt x="99849" y="38888"/>
                  </a:cubicBezTo>
                  <a:cubicBezTo>
                    <a:pt x="99799" y="38488"/>
                    <a:pt x="99738" y="38090"/>
                    <a:pt x="99664" y="37694"/>
                  </a:cubicBezTo>
                  <a:cubicBezTo>
                    <a:pt x="99591" y="37298"/>
                    <a:pt x="99505" y="36904"/>
                    <a:pt x="99408" y="36513"/>
                  </a:cubicBezTo>
                  <a:cubicBezTo>
                    <a:pt x="99310" y="36121"/>
                    <a:pt x="99201" y="35733"/>
                    <a:pt x="99080" y="35349"/>
                  </a:cubicBezTo>
                  <a:cubicBezTo>
                    <a:pt x="98960" y="34964"/>
                    <a:pt x="98827" y="34584"/>
                    <a:pt x="98683" y="34207"/>
                  </a:cubicBezTo>
                  <a:cubicBezTo>
                    <a:pt x="98540" y="33831"/>
                    <a:pt x="98384" y="33459"/>
                    <a:pt x="98218" y="33092"/>
                  </a:cubicBezTo>
                  <a:cubicBezTo>
                    <a:pt x="98052" y="32724"/>
                    <a:pt x="97875" y="32362"/>
                    <a:pt x="97686" y="32006"/>
                  </a:cubicBezTo>
                  <a:cubicBezTo>
                    <a:pt x="97498" y="31650"/>
                    <a:pt x="97299" y="31299"/>
                    <a:pt x="97090" y="30955"/>
                  </a:cubicBezTo>
                  <a:cubicBezTo>
                    <a:pt x="96881" y="30610"/>
                    <a:pt x="96661" y="30272"/>
                    <a:pt x="96431" y="29941"/>
                  </a:cubicBezTo>
                  <a:cubicBezTo>
                    <a:pt x="96201" y="29610"/>
                    <a:pt x="95962" y="29286"/>
                    <a:pt x="95712" y="28969"/>
                  </a:cubicBezTo>
                  <a:cubicBezTo>
                    <a:pt x="95463" y="28653"/>
                    <a:pt x="95204" y="28344"/>
                    <a:pt x="94936" y="28043"/>
                  </a:cubicBezTo>
                  <a:cubicBezTo>
                    <a:pt x="94668" y="27742"/>
                    <a:pt x="94391" y="27449"/>
                    <a:pt x="94105" y="27165"/>
                  </a:cubicBezTo>
                  <a:cubicBezTo>
                    <a:pt x="93820" y="26881"/>
                    <a:pt x="93525" y="26605"/>
                    <a:pt x="93223" y="26339"/>
                  </a:cubicBezTo>
                  <a:cubicBezTo>
                    <a:pt x="92921" y="26072"/>
                    <a:pt x="92610" y="25815"/>
                    <a:pt x="92292" y="25567"/>
                  </a:cubicBezTo>
                  <a:cubicBezTo>
                    <a:pt x="91974" y="25320"/>
                    <a:pt x="91649" y="25082"/>
                    <a:pt x="91317" y="24854"/>
                  </a:cubicBezTo>
                  <a:cubicBezTo>
                    <a:pt x="90985" y="24625"/>
                    <a:pt x="90645" y="24408"/>
                    <a:pt x="90300" y="24200"/>
                  </a:cubicBezTo>
                  <a:lnTo>
                    <a:pt x="50000" y="0"/>
                  </a:lnTo>
                  <a:lnTo>
                    <a:pt x="0" y="3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boxes-part-6"/>
            <p:cNvSpPr/>
            <p:nvPr/>
          </p:nvSpPr>
          <p:spPr>
            <a:xfrm>
              <a:off x="120000" y="135000"/>
              <a:ext cx="50000" cy="30000"/>
            </a:xfrm>
            <a:custGeom>
              <a:avLst/>
              <a:gdLst/>
              <a:ahLst/>
              <a:cxnLst/>
              <a:rect l="0" t="0" r="r" b="b"/>
              <a:pathLst>
                <a:path w="50000" h="30000">
                  <a:moveTo>
                    <a:pt x="50000" y="3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boxes-part-7"/>
            <p:cNvSpPr/>
            <p:nvPr/>
          </p:nvSpPr>
          <p:spPr>
            <a:xfrm>
              <a:off x="170000" y="136500"/>
              <a:ext cx="47400" cy="28500"/>
            </a:xfrm>
            <a:custGeom>
              <a:avLst/>
              <a:gdLst/>
              <a:ahLst/>
              <a:cxnLst/>
              <a:rect l="0" t="0" r="r" b="b"/>
              <a:pathLst>
                <a:path w="47400" h="28500">
                  <a:moveTo>
                    <a:pt x="0" y="28500"/>
                  </a:moveTo>
                  <a:lnTo>
                    <a:pt x="474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probe-lucide-boxes-part-8"/>
            <p:cNvSpPr/>
            <p:nvPr/>
          </p:nvSpPr>
          <p:spPr>
            <a:xfrm>
              <a:off x="170000" y="165000"/>
              <a:ext cx="10" cy="51700"/>
            </a:xfrm>
            <a:custGeom>
              <a:avLst/>
              <a:gdLst/>
              <a:ahLst/>
              <a:cxnLst/>
              <a:rect l="0" t="0" r="r" b="b"/>
              <a:pathLst>
                <a:path w="10" h="51700">
                  <a:moveTo>
                    <a:pt x="0" y="0"/>
                  </a:moveTo>
                  <a:lnTo>
                    <a:pt x="0" y="517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" name="probe-lucide-boxes-part-9"/>
            <p:cNvSpPr/>
            <p:nvPr/>
          </p:nvSpPr>
          <p:spPr>
            <a:xfrm>
              <a:off x="70000" y="23344"/>
              <a:ext cx="100000" cy="111656"/>
            </a:xfrm>
            <a:custGeom>
              <a:avLst/>
              <a:gdLst/>
              <a:ahLst/>
              <a:cxnLst/>
              <a:rect l="0" t="0" r="r" b="b"/>
              <a:pathLst>
                <a:path w="100000" h="111656">
                  <a:moveTo>
                    <a:pt x="9700" y="20856"/>
                  </a:moveTo>
                  <a:cubicBezTo>
                    <a:pt x="9355" y="21064"/>
                    <a:pt x="9015" y="21282"/>
                    <a:pt x="8683" y="21510"/>
                  </a:cubicBezTo>
                  <a:cubicBezTo>
                    <a:pt x="8351" y="21738"/>
                    <a:pt x="8026" y="21976"/>
                    <a:pt x="7708" y="22223"/>
                  </a:cubicBezTo>
                  <a:cubicBezTo>
                    <a:pt x="7390" y="22471"/>
                    <a:pt x="7079" y="22728"/>
                    <a:pt x="6777" y="22995"/>
                  </a:cubicBezTo>
                  <a:cubicBezTo>
                    <a:pt x="6475" y="23261"/>
                    <a:pt x="6180" y="23537"/>
                    <a:pt x="5895" y="23821"/>
                  </a:cubicBezTo>
                  <a:cubicBezTo>
                    <a:pt x="5609" y="24105"/>
                    <a:pt x="5332" y="24398"/>
                    <a:pt x="5064" y="24699"/>
                  </a:cubicBezTo>
                  <a:cubicBezTo>
                    <a:pt x="4796" y="25000"/>
                    <a:pt x="4537" y="25309"/>
                    <a:pt x="4288" y="25626"/>
                  </a:cubicBezTo>
                  <a:cubicBezTo>
                    <a:pt x="4038" y="25942"/>
                    <a:pt x="3799" y="26266"/>
                    <a:pt x="3569" y="26597"/>
                  </a:cubicBezTo>
                  <a:cubicBezTo>
                    <a:pt x="3339" y="26929"/>
                    <a:pt x="3119" y="27267"/>
                    <a:pt x="2910" y="27611"/>
                  </a:cubicBezTo>
                  <a:cubicBezTo>
                    <a:pt x="2701" y="27955"/>
                    <a:pt x="2502" y="28306"/>
                    <a:pt x="2314" y="28662"/>
                  </a:cubicBezTo>
                  <a:cubicBezTo>
                    <a:pt x="2125" y="29019"/>
                    <a:pt x="1948" y="29381"/>
                    <a:pt x="1782" y="29748"/>
                  </a:cubicBezTo>
                  <a:cubicBezTo>
                    <a:pt x="1616" y="30115"/>
                    <a:pt x="1460" y="30487"/>
                    <a:pt x="1317" y="30863"/>
                  </a:cubicBezTo>
                  <a:cubicBezTo>
                    <a:pt x="1173" y="31240"/>
                    <a:pt x="1040" y="31621"/>
                    <a:pt x="920" y="32005"/>
                  </a:cubicBezTo>
                  <a:cubicBezTo>
                    <a:pt x="799" y="32390"/>
                    <a:pt x="690" y="32778"/>
                    <a:pt x="592" y="33169"/>
                  </a:cubicBezTo>
                  <a:cubicBezTo>
                    <a:pt x="495" y="33560"/>
                    <a:pt x="409" y="33954"/>
                    <a:pt x="336" y="34350"/>
                  </a:cubicBezTo>
                  <a:cubicBezTo>
                    <a:pt x="262" y="34746"/>
                    <a:pt x="201" y="35145"/>
                    <a:pt x="151" y="35545"/>
                  </a:cubicBezTo>
                  <a:cubicBezTo>
                    <a:pt x="102" y="35944"/>
                    <a:pt x="64" y="36346"/>
                    <a:pt x="39" y="36748"/>
                  </a:cubicBezTo>
                  <a:cubicBezTo>
                    <a:pt x="14" y="37150"/>
                    <a:pt x="1" y="37553"/>
                    <a:pt x="0" y="37956"/>
                  </a:cubicBezTo>
                  <a:lnTo>
                    <a:pt x="0" y="81656"/>
                  </a:lnTo>
                  <a:lnTo>
                    <a:pt x="50000" y="111656"/>
                  </a:lnTo>
                  <a:lnTo>
                    <a:pt x="100000" y="81656"/>
                  </a:lnTo>
                  <a:lnTo>
                    <a:pt x="100000" y="37956"/>
                  </a:lnTo>
                  <a:cubicBezTo>
                    <a:pt x="99999" y="37553"/>
                    <a:pt x="99986" y="37150"/>
                    <a:pt x="99961" y="36748"/>
                  </a:cubicBezTo>
                  <a:cubicBezTo>
                    <a:pt x="99936" y="36346"/>
                    <a:pt x="99898" y="35944"/>
                    <a:pt x="99849" y="35545"/>
                  </a:cubicBezTo>
                  <a:cubicBezTo>
                    <a:pt x="99799" y="35145"/>
                    <a:pt x="99738" y="34746"/>
                    <a:pt x="99664" y="34350"/>
                  </a:cubicBezTo>
                  <a:cubicBezTo>
                    <a:pt x="99591" y="33954"/>
                    <a:pt x="99505" y="33560"/>
                    <a:pt x="99408" y="33169"/>
                  </a:cubicBezTo>
                  <a:cubicBezTo>
                    <a:pt x="99310" y="32778"/>
                    <a:pt x="99201" y="32390"/>
                    <a:pt x="99080" y="32005"/>
                  </a:cubicBezTo>
                  <a:cubicBezTo>
                    <a:pt x="98960" y="31621"/>
                    <a:pt x="98827" y="31240"/>
                    <a:pt x="98683" y="30863"/>
                  </a:cubicBezTo>
                  <a:cubicBezTo>
                    <a:pt x="98540" y="30487"/>
                    <a:pt x="98384" y="30115"/>
                    <a:pt x="98218" y="29748"/>
                  </a:cubicBezTo>
                  <a:cubicBezTo>
                    <a:pt x="98052" y="29381"/>
                    <a:pt x="97875" y="29019"/>
                    <a:pt x="97686" y="28662"/>
                  </a:cubicBezTo>
                  <a:cubicBezTo>
                    <a:pt x="97498" y="28306"/>
                    <a:pt x="97299" y="27955"/>
                    <a:pt x="97090" y="27611"/>
                  </a:cubicBezTo>
                  <a:cubicBezTo>
                    <a:pt x="96881" y="27267"/>
                    <a:pt x="96661" y="26929"/>
                    <a:pt x="96431" y="26597"/>
                  </a:cubicBezTo>
                  <a:cubicBezTo>
                    <a:pt x="96201" y="26266"/>
                    <a:pt x="95962" y="25942"/>
                    <a:pt x="95712" y="25626"/>
                  </a:cubicBezTo>
                  <a:cubicBezTo>
                    <a:pt x="95463" y="25309"/>
                    <a:pt x="95204" y="25000"/>
                    <a:pt x="94936" y="24699"/>
                  </a:cubicBezTo>
                  <a:cubicBezTo>
                    <a:pt x="94668" y="24398"/>
                    <a:pt x="94391" y="24105"/>
                    <a:pt x="94105" y="23821"/>
                  </a:cubicBezTo>
                  <a:cubicBezTo>
                    <a:pt x="93820" y="23537"/>
                    <a:pt x="93525" y="23261"/>
                    <a:pt x="93223" y="22995"/>
                  </a:cubicBezTo>
                  <a:cubicBezTo>
                    <a:pt x="92921" y="22728"/>
                    <a:pt x="92610" y="22471"/>
                    <a:pt x="92292" y="22223"/>
                  </a:cubicBezTo>
                  <a:cubicBezTo>
                    <a:pt x="91974" y="21976"/>
                    <a:pt x="91649" y="21738"/>
                    <a:pt x="91317" y="21510"/>
                  </a:cubicBezTo>
                  <a:cubicBezTo>
                    <a:pt x="90985" y="21282"/>
                    <a:pt x="90645" y="21064"/>
                    <a:pt x="90300" y="20856"/>
                  </a:cubicBezTo>
                  <a:lnTo>
                    <a:pt x="60300" y="2856"/>
                  </a:lnTo>
                  <a:cubicBezTo>
                    <a:pt x="59956" y="2650"/>
                    <a:pt x="59607" y="2454"/>
                    <a:pt x="59251" y="2268"/>
                  </a:cubicBezTo>
                  <a:cubicBezTo>
                    <a:pt x="58896" y="2083"/>
                    <a:pt x="58535" y="1908"/>
                    <a:pt x="58170" y="1745"/>
                  </a:cubicBezTo>
                  <a:cubicBezTo>
                    <a:pt x="57804" y="1581"/>
                    <a:pt x="57433" y="1428"/>
                    <a:pt x="57058" y="1287"/>
                  </a:cubicBezTo>
                  <a:cubicBezTo>
                    <a:pt x="56683" y="1145"/>
                    <a:pt x="56304" y="1015"/>
                    <a:pt x="55921" y="897"/>
                  </a:cubicBezTo>
                  <a:cubicBezTo>
                    <a:pt x="55538" y="778"/>
                    <a:pt x="55152" y="671"/>
                    <a:pt x="54763" y="575"/>
                  </a:cubicBezTo>
                  <a:cubicBezTo>
                    <a:pt x="54374" y="480"/>
                    <a:pt x="53981" y="396"/>
                    <a:pt x="53587" y="324"/>
                  </a:cubicBezTo>
                  <a:cubicBezTo>
                    <a:pt x="53193" y="252"/>
                    <a:pt x="52797" y="192"/>
                    <a:pt x="52399" y="144"/>
                  </a:cubicBezTo>
                  <a:cubicBezTo>
                    <a:pt x="52001" y="96"/>
                    <a:pt x="51602" y="60"/>
                    <a:pt x="51202" y="36"/>
                  </a:cubicBezTo>
                  <a:cubicBezTo>
                    <a:pt x="50801" y="12"/>
                    <a:pt x="50401" y="0"/>
                    <a:pt x="50000" y="0"/>
                  </a:cubicBezTo>
                  <a:cubicBezTo>
                    <a:pt x="49599" y="0"/>
                    <a:pt x="49199" y="12"/>
                    <a:pt x="48798" y="36"/>
                  </a:cubicBezTo>
                  <a:cubicBezTo>
                    <a:pt x="48398" y="60"/>
                    <a:pt x="47999" y="96"/>
                    <a:pt x="47601" y="144"/>
                  </a:cubicBezTo>
                  <a:cubicBezTo>
                    <a:pt x="47203" y="192"/>
                    <a:pt x="46807" y="252"/>
                    <a:pt x="46413" y="324"/>
                  </a:cubicBezTo>
                  <a:cubicBezTo>
                    <a:pt x="46019" y="396"/>
                    <a:pt x="45626" y="480"/>
                    <a:pt x="45237" y="575"/>
                  </a:cubicBezTo>
                  <a:cubicBezTo>
                    <a:pt x="44848" y="671"/>
                    <a:pt x="44462" y="778"/>
                    <a:pt x="44079" y="897"/>
                  </a:cubicBezTo>
                  <a:cubicBezTo>
                    <a:pt x="43696" y="1015"/>
                    <a:pt x="43317" y="1145"/>
                    <a:pt x="42942" y="1287"/>
                  </a:cubicBezTo>
                  <a:cubicBezTo>
                    <a:pt x="42567" y="1428"/>
                    <a:pt x="42196" y="1581"/>
                    <a:pt x="41830" y="1745"/>
                  </a:cubicBezTo>
                  <a:cubicBezTo>
                    <a:pt x="41465" y="1908"/>
                    <a:pt x="41104" y="2083"/>
                    <a:pt x="40749" y="2268"/>
                  </a:cubicBezTo>
                  <a:cubicBezTo>
                    <a:pt x="40393" y="2454"/>
                    <a:pt x="40044" y="2650"/>
                    <a:pt x="39700" y="2856"/>
                  </a:cubicBezTo>
                  <a:lnTo>
                    <a:pt x="9700" y="20856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probe-lucide-boxes-part-10"/>
            <p:cNvSpPr/>
            <p:nvPr/>
          </p:nvSpPr>
          <p:spPr>
            <a:xfrm>
              <a:off x="72600" y="51500"/>
              <a:ext cx="47400" cy="28500"/>
            </a:xfrm>
            <a:custGeom>
              <a:avLst/>
              <a:gdLst/>
              <a:ahLst/>
              <a:cxnLst/>
              <a:rect l="0" t="0" r="r" b="b"/>
              <a:pathLst>
                <a:path w="47400" h="28500">
                  <a:moveTo>
                    <a:pt x="47400" y="285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probe-lucide-boxes-part-11"/>
            <p:cNvSpPr/>
            <p:nvPr/>
          </p:nvSpPr>
          <p:spPr>
            <a:xfrm>
              <a:off x="120000" y="51500"/>
              <a:ext cx="47400" cy="28500"/>
            </a:xfrm>
            <a:custGeom>
              <a:avLst/>
              <a:gdLst/>
              <a:ahLst/>
              <a:cxnLst/>
              <a:rect l="0" t="0" r="r" b="b"/>
              <a:pathLst>
                <a:path w="47400" h="28500">
                  <a:moveTo>
                    <a:pt x="0" y="28500"/>
                  </a:moveTo>
                  <a:lnTo>
                    <a:pt x="474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probe-lucide-boxes-part-12"/>
            <p:cNvSpPr/>
            <p:nvPr/>
          </p:nvSpPr>
          <p:spPr>
            <a:xfrm>
              <a:off x="120000" y="80000"/>
              <a:ext cx="10" cy="55000"/>
            </a:xfrm>
            <a:custGeom>
              <a:avLst/>
              <a:gdLst/>
              <a:ahLst/>
              <a:cxnLst/>
              <a:rect l="0" t="0" r="r" b="b"/>
              <a:pathLst>
                <a:path w="10" h="55000">
                  <a:moveTo>
                    <a:pt x="0" y="55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2" name="probe-lucide-calculator" descr="calculator — Lucide Icons and Contributors; preserve the bundled full upstream license. Source: https://github.com/lucide-icons/lucide/blob/20aef31db93fe4d9f398dbb15b120d99c48eef95/icons/calculator.svg; SVG SHA256: a6b191250b1ffabdf9fc9536662309f1b0f65336aa681d75bae9f1708baaefd0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43" name="probe-lucide-calculator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80000"/>
                  </a:lnTo>
                  <a:cubicBezTo>
                    <a:pt x="160000" y="180419"/>
                    <a:pt x="159987" y="180838"/>
                    <a:pt x="159961" y="181256"/>
                  </a:cubicBezTo>
                  <a:cubicBezTo>
                    <a:pt x="159934" y="181674"/>
                    <a:pt x="159895" y="182091"/>
                    <a:pt x="159842" y="182507"/>
                  </a:cubicBezTo>
                  <a:cubicBezTo>
                    <a:pt x="159790" y="182922"/>
                    <a:pt x="159724" y="183336"/>
                    <a:pt x="159646" y="183748"/>
                  </a:cubicBezTo>
                  <a:cubicBezTo>
                    <a:pt x="159567" y="184159"/>
                    <a:pt x="159476" y="184568"/>
                    <a:pt x="159372" y="184974"/>
                  </a:cubicBezTo>
                  <a:cubicBezTo>
                    <a:pt x="159267" y="185380"/>
                    <a:pt x="159151" y="185782"/>
                    <a:pt x="159021" y="186180"/>
                  </a:cubicBezTo>
                  <a:cubicBezTo>
                    <a:pt x="158892" y="186579"/>
                    <a:pt x="158750" y="186973"/>
                    <a:pt x="158596" y="187362"/>
                  </a:cubicBezTo>
                  <a:cubicBezTo>
                    <a:pt x="158441" y="187752"/>
                    <a:pt x="158275" y="188137"/>
                    <a:pt x="158097" y="188516"/>
                  </a:cubicBezTo>
                  <a:cubicBezTo>
                    <a:pt x="157918" y="188895"/>
                    <a:pt x="157728" y="189268"/>
                    <a:pt x="157526" y="189635"/>
                  </a:cubicBezTo>
                  <a:cubicBezTo>
                    <a:pt x="157324" y="190002"/>
                    <a:pt x="157111" y="190363"/>
                    <a:pt x="156887" y="190717"/>
                  </a:cubicBezTo>
                  <a:cubicBezTo>
                    <a:pt x="156662" y="191070"/>
                    <a:pt x="156427" y="191417"/>
                    <a:pt x="156180" y="191756"/>
                  </a:cubicBezTo>
                  <a:cubicBezTo>
                    <a:pt x="155934" y="192095"/>
                    <a:pt x="155677" y="192426"/>
                    <a:pt x="155410" y="192748"/>
                  </a:cubicBezTo>
                  <a:cubicBezTo>
                    <a:pt x="155143" y="193071"/>
                    <a:pt x="154866" y="193386"/>
                    <a:pt x="154579" y="193691"/>
                  </a:cubicBezTo>
                  <a:cubicBezTo>
                    <a:pt x="154293" y="193996"/>
                    <a:pt x="153996" y="194293"/>
                    <a:pt x="153691" y="194579"/>
                  </a:cubicBezTo>
                  <a:cubicBezTo>
                    <a:pt x="153386" y="194866"/>
                    <a:pt x="153071" y="195143"/>
                    <a:pt x="152748" y="195410"/>
                  </a:cubicBezTo>
                  <a:cubicBezTo>
                    <a:pt x="152426" y="195677"/>
                    <a:pt x="152095" y="195934"/>
                    <a:pt x="151756" y="196180"/>
                  </a:cubicBezTo>
                  <a:cubicBezTo>
                    <a:pt x="151417" y="196427"/>
                    <a:pt x="151070" y="196662"/>
                    <a:pt x="150717" y="196887"/>
                  </a:cubicBezTo>
                  <a:cubicBezTo>
                    <a:pt x="150363" y="197111"/>
                    <a:pt x="150002" y="197324"/>
                    <a:pt x="149635" y="197526"/>
                  </a:cubicBezTo>
                  <a:cubicBezTo>
                    <a:pt x="149268" y="197728"/>
                    <a:pt x="148895" y="197918"/>
                    <a:pt x="148516" y="198097"/>
                  </a:cubicBezTo>
                  <a:cubicBezTo>
                    <a:pt x="148137" y="198275"/>
                    <a:pt x="147752" y="198441"/>
                    <a:pt x="147362" y="198596"/>
                  </a:cubicBezTo>
                  <a:cubicBezTo>
                    <a:pt x="146973" y="198750"/>
                    <a:pt x="146579" y="198892"/>
                    <a:pt x="146180" y="199021"/>
                  </a:cubicBezTo>
                  <a:cubicBezTo>
                    <a:pt x="145782" y="199151"/>
                    <a:pt x="145380" y="199267"/>
                    <a:pt x="144974" y="199372"/>
                  </a:cubicBezTo>
                  <a:cubicBezTo>
                    <a:pt x="144568" y="199476"/>
                    <a:pt x="144159" y="199567"/>
                    <a:pt x="143748" y="199646"/>
                  </a:cubicBezTo>
                  <a:cubicBezTo>
                    <a:pt x="143336" y="199724"/>
                    <a:pt x="142922" y="199790"/>
                    <a:pt x="142507" y="199842"/>
                  </a:cubicBezTo>
                  <a:cubicBezTo>
                    <a:pt x="142091" y="199895"/>
                    <a:pt x="141674" y="199934"/>
                    <a:pt x="141256" y="199961"/>
                  </a:cubicBezTo>
                  <a:cubicBezTo>
                    <a:pt x="140838" y="199987"/>
                    <a:pt x="140419" y="200000"/>
                    <a:pt x="140000" y="200000"/>
                  </a:cubicBezTo>
                  <a:lnTo>
                    <a:pt x="20000" y="200000"/>
                  </a:lnTo>
                  <a:cubicBezTo>
                    <a:pt x="19581" y="200000"/>
                    <a:pt x="19162" y="199987"/>
                    <a:pt x="18744" y="199961"/>
                  </a:cubicBezTo>
                  <a:cubicBezTo>
                    <a:pt x="18326" y="199934"/>
                    <a:pt x="17909" y="199895"/>
                    <a:pt x="17493" y="199842"/>
                  </a:cubicBezTo>
                  <a:cubicBezTo>
                    <a:pt x="17078" y="199790"/>
                    <a:pt x="16664" y="199724"/>
                    <a:pt x="16252" y="199646"/>
                  </a:cubicBezTo>
                  <a:cubicBezTo>
                    <a:pt x="15841" y="199567"/>
                    <a:pt x="15432" y="199476"/>
                    <a:pt x="15026" y="199372"/>
                  </a:cubicBezTo>
                  <a:cubicBezTo>
                    <a:pt x="14620" y="199267"/>
                    <a:pt x="14218" y="199151"/>
                    <a:pt x="13820" y="199021"/>
                  </a:cubicBezTo>
                  <a:cubicBezTo>
                    <a:pt x="13421" y="198892"/>
                    <a:pt x="13027" y="198750"/>
                    <a:pt x="12638" y="198596"/>
                  </a:cubicBezTo>
                  <a:cubicBezTo>
                    <a:pt x="12248" y="198441"/>
                    <a:pt x="11863" y="198275"/>
                    <a:pt x="11484" y="198097"/>
                  </a:cubicBezTo>
                  <a:cubicBezTo>
                    <a:pt x="11105" y="197918"/>
                    <a:pt x="10732" y="197728"/>
                    <a:pt x="10365" y="197526"/>
                  </a:cubicBezTo>
                  <a:cubicBezTo>
                    <a:pt x="9998" y="197324"/>
                    <a:pt x="9637" y="197111"/>
                    <a:pt x="9283" y="196887"/>
                  </a:cubicBezTo>
                  <a:cubicBezTo>
                    <a:pt x="8930" y="196662"/>
                    <a:pt x="8583" y="196427"/>
                    <a:pt x="8244" y="196180"/>
                  </a:cubicBezTo>
                  <a:cubicBezTo>
                    <a:pt x="7905" y="195934"/>
                    <a:pt x="7574" y="195677"/>
                    <a:pt x="7252" y="195410"/>
                  </a:cubicBezTo>
                  <a:cubicBezTo>
                    <a:pt x="6929" y="195143"/>
                    <a:pt x="6614" y="194866"/>
                    <a:pt x="6309" y="194579"/>
                  </a:cubicBezTo>
                  <a:cubicBezTo>
                    <a:pt x="6004" y="194293"/>
                    <a:pt x="5707" y="193996"/>
                    <a:pt x="5421" y="193691"/>
                  </a:cubicBezTo>
                  <a:cubicBezTo>
                    <a:pt x="5134" y="193386"/>
                    <a:pt x="4857" y="193071"/>
                    <a:pt x="4590" y="192748"/>
                  </a:cubicBezTo>
                  <a:cubicBezTo>
                    <a:pt x="4323" y="192426"/>
                    <a:pt x="4066" y="192095"/>
                    <a:pt x="3820" y="191756"/>
                  </a:cubicBezTo>
                  <a:cubicBezTo>
                    <a:pt x="3573" y="191417"/>
                    <a:pt x="3338" y="191070"/>
                    <a:pt x="3113" y="190717"/>
                  </a:cubicBezTo>
                  <a:cubicBezTo>
                    <a:pt x="2889" y="190363"/>
                    <a:pt x="2676" y="190002"/>
                    <a:pt x="2474" y="189635"/>
                  </a:cubicBezTo>
                  <a:cubicBezTo>
                    <a:pt x="2272" y="189268"/>
                    <a:pt x="2082" y="188895"/>
                    <a:pt x="1903" y="188516"/>
                  </a:cubicBezTo>
                  <a:cubicBezTo>
                    <a:pt x="1725" y="188137"/>
                    <a:pt x="1559" y="187752"/>
                    <a:pt x="1404" y="187362"/>
                  </a:cubicBezTo>
                  <a:cubicBezTo>
                    <a:pt x="1250" y="186973"/>
                    <a:pt x="1108" y="186579"/>
                    <a:pt x="979" y="186180"/>
                  </a:cubicBezTo>
                  <a:cubicBezTo>
                    <a:pt x="849" y="185782"/>
                    <a:pt x="733" y="185380"/>
                    <a:pt x="628" y="184974"/>
                  </a:cubicBezTo>
                  <a:cubicBezTo>
                    <a:pt x="524" y="184568"/>
                    <a:pt x="433" y="184159"/>
                    <a:pt x="354" y="183748"/>
                  </a:cubicBezTo>
                  <a:cubicBezTo>
                    <a:pt x="276" y="183336"/>
                    <a:pt x="210" y="182922"/>
                    <a:pt x="158" y="182507"/>
                  </a:cubicBezTo>
                  <a:cubicBezTo>
                    <a:pt x="105" y="182091"/>
                    <a:pt x="66" y="181674"/>
                    <a:pt x="39" y="181256"/>
                  </a:cubicBezTo>
                  <a:cubicBezTo>
                    <a:pt x="13" y="180838"/>
                    <a:pt x="0" y="180419"/>
                    <a:pt x="0" y="18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probe-lucide-calculator-part-2"/>
            <p:cNvSpPr/>
            <p:nvPr/>
          </p:nvSpPr>
          <p:spPr>
            <a:xfrm>
              <a:off x="80000" y="6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" name="probe-lucide-calculator-part-3"/>
            <p:cNvSpPr/>
            <p:nvPr/>
          </p:nvSpPr>
          <p:spPr>
            <a:xfrm>
              <a:off x="160000" y="14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probe-lucide-calculator-part-4"/>
            <p:cNvSpPr/>
            <p:nvPr/>
          </p:nvSpPr>
          <p:spPr>
            <a:xfrm>
              <a:off x="160000" y="10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probe-lucide-calculator-part-5"/>
            <p:cNvSpPr/>
            <p:nvPr/>
          </p:nvSpPr>
          <p:spPr>
            <a:xfrm>
              <a:off x="120000" y="10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8" name="probe-lucide-calculator-part-6"/>
            <p:cNvSpPr/>
            <p:nvPr/>
          </p:nvSpPr>
          <p:spPr>
            <a:xfrm>
              <a:off x="80000" y="10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probe-lucide-calculator-part-7"/>
            <p:cNvSpPr/>
            <p:nvPr/>
          </p:nvSpPr>
          <p:spPr>
            <a:xfrm>
              <a:off x="120000" y="14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0" name="probe-lucide-calculator-part-8"/>
            <p:cNvSpPr/>
            <p:nvPr/>
          </p:nvSpPr>
          <p:spPr>
            <a:xfrm>
              <a:off x="80000" y="14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probe-lucide-calculator-part-9"/>
            <p:cNvSpPr/>
            <p:nvPr/>
          </p:nvSpPr>
          <p:spPr>
            <a:xfrm>
              <a:off x="120000" y="18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2" name="probe-lucide-calculator-part-10"/>
            <p:cNvSpPr/>
            <p:nvPr/>
          </p:nvSpPr>
          <p:spPr>
            <a:xfrm>
              <a:off x="80000" y="18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3" name="probe-lucide-chart-area" descr="chart-area — Lucide Icons and Contributors; preserve the bundled full upstream license. Source: https://github.com/lucide-icons/lucide/blob/20aef31db93fe4d9f398dbb15b120d99c48eef95/icons/chart-area.svg; SVG SHA256: c397340bbf25612acdccf7d35687bccd329aad324991ef9920695412d0b3a897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54" name="probe-lucide-chart-area-part-1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5" name="probe-lucide-chart-area-part-2"/>
            <p:cNvSpPr/>
            <p:nvPr/>
          </p:nvSpPr>
          <p:spPr>
            <a:xfrm>
              <a:off x="70000" y="77071"/>
              <a:ext cx="120000" cy="92929"/>
            </a:xfrm>
            <a:custGeom>
              <a:avLst/>
              <a:gdLst/>
              <a:ahLst/>
              <a:cxnLst/>
              <a:rect l="0" t="0" r="r" b="b"/>
              <a:pathLst>
                <a:path w="120000" h="92929">
                  <a:moveTo>
                    <a:pt x="0" y="34999"/>
                  </a:moveTo>
                  <a:cubicBezTo>
                    <a:pt x="0" y="34898"/>
                    <a:pt x="3" y="34798"/>
                    <a:pt x="9" y="34698"/>
                  </a:cubicBezTo>
                  <a:cubicBezTo>
                    <a:pt x="15" y="34597"/>
                    <a:pt x="24" y="34497"/>
                    <a:pt x="36" y="34397"/>
                  </a:cubicBezTo>
                  <a:cubicBezTo>
                    <a:pt x="49" y="34298"/>
                    <a:pt x="64" y="34198"/>
                    <a:pt x="82" y="34099"/>
                  </a:cubicBezTo>
                  <a:cubicBezTo>
                    <a:pt x="100" y="34000"/>
                    <a:pt x="121" y="33902"/>
                    <a:pt x="145" y="33805"/>
                  </a:cubicBezTo>
                  <a:cubicBezTo>
                    <a:pt x="169" y="33707"/>
                    <a:pt x="196" y="33610"/>
                    <a:pt x="226" y="33514"/>
                  </a:cubicBezTo>
                  <a:cubicBezTo>
                    <a:pt x="256" y="33418"/>
                    <a:pt x="288" y="33323"/>
                    <a:pt x="324" y="33229"/>
                  </a:cubicBezTo>
                  <a:cubicBezTo>
                    <a:pt x="360" y="33135"/>
                    <a:pt x="398" y="33042"/>
                    <a:pt x="439" y="32951"/>
                  </a:cubicBezTo>
                  <a:cubicBezTo>
                    <a:pt x="481" y="32859"/>
                    <a:pt x="524" y="32768"/>
                    <a:pt x="571" y="32679"/>
                  </a:cubicBezTo>
                  <a:cubicBezTo>
                    <a:pt x="618" y="32590"/>
                    <a:pt x="667" y="32503"/>
                    <a:pt x="719" y="32417"/>
                  </a:cubicBezTo>
                  <a:cubicBezTo>
                    <a:pt x="771" y="32331"/>
                    <a:pt x="825" y="32246"/>
                    <a:pt x="882" y="32163"/>
                  </a:cubicBezTo>
                  <a:cubicBezTo>
                    <a:pt x="939" y="32081"/>
                    <a:pt x="999" y="32000"/>
                    <a:pt x="1061" y="31920"/>
                  </a:cubicBezTo>
                  <a:cubicBezTo>
                    <a:pt x="1123" y="31841"/>
                    <a:pt x="1187" y="31764"/>
                    <a:pt x="1254" y="31689"/>
                  </a:cubicBezTo>
                  <a:cubicBezTo>
                    <a:pt x="1320" y="31613"/>
                    <a:pt x="1389" y="31540"/>
                    <a:pt x="1460" y="31469"/>
                  </a:cubicBezTo>
                  <a:lnTo>
                    <a:pt x="21460" y="11469"/>
                  </a:lnTo>
                  <a:cubicBezTo>
                    <a:pt x="21531" y="11398"/>
                    <a:pt x="21605" y="11328"/>
                    <a:pt x="21680" y="11261"/>
                  </a:cubicBezTo>
                  <a:cubicBezTo>
                    <a:pt x="21755" y="11194"/>
                    <a:pt x="21833" y="11130"/>
                    <a:pt x="21912" y="11067"/>
                  </a:cubicBezTo>
                  <a:cubicBezTo>
                    <a:pt x="21992" y="11005"/>
                    <a:pt x="22073" y="10945"/>
                    <a:pt x="22156" y="10888"/>
                  </a:cubicBezTo>
                  <a:cubicBezTo>
                    <a:pt x="22239" y="10830"/>
                    <a:pt x="22323" y="10776"/>
                    <a:pt x="22410" y="10723"/>
                  </a:cubicBezTo>
                  <a:cubicBezTo>
                    <a:pt x="22496" y="10671"/>
                    <a:pt x="22584" y="10621"/>
                    <a:pt x="22673" y="10575"/>
                  </a:cubicBezTo>
                  <a:cubicBezTo>
                    <a:pt x="22762" y="10528"/>
                    <a:pt x="22853" y="10483"/>
                    <a:pt x="22945" y="10442"/>
                  </a:cubicBezTo>
                  <a:cubicBezTo>
                    <a:pt x="23037" y="10400"/>
                    <a:pt x="23130" y="10362"/>
                    <a:pt x="23224" y="10326"/>
                  </a:cubicBezTo>
                  <a:cubicBezTo>
                    <a:pt x="23319" y="10290"/>
                    <a:pt x="23414" y="10257"/>
                    <a:pt x="23510" y="10227"/>
                  </a:cubicBezTo>
                  <a:cubicBezTo>
                    <a:pt x="23606" y="10197"/>
                    <a:pt x="23704" y="10170"/>
                    <a:pt x="23802" y="10146"/>
                  </a:cubicBezTo>
                  <a:cubicBezTo>
                    <a:pt x="23899" y="10122"/>
                    <a:pt x="23998" y="10100"/>
                    <a:pt x="24097" y="10082"/>
                  </a:cubicBezTo>
                  <a:cubicBezTo>
                    <a:pt x="24196" y="10064"/>
                    <a:pt x="24296" y="10049"/>
                    <a:pt x="24396" y="10037"/>
                  </a:cubicBezTo>
                  <a:cubicBezTo>
                    <a:pt x="24496" y="10024"/>
                    <a:pt x="24597" y="10015"/>
                    <a:pt x="24698" y="10009"/>
                  </a:cubicBezTo>
                  <a:cubicBezTo>
                    <a:pt x="24798" y="10003"/>
                    <a:pt x="24899" y="10000"/>
                    <a:pt x="25000" y="10000"/>
                  </a:cubicBezTo>
                  <a:cubicBezTo>
                    <a:pt x="25101" y="10000"/>
                    <a:pt x="25202" y="10003"/>
                    <a:pt x="25302" y="10009"/>
                  </a:cubicBezTo>
                  <a:cubicBezTo>
                    <a:pt x="25403" y="10015"/>
                    <a:pt x="25504" y="10024"/>
                    <a:pt x="25604" y="10037"/>
                  </a:cubicBezTo>
                  <a:cubicBezTo>
                    <a:pt x="25704" y="10049"/>
                    <a:pt x="25804" y="10064"/>
                    <a:pt x="25903" y="10082"/>
                  </a:cubicBezTo>
                  <a:cubicBezTo>
                    <a:pt x="26002" y="10100"/>
                    <a:pt x="26101" y="10122"/>
                    <a:pt x="26198" y="10146"/>
                  </a:cubicBezTo>
                  <a:cubicBezTo>
                    <a:pt x="26296" y="10170"/>
                    <a:pt x="26394" y="10197"/>
                    <a:pt x="26490" y="10227"/>
                  </a:cubicBezTo>
                  <a:cubicBezTo>
                    <a:pt x="26586" y="10257"/>
                    <a:pt x="26681" y="10290"/>
                    <a:pt x="26776" y="10326"/>
                  </a:cubicBezTo>
                  <a:cubicBezTo>
                    <a:pt x="26870" y="10362"/>
                    <a:pt x="26963" y="10400"/>
                    <a:pt x="27055" y="10442"/>
                  </a:cubicBezTo>
                  <a:cubicBezTo>
                    <a:pt x="27147" y="10483"/>
                    <a:pt x="27238" y="10528"/>
                    <a:pt x="27327" y="10575"/>
                  </a:cubicBezTo>
                  <a:cubicBezTo>
                    <a:pt x="27416" y="10621"/>
                    <a:pt x="27504" y="10671"/>
                    <a:pt x="27590" y="10723"/>
                  </a:cubicBezTo>
                  <a:cubicBezTo>
                    <a:pt x="27677" y="10776"/>
                    <a:pt x="27761" y="10830"/>
                    <a:pt x="27844" y="10888"/>
                  </a:cubicBezTo>
                  <a:cubicBezTo>
                    <a:pt x="27927" y="10945"/>
                    <a:pt x="28008" y="11005"/>
                    <a:pt x="28088" y="11067"/>
                  </a:cubicBezTo>
                  <a:cubicBezTo>
                    <a:pt x="28167" y="11130"/>
                    <a:pt x="28245" y="11194"/>
                    <a:pt x="28320" y="11261"/>
                  </a:cubicBezTo>
                  <a:cubicBezTo>
                    <a:pt x="28395" y="11328"/>
                    <a:pt x="28469" y="11398"/>
                    <a:pt x="28540" y="11469"/>
                  </a:cubicBezTo>
                  <a:lnTo>
                    <a:pt x="61460" y="44389"/>
                  </a:lnTo>
                  <a:cubicBezTo>
                    <a:pt x="61531" y="44460"/>
                    <a:pt x="61605" y="44530"/>
                    <a:pt x="61680" y="44597"/>
                  </a:cubicBezTo>
                  <a:cubicBezTo>
                    <a:pt x="61755" y="44664"/>
                    <a:pt x="61833" y="44728"/>
                    <a:pt x="61912" y="44790"/>
                  </a:cubicBezTo>
                  <a:cubicBezTo>
                    <a:pt x="61992" y="44853"/>
                    <a:pt x="62073" y="44913"/>
                    <a:pt x="62156" y="44970"/>
                  </a:cubicBezTo>
                  <a:cubicBezTo>
                    <a:pt x="62239" y="45027"/>
                    <a:pt x="62323" y="45082"/>
                    <a:pt x="62410" y="45135"/>
                  </a:cubicBezTo>
                  <a:cubicBezTo>
                    <a:pt x="62496" y="45187"/>
                    <a:pt x="62584" y="45236"/>
                    <a:pt x="62673" y="45283"/>
                  </a:cubicBezTo>
                  <a:cubicBezTo>
                    <a:pt x="62762" y="45330"/>
                    <a:pt x="62853" y="45375"/>
                    <a:pt x="62945" y="45416"/>
                  </a:cubicBezTo>
                  <a:cubicBezTo>
                    <a:pt x="63037" y="45457"/>
                    <a:pt x="63130" y="45496"/>
                    <a:pt x="63224" y="45532"/>
                  </a:cubicBezTo>
                  <a:cubicBezTo>
                    <a:pt x="63319" y="45568"/>
                    <a:pt x="63414" y="45601"/>
                    <a:pt x="63510" y="45631"/>
                  </a:cubicBezTo>
                  <a:cubicBezTo>
                    <a:pt x="63606" y="45661"/>
                    <a:pt x="63704" y="45688"/>
                    <a:pt x="63802" y="45712"/>
                  </a:cubicBezTo>
                  <a:cubicBezTo>
                    <a:pt x="63899" y="45736"/>
                    <a:pt x="63998" y="45758"/>
                    <a:pt x="64097" y="45776"/>
                  </a:cubicBezTo>
                  <a:cubicBezTo>
                    <a:pt x="64196" y="45794"/>
                    <a:pt x="64296" y="45809"/>
                    <a:pt x="64396" y="45821"/>
                  </a:cubicBezTo>
                  <a:cubicBezTo>
                    <a:pt x="64496" y="45833"/>
                    <a:pt x="64597" y="45843"/>
                    <a:pt x="64698" y="45849"/>
                  </a:cubicBezTo>
                  <a:cubicBezTo>
                    <a:pt x="64798" y="45855"/>
                    <a:pt x="64899" y="45858"/>
                    <a:pt x="65000" y="45858"/>
                  </a:cubicBezTo>
                  <a:cubicBezTo>
                    <a:pt x="65101" y="45858"/>
                    <a:pt x="65202" y="45855"/>
                    <a:pt x="65302" y="45849"/>
                  </a:cubicBezTo>
                  <a:cubicBezTo>
                    <a:pt x="65403" y="45843"/>
                    <a:pt x="65504" y="45833"/>
                    <a:pt x="65604" y="45821"/>
                  </a:cubicBezTo>
                  <a:cubicBezTo>
                    <a:pt x="65704" y="45809"/>
                    <a:pt x="65804" y="45794"/>
                    <a:pt x="65903" y="45776"/>
                  </a:cubicBezTo>
                  <a:cubicBezTo>
                    <a:pt x="66002" y="45758"/>
                    <a:pt x="66101" y="45736"/>
                    <a:pt x="66198" y="45712"/>
                  </a:cubicBezTo>
                  <a:cubicBezTo>
                    <a:pt x="66296" y="45688"/>
                    <a:pt x="66394" y="45661"/>
                    <a:pt x="66490" y="45631"/>
                  </a:cubicBezTo>
                  <a:cubicBezTo>
                    <a:pt x="66586" y="45601"/>
                    <a:pt x="66681" y="45568"/>
                    <a:pt x="66776" y="45532"/>
                  </a:cubicBezTo>
                  <a:cubicBezTo>
                    <a:pt x="66870" y="45496"/>
                    <a:pt x="66963" y="45457"/>
                    <a:pt x="67055" y="45416"/>
                  </a:cubicBezTo>
                  <a:cubicBezTo>
                    <a:pt x="67147" y="45375"/>
                    <a:pt x="67238" y="45330"/>
                    <a:pt x="67327" y="45283"/>
                  </a:cubicBezTo>
                  <a:cubicBezTo>
                    <a:pt x="67416" y="45236"/>
                    <a:pt x="67504" y="45187"/>
                    <a:pt x="67590" y="45135"/>
                  </a:cubicBezTo>
                  <a:cubicBezTo>
                    <a:pt x="67677" y="45082"/>
                    <a:pt x="67761" y="45027"/>
                    <a:pt x="67844" y="44970"/>
                  </a:cubicBezTo>
                  <a:cubicBezTo>
                    <a:pt x="67927" y="44913"/>
                    <a:pt x="68008" y="44853"/>
                    <a:pt x="68088" y="44790"/>
                  </a:cubicBezTo>
                  <a:cubicBezTo>
                    <a:pt x="68167" y="44728"/>
                    <a:pt x="68245" y="44664"/>
                    <a:pt x="68320" y="44597"/>
                  </a:cubicBezTo>
                  <a:cubicBezTo>
                    <a:pt x="68395" y="44530"/>
                    <a:pt x="68469" y="44460"/>
                    <a:pt x="68540" y="44389"/>
                  </a:cubicBezTo>
                  <a:lnTo>
                    <a:pt x="111460" y="1469"/>
                  </a:lnTo>
                  <a:cubicBezTo>
                    <a:pt x="111533" y="1396"/>
                    <a:pt x="111608" y="1325"/>
                    <a:pt x="111686" y="1256"/>
                  </a:cubicBezTo>
                  <a:cubicBezTo>
                    <a:pt x="111763" y="1188"/>
                    <a:pt x="111843" y="1122"/>
                    <a:pt x="111924" y="1058"/>
                  </a:cubicBezTo>
                  <a:cubicBezTo>
                    <a:pt x="112006" y="994"/>
                    <a:pt x="112089" y="933"/>
                    <a:pt x="112174" y="875"/>
                  </a:cubicBezTo>
                  <a:cubicBezTo>
                    <a:pt x="112260" y="816"/>
                    <a:pt x="112347" y="761"/>
                    <a:pt x="112436" y="708"/>
                  </a:cubicBezTo>
                  <a:cubicBezTo>
                    <a:pt x="112524" y="655"/>
                    <a:pt x="112615" y="604"/>
                    <a:pt x="112707" y="557"/>
                  </a:cubicBezTo>
                  <a:cubicBezTo>
                    <a:pt x="112799" y="510"/>
                    <a:pt x="112892" y="465"/>
                    <a:pt x="112986" y="423"/>
                  </a:cubicBezTo>
                  <a:cubicBezTo>
                    <a:pt x="113081" y="382"/>
                    <a:pt x="113177" y="343"/>
                    <a:pt x="113274" y="307"/>
                  </a:cubicBezTo>
                  <a:cubicBezTo>
                    <a:pt x="113371" y="272"/>
                    <a:pt x="113469" y="239"/>
                    <a:pt x="113568" y="209"/>
                  </a:cubicBezTo>
                  <a:cubicBezTo>
                    <a:pt x="113667" y="180"/>
                    <a:pt x="113767" y="153"/>
                    <a:pt x="113868" y="130"/>
                  </a:cubicBezTo>
                  <a:cubicBezTo>
                    <a:pt x="113969" y="106"/>
                    <a:pt x="114070" y="86"/>
                    <a:pt x="114172" y="69"/>
                  </a:cubicBezTo>
                  <a:cubicBezTo>
                    <a:pt x="114274" y="52"/>
                    <a:pt x="114377" y="38"/>
                    <a:pt x="114479" y="27"/>
                  </a:cubicBezTo>
                  <a:cubicBezTo>
                    <a:pt x="114582" y="16"/>
                    <a:pt x="114685" y="9"/>
                    <a:pt x="114789" y="4"/>
                  </a:cubicBezTo>
                  <a:cubicBezTo>
                    <a:pt x="114892" y="0"/>
                    <a:pt x="114995" y="-1"/>
                    <a:pt x="115099" y="1"/>
                  </a:cubicBezTo>
                  <a:cubicBezTo>
                    <a:pt x="115202" y="3"/>
                    <a:pt x="115305" y="8"/>
                    <a:pt x="115409" y="17"/>
                  </a:cubicBezTo>
                  <a:cubicBezTo>
                    <a:pt x="115512" y="25"/>
                    <a:pt x="115614" y="37"/>
                    <a:pt x="115717" y="52"/>
                  </a:cubicBezTo>
                  <a:cubicBezTo>
                    <a:pt x="115819" y="66"/>
                    <a:pt x="115921" y="84"/>
                    <a:pt x="116022" y="106"/>
                  </a:cubicBezTo>
                  <a:cubicBezTo>
                    <a:pt x="116123" y="127"/>
                    <a:pt x="116224" y="151"/>
                    <a:pt x="116324" y="178"/>
                  </a:cubicBezTo>
                  <a:cubicBezTo>
                    <a:pt x="116423" y="206"/>
                    <a:pt x="116522" y="236"/>
                    <a:pt x="116620" y="270"/>
                  </a:cubicBezTo>
                  <a:cubicBezTo>
                    <a:pt x="116718" y="303"/>
                    <a:pt x="116814" y="340"/>
                    <a:pt x="116910" y="379"/>
                  </a:cubicBezTo>
                  <a:cubicBezTo>
                    <a:pt x="117006" y="419"/>
                    <a:pt x="117100" y="461"/>
                    <a:pt x="117193" y="506"/>
                  </a:cubicBezTo>
                  <a:cubicBezTo>
                    <a:pt x="117286" y="552"/>
                    <a:pt x="117377" y="600"/>
                    <a:pt x="117467" y="651"/>
                  </a:cubicBezTo>
                  <a:cubicBezTo>
                    <a:pt x="117557" y="702"/>
                    <a:pt x="117645" y="756"/>
                    <a:pt x="117732" y="812"/>
                  </a:cubicBezTo>
                  <a:cubicBezTo>
                    <a:pt x="117819" y="869"/>
                    <a:pt x="117903" y="928"/>
                    <a:pt x="117986" y="990"/>
                  </a:cubicBezTo>
                  <a:cubicBezTo>
                    <a:pt x="118069" y="1052"/>
                    <a:pt x="118150" y="1116"/>
                    <a:pt x="118229" y="1183"/>
                  </a:cubicBezTo>
                  <a:cubicBezTo>
                    <a:pt x="118308" y="1249"/>
                    <a:pt x="118385" y="1319"/>
                    <a:pt x="118460" y="1390"/>
                  </a:cubicBezTo>
                  <a:cubicBezTo>
                    <a:pt x="118534" y="1462"/>
                    <a:pt x="118607" y="1536"/>
                    <a:pt x="118677" y="1612"/>
                  </a:cubicBezTo>
                  <a:cubicBezTo>
                    <a:pt x="118747" y="1688"/>
                    <a:pt x="118815" y="1766"/>
                    <a:pt x="118880" y="1846"/>
                  </a:cubicBezTo>
                  <a:cubicBezTo>
                    <a:pt x="118945" y="1926"/>
                    <a:pt x="119008" y="2009"/>
                    <a:pt x="119068" y="2093"/>
                  </a:cubicBezTo>
                  <a:cubicBezTo>
                    <a:pt x="119128" y="2177"/>
                    <a:pt x="119185" y="2263"/>
                    <a:pt x="119240" y="2350"/>
                  </a:cubicBezTo>
                  <a:cubicBezTo>
                    <a:pt x="119295" y="2438"/>
                    <a:pt x="119347" y="2527"/>
                    <a:pt x="119396" y="2618"/>
                  </a:cubicBezTo>
                  <a:cubicBezTo>
                    <a:pt x="119446" y="2709"/>
                    <a:pt x="119492" y="2802"/>
                    <a:pt x="119536" y="2895"/>
                  </a:cubicBezTo>
                  <a:cubicBezTo>
                    <a:pt x="119579" y="2989"/>
                    <a:pt x="119620" y="3084"/>
                    <a:pt x="119657" y="3181"/>
                  </a:cubicBezTo>
                  <a:cubicBezTo>
                    <a:pt x="119695" y="3277"/>
                    <a:pt x="119730" y="3374"/>
                    <a:pt x="119761" y="3473"/>
                  </a:cubicBezTo>
                  <a:cubicBezTo>
                    <a:pt x="119793" y="3571"/>
                    <a:pt x="119821" y="3671"/>
                    <a:pt x="119847" y="3771"/>
                  </a:cubicBezTo>
                  <a:cubicBezTo>
                    <a:pt x="119872" y="3871"/>
                    <a:pt x="119894" y="3972"/>
                    <a:pt x="119913" y="4074"/>
                  </a:cubicBezTo>
                  <a:cubicBezTo>
                    <a:pt x="119933" y="4175"/>
                    <a:pt x="119949" y="4278"/>
                    <a:pt x="119961" y="4380"/>
                  </a:cubicBezTo>
                  <a:cubicBezTo>
                    <a:pt x="119974" y="4483"/>
                    <a:pt x="119984" y="4586"/>
                    <a:pt x="119990" y="4689"/>
                  </a:cubicBezTo>
                  <a:cubicBezTo>
                    <a:pt x="119997" y="4792"/>
                    <a:pt x="120000" y="4896"/>
                    <a:pt x="120000" y="4999"/>
                  </a:cubicBezTo>
                  <a:lnTo>
                    <a:pt x="120000" y="82929"/>
                  </a:lnTo>
                  <a:cubicBezTo>
                    <a:pt x="120000" y="83138"/>
                    <a:pt x="119993" y="83348"/>
                    <a:pt x="119980" y="83557"/>
                  </a:cubicBezTo>
                  <a:cubicBezTo>
                    <a:pt x="119967" y="83766"/>
                    <a:pt x="119947" y="83974"/>
                    <a:pt x="119921" y="84182"/>
                  </a:cubicBezTo>
                  <a:cubicBezTo>
                    <a:pt x="119895" y="84390"/>
                    <a:pt x="119862" y="84597"/>
                    <a:pt x="119823" y="84803"/>
                  </a:cubicBezTo>
                  <a:cubicBezTo>
                    <a:pt x="119784" y="85008"/>
                    <a:pt x="119738" y="85213"/>
                    <a:pt x="119686" y="85416"/>
                  </a:cubicBezTo>
                  <a:cubicBezTo>
                    <a:pt x="119634" y="85619"/>
                    <a:pt x="119575" y="85820"/>
                    <a:pt x="119511" y="86019"/>
                  </a:cubicBezTo>
                  <a:cubicBezTo>
                    <a:pt x="119446" y="86218"/>
                    <a:pt x="119375" y="86415"/>
                    <a:pt x="119298" y="86610"/>
                  </a:cubicBezTo>
                  <a:cubicBezTo>
                    <a:pt x="119221" y="86805"/>
                    <a:pt x="119137" y="86997"/>
                    <a:pt x="119048" y="87187"/>
                  </a:cubicBezTo>
                  <a:cubicBezTo>
                    <a:pt x="118959" y="87376"/>
                    <a:pt x="118864" y="87563"/>
                    <a:pt x="118763" y="87746"/>
                  </a:cubicBezTo>
                  <a:cubicBezTo>
                    <a:pt x="118662" y="87930"/>
                    <a:pt x="118556" y="88110"/>
                    <a:pt x="118443" y="88287"/>
                  </a:cubicBezTo>
                  <a:cubicBezTo>
                    <a:pt x="118331" y="88464"/>
                    <a:pt x="118213" y="88637"/>
                    <a:pt x="118090" y="88807"/>
                  </a:cubicBezTo>
                  <a:cubicBezTo>
                    <a:pt x="117967" y="88976"/>
                    <a:pt x="117839" y="89142"/>
                    <a:pt x="117705" y="89303"/>
                  </a:cubicBezTo>
                  <a:cubicBezTo>
                    <a:pt x="117572" y="89465"/>
                    <a:pt x="117433" y="89622"/>
                    <a:pt x="117290" y="89774"/>
                  </a:cubicBezTo>
                  <a:cubicBezTo>
                    <a:pt x="117146" y="89927"/>
                    <a:pt x="116998" y="90075"/>
                    <a:pt x="116845" y="90219"/>
                  </a:cubicBezTo>
                  <a:cubicBezTo>
                    <a:pt x="116693" y="90362"/>
                    <a:pt x="116536" y="90501"/>
                    <a:pt x="116374" y="90634"/>
                  </a:cubicBezTo>
                  <a:cubicBezTo>
                    <a:pt x="116213" y="90768"/>
                    <a:pt x="116047" y="90896"/>
                    <a:pt x="115878" y="91019"/>
                  </a:cubicBezTo>
                  <a:cubicBezTo>
                    <a:pt x="115708" y="91142"/>
                    <a:pt x="115535" y="91260"/>
                    <a:pt x="115358" y="91372"/>
                  </a:cubicBezTo>
                  <a:cubicBezTo>
                    <a:pt x="115181" y="91484"/>
                    <a:pt x="115001" y="91591"/>
                    <a:pt x="114818" y="91692"/>
                  </a:cubicBezTo>
                  <a:cubicBezTo>
                    <a:pt x="114634" y="91793"/>
                    <a:pt x="114447" y="91888"/>
                    <a:pt x="114258" y="91977"/>
                  </a:cubicBezTo>
                  <a:cubicBezTo>
                    <a:pt x="114068" y="92066"/>
                    <a:pt x="113876" y="92150"/>
                    <a:pt x="113681" y="92227"/>
                  </a:cubicBezTo>
                  <a:cubicBezTo>
                    <a:pt x="113486" y="92304"/>
                    <a:pt x="113289" y="92375"/>
                    <a:pt x="113090" y="92440"/>
                  </a:cubicBezTo>
                  <a:cubicBezTo>
                    <a:pt x="112891" y="92504"/>
                    <a:pt x="112690" y="92563"/>
                    <a:pt x="112487" y="92615"/>
                  </a:cubicBezTo>
                  <a:cubicBezTo>
                    <a:pt x="112284" y="92667"/>
                    <a:pt x="112080" y="92713"/>
                    <a:pt x="111874" y="92752"/>
                  </a:cubicBezTo>
                  <a:cubicBezTo>
                    <a:pt x="111668" y="92791"/>
                    <a:pt x="111461" y="92824"/>
                    <a:pt x="111253" y="92850"/>
                  </a:cubicBezTo>
                  <a:cubicBezTo>
                    <a:pt x="111046" y="92876"/>
                    <a:pt x="110837" y="92896"/>
                    <a:pt x="110628" y="92909"/>
                  </a:cubicBezTo>
                  <a:cubicBezTo>
                    <a:pt x="110419" y="92922"/>
                    <a:pt x="110209" y="92929"/>
                    <a:pt x="110000" y="92929"/>
                  </a:cubicBezTo>
                  <a:lnTo>
                    <a:pt x="10000" y="92929"/>
                  </a:lnTo>
                  <a:cubicBezTo>
                    <a:pt x="9791" y="92929"/>
                    <a:pt x="9581" y="92922"/>
                    <a:pt x="9372" y="92909"/>
                  </a:cubicBezTo>
                  <a:cubicBezTo>
                    <a:pt x="9163" y="92896"/>
                    <a:pt x="8954" y="92876"/>
                    <a:pt x="8747" y="92850"/>
                  </a:cubicBezTo>
                  <a:cubicBezTo>
                    <a:pt x="8539" y="92824"/>
                    <a:pt x="8332" y="92791"/>
                    <a:pt x="8126" y="92752"/>
                  </a:cubicBezTo>
                  <a:cubicBezTo>
                    <a:pt x="7920" y="92713"/>
                    <a:pt x="7716" y="92667"/>
                    <a:pt x="7513" y="92615"/>
                  </a:cubicBezTo>
                  <a:cubicBezTo>
                    <a:pt x="7310" y="92563"/>
                    <a:pt x="7109" y="92504"/>
                    <a:pt x="6910" y="92440"/>
                  </a:cubicBezTo>
                  <a:cubicBezTo>
                    <a:pt x="6711" y="92375"/>
                    <a:pt x="6514" y="92304"/>
                    <a:pt x="6319" y="92227"/>
                  </a:cubicBezTo>
                  <a:cubicBezTo>
                    <a:pt x="6124" y="92150"/>
                    <a:pt x="5932" y="92066"/>
                    <a:pt x="5742" y="91977"/>
                  </a:cubicBezTo>
                  <a:cubicBezTo>
                    <a:pt x="5553" y="91888"/>
                    <a:pt x="5366" y="91793"/>
                    <a:pt x="5182" y="91692"/>
                  </a:cubicBezTo>
                  <a:cubicBezTo>
                    <a:pt x="4999" y="91591"/>
                    <a:pt x="4819" y="91484"/>
                    <a:pt x="4642" y="91372"/>
                  </a:cubicBezTo>
                  <a:cubicBezTo>
                    <a:pt x="4465" y="91260"/>
                    <a:pt x="4292" y="91142"/>
                    <a:pt x="4122" y="91019"/>
                  </a:cubicBezTo>
                  <a:cubicBezTo>
                    <a:pt x="3953" y="90896"/>
                    <a:pt x="3787" y="90768"/>
                    <a:pt x="3626" y="90634"/>
                  </a:cubicBezTo>
                  <a:cubicBezTo>
                    <a:pt x="3464" y="90501"/>
                    <a:pt x="3307" y="90362"/>
                    <a:pt x="3155" y="90219"/>
                  </a:cubicBezTo>
                  <a:cubicBezTo>
                    <a:pt x="3002" y="90075"/>
                    <a:pt x="2854" y="89927"/>
                    <a:pt x="2710" y="89774"/>
                  </a:cubicBezTo>
                  <a:cubicBezTo>
                    <a:pt x="2567" y="89622"/>
                    <a:pt x="2428" y="89465"/>
                    <a:pt x="2295" y="89303"/>
                  </a:cubicBezTo>
                  <a:cubicBezTo>
                    <a:pt x="2161" y="89142"/>
                    <a:pt x="2033" y="88976"/>
                    <a:pt x="1910" y="88807"/>
                  </a:cubicBezTo>
                  <a:cubicBezTo>
                    <a:pt x="1787" y="88637"/>
                    <a:pt x="1669" y="88464"/>
                    <a:pt x="1557" y="88287"/>
                  </a:cubicBezTo>
                  <a:cubicBezTo>
                    <a:pt x="1444" y="88110"/>
                    <a:pt x="1338" y="87930"/>
                    <a:pt x="1237" y="87746"/>
                  </a:cubicBezTo>
                  <a:cubicBezTo>
                    <a:pt x="1136" y="87563"/>
                    <a:pt x="1041" y="87376"/>
                    <a:pt x="952" y="87187"/>
                  </a:cubicBezTo>
                  <a:cubicBezTo>
                    <a:pt x="863" y="86997"/>
                    <a:pt x="779" y="86805"/>
                    <a:pt x="702" y="86610"/>
                  </a:cubicBezTo>
                  <a:cubicBezTo>
                    <a:pt x="625" y="86415"/>
                    <a:pt x="554" y="86218"/>
                    <a:pt x="489" y="86019"/>
                  </a:cubicBezTo>
                  <a:cubicBezTo>
                    <a:pt x="425" y="85820"/>
                    <a:pt x="366" y="85619"/>
                    <a:pt x="314" y="85416"/>
                  </a:cubicBezTo>
                  <a:cubicBezTo>
                    <a:pt x="262" y="85213"/>
                    <a:pt x="216" y="85008"/>
                    <a:pt x="177" y="84803"/>
                  </a:cubicBezTo>
                  <a:cubicBezTo>
                    <a:pt x="138" y="84597"/>
                    <a:pt x="105" y="84390"/>
                    <a:pt x="79" y="84182"/>
                  </a:cubicBezTo>
                  <a:cubicBezTo>
                    <a:pt x="53" y="83974"/>
                    <a:pt x="33" y="83766"/>
                    <a:pt x="20" y="83557"/>
                  </a:cubicBezTo>
                  <a:cubicBezTo>
                    <a:pt x="7" y="83348"/>
                    <a:pt x="0" y="83138"/>
                    <a:pt x="0" y="82929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6" name="probe-lucide-chart-bar" descr="chart-bar — Lucide Icons and Contributors; preserve the bundled full upstream license. Source: https://github.com/lucide-icons/lucide/blob/20aef31db93fe4d9f398dbb15b120d99c48eef95/icons/chart-bar.svg; SVG SHA256: 9035a34f1713a781e02af86b5b0d086c44ccb10f985c51a8fa2796211e88597b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57" name="probe-lucide-chart-bar-part-1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chart-bar-part-2"/>
            <p:cNvSpPr/>
            <p:nvPr/>
          </p:nvSpPr>
          <p:spPr>
            <a:xfrm>
              <a:off x="70000" y="16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9" name="probe-lucide-chart-bar-part-3"/>
            <p:cNvSpPr/>
            <p:nvPr/>
          </p:nvSpPr>
          <p:spPr>
            <a:xfrm>
              <a:off x="70000" y="110000"/>
              <a:ext cx="120000" cy="10"/>
            </a:xfrm>
            <a:custGeom>
              <a:avLst/>
              <a:gdLst/>
              <a:ahLst/>
              <a:cxnLst/>
              <a:rect l="0" t="0" r="r" b="b"/>
              <a:pathLst>
                <a:path w="120000" h="1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" name="probe-lucide-chart-bar-part-4"/>
            <p:cNvSpPr/>
            <p:nvPr/>
          </p:nvSpPr>
          <p:spPr>
            <a:xfrm>
              <a:off x="70000" y="60000"/>
              <a:ext cx="30000" cy="10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1" name="probe-lucide-chart-candlestick" descr="chart-candlestick — Lucide Icons and Contributors; preserve the bundled full upstream license. Source: https://github.com/lucide-icons/lucide/blob/20aef31db93fe4d9f398dbb15b120d99c48eef95/icons/chart-candlestick.svg; SVG SHA256: 4cb3503f8b22d5b33237e05a6b7e0625e6d5669fef30827c6f8de42054e02432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62" name="probe-lucide-chart-candlestick-part-1"/>
            <p:cNvSpPr/>
            <p:nvPr/>
          </p:nvSpPr>
          <p:spPr>
            <a:xfrm>
              <a:off x="90000" y="5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3" name="probe-lucide-chart-candlestick-part-2"/>
            <p:cNvSpPr/>
            <p:nvPr/>
          </p:nvSpPr>
          <p:spPr>
            <a:xfrm>
              <a:off x="70000" y="90000"/>
              <a:ext cx="40000" cy="60000"/>
            </a:xfrm>
            <a:custGeom>
              <a:avLst/>
              <a:gdLst/>
              <a:ahLst/>
              <a:cxnLst/>
              <a:rect l="0" t="0" r="r" b="b"/>
              <a:pathLst>
                <a:path w="40000" h="60000">
                  <a:moveTo>
                    <a:pt x="10000" y="0"/>
                  </a:moveTo>
                  <a:lnTo>
                    <a:pt x="30000" y="0"/>
                  </a:lnTo>
                  <a:cubicBezTo>
                    <a:pt x="30209" y="0"/>
                    <a:pt x="30419" y="7"/>
                    <a:pt x="30628" y="20"/>
                  </a:cubicBezTo>
                  <a:cubicBezTo>
                    <a:pt x="30837" y="33"/>
                    <a:pt x="31046" y="53"/>
                    <a:pt x="31253" y="79"/>
                  </a:cubicBezTo>
                  <a:cubicBezTo>
                    <a:pt x="31461" y="105"/>
                    <a:pt x="31668" y="138"/>
                    <a:pt x="31874" y="177"/>
                  </a:cubicBezTo>
                  <a:cubicBezTo>
                    <a:pt x="32080" y="216"/>
                    <a:pt x="32284" y="262"/>
                    <a:pt x="32487" y="314"/>
                  </a:cubicBezTo>
                  <a:cubicBezTo>
                    <a:pt x="32690" y="366"/>
                    <a:pt x="32891" y="425"/>
                    <a:pt x="33090" y="489"/>
                  </a:cubicBezTo>
                  <a:cubicBezTo>
                    <a:pt x="33289" y="554"/>
                    <a:pt x="33486" y="625"/>
                    <a:pt x="33681" y="702"/>
                  </a:cubicBezTo>
                  <a:cubicBezTo>
                    <a:pt x="33876" y="779"/>
                    <a:pt x="34068" y="863"/>
                    <a:pt x="34258" y="952"/>
                  </a:cubicBezTo>
                  <a:cubicBezTo>
                    <a:pt x="34447" y="1041"/>
                    <a:pt x="34634" y="1136"/>
                    <a:pt x="34818" y="1237"/>
                  </a:cubicBezTo>
                  <a:cubicBezTo>
                    <a:pt x="35001" y="1338"/>
                    <a:pt x="35181" y="1444"/>
                    <a:pt x="35358" y="1557"/>
                  </a:cubicBezTo>
                  <a:cubicBezTo>
                    <a:pt x="35535" y="1669"/>
                    <a:pt x="35708" y="1787"/>
                    <a:pt x="35878" y="1910"/>
                  </a:cubicBezTo>
                  <a:cubicBezTo>
                    <a:pt x="36047" y="2033"/>
                    <a:pt x="36213" y="2161"/>
                    <a:pt x="36374" y="2295"/>
                  </a:cubicBezTo>
                  <a:cubicBezTo>
                    <a:pt x="36536" y="2428"/>
                    <a:pt x="36693" y="2567"/>
                    <a:pt x="36845" y="2710"/>
                  </a:cubicBezTo>
                  <a:cubicBezTo>
                    <a:pt x="36998" y="2854"/>
                    <a:pt x="37146" y="3002"/>
                    <a:pt x="37290" y="3155"/>
                  </a:cubicBezTo>
                  <a:cubicBezTo>
                    <a:pt x="37433" y="3307"/>
                    <a:pt x="37572" y="3464"/>
                    <a:pt x="37705" y="3626"/>
                  </a:cubicBezTo>
                  <a:cubicBezTo>
                    <a:pt x="37839" y="3787"/>
                    <a:pt x="37967" y="3953"/>
                    <a:pt x="38090" y="4122"/>
                  </a:cubicBezTo>
                  <a:cubicBezTo>
                    <a:pt x="38213" y="4292"/>
                    <a:pt x="38331" y="4465"/>
                    <a:pt x="38443" y="4642"/>
                  </a:cubicBezTo>
                  <a:cubicBezTo>
                    <a:pt x="38556" y="4819"/>
                    <a:pt x="38662" y="4999"/>
                    <a:pt x="38763" y="5182"/>
                  </a:cubicBezTo>
                  <a:cubicBezTo>
                    <a:pt x="38864" y="5366"/>
                    <a:pt x="38959" y="5553"/>
                    <a:pt x="39048" y="5742"/>
                  </a:cubicBezTo>
                  <a:cubicBezTo>
                    <a:pt x="39137" y="5932"/>
                    <a:pt x="39221" y="6124"/>
                    <a:pt x="39298" y="6319"/>
                  </a:cubicBezTo>
                  <a:cubicBezTo>
                    <a:pt x="39375" y="6514"/>
                    <a:pt x="39446" y="6711"/>
                    <a:pt x="39511" y="6910"/>
                  </a:cubicBezTo>
                  <a:cubicBezTo>
                    <a:pt x="39575" y="7109"/>
                    <a:pt x="39634" y="7310"/>
                    <a:pt x="39686" y="7513"/>
                  </a:cubicBezTo>
                  <a:cubicBezTo>
                    <a:pt x="39738" y="7716"/>
                    <a:pt x="39784" y="7920"/>
                    <a:pt x="39823" y="8126"/>
                  </a:cubicBezTo>
                  <a:cubicBezTo>
                    <a:pt x="39862" y="8332"/>
                    <a:pt x="39895" y="8539"/>
                    <a:pt x="39921" y="8747"/>
                  </a:cubicBezTo>
                  <a:cubicBezTo>
                    <a:pt x="39947" y="8954"/>
                    <a:pt x="39967" y="9163"/>
                    <a:pt x="39980" y="9372"/>
                  </a:cubicBezTo>
                  <a:cubicBezTo>
                    <a:pt x="39993" y="9581"/>
                    <a:pt x="40000" y="9791"/>
                    <a:pt x="40000" y="10000"/>
                  </a:cubicBezTo>
                  <a:lnTo>
                    <a:pt x="40000" y="50000"/>
                  </a:lnTo>
                  <a:cubicBezTo>
                    <a:pt x="40000" y="50209"/>
                    <a:pt x="39993" y="50419"/>
                    <a:pt x="39980" y="50628"/>
                  </a:cubicBezTo>
                  <a:cubicBezTo>
                    <a:pt x="39967" y="50837"/>
                    <a:pt x="39947" y="51046"/>
                    <a:pt x="39921" y="51253"/>
                  </a:cubicBezTo>
                  <a:cubicBezTo>
                    <a:pt x="39895" y="51461"/>
                    <a:pt x="39862" y="51668"/>
                    <a:pt x="39823" y="51874"/>
                  </a:cubicBezTo>
                  <a:cubicBezTo>
                    <a:pt x="39784" y="52080"/>
                    <a:pt x="39738" y="52284"/>
                    <a:pt x="39686" y="52487"/>
                  </a:cubicBezTo>
                  <a:cubicBezTo>
                    <a:pt x="39634" y="52690"/>
                    <a:pt x="39575" y="52891"/>
                    <a:pt x="39511" y="53090"/>
                  </a:cubicBezTo>
                  <a:cubicBezTo>
                    <a:pt x="39446" y="53289"/>
                    <a:pt x="39375" y="53486"/>
                    <a:pt x="39298" y="53681"/>
                  </a:cubicBezTo>
                  <a:cubicBezTo>
                    <a:pt x="39221" y="53876"/>
                    <a:pt x="39137" y="54068"/>
                    <a:pt x="39048" y="54258"/>
                  </a:cubicBezTo>
                  <a:cubicBezTo>
                    <a:pt x="38959" y="54447"/>
                    <a:pt x="38864" y="54634"/>
                    <a:pt x="38763" y="54818"/>
                  </a:cubicBezTo>
                  <a:cubicBezTo>
                    <a:pt x="38662" y="55001"/>
                    <a:pt x="38556" y="55181"/>
                    <a:pt x="38443" y="55358"/>
                  </a:cubicBezTo>
                  <a:cubicBezTo>
                    <a:pt x="38331" y="55535"/>
                    <a:pt x="38213" y="55708"/>
                    <a:pt x="38090" y="55878"/>
                  </a:cubicBezTo>
                  <a:cubicBezTo>
                    <a:pt x="37967" y="56047"/>
                    <a:pt x="37839" y="56213"/>
                    <a:pt x="37705" y="56374"/>
                  </a:cubicBezTo>
                  <a:cubicBezTo>
                    <a:pt x="37572" y="56536"/>
                    <a:pt x="37433" y="56693"/>
                    <a:pt x="37290" y="56845"/>
                  </a:cubicBezTo>
                  <a:cubicBezTo>
                    <a:pt x="37146" y="56998"/>
                    <a:pt x="36998" y="57146"/>
                    <a:pt x="36845" y="57290"/>
                  </a:cubicBezTo>
                  <a:cubicBezTo>
                    <a:pt x="36693" y="57433"/>
                    <a:pt x="36536" y="57572"/>
                    <a:pt x="36374" y="57705"/>
                  </a:cubicBezTo>
                  <a:cubicBezTo>
                    <a:pt x="36213" y="57839"/>
                    <a:pt x="36047" y="57967"/>
                    <a:pt x="35878" y="58090"/>
                  </a:cubicBezTo>
                  <a:cubicBezTo>
                    <a:pt x="35708" y="58213"/>
                    <a:pt x="35535" y="58331"/>
                    <a:pt x="35358" y="58443"/>
                  </a:cubicBezTo>
                  <a:cubicBezTo>
                    <a:pt x="35181" y="58556"/>
                    <a:pt x="35001" y="58662"/>
                    <a:pt x="34818" y="58763"/>
                  </a:cubicBezTo>
                  <a:cubicBezTo>
                    <a:pt x="34634" y="58864"/>
                    <a:pt x="34447" y="58959"/>
                    <a:pt x="34258" y="59048"/>
                  </a:cubicBezTo>
                  <a:cubicBezTo>
                    <a:pt x="34068" y="59137"/>
                    <a:pt x="33876" y="59221"/>
                    <a:pt x="33681" y="59298"/>
                  </a:cubicBezTo>
                  <a:cubicBezTo>
                    <a:pt x="33486" y="59375"/>
                    <a:pt x="33289" y="59446"/>
                    <a:pt x="33090" y="59511"/>
                  </a:cubicBezTo>
                  <a:cubicBezTo>
                    <a:pt x="32891" y="59575"/>
                    <a:pt x="32690" y="59634"/>
                    <a:pt x="32487" y="59686"/>
                  </a:cubicBezTo>
                  <a:cubicBezTo>
                    <a:pt x="32284" y="59738"/>
                    <a:pt x="32080" y="59784"/>
                    <a:pt x="31874" y="59823"/>
                  </a:cubicBezTo>
                  <a:cubicBezTo>
                    <a:pt x="31668" y="59862"/>
                    <a:pt x="31461" y="59895"/>
                    <a:pt x="31253" y="59921"/>
                  </a:cubicBezTo>
                  <a:cubicBezTo>
                    <a:pt x="31046" y="59947"/>
                    <a:pt x="30837" y="59967"/>
                    <a:pt x="30628" y="59980"/>
                  </a:cubicBezTo>
                  <a:cubicBezTo>
                    <a:pt x="30419" y="59993"/>
                    <a:pt x="30209" y="60000"/>
                    <a:pt x="3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" name="probe-lucide-chart-candlestick-part-3"/>
            <p:cNvSpPr/>
            <p:nvPr/>
          </p:nvSpPr>
          <p:spPr>
            <a:xfrm>
              <a:off x="90000" y="15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5" name="probe-lucide-chart-candlestick-part-4"/>
            <p:cNvSpPr/>
            <p:nvPr/>
          </p:nvSpPr>
          <p:spPr>
            <a:xfrm>
              <a:off x="170000" y="3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6" name="probe-lucide-chart-candlestick-part-5"/>
            <p:cNvSpPr/>
            <p:nvPr/>
          </p:nvSpPr>
          <p:spPr>
            <a:xfrm>
              <a:off x="150000" y="50000"/>
              <a:ext cx="40000" cy="80000"/>
            </a:xfrm>
            <a:custGeom>
              <a:avLst/>
              <a:gdLst/>
              <a:ahLst/>
              <a:cxnLst/>
              <a:rect l="0" t="0" r="r" b="b"/>
              <a:pathLst>
                <a:path w="40000" h="80000">
                  <a:moveTo>
                    <a:pt x="10000" y="0"/>
                  </a:moveTo>
                  <a:lnTo>
                    <a:pt x="30000" y="0"/>
                  </a:lnTo>
                  <a:cubicBezTo>
                    <a:pt x="30209" y="0"/>
                    <a:pt x="30419" y="7"/>
                    <a:pt x="30628" y="20"/>
                  </a:cubicBezTo>
                  <a:cubicBezTo>
                    <a:pt x="30837" y="33"/>
                    <a:pt x="31046" y="53"/>
                    <a:pt x="31253" y="79"/>
                  </a:cubicBezTo>
                  <a:cubicBezTo>
                    <a:pt x="31461" y="105"/>
                    <a:pt x="31668" y="138"/>
                    <a:pt x="31874" y="177"/>
                  </a:cubicBezTo>
                  <a:cubicBezTo>
                    <a:pt x="32080" y="216"/>
                    <a:pt x="32284" y="262"/>
                    <a:pt x="32487" y="314"/>
                  </a:cubicBezTo>
                  <a:cubicBezTo>
                    <a:pt x="32690" y="366"/>
                    <a:pt x="32891" y="425"/>
                    <a:pt x="33090" y="489"/>
                  </a:cubicBezTo>
                  <a:cubicBezTo>
                    <a:pt x="33289" y="554"/>
                    <a:pt x="33486" y="625"/>
                    <a:pt x="33681" y="702"/>
                  </a:cubicBezTo>
                  <a:cubicBezTo>
                    <a:pt x="33876" y="779"/>
                    <a:pt x="34068" y="863"/>
                    <a:pt x="34258" y="952"/>
                  </a:cubicBezTo>
                  <a:cubicBezTo>
                    <a:pt x="34447" y="1041"/>
                    <a:pt x="34634" y="1136"/>
                    <a:pt x="34818" y="1237"/>
                  </a:cubicBezTo>
                  <a:cubicBezTo>
                    <a:pt x="35001" y="1338"/>
                    <a:pt x="35181" y="1444"/>
                    <a:pt x="35358" y="1557"/>
                  </a:cubicBezTo>
                  <a:cubicBezTo>
                    <a:pt x="35535" y="1669"/>
                    <a:pt x="35708" y="1787"/>
                    <a:pt x="35878" y="1910"/>
                  </a:cubicBezTo>
                  <a:cubicBezTo>
                    <a:pt x="36047" y="2033"/>
                    <a:pt x="36213" y="2161"/>
                    <a:pt x="36374" y="2295"/>
                  </a:cubicBezTo>
                  <a:cubicBezTo>
                    <a:pt x="36536" y="2428"/>
                    <a:pt x="36693" y="2567"/>
                    <a:pt x="36845" y="2710"/>
                  </a:cubicBezTo>
                  <a:cubicBezTo>
                    <a:pt x="36998" y="2854"/>
                    <a:pt x="37146" y="3002"/>
                    <a:pt x="37290" y="3155"/>
                  </a:cubicBezTo>
                  <a:cubicBezTo>
                    <a:pt x="37433" y="3307"/>
                    <a:pt x="37572" y="3464"/>
                    <a:pt x="37705" y="3626"/>
                  </a:cubicBezTo>
                  <a:cubicBezTo>
                    <a:pt x="37839" y="3787"/>
                    <a:pt x="37967" y="3953"/>
                    <a:pt x="38090" y="4122"/>
                  </a:cubicBezTo>
                  <a:cubicBezTo>
                    <a:pt x="38213" y="4292"/>
                    <a:pt x="38331" y="4465"/>
                    <a:pt x="38443" y="4642"/>
                  </a:cubicBezTo>
                  <a:cubicBezTo>
                    <a:pt x="38556" y="4819"/>
                    <a:pt x="38662" y="4999"/>
                    <a:pt x="38763" y="5182"/>
                  </a:cubicBezTo>
                  <a:cubicBezTo>
                    <a:pt x="38864" y="5366"/>
                    <a:pt x="38959" y="5553"/>
                    <a:pt x="39048" y="5742"/>
                  </a:cubicBezTo>
                  <a:cubicBezTo>
                    <a:pt x="39137" y="5932"/>
                    <a:pt x="39221" y="6124"/>
                    <a:pt x="39298" y="6319"/>
                  </a:cubicBezTo>
                  <a:cubicBezTo>
                    <a:pt x="39375" y="6514"/>
                    <a:pt x="39446" y="6711"/>
                    <a:pt x="39511" y="6910"/>
                  </a:cubicBezTo>
                  <a:cubicBezTo>
                    <a:pt x="39575" y="7109"/>
                    <a:pt x="39634" y="7310"/>
                    <a:pt x="39686" y="7513"/>
                  </a:cubicBezTo>
                  <a:cubicBezTo>
                    <a:pt x="39738" y="7716"/>
                    <a:pt x="39784" y="7920"/>
                    <a:pt x="39823" y="8126"/>
                  </a:cubicBezTo>
                  <a:cubicBezTo>
                    <a:pt x="39862" y="8332"/>
                    <a:pt x="39895" y="8539"/>
                    <a:pt x="39921" y="8747"/>
                  </a:cubicBezTo>
                  <a:cubicBezTo>
                    <a:pt x="39947" y="8954"/>
                    <a:pt x="39967" y="9163"/>
                    <a:pt x="39980" y="9372"/>
                  </a:cubicBezTo>
                  <a:cubicBezTo>
                    <a:pt x="39993" y="9581"/>
                    <a:pt x="40000" y="9791"/>
                    <a:pt x="40000" y="10000"/>
                  </a:cubicBezTo>
                  <a:lnTo>
                    <a:pt x="40000" y="70000"/>
                  </a:lnTo>
                  <a:cubicBezTo>
                    <a:pt x="40000" y="70209"/>
                    <a:pt x="39993" y="70419"/>
                    <a:pt x="39980" y="70628"/>
                  </a:cubicBezTo>
                  <a:cubicBezTo>
                    <a:pt x="39967" y="70837"/>
                    <a:pt x="39947" y="71046"/>
                    <a:pt x="39921" y="71253"/>
                  </a:cubicBezTo>
                  <a:cubicBezTo>
                    <a:pt x="39895" y="71461"/>
                    <a:pt x="39862" y="71668"/>
                    <a:pt x="39823" y="71874"/>
                  </a:cubicBezTo>
                  <a:cubicBezTo>
                    <a:pt x="39784" y="72080"/>
                    <a:pt x="39738" y="72284"/>
                    <a:pt x="39686" y="72487"/>
                  </a:cubicBezTo>
                  <a:cubicBezTo>
                    <a:pt x="39634" y="72690"/>
                    <a:pt x="39575" y="72891"/>
                    <a:pt x="39511" y="73090"/>
                  </a:cubicBezTo>
                  <a:cubicBezTo>
                    <a:pt x="39446" y="73289"/>
                    <a:pt x="39375" y="73486"/>
                    <a:pt x="39298" y="73681"/>
                  </a:cubicBezTo>
                  <a:cubicBezTo>
                    <a:pt x="39221" y="73876"/>
                    <a:pt x="39137" y="74068"/>
                    <a:pt x="39048" y="74258"/>
                  </a:cubicBezTo>
                  <a:cubicBezTo>
                    <a:pt x="38959" y="74447"/>
                    <a:pt x="38864" y="74634"/>
                    <a:pt x="38763" y="74818"/>
                  </a:cubicBezTo>
                  <a:cubicBezTo>
                    <a:pt x="38662" y="75001"/>
                    <a:pt x="38556" y="75181"/>
                    <a:pt x="38443" y="75358"/>
                  </a:cubicBezTo>
                  <a:cubicBezTo>
                    <a:pt x="38331" y="75535"/>
                    <a:pt x="38213" y="75708"/>
                    <a:pt x="38090" y="75878"/>
                  </a:cubicBezTo>
                  <a:cubicBezTo>
                    <a:pt x="37967" y="76047"/>
                    <a:pt x="37839" y="76213"/>
                    <a:pt x="37705" y="76374"/>
                  </a:cubicBezTo>
                  <a:cubicBezTo>
                    <a:pt x="37572" y="76536"/>
                    <a:pt x="37433" y="76693"/>
                    <a:pt x="37290" y="76845"/>
                  </a:cubicBezTo>
                  <a:cubicBezTo>
                    <a:pt x="37146" y="76998"/>
                    <a:pt x="36998" y="77146"/>
                    <a:pt x="36845" y="77290"/>
                  </a:cubicBezTo>
                  <a:cubicBezTo>
                    <a:pt x="36693" y="77433"/>
                    <a:pt x="36536" y="77572"/>
                    <a:pt x="36374" y="77705"/>
                  </a:cubicBezTo>
                  <a:cubicBezTo>
                    <a:pt x="36213" y="77839"/>
                    <a:pt x="36047" y="77967"/>
                    <a:pt x="35878" y="78090"/>
                  </a:cubicBezTo>
                  <a:cubicBezTo>
                    <a:pt x="35708" y="78213"/>
                    <a:pt x="35535" y="78331"/>
                    <a:pt x="35358" y="78443"/>
                  </a:cubicBezTo>
                  <a:cubicBezTo>
                    <a:pt x="35181" y="78556"/>
                    <a:pt x="35001" y="78662"/>
                    <a:pt x="34818" y="78763"/>
                  </a:cubicBezTo>
                  <a:cubicBezTo>
                    <a:pt x="34634" y="78864"/>
                    <a:pt x="34447" y="78959"/>
                    <a:pt x="34258" y="79048"/>
                  </a:cubicBezTo>
                  <a:cubicBezTo>
                    <a:pt x="34068" y="79137"/>
                    <a:pt x="33876" y="79221"/>
                    <a:pt x="33681" y="79298"/>
                  </a:cubicBezTo>
                  <a:cubicBezTo>
                    <a:pt x="33486" y="79375"/>
                    <a:pt x="33289" y="79446"/>
                    <a:pt x="33090" y="79511"/>
                  </a:cubicBezTo>
                  <a:cubicBezTo>
                    <a:pt x="32891" y="79575"/>
                    <a:pt x="32690" y="79634"/>
                    <a:pt x="32487" y="79686"/>
                  </a:cubicBezTo>
                  <a:cubicBezTo>
                    <a:pt x="32284" y="79738"/>
                    <a:pt x="32080" y="79784"/>
                    <a:pt x="31874" y="79823"/>
                  </a:cubicBezTo>
                  <a:cubicBezTo>
                    <a:pt x="31668" y="79862"/>
                    <a:pt x="31461" y="79895"/>
                    <a:pt x="31253" y="79921"/>
                  </a:cubicBezTo>
                  <a:cubicBezTo>
                    <a:pt x="31046" y="79947"/>
                    <a:pt x="30837" y="79967"/>
                    <a:pt x="30628" y="79980"/>
                  </a:cubicBezTo>
                  <a:cubicBezTo>
                    <a:pt x="30419" y="79993"/>
                    <a:pt x="30209" y="80000"/>
                    <a:pt x="30000" y="80000"/>
                  </a:cubicBezTo>
                  <a:lnTo>
                    <a:pt x="10000" y="80000"/>
                  </a:lnTo>
                  <a:cubicBezTo>
                    <a:pt x="9791" y="80000"/>
                    <a:pt x="9581" y="79993"/>
                    <a:pt x="9372" y="79980"/>
                  </a:cubicBezTo>
                  <a:cubicBezTo>
                    <a:pt x="9163" y="79967"/>
                    <a:pt x="8954" y="79947"/>
                    <a:pt x="8747" y="79921"/>
                  </a:cubicBezTo>
                  <a:cubicBezTo>
                    <a:pt x="8539" y="79895"/>
                    <a:pt x="8332" y="79862"/>
                    <a:pt x="8126" y="79823"/>
                  </a:cubicBezTo>
                  <a:cubicBezTo>
                    <a:pt x="7920" y="79784"/>
                    <a:pt x="7716" y="79738"/>
                    <a:pt x="7513" y="79686"/>
                  </a:cubicBezTo>
                  <a:cubicBezTo>
                    <a:pt x="7310" y="79634"/>
                    <a:pt x="7109" y="79575"/>
                    <a:pt x="6910" y="79511"/>
                  </a:cubicBezTo>
                  <a:cubicBezTo>
                    <a:pt x="6711" y="79446"/>
                    <a:pt x="6514" y="79375"/>
                    <a:pt x="6319" y="79298"/>
                  </a:cubicBezTo>
                  <a:cubicBezTo>
                    <a:pt x="6124" y="79221"/>
                    <a:pt x="5932" y="79137"/>
                    <a:pt x="5742" y="79048"/>
                  </a:cubicBezTo>
                  <a:cubicBezTo>
                    <a:pt x="5553" y="78959"/>
                    <a:pt x="5366" y="78864"/>
                    <a:pt x="5182" y="78763"/>
                  </a:cubicBezTo>
                  <a:cubicBezTo>
                    <a:pt x="4999" y="78662"/>
                    <a:pt x="4819" y="78556"/>
                    <a:pt x="4642" y="78443"/>
                  </a:cubicBezTo>
                  <a:cubicBezTo>
                    <a:pt x="4465" y="78331"/>
                    <a:pt x="4292" y="78213"/>
                    <a:pt x="4122" y="78090"/>
                  </a:cubicBezTo>
                  <a:cubicBezTo>
                    <a:pt x="3953" y="77967"/>
                    <a:pt x="3787" y="77839"/>
                    <a:pt x="3626" y="77705"/>
                  </a:cubicBezTo>
                  <a:cubicBezTo>
                    <a:pt x="3464" y="77572"/>
                    <a:pt x="3307" y="77433"/>
                    <a:pt x="3155" y="77290"/>
                  </a:cubicBezTo>
                  <a:cubicBezTo>
                    <a:pt x="3002" y="77146"/>
                    <a:pt x="2854" y="76998"/>
                    <a:pt x="2710" y="76845"/>
                  </a:cubicBezTo>
                  <a:cubicBezTo>
                    <a:pt x="2567" y="76693"/>
                    <a:pt x="2428" y="76536"/>
                    <a:pt x="2295" y="76374"/>
                  </a:cubicBezTo>
                  <a:cubicBezTo>
                    <a:pt x="2161" y="76213"/>
                    <a:pt x="2033" y="76047"/>
                    <a:pt x="1910" y="75878"/>
                  </a:cubicBezTo>
                  <a:cubicBezTo>
                    <a:pt x="1787" y="75708"/>
                    <a:pt x="1669" y="75535"/>
                    <a:pt x="1557" y="75358"/>
                  </a:cubicBezTo>
                  <a:cubicBezTo>
                    <a:pt x="1444" y="75181"/>
                    <a:pt x="1338" y="75001"/>
                    <a:pt x="1237" y="74818"/>
                  </a:cubicBezTo>
                  <a:cubicBezTo>
                    <a:pt x="1136" y="74634"/>
                    <a:pt x="1041" y="74447"/>
                    <a:pt x="952" y="74258"/>
                  </a:cubicBezTo>
                  <a:cubicBezTo>
                    <a:pt x="863" y="74068"/>
                    <a:pt x="779" y="73876"/>
                    <a:pt x="702" y="73681"/>
                  </a:cubicBezTo>
                  <a:cubicBezTo>
                    <a:pt x="625" y="73486"/>
                    <a:pt x="554" y="73289"/>
                    <a:pt x="489" y="73090"/>
                  </a:cubicBezTo>
                  <a:cubicBezTo>
                    <a:pt x="425" y="72891"/>
                    <a:pt x="366" y="72690"/>
                    <a:pt x="314" y="72487"/>
                  </a:cubicBezTo>
                  <a:cubicBezTo>
                    <a:pt x="262" y="72284"/>
                    <a:pt x="216" y="72080"/>
                    <a:pt x="177" y="71874"/>
                  </a:cubicBezTo>
                  <a:cubicBezTo>
                    <a:pt x="138" y="71668"/>
                    <a:pt x="105" y="71461"/>
                    <a:pt x="79" y="71253"/>
                  </a:cubicBezTo>
                  <a:cubicBezTo>
                    <a:pt x="53" y="71046"/>
                    <a:pt x="33" y="70837"/>
                    <a:pt x="20" y="70628"/>
                  </a:cubicBezTo>
                  <a:cubicBezTo>
                    <a:pt x="7" y="70419"/>
                    <a:pt x="0" y="70209"/>
                    <a:pt x="0" y="7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chart-candlestick-part-6"/>
            <p:cNvSpPr/>
            <p:nvPr/>
          </p:nvSpPr>
          <p:spPr>
            <a:xfrm>
              <a:off x="170000" y="13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chart-candlestick-part-7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9" name="probe-lucide-chart-column" descr="chart-column — Lucide Icons and Contributors; preserve the bundled full upstream license. Source: https://github.com/lucide-icons/lucide/blob/20aef31db93fe4d9f398dbb15b120d99c48eef95/icons/chart-column.svg; SVG SHA256: 80664a4c5ca1bca10bcb88c1a99f62593c94d61d72d3a4bbf577eb3f3ea4da57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70" name="probe-lucide-chart-column-part-1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chart-column-part-2"/>
            <p:cNvSpPr/>
            <p:nvPr/>
          </p:nvSpPr>
          <p:spPr>
            <a:xfrm>
              <a:off x="180000" y="90000"/>
              <a:ext cx="10" cy="80000"/>
            </a:xfrm>
            <a:custGeom>
              <a:avLst/>
              <a:gdLst/>
              <a:ahLst/>
              <a:cxnLst/>
              <a:rect l="0" t="0" r="r" b="b"/>
              <a:pathLst>
                <a:path w="10" h="80000">
                  <a:moveTo>
                    <a:pt x="0" y="8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chart-column-part-3"/>
            <p:cNvSpPr/>
            <p:nvPr/>
          </p:nvSpPr>
          <p:spPr>
            <a:xfrm>
              <a:off x="130000" y="50000"/>
              <a:ext cx="10" cy="120000"/>
            </a:xfrm>
            <a:custGeom>
              <a:avLst/>
              <a:gdLst/>
              <a:ahLst/>
              <a:cxnLst/>
              <a:rect l="0" t="0" r="r" b="b"/>
              <a:pathLst>
                <a:path w="10" h="120000">
                  <a:moveTo>
                    <a:pt x="0" y="12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3" name="probe-lucide-chart-column-part-4"/>
            <p:cNvSpPr/>
            <p:nvPr/>
          </p:nvSpPr>
          <p:spPr>
            <a:xfrm>
              <a:off x="80000" y="14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4" name="probe-lucide-chart-line" descr="chart-line — Lucide Icons and Contributors; preserve the bundled full upstream license. Source: https://github.com/lucide-icons/lucide/blob/20aef31db93fe4d9f398dbb15b120d99c48eef95/icons/chart-line.svg; SVG SHA256: 8736da84214736c4fd579b52b8a41f454cddf0dba9578618eee5ae8e22f40645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75" name="probe-lucide-chart-line-part-1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6" name="probe-lucide-chart-line-part-2"/>
            <p:cNvSpPr/>
            <p:nvPr/>
          </p:nvSpPr>
          <p:spPr>
            <a:xfrm>
              <a:off x="70000" y="90000"/>
              <a:ext cx="120000" cy="50000"/>
            </a:xfrm>
            <a:custGeom>
              <a:avLst/>
              <a:gdLst/>
              <a:ahLst/>
              <a:cxnLst/>
              <a:rect l="0" t="0" r="r" b="b"/>
              <a:pathLst>
                <a:path w="120000" h="50000">
                  <a:moveTo>
                    <a:pt x="120000" y="0"/>
                  </a:moveTo>
                  <a:lnTo>
                    <a:pt x="70000" y="50000"/>
                  </a:lnTo>
                  <a:lnTo>
                    <a:pt x="30000" y="10000"/>
                  </a:ln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7" name="probe-lucide-chart-no-axes-column-increasing" descr="chart-no-axes-column-increasing — Lucide Icons and Contributors; preserve the bundled full upstream license. Source: https://github.com/lucide-icons/lucide/blob/20aef31db93fe4d9f398dbb15b120d99c48eef95/icons/chart-no-axes-column-increasing.svg; SVG SHA256: f794958dce141db48b4d7d76175ee56b0f229459a5ef683393e8389270eb1a41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78" name="probe-lucide-chart-no-axes-column-increasing-part-1"/>
            <p:cNvSpPr/>
            <p:nvPr/>
          </p:nvSpPr>
          <p:spPr>
            <a:xfrm>
              <a:off x="50000" y="15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6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9" name="probe-lucide-chart-no-axes-column-increasing-part-2"/>
            <p:cNvSpPr/>
            <p:nvPr/>
          </p:nvSpPr>
          <p:spPr>
            <a:xfrm>
              <a:off x="120000" y="90000"/>
              <a:ext cx="10" cy="120000"/>
            </a:xfrm>
            <a:custGeom>
              <a:avLst/>
              <a:gdLst/>
              <a:ahLst/>
              <a:cxnLst/>
              <a:rect l="0" t="0" r="r" b="b"/>
              <a:pathLst>
                <a:path w="10" h="120000">
                  <a:moveTo>
                    <a:pt x="0" y="12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0" name="probe-lucide-chart-no-axes-column-increasing-part-3"/>
            <p:cNvSpPr/>
            <p:nvPr/>
          </p:nvSpPr>
          <p:spPr>
            <a:xfrm>
              <a:off x="190000" y="30000"/>
              <a:ext cx="10" cy="180000"/>
            </a:xfrm>
            <a:custGeom>
              <a:avLst/>
              <a:gdLst/>
              <a:ahLst/>
              <a:cxnLst/>
              <a:rect l="0" t="0" r="r" b="b"/>
              <a:pathLst>
                <a:path w="10" h="180000">
                  <a:moveTo>
                    <a:pt x="0" y="18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1" name="probe-lucide-chart-no-axes-combined" descr="chart-no-axes-combined — Lucide Icons and Contributors; preserve the bundled full upstream license. Source: https://github.com/lucide-icons/lucide/blob/20aef31db93fe4d9f398dbb15b120d99c48eef95/icons/chart-no-axes-combined.svg; SVG SHA256: 2f8a708c357488cfde7428d9b055b9bb4a99c08dc71e9296da03ecc19291c4ab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82" name="probe-lucide-chart-no-axes-combined-part-1"/>
            <p:cNvSpPr/>
            <p:nvPr/>
          </p:nvSpPr>
          <p:spPr>
            <a:xfrm>
              <a:off x="120000" y="160000"/>
              <a:ext cx="10" cy="50000"/>
            </a:xfrm>
            <a:custGeom>
              <a:avLst/>
              <a:gdLst/>
              <a:ahLst/>
              <a:cxnLst/>
              <a:rect l="0" t="0" r="r" b="b"/>
              <a:pathLst>
                <a:path w="10" h="50000">
                  <a:moveTo>
                    <a:pt x="0" y="0"/>
                  </a:move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3" name="probe-lucide-chart-no-axes-combined-part-2"/>
            <p:cNvSpPr/>
            <p:nvPr/>
          </p:nvSpPr>
          <p:spPr>
            <a:xfrm>
              <a:off x="160000" y="146390"/>
              <a:ext cx="10" cy="63610"/>
            </a:xfrm>
            <a:custGeom>
              <a:avLst/>
              <a:gdLst/>
              <a:ahLst/>
              <a:cxnLst/>
              <a:rect l="0" t="0" r="r" b="b"/>
              <a:pathLst>
                <a:path w="10" h="63610">
                  <a:moveTo>
                    <a:pt x="0" y="0"/>
                  </a:moveTo>
                  <a:lnTo>
                    <a:pt x="0" y="6361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4" name="probe-lucide-chart-no-axes-combined-part-3"/>
            <p:cNvSpPr/>
            <p:nvPr/>
          </p:nvSpPr>
          <p:spPr>
            <a:xfrm>
              <a:off x="200000" y="106560"/>
              <a:ext cx="10" cy="103440"/>
            </a:xfrm>
            <a:custGeom>
              <a:avLst/>
              <a:gdLst/>
              <a:ahLst/>
              <a:cxnLst/>
              <a:rect l="0" t="0" r="r" b="b"/>
              <a:pathLst>
                <a:path w="10" h="103440">
                  <a:moveTo>
                    <a:pt x="0" y="0"/>
                  </a:moveTo>
                  <a:lnTo>
                    <a:pt x="0" y="10344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5" name="probe-lucide-chart-no-axes-combined-part-4"/>
            <p:cNvSpPr/>
            <p:nvPr/>
          </p:nvSpPr>
          <p:spPr>
            <a:xfrm>
              <a:off x="20000" y="30000"/>
              <a:ext cx="200000" cy="120000"/>
            </a:xfrm>
            <a:custGeom>
              <a:avLst/>
              <a:gdLst/>
              <a:ahLst/>
              <a:cxnLst/>
              <a:rect l="0" t="0" r="r" b="b"/>
              <a:pathLst>
                <a:path w="200000" h="120000">
                  <a:moveTo>
                    <a:pt x="200000" y="0"/>
                  </a:moveTo>
                  <a:lnTo>
                    <a:pt x="113540" y="86460"/>
                  </a:lnTo>
                  <a:cubicBezTo>
                    <a:pt x="113469" y="86531"/>
                    <a:pt x="113395" y="86601"/>
                    <a:pt x="113320" y="86668"/>
                  </a:cubicBezTo>
                  <a:cubicBezTo>
                    <a:pt x="113245" y="86735"/>
                    <a:pt x="113167" y="86799"/>
                    <a:pt x="113088" y="86862"/>
                  </a:cubicBezTo>
                  <a:cubicBezTo>
                    <a:pt x="113008" y="86924"/>
                    <a:pt x="112927" y="86984"/>
                    <a:pt x="112844" y="87041"/>
                  </a:cubicBezTo>
                  <a:cubicBezTo>
                    <a:pt x="112761" y="87098"/>
                    <a:pt x="112677" y="87153"/>
                    <a:pt x="112590" y="87206"/>
                  </a:cubicBezTo>
                  <a:cubicBezTo>
                    <a:pt x="112504" y="87258"/>
                    <a:pt x="112416" y="87307"/>
                    <a:pt x="112327" y="87354"/>
                  </a:cubicBezTo>
                  <a:cubicBezTo>
                    <a:pt x="112238" y="87401"/>
                    <a:pt x="112147" y="87446"/>
                    <a:pt x="112055" y="87487"/>
                  </a:cubicBezTo>
                  <a:cubicBezTo>
                    <a:pt x="111963" y="87528"/>
                    <a:pt x="111870" y="87567"/>
                    <a:pt x="111776" y="87603"/>
                  </a:cubicBezTo>
                  <a:cubicBezTo>
                    <a:pt x="111681" y="87639"/>
                    <a:pt x="111586" y="87672"/>
                    <a:pt x="111490" y="87702"/>
                  </a:cubicBezTo>
                  <a:cubicBezTo>
                    <a:pt x="111394" y="87732"/>
                    <a:pt x="111296" y="87759"/>
                    <a:pt x="111198" y="87783"/>
                  </a:cubicBezTo>
                  <a:cubicBezTo>
                    <a:pt x="111101" y="87807"/>
                    <a:pt x="111002" y="87829"/>
                    <a:pt x="110903" y="87847"/>
                  </a:cubicBezTo>
                  <a:cubicBezTo>
                    <a:pt x="110804" y="87865"/>
                    <a:pt x="110704" y="87880"/>
                    <a:pt x="110604" y="87892"/>
                  </a:cubicBezTo>
                  <a:cubicBezTo>
                    <a:pt x="110504" y="87905"/>
                    <a:pt x="110403" y="87914"/>
                    <a:pt x="110302" y="87920"/>
                  </a:cubicBezTo>
                  <a:cubicBezTo>
                    <a:pt x="110202" y="87926"/>
                    <a:pt x="110101" y="87929"/>
                    <a:pt x="110000" y="87929"/>
                  </a:cubicBezTo>
                  <a:cubicBezTo>
                    <a:pt x="109899" y="87929"/>
                    <a:pt x="109798" y="87926"/>
                    <a:pt x="109698" y="87920"/>
                  </a:cubicBezTo>
                  <a:cubicBezTo>
                    <a:pt x="109597" y="87914"/>
                    <a:pt x="109496" y="87905"/>
                    <a:pt x="109396" y="87892"/>
                  </a:cubicBezTo>
                  <a:cubicBezTo>
                    <a:pt x="109296" y="87880"/>
                    <a:pt x="109196" y="87865"/>
                    <a:pt x="109097" y="87847"/>
                  </a:cubicBezTo>
                  <a:cubicBezTo>
                    <a:pt x="108998" y="87829"/>
                    <a:pt x="108899" y="87807"/>
                    <a:pt x="108802" y="87783"/>
                  </a:cubicBezTo>
                  <a:cubicBezTo>
                    <a:pt x="108704" y="87759"/>
                    <a:pt x="108606" y="87732"/>
                    <a:pt x="108510" y="87702"/>
                  </a:cubicBezTo>
                  <a:cubicBezTo>
                    <a:pt x="108414" y="87672"/>
                    <a:pt x="108319" y="87639"/>
                    <a:pt x="108224" y="87603"/>
                  </a:cubicBezTo>
                  <a:cubicBezTo>
                    <a:pt x="108130" y="87567"/>
                    <a:pt x="108037" y="87528"/>
                    <a:pt x="107945" y="87487"/>
                  </a:cubicBezTo>
                  <a:cubicBezTo>
                    <a:pt x="107853" y="87446"/>
                    <a:pt x="107762" y="87401"/>
                    <a:pt x="107673" y="87354"/>
                  </a:cubicBezTo>
                  <a:cubicBezTo>
                    <a:pt x="107584" y="87307"/>
                    <a:pt x="107496" y="87258"/>
                    <a:pt x="107410" y="87206"/>
                  </a:cubicBezTo>
                  <a:cubicBezTo>
                    <a:pt x="107323" y="87153"/>
                    <a:pt x="107239" y="87098"/>
                    <a:pt x="107156" y="87041"/>
                  </a:cubicBezTo>
                  <a:cubicBezTo>
                    <a:pt x="107073" y="86984"/>
                    <a:pt x="106992" y="86924"/>
                    <a:pt x="106912" y="86862"/>
                  </a:cubicBezTo>
                  <a:cubicBezTo>
                    <a:pt x="106833" y="86799"/>
                    <a:pt x="106755" y="86735"/>
                    <a:pt x="106680" y="86668"/>
                  </a:cubicBezTo>
                  <a:cubicBezTo>
                    <a:pt x="106605" y="86601"/>
                    <a:pt x="106531" y="86531"/>
                    <a:pt x="106460" y="86460"/>
                  </a:cubicBezTo>
                  <a:lnTo>
                    <a:pt x="73540" y="53540"/>
                  </a:lnTo>
                  <a:cubicBezTo>
                    <a:pt x="73466" y="53466"/>
                    <a:pt x="73390" y="53394"/>
                    <a:pt x="73311" y="53325"/>
                  </a:cubicBezTo>
                  <a:cubicBezTo>
                    <a:pt x="73232" y="53256"/>
                    <a:pt x="73152" y="53189"/>
                    <a:pt x="73069" y="53125"/>
                  </a:cubicBezTo>
                  <a:cubicBezTo>
                    <a:pt x="72986" y="53061"/>
                    <a:pt x="72902" y="52999"/>
                    <a:pt x="72815" y="52940"/>
                  </a:cubicBezTo>
                  <a:cubicBezTo>
                    <a:pt x="72728" y="52881"/>
                    <a:pt x="72640" y="52825"/>
                    <a:pt x="72550" y="52772"/>
                  </a:cubicBezTo>
                  <a:cubicBezTo>
                    <a:pt x="72460" y="52719"/>
                    <a:pt x="72368" y="52668"/>
                    <a:pt x="72275" y="52621"/>
                  </a:cubicBezTo>
                  <a:cubicBezTo>
                    <a:pt x="72181" y="52573"/>
                    <a:pt x="72086" y="52529"/>
                    <a:pt x="71990" y="52487"/>
                  </a:cubicBezTo>
                  <a:cubicBezTo>
                    <a:pt x="71894" y="52446"/>
                    <a:pt x="71797" y="52407"/>
                    <a:pt x="71698" y="52372"/>
                  </a:cubicBezTo>
                  <a:cubicBezTo>
                    <a:pt x="71600" y="52336"/>
                    <a:pt x="71500" y="52304"/>
                    <a:pt x="71400" y="52275"/>
                  </a:cubicBezTo>
                  <a:cubicBezTo>
                    <a:pt x="71299" y="52245"/>
                    <a:pt x="71198" y="52219"/>
                    <a:pt x="71096" y="52196"/>
                  </a:cubicBezTo>
                  <a:cubicBezTo>
                    <a:pt x="70993" y="52174"/>
                    <a:pt x="70890" y="52154"/>
                    <a:pt x="70787" y="52138"/>
                  </a:cubicBezTo>
                  <a:cubicBezTo>
                    <a:pt x="70684" y="52121"/>
                    <a:pt x="70580" y="52108"/>
                    <a:pt x="70475" y="52098"/>
                  </a:cubicBezTo>
                  <a:cubicBezTo>
                    <a:pt x="70371" y="52088"/>
                    <a:pt x="70267" y="52082"/>
                    <a:pt x="70162" y="52079"/>
                  </a:cubicBezTo>
                  <a:cubicBezTo>
                    <a:pt x="70057" y="52075"/>
                    <a:pt x="69953" y="52075"/>
                    <a:pt x="69848" y="52079"/>
                  </a:cubicBezTo>
                  <a:cubicBezTo>
                    <a:pt x="69743" y="52082"/>
                    <a:pt x="69639" y="52088"/>
                    <a:pt x="69535" y="52098"/>
                  </a:cubicBezTo>
                  <a:cubicBezTo>
                    <a:pt x="69430" y="52108"/>
                    <a:pt x="69326" y="52121"/>
                    <a:pt x="69223" y="52138"/>
                  </a:cubicBezTo>
                  <a:cubicBezTo>
                    <a:pt x="69120" y="52154"/>
                    <a:pt x="69017" y="52174"/>
                    <a:pt x="68914" y="52196"/>
                  </a:cubicBezTo>
                  <a:cubicBezTo>
                    <a:pt x="68812" y="52219"/>
                    <a:pt x="68711" y="52245"/>
                    <a:pt x="68610" y="52275"/>
                  </a:cubicBezTo>
                  <a:cubicBezTo>
                    <a:pt x="68510" y="52304"/>
                    <a:pt x="68410" y="52336"/>
                    <a:pt x="68312" y="52372"/>
                  </a:cubicBezTo>
                  <a:cubicBezTo>
                    <a:pt x="68213" y="52407"/>
                    <a:pt x="68116" y="52446"/>
                    <a:pt x="68020" y="52487"/>
                  </a:cubicBezTo>
                  <a:cubicBezTo>
                    <a:pt x="67924" y="52529"/>
                    <a:pt x="67829" y="52573"/>
                    <a:pt x="67735" y="52621"/>
                  </a:cubicBezTo>
                  <a:cubicBezTo>
                    <a:pt x="67642" y="52668"/>
                    <a:pt x="67550" y="52719"/>
                    <a:pt x="67460" y="52772"/>
                  </a:cubicBezTo>
                  <a:cubicBezTo>
                    <a:pt x="67370" y="52825"/>
                    <a:pt x="67282" y="52881"/>
                    <a:pt x="67195" y="52940"/>
                  </a:cubicBezTo>
                  <a:cubicBezTo>
                    <a:pt x="67108" y="52999"/>
                    <a:pt x="67024" y="53061"/>
                    <a:pt x="66941" y="53125"/>
                  </a:cubicBezTo>
                  <a:cubicBezTo>
                    <a:pt x="66858" y="53189"/>
                    <a:pt x="66778" y="53256"/>
                    <a:pt x="66699" y="53325"/>
                  </a:cubicBezTo>
                  <a:cubicBezTo>
                    <a:pt x="66620" y="53394"/>
                    <a:pt x="66544" y="53466"/>
                    <a:pt x="66470" y="53540"/>
                  </a:cubicBezTo>
                  <a:lnTo>
                    <a:pt x="0" y="1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6" name="probe-lucide-chart-no-axes-combined-part-5"/>
            <p:cNvSpPr/>
            <p:nvPr/>
          </p:nvSpPr>
          <p:spPr>
            <a:xfrm>
              <a:off x="40000" y="184630"/>
              <a:ext cx="10" cy="25370"/>
            </a:xfrm>
            <a:custGeom>
              <a:avLst/>
              <a:gdLst/>
              <a:ahLst/>
              <a:cxnLst/>
              <a:rect l="0" t="0" r="r" b="b"/>
              <a:pathLst>
                <a:path w="10" h="25370">
                  <a:moveTo>
                    <a:pt x="0" y="0"/>
                  </a:moveTo>
                  <a:lnTo>
                    <a:pt x="0" y="2537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7" name="probe-lucide-chart-no-axes-combined-part-6"/>
            <p:cNvSpPr/>
            <p:nvPr/>
          </p:nvSpPr>
          <p:spPr>
            <a:xfrm>
              <a:off x="80000" y="146560"/>
              <a:ext cx="10" cy="63440"/>
            </a:xfrm>
            <a:custGeom>
              <a:avLst/>
              <a:gdLst/>
              <a:ahLst/>
              <a:cxnLst/>
              <a:rect l="0" t="0" r="r" b="b"/>
              <a:pathLst>
                <a:path w="10" h="63440">
                  <a:moveTo>
                    <a:pt x="0" y="0"/>
                  </a:moveTo>
                  <a:lnTo>
                    <a:pt x="0" y="6344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8" name="probe-lucide-chart-pie" descr="chart-pie — Lucide Icons and Contributors; preserve the bundled full upstream license. Source: https://github.com/lucide-icons/lucide/blob/20aef31db93fe4d9f398dbb15b120d99c48eef95/icons/chart-pie.svg; SVG SHA256: 1ae765b638fe588b392f7da6e2c274fb438b257d936f9f4c7d548c73d5f9d8a1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89" name="probe-lucide-chart-pie-part-1"/>
            <p:cNvSpPr/>
            <p:nvPr/>
          </p:nvSpPr>
          <p:spPr>
            <a:xfrm>
              <a:off x="119990" y="20465"/>
              <a:ext cx="99555" cy="99545"/>
            </a:xfrm>
            <a:custGeom>
              <a:avLst/>
              <a:gdLst/>
              <a:ahLst/>
              <a:cxnLst/>
              <a:rect l="0" t="0" r="r" b="b"/>
              <a:pathLst>
                <a:path w="99555" h="99545">
                  <a:moveTo>
                    <a:pt x="90010" y="99535"/>
                  </a:moveTo>
                  <a:cubicBezTo>
                    <a:pt x="95530" y="99535"/>
                    <a:pt x="100060" y="95045"/>
                    <a:pt x="99510" y="89555"/>
                  </a:cubicBezTo>
                  <a:cubicBezTo>
                    <a:pt x="99302" y="87489"/>
                    <a:pt x="99031" y="85429"/>
                    <a:pt x="98695" y="83379"/>
                  </a:cubicBezTo>
                  <a:cubicBezTo>
                    <a:pt x="98359" y="81329"/>
                    <a:pt x="97959" y="79290"/>
                    <a:pt x="97496" y="77265"/>
                  </a:cubicBezTo>
                  <a:cubicBezTo>
                    <a:pt x="97034" y="75240"/>
                    <a:pt x="96508" y="73230"/>
                    <a:pt x="95920" y="71238"/>
                  </a:cubicBezTo>
                  <a:cubicBezTo>
                    <a:pt x="95332" y="69245"/>
                    <a:pt x="94682" y="67272"/>
                    <a:pt x="93971" y="65320"/>
                  </a:cubicBezTo>
                  <a:cubicBezTo>
                    <a:pt x="93260" y="63369"/>
                    <a:pt x="92488" y="61439"/>
                    <a:pt x="91657" y="59536"/>
                  </a:cubicBezTo>
                  <a:cubicBezTo>
                    <a:pt x="90826" y="57632"/>
                    <a:pt x="89936" y="55755"/>
                    <a:pt x="88988" y="53906"/>
                  </a:cubicBezTo>
                  <a:cubicBezTo>
                    <a:pt x="88039" y="52058"/>
                    <a:pt x="87034" y="50240"/>
                    <a:pt x="85973" y="48454"/>
                  </a:cubicBezTo>
                  <a:cubicBezTo>
                    <a:pt x="84911" y="46669"/>
                    <a:pt x="83795" y="44917"/>
                    <a:pt x="82624" y="43200"/>
                  </a:cubicBezTo>
                  <a:cubicBezTo>
                    <a:pt x="81454" y="41484"/>
                    <a:pt x="80230" y="39805"/>
                    <a:pt x="78955" y="38165"/>
                  </a:cubicBezTo>
                  <a:cubicBezTo>
                    <a:pt x="77680" y="36526"/>
                    <a:pt x="76354" y="34926"/>
                    <a:pt x="74980" y="33369"/>
                  </a:cubicBezTo>
                  <a:cubicBezTo>
                    <a:pt x="73605" y="31811"/>
                    <a:pt x="72182" y="30297"/>
                    <a:pt x="70713" y="28829"/>
                  </a:cubicBezTo>
                  <a:cubicBezTo>
                    <a:pt x="69244" y="27360"/>
                    <a:pt x="67730" y="25937"/>
                    <a:pt x="66172" y="24563"/>
                  </a:cubicBezTo>
                  <a:cubicBezTo>
                    <a:pt x="64615" y="23189"/>
                    <a:pt x="63015" y="21863"/>
                    <a:pt x="61375" y="20589"/>
                  </a:cubicBezTo>
                  <a:cubicBezTo>
                    <a:pt x="59734" y="19314"/>
                    <a:pt x="58055" y="18091"/>
                    <a:pt x="56339" y="16921"/>
                  </a:cubicBezTo>
                  <a:cubicBezTo>
                    <a:pt x="54622" y="15751"/>
                    <a:pt x="52870" y="14634"/>
                    <a:pt x="51084" y="13573"/>
                  </a:cubicBezTo>
                  <a:cubicBezTo>
                    <a:pt x="49298" y="12512"/>
                    <a:pt x="47480" y="11507"/>
                    <a:pt x="45631" y="10560"/>
                  </a:cubicBezTo>
                  <a:cubicBezTo>
                    <a:pt x="43783" y="9612"/>
                    <a:pt x="41905" y="8722"/>
                    <a:pt x="40001" y="7892"/>
                  </a:cubicBezTo>
                  <a:cubicBezTo>
                    <a:pt x="38098" y="7061"/>
                    <a:pt x="36168" y="6290"/>
                    <a:pt x="34216" y="5579"/>
                  </a:cubicBezTo>
                  <a:cubicBezTo>
                    <a:pt x="32264" y="4869"/>
                    <a:pt x="30291" y="4219"/>
                    <a:pt x="28298" y="3632"/>
                  </a:cubicBezTo>
                  <a:cubicBezTo>
                    <a:pt x="26306" y="3044"/>
                    <a:pt x="24296" y="2519"/>
                    <a:pt x="22271" y="2056"/>
                  </a:cubicBezTo>
                  <a:cubicBezTo>
                    <a:pt x="20246" y="1594"/>
                    <a:pt x="18207" y="1195"/>
                    <a:pt x="16157" y="859"/>
                  </a:cubicBezTo>
                  <a:cubicBezTo>
                    <a:pt x="14107" y="524"/>
                    <a:pt x="12047" y="252"/>
                    <a:pt x="9980" y="45"/>
                  </a:cubicBezTo>
                  <a:cubicBezTo>
                    <a:pt x="4480" y="-505"/>
                    <a:pt x="0" y="4025"/>
                    <a:pt x="0" y="9545"/>
                  </a:cubicBezTo>
                  <a:lnTo>
                    <a:pt x="0" y="89545"/>
                  </a:lnTo>
                  <a:cubicBezTo>
                    <a:pt x="0" y="89755"/>
                    <a:pt x="7" y="89964"/>
                    <a:pt x="20" y="90173"/>
                  </a:cubicBezTo>
                  <a:cubicBezTo>
                    <a:pt x="33" y="90382"/>
                    <a:pt x="53" y="90591"/>
                    <a:pt x="79" y="90799"/>
                  </a:cubicBezTo>
                  <a:cubicBezTo>
                    <a:pt x="105" y="91006"/>
                    <a:pt x="138" y="91213"/>
                    <a:pt x="177" y="91419"/>
                  </a:cubicBezTo>
                  <a:cubicBezTo>
                    <a:pt x="216" y="91625"/>
                    <a:pt x="262" y="91829"/>
                    <a:pt x="314" y="92032"/>
                  </a:cubicBezTo>
                  <a:cubicBezTo>
                    <a:pt x="366" y="92235"/>
                    <a:pt x="425" y="92436"/>
                    <a:pt x="489" y="92636"/>
                  </a:cubicBezTo>
                  <a:cubicBezTo>
                    <a:pt x="554" y="92835"/>
                    <a:pt x="625" y="93032"/>
                    <a:pt x="702" y="93227"/>
                  </a:cubicBezTo>
                  <a:cubicBezTo>
                    <a:pt x="779" y="93421"/>
                    <a:pt x="863" y="93614"/>
                    <a:pt x="952" y="93803"/>
                  </a:cubicBezTo>
                  <a:cubicBezTo>
                    <a:pt x="1041" y="93993"/>
                    <a:pt x="1136" y="94179"/>
                    <a:pt x="1237" y="94363"/>
                  </a:cubicBezTo>
                  <a:cubicBezTo>
                    <a:pt x="1338" y="94546"/>
                    <a:pt x="1444" y="94727"/>
                    <a:pt x="1557" y="94904"/>
                  </a:cubicBezTo>
                  <a:cubicBezTo>
                    <a:pt x="1669" y="95080"/>
                    <a:pt x="1787" y="95254"/>
                    <a:pt x="1910" y="95423"/>
                  </a:cubicBezTo>
                  <a:cubicBezTo>
                    <a:pt x="2033" y="95593"/>
                    <a:pt x="2161" y="95758"/>
                    <a:pt x="2295" y="95920"/>
                  </a:cubicBezTo>
                  <a:cubicBezTo>
                    <a:pt x="2428" y="96081"/>
                    <a:pt x="2567" y="96238"/>
                    <a:pt x="2710" y="96391"/>
                  </a:cubicBezTo>
                  <a:cubicBezTo>
                    <a:pt x="2854" y="96543"/>
                    <a:pt x="3002" y="96692"/>
                    <a:pt x="3155" y="96835"/>
                  </a:cubicBezTo>
                  <a:cubicBezTo>
                    <a:pt x="3307" y="96978"/>
                    <a:pt x="3464" y="97117"/>
                    <a:pt x="3626" y="97250"/>
                  </a:cubicBezTo>
                  <a:cubicBezTo>
                    <a:pt x="3787" y="97384"/>
                    <a:pt x="3953" y="97512"/>
                    <a:pt x="4122" y="97636"/>
                  </a:cubicBezTo>
                  <a:cubicBezTo>
                    <a:pt x="4292" y="97759"/>
                    <a:pt x="4465" y="97876"/>
                    <a:pt x="4642" y="97989"/>
                  </a:cubicBezTo>
                  <a:cubicBezTo>
                    <a:pt x="4819" y="98101"/>
                    <a:pt x="4999" y="98207"/>
                    <a:pt x="5182" y="98308"/>
                  </a:cubicBezTo>
                  <a:cubicBezTo>
                    <a:pt x="5366" y="98409"/>
                    <a:pt x="5553" y="98504"/>
                    <a:pt x="5742" y="98594"/>
                  </a:cubicBezTo>
                  <a:cubicBezTo>
                    <a:pt x="5932" y="98683"/>
                    <a:pt x="6124" y="98766"/>
                    <a:pt x="6319" y="98843"/>
                  </a:cubicBezTo>
                  <a:cubicBezTo>
                    <a:pt x="6514" y="98920"/>
                    <a:pt x="6711" y="98991"/>
                    <a:pt x="6910" y="99056"/>
                  </a:cubicBezTo>
                  <a:cubicBezTo>
                    <a:pt x="7109" y="99121"/>
                    <a:pt x="7310" y="99179"/>
                    <a:pt x="7513" y="99231"/>
                  </a:cubicBezTo>
                  <a:cubicBezTo>
                    <a:pt x="7716" y="99283"/>
                    <a:pt x="7920" y="99329"/>
                    <a:pt x="8126" y="99368"/>
                  </a:cubicBezTo>
                  <a:cubicBezTo>
                    <a:pt x="8332" y="99407"/>
                    <a:pt x="8539" y="99440"/>
                    <a:pt x="8747" y="99466"/>
                  </a:cubicBezTo>
                  <a:cubicBezTo>
                    <a:pt x="8954" y="99493"/>
                    <a:pt x="9163" y="99512"/>
                    <a:pt x="9372" y="99526"/>
                  </a:cubicBezTo>
                  <a:cubicBezTo>
                    <a:pt x="9581" y="99539"/>
                    <a:pt x="9791" y="99545"/>
                    <a:pt x="10000" y="99545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0" name="probe-lucide-chart-pie-part-2"/>
            <p:cNvSpPr/>
            <p:nvPr/>
          </p:nvSpPr>
          <p:spPr>
            <a:xfrm>
              <a:off x="19996" y="28300"/>
              <a:ext cx="192104" cy="191653"/>
            </a:xfrm>
            <a:custGeom>
              <a:avLst/>
              <a:gdLst/>
              <a:ahLst/>
              <a:cxnLst/>
              <a:rect l="0" t="0" r="r" b="b"/>
              <a:pathLst>
                <a:path w="192104" h="191653">
                  <a:moveTo>
                    <a:pt x="192104" y="130600"/>
                  </a:moveTo>
                  <a:cubicBezTo>
                    <a:pt x="191300" y="132501"/>
                    <a:pt x="190438" y="134377"/>
                    <a:pt x="189518" y="136225"/>
                  </a:cubicBezTo>
                  <a:cubicBezTo>
                    <a:pt x="188598" y="138072"/>
                    <a:pt x="187621" y="139891"/>
                    <a:pt x="186588" y="141678"/>
                  </a:cubicBezTo>
                  <a:cubicBezTo>
                    <a:pt x="185555" y="143466"/>
                    <a:pt x="184468" y="145221"/>
                    <a:pt x="183327" y="146941"/>
                  </a:cubicBezTo>
                  <a:cubicBezTo>
                    <a:pt x="182185" y="148661"/>
                    <a:pt x="180991" y="150345"/>
                    <a:pt x="179746" y="151991"/>
                  </a:cubicBezTo>
                  <a:cubicBezTo>
                    <a:pt x="178500" y="153637"/>
                    <a:pt x="177204" y="155244"/>
                    <a:pt x="175859" y="156810"/>
                  </a:cubicBezTo>
                  <a:cubicBezTo>
                    <a:pt x="174514" y="158376"/>
                    <a:pt x="173121" y="159899"/>
                    <a:pt x="171682" y="161379"/>
                  </a:cubicBezTo>
                  <a:cubicBezTo>
                    <a:pt x="170243" y="162859"/>
                    <a:pt x="168758" y="164293"/>
                    <a:pt x="167230" y="165681"/>
                  </a:cubicBezTo>
                  <a:cubicBezTo>
                    <a:pt x="165702" y="167069"/>
                    <a:pt x="164132" y="168409"/>
                    <a:pt x="162521" y="169699"/>
                  </a:cubicBezTo>
                  <a:cubicBezTo>
                    <a:pt x="160910" y="170990"/>
                    <a:pt x="159259" y="172230"/>
                    <a:pt x="157571" y="173418"/>
                  </a:cubicBezTo>
                  <a:cubicBezTo>
                    <a:pt x="155884" y="174607"/>
                    <a:pt x="154160" y="175743"/>
                    <a:pt x="152402" y="176824"/>
                  </a:cubicBezTo>
                  <a:cubicBezTo>
                    <a:pt x="150644" y="177906"/>
                    <a:pt x="148852" y="178933"/>
                    <a:pt x="147031" y="179903"/>
                  </a:cubicBezTo>
                  <a:cubicBezTo>
                    <a:pt x="145209" y="180874"/>
                    <a:pt x="143358" y="181788"/>
                    <a:pt x="141480" y="182645"/>
                  </a:cubicBezTo>
                  <a:cubicBezTo>
                    <a:pt x="139602" y="183501"/>
                    <a:pt x="137697" y="184299"/>
                    <a:pt x="135770" y="185037"/>
                  </a:cubicBezTo>
                  <a:cubicBezTo>
                    <a:pt x="133842" y="185775"/>
                    <a:pt x="131892" y="186454"/>
                    <a:pt x="129923" y="187071"/>
                  </a:cubicBezTo>
                  <a:cubicBezTo>
                    <a:pt x="127953" y="187689"/>
                    <a:pt x="125965" y="188246"/>
                    <a:pt x="123961" y="188740"/>
                  </a:cubicBezTo>
                  <a:cubicBezTo>
                    <a:pt x="121957" y="189235"/>
                    <a:pt x="119938" y="189667"/>
                    <a:pt x="117908" y="190037"/>
                  </a:cubicBezTo>
                  <a:cubicBezTo>
                    <a:pt x="115877" y="190406"/>
                    <a:pt x="113835" y="190713"/>
                    <a:pt x="111785" y="190956"/>
                  </a:cubicBezTo>
                  <a:cubicBezTo>
                    <a:pt x="109736" y="191200"/>
                    <a:pt x="107679" y="191379"/>
                    <a:pt x="105618" y="191495"/>
                  </a:cubicBezTo>
                  <a:cubicBezTo>
                    <a:pt x="103557" y="191611"/>
                    <a:pt x="101493" y="191663"/>
                    <a:pt x="99429" y="191652"/>
                  </a:cubicBezTo>
                  <a:cubicBezTo>
                    <a:pt x="97365" y="191640"/>
                    <a:pt x="95302" y="191564"/>
                    <a:pt x="93243" y="191425"/>
                  </a:cubicBezTo>
                  <a:cubicBezTo>
                    <a:pt x="91183" y="191285"/>
                    <a:pt x="89129" y="191082"/>
                    <a:pt x="87082" y="190815"/>
                  </a:cubicBezTo>
                  <a:cubicBezTo>
                    <a:pt x="85035" y="190549"/>
                    <a:pt x="82997" y="190219"/>
                    <a:pt x="80970" y="189826"/>
                  </a:cubicBezTo>
                  <a:cubicBezTo>
                    <a:pt x="78944" y="189433"/>
                    <a:pt x="76930" y="188978"/>
                    <a:pt x="74932" y="188460"/>
                  </a:cubicBezTo>
                  <a:cubicBezTo>
                    <a:pt x="72934" y="187943"/>
                    <a:pt x="70952" y="187364"/>
                    <a:pt x="68990" y="186724"/>
                  </a:cubicBezTo>
                  <a:cubicBezTo>
                    <a:pt x="67027" y="186084"/>
                    <a:pt x="65085" y="185383"/>
                    <a:pt x="63166" y="184623"/>
                  </a:cubicBezTo>
                  <a:cubicBezTo>
                    <a:pt x="61247" y="183862"/>
                    <a:pt x="59352" y="183043"/>
                    <a:pt x="57484" y="182165"/>
                  </a:cubicBezTo>
                  <a:cubicBezTo>
                    <a:pt x="55616" y="181288"/>
                    <a:pt x="53775" y="180352"/>
                    <a:pt x="51965" y="179361"/>
                  </a:cubicBezTo>
                  <a:cubicBezTo>
                    <a:pt x="50154" y="178369"/>
                    <a:pt x="48375" y="177322"/>
                    <a:pt x="46630" y="176220"/>
                  </a:cubicBezTo>
                  <a:cubicBezTo>
                    <a:pt x="44884" y="175119"/>
                    <a:pt x="43173" y="173963"/>
                    <a:pt x="41499" y="172756"/>
                  </a:cubicBezTo>
                  <a:cubicBezTo>
                    <a:pt x="39825" y="171548"/>
                    <a:pt x="38189" y="170289"/>
                    <a:pt x="36593" y="168980"/>
                  </a:cubicBezTo>
                  <a:cubicBezTo>
                    <a:pt x="34996" y="167672"/>
                    <a:pt x="33441" y="166314"/>
                    <a:pt x="31929" y="164909"/>
                  </a:cubicBezTo>
                  <a:cubicBezTo>
                    <a:pt x="30417" y="163504"/>
                    <a:pt x="28949" y="162052"/>
                    <a:pt x="27527" y="160556"/>
                  </a:cubicBezTo>
                  <a:cubicBezTo>
                    <a:pt x="26104" y="159060"/>
                    <a:pt x="24729" y="157521"/>
                    <a:pt x="23402" y="155940"/>
                  </a:cubicBezTo>
                  <a:cubicBezTo>
                    <a:pt x="22075" y="154359"/>
                    <a:pt x="20797" y="152737"/>
                    <a:pt x="19571" y="151077"/>
                  </a:cubicBezTo>
                  <a:cubicBezTo>
                    <a:pt x="18344" y="149416"/>
                    <a:pt x="17169" y="147719"/>
                    <a:pt x="16048" y="145986"/>
                  </a:cubicBezTo>
                  <a:cubicBezTo>
                    <a:pt x="14926" y="144253"/>
                    <a:pt x="13859" y="142486"/>
                    <a:pt x="12847" y="140687"/>
                  </a:cubicBezTo>
                  <a:cubicBezTo>
                    <a:pt x="11835" y="138888"/>
                    <a:pt x="10878" y="137058"/>
                    <a:pt x="9980" y="135200"/>
                  </a:cubicBezTo>
                  <a:cubicBezTo>
                    <a:pt x="9081" y="133342"/>
                    <a:pt x="8240" y="131456"/>
                    <a:pt x="7457" y="129546"/>
                  </a:cubicBezTo>
                  <a:cubicBezTo>
                    <a:pt x="6675" y="127636"/>
                    <a:pt x="5952" y="125702"/>
                    <a:pt x="5290" y="123747"/>
                  </a:cubicBezTo>
                  <a:cubicBezTo>
                    <a:pt x="4628" y="121792"/>
                    <a:pt x="4026" y="119817"/>
                    <a:pt x="3486" y="117825"/>
                  </a:cubicBezTo>
                  <a:cubicBezTo>
                    <a:pt x="2945" y="115833"/>
                    <a:pt x="2467" y="113824"/>
                    <a:pt x="2051" y="111803"/>
                  </a:cubicBezTo>
                  <a:cubicBezTo>
                    <a:pt x="1635" y="109781"/>
                    <a:pt x="1282" y="107747"/>
                    <a:pt x="992" y="105703"/>
                  </a:cubicBezTo>
                  <a:cubicBezTo>
                    <a:pt x="702" y="103659"/>
                    <a:pt x="475" y="101607"/>
                    <a:pt x="312" y="99550"/>
                  </a:cubicBezTo>
                  <a:cubicBezTo>
                    <a:pt x="149" y="97492"/>
                    <a:pt x="50" y="95430"/>
                    <a:pt x="15" y="93366"/>
                  </a:cubicBezTo>
                  <a:cubicBezTo>
                    <a:pt x="-21" y="91302"/>
                    <a:pt x="8" y="89238"/>
                    <a:pt x="100" y="87176"/>
                  </a:cubicBezTo>
                  <a:cubicBezTo>
                    <a:pt x="193" y="85114"/>
                    <a:pt x="349" y="83055"/>
                    <a:pt x="569" y="81003"/>
                  </a:cubicBezTo>
                  <a:cubicBezTo>
                    <a:pt x="789" y="78950"/>
                    <a:pt x="1072" y="76905"/>
                    <a:pt x="1418" y="74870"/>
                  </a:cubicBezTo>
                  <a:cubicBezTo>
                    <a:pt x="1765" y="72835"/>
                    <a:pt x="2174" y="70812"/>
                    <a:pt x="2646" y="68802"/>
                  </a:cubicBezTo>
                  <a:cubicBezTo>
                    <a:pt x="3118" y="66793"/>
                    <a:pt x="3651" y="64798"/>
                    <a:pt x="4246" y="62822"/>
                  </a:cubicBezTo>
                  <a:cubicBezTo>
                    <a:pt x="4842" y="60845"/>
                    <a:pt x="5498" y="58888"/>
                    <a:pt x="6214" y="56952"/>
                  </a:cubicBezTo>
                  <a:cubicBezTo>
                    <a:pt x="6930" y="55016"/>
                    <a:pt x="7706" y="53103"/>
                    <a:pt x="8541" y="51215"/>
                  </a:cubicBezTo>
                  <a:cubicBezTo>
                    <a:pt x="9376" y="49327"/>
                    <a:pt x="10269" y="47466"/>
                    <a:pt x="11218" y="45633"/>
                  </a:cubicBezTo>
                  <a:cubicBezTo>
                    <a:pt x="12168" y="43801"/>
                    <a:pt x="13175" y="41998"/>
                    <a:pt x="14236" y="40228"/>
                  </a:cubicBezTo>
                  <a:cubicBezTo>
                    <a:pt x="15298" y="38458"/>
                    <a:pt x="16414" y="36721"/>
                    <a:pt x="17583" y="35019"/>
                  </a:cubicBezTo>
                  <a:cubicBezTo>
                    <a:pt x="18752" y="33318"/>
                    <a:pt x="19973" y="31654"/>
                    <a:pt x="21245" y="30028"/>
                  </a:cubicBezTo>
                  <a:cubicBezTo>
                    <a:pt x="22517" y="28402"/>
                    <a:pt x="23839" y="26817"/>
                    <a:pt x="25209" y="25273"/>
                  </a:cubicBezTo>
                  <a:cubicBezTo>
                    <a:pt x="26580" y="23729"/>
                    <a:pt x="27997" y="22228"/>
                    <a:pt x="29460" y="20772"/>
                  </a:cubicBezTo>
                  <a:cubicBezTo>
                    <a:pt x="30923" y="19316"/>
                    <a:pt x="32431" y="17906"/>
                    <a:pt x="33981" y="16543"/>
                  </a:cubicBezTo>
                  <a:cubicBezTo>
                    <a:pt x="35532" y="15180"/>
                    <a:pt x="37124" y="13866"/>
                    <a:pt x="38756" y="12602"/>
                  </a:cubicBezTo>
                  <a:cubicBezTo>
                    <a:pt x="40387" y="11338"/>
                    <a:pt x="42058" y="10124"/>
                    <a:pt x="43765" y="8964"/>
                  </a:cubicBezTo>
                  <a:cubicBezTo>
                    <a:pt x="45472" y="7803"/>
                    <a:pt x="47214" y="6695"/>
                    <a:pt x="48989" y="5642"/>
                  </a:cubicBezTo>
                  <a:cubicBezTo>
                    <a:pt x="50765" y="4589"/>
                    <a:pt x="52572" y="3592"/>
                    <a:pt x="54409" y="2651"/>
                  </a:cubicBezTo>
                  <a:cubicBezTo>
                    <a:pt x="56246" y="1710"/>
                    <a:pt x="58112" y="826"/>
                    <a:pt x="60004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1" name="probe-lucide-chart-scatter" descr="chart-scatter — Lucide Icons and Contributors; preserve the bundled full upstream license. Source: https://github.com/lucide-icons/lucide/blob/20aef31db93fe4d9f398dbb15b120d99c48eef95/icons/chart-scatter.svg; SVG SHA256: 17dbdf3da5309c6090ce60037a8ad2125bdfecfbe853c0019034294c0a8f3ce1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92" name="probe-lucide-chart-scatter-part-1"/>
            <p:cNvSpPr/>
            <p:nvPr/>
          </p:nvSpPr>
          <p:spPr>
            <a:xfrm>
              <a:off x="70000" y="7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000000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3" name="probe-lucide-chart-scatter-part-2"/>
            <p:cNvSpPr/>
            <p:nvPr/>
          </p:nvSpPr>
          <p:spPr>
            <a:xfrm>
              <a:off x="180000" y="5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000000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4" name="probe-lucide-chart-scatter-part-3"/>
            <p:cNvSpPr/>
            <p:nvPr/>
          </p:nvSpPr>
          <p:spPr>
            <a:xfrm>
              <a:off x="110000" y="11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000000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chart-scatter-part-4"/>
            <p:cNvSpPr/>
            <p:nvPr/>
          </p:nvSpPr>
          <p:spPr>
            <a:xfrm>
              <a:off x="70000" y="16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000000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chart-scatter-part-5"/>
            <p:cNvSpPr/>
            <p:nvPr/>
          </p:nvSpPr>
          <p:spPr>
            <a:xfrm>
              <a:off x="170000" y="14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000000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7" name="probe-lucide-chart-scatter-part-6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8" name="probe-lucide-chart-spline" descr="chart-spline — Lucide Icons and Contributors; preserve the bundled full upstream license. Source: https://github.com/lucide-icons/lucide/blob/20aef31db93fe4d9f398dbb15b120d99c48eef95/icons/chart-spline.svg; SVG SHA256: 52b232c9e69dee2b11392f66c5db332e2dce307f489ee435150c91bf202bf481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99" name="probe-lucide-chart-spline-part-1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0" name="probe-lucide-chart-spline-part-2"/>
            <p:cNvSpPr/>
            <p:nvPr/>
          </p:nvSpPr>
          <p:spPr>
            <a:xfrm>
              <a:off x="70000" y="50000"/>
              <a:ext cx="130000" cy="110000"/>
            </a:xfrm>
            <a:custGeom>
              <a:avLst/>
              <a:gdLst/>
              <a:ahLst/>
              <a:cxnLst/>
              <a:rect l="0" t="0" r="r" b="b"/>
              <a:pathLst>
                <a:path w="130000" h="110000">
                  <a:moveTo>
                    <a:pt x="0" y="110000"/>
                  </a:moveTo>
                  <a:cubicBezTo>
                    <a:pt x="5000" y="90000"/>
                    <a:pt x="15000" y="40000"/>
                    <a:pt x="40000" y="40000"/>
                  </a:cubicBezTo>
                  <a:cubicBezTo>
                    <a:pt x="60000" y="40000"/>
                    <a:pt x="60000" y="70000"/>
                    <a:pt x="80000" y="70000"/>
                  </a:cubicBezTo>
                  <a:cubicBezTo>
                    <a:pt x="105000" y="70000"/>
                    <a:pt x="125000" y="20000"/>
                    <a:pt x="13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1" name="probe-lucide-database" descr="database — Cole Bemis; Lucide contributors; preserve the bundled full upstream license. Source: https://github.com/lucide-icons/lucide/blob/20aef31db93fe4d9f398dbb15b120d99c48eef95/icons/database.svg; SVG SHA256: 471eb14bc8d144896a82dfc4aa9daf350f769f0896f4bef33e50aabdbb51130d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102" name="probe-lucide-database-part-1"/>
            <p:cNvSpPr/>
            <p:nvPr/>
          </p:nvSpPr>
          <p:spPr>
            <a:xfrm>
              <a:off x="30000" y="20000"/>
              <a:ext cx="180000" cy="60000"/>
            </a:xfrm>
            <a:custGeom>
              <a:avLst/>
              <a:gdLst/>
              <a:ahLst/>
              <a:cxnLst/>
              <a:rect l="0" t="0" r="r" b="b"/>
              <a:pathLst>
                <a:path w="180000" h="60000">
                  <a:moveTo>
                    <a:pt x="180000" y="30000"/>
                  </a:moveTo>
                  <a:cubicBezTo>
                    <a:pt x="180000" y="30628"/>
                    <a:pt x="179941" y="31257"/>
                    <a:pt x="179822" y="31884"/>
                  </a:cubicBezTo>
                  <a:cubicBezTo>
                    <a:pt x="179704" y="32511"/>
                    <a:pt x="179527" y="33137"/>
                    <a:pt x="179290" y="33760"/>
                  </a:cubicBezTo>
                  <a:cubicBezTo>
                    <a:pt x="179054" y="34383"/>
                    <a:pt x="178759" y="35004"/>
                    <a:pt x="178406" y="35621"/>
                  </a:cubicBezTo>
                  <a:cubicBezTo>
                    <a:pt x="178053" y="36239"/>
                    <a:pt x="177641" y="36852"/>
                    <a:pt x="177172" y="37461"/>
                  </a:cubicBezTo>
                  <a:cubicBezTo>
                    <a:pt x="176704" y="38069"/>
                    <a:pt x="176178" y="38673"/>
                    <a:pt x="175595" y="39271"/>
                  </a:cubicBezTo>
                  <a:cubicBezTo>
                    <a:pt x="175013" y="39868"/>
                    <a:pt x="174374" y="40459"/>
                    <a:pt x="173680" y="41044"/>
                  </a:cubicBezTo>
                  <a:cubicBezTo>
                    <a:pt x="172986" y="41628"/>
                    <a:pt x="172237" y="42205"/>
                    <a:pt x="171434" y="42773"/>
                  </a:cubicBezTo>
                  <a:cubicBezTo>
                    <a:pt x="170632" y="43342"/>
                    <a:pt x="169776" y="43902"/>
                    <a:pt x="168868" y="44453"/>
                  </a:cubicBezTo>
                  <a:cubicBezTo>
                    <a:pt x="167959" y="45003"/>
                    <a:pt x="167000" y="45544"/>
                    <a:pt x="165990" y="46075"/>
                  </a:cubicBezTo>
                  <a:cubicBezTo>
                    <a:pt x="164979" y="46605"/>
                    <a:pt x="163920" y="47125"/>
                    <a:pt x="162812" y="47634"/>
                  </a:cubicBezTo>
                  <a:cubicBezTo>
                    <a:pt x="161703" y="48142"/>
                    <a:pt x="160548" y="48639"/>
                    <a:pt x="159346" y="49123"/>
                  </a:cubicBezTo>
                  <a:cubicBezTo>
                    <a:pt x="158145" y="49607"/>
                    <a:pt x="156898" y="50078"/>
                    <a:pt x="155607" y="50536"/>
                  </a:cubicBezTo>
                  <a:cubicBezTo>
                    <a:pt x="154317" y="50994"/>
                    <a:pt x="152983" y="51439"/>
                    <a:pt x="151609" y="51869"/>
                  </a:cubicBezTo>
                  <a:cubicBezTo>
                    <a:pt x="150235" y="52299"/>
                    <a:pt x="148821" y="52715"/>
                    <a:pt x="147368" y="53115"/>
                  </a:cubicBezTo>
                  <a:cubicBezTo>
                    <a:pt x="145916" y="53516"/>
                    <a:pt x="144426" y="53901"/>
                    <a:pt x="142901" y="54271"/>
                  </a:cubicBezTo>
                  <a:cubicBezTo>
                    <a:pt x="141376" y="54640"/>
                    <a:pt x="139816" y="54993"/>
                    <a:pt x="138224" y="55330"/>
                  </a:cubicBezTo>
                  <a:cubicBezTo>
                    <a:pt x="136633" y="55667"/>
                    <a:pt x="135010" y="55986"/>
                    <a:pt x="133358" y="56289"/>
                  </a:cubicBezTo>
                  <a:cubicBezTo>
                    <a:pt x="131706" y="56592"/>
                    <a:pt x="130026" y="56877"/>
                    <a:pt x="128320" y="57145"/>
                  </a:cubicBezTo>
                  <a:cubicBezTo>
                    <a:pt x="126614" y="57412"/>
                    <a:pt x="124884" y="57662"/>
                    <a:pt x="123131" y="57893"/>
                  </a:cubicBezTo>
                  <a:cubicBezTo>
                    <a:pt x="121378" y="58125"/>
                    <a:pt x="119604" y="58338"/>
                    <a:pt x="117812" y="58532"/>
                  </a:cubicBezTo>
                  <a:cubicBezTo>
                    <a:pt x="116019" y="58726"/>
                    <a:pt x="114208" y="58901"/>
                    <a:pt x="112382" y="59057"/>
                  </a:cubicBezTo>
                  <a:cubicBezTo>
                    <a:pt x="110556" y="59214"/>
                    <a:pt x="108716" y="59351"/>
                    <a:pt x="106864" y="59469"/>
                  </a:cubicBezTo>
                  <a:cubicBezTo>
                    <a:pt x="105013" y="59586"/>
                    <a:pt x="103150" y="59685"/>
                    <a:pt x="101280" y="59763"/>
                  </a:cubicBezTo>
                  <a:cubicBezTo>
                    <a:pt x="99410" y="59842"/>
                    <a:pt x="97533" y="59901"/>
                    <a:pt x="95651" y="59941"/>
                  </a:cubicBezTo>
                  <a:cubicBezTo>
                    <a:pt x="93770" y="59980"/>
                    <a:pt x="91885" y="60000"/>
                    <a:pt x="90000" y="60000"/>
                  </a:cubicBezTo>
                  <a:cubicBezTo>
                    <a:pt x="88115" y="60000"/>
                    <a:pt x="86230" y="59980"/>
                    <a:pt x="84349" y="59941"/>
                  </a:cubicBezTo>
                  <a:cubicBezTo>
                    <a:pt x="82467" y="59901"/>
                    <a:pt x="80590" y="59842"/>
                    <a:pt x="78720" y="59763"/>
                  </a:cubicBezTo>
                  <a:cubicBezTo>
                    <a:pt x="76850" y="59685"/>
                    <a:pt x="74987" y="59586"/>
                    <a:pt x="73136" y="59469"/>
                  </a:cubicBezTo>
                  <a:cubicBezTo>
                    <a:pt x="71284" y="59351"/>
                    <a:pt x="69444" y="59214"/>
                    <a:pt x="67618" y="59057"/>
                  </a:cubicBezTo>
                  <a:cubicBezTo>
                    <a:pt x="65792" y="58901"/>
                    <a:pt x="63981" y="58726"/>
                    <a:pt x="62188" y="58532"/>
                  </a:cubicBezTo>
                  <a:cubicBezTo>
                    <a:pt x="60396" y="58338"/>
                    <a:pt x="58622" y="58125"/>
                    <a:pt x="56869" y="57893"/>
                  </a:cubicBezTo>
                  <a:cubicBezTo>
                    <a:pt x="55116" y="57662"/>
                    <a:pt x="53386" y="57412"/>
                    <a:pt x="51680" y="57145"/>
                  </a:cubicBezTo>
                  <a:cubicBezTo>
                    <a:pt x="49974" y="56877"/>
                    <a:pt x="48294" y="56592"/>
                    <a:pt x="46642" y="56289"/>
                  </a:cubicBezTo>
                  <a:cubicBezTo>
                    <a:pt x="44990" y="55986"/>
                    <a:pt x="43367" y="55667"/>
                    <a:pt x="41776" y="55330"/>
                  </a:cubicBezTo>
                  <a:cubicBezTo>
                    <a:pt x="40184" y="54993"/>
                    <a:pt x="38624" y="54640"/>
                    <a:pt x="37099" y="54271"/>
                  </a:cubicBezTo>
                  <a:cubicBezTo>
                    <a:pt x="35574" y="53901"/>
                    <a:pt x="34084" y="53516"/>
                    <a:pt x="32632" y="53115"/>
                  </a:cubicBezTo>
                  <a:cubicBezTo>
                    <a:pt x="31179" y="52715"/>
                    <a:pt x="29765" y="52299"/>
                    <a:pt x="28391" y="51869"/>
                  </a:cubicBezTo>
                  <a:cubicBezTo>
                    <a:pt x="27017" y="51439"/>
                    <a:pt x="25683" y="50994"/>
                    <a:pt x="24393" y="50536"/>
                  </a:cubicBezTo>
                  <a:cubicBezTo>
                    <a:pt x="23102" y="50078"/>
                    <a:pt x="21855" y="49607"/>
                    <a:pt x="20654" y="49123"/>
                  </a:cubicBezTo>
                  <a:cubicBezTo>
                    <a:pt x="19452" y="48639"/>
                    <a:pt x="18297" y="48142"/>
                    <a:pt x="17188" y="47634"/>
                  </a:cubicBezTo>
                  <a:cubicBezTo>
                    <a:pt x="16080" y="47125"/>
                    <a:pt x="15021" y="46605"/>
                    <a:pt x="14010" y="46075"/>
                  </a:cubicBezTo>
                  <a:cubicBezTo>
                    <a:pt x="13000" y="45544"/>
                    <a:pt x="12041" y="45003"/>
                    <a:pt x="11132" y="44453"/>
                  </a:cubicBezTo>
                  <a:cubicBezTo>
                    <a:pt x="10224" y="43902"/>
                    <a:pt x="9368" y="43342"/>
                    <a:pt x="8566" y="42773"/>
                  </a:cubicBezTo>
                  <a:cubicBezTo>
                    <a:pt x="7763" y="42205"/>
                    <a:pt x="7014" y="41628"/>
                    <a:pt x="6320" y="41044"/>
                  </a:cubicBezTo>
                  <a:cubicBezTo>
                    <a:pt x="5626" y="40459"/>
                    <a:pt x="4987" y="39868"/>
                    <a:pt x="4405" y="39271"/>
                  </a:cubicBezTo>
                  <a:cubicBezTo>
                    <a:pt x="3822" y="38673"/>
                    <a:pt x="3296" y="38069"/>
                    <a:pt x="2828" y="37461"/>
                  </a:cubicBezTo>
                  <a:cubicBezTo>
                    <a:pt x="2359" y="36852"/>
                    <a:pt x="1947" y="36239"/>
                    <a:pt x="1594" y="35621"/>
                  </a:cubicBezTo>
                  <a:cubicBezTo>
                    <a:pt x="1241" y="35004"/>
                    <a:pt x="946" y="34383"/>
                    <a:pt x="710" y="33760"/>
                  </a:cubicBezTo>
                  <a:cubicBezTo>
                    <a:pt x="473" y="33137"/>
                    <a:pt x="296" y="32511"/>
                    <a:pt x="178" y="31884"/>
                  </a:cubicBezTo>
                  <a:cubicBezTo>
                    <a:pt x="59" y="31257"/>
                    <a:pt x="0" y="30628"/>
                    <a:pt x="0" y="30000"/>
                  </a:cubicBezTo>
                  <a:cubicBezTo>
                    <a:pt x="0" y="29372"/>
                    <a:pt x="59" y="28743"/>
                    <a:pt x="178" y="28116"/>
                  </a:cubicBezTo>
                  <a:cubicBezTo>
                    <a:pt x="296" y="27489"/>
                    <a:pt x="473" y="26863"/>
                    <a:pt x="710" y="26240"/>
                  </a:cubicBezTo>
                  <a:cubicBezTo>
                    <a:pt x="946" y="25617"/>
                    <a:pt x="1241" y="24996"/>
                    <a:pt x="1594" y="24379"/>
                  </a:cubicBezTo>
                  <a:cubicBezTo>
                    <a:pt x="1947" y="23761"/>
                    <a:pt x="2359" y="23148"/>
                    <a:pt x="2828" y="22539"/>
                  </a:cubicBezTo>
                  <a:cubicBezTo>
                    <a:pt x="3296" y="21931"/>
                    <a:pt x="3822" y="21327"/>
                    <a:pt x="4405" y="20729"/>
                  </a:cubicBezTo>
                  <a:cubicBezTo>
                    <a:pt x="4987" y="20132"/>
                    <a:pt x="5626" y="19541"/>
                    <a:pt x="6320" y="18956"/>
                  </a:cubicBezTo>
                  <a:cubicBezTo>
                    <a:pt x="7014" y="18372"/>
                    <a:pt x="7763" y="17795"/>
                    <a:pt x="8566" y="17227"/>
                  </a:cubicBezTo>
                  <a:cubicBezTo>
                    <a:pt x="9368" y="16658"/>
                    <a:pt x="10224" y="16098"/>
                    <a:pt x="11132" y="15547"/>
                  </a:cubicBezTo>
                  <a:cubicBezTo>
                    <a:pt x="12041" y="14997"/>
                    <a:pt x="13000" y="14456"/>
                    <a:pt x="14010" y="13925"/>
                  </a:cubicBezTo>
                  <a:cubicBezTo>
                    <a:pt x="15021" y="13395"/>
                    <a:pt x="16080" y="12875"/>
                    <a:pt x="17188" y="12366"/>
                  </a:cubicBezTo>
                  <a:cubicBezTo>
                    <a:pt x="18297" y="11858"/>
                    <a:pt x="19452" y="11361"/>
                    <a:pt x="20654" y="10877"/>
                  </a:cubicBezTo>
                  <a:cubicBezTo>
                    <a:pt x="21855" y="10393"/>
                    <a:pt x="23102" y="9922"/>
                    <a:pt x="24393" y="9464"/>
                  </a:cubicBezTo>
                  <a:cubicBezTo>
                    <a:pt x="25683" y="9006"/>
                    <a:pt x="27017" y="8561"/>
                    <a:pt x="28391" y="8131"/>
                  </a:cubicBezTo>
                  <a:cubicBezTo>
                    <a:pt x="29765" y="7701"/>
                    <a:pt x="31179" y="7285"/>
                    <a:pt x="32632" y="6885"/>
                  </a:cubicBezTo>
                  <a:cubicBezTo>
                    <a:pt x="34084" y="6484"/>
                    <a:pt x="35574" y="6099"/>
                    <a:pt x="37099" y="5729"/>
                  </a:cubicBezTo>
                  <a:cubicBezTo>
                    <a:pt x="38624" y="5360"/>
                    <a:pt x="40184" y="5007"/>
                    <a:pt x="41776" y="4670"/>
                  </a:cubicBezTo>
                  <a:cubicBezTo>
                    <a:pt x="43367" y="4333"/>
                    <a:pt x="44990" y="4014"/>
                    <a:pt x="46642" y="3711"/>
                  </a:cubicBezTo>
                  <a:cubicBezTo>
                    <a:pt x="48294" y="3408"/>
                    <a:pt x="49974" y="3123"/>
                    <a:pt x="51680" y="2855"/>
                  </a:cubicBezTo>
                  <a:cubicBezTo>
                    <a:pt x="53386" y="2588"/>
                    <a:pt x="55116" y="2338"/>
                    <a:pt x="56869" y="2107"/>
                  </a:cubicBezTo>
                  <a:cubicBezTo>
                    <a:pt x="58622" y="1875"/>
                    <a:pt x="60396" y="1662"/>
                    <a:pt x="62188" y="1468"/>
                  </a:cubicBezTo>
                  <a:cubicBezTo>
                    <a:pt x="63981" y="1274"/>
                    <a:pt x="65792" y="1099"/>
                    <a:pt x="67618" y="943"/>
                  </a:cubicBezTo>
                  <a:cubicBezTo>
                    <a:pt x="69444" y="786"/>
                    <a:pt x="71284" y="649"/>
                    <a:pt x="73136" y="531"/>
                  </a:cubicBezTo>
                  <a:cubicBezTo>
                    <a:pt x="74987" y="414"/>
                    <a:pt x="76850" y="315"/>
                    <a:pt x="78720" y="237"/>
                  </a:cubicBezTo>
                  <a:cubicBezTo>
                    <a:pt x="80590" y="158"/>
                    <a:pt x="82467" y="99"/>
                    <a:pt x="84349" y="59"/>
                  </a:cubicBezTo>
                  <a:cubicBezTo>
                    <a:pt x="86230" y="20"/>
                    <a:pt x="88115" y="0"/>
                    <a:pt x="90000" y="0"/>
                  </a:cubicBezTo>
                  <a:cubicBezTo>
                    <a:pt x="91885" y="0"/>
                    <a:pt x="93770" y="20"/>
                    <a:pt x="95651" y="59"/>
                  </a:cubicBezTo>
                  <a:cubicBezTo>
                    <a:pt x="97533" y="99"/>
                    <a:pt x="99410" y="158"/>
                    <a:pt x="101280" y="237"/>
                  </a:cubicBezTo>
                  <a:cubicBezTo>
                    <a:pt x="103150" y="315"/>
                    <a:pt x="105013" y="414"/>
                    <a:pt x="106864" y="531"/>
                  </a:cubicBezTo>
                  <a:cubicBezTo>
                    <a:pt x="108716" y="649"/>
                    <a:pt x="110556" y="786"/>
                    <a:pt x="112382" y="943"/>
                  </a:cubicBezTo>
                  <a:cubicBezTo>
                    <a:pt x="114208" y="1099"/>
                    <a:pt x="116019" y="1274"/>
                    <a:pt x="117812" y="1468"/>
                  </a:cubicBezTo>
                  <a:cubicBezTo>
                    <a:pt x="119604" y="1662"/>
                    <a:pt x="121378" y="1875"/>
                    <a:pt x="123131" y="2107"/>
                  </a:cubicBezTo>
                  <a:cubicBezTo>
                    <a:pt x="124884" y="2338"/>
                    <a:pt x="126614" y="2588"/>
                    <a:pt x="128320" y="2855"/>
                  </a:cubicBezTo>
                  <a:cubicBezTo>
                    <a:pt x="130026" y="3123"/>
                    <a:pt x="131706" y="3408"/>
                    <a:pt x="133358" y="3711"/>
                  </a:cubicBezTo>
                  <a:cubicBezTo>
                    <a:pt x="135010" y="4014"/>
                    <a:pt x="136633" y="4333"/>
                    <a:pt x="138224" y="4670"/>
                  </a:cubicBezTo>
                  <a:cubicBezTo>
                    <a:pt x="139816" y="5007"/>
                    <a:pt x="141376" y="5360"/>
                    <a:pt x="142901" y="5729"/>
                  </a:cubicBezTo>
                  <a:cubicBezTo>
                    <a:pt x="144426" y="6099"/>
                    <a:pt x="145916" y="6484"/>
                    <a:pt x="147368" y="6885"/>
                  </a:cubicBezTo>
                  <a:cubicBezTo>
                    <a:pt x="148821" y="7285"/>
                    <a:pt x="150235" y="7701"/>
                    <a:pt x="151609" y="8131"/>
                  </a:cubicBezTo>
                  <a:cubicBezTo>
                    <a:pt x="152983" y="8561"/>
                    <a:pt x="154317" y="9006"/>
                    <a:pt x="155607" y="9464"/>
                  </a:cubicBezTo>
                  <a:cubicBezTo>
                    <a:pt x="156898" y="9922"/>
                    <a:pt x="158145" y="10393"/>
                    <a:pt x="159346" y="10877"/>
                  </a:cubicBezTo>
                  <a:cubicBezTo>
                    <a:pt x="160548" y="11361"/>
                    <a:pt x="161703" y="11858"/>
                    <a:pt x="162812" y="12366"/>
                  </a:cubicBezTo>
                  <a:cubicBezTo>
                    <a:pt x="163920" y="12875"/>
                    <a:pt x="164979" y="13395"/>
                    <a:pt x="165990" y="13925"/>
                  </a:cubicBezTo>
                  <a:cubicBezTo>
                    <a:pt x="167000" y="14456"/>
                    <a:pt x="167959" y="14997"/>
                    <a:pt x="168868" y="15547"/>
                  </a:cubicBezTo>
                  <a:cubicBezTo>
                    <a:pt x="169776" y="16098"/>
                    <a:pt x="170632" y="16658"/>
                    <a:pt x="171434" y="17227"/>
                  </a:cubicBezTo>
                  <a:cubicBezTo>
                    <a:pt x="172237" y="17795"/>
                    <a:pt x="172986" y="18372"/>
                    <a:pt x="173680" y="18956"/>
                  </a:cubicBezTo>
                  <a:cubicBezTo>
                    <a:pt x="174374" y="19541"/>
                    <a:pt x="175013" y="20132"/>
                    <a:pt x="175595" y="20729"/>
                  </a:cubicBezTo>
                  <a:cubicBezTo>
                    <a:pt x="176178" y="21327"/>
                    <a:pt x="176704" y="21931"/>
                    <a:pt x="177172" y="22539"/>
                  </a:cubicBezTo>
                  <a:cubicBezTo>
                    <a:pt x="177641" y="23148"/>
                    <a:pt x="178053" y="23761"/>
                    <a:pt x="178406" y="24379"/>
                  </a:cubicBezTo>
                  <a:cubicBezTo>
                    <a:pt x="178759" y="24996"/>
                    <a:pt x="179054" y="25617"/>
                    <a:pt x="179290" y="26240"/>
                  </a:cubicBezTo>
                  <a:cubicBezTo>
                    <a:pt x="179527" y="26863"/>
                    <a:pt x="179704" y="27489"/>
                    <a:pt x="179822" y="28116"/>
                  </a:cubicBezTo>
                  <a:cubicBezTo>
                    <a:pt x="179941" y="28743"/>
                    <a:pt x="180000" y="29372"/>
                    <a:pt x="18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3" name="probe-lucide-database-part-2"/>
            <p:cNvSpPr/>
            <p:nvPr/>
          </p:nvSpPr>
          <p:spPr>
            <a:xfrm>
              <a:off x="30000" y="50000"/>
              <a:ext cx="180000" cy="170000"/>
            </a:xfrm>
            <a:custGeom>
              <a:avLst/>
              <a:gdLst/>
              <a:ahLst/>
              <a:cxnLst/>
              <a:rect l="0" t="0" r="r" b="b"/>
              <a:pathLst>
                <a:path w="180000" h="170000">
                  <a:moveTo>
                    <a:pt x="0" y="0"/>
                  </a:moveTo>
                  <a:lnTo>
                    <a:pt x="0" y="140000"/>
                  </a:lnTo>
                  <a:cubicBezTo>
                    <a:pt x="0" y="140628"/>
                    <a:pt x="59" y="141257"/>
                    <a:pt x="178" y="141884"/>
                  </a:cubicBezTo>
                  <a:cubicBezTo>
                    <a:pt x="296" y="142511"/>
                    <a:pt x="473" y="143137"/>
                    <a:pt x="710" y="143760"/>
                  </a:cubicBezTo>
                  <a:cubicBezTo>
                    <a:pt x="946" y="144383"/>
                    <a:pt x="1241" y="145004"/>
                    <a:pt x="1594" y="145621"/>
                  </a:cubicBezTo>
                  <a:cubicBezTo>
                    <a:pt x="1947" y="146239"/>
                    <a:pt x="2359" y="146852"/>
                    <a:pt x="2828" y="147461"/>
                  </a:cubicBezTo>
                  <a:cubicBezTo>
                    <a:pt x="3296" y="148069"/>
                    <a:pt x="3822" y="148673"/>
                    <a:pt x="4405" y="149271"/>
                  </a:cubicBezTo>
                  <a:cubicBezTo>
                    <a:pt x="4987" y="149868"/>
                    <a:pt x="5626" y="150459"/>
                    <a:pt x="6320" y="151044"/>
                  </a:cubicBezTo>
                  <a:cubicBezTo>
                    <a:pt x="7014" y="151628"/>
                    <a:pt x="7763" y="152205"/>
                    <a:pt x="8566" y="152773"/>
                  </a:cubicBezTo>
                  <a:cubicBezTo>
                    <a:pt x="9368" y="153342"/>
                    <a:pt x="10224" y="153902"/>
                    <a:pt x="11132" y="154453"/>
                  </a:cubicBezTo>
                  <a:cubicBezTo>
                    <a:pt x="12041" y="155003"/>
                    <a:pt x="13000" y="155544"/>
                    <a:pt x="14010" y="156075"/>
                  </a:cubicBezTo>
                  <a:cubicBezTo>
                    <a:pt x="15021" y="156605"/>
                    <a:pt x="16080" y="157125"/>
                    <a:pt x="17188" y="157634"/>
                  </a:cubicBezTo>
                  <a:cubicBezTo>
                    <a:pt x="18297" y="158142"/>
                    <a:pt x="19452" y="158639"/>
                    <a:pt x="20654" y="159123"/>
                  </a:cubicBezTo>
                  <a:cubicBezTo>
                    <a:pt x="21855" y="159607"/>
                    <a:pt x="23102" y="160078"/>
                    <a:pt x="24393" y="160536"/>
                  </a:cubicBezTo>
                  <a:cubicBezTo>
                    <a:pt x="25683" y="160994"/>
                    <a:pt x="27017" y="161439"/>
                    <a:pt x="28391" y="161869"/>
                  </a:cubicBezTo>
                  <a:cubicBezTo>
                    <a:pt x="29765" y="162299"/>
                    <a:pt x="31179" y="162715"/>
                    <a:pt x="32632" y="163115"/>
                  </a:cubicBezTo>
                  <a:cubicBezTo>
                    <a:pt x="34084" y="163516"/>
                    <a:pt x="35574" y="163901"/>
                    <a:pt x="37099" y="164271"/>
                  </a:cubicBezTo>
                  <a:cubicBezTo>
                    <a:pt x="38624" y="164640"/>
                    <a:pt x="40184" y="164993"/>
                    <a:pt x="41776" y="165330"/>
                  </a:cubicBezTo>
                  <a:cubicBezTo>
                    <a:pt x="43367" y="165667"/>
                    <a:pt x="44990" y="165986"/>
                    <a:pt x="46642" y="166289"/>
                  </a:cubicBezTo>
                  <a:cubicBezTo>
                    <a:pt x="48294" y="166592"/>
                    <a:pt x="49974" y="166877"/>
                    <a:pt x="51680" y="167145"/>
                  </a:cubicBezTo>
                  <a:cubicBezTo>
                    <a:pt x="53386" y="167412"/>
                    <a:pt x="55116" y="167662"/>
                    <a:pt x="56869" y="167893"/>
                  </a:cubicBezTo>
                  <a:cubicBezTo>
                    <a:pt x="58622" y="168125"/>
                    <a:pt x="60396" y="168338"/>
                    <a:pt x="62188" y="168532"/>
                  </a:cubicBezTo>
                  <a:cubicBezTo>
                    <a:pt x="63981" y="168726"/>
                    <a:pt x="65792" y="168901"/>
                    <a:pt x="67618" y="169057"/>
                  </a:cubicBezTo>
                  <a:cubicBezTo>
                    <a:pt x="69444" y="169214"/>
                    <a:pt x="71284" y="169351"/>
                    <a:pt x="73136" y="169469"/>
                  </a:cubicBezTo>
                  <a:cubicBezTo>
                    <a:pt x="74987" y="169586"/>
                    <a:pt x="76850" y="169685"/>
                    <a:pt x="78720" y="169763"/>
                  </a:cubicBezTo>
                  <a:cubicBezTo>
                    <a:pt x="80590" y="169842"/>
                    <a:pt x="82467" y="169901"/>
                    <a:pt x="84349" y="169941"/>
                  </a:cubicBezTo>
                  <a:cubicBezTo>
                    <a:pt x="86230" y="169980"/>
                    <a:pt x="88115" y="170000"/>
                    <a:pt x="90000" y="170000"/>
                  </a:cubicBezTo>
                  <a:cubicBezTo>
                    <a:pt x="91885" y="170000"/>
                    <a:pt x="93770" y="169980"/>
                    <a:pt x="95651" y="169941"/>
                  </a:cubicBezTo>
                  <a:cubicBezTo>
                    <a:pt x="97533" y="169901"/>
                    <a:pt x="99410" y="169842"/>
                    <a:pt x="101280" y="169763"/>
                  </a:cubicBezTo>
                  <a:cubicBezTo>
                    <a:pt x="103150" y="169685"/>
                    <a:pt x="105013" y="169586"/>
                    <a:pt x="106864" y="169469"/>
                  </a:cubicBezTo>
                  <a:cubicBezTo>
                    <a:pt x="108716" y="169351"/>
                    <a:pt x="110556" y="169214"/>
                    <a:pt x="112382" y="169057"/>
                  </a:cubicBezTo>
                  <a:cubicBezTo>
                    <a:pt x="114208" y="168901"/>
                    <a:pt x="116019" y="168726"/>
                    <a:pt x="117812" y="168532"/>
                  </a:cubicBezTo>
                  <a:cubicBezTo>
                    <a:pt x="119604" y="168338"/>
                    <a:pt x="121378" y="168125"/>
                    <a:pt x="123131" y="167893"/>
                  </a:cubicBezTo>
                  <a:cubicBezTo>
                    <a:pt x="124884" y="167662"/>
                    <a:pt x="126614" y="167412"/>
                    <a:pt x="128320" y="167145"/>
                  </a:cubicBezTo>
                  <a:cubicBezTo>
                    <a:pt x="130026" y="166877"/>
                    <a:pt x="131706" y="166592"/>
                    <a:pt x="133358" y="166289"/>
                  </a:cubicBezTo>
                  <a:cubicBezTo>
                    <a:pt x="135010" y="165986"/>
                    <a:pt x="136633" y="165667"/>
                    <a:pt x="138224" y="165330"/>
                  </a:cubicBezTo>
                  <a:cubicBezTo>
                    <a:pt x="139816" y="164993"/>
                    <a:pt x="141376" y="164640"/>
                    <a:pt x="142901" y="164271"/>
                  </a:cubicBezTo>
                  <a:cubicBezTo>
                    <a:pt x="144426" y="163901"/>
                    <a:pt x="145916" y="163516"/>
                    <a:pt x="147368" y="163115"/>
                  </a:cubicBezTo>
                  <a:cubicBezTo>
                    <a:pt x="148821" y="162715"/>
                    <a:pt x="150235" y="162299"/>
                    <a:pt x="151609" y="161869"/>
                  </a:cubicBezTo>
                  <a:cubicBezTo>
                    <a:pt x="152983" y="161439"/>
                    <a:pt x="154317" y="160994"/>
                    <a:pt x="155607" y="160536"/>
                  </a:cubicBezTo>
                  <a:cubicBezTo>
                    <a:pt x="156898" y="160078"/>
                    <a:pt x="158145" y="159607"/>
                    <a:pt x="159346" y="159123"/>
                  </a:cubicBezTo>
                  <a:cubicBezTo>
                    <a:pt x="160548" y="158639"/>
                    <a:pt x="161703" y="158142"/>
                    <a:pt x="162812" y="157634"/>
                  </a:cubicBezTo>
                  <a:cubicBezTo>
                    <a:pt x="163920" y="157125"/>
                    <a:pt x="164979" y="156605"/>
                    <a:pt x="165990" y="156075"/>
                  </a:cubicBezTo>
                  <a:cubicBezTo>
                    <a:pt x="167000" y="155544"/>
                    <a:pt x="167959" y="155003"/>
                    <a:pt x="168868" y="154453"/>
                  </a:cubicBezTo>
                  <a:cubicBezTo>
                    <a:pt x="169776" y="153902"/>
                    <a:pt x="170632" y="153342"/>
                    <a:pt x="171434" y="152773"/>
                  </a:cubicBezTo>
                  <a:cubicBezTo>
                    <a:pt x="172237" y="152205"/>
                    <a:pt x="172986" y="151628"/>
                    <a:pt x="173680" y="151044"/>
                  </a:cubicBezTo>
                  <a:cubicBezTo>
                    <a:pt x="174374" y="150459"/>
                    <a:pt x="175013" y="149868"/>
                    <a:pt x="175595" y="149271"/>
                  </a:cubicBezTo>
                  <a:cubicBezTo>
                    <a:pt x="176178" y="148673"/>
                    <a:pt x="176704" y="148069"/>
                    <a:pt x="177172" y="147461"/>
                  </a:cubicBezTo>
                  <a:cubicBezTo>
                    <a:pt x="177641" y="146852"/>
                    <a:pt x="178053" y="146239"/>
                    <a:pt x="178406" y="145621"/>
                  </a:cubicBezTo>
                  <a:cubicBezTo>
                    <a:pt x="178759" y="145004"/>
                    <a:pt x="179054" y="144383"/>
                    <a:pt x="179290" y="143760"/>
                  </a:cubicBezTo>
                  <a:cubicBezTo>
                    <a:pt x="179527" y="143137"/>
                    <a:pt x="179704" y="142511"/>
                    <a:pt x="179822" y="141884"/>
                  </a:cubicBezTo>
                  <a:cubicBezTo>
                    <a:pt x="179941" y="141257"/>
                    <a:pt x="180000" y="140628"/>
                    <a:pt x="180000" y="140000"/>
                  </a:cubicBez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4" name="probe-lucide-database-part-3"/>
            <p:cNvSpPr/>
            <p:nvPr/>
          </p:nvSpPr>
          <p:spPr>
            <a:xfrm>
              <a:off x="30000" y="120000"/>
              <a:ext cx="180000" cy="30000"/>
            </a:xfrm>
            <a:custGeom>
              <a:avLst/>
              <a:gdLst/>
              <a:ahLst/>
              <a:cxnLst/>
              <a:rect l="0" t="0" r="r" b="b"/>
              <a:pathLst>
                <a:path w="180000" h="30000">
                  <a:moveTo>
                    <a:pt x="0" y="0"/>
                  </a:moveTo>
                  <a:cubicBezTo>
                    <a:pt x="0" y="628"/>
                    <a:pt x="59" y="1257"/>
                    <a:pt x="178" y="1884"/>
                  </a:cubicBezTo>
                  <a:cubicBezTo>
                    <a:pt x="296" y="2511"/>
                    <a:pt x="473" y="3137"/>
                    <a:pt x="710" y="3760"/>
                  </a:cubicBezTo>
                  <a:cubicBezTo>
                    <a:pt x="946" y="4383"/>
                    <a:pt x="1241" y="5004"/>
                    <a:pt x="1594" y="5621"/>
                  </a:cubicBezTo>
                  <a:cubicBezTo>
                    <a:pt x="1947" y="6239"/>
                    <a:pt x="2359" y="6852"/>
                    <a:pt x="2828" y="7461"/>
                  </a:cubicBezTo>
                  <a:cubicBezTo>
                    <a:pt x="3296" y="8069"/>
                    <a:pt x="3822" y="8673"/>
                    <a:pt x="4405" y="9271"/>
                  </a:cubicBezTo>
                  <a:cubicBezTo>
                    <a:pt x="4987" y="9868"/>
                    <a:pt x="5626" y="10459"/>
                    <a:pt x="6320" y="11044"/>
                  </a:cubicBezTo>
                  <a:cubicBezTo>
                    <a:pt x="7014" y="11628"/>
                    <a:pt x="7763" y="12205"/>
                    <a:pt x="8566" y="12773"/>
                  </a:cubicBezTo>
                  <a:cubicBezTo>
                    <a:pt x="9368" y="13342"/>
                    <a:pt x="10224" y="13902"/>
                    <a:pt x="11132" y="14453"/>
                  </a:cubicBezTo>
                  <a:cubicBezTo>
                    <a:pt x="12041" y="15003"/>
                    <a:pt x="13000" y="15544"/>
                    <a:pt x="14010" y="16075"/>
                  </a:cubicBezTo>
                  <a:cubicBezTo>
                    <a:pt x="15021" y="16605"/>
                    <a:pt x="16080" y="17125"/>
                    <a:pt x="17188" y="17634"/>
                  </a:cubicBezTo>
                  <a:cubicBezTo>
                    <a:pt x="18297" y="18142"/>
                    <a:pt x="19452" y="18639"/>
                    <a:pt x="20654" y="19123"/>
                  </a:cubicBezTo>
                  <a:cubicBezTo>
                    <a:pt x="21855" y="19607"/>
                    <a:pt x="23102" y="20078"/>
                    <a:pt x="24393" y="20536"/>
                  </a:cubicBezTo>
                  <a:cubicBezTo>
                    <a:pt x="25683" y="20994"/>
                    <a:pt x="27017" y="21439"/>
                    <a:pt x="28391" y="21869"/>
                  </a:cubicBezTo>
                  <a:cubicBezTo>
                    <a:pt x="29765" y="22299"/>
                    <a:pt x="31179" y="22715"/>
                    <a:pt x="32632" y="23115"/>
                  </a:cubicBezTo>
                  <a:cubicBezTo>
                    <a:pt x="34084" y="23516"/>
                    <a:pt x="35574" y="23901"/>
                    <a:pt x="37099" y="24271"/>
                  </a:cubicBezTo>
                  <a:cubicBezTo>
                    <a:pt x="38624" y="24640"/>
                    <a:pt x="40184" y="24993"/>
                    <a:pt x="41776" y="25330"/>
                  </a:cubicBezTo>
                  <a:cubicBezTo>
                    <a:pt x="43367" y="25667"/>
                    <a:pt x="44990" y="25986"/>
                    <a:pt x="46642" y="26289"/>
                  </a:cubicBezTo>
                  <a:cubicBezTo>
                    <a:pt x="48294" y="26592"/>
                    <a:pt x="49974" y="26877"/>
                    <a:pt x="51680" y="27145"/>
                  </a:cubicBezTo>
                  <a:cubicBezTo>
                    <a:pt x="53386" y="27412"/>
                    <a:pt x="55116" y="27662"/>
                    <a:pt x="56869" y="27893"/>
                  </a:cubicBezTo>
                  <a:cubicBezTo>
                    <a:pt x="58622" y="28125"/>
                    <a:pt x="60396" y="28338"/>
                    <a:pt x="62188" y="28532"/>
                  </a:cubicBezTo>
                  <a:cubicBezTo>
                    <a:pt x="63981" y="28726"/>
                    <a:pt x="65792" y="28901"/>
                    <a:pt x="67618" y="29057"/>
                  </a:cubicBezTo>
                  <a:cubicBezTo>
                    <a:pt x="69444" y="29214"/>
                    <a:pt x="71284" y="29351"/>
                    <a:pt x="73136" y="29469"/>
                  </a:cubicBezTo>
                  <a:cubicBezTo>
                    <a:pt x="74987" y="29586"/>
                    <a:pt x="76850" y="29685"/>
                    <a:pt x="78720" y="29763"/>
                  </a:cubicBezTo>
                  <a:cubicBezTo>
                    <a:pt x="80590" y="29842"/>
                    <a:pt x="82467" y="29901"/>
                    <a:pt x="84349" y="29941"/>
                  </a:cubicBezTo>
                  <a:cubicBezTo>
                    <a:pt x="86230" y="29980"/>
                    <a:pt x="88115" y="30000"/>
                    <a:pt x="90000" y="30000"/>
                  </a:cubicBezTo>
                  <a:cubicBezTo>
                    <a:pt x="91885" y="30000"/>
                    <a:pt x="93770" y="29980"/>
                    <a:pt x="95651" y="29941"/>
                  </a:cubicBezTo>
                  <a:cubicBezTo>
                    <a:pt x="97533" y="29901"/>
                    <a:pt x="99410" y="29842"/>
                    <a:pt x="101280" y="29763"/>
                  </a:cubicBezTo>
                  <a:cubicBezTo>
                    <a:pt x="103150" y="29685"/>
                    <a:pt x="105013" y="29586"/>
                    <a:pt x="106864" y="29469"/>
                  </a:cubicBezTo>
                  <a:cubicBezTo>
                    <a:pt x="108716" y="29351"/>
                    <a:pt x="110556" y="29214"/>
                    <a:pt x="112382" y="29057"/>
                  </a:cubicBezTo>
                  <a:cubicBezTo>
                    <a:pt x="114208" y="28901"/>
                    <a:pt x="116019" y="28726"/>
                    <a:pt x="117812" y="28532"/>
                  </a:cubicBezTo>
                  <a:cubicBezTo>
                    <a:pt x="119604" y="28338"/>
                    <a:pt x="121378" y="28125"/>
                    <a:pt x="123131" y="27893"/>
                  </a:cubicBezTo>
                  <a:cubicBezTo>
                    <a:pt x="124884" y="27662"/>
                    <a:pt x="126614" y="27412"/>
                    <a:pt x="128320" y="27145"/>
                  </a:cubicBezTo>
                  <a:cubicBezTo>
                    <a:pt x="130026" y="26877"/>
                    <a:pt x="131706" y="26592"/>
                    <a:pt x="133358" y="26289"/>
                  </a:cubicBezTo>
                  <a:cubicBezTo>
                    <a:pt x="135010" y="25986"/>
                    <a:pt x="136633" y="25667"/>
                    <a:pt x="138224" y="25330"/>
                  </a:cubicBezTo>
                  <a:cubicBezTo>
                    <a:pt x="139816" y="24993"/>
                    <a:pt x="141376" y="24640"/>
                    <a:pt x="142901" y="24271"/>
                  </a:cubicBezTo>
                  <a:cubicBezTo>
                    <a:pt x="144426" y="23901"/>
                    <a:pt x="145916" y="23516"/>
                    <a:pt x="147368" y="23115"/>
                  </a:cubicBezTo>
                  <a:cubicBezTo>
                    <a:pt x="148821" y="22715"/>
                    <a:pt x="150235" y="22299"/>
                    <a:pt x="151609" y="21869"/>
                  </a:cubicBezTo>
                  <a:cubicBezTo>
                    <a:pt x="152983" y="21439"/>
                    <a:pt x="154317" y="20994"/>
                    <a:pt x="155607" y="20536"/>
                  </a:cubicBezTo>
                  <a:cubicBezTo>
                    <a:pt x="156898" y="20078"/>
                    <a:pt x="158145" y="19607"/>
                    <a:pt x="159346" y="19123"/>
                  </a:cubicBezTo>
                  <a:cubicBezTo>
                    <a:pt x="160548" y="18639"/>
                    <a:pt x="161703" y="18142"/>
                    <a:pt x="162812" y="17634"/>
                  </a:cubicBezTo>
                  <a:cubicBezTo>
                    <a:pt x="163920" y="17125"/>
                    <a:pt x="164979" y="16605"/>
                    <a:pt x="165990" y="16075"/>
                  </a:cubicBezTo>
                  <a:cubicBezTo>
                    <a:pt x="167000" y="15544"/>
                    <a:pt x="167959" y="15003"/>
                    <a:pt x="168868" y="14453"/>
                  </a:cubicBezTo>
                  <a:cubicBezTo>
                    <a:pt x="169776" y="13902"/>
                    <a:pt x="170632" y="13342"/>
                    <a:pt x="171434" y="12773"/>
                  </a:cubicBezTo>
                  <a:cubicBezTo>
                    <a:pt x="172237" y="12205"/>
                    <a:pt x="172986" y="11628"/>
                    <a:pt x="173680" y="11044"/>
                  </a:cubicBezTo>
                  <a:cubicBezTo>
                    <a:pt x="174374" y="10459"/>
                    <a:pt x="175013" y="9868"/>
                    <a:pt x="175595" y="9271"/>
                  </a:cubicBezTo>
                  <a:cubicBezTo>
                    <a:pt x="176178" y="8673"/>
                    <a:pt x="176704" y="8069"/>
                    <a:pt x="177172" y="7461"/>
                  </a:cubicBezTo>
                  <a:cubicBezTo>
                    <a:pt x="177641" y="6852"/>
                    <a:pt x="178053" y="6239"/>
                    <a:pt x="178406" y="5621"/>
                  </a:cubicBezTo>
                  <a:cubicBezTo>
                    <a:pt x="178759" y="5004"/>
                    <a:pt x="179054" y="4383"/>
                    <a:pt x="179290" y="3760"/>
                  </a:cubicBezTo>
                  <a:cubicBezTo>
                    <a:pt x="179527" y="3137"/>
                    <a:pt x="179704" y="2511"/>
                    <a:pt x="179822" y="1884"/>
                  </a:cubicBezTo>
                  <a:cubicBezTo>
                    <a:pt x="179941" y="1257"/>
                    <a:pt x="180000" y="628"/>
                    <a:pt x="18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5" name="probe-lucide-funnel" descr="funnel — Lucide Icons and Contributors; preserve the bundled full upstream license. Source: https://github.com/lucide-icons/lucide/blob/20aef31db93fe4d9f398dbb15b120d99c48eef95/icons/funnel.svg; SVG SHA256: 288f869330602e29a640099ffc5d6ac01caadad2ef6f8aac1138b8bf91ccd752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06" name="probe-lucide-funnel-part-1"/>
            <p:cNvSpPr/>
            <p:nvPr/>
          </p:nvSpPr>
          <p:spPr>
            <a:xfrm>
              <a:off x="20004" y="30000"/>
              <a:ext cx="199973" cy="190005"/>
            </a:xfrm>
            <a:custGeom>
              <a:avLst/>
              <a:gdLst/>
              <a:ahLst/>
              <a:cxnLst/>
              <a:rect l="0" t="0" r="r" b="b"/>
              <a:pathLst>
                <a:path w="199973" h="190005">
                  <a:moveTo>
                    <a:pt x="79996" y="170000"/>
                  </a:moveTo>
                  <a:cubicBezTo>
                    <a:pt x="79996" y="170205"/>
                    <a:pt x="80003" y="170410"/>
                    <a:pt x="80015" y="170615"/>
                  </a:cubicBezTo>
                  <a:cubicBezTo>
                    <a:pt x="80028" y="170820"/>
                    <a:pt x="80046" y="171024"/>
                    <a:pt x="80071" y="171228"/>
                  </a:cubicBezTo>
                  <a:cubicBezTo>
                    <a:pt x="80097" y="171432"/>
                    <a:pt x="80128" y="171634"/>
                    <a:pt x="80166" y="171836"/>
                  </a:cubicBezTo>
                  <a:cubicBezTo>
                    <a:pt x="80203" y="172038"/>
                    <a:pt x="80247" y="172238"/>
                    <a:pt x="80297" y="172437"/>
                  </a:cubicBezTo>
                  <a:cubicBezTo>
                    <a:pt x="80347" y="172636"/>
                    <a:pt x="80403" y="172834"/>
                    <a:pt x="80465" y="173029"/>
                  </a:cubicBezTo>
                  <a:cubicBezTo>
                    <a:pt x="80527" y="173225"/>
                    <a:pt x="80595" y="173418"/>
                    <a:pt x="80669" y="173610"/>
                  </a:cubicBezTo>
                  <a:cubicBezTo>
                    <a:pt x="80743" y="173801"/>
                    <a:pt x="80823" y="173990"/>
                    <a:pt x="80908" y="174177"/>
                  </a:cubicBezTo>
                  <a:cubicBezTo>
                    <a:pt x="80994" y="174363"/>
                    <a:pt x="81085" y="174547"/>
                    <a:pt x="81182" y="174728"/>
                  </a:cubicBezTo>
                  <a:cubicBezTo>
                    <a:pt x="81279" y="174909"/>
                    <a:pt x="81381" y="175086"/>
                    <a:pt x="81489" y="175261"/>
                  </a:cubicBezTo>
                  <a:cubicBezTo>
                    <a:pt x="81597" y="175436"/>
                    <a:pt x="81710" y="175607"/>
                    <a:pt x="81829" y="175774"/>
                  </a:cubicBezTo>
                  <a:cubicBezTo>
                    <a:pt x="81947" y="175942"/>
                    <a:pt x="82071" y="176106"/>
                    <a:pt x="82199" y="176266"/>
                  </a:cubicBezTo>
                  <a:cubicBezTo>
                    <a:pt x="82328" y="176426"/>
                    <a:pt x="82461" y="176582"/>
                    <a:pt x="82599" y="176734"/>
                  </a:cubicBezTo>
                  <a:cubicBezTo>
                    <a:pt x="82737" y="176885"/>
                    <a:pt x="82880" y="177033"/>
                    <a:pt x="83027" y="177176"/>
                  </a:cubicBezTo>
                  <a:cubicBezTo>
                    <a:pt x="83174" y="177319"/>
                    <a:pt x="83325" y="177457"/>
                    <a:pt x="83481" y="177591"/>
                  </a:cubicBezTo>
                  <a:cubicBezTo>
                    <a:pt x="83637" y="177725"/>
                    <a:pt x="83796" y="177853"/>
                    <a:pt x="83960" y="177977"/>
                  </a:cubicBezTo>
                  <a:cubicBezTo>
                    <a:pt x="84124" y="178101"/>
                    <a:pt x="84291" y="178220"/>
                    <a:pt x="84462" y="178333"/>
                  </a:cubicBezTo>
                  <a:cubicBezTo>
                    <a:pt x="84633" y="178447"/>
                    <a:pt x="84807" y="178555"/>
                    <a:pt x="84985" y="178658"/>
                  </a:cubicBezTo>
                  <a:cubicBezTo>
                    <a:pt x="85162" y="178761"/>
                    <a:pt x="85343" y="178858"/>
                    <a:pt x="85526" y="178950"/>
                  </a:cubicBezTo>
                  <a:lnTo>
                    <a:pt x="105526" y="188950"/>
                  </a:lnTo>
                  <a:cubicBezTo>
                    <a:pt x="105710" y="189042"/>
                    <a:pt x="105897" y="189128"/>
                    <a:pt x="106086" y="189208"/>
                  </a:cubicBezTo>
                  <a:cubicBezTo>
                    <a:pt x="106275" y="189289"/>
                    <a:pt x="106467" y="189363"/>
                    <a:pt x="106661" y="189432"/>
                  </a:cubicBezTo>
                  <a:cubicBezTo>
                    <a:pt x="106854" y="189500"/>
                    <a:pt x="107050" y="189563"/>
                    <a:pt x="107248" y="189620"/>
                  </a:cubicBezTo>
                  <a:cubicBezTo>
                    <a:pt x="107445" y="189676"/>
                    <a:pt x="107645" y="189726"/>
                    <a:pt x="107846" y="189771"/>
                  </a:cubicBezTo>
                  <a:cubicBezTo>
                    <a:pt x="108046" y="189815"/>
                    <a:pt x="108248" y="189853"/>
                    <a:pt x="108451" y="189885"/>
                  </a:cubicBezTo>
                  <a:cubicBezTo>
                    <a:pt x="108654" y="189916"/>
                    <a:pt x="108858" y="189942"/>
                    <a:pt x="109063" y="189961"/>
                  </a:cubicBezTo>
                  <a:cubicBezTo>
                    <a:pt x="109268" y="189980"/>
                    <a:pt x="109473" y="189993"/>
                    <a:pt x="109678" y="190000"/>
                  </a:cubicBezTo>
                  <a:cubicBezTo>
                    <a:pt x="109884" y="190006"/>
                    <a:pt x="110089" y="190006"/>
                    <a:pt x="110295" y="190000"/>
                  </a:cubicBezTo>
                  <a:cubicBezTo>
                    <a:pt x="110500" y="189994"/>
                    <a:pt x="110705" y="189982"/>
                    <a:pt x="110910" y="189963"/>
                  </a:cubicBezTo>
                  <a:cubicBezTo>
                    <a:pt x="111115" y="189944"/>
                    <a:pt x="111319" y="189919"/>
                    <a:pt x="111522" y="189888"/>
                  </a:cubicBezTo>
                  <a:cubicBezTo>
                    <a:pt x="111725" y="189856"/>
                    <a:pt x="111927" y="189819"/>
                    <a:pt x="112128" y="189775"/>
                  </a:cubicBezTo>
                  <a:cubicBezTo>
                    <a:pt x="112329" y="189731"/>
                    <a:pt x="112528" y="189681"/>
                    <a:pt x="112726" y="189625"/>
                  </a:cubicBezTo>
                  <a:cubicBezTo>
                    <a:pt x="112924" y="189569"/>
                    <a:pt x="113120" y="189507"/>
                    <a:pt x="113314" y="189438"/>
                  </a:cubicBezTo>
                  <a:cubicBezTo>
                    <a:pt x="113508" y="189370"/>
                    <a:pt x="113699" y="189296"/>
                    <a:pt x="113889" y="189216"/>
                  </a:cubicBezTo>
                  <a:cubicBezTo>
                    <a:pt x="114078" y="189136"/>
                    <a:pt x="114265" y="189050"/>
                    <a:pt x="114449" y="188959"/>
                  </a:cubicBezTo>
                  <a:cubicBezTo>
                    <a:pt x="114633" y="188867"/>
                    <a:pt x="114814" y="188770"/>
                    <a:pt x="114992" y="188667"/>
                  </a:cubicBezTo>
                  <a:cubicBezTo>
                    <a:pt x="115170" y="188565"/>
                    <a:pt x="115345" y="188457"/>
                    <a:pt x="115516" y="188343"/>
                  </a:cubicBezTo>
                  <a:cubicBezTo>
                    <a:pt x="115688" y="188230"/>
                    <a:pt x="115856" y="188111"/>
                    <a:pt x="116020" y="187987"/>
                  </a:cubicBezTo>
                  <a:cubicBezTo>
                    <a:pt x="116184" y="187863"/>
                    <a:pt x="116344" y="187735"/>
                    <a:pt x="116500" y="187601"/>
                  </a:cubicBezTo>
                  <a:cubicBezTo>
                    <a:pt x="116656" y="187467"/>
                    <a:pt x="116808" y="187329"/>
                    <a:pt x="116956" y="187186"/>
                  </a:cubicBezTo>
                  <a:cubicBezTo>
                    <a:pt x="117103" y="187043"/>
                    <a:pt x="117247" y="186895"/>
                    <a:pt x="117385" y="186743"/>
                  </a:cubicBezTo>
                  <a:cubicBezTo>
                    <a:pt x="117524" y="186591"/>
                    <a:pt x="117657" y="186435"/>
                    <a:pt x="117786" y="186275"/>
                  </a:cubicBezTo>
                  <a:cubicBezTo>
                    <a:pt x="117915" y="186115"/>
                    <a:pt x="118039" y="185951"/>
                    <a:pt x="118158" y="185783"/>
                  </a:cubicBezTo>
                  <a:cubicBezTo>
                    <a:pt x="118277" y="185615"/>
                    <a:pt x="118390" y="185444"/>
                    <a:pt x="118498" y="185269"/>
                  </a:cubicBezTo>
                  <a:cubicBezTo>
                    <a:pt x="118607" y="185095"/>
                    <a:pt x="118709" y="184917"/>
                    <a:pt x="118807" y="184735"/>
                  </a:cubicBezTo>
                  <a:cubicBezTo>
                    <a:pt x="118904" y="184554"/>
                    <a:pt x="118995" y="184370"/>
                    <a:pt x="119081" y="184184"/>
                  </a:cubicBezTo>
                  <a:cubicBezTo>
                    <a:pt x="119167" y="183997"/>
                    <a:pt x="119247" y="183808"/>
                    <a:pt x="119322" y="183616"/>
                  </a:cubicBezTo>
                  <a:cubicBezTo>
                    <a:pt x="119396" y="183424"/>
                    <a:pt x="119464" y="183230"/>
                    <a:pt x="119526" y="183034"/>
                  </a:cubicBezTo>
                  <a:cubicBezTo>
                    <a:pt x="119589" y="182839"/>
                    <a:pt x="119645" y="182641"/>
                    <a:pt x="119695" y="182441"/>
                  </a:cubicBezTo>
                  <a:cubicBezTo>
                    <a:pt x="119745" y="182242"/>
                    <a:pt x="119789" y="182041"/>
                    <a:pt x="119827" y="181839"/>
                  </a:cubicBezTo>
                  <a:cubicBezTo>
                    <a:pt x="119864" y="181637"/>
                    <a:pt x="119896" y="181434"/>
                    <a:pt x="119921" y="181230"/>
                  </a:cubicBezTo>
                  <a:cubicBezTo>
                    <a:pt x="119946" y="181026"/>
                    <a:pt x="119965" y="180821"/>
                    <a:pt x="119978" y="180616"/>
                  </a:cubicBezTo>
                  <a:cubicBezTo>
                    <a:pt x="119990" y="180411"/>
                    <a:pt x="119996" y="180206"/>
                    <a:pt x="119996" y="180000"/>
                  </a:cubicBezTo>
                  <a:lnTo>
                    <a:pt x="119996" y="110000"/>
                  </a:lnTo>
                  <a:cubicBezTo>
                    <a:pt x="119997" y="109592"/>
                    <a:pt x="120009" y="109183"/>
                    <a:pt x="120034" y="108776"/>
                  </a:cubicBezTo>
                  <a:cubicBezTo>
                    <a:pt x="120060" y="108368"/>
                    <a:pt x="120097" y="107961"/>
                    <a:pt x="120147" y="107556"/>
                  </a:cubicBezTo>
                  <a:cubicBezTo>
                    <a:pt x="120197" y="107151"/>
                    <a:pt x="120260" y="106747"/>
                    <a:pt x="120335" y="106346"/>
                  </a:cubicBezTo>
                  <a:cubicBezTo>
                    <a:pt x="120410" y="105944"/>
                    <a:pt x="120497" y="105545"/>
                    <a:pt x="120596" y="105149"/>
                  </a:cubicBezTo>
                  <a:cubicBezTo>
                    <a:pt x="120695" y="104753"/>
                    <a:pt x="120806" y="104360"/>
                    <a:pt x="120930" y="103970"/>
                  </a:cubicBezTo>
                  <a:cubicBezTo>
                    <a:pt x="121053" y="103581"/>
                    <a:pt x="121188" y="103196"/>
                    <a:pt x="121335" y="102815"/>
                  </a:cubicBezTo>
                  <a:cubicBezTo>
                    <a:pt x="121482" y="102434"/>
                    <a:pt x="121641" y="102057"/>
                    <a:pt x="121811" y="101686"/>
                  </a:cubicBezTo>
                  <a:cubicBezTo>
                    <a:pt x="121981" y="101314"/>
                    <a:pt x="122162" y="100948"/>
                    <a:pt x="122354" y="100588"/>
                  </a:cubicBezTo>
                  <a:cubicBezTo>
                    <a:pt x="122547" y="100228"/>
                    <a:pt x="122750" y="99874"/>
                    <a:pt x="122964" y="99526"/>
                  </a:cubicBezTo>
                  <a:cubicBezTo>
                    <a:pt x="123178" y="99178"/>
                    <a:pt x="123403" y="98837"/>
                    <a:pt x="123638" y="98503"/>
                  </a:cubicBezTo>
                  <a:cubicBezTo>
                    <a:pt x="123873" y="98169"/>
                    <a:pt x="124118" y="97842"/>
                    <a:pt x="124373" y="97523"/>
                  </a:cubicBezTo>
                  <a:cubicBezTo>
                    <a:pt x="124628" y="97204"/>
                    <a:pt x="124892" y="96893"/>
                    <a:pt x="125166" y="96590"/>
                  </a:cubicBezTo>
                  <a:lnTo>
                    <a:pt x="197396" y="16700"/>
                  </a:lnTo>
                  <a:cubicBezTo>
                    <a:pt x="197535" y="16546"/>
                    <a:pt x="197670" y="16388"/>
                    <a:pt x="197799" y="16225"/>
                  </a:cubicBezTo>
                  <a:cubicBezTo>
                    <a:pt x="197928" y="16063"/>
                    <a:pt x="198052" y="15897"/>
                    <a:pt x="198171" y="15727"/>
                  </a:cubicBezTo>
                  <a:cubicBezTo>
                    <a:pt x="198290" y="15556"/>
                    <a:pt x="198403" y="15383"/>
                    <a:pt x="198511" y="15206"/>
                  </a:cubicBezTo>
                  <a:cubicBezTo>
                    <a:pt x="198619" y="15028"/>
                    <a:pt x="198721" y="14848"/>
                    <a:pt x="198818" y="14665"/>
                  </a:cubicBezTo>
                  <a:cubicBezTo>
                    <a:pt x="198915" y="14481"/>
                    <a:pt x="199006" y="14295"/>
                    <a:pt x="199091" y="14105"/>
                  </a:cubicBezTo>
                  <a:cubicBezTo>
                    <a:pt x="199176" y="13916"/>
                    <a:pt x="199256" y="13724"/>
                    <a:pt x="199329" y="13530"/>
                  </a:cubicBezTo>
                  <a:cubicBezTo>
                    <a:pt x="199402" y="13336"/>
                    <a:pt x="199469" y="13140"/>
                    <a:pt x="199530" y="12942"/>
                  </a:cubicBezTo>
                  <a:cubicBezTo>
                    <a:pt x="199591" y="12743"/>
                    <a:pt x="199646" y="12543"/>
                    <a:pt x="199695" y="12341"/>
                  </a:cubicBezTo>
                  <a:cubicBezTo>
                    <a:pt x="199743" y="12140"/>
                    <a:pt x="199786" y="11937"/>
                    <a:pt x="199822" y="11732"/>
                  </a:cubicBezTo>
                  <a:cubicBezTo>
                    <a:pt x="199858" y="11528"/>
                    <a:pt x="199887" y="11323"/>
                    <a:pt x="199910" y="11116"/>
                  </a:cubicBezTo>
                  <a:cubicBezTo>
                    <a:pt x="199933" y="10910"/>
                    <a:pt x="199950" y="10703"/>
                    <a:pt x="199960" y="10496"/>
                  </a:cubicBezTo>
                  <a:cubicBezTo>
                    <a:pt x="199971" y="10289"/>
                    <a:pt x="199975" y="10081"/>
                    <a:pt x="199972" y="9874"/>
                  </a:cubicBezTo>
                  <a:cubicBezTo>
                    <a:pt x="199969" y="9667"/>
                    <a:pt x="199960" y="9459"/>
                    <a:pt x="199945" y="9252"/>
                  </a:cubicBezTo>
                  <a:cubicBezTo>
                    <a:pt x="199929" y="9046"/>
                    <a:pt x="199907" y="8839"/>
                    <a:pt x="199879" y="8634"/>
                  </a:cubicBezTo>
                  <a:cubicBezTo>
                    <a:pt x="199851" y="8428"/>
                    <a:pt x="199816" y="8224"/>
                    <a:pt x="199775" y="8020"/>
                  </a:cubicBezTo>
                  <a:cubicBezTo>
                    <a:pt x="199734" y="7817"/>
                    <a:pt x="199686" y="7615"/>
                    <a:pt x="199633" y="7414"/>
                  </a:cubicBezTo>
                  <a:cubicBezTo>
                    <a:pt x="199579" y="7214"/>
                    <a:pt x="199519" y="7015"/>
                    <a:pt x="199453" y="6819"/>
                  </a:cubicBezTo>
                  <a:cubicBezTo>
                    <a:pt x="199387" y="6622"/>
                    <a:pt x="199315" y="6427"/>
                    <a:pt x="199237" y="6235"/>
                  </a:cubicBezTo>
                  <a:cubicBezTo>
                    <a:pt x="199159" y="6043"/>
                    <a:pt x="199075" y="5853"/>
                    <a:pt x="198985" y="5666"/>
                  </a:cubicBezTo>
                  <a:cubicBezTo>
                    <a:pt x="198895" y="5479"/>
                    <a:pt x="198799" y="5295"/>
                    <a:pt x="198698" y="5114"/>
                  </a:cubicBezTo>
                  <a:cubicBezTo>
                    <a:pt x="198597" y="4933"/>
                    <a:pt x="198490" y="4755"/>
                    <a:pt x="198377" y="4581"/>
                  </a:cubicBezTo>
                  <a:cubicBezTo>
                    <a:pt x="198265" y="4407"/>
                    <a:pt x="198147" y="4236"/>
                    <a:pt x="198024" y="4069"/>
                  </a:cubicBezTo>
                  <a:cubicBezTo>
                    <a:pt x="197901" y="3902"/>
                    <a:pt x="197773" y="3739"/>
                    <a:pt x="197639" y="3580"/>
                  </a:cubicBezTo>
                  <a:cubicBezTo>
                    <a:pt x="197506" y="3420"/>
                    <a:pt x="197368" y="3266"/>
                    <a:pt x="197225" y="3115"/>
                  </a:cubicBezTo>
                  <a:cubicBezTo>
                    <a:pt x="197082" y="2965"/>
                    <a:pt x="196935" y="2819"/>
                    <a:pt x="196783" y="2677"/>
                  </a:cubicBezTo>
                  <a:cubicBezTo>
                    <a:pt x="196631" y="2536"/>
                    <a:pt x="196475" y="2400"/>
                    <a:pt x="196314" y="2268"/>
                  </a:cubicBezTo>
                  <a:cubicBezTo>
                    <a:pt x="196154" y="2136"/>
                    <a:pt x="195990" y="2010"/>
                    <a:pt x="195821" y="1889"/>
                  </a:cubicBezTo>
                  <a:cubicBezTo>
                    <a:pt x="195653" y="1767"/>
                    <a:pt x="195481" y="1651"/>
                    <a:pt x="195306" y="1541"/>
                  </a:cubicBezTo>
                  <a:cubicBezTo>
                    <a:pt x="195130" y="1430"/>
                    <a:pt x="194951" y="1325"/>
                    <a:pt x="194769" y="1225"/>
                  </a:cubicBezTo>
                  <a:cubicBezTo>
                    <a:pt x="194587" y="1126"/>
                    <a:pt x="194402" y="1032"/>
                    <a:pt x="194214" y="944"/>
                  </a:cubicBezTo>
                  <a:cubicBezTo>
                    <a:pt x="194026" y="856"/>
                    <a:pt x="193836" y="774"/>
                    <a:pt x="193643" y="698"/>
                  </a:cubicBezTo>
                  <a:cubicBezTo>
                    <a:pt x="193450" y="622"/>
                    <a:pt x="193254" y="551"/>
                    <a:pt x="193057" y="487"/>
                  </a:cubicBezTo>
                  <a:cubicBezTo>
                    <a:pt x="192860" y="423"/>
                    <a:pt x="192660" y="366"/>
                    <a:pt x="192459" y="314"/>
                  </a:cubicBezTo>
                  <a:cubicBezTo>
                    <a:pt x="192258" y="262"/>
                    <a:pt x="192056" y="217"/>
                    <a:pt x="191852" y="178"/>
                  </a:cubicBezTo>
                  <a:cubicBezTo>
                    <a:pt x="191648" y="139"/>
                    <a:pt x="191443" y="107"/>
                    <a:pt x="191238" y="80"/>
                  </a:cubicBezTo>
                  <a:cubicBezTo>
                    <a:pt x="191032" y="54"/>
                    <a:pt x="190825" y="34"/>
                    <a:pt x="190618" y="21"/>
                  </a:cubicBezTo>
                  <a:cubicBezTo>
                    <a:pt x="190411" y="7"/>
                    <a:pt x="190204" y="0"/>
                    <a:pt x="189996" y="0"/>
                  </a:cubicBezTo>
                  <a:lnTo>
                    <a:pt x="9996" y="0"/>
                  </a:lnTo>
                  <a:cubicBezTo>
                    <a:pt x="9789" y="0"/>
                    <a:pt x="9581" y="7"/>
                    <a:pt x="9374" y="20"/>
                  </a:cubicBezTo>
                  <a:cubicBezTo>
                    <a:pt x="9167" y="33"/>
                    <a:pt x="8960" y="52"/>
                    <a:pt x="8754" y="78"/>
                  </a:cubicBezTo>
                  <a:cubicBezTo>
                    <a:pt x="8548" y="104"/>
                    <a:pt x="8343" y="136"/>
                    <a:pt x="8139" y="175"/>
                  </a:cubicBezTo>
                  <a:cubicBezTo>
                    <a:pt x="7935" y="213"/>
                    <a:pt x="7732" y="258"/>
                    <a:pt x="7531" y="310"/>
                  </a:cubicBezTo>
                  <a:cubicBezTo>
                    <a:pt x="7329" y="361"/>
                    <a:pt x="7130" y="418"/>
                    <a:pt x="6932" y="482"/>
                  </a:cubicBezTo>
                  <a:cubicBezTo>
                    <a:pt x="6735" y="546"/>
                    <a:pt x="6539" y="616"/>
                    <a:pt x="6346" y="692"/>
                  </a:cubicBezTo>
                  <a:cubicBezTo>
                    <a:pt x="6152" y="767"/>
                    <a:pt x="5962" y="849"/>
                    <a:pt x="5773" y="937"/>
                  </a:cubicBezTo>
                  <a:cubicBezTo>
                    <a:pt x="5585" y="1025"/>
                    <a:pt x="5400" y="1118"/>
                    <a:pt x="5217" y="1218"/>
                  </a:cubicBezTo>
                  <a:cubicBezTo>
                    <a:pt x="5035" y="1317"/>
                    <a:pt x="4856" y="1422"/>
                    <a:pt x="4680" y="1532"/>
                  </a:cubicBezTo>
                  <a:cubicBezTo>
                    <a:pt x="4504" y="1643"/>
                    <a:pt x="4332" y="1759"/>
                    <a:pt x="4163" y="1880"/>
                  </a:cubicBezTo>
                  <a:cubicBezTo>
                    <a:pt x="3995" y="2001"/>
                    <a:pt x="3830" y="2128"/>
                    <a:pt x="3669" y="2259"/>
                  </a:cubicBezTo>
                  <a:cubicBezTo>
                    <a:pt x="3508" y="2391"/>
                    <a:pt x="3352" y="2527"/>
                    <a:pt x="3200" y="2668"/>
                  </a:cubicBezTo>
                  <a:cubicBezTo>
                    <a:pt x="3047" y="2809"/>
                    <a:pt x="2900" y="2955"/>
                    <a:pt x="2756" y="3106"/>
                  </a:cubicBezTo>
                  <a:cubicBezTo>
                    <a:pt x="2613" y="3256"/>
                    <a:pt x="2475" y="3411"/>
                    <a:pt x="2341" y="3570"/>
                  </a:cubicBezTo>
                  <a:cubicBezTo>
                    <a:pt x="2208" y="3729"/>
                    <a:pt x="2079" y="3892"/>
                    <a:pt x="1956" y="4059"/>
                  </a:cubicBezTo>
                  <a:cubicBezTo>
                    <a:pt x="1833" y="4226"/>
                    <a:pt x="1714" y="4397"/>
                    <a:pt x="1602" y="4571"/>
                  </a:cubicBezTo>
                  <a:cubicBezTo>
                    <a:pt x="1489" y="4746"/>
                    <a:pt x="1382" y="4924"/>
                    <a:pt x="1280" y="5105"/>
                  </a:cubicBezTo>
                  <a:cubicBezTo>
                    <a:pt x="1178" y="5286"/>
                    <a:pt x="1082" y="5470"/>
                    <a:pt x="992" y="5657"/>
                  </a:cubicBezTo>
                  <a:cubicBezTo>
                    <a:pt x="902" y="5844"/>
                    <a:pt x="818" y="6034"/>
                    <a:pt x="739" y="6226"/>
                  </a:cubicBezTo>
                  <a:cubicBezTo>
                    <a:pt x="661" y="6418"/>
                    <a:pt x="589" y="6613"/>
                    <a:pt x="522" y="6810"/>
                  </a:cubicBezTo>
                  <a:cubicBezTo>
                    <a:pt x="456" y="7007"/>
                    <a:pt x="396" y="7206"/>
                    <a:pt x="342" y="7406"/>
                  </a:cubicBezTo>
                  <a:cubicBezTo>
                    <a:pt x="288" y="7607"/>
                    <a:pt x="241" y="7809"/>
                    <a:pt x="200" y="8012"/>
                  </a:cubicBezTo>
                  <a:cubicBezTo>
                    <a:pt x="158" y="8216"/>
                    <a:pt x="123" y="8420"/>
                    <a:pt x="95" y="8626"/>
                  </a:cubicBezTo>
                  <a:cubicBezTo>
                    <a:pt x="66" y="8832"/>
                    <a:pt x="44" y="9038"/>
                    <a:pt x="29" y="9245"/>
                  </a:cubicBezTo>
                  <a:cubicBezTo>
                    <a:pt x="13" y="9452"/>
                    <a:pt x="4" y="9660"/>
                    <a:pt x="1" y="9868"/>
                  </a:cubicBezTo>
                  <a:cubicBezTo>
                    <a:pt x="-2" y="10075"/>
                    <a:pt x="2" y="10283"/>
                    <a:pt x="12" y="10490"/>
                  </a:cubicBezTo>
                  <a:cubicBezTo>
                    <a:pt x="22" y="10698"/>
                    <a:pt x="39" y="10905"/>
                    <a:pt x="62" y="11111"/>
                  </a:cubicBezTo>
                  <a:cubicBezTo>
                    <a:pt x="85" y="11317"/>
                    <a:pt x="114" y="11523"/>
                    <a:pt x="150" y="11727"/>
                  </a:cubicBezTo>
                  <a:cubicBezTo>
                    <a:pt x="186" y="11932"/>
                    <a:pt x="228" y="12135"/>
                    <a:pt x="277" y="12337"/>
                  </a:cubicBezTo>
                  <a:cubicBezTo>
                    <a:pt x="326" y="12539"/>
                    <a:pt x="380" y="12739"/>
                    <a:pt x="441" y="12938"/>
                  </a:cubicBezTo>
                  <a:cubicBezTo>
                    <a:pt x="502" y="13136"/>
                    <a:pt x="569" y="13333"/>
                    <a:pt x="643" y="13527"/>
                  </a:cubicBezTo>
                  <a:cubicBezTo>
                    <a:pt x="716" y="13722"/>
                    <a:pt x="795" y="13914"/>
                    <a:pt x="880" y="14103"/>
                  </a:cubicBezTo>
                  <a:cubicBezTo>
                    <a:pt x="966" y="14292"/>
                    <a:pt x="1057" y="14479"/>
                    <a:pt x="1154" y="14663"/>
                  </a:cubicBezTo>
                  <a:cubicBezTo>
                    <a:pt x="1250" y="14846"/>
                    <a:pt x="1353" y="15027"/>
                    <a:pt x="1461" y="15204"/>
                  </a:cubicBezTo>
                  <a:cubicBezTo>
                    <a:pt x="1569" y="15382"/>
                    <a:pt x="1683" y="15555"/>
                    <a:pt x="1801" y="15726"/>
                  </a:cubicBezTo>
                  <a:cubicBezTo>
                    <a:pt x="1920" y="15896"/>
                    <a:pt x="2044" y="16062"/>
                    <a:pt x="2174" y="16225"/>
                  </a:cubicBezTo>
                  <a:cubicBezTo>
                    <a:pt x="2303" y="16387"/>
                    <a:pt x="2437" y="16546"/>
                    <a:pt x="2576" y="16700"/>
                  </a:cubicBezTo>
                  <a:lnTo>
                    <a:pt x="74826" y="96590"/>
                  </a:lnTo>
                  <a:cubicBezTo>
                    <a:pt x="75100" y="96893"/>
                    <a:pt x="75365" y="97204"/>
                    <a:pt x="75620" y="97523"/>
                  </a:cubicBezTo>
                  <a:cubicBezTo>
                    <a:pt x="75875" y="97842"/>
                    <a:pt x="76120" y="98169"/>
                    <a:pt x="76355" y="98503"/>
                  </a:cubicBezTo>
                  <a:cubicBezTo>
                    <a:pt x="76590" y="98837"/>
                    <a:pt x="76815" y="99178"/>
                    <a:pt x="77029" y="99526"/>
                  </a:cubicBezTo>
                  <a:cubicBezTo>
                    <a:pt x="77243" y="99874"/>
                    <a:pt x="77446" y="100228"/>
                    <a:pt x="77639" y="100588"/>
                  </a:cubicBezTo>
                  <a:cubicBezTo>
                    <a:pt x="77831" y="100948"/>
                    <a:pt x="78012" y="101314"/>
                    <a:pt x="78182" y="101686"/>
                  </a:cubicBezTo>
                  <a:cubicBezTo>
                    <a:pt x="78352" y="102057"/>
                    <a:pt x="78511" y="102434"/>
                    <a:pt x="78658" y="102815"/>
                  </a:cubicBezTo>
                  <a:cubicBezTo>
                    <a:pt x="78804" y="103196"/>
                    <a:pt x="78940" y="103581"/>
                    <a:pt x="79063" y="103970"/>
                  </a:cubicBezTo>
                  <a:cubicBezTo>
                    <a:pt x="79186" y="104360"/>
                    <a:pt x="79298" y="104753"/>
                    <a:pt x="79397" y="105149"/>
                  </a:cubicBezTo>
                  <a:cubicBezTo>
                    <a:pt x="79496" y="105545"/>
                    <a:pt x="79583" y="105944"/>
                    <a:pt x="79658" y="106346"/>
                  </a:cubicBezTo>
                  <a:cubicBezTo>
                    <a:pt x="79733" y="106747"/>
                    <a:pt x="79795" y="107151"/>
                    <a:pt x="79845" y="107556"/>
                  </a:cubicBezTo>
                  <a:cubicBezTo>
                    <a:pt x="79895" y="107961"/>
                    <a:pt x="79933" y="108368"/>
                    <a:pt x="79958" y="108776"/>
                  </a:cubicBezTo>
                  <a:cubicBezTo>
                    <a:pt x="79984" y="109183"/>
                    <a:pt x="79996" y="109592"/>
                    <a:pt x="79996" y="11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7" name="probe-lucide-percent" descr="percent — Cole Bemis; Lucide contributors; preserve the bundled full upstream license. Source: https://github.com/lucide-icons/lucide/blob/20aef31db93fe4d9f398dbb15b120d99c48eef95/icons/percent.svg; SVG SHA256: 580948bc2c69b84380f0d1e628d85227600886e3f1620effb1ae300b750a9dc0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08" name="probe-lucide-percent-part-1"/>
            <p:cNvSpPr/>
            <p:nvPr/>
          </p:nvSpPr>
          <p:spPr>
            <a:xfrm>
              <a:off x="50000" y="50000"/>
              <a:ext cx="140000" cy="140000"/>
            </a:xfrm>
            <a:custGeom>
              <a:avLst/>
              <a:gdLst/>
              <a:ahLst/>
              <a:cxnLst/>
              <a:rect l="0" t="0" r="r" b="b"/>
              <a:pathLst>
                <a:path w="140000" h="140000">
                  <a:moveTo>
                    <a:pt x="140000" y="0"/>
                  </a:moveTo>
                  <a:lnTo>
                    <a:pt x="0" y="1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9" name="probe-lucide-percent-part-2"/>
            <p:cNvSpPr/>
            <p:nvPr/>
          </p:nvSpPr>
          <p:spPr>
            <a:xfrm>
              <a:off x="40000" y="4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25000"/>
                  </a:moveTo>
                  <a:cubicBezTo>
                    <a:pt x="50000" y="25524"/>
                    <a:pt x="49984" y="26047"/>
                    <a:pt x="49951" y="26570"/>
                  </a:cubicBezTo>
                  <a:cubicBezTo>
                    <a:pt x="49918" y="27092"/>
                    <a:pt x="49868" y="27614"/>
                    <a:pt x="49803" y="28133"/>
                  </a:cubicBezTo>
                  <a:cubicBezTo>
                    <a:pt x="49737" y="28653"/>
                    <a:pt x="49655" y="29170"/>
                    <a:pt x="49557" y="29685"/>
                  </a:cubicBezTo>
                  <a:cubicBezTo>
                    <a:pt x="49459" y="30199"/>
                    <a:pt x="49345" y="30710"/>
                    <a:pt x="49215" y="31217"/>
                  </a:cubicBezTo>
                  <a:cubicBezTo>
                    <a:pt x="49084" y="31724"/>
                    <a:pt x="48938" y="32227"/>
                    <a:pt x="48776" y="32725"/>
                  </a:cubicBezTo>
                  <a:cubicBezTo>
                    <a:pt x="48615" y="33223"/>
                    <a:pt x="48437" y="33716"/>
                    <a:pt x="48244" y="34203"/>
                  </a:cubicBezTo>
                  <a:cubicBezTo>
                    <a:pt x="48052" y="34690"/>
                    <a:pt x="47844" y="35171"/>
                    <a:pt x="47621" y="35644"/>
                  </a:cubicBezTo>
                  <a:cubicBezTo>
                    <a:pt x="47398" y="36118"/>
                    <a:pt x="47160" y="36585"/>
                    <a:pt x="46908" y="37044"/>
                  </a:cubicBezTo>
                  <a:cubicBezTo>
                    <a:pt x="46655" y="37503"/>
                    <a:pt x="46389" y="37954"/>
                    <a:pt x="46108" y="38396"/>
                  </a:cubicBezTo>
                  <a:cubicBezTo>
                    <a:pt x="45828" y="38838"/>
                    <a:pt x="45533" y="39271"/>
                    <a:pt x="45225" y="39695"/>
                  </a:cubicBezTo>
                  <a:cubicBezTo>
                    <a:pt x="44918" y="40118"/>
                    <a:pt x="44597" y="40532"/>
                    <a:pt x="44263" y="40936"/>
                  </a:cubicBezTo>
                  <a:cubicBezTo>
                    <a:pt x="43929" y="41339"/>
                    <a:pt x="43583" y="41732"/>
                    <a:pt x="43224" y="42114"/>
                  </a:cubicBezTo>
                  <a:cubicBezTo>
                    <a:pt x="42866" y="42495"/>
                    <a:pt x="42495" y="42866"/>
                    <a:pt x="42114" y="43224"/>
                  </a:cubicBezTo>
                  <a:cubicBezTo>
                    <a:pt x="41732" y="43583"/>
                    <a:pt x="41339" y="43929"/>
                    <a:pt x="40936" y="44263"/>
                  </a:cubicBezTo>
                  <a:cubicBezTo>
                    <a:pt x="40532" y="44597"/>
                    <a:pt x="40118" y="44918"/>
                    <a:pt x="39695" y="45225"/>
                  </a:cubicBezTo>
                  <a:cubicBezTo>
                    <a:pt x="39271" y="45533"/>
                    <a:pt x="38838" y="45828"/>
                    <a:pt x="38396" y="46108"/>
                  </a:cubicBezTo>
                  <a:cubicBezTo>
                    <a:pt x="37954" y="46389"/>
                    <a:pt x="37503" y="46655"/>
                    <a:pt x="37044" y="46908"/>
                  </a:cubicBezTo>
                  <a:cubicBezTo>
                    <a:pt x="36585" y="47160"/>
                    <a:pt x="36118" y="47398"/>
                    <a:pt x="35644" y="47621"/>
                  </a:cubicBezTo>
                  <a:cubicBezTo>
                    <a:pt x="35171" y="47844"/>
                    <a:pt x="34690" y="48052"/>
                    <a:pt x="34203" y="48244"/>
                  </a:cubicBezTo>
                  <a:cubicBezTo>
                    <a:pt x="33716" y="48437"/>
                    <a:pt x="33223" y="48615"/>
                    <a:pt x="32725" y="48776"/>
                  </a:cubicBezTo>
                  <a:cubicBezTo>
                    <a:pt x="32227" y="48938"/>
                    <a:pt x="31724" y="49084"/>
                    <a:pt x="31217" y="49215"/>
                  </a:cubicBezTo>
                  <a:cubicBezTo>
                    <a:pt x="30710" y="49345"/>
                    <a:pt x="30199" y="49459"/>
                    <a:pt x="29685" y="49557"/>
                  </a:cubicBezTo>
                  <a:cubicBezTo>
                    <a:pt x="29170" y="49655"/>
                    <a:pt x="28653" y="49737"/>
                    <a:pt x="28133" y="49803"/>
                  </a:cubicBezTo>
                  <a:cubicBezTo>
                    <a:pt x="27614" y="49868"/>
                    <a:pt x="27092" y="49918"/>
                    <a:pt x="26570" y="49951"/>
                  </a:cubicBezTo>
                  <a:cubicBezTo>
                    <a:pt x="26047" y="49984"/>
                    <a:pt x="25524" y="50000"/>
                    <a:pt x="25000" y="50000"/>
                  </a:cubicBezTo>
                  <a:cubicBezTo>
                    <a:pt x="24476" y="50000"/>
                    <a:pt x="23953" y="49984"/>
                    <a:pt x="23430" y="49951"/>
                  </a:cubicBezTo>
                  <a:cubicBezTo>
                    <a:pt x="22908" y="49918"/>
                    <a:pt x="22386" y="49868"/>
                    <a:pt x="21867" y="49803"/>
                  </a:cubicBezTo>
                  <a:cubicBezTo>
                    <a:pt x="21347" y="49737"/>
                    <a:pt x="20830" y="49655"/>
                    <a:pt x="20315" y="49557"/>
                  </a:cubicBezTo>
                  <a:cubicBezTo>
                    <a:pt x="19801" y="49459"/>
                    <a:pt x="19290" y="49345"/>
                    <a:pt x="18783" y="49215"/>
                  </a:cubicBezTo>
                  <a:cubicBezTo>
                    <a:pt x="18276" y="49084"/>
                    <a:pt x="17773" y="48938"/>
                    <a:pt x="17275" y="48776"/>
                  </a:cubicBezTo>
                  <a:cubicBezTo>
                    <a:pt x="16777" y="48615"/>
                    <a:pt x="16284" y="48437"/>
                    <a:pt x="15797" y="48244"/>
                  </a:cubicBezTo>
                  <a:cubicBezTo>
                    <a:pt x="15310" y="48052"/>
                    <a:pt x="14829" y="47844"/>
                    <a:pt x="14356" y="47621"/>
                  </a:cubicBezTo>
                  <a:cubicBezTo>
                    <a:pt x="13882" y="47398"/>
                    <a:pt x="13415" y="47160"/>
                    <a:pt x="12956" y="46908"/>
                  </a:cubicBezTo>
                  <a:cubicBezTo>
                    <a:pt x="12497" y="46655"/>
                    <a:pt x="12046" y="46389"/>
                    <a:pt x="11604" y="46108"/>
                  </a:cubicBezTo>
                  <a:cubicBezTo>
                    <a:pt x="11162" y="45828"/>
                    <a:pt x="10729" y="45533"/>
                    <a:pt x="10305" y="45225"/>
                  </a:cubicBezTo>
                  <a:cubicBezTo>
                    <a:pt x="9882" y="44918"/>
                    <a:pt x="9468" y="44597"/>
                    <a:pt x="9064" y="44263"/>
                  </a:cubicBezTo>
                  <a:cubicBezTo>
                    <a:pt x="8661" y="43929"/>
                    <a:pt x="8268" y="43583"/>
                    <a:pt x="7886" y="43224"/>
                  </a:cubicBezTo>
                  <a:cubicBezTo>
                    <a:pt x="7505" y="42866"/>
                    <a:pt x="7134" y="42495"/>
                    <a:pt x="6776" y="42114"/>
                  </a:cubicBezTo>
                  <a:cubicBezTo>
                    <a:pt x="6417" y="41732"/>
                    <a:pt x="6071" y="41339"/>
                    <a:pt x="5737" y="40936"/>
                  </a:cubicBezTo>
                  <a:cubicBezTo>
                    <a:pt x="5403" y="40532"/>
                    <a:pt x="5082" y="40118"/>
                    <a:pt x="4775" y="39695"/>
                  </a:cubicBezTo>
                  <a:cubicBezTo>
                    <a:pt x="4467" y="39271"/>
                    <a:pt x="4172" y="38838"/>
                    <a:pt x="3892" y="38396"/>
                  </a:cubicBezTo>
                  <a:cubicBezTo>
                    <a:pt x="3611" y="37954"/>
                    <a:pt x="3345" y="37503"/>
                    <a:pt x="3092" y="37044"/>
                  </a:cubicBezTo>
                  <a:cubicBezTo>
                    <a:pt x="2840" y="36585"/>
                    <a:pt x="2602" y="36118"/>
                    <a:pt x="2379" y="35644"/>
                  </a:cubicBezTo>
                  <a:cubicBezTo>
                    <a:pt x="2156" y="35171"/>
                    <a:pt x="1948" y="34690"/>
                    <a:pt x="1756" y="34203"/>
                  </a:cubicBezTo>
                  <a:cubicBezTo>
                    <a:pt x="1563" y="33716"/>
                    <a:pt x="1385" y="33223"/>
                    <a:pt x="1224" y="32725"/>
                  </a:cubicBezTo>
                  <a:cubicBezTo>
                    <a:pt x="1062" y="32227"/>
                    <a:pt x="916" y="31724"/>
                    <a:pt x="785" y="31217"/>
                  </a:cubicBezTo>
                  <a:cubicBezTo>
                    <a:pt x="655" y="30710"/>
                    <a:pt x="541" y="30199"/>
                    <a:pt x="443" y="29685"/>
                  </a:cubicBezTo>
                  <a:cubicBezTo>
                    <a:pt x="345" y="29170"/>
                    <a:pt x="263" y="28653"/>
                    <a:pt x="197" y="28133"/>
                  </a:cubicBezTo>
                  <a:cubicBezTo>
                    <a:pt x="132" y="27614"/>
                    <a:pt x="82" y="27092"/>
                    <a:pt x="49" y="26570"/>
                  </a:cubicBezTo>
                  <a:cubicBezTo>
                    <a:pt x="16" y="26047"/>
                    <a:pt x="0" y="25524"/>
                    <a:pt x="0" y="25000"/>
                  </a:cubicBezTo>
                  <a:cubicBezTo>
                    <a:pt x="0" y="24476"/>
                    <a:pt x="16" y="23953"/>
                    <a:pt x="49" y="23430"/>
                  </a:cubicBezTo>
                  <a:cubicBezTo>
                    <a:pt x="82" y="22908"/>
                    <a:pt x="132" y="22386"/>
                    <a:pt x="197" y="21867"/>
                  </a:cubicBezTo>
                  <a:cubicBezTo>
                    <a:pt x="263" y="21347"/>
                    <a:pt x="345" y="20830"/>
                    <a:pt x="443" y="20315"/>
                  </a:cubicBezTo>
                  <a:cubicBezTo>
                    <a:pt x="541" y="19801"/>
                    <a:pt x="655" y="19290"/>
                    <a:pt x="785" y="18783"/>
                  </a:cubicBezTo>
                  <a:cubicBezTo>
                    <a:pt x="916" y="18276"/>
                    <a:pt x="1062" y="17773"/>
                    <a:pt x="1224" y="17275"/>
                  </a:cubicBezTo>
                  <a:cubicBezTo>
                    <a:pt x="1385" y="16777"/>
                    <a:pt x="1563" y="16284"/>
                    <a:pt x="1756" y="15797"/>
                  </a:cubicBezTo>
                  <a:cubicBezTo>
                    <a:pt x="1948" y="15310"/>
                    <a:pt x="2156" y="14829"/>
                    <a:pt x="2379" y="14356"/>
                  </a:cubicBezTo>
                  <a:cubicBezTo>
                    <a:pt x="2602" y="13882"/>
                    <a:pt x="2840" y="13415"/>
                    <a:pt x="3092" y="12956"/>
                  </a:cubicBezTo>
                  <a:cubicBezTo>
                    <a:pt x="3345" y="12497"/>
                    <a:pt x="3611" y="12046"/>
                    <a:pt x="3892" y="11604"/>
                  </a:cubicBezTo>
                  <a:cubicBezTo>
                    <a:pt x="4172" y="11162"/>
                    <a:pt x="4467" y="10729"/>
                    <a:pt x="4775" y="10305"/>
                  </a:cubicBezTo>
                  <a:cubicBezTo>
                    <a:pt x="5082" y="9882"/>
                    <a:pt x="5403" y="9468"/>
                    <a:pt x="5737" y="9064"/>
                  </a:cubicBezTo>
                  <a:cubicBezTo>
                    <a:pt x="6071" y="8661"/>
                    <a:pt x="6417" y="8268"/>
                    <a:pt x="6776" y="7886"/>
                  </a:cubicBezTo>
                  <a:cubicBezTo>
                    <a:pt x="7134" y="7505"/>
                    <a:pt x="7505" y="7134"/>
                    <a:pt x="7886" y="6776"/>
                  </a:cubicBezTo>
                  <a:cubicBezTo>
                    <a:pt x="8268" y="6417"/>
                    <a:pt x="8661" y="6071"/>
                    <a:pt x="9064" y="5737"/>
                  </a:cubicBezTo>
                  <a:cubicBezTo>
                    <a:pt x="9468" y="5403"/>
                    <a:pt x="9882" y="5082"/>
                    <a:pt x="10305" y="4775"/>
                  </a:cubicBezTo>
                  <a:cubicBezTo>
                    <a:pt x="10729" y="4467"/>
                    <a:pt x="11162" y="4172"/>
                    <a:pt x="11604" y="3892"/>
                  </a:cubicBezTo>
                  <a:cubicBezTo>
                    <a:pt x="12046" y="3611"/>
                    <a:pt x="12497" y="3345"/>
                    <a:pt x="12956" y="3092"/>
                  </a:cubicBezTo>
                  <a:cubicBezTo>
                    <a:pt x="13415" y="2840"/>
                    <a:pt x="13882" y="2602"/>
                    <a:pt x="14356" y="2379"/>
                  </a:cubicBezTo>
                  <a:cubicBezTo>
                    <a:pt x="14829" y="2156"/>
                    <a:pt x="15310" y="1948"/>
                    <a:pt x="15797" y="1756"/>
                  </a:cubicBezTo>
                  <a:cubicBezTo>
                    <a:pt x="16284" y="1563"/>
                    <a:pt x="16777" y="1385"/>
                    <a:pt x="17275" y="1224"/>
                  </a:cubicBezTo>
                  <a:cubicBezTo>
                    <a:pt x="17773" y="1062"/>
                    <a:pt x="18276" y="916"/>
                    <a:pt x="18783" y="785"/>
                  </a:cubicBezTo>
                  <a:cubicBezTo>
                    <a:pt x="19290" y="655"/>
                    <a:pt x="19801" y="541"/>
                    <a:pt x="20315" y="443"/>
                  </a:cubicBezTo>
                  <a:cubicBezTo>
                    <a:pt x="20830" y="345"/>
                    <a:pt x="21347" y="263"/>
                    <a:pt x="21867" y="197"/>
                  </a:cubicBezTo>
                  <a:cubicBezTo>
                    <a:pt x="22386" y="132"/>
                    <a:pt x="22908" y="82"/>
                    <a:pt x="23430" y="49"/>
                  </a:cubicBezTo>
                  <a:cubicBezTo>
                    <a:pt x="23953" y="16"/>
                    <a:pt x="24476" y="0"/>
                    <a:pt x="25000" y="0"/>
                  </a:cubicBezTo>
                  <a:cubicBezTo>
                    <a:pt x="25524" y="0"/>
                    <a:pt x="26047" y="16"/>
                    <a:pt x="26570" y="49"/>
                  </a:cubicBezTo>
                  <a:cubicBezTo>
                    <a:pt x="27092" y="82"/>
                    <a:pt x="27614" y="132"/>
                    <a:pt x="28133" y="197"/>
                  </a:cubicBezTo>
                  <a:cubicBezTo>
                    <a:pt x="28653" y="263"/>
                    <a:pt x="29170" y="345"/>
                    <a:pt x="29685" y="443"/>
                  </a:cubicBezTo>
                  <a:cubicBezTo>
                    <a:pt x="30199" y="541"/>
                    <a:pt x="30710" y="655"/>
                    <a:pt x="31217" y="785"/>
                  </a:cubicBezTo>
                  <a:cubicBezTo>
                    <a:pt x="31724" y="916"/>
                    <a:pt x="32227" y="1062"/>
                    <a:pt x="32725" y="1224"/>
                  </a:cubicBezTo>
                  <a:cubicBezTo>
                    <a:pt x="33223" y="1385"/>
                    <a:pt x="33716" y="1563"/>
                    <a:pt x="34203" y="1756"/>
                  </a:cubicBezTo>
                  <a:cubicBezTo>
                    <a:pt x="34690" y="1948"/>
                    <a:pt x="35171" y="2156"/>
                    <a:pt x="35644" y="2379"/>
                  </a:cubicBezTo>
                  <a:cubicBezTo>
                    <a:pt x="36118" y="2602"/>
                    <a:pt x="36585" y="2840"/>
                    <a:pt x="37044" y="3092"/>
                  </a:cubicBezTo>
                  <a:cubicBezTo>
                    <a:pt x="37503" y="3345"/>
                    <a:pt x="37954" y="3611"/>
                    <a:pt x="38396" y="3892"/>
                  </a:cubicBezTo>
                  <a:cubicBezTo>
                    <a:pt x="38838" y="4172"/>
                    <a:pt x="39271" y="4467"/>
                    <a:pt x="39695" y="4775"/>
                  </a:cubicBezTo>
                  <a:cubicBezTo>
                    <a:pt x="40118" y="5082"/>
                    <a:pt x="40532" y="5403"/>
                    <a:pt x="40936" y="5737"/>
                  </a:cubicBezTo>
                  <a:cubicBezTo>
                    <a:pt x="41339" y="6071"/>
                    <a:pt x="41732" y="6417"/>
                    <a:pt x="42114" y="6776"/>
                  </a:cubicBezTo>
                  <a:cubicBezTo>
                    <a:pt x="42495" y="7134"/>
                    <a:pt x="42866" y="7505"/>
                    <a:pt x="43224" y="7886"/>
                  </a:cubicBezTo>
                  <a:cubicBezTo>
                    <a:pt x="43583" y="8268"/>
                    <a:pt x="43929" y="8661"/>
                    <a:pt x="44263" y="9064"/>
                  </a:cubicBezTo>
                  <a:cubicBezTo>
                    <a:pt x="44597" y="9468"/>
                    <a:pt x="44918" y="9882"/>
                    <a:pt x="45225" y="10305"/>
                  </a:cubicBezTo>
                  <a:cubicBezTo>
                    <a:pt x="45533" y="10729"/>
                    <a:pt x="45828" y="11162"/>
                    <a:pt x="46108" y="11604"/>
                  </a:cubicBezTo>
                  <a:cubicBezTo>
                    <a:pt x="46389" y="12046"/>
                    <a:pt x="46655" y="12497"/>
                    <a:pt x="46908" y="12956"/>
                  </a:cubicBezTo>
                  <a:cubicBezTo>
                    <a:pt x="47160" y="13415"/>
                    <a:pt x="47398" y="13882"/>
                    <a:pt x="47621" y="14356"/>
                  </a:cubicBezTo>
                  <a:cubicBezTo>
                    <a:pt x="47844" y="14829"/>
                    <a:pt x="48052" y="15310"/>
                    <a:pt x="48244" y="15797"/>
                  </a:cubicBezTo>
                  <a:cubicBezTo>
                    <a:pt x="48437" y="16284"/>
                    <a:pt x="48615" y="16777"/>
                    <a:pt x="48776" y="17275"/>
                  </a:cubicBezTo>
                  <a:cubicBezTo>
                    <a:pt x="48938" y="17773"/>
                    <a:pt x="49084" y="18276"/>
                    <a:pt x="49215" y="18783"/>
                  </a:cubicBezTo>
                  <a:cubicBezTo>
                    <a:pt x="49345" y="19290"/>
                    <a:pt x="49459" y="19801"/>
                    <a:pt x="49557" y="20315"/>
                  </a:cubicBezTo>
                  <a:cubicBezTo>
                    <a:pt x="49655" y="20830"/>
                    <a:pt x="49737" y="21347"/>
                    <a:pt x="49803" y="21867"/>
                  </a:cubicBezTo>
                  <a:cubicBezTo>
                    <a:pt x="49868" y="22386"/>
                    <a:pt x="49918" y="22908"/>
                    <a:pt x="49951" y="23430"/>
                  </a:cubicBezTo>
                  <a:cubicBezTo>
                    <a:pt x="49984" y="23953"/>
                    <a:pt x="50000" y="24476"/>
                    <a:pt x="50000" y="25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0" name="probe-lucide-percent-part-3"/>
            <p:cNvSpPr/>
            <p:nvPr/>
          </p:nvSpPr>
          <p:spPr>
            <a:xfrm>
              <a:off x="150000" y="15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25000"/>
                  </a:moveTo>
                  <a:cubicBezTo>
                    <a:pt x="50000" y="25524"/>
                    <a:pt x="49984" y="26047"/>
                    <a:pt x="49951" y="26570"/>
                  </a:cubicBezTo>
                  <a:cubicBezTo>
                    <a:pt x="49918" y="27092"/>
                    <a:pt x="49868" y="27614"/>
                    <a:pt x="49803" y="28133"/>
                  </a:cubicBezTo>
                  <a:cubicBezTo>
                    <a:pt x="49737" y="28653"/>
                    <a:pt x="49655" y="29170"/>
                    <a:pt x="49557" y="29685"/>
                  </a:cubicBezTo>
                  <a:cubicBezTo>
                    <a:pt x="49459" y="30199"/>
                    <a:pt x="49345" y="30710"/>
                    <a:pt x="49215" y="31217"/>
                  </a:cubicBezTo>
                  <a:cubicBezTo>
                    <a:pt x="49084" y="31724"/>
                    <a:pt x="48938" y="32227"/>
                    <a:pt x="48776" y="32725"/>
                  </a:cubicBezTo>
                  <a:cubicBezTo>
                    <a:pt x="48615" y="33223"/>
                    <a:pt x="48437" y="33716"/>
                    <a:pt x="48244" y="34203"/>
                  </a:cubicBezTo>
                  <a:cubicBezTo>
                    <a:pt x="48052" y="34690"/>
                    <a:pt x="47844" y="35171"/>
                    <a:pt x="47621" y="35644"/>
                  </a:cubicBezTo>
                  <a:cubicBezTo>
                    <a:pt x="47398" y="36118"/>
                    <a:pt x="47160" y="36585"/>
                    <a:pt x="46908" y="37044"/>
                  </a:cubicBezTo>
                  <a:cubicBezTo>
                    <a:pt x="46655" y="37503"/>
                    <a:pt x="46389" y="37954"/>
                    <a:pt x="46108" y="38396"/>
                  </a:cubicBezTo>
                  <a:cubicBezTo>
                    <a:pt x="45828" y="38838"/>
                    <a:pt x="45533" y="39271"/>
                    <a:pt x="45225" y="39695"/>
                  </a:cubicBezTo>
                  <a:cubicBezTo>
                    <a:pt x="44918" y="40118"/>
                    <a:pt x="44597" y="40532"/>
                    <a:pt x="44263" y="40936"/>
                  </a:cubicBezTo>
                  <a:cubicBezTo>
                    <a:pt x="43929" y="41339"/>
                    <a:pt x="43583" y="41732"/>
                    <a:pt x="43224" y="42114"/>
                  </a:cubicBezTo>
                  <a:cubicBezTo>
                    <a:pt x="42866" y="42495"/>
                    <a:pt x="42495" y="42866"/>
                    <a:pt x="42114" y="43224"/>
                  </a:cubicBezTo>
                  <a:cubicBezTo>
                    <a:pt x="41732" y="43583"/>
                    <a:pt x="41339" y="43929"/>
                    <a:pt x="40936" y="44263"/>
                  </a:cubicBezTo>
                  <a:cubicBezTo>
                    <a:pt x="40532" y="44597"/>
                    <a:pt x="40118" y="44918"/>
                    <a:pt x="39695" y="45225"/>
                  </a:cubicBezTo>
                  <a:cubicBezTo>
                    <a:pt x="39271" y="45533"/>
                    <a:pt x="38838" y="45828"/>
                    <a:pt x="38396" y="46108"/>
                  </a:cubicBezTo>
                  <a:cubicBezTo>
                    <a:pt x="37954" y="46389"/>
                    <a:pt x="37503" y="46655"/>
                    <a:pt x="37044" y="46908"/>
                  </a:cubicBezTo>
                  <a:cubicBezTo>
                    <a:pt x="36585" y="47160"/>
                    <a:pt x="36118" y="47398"/>
                    <a:pt x="35644" y="47621"/>
                  </a:cubicBezTo>
                  <a:cubicBezTo>
                    <a:pt x="35171" y="47844"/>
                    <a:pt x="34690" y="48052"/>
                    <a:pt x="34203" y="48244"/>
                  </a:cubicBezTo>
                  <a:cubicBezTo>
                    <a:pt x="33716" y="48437"/>
                    <a:pt x="33223" y="48615"/>
                    <a:pt x="32725" y="48776"/>
                  </a:cubicBezTo>
                  <a:cubicBezTo>
                    <a:pt x="32227" y="48938"/>
                    <a:pt x="31724" y="49084"/>
                    <a:pt x="31217" y="49215"/>
                  </a:cubicBezTo>
                  <a:cubicBezTo>
                    <a:pt x="30710" y="49345"/>
                    <a:pt x="30199" y="49459"/>
                    <a:pt x="29685" y="49557"/>
                  </a:cubicBezTo>
                  <a:cubicBezTo>
                    <a:pt x="29170" y="49655"/>
                    <a:pt x="28653" y="49737"/>
                    <a:pt x="28133" y="49803"/>
                  </a:cubicBezTo>
                  <a:cubicBezTo>
                    <a:pt x="27614" y="49868"/>
                    <a:pt x="27092" y="49918"/>
                    <a:pt x="26570" y="49951"/>
                  </a:cubicBezTo>
                  <a:cubicBezTo>
                    <a:pt x="26047" y="49984"/>
                    <a:pt x="25524" y="50000"/>
                    <a:pt x="25000" y="50000"/>
                  </a:cubicBezTo>
                  <a:cubicBezTo>
                    <a:pt x="24476" y="50000"/>
                    <a:pt x="23953" y="49984"/>
                    <a:pt x="23430" y="49951"/>
                  </a:cubicBezTo>
                  <a:cubicBezTo>
                    <a:pt x="22908" y="49918"/>
                    <a:pt x="22386" y="49868"/>
                    <a:pt x="21867" y="49803"/>
                  </a:cubicBezTo>
                  <a:cubicBezTo>
                    <a:pt x="21347" y="49737"/>
                    <a:pt x="20830" y="49655"/>
                    <a:pt x="20315" y="49557"/>
                  </a:cubicBezTo>
                  <a:cubicBezTo>
                    <a:pt x="19801" y="49459"/>
                    <a:pt x="19290" y="49345"/>
                    <a:pt x="18783" y="49215"/>
                  </a:cubicBezTo>
                  <a:cubicBezTo>
                    <a:pt x="18276" y="49084"/>
                    <a:pt x="17773" y="48938"/>
                    <a:pt x="17275" y="48776"/>
                  </a:cubicBezTo>
                  <a:cubicBezTo>
                    <a:pt x="16777" y="48615"/>
                    <a:pt x="16284" y="48437"/>
                    <a:pt x="15797" y="48244"/>
                  </a:cubicBezTo>
                  <a:cubicBezTo>
                    <a:pt x="15310" y="48052"/>
                    <a:pt x="14829" y="47844"/>
                    <a:pt x="14356" y="47621"/>
                  </a:cubicBezTo>
                  <a:cubicBezTo>
                    <a:pt x="13882" y="47398"/>
                    <a:pt x="13415" y="47160"/>
                    <a:pt x="12956" y="46908"/>
                  </a:cubicBezTo>
                  <a:cubicBezTo>
                    <a:pt x="12497" y="46655"/>
                    <a:pt x="12046" y="46389"/>
                    <a:pt x="11604" y="46108"/>
                  </a:cubicBezTo>
                  <a:cubicBezTo>
                    <a:pt x="11162" y="45828"/>
                    <a:pt x="10729" y="45533"/>
                    <a:pt x="10305" y="45225"/>
                  </a:cubicBezTo>
                  <a:cubicBezTo>
                    <a:pt x="9882" y="44918"/>
                    <a:pt x="9468" y="44597"/>
                    <a:pt x="9064" y="44263"/>
                  </a:cubicBezTo>
                  <a:cubicBezTo>
                    <a:pt x="8661" y="43929"/>
                    <a:pt x="8268" y="43583"/>
                    <a:pt x="7886" y="43224"/>
                  </a:cubicBezTo>
                  <a:cubicBezTo>
                    <a:pt x="7505" y="42866"/>
                    <a:pt x="7134" y="42495"/>
                    <a:pt x="6776" y="42114"/>
                  </a:cubicBezTo>
                  <a:cubicBezTo>
                    <a:pt x="6417" y="41732"/>
                    <a:pt x="6071" y="41339"/>
                    <a:pt x="5737" y="40936"/>
                  </a:cubicBezTo>
                  <a:cubicBezTo>
                    <a:pt x="5403" y="40532"/>
                    <a:pt x="5082" y="40118"/>
                    <a:pt x="4775" y="39695"/>
                  </a:cubicBezTo>
                  <a:cubicBezTo>
                    <a:pt x="4467" y="39271"/>
                    <a:pt x="4172" y="38838"/>
                    <a:pt x="3892" y="38396"/>
                  </a:cubicBezTo>
                  <a:cubicBezTo>
                    <a:pt x="3611" y="37954"/>
                    <a:pt x="3345" y="37503"/>
                    <a:pt x="3092" y="37044"/>
                  </a:cubicBezTo>
                  <a:cubicBezTo>
                    <a:pt x="2840" y="36585"/>
                    <a:pt x="2602" y="36118"/>
                    <a:pt x="2379" y="35644"/>
                  </a:cubicBezTo>
                  <a:cubicBezTo>
                    <a:pt x="2156" y="35171"/>
                    <a:pt x="1948" y="34690"/>
                    <a:pt x="1756" y="34203"/>
                  </a:cubicBezTo>
                  <a:cubicBezTo>
                    <a:pt x="1563" y="33716"/>
                    <a:pt x="1385" y="33223"/>
                    <a:pt x="1224" y="32725"/>
                  </a:cubicBezTo>
                  <a:cubicBezTo>
                    <a:pt x="1062" y="32227"/>
                    <a:pt x="916" y="31724"/>
                    <a:pt x="785" y="31217"/>
                  </a:cubicBezTo>
                  <a:cubicBezTo>
                    <a:pt x="655" y="30710"/>
                    <a:pt x="541" y="30199"/>
                    <a:pt x="443" y="29685"/>
                  </a:cubicBezTo>
                  <a:cubicBezTo>
                    <a:pt x="345" y="29170"/>
                    <a:pt x="263" y="28653"/>
                    <a:pt x="197" y="28133"/>
                  </a:cubicBezTo>
                  <a:cubicBezTo>
                    <a:pt x="132" y="27614"/>
                    <a:pt x="82" y="27092"/>
                    <a:pt x="49" y="26570"/>
                  </a:cubicBezTo>
                  <a:cubicBezTo>
                    <a:pt x="16" y="26047"/>
                    <a:pt x="0" y="25524"/>
                    <a:pt x="0" y="25000"/>
                  </a:cubicBezTo>
                  <a:cubicBezTo>
                    <a:pt x="0" y="24476"/>
                    <a:pt x="16" y="23953"/>
                    <a:pt x="49" y="23430"/>
                  </a:cubicBezTo>
                  <a:cubicBezTo>
                    <a:pt x="82" y="22908"/>
                    <a:pt x="132" y="22386"/>
                    <a:pt x="197" y="21867"/>
                  </a:cubicBezTo>
                  <a:cubicBezTo>
                    <a:pt x="263" y="21347"/>
                    <a:pt x="345" y="20830"/>
                    <a:pt x="443" y="20315"/>
                  </a:cubicBezTo>
                  <a:cubicBezTo>
                    <a:pt x="541" y="19801"/>
                    <a:pt x="655" y="19290"/>
                    <a:pt x="785" y="18783"/>
                  </a:cubicBezTo>
                  <a:cubicBezTo>
                    <a:pt x="916" y="18276"/>
                    <a:pt x="1062" y="17773"/>
                    <a:pt x="1224" y="17275"/>
                  </a:cubicBezTo>
                  <a:cubicBezTo>
                    <a:pt x="1385" y="16777"/>
                    <a:pt x="1563" y="16284"/>
                    <a:pt x="1756" y="15797"/>
                  </a:cubicBezTo>
                  <a:cubicBezTo>
                    <a:pt x="1948" y="15310"/>
                    <a:pt x="2156" y="14829"/>
                    <a:pt x="2379" y="14356"/>
                  </a:cubicBezTo>
                  <a:cubicBezTo>
                    <a:pt x="2602" y="13882"/>
                    <a:pt x="2840" y="13415"/>
                    <a:pt x="3092" y="12956"/>
                  </a:cubicBezTo>
                  <a:cubicBezTo>
                    <a:pt x="3345" y="12497"/>
                    <a:pt x="3611" y="12046"/>
                    <a:pt x="3892" y="11604"/>
                  </a:cubicBezTo>
                  <a:cubicBezTo>
                    <a:pt x="4172" y="11162"/>
                    <a:pt x="4467" y="10729"/>
                    <a:pt x="4775" y="10305"/>
                  </a:cubicBezTo>
                  <a:cubicBezTo>
                    <a:pt x="5082" y="9882"/>
                    <a:pt x="5403" y="9468"/>
                    <a:pt x="5737" y="9064"/>
                  </a:cubicBezTo>
                  <a:cubicBezTo>
                    <a:pt x="6071" y="8661"/>
                    <a:pt x="6417" y="8268"/>
                    <a:pt x="6776" y="7886"/>
                  </a:cubicBezTo>
                  <a:cubicBezTo>
                    <a:pt x="7134" y="7505"/>
                    <a:pt x="7505" y="7134"/>
                    <a:pt x="7886" y="6776"/>
                  </a:cubicBezTo>
                  <a:cubicBezTo>
                    <a:pt x="8268" y="6417"/>
                    <a:pt x="8661" y="6071"/>
                    <a:pt x="9064" y="5737"/>
                  </a:cubicBezTo>
                  <a:cubicBezTo>
                    <a:pt x="9468" y="5403"/>
                    <a:pt x="9882" y="5082"/>
                    <a:pt x="10305" y="4775"/>
                  </a:cubicBezTo>
                  <a:cubicBezTo>
                    <a:pt x="10729" y="4467"/>
                    <a:pt x="11162" y="4172"/>
                    <a:pt x="11604" y="3892"/>
                  </a:cubicBezTo>
                  <a:cubicBezTo>
                    <a:pt x="12046" y="3611"/>
                    <a:pt x="12497" y="3345"/>
                    <a:pt x="12956" y="3092"/>
                  </a:cubicBezTo>
                  <a:cubicBezTo>
                    <a:pt x="13415" y="2840"/>
                    <a:pt x="13882" y="2602"/>
                    <a:pt x="14356" y="2379"/>
                  </a:cubicBezTo>
                  <a:cubicBezTo>
                    <a:pt x="14829" y="2156"/>
                    <a:pt x="15310" y="1948"/>
                    <a:pt x="15797" y="1756"/>
                  </a:cubicBezTo>
                  <a:cubicBezTo>
                    <a:pt x="16284" y="1563"/>
                    <a:pt x="16777" y="1385"/>
                    <a:pt x="17275" y="1224"/>
                  </a:cubicBezTo>
                  <a:cubicBezTo>
                    <a:pt x="17773" y="1062"/>
                    <a:pt x="18276" y="916"/>
                    <a:pt x="18783" y="785"/>
                  </a:cubicBezTo>
                  <a:cubicBezTo>
                    <a:pt x="19290" y="655"/>
                    <a:pt x="19801" y="541"/>
                    <a:pt x="20315" y="443"/>
                  </a:cubicBezTo>
                  <a:cubicBezTo>
                    <a:pt x="20830" y="345"/>
                    <a:pt x="21347" y="263"/>
                    <a:pt x="21867" y="197"/>
                  </a:cubicBezTo>
                  <a:cubicBezTo>
                    <a:pt x="22386" y="132"/>
                    <a:pt x="22908" y="82"/>
                    <a:pt x="23430" y="49"/>
                  </a:cubicBezTo>
                  <a:cubicBezTo>
                    <a:pt x="23953" y="16"/>
                    <a:pt x="24476" y="0"/>
                    <a:pt x="25000" y="0"/>
                  </a:cubicBezTo>
                  <a:cubicBezTo>
                    <a:pt x="25524" y="0"/>
                    <a:pt x="26047" y="16"/>
                    <a:pt x="26570" y="49"/>
                  </a:cubicBezTo>
                  <a:cubicBezTo>
                    <a:pt x="27092" y="82"/>
                    <a:pt x="27614" y="132"/>
                    <a:pt x="28133" y="197"/>
                  </a:cubicBezTo>
                  <a:cubicBezTo>
                    <a:pt x="28653" y="263"/>
                    <a:pt x="29170" y="345"/>
                    <a:pt x="29685" y="443"/>
                  </a:cubicBezTo>
                  <a:cubicBezTo>
                    <a:pt x="30199" y="541"/>
                    <a:pt x="30710" y="655"/>
                    <a:pt x="31217" y="785"/>
                  </a:cubicBezTo>
                  <a:cubicBezTo>
                    <a:pt x="31724" y="916"/>
                    <a:pt x="32227" y="1062"/>
                    <a:pt x="32725" y="1224"/>
                  </a:cubicBezTo>
                  <a:cubicBezTo>
                    <a:pt x="33223" y="1385"/>
                    <a:pt x="33716" y="1563"/>
                    <a:pt x="34203" y="1756"/>
                  </a:cubicBezTo>
                  <a:cubicBezTo>
                    <a:pt x="34690" y="1948"/>
                    <a:pt x="35171" y="2156"/>
                    <a:pt x="35644" y="2379"/>
                  </a:cubicBezTo>
                  <a:cubicBezTo>
                    <a:pt x="36118" y="2602"/>
                    <a:pt x="36585" y="2840"/>
                    <a:pt x="37044" y="3092"/>
                  </a:cubicBezTo>
                  <a:cubicBezTo>
                    <a:pt x="37503" y="3345"/>
                    <a:pt x="37954" y="3611"/>
                    <a:pt x="38396" y="3892"/>
                  </a:cubicBezTo>
                  <a:cubicBezTo>
                    <a:pt x="38838" y="4172"/>
                    <a:pt x="39271" y="4467"/>
                    <a:pt x="39695" y="4775"/>
                  </a:cubicBezTo>
                  <a:cubicBezTo>
                    <a:pt x="40118" y="5082"/>
                    <a:pt x="40532" y="5403"/>
                    <a:pt x="40936" y="5737"/>
                  </a:cubicBezTo>
                  <a:cubicBezTo>
                    <a:pt x="41339" y="6071"/>
                    <a:pt x="41732" y="6417"/>
                    <a:pt x="42114" y="6776"/>
                  </a:cubicBezTo>
                  <a:cubicBezTo>
                    <a:pt x="42495" y="7134"/>
                    <a:pt x="42866" y="7505"/>
                    <a:pt x="43224" y="7886"/>
                  </a:cubicBezTo>
                  <a:cubicBezTo>
                    <a:pt x="43583" y="8268"/>
                    <a:pt x="43929" y="8661"/>
                    <a:pt x="44263" y="9064"/>
                  </a:cubicBezTo>
                  <a:cubicBezTo>
                    <a:pt x="44597" y="9468"/>
                    <a:pt x="44918" y="9882"/>
                    <a:pt x="45225" y="10305"/>
                  </a:cubicBezTo>
                  <a:cubicBezTo>
                    <a:pt x="45533" y="10729"/>
                    <a:pt x="45828" y="11162"/>
                    <a:pt x="46108" y="11604"/>
                  </a:cubicBezTo>
                  <a:cubicBezTo>
                    <a:pt x="46389" y="12046"/>
                    <a:pt x="46655" y="12497"/>
                    <a:pt x="46908" y="12956"/>
                  </a:cubicBezTo>
                  <a:cubicBezTo>
                    <a:pt x="47160" y="13415"/>
                    <a:pt x="47398" y="13882"/>
                    <a:pt x="47621" y="14356"/>
                  </a:cubicBezTo>
                  <a:cubicBezTo>
                    <a:pt x="47844" y="14829"/>
                    <a:pt x="48052" y="15310"/>
                    <a:pt x="48244" y="15797"/>
                  </a:cubicBezTo>
                  <a:cubicBezTo>
                    <a:pt x="48437" y="16284"/>
                    <a:pt x="48615" y="16777"/>
                    <a:pt x="48776" y="17275"/>
                  </a:cubicBezTo>
                  <a:cubicBezTo>
                    <a:pt x="48938" y="17773"/>
                    <a:pt x="49084" y="18276"/>
                    <a:pt x="49215" y="18783"/>
                  </a:cubicBezTo>
                  <a:cubicBezTo>
                    <a:pt x="49345" y="19290"/>
                    <a:pt x="49459" y="19801"/>
                    <a:pt x="49557" y="20315"/>
                  </a:cubicBezTo>
                  <a:cubicBezTo>
                    <a:pt x="49655" y="20830"/>
                    <a:pt x="49737" y="21347"/>
                    <a:pt x="49803" y="21867"/>
                  </a:cubicBezTo>
                  <a:cubicBezTo>
                    <a:pt x="49868" y="22386"/>
                    <a:pt x="49918" y="22908"/>
                    <a:pt x="49951" y="23430"/>
                  </a:cubicBezTo>
                  <a:cubicBezTo>
                    <a:pt x="49984" y="23953"/>
                    <a:pt x="50000" y="24476"/>
                    <a:pt x="50000" y="25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1" name="probe-lucide-sigma" descr="sigma — Lucide Icons and Contributors; preserve the bundled full upstream license. Source: https://github.com/lucide-icons/lucide/blob/20aef31db93fe4d9f398dbb15b120d99c48eef95/icons/sigma.svg; SVG SHA256: 4479d09dc10cbfcefc7f112ce6fd825da57779aa60d6d83f62882aa78421da18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12" name="probe-lucide-sigma-part-1"/>
            <p:cNvSpPr/>
            <p:nvPr/>
          </p:nvSpPr>
          <p:spPr>
            <a:xfrm>
              <a:off x="60000" y="40000"/>
              <a:ext cx="120000" cy="160000"/>
            </a:xfrm>
            <a:custGeom>
              <a:avLst/>
              <a:gdLst/>
              <a:ahLst/>
              <a:cxnLst/>
              <a:rect l="0" t="0" r="r" b="b"/>
              <a:pathLst>
                <a:path w="120000" h="160000">
                  <a:moveTo>
                    <a:pt x="120000" y="30000"/>
                  </a:moveTo>
                  <a:lnTo>
                    <a:pt x="120000" y="10000"/>
                  </a:lnTo>
                  <a:cubicBezTo>
                    <a:pt x="120000" y="9791"/>
                    <a:pt x="119993" y="9581"/>
                    <a:pt x="119980" y="9372"/>
                  </a:cubicBezTo>
                  <a:cubicBezTo>
                    <a:pt x="119967" y="9163"/>
                    <a:pt x="119947" y="8954"/>
                    <a:pt x="119921" y="8747"/>
                  </a:cubicBezTo>
                  <a:cubicBezTo>
                    <a:pt x="119895" y="8539"/>
                    <a:pt x="119862" y="8332"/>
                    <a:pt x="119823" y="8126"/>
                  </a:cubicBezTo>
                  <a:cubicBezTo>
                    <a:pt x="119784" y="7920"/>
                    <a:pt x="119738" y="7716"/>
                    <a:pt x="119686" y="7513"/>
                  </a:cubicBezTo>
                  <a:cubicBezTo>
                    <a:pt x="119634" y="7310"/>
                    <a:pt x="119575" y="7109"/>
                    <a:pt x="119511" y="6910"/>
                  </a:cubicBezTo>
                  <a:cubicBezTo>
                    <a:pt x="119446" y="6711"/>
                    <a:pt x="119375" y="6514"/>
                    <a:pt x="119298" y="6319"/>
                  </a:cubicBezTo>
                  <a:cubicBezTo>
                    <a:pt x="119221" y="6124"/>
                    <a:pt x="119137" y="5932"/>
                    <a:pt x="119048" y="5742"/>
                  </a:cubicBezTo>
                  <a:cubicBezTo>
                    <a:pt x="118959" y="5553"/>
                    <a:pt x="118864" y="5366"/>
                    <a:pt x="118763" y="5182"/>
                  </a:cubicBezTo>
                  <a:cubicBezTo>
                    <a:pt x="118662" y="4999"/>
                    <a:pt x="118556" y="4819"/>
                    <a:pt x="118443" y="4642"/>
                  </a:cubicBezTo>
                  <a:cubicBezTo>
                    <a:pt x="118331" y="4465"/>
                    <a:pt x="118213" y="4292"/>
                    <a:pt x="118090" y="4122"/>
                  </a:cubicBezTo>
                  <a:cubicBezTo>
                    <a:pt x="117967" y="3953"/>
                    <a:pt x="117839" y="3787"/>
                    <a:pt x="117705" y="3626"/>
                  </a:cubicBezTo>
                  <a:cubicBezTo>
                    <a:pt x="117572" y="3464"/>
                    <a:pt x="117433" y="3307"/>
                    <a:pt x="117290" y="3155"/>
                  </a:cubicBezTo>
                  <a:cubicBezTo>
                    <a:pt x="117146" y="3002"/>
                    <a:pt x="116998" y="2854"/>
                    <a:pt x="116845" y="2710"/>
                  </a:cubicBezTo>
                  <a:cubicBezTo>
                    <a:pt x="116693" y="2567"/>
                    <a:pt x="116536" y="2428"/>
                    <a:pt x="116374" y="2295"/>
                  </a:cubicBezTo>
                  <a:cubicBezTo>
                    <a:pt x="116213" y="2161"/>
                    <a:pt x="116047" y="2033"/>
                    <a:pt x="115878" y="1910"/>
                  </a:cubicBezTo>
                  <a:cubicBezTo>
                    <a:pt x="115708" y="1787"/>
                    <a:pt x="115535" y="1669"/>
                    <a:pt x="115358" y="1557"/>
                  </a:cubicBezTo>
                  <a:cubicBezTo>
                    <a:pt x="115181" y="1444"/>
                    <a:pt x="115001" y="1338"/>
                    <a:pt x="114818" y="1237"/>
                  </a:cubicBezTo>
                  <a:cubicBezTo>
                    <a:pt x="114634" y="1136"/>
                    <a:pt x="114447" y="1041"/>
                    <a:pt x="114258" y="952"/>
                  </a:cubicBezTo>
                  <a:cubicBezTo>
                    <a:pt x="114068" y="863"/>
                    <a:pt x="113876" y="779"/>
                    <a:pt x="113681" y="702"/>
                  </a:cubicBezTo>
                  <a:cubicBezTo>
                    <a:pt x="113486" y="625"/>
                    <a:pt x="113289" y="554"/>
                    <a:pt x="113090" y="489"/>
                  </a:cubicBezTo>
                  <a:cubicBezTo>
                    <a:pt x="112891" y="425"/>
                    <a:pt x="112690" y="366"/>
                    <a:pt x="112487" y="314"/>
                  </a:cubicBezTo>
                  <a:cubicBezTo>
                    <a:pt x="112284" y="262"/>
                    <a:pt x="112080" y="216"/>
                    <a:pt x="111874" y="177"/>
                  </a:cubicBezTo>
                  <a:cubicBezTo>
                    <a:pt x="111668" y="138"/>
                    <a:pt x="111461" y="105"/>
                    <a:pt x="111253" y="79"/>
                  </a:cubicBezTo>
                  <a:cubicBezTo>
                    <a:pt x="111046" y="53"/>
                    <a:pt x="110837" y="33"/>
                    <a:pt x="110628" y="20"/>
                  </a:cubicBezTo>
                  <a:cubicBezTo>
                    <a:pt x="110419" y="7"/>
                    <a:pt x="110209" y="0"/>
                    <a:pt x="110000" y="0"/>
                  </a:cubicBezTo>
                  <a:lnTo>
                    <a:pt x="5000" y="0"/>
                  </a:lnTo>
                  <a:cubicBezTo>
                    <a:pt x="4897" y="0"/>
                    <a:pt x="4795" y="3"/>
                    <a:pt x="4693" y="9"/>
                  </a:cubicBezTo>
                  <a:cubicBezTo>
                    <a:pt x="4590" y="16"/>
                    <a:pt x="4488" y="25"/>
                    <a:pt x="4386" y="38"/>
                  </a:cubicBezTo>
                  <a:cubicBezTo>
                    <a:pt x="4285" y="50"/>
                    <a:pt x="4183" y="66"/>
                    <a:pt x="4083" y="85"/>
                  </a:cubicBezTo>
                  <a:cubicBezTo>
                    <a:pt x="3982" y="104"/>
                    <a:pt x="3882" y="126"/>
                    <a:pt x="3782" y="151"/>
                  </a:cubicBezTo>
                  <a:cubicBezTo>
                    <a:pt x="3683" y="176"/>
                    <a:pt x="3584" y="204"/>
                    <a:pt x="3486" y="235"/>
                  </a:cubicBezTo>
                  <a:cubicBezTo>
                    <a:pt x="3389" y="266"/>
                    <a:pt x="3292" y="300"/>
                    <a:pt x="3196" y="337"/>
                  </a:cubicBezTo>
                  <a:cubicBezTo>
                    <a:pt x="3101" y="374"/>
                    <a:pt x="3006" y="414"/>
                    <a:pt x="2913" y="456"/>
                  </a:cubicBezTo>
                  <a:cubicBezTo>
                    <a:pt x="2820" y="499"/>
                    <a:pt x="2728" y="545"/>
                    <a:pt x="2638" y="593"/>
                  </a:cubicBezTo>
                  <a:cubicBezTo>
                    <a:pt x="2547" y="642"/>
                    <a:pt x="2459" y="693"/>
                    <a:pt x="2371" y="747"/>
                  </a:cubicBezTo>
                  <a:cubicBezTo>
                    <a:pt x="2284" y="801"/>
                    <a:pt x="2199" y="857"/>
                    <a:pt x="2115" y="916"/>
                  </a:cubicBezTo>
                  <a:cubicBezTo>
                    <a:pt x="2031" y="976"/>
                    <a:pt x="1949" y="1037"/>
                    <a:pt x="1869" y="1101"/>
                  </a:cubicBezTo>
                  <a:cubicBezTo>
                    <a:pt x="1789" y="1166"/>
                    <a:pt x="1711" y="1232"/>
                    <a:pt x="1636" y="1301"/>
                  </a:cubicBezTo>
                  <a:cubicBezTo>
                    <a:pt x="1560" y="1370"/>
                    <a:pt x="1486" y="1442"/>
                    <a:pt x="1415" y="1515"/>
                  </a:cubicBezTo>
                  <a:cubicBezTo>
                    <a:pt x="1343" y="1589"/>
                    <a:pt x="1274" y="1664"/>
                    <a:pt x="1207" y="1742"/>
                  </a:cubicBezTo>
                  <a:cubicBezTo>
                    <a:pt x="1140" y="1820"/>
                    <a:pt x="1076" y="1900"/>
                    <a:pt x="1014" y="1981"/>
                  </a:cubicBezTo>
                  <a:cubicBezTo>
                    <a:pt x="952" y="2063"/>
                    <a:pt x="893" y="2147"/>
                    <a:pt x="836" y="2232"/>
                  </a:cubicBezTo>
                  <a:cubicBezTo>
                    <a:pt x="779" y="2317"/>
                    <a:pt x="725" y="2405"/>
                    <a:pt x="674" y="2493"/>
                  </a:cubicBezTo>
                  <a:cubicBezTo>
                    <a:pt x="622" y="2582"/>
                    <a:pt x="574" y="2672"/>
                    <a:pt x="528" y="2764"/>
                  </a:cubicBezTo>
                  <a:cubicBezTo>
                    <a:pt x="482" y="2856"/>
                    <a:pt x="439" y="2949"/>
                    <a:pt x="399" y="3043"/>
                  </a:cubicBezTo>
                  <a:cubicBezTo>
                    <a:pt x="359" y="3137"/>
                    <a:pt x="322" y="3233"/>
                    <a:pt x="287" y="3330"/>
                  </a:cubicBezTo>
                  <a:cubicBezTo>
                    <a:pt x="253" y="3426"/>
                    <a:pt x="222" y="3524"/>
                    <a:pt x="194" y="3622"/>
                  </a:cubicBezTo>
                  <a:cubicBezTo>
                    <a:pt x="165" y="3721"/>
                    <a:pt x="140" y="3820"/>
                    <a:pt x="118" y="3920"/>
                  </a:cubicBezTo>
                  <a:cubicBezTo>
                    <a:pt x="96" y="4021"/>
                    <a:pt x="77" y="4121"/>
                    <a:pt x="61" y="4223"/>
                  </a:cubicBezTo>
                  <a:cubicBezTo>
                    <a:pt x="45" y="4324"/>
                    <a:pt x="32" y="4426"/>
                    <a:pt x="22" y="4528"/>
                  </a:cubicBezTo>
                  <a:cubicBezTo>
                    <a:pt x="13" y="4630"/>
                    <a:pt x="6" y="4732"/>
                    <a:pt x="3" y="4835"/>
                  </a:cubicBezTo>
                  <a:cubicBezTo>
                    <a:pt x="-1" y="4937"/>
                    <a:pt x="-1" y="5040"/>
                    <a:pt x="2" y="5142"/>
                  </a:cubicBezTo>
                  <a:cubicBezTo>
                    <a:pt x="5" y="5245"/>
                    <a:pt x="11" y="5347"/>
                    <a:pt x="20" y="5449"/>
                  </a:cubicBezTo>
                  <a:cubicBezTo>
                    <a:pt x="29" y="5551"/>
                    <a:pt x="42" y="5653"/>
                    <a:pt x="57" y="5754"/>
                  </a:cubicBezTo>
                  <a:cubicBezTo>
                    <a:pt x="73" y="5856"/>
                    <a:pt x="91" y="5956"/>
                    <a:pt x="113" y="6057"/>
                  </a:cubicBezTo>
                  <a:cubicBezTo>
                    <a:pt x="135" y="6157"/>
                    <a:pt x="159" y="6256"/>
                    <a:pt x="187" y="6355"/>
                  </a:cubicBezTo>
                  <a:cubicBezTo>
                    <a:pt x="215" y="6454"/>
                    <a:pt x="246" y="6552"/>
                    <a:pt x="280" y="6648"/>
                  </a:cubicBezTo>
                  <a:cubicBezTo>
                    <a:pt x="313" y="6745"/>
                    <a:pt x="350" y="6841"/>
                    <a:pt x="390" y="6935"/>
                  </a:cubicBezTo>
                  <a:cubicBezTo>
                    <a:pt x="429" y="7030"/>
                    <a:pt x="472" y="7123"/>
                    <a:pt x="517" y="7215"/>
                  </a:cubicBezTo>
                  <a:cubicBezTo>
                    <a:pt x="563" y="7307"/>
                    <a:pt x="611" y="7398"/>
                    <a:pt x="662" y="7487"/>
                  </a:cubicBezTo>
                  <a:cubicBezTo>
                    <a:pt x="713" y="7575"/>
                    <a:pt x="767" y="7663"/>
                    <a:pt x="823" y="7748"/>
                  </a:cubicBezTo>
                  <a:cubicBezTo>
                    <a:pt x="880" y="7834"/>
                    <a:pt x="938" y="7918"/>
                    <a:pt x="1000" y="8000"/>
                  </a:cubicBezTo>
                  <a:lnTo>
                    <a:pt x="46000" y="68000"/>
                  </a:lnTo>
                  <a:cubicBezTo>
                    <a:pt x="46245" y="68327"/>
                    <a:pt x="46480" y="68661"/>
                    <a:pt x="46705" y="69002"/>
                  </a:cubicBezTo>
                  <a:cubicBezTo>
                    <a:pt x="46930" y="69344"/>
                    <a:pt x="47144" y="69692"/>
                    <a:pt x="47347" y="70046"/>
                  </a:cubicBezTo>
                  <a:cubicBezTo>
                    <a:pt x="47550" y="70401"/>
                    <a:pt x="47743" y="70761"/>
                    <a:pt x="47924" y="71127"/>
                  </a:cubicBezTo>
                  <a:cubicBezTo>
                    <a:pt x="48105" y="71494"/>
                    <a:pt x="48275" y="71865"/>
                    <a:pt x="48434" y="72242"/>
                  </a:cubicBezTo>
                  <a:cubicBezTo>
                    <a:pt x="48592" y="72619"/>
                    <a:pt x="48739" y="73000"/>
                    <a:pt x="48875" y="73385"/>
                  </a:cubicBezTo>
                  <a:cubicBezTo>
                    <a:pt x="49010" y="73771"/>
                    <a:pt x="49133" y="74161"/>
                    <a:pt x="49244" y="74554"/>
                  </a:cubicBezTo>
                  <a:cubicBezTo>
                    <a:pt x="49355" y="74947"/>
                    <a:pt x="49455" y="75344"/>
                    <a:pt x="49542" y="75743"/>
                  </a:cubicBezTo>
                  <a:cubicBezTo>
                    <a:pt x="49629" y="76142"/>
                    <a:pt x="49703" y="76544"/>
                    <a:pt x="49766" y="76948"/>
                  </a:cubicBezTo>
                  <a:cubicBezTo>
                    <a:pt x="49828" y="77352"/>
                    <a:pt x="49878" y="77757"/>
                    <a:pt x="49916" y="78164"/>
                  </a:cubicBezTo>
                  <a:cubicBezTo>
                    <a:pt x="49953" y="78571"/>
                    <a:pt x="49978" y="78979"/>
                    <a:pt x="49991" y="79387"/>
                  </a:cubicBezTo>
                  <a:cubicBezTo>
                    <a:pt x="50003" y="79796"/>
                    <a:pt x="50003" y="80204"/>
                    <a:pt x="49991" y="80613"/>
                  </a:cubicBezTo>
                  <a:cubicBezTo>
                    <a:pt x="49978" y="81021"/>
                    <a:pt x="49953" y="81429"/>
                    <a:pt x="49916" y="81836"/>
                  </a:cubicBezTo>
                  <a:cubicBezTo>
                    <a:pt x="49878" y="82243"/>
                    <a:pt x="49828" y="82648"/>
                    <a:pt x="49766" y="83052"/>
                  </a:cubicBezTo>
                  <a:cubicBezTo>
                    <a:pt x="49703" y="83456"/>
                    <a:pt x="49629" y="83858"/>
                    <a:pt x="49542" y="84257"/>
                  </a:cubicBezTo>
                  <a:cubicBezTo>
                    <a:pt x="49455" y="84656"/>
                    <a:pt x="49355" y="85053"/>
                    <a:pt x="49244" y="85446"/>
                  </a:cubicBezTo>
                  <a:cubicBezTo>
                    <a:pt x="49133" y="85839"/>
                    <a:pt x="49010" y="86229"/>
                    <a:pt x="48875" y="86615"/>
                  </a:cubicBezTo>
                  <a:cubicBezTo>
                    <a:pt x="48739" y="87000"/>
                    <a:pt x="48592" y="87381"/>
                    <a:pt x="48434" y="87758"/>
                  </a:cubicBezTo>
                  <a:cubicBezTo>
                    <a:pt x="48275" y="88135"/>
                    <a:pt x="48105" y="88506"/>
                    <a:pt x="47924" y="88873"/>
                  </a:cubicBezTo>
                  <a:cubicBezTo>
                    <a:pt x="47743" y="89239"/>
                    <a:pt x="47550" y="89599"/>
                    <a:pt x="47347" y="89954"/>
                  </a:cubicBezTo>
                  <a:cubicBezTo>
                    <a:pt x="47144" y="90308"/>
                    <a:pt x="46930" y="90656"/>
                    <a:pt x="46705" y="90998"/>
                  </a:cubicBezTo>
                  <a:cubicBezTo>
                    <a:pt x="46480" y="91339"/>
                    <a:pt x="46245" y="91673"/>
                    <a:pt x="46000" y="92000"/>
                  </a:cubicBezTo>
                  <a:lnTo>
                    <a:pt x="1000" y="152000"/>
                  </a:lnTo>
                  <a:cubicBezTo>
                    <a:pt x="938" y="152082"/>
                    <a:pt x="880" y="152166"/>
                    <a:pt x="823" y="152252"/>
                  </a:cubicBezTo>
                  <a:cubicBezTo>
                    <a:pt x="767" y="152337"/>
                    <a:pt x="713" y="152425"/>
                    <a:pt x="662" y="152513"/>
                  </a:cubicBezTo>
                  <a:cubicBezTo>
                    <a:pt x="611" y="152602"/>
                    <a:pt x="563" y="152693"/>
                    <a:pt x="517" y="152785"/>
                  </a:cubicBezTo>
                  <a:cubicBezTo>
                    <a:pt x="472" y="152877"/>
                    <a:pt x="429" y="152970"/>
                    <a:pt x="390" y="153065"/>
                  </a:cubicBezTo>
                  <a:cubicBezTo>
                    <a:pt x="350" y="153159"/>
                    <a:pt x="313" y="153255"/>
                    <a:pt x="280" y="153352"/>
                  </a:cubicBezTo>
                  <a:cubicBezTo>
                    <a:pt x="246" y="153448"/>
                    <a:pt x="215" y="153546"/>
                    <a:pt x="187" y="153645"/>
                  </a:cubicBezTo>
                  <a:cubicBezTo>
                    <a:pt x="159" y="153744"/>
                    <a:pt x="135" y="153843"/>
                    <a:pt x="113" y="153943"/>
                  </a:cubicBezTo>
                  <a:cubicBezTo>
                    <a:pt x="91" y="154044"/>
                    <a:pt x="73" y="154144"/>
                    <a:pt x="57" y="154246"/>
                  </a:cubicBezTo>
                  <a:cubicBezTo>
                    <a:pt x="42" y="154347"/>
                    <a:pt x="29" y="154449"/>
                    <a:pt x="20" y="154551"/>
                  </a:cubicBezTo>
                  <a:cubicBezTo>
                    <a:pt x="11" y="154653"/>
                    <a:pt x="5" y="154755"/>
                    <a:pt x="2" y="154858"/>
                  </a:cubicBezTo>
                  <a:cubicBezTo>
                    <a:pt x="-1" y="154960"/>
                    <a:pt x="-1" y="155063"/>
                    <a:pt x="3" y="155165"/>
                  </a:cubicBezTo>
                  <a:cubicBezTo>
                    <a:pt x="6" y="155268"/>
                    <a:pt x="13" y="155370"/>
                    <a:pt x="22" y="155472"/>
                  </a:cubicBezTo>
                  <a:cubicBezTo>
                    <a:pt x="32" y="155574"/>
                    <a:pt x="45" y="155676"/>
                    <a:pt x="61" y="155777"/>
                  </a:cubicBezTo>
                  <a:cubicBezTo>
                    <a:pt x="77" y="155879"/>
                    <a:pt x="96" y="155979"/>
                    <a:pt x="118" y="156080"/>
                  </a:cubicBezTo>
                  <a:cubicBezTo>
                    <a:pt x="140" y="156180"/>
                    <a:pt x="165" y="156279"/>
                    <a:pt x="194" y="156378"/>
                  </a:cubicBezTo>
                  <a:cubicBezTo>
                    <a:pt x="222" y="156476"/>
                    <a:pt x="253" y="156574"/>
                    <a:pt x="287" y="156670"/>
                  </a:cubicBezTo>
                  <a:cubicBezTo>
                    <a:pt x="322" y="156767"/>
                    <a:pt x="359" y="156863"/>
                    <a:pt x="399" y="156957"/>
                  </a:cubicBezTo>
                  <a:cubicBezTo>
                    <a:pt x="439" y="157051"/>
                    <a:pt x="482" y="157144"/>
                    <a:pt x="528" y="157236"/>
                  </a:cubicBezTo>
                  <a:cubicBezTo>
                    <a:pt x="574" y="157328"/>
                    <a:pt x="622" y="157418"/>
                    <a:pt x="674" y="157507"/>
                  </a:cubicBezTo>
                  <a:cubicBezTo>
                    <a:pt x="725" y="157595"/>
                    <a:pt x="779" y="157683"/>
                    <a:pt x="836" y="157768"/>
                  </a:cubicBezTo>
                  <a:cubicBezTo>
                    <a:pt x="893" y="157853"/>
                    <a:pt x="952" y="157937"/>
                    <a:pt x="1014" y="158019"/>
                  </a:cubicBezTo>
                  <a:cubicBezTo>
                    <a:pt x="1076" y="158100"/>
                    <a:pt x="1140" y="158180"/>
                    <a:pt x="1207" y="158258"/>
                  </a:cubicBezTo>
                  <a:cubicBezTo>
                    <a:pt x="1274" y="158336"/>
                    <a:pt x="1343" y="158411"/>
                    <a:pt x="1415" y="158485"/>
                  </a:cubicBezTo>
                  <a:cubicBezTo>
                    <a:pt x="1486" y="158558"/>
                    <a:pt x="1560" y="158630"/>
                    <a:pt x="1636" y="158699"/>
                  </a:cubicBezTo>
                  <a:cubicBezTo>
                    <a:pt x="1711" y="158768"/>
                    <a:pt x="1789" y="158834"/>
                    <a:pt x="1869" y="158899"/>
                  </a:cubicBezTo>
                  <a:cubicBezTo>
                    <a:pt x="1949" y="158963"/>
                    <a:pt x="2031" y="159024"/>
                    <a:pt x="2115" y="159084"/>
                  </a:cubicBezTo>
                  <a:cubicBezTo>
                    <a:pt x="2199" y="159143"/>
                    <a:pt x="2284" y="159199"/>
                    <a:pt x="2371" y="159253"/>
                  </a:cubicBezTo>
                  <a:cubicBezTo>
                    <a:pt x="2459" y="159307"/>
                    <a:pt x="2547" y="159358"/>
                    <a:pt x="2638" y="159407"/>
                  </a:cubicBezTo>
                  <a:cubicBezTo>
                    <a:pt x="2728" y="159455"/>
                    <a:pt x="2820" y="159501"/>
                    <a:pt x="2913" y="159544"/>
                  </a:cubicBezTo>
                  <a:cubicBezTo>
                    <a:pt x="3006" y="159586"/>
                    <a:pt x="3101" y="159626"/>
                    <a:pt x="3196" y="159663"/>
                  </a:cubicBezTo>
                  <a:cubicBezTo>
                    <a:pt x="3292" y="159700"/>
                    <a:pt x="3389" y="159734"/>
                    <a:pt x="3486" y="159765"/>
                  </a:cubicBezTo>
                  <a:cubicBezTo>
                    <a:pt x="3584" y="159796"/>
                    <a:pt x="3683" y="159824"/>
                    <a:pt x="3782" y="159849"/>
                  </a:cubicBezTo>
                  <a:cubicBezTo>
                    <a:pt x="3882" y="159874"/>
                    <a:pt x="3982" y="159896"/>
                    <a:pt x="4083" y="159915"/>
                  </a:cubicBezTo>
                  <a:cubicBezTo>
                    <a:pt x="4183" y="159934"/>
                    <a:pt x="4285" y="159950"/>
                    <a:pt x="4386" y="159962"/>
                  </a:cubicBezTo>
                  <a:cubicBezTo>
                    <a:pt x="4488" y="159975"/>
                    <a:pt x="4590" y="159984"/>
                    <a:pt x="4693" y="159991"/>
                  </a:cubicBezTo>
                  <a:cubicBezTo>
                    <a:pt x="4795" y="159997"/>
                    <a:pt x="4897" y="160000"/>
                    <a:pt x="5000" y="160000"/>
                  </a:cubicBezTo>
                  <a:lnTo>
                    <a:pt x="110000" y="160000"/>
                  </a:lnTo>
                  <a:cubicBezTo>
                    <a:pt x="110209" y="160000"/>
                    <a:pt x="110419" y="159993"/>
                    <a:pt x="110628" y="159980"/>
                  </a:cubicBezTo>
                  <a:cubicBezTo>
                    <a:pt x="110837" y="159967"/>
                    <a:pt x="111046" y="159947"/>
                    <a:pt x="111253" y="159921"/>
                  </a:cubicBezTo>
                  <a:cubicBezTo>
                    <a:pt x="111461" y="159895"/>
                    <a:pt x="111668" y="159862"/>
                    <a:pt x="111874" y="159823"/>
                  </a:cubicBezTo>
                  <a:cubicBezTo>
                    <a:pt x="112080" y="159784"/>
                    <a:pt x="112284" y="159738"/>
                    <a:pt x="112487" y="159686"/>
                  </a:cubicBezTo>
                  <a:cubicBezTo>
                    <a:pt x="112690" y="159634"/>
                    <a:pt x="112891" y="159575"/>
                    <a:pt x="113090" y="159511"/>
                  </a:cubicBezTo>
                  <a:cubicBezTo>
                    <a:pt x="113289" y="159446"/>
                    <a:pt x="113486" y="159375"/>
                    <a:pt x="113681" y="159298"/>
                  </a:cubicBezTo>
                  <a:cubicBezTo>
                    <a:pt x="113876" y="159221"/>
                    <a:pt x="114068" y="159137"/>
                    <a:pt x="114258" y="159048"/>
                  </a:cubicBezTo>
                  <a:cubicBezTo>
                    <a:pt x="114447" y="158959"/>
                    <a:pt x="114634" y="158864"/>
                    <a:pt x="114818" y="158763"/>
                  </a:cubicBezTo>
                  <a:cubicBezTo>
                    <a:pt x="115001" y="158662"/>
                    <a:pt x="115181" y="158556"/>
                    <a:pt x="115358" y="158443"/>
                  </a:cubicBezTo>
                  <a:cubicBezTo>
                    <a:pt x="115535" y="158331"/>
                    <a:pt x="115708" y="158213"/>
                    <a:pt x="115878" y="158090"/>
                  </a:cubicBezTo>
                  <a:cubicBezTo>
                    <a:pt x="116047" y="157967"/>
                    <a:pt x="116213" y="157839"/>
                    <a:pt x="116374" y="157705"/>
                  </a:cubicBezTo>
                  <a:cubicBezTo>
                    <a:pt x="116536" y="157572"/>
                    <a:pt x="116693" y="157433"/>
                    <a:pt x="116845" y="157290"/>
                  </a:cubicBezTo>
                  <a:cubicBezTo>
                    <a:pt x="116998" y="157146"/>
                    <a:pt x="117146" y="156998"/>
                    <a:pt x="117290" y="156845"/>
                  </a:cubicBezTo>
                  <a:cubicBezTo>
                    <a:pt x="117433" y="156693"/>
                    <a:pt x="117572" y="156536"/>
                    <a:pt x="117705" y="156374"/>
                  </a:cubicBezTo>
                  <a:cubicBezTo>
                    <a:pt x="117839" y="156213"/>
                    <a:pt x="117967" y="156047"/>
                    <a:pt x="118090" y="155878"/>
                  </a:cubicBezTo>
                  <a:cubicBezTo>
                    <a:pt x="118213" y="155708"/>
                    <a:pt x="118331" y="155535"/>
                    <a:pt x="118443" y="155358"/>
                  </a:cubicBezTo>
                  <a:cubicBezTo>
                    <a:pt x="118556" y="155181"/>
                    <a:pt x="118662" y="155001"/>
                    <a:pt x="118763" y="154818"/>
                  </a:cubicBezTo>
                  <a:cubicBezTo>
                    <a:pt x="118864" y="154634"/>
                    <a:pt x="118959" y="154447"/>
                    <a:pt x="119048" y="154258"/>
                  </a:cubicBezTo>
                  <a:cubicBezTo>
                    <a:pt x="119137" y="154068"/>
                    <a:pt x="119221" y="153876"/>
                    <a:pt x="119298" y="153681"/>
                  </a:cubicBezTo>
                  <a:cubicBezTo>
                    <a:pt x="119375" y="153486"/>
                    <a:pt x="119446" y="153289"/>
                    <a:pt x="119511" y="153090"/>
                  </a:cubicBezTo>
                  <a:cubicBezTo>
                    <a:pt x="119575" y="152891"/>
                    <a:pt x="119634" y="152690"/>
                    <a:pt x="119686" y="152487"/>
                  </a:cubicBezTo>
                  <a:cubicBezTo>
                    <a:pt x="119738" y="152284"/>
                    <a:pt x="119784" y="152080"/>
                    <a:pt x="119823" y="151874"/>
                  </a:cubicBezTo>
                  <a:cubicBezTo>
                    <a:pt x="119862" y="151668"/>
                    <a:pt x="119895" y="151461"/>
                    <a:pt x="119921" y="151253"/>
                  </a:cubicBezTo>
                  <a:cubicBezTo>
                    <a:pt x="119947" y="151046"/>
                    <a:pt x="119967" y="150837"/>
                    <a:pt x="119980" y="150628"/>
                  </a:cubicBezTo>
                  <a:cubicBezTo>
                    <a:pt x="119993" y="150419"/>
                    <a:pt x="120000" y="150209"/>
                    <a:pt x="120000" y="150000"/>
                  </a:cubicBezTo>
                  <a:lnTo>
                    <a:pt x="120000" y="1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3" name="probe-lucide-sliders-horizontal" descr="sliders-horizontal — Lucide Icons and Contributors; preserve the bundled full upstream license. Source: https://github.com/lucide-icons/lucide/blob/20aef31db93fe4d9f398dbb15b120d99c48eef95/icons/sliders-horizontal.svg; SVG SHA256: e43a00e5eb684e6cbb61083bed2528d7a3fa5f265693eb2b5f314cd432aa65f4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14" name="probe-lucide-sliders-horizontal-part-1"/>
            <p:cNvSpPr/>
            <p:nvPr/>
          </p:nvSpPr>
          <p:spPr>
            <a:xfrm>
              <a:off x="30000" y="5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7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5" name="probe-lucide-sliders-horizontal-part-2"/>
            <p:cNvSpPr/>
            <p:nvPr/>
          </p:nvSpPr>
          <p:spPr>
            <a:xfrm>
              <a:off x="30000" y="190000"/>
              <a:ext cx="90000" cy="10"/>
            </a:xfrm>
            <a:custGeom>
              <a:avLst/>
              <a:gdLst/>
              <a:ahLst/>
              <a:cxnLst/>
              <a:rect l="0" t="0" r="r" b="b"/>
              <a:pathLst>
                <a:path w="90000" h="10">
                  <a:moveTo>
                    <a:pt x="9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6" name="probe-lucide-sliders-horizontal-part-3"/>
            <p:cNvSpPr/>
            <p:nvPr/>
          </p:nvSpPr>
          <p:spPr>
            <a:xfrm>
              <a:off x="140000" y="3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7" name="probe-lucide-sliders-horizontal-part-4"/>
            <p:cNvSpPr/>
            <p:nvPr/>
          </p:nvSpPr>
          <p:spPr>
            <a:xfrm>
              <a:off x="160000" y="17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8" name="probe-lucide-sliders-horizontal-part-5"/>
            <p:cNvSpPr/>
            <p:nvPr/>
          </p:nvSpPr>
          <p:spPr>
            <a:xfrm>
              <a:off x="120000" y="120000"/>
              <a:ext cx="90000" cy="10"/>
            </a:xfrm>
            <a:custGeom>
              <a:avLst/>
              <a:gdLst/>
              <a:ahLst/>
              <a:cxnLst/>
              <a:rect l="0" t="0" r="r" b="b"/>
              <a:pathLst>
                <a:path w="90000" h="10">
                  <a:moveTo>
                    <a:pt x="9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9" name="probe-lucide-sliders-horizontal-part-6"/>
            <p:cNvSpPr/>
            <p:nvPr/>
          </p:nvSpPr>
          <p:spPr>
            <a:xfrm>
              <a:off x="160000" y="190000"/>
              <a:ext cx="50000" cy="10"/>
            </a:xfrm>
            <a:custGeom>
              <a:avLst/>
              <a:gdLst/>
              <a:ahLst/>
              <a:cxnLst/>
              <a:rect l="0" t="0" r="r" b="b"/>
              <a:pathLst>
                <a:path w="50000" h="10">
                  <a:moveTo>
                    <a:pt x="5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0" name="probe-lucide-sliders-horizontal-part-7"/>
            <p:cNvSpPr/>
            <p:nvPr/>
          </p:nvSpPr>
          <p:spPr>
            <a:xfrm>
              <a:off x="140000" y="50000"/>
              <a:ext cx="70000" cy="10"/>
            </a:xfrm>
            <a:custGeom>
              <a:avLst/>
              <a:gdLst/>
              <a:ahLst/>
              <a:cxnLst/>
              <a:rect l="0" t="0" r="r" b="b"/>
              <a:pathLst>
                <a:path w="70000" h="10">
                  <a:moveTo>
                    <a:pt x="7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1" name="probe-lucide-sliders-horizontal-part-8"/>
            <p:cNvSpPr/>
            <p:nvPr/>
          </p:nvSpPr>
          <p:spPr>
            <a:xfrm>
              <a:off x="8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2" name="probe-lucide-sliders-horizontal-part-9"/>
            <p:cNvSpPr/>
            <p:nvPr/>
          </p:nvSpPr>
          <p:spPr>
            <a:xfrm>
              <a:off x="30000" y="120000"/>
              <a:ext cx="50000" cy="10"/>
            </a:xfrm>
            <a:custGeom>
              <a:avLst/>
              <a:gdLst/>
              <a:ahLst/>
              <a:cxnLst/>
              <a:rect l="0" t="0" r="r" b="b"/>
              <a:pathLst>
                <a:path w="50000" h="10">
                  <a:moveTo>
                    <a:pt x="5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lucide/table-2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tabler/chart-area-line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tabler/chart-donut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tabler/chart-dots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tabler/chart-pie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tabler/clipboard-data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lucide/book-open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lucide/book-open-check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lucide/file-chart-column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lucide/file-search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lucide/file-text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lucide/folder-open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lucide/languages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lucide/notebook-text</a:t>
            </a:r>
          </a:p>
        </p:txBody>
      </p:sp>
      <p:grpSp>
        <p:nvGrpSpPr>
          <p:cNvPr id="23" name="probe-lucide-table" descr="table — Lucide Icons and Contributors; preserve the bundled full upstream license. Source: https://github.com/lucide-icons/lucide/blob/20aef31db93fe4d9f398dbb15b120d99c48eef95/icons/table.svg; SVG SHA256: 806e2810a1dc693e5dcc22298c6bab50ca5ba16f090d5c61e8ca4b22fdeaa4e3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table-part-1"/>
            <p:cNvSpPr/>
            <p:nvPr/>
          </p:nvSpPr>
          <p:spPr>
            <a:xfrm>
              <a:off x="120000" y="30000"/>
              <a:ext cx="10" cy="180000"/>
            </a:xfrm>
            <a:custGeom>
              <a:avLst/>
              <a:gdLst/>
              <a:ahLst/>
              <a:cxnLst/>
              <a:rect l="0" t="0" r="r" b="b"/>
              <a:pathLst>
                <a:path w="10" h="180000">
                  <a:moveTo>
                    <a:pt x="0" y="0"/>
                  </a:moveTo>
                  <a:lnTo>
                    <a:pt x="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table-part-2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20000" y="0"/>
                  </a:moveTo>
                  <a:lnTo>
                    <a:pt x="160000" y="0"/>
                  </a:lnTo>
                  <a:cubicBezTo>
                    <a:pt x="160419" y="0"/>
                    <a:pt x="160838" y="13"/>
                    <a:pt x="161256" y="39"/>
                  </a:cubicBezTo>
                  <a:cubicBezTo>
                    <a:pt x="161674" y="66"/>
                    <a:pt x="162091" y="105"/>
                    <a:pt x="162507" y="158"/>
                  </a:cubicBezTo>
                  <a:cubicBezTo>
                    <a:pt x="162922" y="210"/>
                    <a:pt x="163336" y="276"/>
                    <a:pt x="163748" y="354"/>
                  </a:cubicBezTo>
                  <a:cubicBezTo>
                    <a:pt x="164159" y="433"/>
                    <a:pt x="164568" y="524"/>
                    <a:pt x="164974" y="628"/>
                  </a:cubicBezTo>
                  <a:cubicBezTo>
                    <a:pt x="165380" y="733"/>
                    <a:pt x="165782" y="849"/>
                    <a:pt x="166180" y="979"/>
                  </a:cubicBezTo>
                  <a:cubicBezTo>
                    <a:pt x="166579" y="1108"/>
                    <a:pt x="166973" y="1250"/>
                    <a:pt x="167362" y="1404"/>
                  </a:cubicBezTo>
                  <a:cubicBezTo>
                    <a:pt x="167752" y="1559"/>
                    <a:pt x="168137" y="1725"/>
                    <a:pt x="168516" y="1903"/>
                  </a:cubicBezTo>
                  <a:cubicBezTo>
                    <a:pt x="168895" y="2082"/>
                    <a:pt x="169268" y="2272"/>
                    <a:pt x="169635" y="2474"/>
                  </a:cubicBezTo>
                  <a:cubicBezTo>
                    <a:pt x="170002" y="2676"/>
                    <a:pt x="170363" y="2889"/>
                    <a:pt x="170717" y="3113"/>
                  </a:cubicBezTo>
                  <a:cubicBezTo>
                    <a:pt x="171070" y="3338"/>
                    <a:pt x="171417" y="3573"/>
                    <a:pt x="171756" y="3820"/>
                  </a:cubicBezTo>
                  <a:cubicBezTo>
                    <a:pt x="172095" y="4066"/>
                    <a:pt x="172426" y="4323"/>
                    <a:pt x="172748" y="4590"/>
                  </a:cubicBezTo>
                  <a:cubicBezTo>
                    <a:pt x="173071" y="4857"/>
                    <a:pt x="173386" y="5134"/>
                    <a:pt x="173691" y="5421"/>
                  </a:cubicBezTo>
                  <a:cubicBezTo>
                    <a:pt x="173996" y="5707"/>
                    <a:pt x="174293" y="6004"/>
                    <a:pt x="174579" y="6309"/>
                  </a:cubicBezTo>
                  <a:cubicBezTo>
                    <a:pt x="174866" y="6614"/>
                    <a:pt x="175143" y="6929"/>
                    <a:pt x="175410" y="7252"/>
                  </a:cubicBezTo>
                  <a:cubicBezTo>
                    <a:pt x="175677" y="7574"/>
                    <a:pt x="175934" y="7905"/>
                    <a:pt x="176180" y="8244"/>
                  </a:cubicBezTo>
                  <a:cubicBezTo>
                    <a:pt x="176427" y="8583"/>
                    <a:pt x="176662" y="8930"/>
                    <a:pt x="176887" y="9283"/>
                  </a:cubicBezTo>
                  <a:cubicBezTo>
                    <a:pt x="177111" y="9637"/>
                    <a:pt x="177324" y="9998"/>
                    <a:pt x="177526" y="10365"/>
                  </a:cubicBezTo>
                  <a:cubicBezTo>
                    <a:pt x="177728" y="10732"/>
                    <a:pt x="177918" y="11105"/>
                    <a:pt x="178097" y="11484"/>
                  </a:cubicBezTo>
                  <a:cubicBezTo>
                    <a:pt x="178275" y="11863"/>
                    <a:pt x="178441" y="12248"/>
                    <a:pt x="178596" y="12638"/>
                  </a:cubicBezTo>
                  <a:cubicBezTo>
                    <a:pt x="178750" y="13027"/>
                    <a:pt x="178892" y="13421"/>
                    <a:pt x="179021" y="13820"/>
                  </a:cubicBezTo>
                  <a:cubicBezTo>
                    <a:pt x="179151" y="14218"/>
                    <a:pt x="179267" y="14620"/>
                    <a:pt x="179372" y="15026"/>
                  </a:cubicBezTo>
                  <a:cubicBezTo>
                    <a:pt x="179476" y="15432"/>
                    <a:pt x="179567" y="15841"/>
                    <a:pt x="179646" y="16252"/>
                  </a:cubicBezTo>
                  <a:cubicBezTo>
                    <a:pt x="179724" y="16664"/>
                    <a:pt x="179790" y="17078"/>
                    <a:pt x="179842" y="17493"/>
                  </a:cubicBezTo>
                  <a:cubicBezTo>
                    <a:pt x="179895" y="17909"/>
                    <a:pt x="179934" y="18326"/>
                    <a:pt x="179961" y="18744"/>
                  </a:cubicBezTo>
                  <a:cubicBezTo>
                    <a:pt x="179987" y="19162"/>
                    <a:pt x="180000" y="19581"/>
                    <a:pt x="180000" y="20000"/>
                  </a:cubicBezTo>
                  <a:lnTo>
                    <a:pt x="180000" y="160000"/>
                  </a:lnTo>
                  <a:cubicBezTo>
                    <a:pt x="180000" y="160419"/>
                    <a:pt x="179987" y="160838"/>
                    <a:pt x="179961" y="161256"/>
                  </a:cubicBezTo>
                  <a:cubicBezTo>
                    <a:pt x="179934" y="161674"/>
                    <a:pt x="179895" y="162091"/>
                    <a:pt x="179842" y="162507"/>
                  </a:cubicBezTo>
                  <a:cubicBezTo>
                    <a:pt x="179790" y="162922"/>
                    <a:pt x="179724" y="163336"/>
                    <a:pt x="179646" y="163748"/>
                  </a:cubicBezTo>
                  <a:cubicBezTo>
                    <a:pt x="179567" y="164159"/>
                    <a:pt x="179476" y="164568"/>
                    <a:pt x="179372" y="164974"/>
                  </a:cubicBezTo>
                  <a:cubicBezTo>
                    <a:pt x="179267" y="165380"/>
                    <a:pt x="179151" y="165782"/>
                    <a:pt x="179021" y="166180"/>
                  </a:cubicBezTo>
                  <a:cubicBezTo>
                    <a:pt x="178892" y="166579"/>
                    <a:pt x="178750" y="166973"/>
                    <a:pt x="178596" y="167362"/>
                  </a:cubicBezTo>
                  <a:cubicBezTo>
                    <a:pt x="178441" y="167752"/>
                    <a:pt x="178275" y="168137"/>
                    <a:pt x="178097" y="168516"/>
                  </a:cubicBezTo>
                  <a:cubicBezTo>
                    <a:pt x="177918" y="168895"/>
                    <a:pt x="177728" y="169268"/>
                    <a:pt x="177526" y="169635"/>
                  </a:cubicBezTo>
                  <a:cubicBezTo>
                    <a:pt x="177324" y="170002"/>
                    <a:pt x="177111" y="170363"/>
                    <a:pt x="176887" y="170717"/>
                  </a:cubicBezTo>
                  <a:cubicBezTo>
                    <a:pt x="176662" y="171070"/>
                    <a:pt x="176427" y="171417"/>
                    <a:pt x="176180" y="171756"/>
                  </a:cubicBezTo>
                  <a:cubicBezTo>
                    <a:pt x="175934" y="172095"/>
                    <a:pt x="175677" y="172426"/>
                    <a:pt x="175410" y="172748"/>
                  </a:cubicBezTo>
                  <a:cubicBezTo>
                    <a:pt x="175143" y="173071"/>
                    <a:pt x="174866" y="173386"/>
                    <a:pt x="174579" y="173691"/>
                  </a:cubicBezTo>
                  <a:cubicBezTo>
                    <a:pt x="174293" y="173996"/>
                    <a:pt x="173996" y="174293"/>
                    <a:pt x="173691" y="174579"/>
                  </a:cubicBezTo>
                  <a:cubicBezTo>
                    <a:pt x="173386" y="174866"/>
                    <a:pt x="173071" y="175143"/>
                    <a:pt x="172748" y="175410"/>
                  </a:cubicBezTo>
                  <a:cubicBezTo>
                    <a:pt x="172426" y="175677"/>
                    <a:pt x="172095" y="175934"/>
                    <a:pt x="171756" y="176180"/>
                  </a:cubicBezTo>
                  <a:cubicBezTo>
                    <a:pt x="171417" y="176427"/>
                    <a:pt x="171070" y="176662"/>
                    <a:pt x="170717" y="176887"/>
                  </a:cubicBezTo>
                  <a:cubicBezTo>
                    <a:pt x="170363" y="177111"/>
                    <a:pt x="170002" y="177324"/>
                    <a:pt x="169635" y="177526"/>
                  </a:cubicBezTo>
                  <a:cubicBezTo>
                    <a:pt x="169268" y="177728"/>
                    <a:pt x="168895" y="177918"/>
                    <a:pt x="168516" y="178097"/>
                  </a:cubicBezTo>
                  <a:cubicBezTo>
                    <a:pt x="168137" y="178275"/>
                    <a:pt x="167752" y="178441"/>
                    <a:pt x="167362" y="178596"/>
                  </a:cubicBezTo>
                  <a:cubicBezTo>
                    <a:pt x="166973" y="178750"/>
                    <a:pt x="166579" y="178892"/>
                    <a:pt x="166180" y="179021"/>
                  </a:cubicBezTo>
                  <a:cubicBezTo>
                    <a:pt x="165782" y="179151"/>
                    <a:pt x="165380" y="179267"/>
                    <a:pt x="164974" y="179372"/>
                  </a:cubicBezTo>
                  <a:cubicBezTo>
                    <a:pt x="164568" y="179476"/>
                    <a:pt x="164159" y="179567"/>
                    <a:pt x="163748" y="179646"/>
                  </a:cubicBezTo>
                  <a:cubicBezTo>
                    <a:pt x="163336" y="179724"/>
                    <a:pt x="162922" y="179790"/>
                    <a:pt x="162507" y="179842"/>
                  </a:cubicBezTo>
                  <a:cubicBezTo>
                    <a:pt x="162091" y="179895"/>
                    <a:pt x="161674" y="179934"/>
                    <a:pt x="161256" y="179961"/>
                  </a:cubicBezTo>
                  <a:cubicBezTo>
                    <a:pt x="160838" y="179987"/>
                    <a:pt x="160419" y="180000"/>
                    <a:pt x="16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table-part-3"/>
            <p:cNvSpPr/>
            <p:nvPr/>
          </p:nvSpPr>
          <p:spPr>
            <a:xfrm>
              <a:off x="30000" y="9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probe-lucide-table-part-4"/>
            <p:cNvSpPr/>
            <p:nvPr/>
          </p:nvSpPr>
          <p:spPr>
            <a:xfrm>
              <a:off x="30000" y="15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8" name="probe-lucide-table-2" descr="table-2 — Cole Bemis; Lucide contributors; preserve the bundled full upstream license. Source: https://github.com/lucide-icons/lucide/blob/20aef31db93fe4d9f398dbb15b120d99c48eef95/icons/table-2.svg; SVG SHA256: 7b1808e170670d644af828bed77022fc8baba27a654e0805f3fb98e0bec62077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9" name="probe-lucide-table-2-part-1"/>
            <p:cNvSpPr/>
            <p:nvPr/>
          </p:nvSpPr>
          <p:spPr>
            <a:xfrm>
              <a:off x="30000" y="9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table-2-part-2"/>
            <p:cNvSpPr/>
            <p:nvPr/>
          </p:nvSpPr>
          <p:spPr>
            <a:xfrm>
              <a:off x="90000" y="30000"/>
              <a:ext cx="10" cy="180000"/>
            </a:xfrm>
            <a:custGeom>
              <a:avLst/>
              <a:gdLst/>
              <a:ahLst/>
              <a:cxnLst/>
              <a:rect l="0" t="0" r="r" b="b"/>
              <a:pathLst>
                <a:path w="10" h="180000">
                  <a:moveTo>
                    <a:pt x="0" y="0"/>
                  </a:moveTo>
                  <a:lnTo>
                    <a:pt x="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probe-lucide-table-2-part-3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20000" y="0"/>
                  </a:moveTo>
                  <a:lnTo>
                    <a:pt x="160000" y="0"/>
                  </a:lnTo>
                  <a:cubicBezTo>
                    <a:pt x="160419" y="0"/>
                    <a:pt x="160838" y="13"/>
                    <a:pt x="161256" y="39"/>
                  </a:cubicBezTo>
                  <a:cubicBezTo>
                    <a:pt x="161674" y="66"/>
                    <a:pt x="162091" y="105"/>
                    <a:pt x="162507" y="158"/>
                  </a:cubicBezTo>
                  <a:cubicBezTo>
                    <a:pt x="162922" y="210"/>
                    <a:pt x="163336" y="276"/>
                    <a:pt x="163748" y="354"/>
                  </a:cubicBezTo>
                  <a:cubicBezTo>
                    <a:pt x="164159" y="433"/>
                    <a:pt x="164568" y="524"/>
                    <a:pt x="164974" y="628"/>
                  </a:cubicBezTo>
                  <a:cubicBezTo>
                    <a:pt x="165380" y="733"/>
                    <a:pt x="165782" y="849"/>
                    <a:pt x="166180" y="979"/>
                  </a:cubicBezTo>
                  <a:cubicBezTo>
                    <a:pt x="166579" y="1108"/>
                    <a:pt x="166973" y="1250"/>
                    <a:pt x="167362" y="1404"/>
                  </a:cubicBezTo>
                  <a:cubicBezTo>
                    <a:pt x="167752" y="1559"/>
                    <a:pt x="168137" y="1725"/>
                    <a:pt x="168516" y="1903"/>
                  </a:cubicBezTo>
                  <a:cubicBezTo>
                    <a:pt x="168895" y="2082"/>
                    <a:pt x="169268" y="2272"/>
                    <a:pt x="169635" y="2474"/>
                  </a:cubicBezTo>
                  <a:cubicBezTo>
                    <a:pt x="170002" y="2676"/>
                    <a:pt x="170363" y="2889"/>
                    <a:pt x="170717" y="3113"/>
                  </a:cubicBezTo>
                  <a:cubicBezTo>
                    <a:pt x="171070" y="3338"/>
                    <a:pt x="171417" y="3573"/>
                    <a:pt x="171756" y="3820"/>
                  </a:cubicBezTo>
                  <a:cubicBezTo>
                    <a:pt x="172095" y="4066"/>
                    <a:pt x="172426" y="4323"/>
                    <a:pt x="172748" y="4590"/>
                  </a:cubicBezTo>
                  <a:cubicBezTo>
                    <a:pt x="173071" y="4857"/>
                    <a:pt x="173386" y="5134"/>
                    <a:pt x="173691" y="5421"/>
                  </a:cubicBezTo>
                  <a:cubicBezTo>
                    <a:pt x="173996" y="5707"/>
                    <a:pt x="174293" y="6004"/>
                    <a:pt x="174579" y="6309"/>
                  </a:cubicBezTo>
                  <a:cubicBezTo>
                    <a:pt x="174866" y="6614"/>
                    <a:pt x="175143" y="6929"/>
                    <a:pt x="175410" y="7252"/>
                  </a:cubicBezTo>
                  <a:cubicBezTo>
                    <a:pt x="175677" y="7574"/>
                    <a:pt x="175934" y="7905"/>
                    <a:pt x="176180" y="8244"/>
                  </a:cubicBezTo>
                  <a:cubicBezTo>
                    <a:pt x="176427" y="8583"/>
                    <a:pt x="176662" y="8930"/>
                    <a:pt x="176887" y="9283"/>
                  </a:cubicBezTo>
                  <a:cubicBezTo>
                    <a:pt x="177111" y="9637"/>
                    <a:pt x="177324" y="9998"/>
                    <a:pt x="177526" y="10365"/>
                  </a:cubicBezTo>
                  <a:cubicBezTo>
                    <a:pt x="177728" y="10732"/>
                    <a:pt x="177918" y="11105"/>
                    <a:pt x="178097" y="11484"/>
                  </a:cubicBezTo>
                  <a:cubicBezTo>
                    <a:pt x="178275" y="11863"/>
                    <a:pt x="178441" y="12248"/>
                    <a:pt x="178596" y="12638"/>
                  </a:cubicBezTo>
                  <a:cubicBezTo>
                    <a:pt x="178750" y="13027"/>
                    <a:pt x="178892" y="13421"/>
                    <a:pt x="179021" y="13820"/>
                  </a:cubicBezTo>
                  <a:cubicBezTo>
                    <a:pt x="179151" y="14218"/>
                    <a:pt x="179267" y="14620"/>
                    <a:pt x="179372" y="15026"/>
                  </a:cubicBezTo>
                  <a:cubicBezTo>
                    <a:pt x="179476" y="15432"/>
                    <a:pt x="179567" y="15841"/>
                    <a:pt x="179646" y="16252"/>
                  </a:cubicBezTo>
                  <a:cubicBezTo>
                    <a:pt x="179724" y="16664"/>
                    <a:pt x="179790" y="17078"/>
                    <a:pt x="179842" y="17493"/>
                  </a:cubicBezTo>
                  <a:cubicBezTo>
                    <a:pt x="179895" y="17909"/>
                    <a:pt x="179934" y="18326"/>
                    <a:pt x="179961" y="18744"/>
                  </a:cubicBezTo>
                  <a:cubicBezTo>
                    <a:pt x="179987" y="19162"/>
                    <a:pt x="180000" y="19581"/>
                    <a:pt x="180000" y="20000"/>
                  </a:cubicBezTo>
                  <a:lnTo>
                    <a:pt x="180000" y="160000"/>
                  </a:lnTo>
                  <a:cubicBezTo>
                    <a:pt x="180000" y="160419"/>
                    <a:pt x="179987" y="160838"/>
                    <a:pt x="179961" y="161256"/>
                  </a:cubicBezTo>
                  <a:cubicBezTo>
                    <a:pt x="179934" y="161674"/>
                    <a:pt x="179895" y="162091"/>
                    <a:pt x="179842" y="162507"/>
                  </a:cubicBezTo>
                  <a:cubicBezTo>
                    <a:pt x="179790" y="162922"/>
                    <a:pt x="179724" y="163336"/>
                    <a:pt x="179646" y="163748"/>
                  </a:cubicBezTo>
                  <a:cubicBezTo>
                    <a:pt x="179567" y="164159"/>
                    <a:pt x="179476" y="164568"/>
                    <a:pt x="179372" y="164974"/>
                  </a:cubicBezTo>
                  <a:cubicBezTo>
                    <a:pt x="179267" y="165380"/>
                    <a:pt x="179151" y="165782"/>
                    <a:pt x="179021" y="166180"/>
                  </a:cubicBezTo>
                  <a:cubicBezTo>
                    <a:pt x="178892" y="166579"/>
                    <a:pt x="178750" y="166973"/>
                    <a:pt x="178596" y="167362"/>
                  </a:cubicBezTo>
                  <a:cubicBezTo>
                    <a:pt x="178441" y="167752"/>
                    <a:pt x="178275" y="168137"/>
                    <a:pt x="178097" y="168516"/>
                  </a:cubicBezTo>
                  <a:cubicBezTo>
                    <a:pt x="177918" y="168895"/>
                    <a:pt x="177728" y="169268"/>
                    <a:pt x="177526" y="169635"/>
                  </a:cubicBezTo>
                  <a:cubicBezTo>
                    <a:pt x="177324" y="170002"/>
                    <a:pt x="177111" y="170363"/>
                    <a:pt x="176887" y="170717"/>
                  </a:cubicBezTo>
                  <a:cubicBezTo>
                    <a:pt x="176662" y="171070"/>
                    <a:pt x="176427" y="171417"/>
                    <a:pt x="176180" y="171756"/>
                  </a:cubicBezTo>
                  <a:cubicBezTo>
                    <a:pt x="175934" y="172095"/>
                    <a:pt x="175677" y="172426"/>
                    <a:pt x="175410" y="172748"/>
                  </a:cubicBezTo>
                  <a:cubicBezTo>
                    <a:pt x="175143" y="173071"/>
                    <a:pt x="174866" y="173386"/>
                    <a:pt x="174579" y="173691"/>
                  </a:cubicBezTo>
                  <a:cubicBezTo>
                    <a:pt x="174293" y="173996"/>
                    <a:pt x="173996" y="174293"/>
                    <a:pt x="173691" y="174579"/>
                  </a:cubicBezTo>
                  <a:cubicBezTo>
                    <a:pt x="173386" y="174866"/>
                    <a:pt x="173071" y="175143"/>
                    <a:pt x="172748" y="175410"/>
                  </a:cubicBezTo>
                  <a:cubicBezTo>
                    <a:pt x="172426" y="175677"/>
                    <a:pt x="172095" y="175934"/>
                    <a:pt x="171756" y="176180"/>
                  </a:cubicBezTo>
                  <a:cubicBezTo>
                    <a:pt x="171417" y="176427"/>
                    <a:pt x="171070" y="176662"/>
                    <a:pt x="170717" y="176887"/>
                  </a:cubicBezTo>
                  <a:cubicBezTo>
                    <a:pt x="170363" y="177111"/>
                    <a:pt x="170002" y="177324"/>
                    <a:pt x="169635" y="177526"/>
                  </a:cubicBezTo>
                  <a:cubicBezTo>
                    <a:pt x="169268" y="177728"/>
                    <a:pt x="168895" y="177918"/>
                    <a:pt x="168516" y="178097"/>
                  </a:cubicBezTo>
                  <a:cubicBezTo>
                    <a:pt x="168137" y="178275"/>
                    <a:pt x="167752" y="178441"/>
                    <a:pt x="167362" y="178596"/>
                  </a:cubicBezTo>
                  <a:cubicBezTo>
                    <a:pt x="166973" y="178750"/>
                    <a:pt x="166579" y="178892"/>
                    <a:pt x="166180" y="179021"/>
                  </a:cubicBezTo>
                  <a:cubicBezTo>
                    <a:pt x="165782" y="179151"/>
                    <a:pt x="165380" y="179267"/>
                    <a:pt x="164974" y="179372"/>
                  </a:cubicBezTo>
                  <a:cubicBezTo>
                    <a:pt x="164568" y="179476"/>
                    <a:pt x="164159" y="179567"/>
                    <a:pt x="163748" y="179646"/>
                  </a:cubicBezTo>
                  <a:cubicBezTo>
                    <a:pt x="163336" y="179724"/>
                    <a:pt x="162922" y="179790"/>
                    <a:pt x="162507" y="179842"/>
                  </a:cubicBezTo>
                  <a:cubicBezTo>
                    <a:pt x="162091" y="179895"/>
                    <a:pt x="161674" y="179934"/>
                    <a:pt x="161256" y="179961"/>
                  </a:cubicBezTo>
                  <a:cubicBezTo>
                    <a:pt x="160838" y="179987"/>
                    <a:pt x="160419" y="180000"/>
                    <a:pt x="16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2" name="probe-tabler-chart-area" descr="chart-area — Tabler contributors; preserve the bundled full upstream license. Source: https://github.com/tabler/tabler-icons/blob/a4ce1404bc6d24d3c365afe7b258d6bf6f48d62d/icons/filled/chart-area.svg; SVG SHA256: d36b267ed36e18df3fea3a254cc276707b42be95c1eaf25dcf03b01e466cbc35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3" name="probe-tabler-chart-area-part-1"/>
            <p:cNvSpPr/>
            <p:nvPr/>
          </p:nvSpPr>
          <p:spPr>
            <a:xfrm>
              <a:off x="30011" y="180000"/>
              <a:ext cx="179978" cy="20000"/>
            </a:xfrm>
            <a:custGeom>
              <a:avLst/>
              <a:gdLst/>
              <a:ahLst/>
              <a:cxnLst/>
              <a:rect l="0" t="0" r="r" b="b"/>
              <a:pathLst>
                <a:path w="179978" h="20000">
                  <a:moveTo>
                    <a:pt x="169989" y="0"/>
                  </a:moveTo>
                  <a:cubicBezTo>
                    <a:pt x="170195" y="0"/>
                    <a:pt x="170400" y="7"/>
                    <a:pt x="170605" y="20"/>
                  </a:cubicBezTo>
                  <a:cubicBezTo>
                    <a:pt x="170810" y="33"/>
                    <a:pt x="171015" y="52"/>
                    <a:pt x="171219" y="77"/>
                  </a:cubicBezTo>
                  <a:cubicBezTo>
                    <a:pt x="171423" y="103"/>
                    <a:pt x="171626" y="135"/>
                    <a:pt x="171828" y="173"/>
                  </a:cubicBezTo>
                  <a:cubicBezTo>
                    <a:pt x="172030" y="211"/>
                    <a:pt x="172231" y="255"/>
                    <a:pt x="172431" y="305"/>
                  </a:cubicBezTo>
                  <a:cubicBezTo>
                    <a:pt x="172630" y="356"/>
                    <a:pt x="172828" y="412"/>
                    <a:pt x="173024" y="475"/>
                  </a:cubicBezTo>
                  <a:cubicBezTo>
                    <a:pt x="173219" y="538"/>
                    <a:pt x="173413" y="606"/>
                    <a:pt x="173605" y="681"/>
                  </a:cubicBezTo>
                  <a:cubicBezTo>
                    <a:pt x="173796" y="755"/>
                    <a:pt x="173986" y="836"/>
                    <a:pt x="174172" y="922"/>
                  </a:cubicBezTo>
                  <a:cubicBezTo>
                    <a:pt x="174359" y="1008"/>
                    <a:pt x="174543" y="1100"/>
                    <a:pt x="174724" y="1198"/>
                  </a:cubicBezTo>
                  <a:cubicBezTo>
                    <a:pt x="174905" y="1296"/>
                    <a:pt x="175083" y="1399"/>
                    <a:pt x="175257" y="1507"/>
                  </a:cubicBezTo>
                  <a:cubicBezTo>
                    <a:pt x="175432" y="1616"/>
                    <a:pt x="175603" y="1730"/>
                    <a:pt x="175771" y="1849"/>
                  </a:cubicBezTo>
                  <a:cubicBezTo>
                    <a:pt x="175938" y="1968"/>
                    <a:pt x="176102" y="2092"/>
                    <a:pt x="176262" y="2221"/>
                  </a:cubicBezTo>
                  <a:cubicBezTo>
                    <a:pt x="176422" y="2351"/>
                    <a:pt x="176578" y="2485"/>
                    <a:pt x="176730" y="2624"/>
                  </a:cubicBezTo>
                  <a:cubicBezTo>
                    <a:pt x="176881" y="2762"/>
                    <a:pt x="177029" y="2906"/>
                    <a:pt x="177171" y="3054"/>
                  </a:cubicBezTo>
                  <a:cubicBezTo>
                    <a:pt x="177314" y="3202"/>
                    <a:pt x="177453" y="3354"/>
                    <a:pt x="177586" y="3510"/>
                  </a:cubicBezTo>
                  <a:cubicBezTo>
                    <a:pt x="177719" y="3667"/>
                    <a:pt x="177848" y="3827"/>
                    <a:pt x="177971" y="3992"/>
                  </a:cubicBezTo>
                  <a:cubicBezTo>
                    <a:pt x="178095" y="4156"/>
                    <a:pt x="178213" y="4324"/>
                    <a:pt x="178327" y="4496"/>
                  </a:cubicBezTo>
                  <a:cubicBezTo>
                    <a:pt x="178440" y="4667"/>
                    <a:pt x="178548" y="4842"/>
                    <a:pt x="178650" y="5021"/>
                  </a:cubicBezTo>
                  <a:cubicBezTo>
                    <a:pt x="178752" y="5199"/>
                    <a:pt x="178849" y="5380"/>
                    <a:pt x="178940" y="5565"/>
                  </a:cubicBezTo>
                  <a:cubicBezTo>
                    <a:pt x="179032" y="5749"/>
                    <a:pt x="179117" y="5936"/>
                    <a:pt x="179197" y="6126"/>
                  </a:cubicBezTo>
                  <a:cubicBezTo>
                    <a:pt x="179276" y="6315"/>
                    <a:pt x="179350" y="6507"/>
                    <a:pt x="179418" y="6701"/>
                  </a:cubicBezTo>
                  <a:cubicBezTo>
                    <a:pt x="179486" y="6895"/>
                    <a:pt x="179548" y="7091"/>
                    <a:pt x="179603" y="7289"/>
                  </a:cubicBezTo>
                  <a:cubicBezTo>
                    <a:pt x="179659" y="7487"/>
                    <a:pt x="179709" y="7687"/>
                    <a:pt x="179752" y="7888"/>
                  </a:cubicBezTo>
                  <a:cubicBezTo>
                    <a:pt x="179796" y="8089"/>
                    <a:pt x="179833" y="8291"/>
                    <a:pt x="179864" y="8494"/>
                  </a:cubicBezTo>
                  <a:cubicBezTo>
                    <a:pt x="179895" y="8697"/>
                    <a:pt x="179919" y="8902"/>
                    <a:pt x="179938" y="9106"/>
                  </a:cubicBezTo>
                  <a:cubicBezTo>
                    <a:pt x="179956" y="9311"/>
                    <a:pt x="179968" y="9517"/>
                    <a:pt x="179974" y="9722"/>
                  </a:cubicBezTo>
                  <a:cubicBezTo>
                    <a:pt x="179980" y="9928"/>
                    <a:pt x="179979" y="10133"/>
                    <a:pt x="179972" y="10339"/>
                  </a:cubicBezTo>
                  <a:cubicBezTo>
                    <a:pt x="179965" y="10544"/>
                    <a:pt x="179952" y="10749"/>
                    <a:pt x="179932" y="10954"/>
                  </a:cubicBezTo>
                  <a:cubicBezTo>
                    <a:pt x="179913" y="11159"/>
                    <a:pt x="179887" y="11363"/>
                    <a:pt x="179854" y="11566"/>
                  </a:cubicBezTo>
                  <a:cubicBezTo>
                    <a:pt x="179822" y="11769"/>
                    <a:pt x="179784" y="11971"/>
                    <a:pt x="179739" y="12172"/>
                  </a:cubicBezTo>
                  <a:cubicBezTo>
                    <a:pt x="179695" y="12372"/>
                    <a:pt x="179644" y="12572"/>
                    <a:pt x="179587" y="12769"/>
                  </a:cubicBezTo>
                  <a:cubicBezTo>
                    <a:pt x="179530" y="12967"/>
                    <a:pt x="179467" y="13162"/>
                    <a:pt x="179398" y="13356"/>
                  </a:cubicBezTo>
                  <a:cubicBezTo>
                    <a:pt x="179329" y="13550"/>
                    <a:pt x="179254" y="13741"/>
                    <a:pt x="179173" y="13930"/>
                  </a:cubicBezTo>
                  <a:cubicBezTo>
                    <a:pt x="179092" y="14119"/>
                    <a:pt x="179006" y="14306"/>
                    <a:pt x="178913" y="14490"/>
                  </a:cubicBezTo>
                  <a:cubicBezTo>
                    <a:pt x="178821" y="14673"/>
                    <a:pt x="178723" y="14854"/>
                    <a:pt x="178620" y="15032"/>
                  </a:cubicBezTo>
                  <a:cubicBezTo>
                    <a:pt x="178516" y="15210"/>
                    <a:pt x="178407" y="15384"/>
                    <a:pt x="178293" y="15555"/>
                  </a:cubicBezTo>
                  <a:cubicBezTo>
                    <a:pt x="178179" y="15726"/>
                    <a:pt x="178059" y="15893"/>
                    <a:pt x="177935" y="16057"/>
                  </a:cubicBezTo>
                  <a:cubicBezTo>
                    <a:pt x="177810" y="16220"/>
                    <a:pt x="177681" y="16380"/>
                    <a:pt x="177546" y="16536"/>
                  </a:cubicBezTo>
                  <a:cubicBezTo>
                    <a:pt x="177412" y="16691"/>
                    <a:pt x="177273" y="16843"/>
                    <a:pt x="177129" y="16990"/>
                  </a:cubicBezTo>
                  <a:cubicBezTo>
                    <a:pt x="176985" y="17137"/>
                    <a:pt x="176837" y="17279"/>
                    <a:pt x="176685" y="17417"/>
                  </a:cubicBezTo>
                  <a:cubicBezTo>
                    <a:pt x="176532" y="17555"/>
                    <a:pt x="176376" y="17688"/>
                    <a:pt x="176215" y="17817"/>
                  </a:cubicBezTo>
                  <a:cubicBezTo>
                    <a:pt x="176054" y="17945"/>
                    <a:pt x="175889" y="18068"/>
                    <a:pt x="175721" y="18186"/>
                  </a:cubicBezTo>
                  <a:cubicBezTo>
                    <a:pt x="175553" y="18304"/>
                    <a:pt x="175381" y="18417"/>
                    <a:pt x="175206" y="18525"/>
                  </a:cubicBezTo>
                  <a:cubicBezTo>
                    <a:pt x="175030" y="18632"/>
                    <a:pt x="174852" y="18734"/>
                    <a:pt x="174670" y="18831"/>
                  </a:cubicBezTo>
                  <a:cubicBezTo>
                    <a:pt x="174489" y="18927"/>
                    <a:pt x="174304" y="19018"/>
                    <a:pt x="174117" y="19103"/>
                  </a:cubicBezTo>
                  <a:cubicBezTo>
                    <a:pt x="173930" y="19188"/>
                    <a:pt x="173740" y="19268"/>
                    <a:pt x="173548" y="19341"/>
                  </a:cubicBezTo>
                  <a:cubicBezTo>
                    <a:pt x="173356" y="19414"/>
                    <a:pt x="173162" y="19482"/>
                    <a:pt x="172966" y="19543"/>
                  </a:cubicBezTo>
                  <a:cubicBezTo>
                    <a:pt x="172769" y="19605"/>
                    <a:pt x="172571" y="19660"/>
                    <a:pt x="172372" y="19709"/>
                  </a:cubicBezTo>
                  <a:cubicBezTo>
                    <a:pt x="172172" y="19758"/>
                    <a:pt x="171971" y="19802"/>
                    <a:pt x="171769" y="19838"/>
                  </a:cubicBezTo>
                  <a:cubicBezTo>
                    <a:pt x="171566" y="19875"/>
                    <a:pt x="171363" y="19906"/>
                    <a:pt x="171159" y="19930"/>
                  </a:cubicBezTo>
                  <a:lnTo>
                    <a:pt x="169989" y="20000"/>
                  </a:lnTo>
                  <a:lnTo>
                    <a:pt x="9989" y="20000"/>
                  </a:lnTo>
                  <a:cubicBezTo>
                    <a:pt x="9783" y="20000"/>
                    <a:pt x="9578" y="19993"/>
                    <a:pt x="9373" y="19980"/>
                  </a:cubicBezTo>
                  <a:cubicBezTo>
                    <a:pt x="9167" y="19967"/>
                    <a:pt x="8963" y="19948"/>
                    <a:pt x="8759" y="19923"/>
                  </a:cubicBezTo>
                  <a:cubicBezTo>
                    <a:pt x="8555" y="19897"/>
                    <a:pt x="8351" y="19865"/>
                    <a:pt x="8149" y="19827"/>
                  </a:cubicBezTo>
                  <a:cubicBezTo>
                    <a:pt x="7947" y="19789"/>
                    <a:pt x="7746" y="19745"/>
                    <a:pt x="7547" y="19695"/>
                  </a:cubicBezTo>
                  <a:cubicBezTo>
                    <a:pt x="7348" y="19644"/>
                    <a:pt x="7150" y="19588"/>
                    <a:pt x="6954" y="19525"/>
                  </a:cubicBezTo>
                  <a:cubicBezTo>
                    <a:pt x="6758" y="19462"/>
                    <a:pt x="6565" y="19394"/>
                    <a:pt x="6373" y="19319"/>
                  </a:cubicBezTo>
                  <a:cubicBezTo>
                    <a:pt x="6181" y="19245"/>
                    <a:pt x="5992" y="19164"/>
                    <a:pt x="5806" y="19078"/>
                  </a:cubicBezTo>
                  <a:cubicBezTo>
                    <a:pt x="5619" y="18992"/>
                    <a:pt x="5435" y="18900"/>
                    <a:pt x="5254" y="18802"/>
                  </a:cubicBezTo>
                  <a:cubicBezTo>
                    <a:pt x="5073" y="18704"/>
                    <a:pt x="4895" y="18601"/>
                    <a:pt x="4720" y="18493"/>
                  </a:cubicBezTo>
                  <a:cubicBezTo>
                    <a:pt x="4546" y="18384"/>
                    <a:pt x="4375" y="18270"/>
                    <a:pt x="4207" y="18151"/>
                  </a:cubicBezTo>
                  <a:cubicBezTo>
                    <a:pt x="4039" y="18032"/>
                    <a:pt x="3876" y="17908"/>
                    <a:pt x="3716" y="17779"/>
                  </a:cubicBezTo>
                  <a:cubicBezTo>
                    <a:pt x="3556" y="17649"/>
                    <a:pt x="3400" y="17515"/>
                    <a:pt x="3248" y="17376"/>
                  </a:cubicBezTo>
                  <a:cubicBezTo>
                    <a:pt x="3096" y="17238"/>
                    <a:pt x="2949" y="17094"/>
                    <a:pt x="2806" y="16946"/>
                  </a:cubicBezTo>
                  <a:cubicBezTo>
                    <a:pt x="2664" y="16798"/>
                    <a:pt x="2525" y="16646"/>
                    <a:pt x="2392" y="16490"/>
                  </a:cubicBezTo>
                  <a:cubicBezTo>
                    <a:pt x="2258" y="16333"/>
                    <a:pt x="2130" y="16173"/>
                    <a:pt x="2006" y="16008"/>
                  </a:cubicBezTo>
                  <a:cubicBezTo>
                    <a:pt x="1883" y="15844"/>
                    <a:pt x="1764" y="15676"/>
                    <a:pt x="1651" y="15504"/>
                  </a:cubicBezTo>
                  <a:cubicBezTo>
                    <a:pt x="1538" y="15333"/>
                    <a:pt x="1430" y="15158"/>
                    <a:pt x="1328" y="14979"/>
                  </a:cubicBezTo>
                  <a:cubicBezTo>
                    <a:pt x="1225" y="14801"/>
                    <a:pt x="1129" y="14620"/>
                    <a:pt x="1037" y="14435"/>
                  </a:cubicBezTo>
                  <a:cubicBezTo>
                    <a:pt x="946" y="14251"/>
                    <a:pt x="861" y="14064"/>
                    <a:pt x="781" y="13874"/>
                  </a:cubicBezTo>
                  <a:cubicBezTo>
                    <a:pt x="701" y="13685"/>
                    <a:pt x="628" y="13493"/>
                    <a:pt x="560" y="13299"/>
                  </a:cubicBezTo>
                  <a:cubicBezTo>
                    <a:pt x="492" y="13105"/>
                    <a:pt x="430" y="12909"/>
                    <a:pt x="374" y="12711"/>
                  </a:cubicBezTo>
                  <a:cubicBezTo>
                    <a:pt x="319" y="12513"/>
                    <a:pt x="269" y="12313"/>
                    <a:pt x="226" y="12112"/>
                  </a:cubicBezTo>
                  <a:cubicBezTo>
                    <a:pt x="182" y="11911"/>
                    <a:pt x="145" y="11709"/>
                    <a:pt x="114" y="11506"/>
                  </a:cubicBezTo>
                  <a:cubicBezTo>
                    <a:pt x="83" y="11303"/>
                    <a:pt x="58" y="11098"/>
                    <a:pt x="40" y="10894"/>
                  </a:cubicBezTo>
                  <a:cubicBezTo>
                    <a:pt x="22" y="10689"/>
                    <a:pt x="10" y="10483"/>
                    <a:pt x="4" y="10278"/>
                  </a:cubicBezTo>
                  <a:cubicBezTo>
                    <a:pt x="-2" y="10072"/>
                    <a:pt x="-1" y="9867"/>
                    <a:pt x="6" y="9661"/>
                  </a:cubicBezTo>
                  <a:cubicBezTo>
                    <a:pt x="13" y="9456"/>
                    <a:pt x="26" y="9251"/>
                    <a:pt x="46" y="9046"/>
                  </a:cubicBezTo>
                  <a:cubicBezTo>
                    <a:pt x="65" y="8841"/>
                    <a:pt x="91" y="8637"/>
                    <a:pt x="123" y="8434"/>
                  </a:cubicBezTo>
                  <a:cubicBezTo>
                    <a:pt x="156" y="8231"/>
                    <a:pt x="194" y="8029"/>
                    <a:pt x="239" y="7828"/>
                  </a:cubicBezTo>
                  <a:cubicBezTo>
                    <a:pt x="283" y="7628"/>
                    <a:pt x="334" y="7428"/>
                    <a:pt x="391" y="7231"/>
                  </a:cubicBezTo>
                  <a:cubicBezTo>
                    <a:pt x="448" y="7033"/>
                    <a:pt x="511" y="6838"/>
                    <a:pt x="580" y="6644"/>
                  </a:cubicBezTo>
                  <a:cubicBezTo>
                    <a:pt x="649" y="6450"/>
                    <a:pt x="724" y="6259"/>
                    <a:pt x="805" y="6070"/>
                  </a:cubicBezTo>
                  <a:cubicBezTo>
                    <a:pt x="886" y="5881"/>
                    <a:pt x="972" y="5694"/>
                    <a:pt x="1064" y="5510"/>
                  </a:cubicBezTo>
                  <a:cubicBezTo>
                    <a:pt x="1157" y="5327"/>
                    <a:pt x="1255" y="5146"/>
                    <a:pt x="1358" y="4968"/>
                  </a:cubicBezTo>
                  <a:cubicBezTo>
                    <a:pt x="1462" y="4790"/>
                    <a:pt x="1571" y="4616"/>
                    <a:pt x="1685" y="4445"/>
                  </a:cubicBezTo>
                  <a:cubicBezTo>
                    <a:pt x="1799" y="4274"/>
                    <a:pt x="1918" y="4107"/>
                    <a:pt x="2043" y="3943"/>
                  </a:cubicBezTo>
                  <a:cubicBezTo>
                    <a:pt x="2168" y="3780"/>
                    <a:pt x="2297" y="3620"/>
                    <a:pt x="2431" y="3464"/>
                  </a:cubicBezTo>
                  <a:cubicBezTo>
                    <a:pt x="2566" y="3309"/>
                    <a:pt x="2705" y="3157"/>
                    <a:pt x="2849" y="3010"/>
                  </a:cubicBezTo>
                  <a:cubicBezTo>
                    <a:pt x="2992" y="2863"/>
                    <a:pt x="3141" y="2721"/>
                    <a:pt x="3293" y="2583"/>
                  </a:cubicBezTo>
                  <a:cubicBezTo>
                    <a:pt x="3446" y="2445"/>
                    <a:pt x="3602" y="2312"/>
                    <a:pt x="3763" y="2183"/>
                  </a:cubicBezTo>
                  <a:cubicBezTo>
                    <a:pt x="3924" y="2055"/>
                    <a:pt x="4088" y="1932"/>
                    <a:pt x="4257" y="1814"/>
                  </a:cubicBezTo>
                  <a:cubicBezTo>
                    <a:pt x="4425" y="1696"/>
                    <a:pt x="4597" y="1583"/>
                    <a:pt x="4772" y="1475"/>
                  </a:cubicBezTo>
                  <a:cubicBezTo>
                    <a:pt x="4947" y="1368"/>
                    <a:pt x="5126" y="1266"/>
                    <a:pt x="5308" y="1169"/>
                  </a:cubicBezTo>
                  <a:cubicBezTo>
                    <a:pt x="5489" y="1073"/>
                    <a:pt x="5674" y="982"/>
                    <a:pt x="5861" y="897"/>
                  </a:cubicBezTo>
                  <a:cubicBezTo>
                    <a:pt x="6048" y="812"/>
                    <a:pt x="6238" y="732"/>
                    <a:pt x="6430" y="659"/>
                  </a:cubicBezTo>
                  <a:cubicBezTo>
                    <a:pt x="6622" y="586"/>
                    <a:pt x="6816" y="518"/>
                    <a:pt x="7012" y="457"/>
                  </a:cubicBezTo>
                  <a:cubicBezTo>
                    <a:pt x="7208" y="395"/>
                    <a:pt x="7406" y="340"/>
                    <a:pt x="7606" y="291"/>
                  </a:cubicBezTo>
                  <a:cubicBezTo>
                    <a:pt x="7806" y="242"/>
                    <a:pt x="8007" y="198"/>
                    <a:pt x="8209" y="162"/>
                  </a:cubicBezTo>
                  <a:cubicBezTo>
                    <a:pt x="8411" y="125"/>
                    <a:pt x="8615" y="94"/>
                    <a:pt x="8819" y="70"/>
                  </a:cubicBezTo>
                  <a:lnTo>
                    <a:pt x="9989" y="0"/>
                  </a:lnTo>
                  <a:lnTo>
                    <a:pt x="169989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34" name="probe-tabler-chart-area-part-2"/>
            <p:cNvSpPr/>
            <p:nvPr/>
          </p:nvSpPr>
          <p:spPr>
            <a:xfrm>
              <a:off x="30000" y="50003"/>
              <a:ext cx="180000" cy="109997"/>
            </a:xfrm>
            <a:custGeom>
              <a:avLst/>
              <a:gdLst/>
              <a:ahLst/>
              <a:cxnLst/>
              <a:rect l="0" t="0" r="r" b="b"/>
              <a:pathLst>
                <a:path w="180000" h="109997">
                  <a:moveTo>
                    <a:pt x="122200" y="3747"/>
                  </a:moveTo>
                  <a:cubicBezTo>
                    <a:pt x="122330" y="3585"/>
                    <a:pt x="122464" y="3427"/>
                    <a:pt x="122604" y="3274"/>
                  </a:cubicBezTo>
                  <a:cubicBezTo>
                    <a:pt x="122743" y="3120"/>
                    <a:pt x="122887" y="2971"/>
                    <a:pt x="123036" y="2827"/>
                  </a:cubicBezTo>
                  <a:cubicBezTo>
                    <a:pt x="123185" y="2682"/>
                    <a:pt x="123338" y="2543"/>
                    <a:pt x="123495" y="2408"/>
                  </a:cubicBezTo>
                  <a:cubicBezTo>
                    <a:pt x="123653" y="2273"/>
                    <a:pt x="123814" y="2143"/>
                    <a:pt x="123980" y="2018"/>
                  </a:cubicBezTo>
                  <a:cubicBezTo>
                    <a:pt x="124145" y="1893"/>
                    <a:pt x="124314" y="1773"/>
                    <a:pt x="124487" y="1659"/>
                  </a:cubicBezTo>
                  <a:cubicBezTo>
                    <a:pt x="124660" y="1545"/>
                    <a:pt x="124837" y="1436"/>
                    <a:pt x="125016" y="1332"/>
                  </a:cubicBezTo>
                  <a:cubicBezTo>
                    <a:pt x="125196" y="1229"/>
                    <a:pt x="125379" y="1131"/>
                    <a:pt x="125565" y="1039"/>
                  </a:cubicBezTo>
                  <a:cubicBezTo>
                    <a:pt x="125750" y="947"/>
                    <a:pt x="125939" y="861"/>
                    <a:pt x="126130" y="781"/>
                  </a:cubicBezTo>
                  <a:cubicBezTo>
                    <a:pt x="126321" y="700"/>
                    <a:pt x="126515" y="626"/>
                    <a:pt x="126711" y="558"/>
                  </a:cubicBezTo>
                  <a:cubicBezTo>
                    <a:pt x="126906" y="489"/>
                    <a:pt x="127104" y="427"/>
                    <a:pt x="127304" y="371"/>
                  </a:cubicBezTo>
                  <a:cubicBezTo>
                    <a:pt x="127503" y="315"/>
                    <a:pt x="127705" y="266"/>
                    <a:pt x="127907" y="222"/>
                  </a:cubicBezTo>
                  <a:cubicBezTo>
                    <a:pt x="128110" y="179"/>
                    <a:pt x="128314" y="142"/>
                    <a:pt x="128519" y="111"/>
                  </a:cubicBezTo>
                  <a:cubicBezTo>
                    <a:pt x="128724" y="80"/>
                    <a:pt x="128930" y="56"/>
                    <a:pt x="129136" y="38"/>
                  </a:cubicBezTo>
                  <a:cubicBezTo>
                    <a:pt x="129343" y="20"/>
                    <a:pt x="129550" y="8"/>
                    <a:pt x="129757" y="3"/>
                  </a:cubicBezTo>
                  <a:cubicBezTo>
                    <a:pt x="129964" y="-2"/>
                    <a:pt x="130172" y="-1"/>
                    <a:pt x="130379" y="7"/>
                  </a:cubicBezTo>
                  <a:cubicBezTo>
                    <a:pt x="130586" y="15"/>
                    <a:pt x="130793" y="29"/>
                    <a:pt x="130999" y="50"/>
                  </a:cubicBezTo>
                  <a:cubicBezTo>
                    <a:pt x="131206" y="70"/>
                    <a:pt x="131411" y="97"/>
                    <a:pt x="131616" y="131"/>
                  </a:cubicBezTo>
                  <a:cubicBezTo>
                    <a:pt x="131820" y="164"/>
                    <a:pt x="132024" y="204"/>
                    <a:pt x="132226" y="250"/>
                  </a:cubicBezTo>
                  <a:cubicBezTo>
                    <a:pt x="132428" y="296"/>
                    <a:pt x="132629" y="349"/>
                    <a:pt x="132828" y="407"/>
                  </a:cubicBezTo>
                  <a:cubicBezTo>
                    <a:pt x="133026" y="466"/>
                    <a:pt x="133223" y="530"/>
                    <a:pt x="133418" y="601"/>
                  </a:cubicBezTo>
                  <a:cubicBezTo>
                    <a:pt x="133613" y="672"/>
                    <a:pt x="133806" y="749"/>
                    <a:pt x="133996" y="831"/>
                  </a:cubicBezTo>
                  <a:cubicBezTo>
                    <a:pt x="134186" y="914"/>
                    <a:pt x="134373" y="1003"/>
                    <a:pt x="134558" y="1097"/>
                  </a:cubicBezTo>
                  <a:cubicBezTo>
                    <a:pt x="134742" y="1192"/>
                    <a:pt x="134924" y="1292"/>
                    <a:pt x="135102" y="1398"/>
                  </a:cubicBezTo>
                  <a:cubicBezTo>
                    <a:pt x="135281" y="1503"/>
                    <a:pt x="135456" y="1614"/>
                    <a:pt x="135627" y="1731"/>
                  </a:cubicBezTo>
                  <a:cubicBezTo>
                    <a:pt x="135798" y="1848"/>
                    <a:pt x="135966" y="1969"/>
                    <a:pt x="136130" y="2097"/>
                  </a:cubicBezTo>
                  <a:lnTo>
                    <a:pt x="137070" y="2927"/>
                  </a:lnTo>
                  <a:lnTo>
                    <a:pt x="177070" y="42927"/>
                  </a:lnTo>
                  <a:cubicBezTo>
                    <a:pt x="177210" y="43067"/>
                    <a:pt x="177346" y="43211"/>
                    <a:pt x="177477" y="43359"/>
                  </a:cubicBezTo>
                  <a:cubicBezTo>
                    <a:pt x="177609" y="43507"/>
                    <a:pt x="177736" y="43660"/>
                    <a:pt x="177858" y="43815"/>
                  </a:cubicBezTo>
                  <a:cubicBezTo>
                    <a:pt x="177981" y="43971"/>
                    <a:pt x="178098" y="44130"/>
                    <a:pt x="178211" y="44293"/>
                  </a:cubicBezTo>
                  <a:cubicBezTo>
                    <a:pt x="178324" y="44456"/>
                    <a:pt x="178433" y="44622"/>
                    <a:pt x="178536" y="44791"/>
                  </a:cubicBezTo>
                  <a:cubicBezTo>
                    <a:pt x="178639" y="44961"/>
                    <a:pt x="178737" y="45133"/>
                    <a:pt x="178830" y="45308"/>
                  </a:cubicBezTo>
                  <a:cubicBezTo>
                    <a:pt x="178922" y="45483"/>
                    <a:pt x="179010" y="45661"/>
                    <a:pt x="179092" y="45841"/>
                  </a:cubicBezTo>
                  <a:cubicBezTo>
                    <a:pt x="179175" y="46021"/>
                    <a:pt x="179252" y="46204"/>
                    <a:pt x="179323" y="46388"/>
                  </a:cubicBezTo>
                  <a:cubicBezTo>
                    <a:pt x="179395" y="46573"/>
                    <a:pt x="179460" y="46760"/>
                    <a:pt x="179521" y="46949"/>
                  </a:cubicBezTo>
                  <a:cubicBezTo>
                    <a:pt x="179581" y="47138"/>
                    <a:pt x="179636" y="47328"/>
                    <a:pt x="179685" y="47520"/>
                  </a:cubicBezTo>
                  <a:cubicBezTo>
                    <a:pt x="179734" y="47712"/>
                    <a:pt x="179777" y="47905"/>
                    <a:pt x="179815" y="48100"/>
                  </a:cubicBezTo>
                  <a:cubicBezTo>
                    <a:pt x="179852" y="48294"/>
                    <a:pt x="179884" y="48490"/>
                    <a:pt x="179910" y="48687"/>
                  </a:cubicBezTo>
                  <a:lnTo>
                    <a:pt x="180000" y="49997"/>
                  </a:lnTo>
                  <a:lnTo>
                    <a:pt x="180000" y="99997"/>
                  </a:lnTo>
                  <a:cubicBezTo>
                    <a:pt x="180000" y="100198"/>
                    <a:pt x="179994" y="100400"/>
                    <a:pt x="179982" y="100602"/>
                  </a:cubicBezTo>
                  <a:cubicBezTo>
                    <a:pt x="179969" y="100803"/>
                    <a:pt x="179951" y="101004"/>
                    <a:pt x="179927" y="101205"/>
                  </a:cubicBezTo>
                  <a:cubicBezTo>
                    <a:pt x="179902" y="101405"/>
                    <a:pt x="179872" y="101605"/>
                    <a:pt x="179835" y="101803"/>
                  </a:cubicBezTo>
                  <a:cubicBezTo>
                    <a:pt x="179799" y="102002"/>
                    <a:pt x="179756" y="102199"/>
                    <a:pt x="179708" y="102395"/>
                  </a:cubicBezTo>
                  <a:cubicBezTo>
                    <a:pt x="179659" y="102591"/>
                    <a:pt x="179605" y="102786"/>
                    <a:pt x="179545" y="102978"/>
                  </a:cubicBezTo>
                  <a:cubicBezTo>
                    <a:pt x="179484" y="103171"/>
                    <a:pt x="179418" y="103362"/>
                    <a:pt x="179347" y="103550"/>
                  </a:cubicBezTo>
                  <a:cubicBezTo>
                    <a:pt x="179275" y="103739"/>
                    <a:pt x="179197" y="103926"/>
                    <a:pt x="179114" y="104110"/>
                  </a:cubicBezTo>
                  <a:cubicBezTo>
                    <a:pt x="179031" y="104294"/>
                    <a:pt x="178943" y="104475"/>
                    <a:pt x="178849" y="104654"/>
                  </a:cubicBezTo>
                  <a:cubicBezTo>
                    <a:pt x="178755" y="104832"/>
                    <a:pt x="178655" y="105008"/>
                    <a:pt x="178550" y="105181"/>
                  </a:cubicBezTo>
                  <a:cubicBezTo>
                    <a:pt x="178446" y="105353"/>
                    <a:pt x="178336" y="105523"/>
                    <a:pt x="178221" y="105689"/>
                  </a:cubicBezTo>
                  <a:cubicBezTo>
                    <a:pt x="178106" y="105855"/>
                    <a:pt x="177986" y="106017"/>
                    <a:pt x="177861" y="106176"/>
                  </a:cubicBezTo>
                  <a:cubicBezTo>
                    <a:pt x="177737" y="106334"/>
                    <a:pt x="177607" y="106489"/>
                    <a:pt x="177473" y="106640"/>
                  </a:cubicBezTo>
                  <a:cubicBezTo>
                    <a:pt x="177339" y="106791"/>
                    <a:pt x="177200" y="106938"/>
                    <a:pt x="177057" y="107080"/>
                  </a:cubicBezTo>
                  <a:cubicBezTo>
                    <a:pt x="176914" y="107223"/>
                    <a:pt x="176767" y="107361"/>
                    <a:pt x="176615" y="107494"/>
                  </a:cubicBezTo>
                  <a:cubicBezTo>
                    <a:pt x="176464" y="107628"/>
                    <a:pt x="176308" y="107757"/>
                    <a:pt x="176149" y="107881"/>
                  </a:cubicBezTo>
                  <a:cubicBezTo>
                    <a:pt x="175990" y="108005"/>
                    <a:pt x="175827" y="108124"/>
                    <a:pt x="175661" y="108239"/>
                  </a:cubicBezTo>
                  <a:cubicBezTo>
                    <a:pt x="175494" y="108353"/>
                    <a:pt x="175324" y="108462"/>
                    <a:pt x="175151" y="108566"/>
                  </a:cubicBezTo>
                  <a:cubicBezTo>
                    <a:pt x="174978" y="108670"/>
                    <a:pt x="174802" y="108769"/>
                    <a:pt x="174623" y="108862"/>
                  </a:cubicBezTo>
                  <a:cubicBezTo>
                    <a:pt x="174444" y="108956"/>
                    <a:pt x="174262" y="109044"/>
                    <a:pt x="174078" y="109126"/>
                  </a:cubicBezTo>
                  <a:cubicBezTo>
                    <a:pt x="173894" y="109208"/>
                    <a:pt x="173707" y="109285"/>
                    <a:pt x="173518" y="109356"/>
                  </a:cubicBezTo>
                  <a:cubicBezTo>
                    <a:pt x="173329" y="109427"/>
                    <a:pt x="173138" y="109492"/>
                    <a:pt x="172945" y="109552"/>
                  </a:cubicBezTo>
                  <a:cubicBezTo>
                    <a:pt x="172752" y="109611"/>
                    <a:pt x="172558" y="109665"/>
                    <a:pt x="172361" y="109712"/>
                  </a:cubicBezTo>
                  <a:cubicBezTo>
                    <a:pt x="172165" y="109760"/>
                    <a:pt x="171968" y="109802"/>
                    <a:pt x="171769" y="109837"/>
                  </a:cubicBezTo>
                  <a:cubicBezTo>
                    <a:pt x="171570" y="109873"/>
                    <a:pt x="171370" y="109903"/>
                    <a:pt x="171170" y="109927"/>
                  </a:cubicBezTo>
                  <a:lnTo>
                    <a:pt x="170000" y="109997"/>
                  </a:lnTo>
                  <a:lnTo>
                    <a:pt x="9780" y="109997"/>
                  </a:lnTo>
                  <a:lnTo>
                    <a:pt x="8680" y="109907"/>
                  </a:lnTo>
                  <a:lnTo>
                    <a:pt x="7580" y="109707"/>
                  </a:lnTo>
                  <a:lnTo>
                    <a:pt x="6510" y="109367"/>
                  </a:lnTo>
                  <a:lnTo>
                    <a:pt x="5460" y="108907"/>
                  </a:lnTo>
                  <a:lnTo>
                    <a:pt x="4460" y="108317"/>
                  </a:lnTo>
                  <a:lnTo>
                    <a:pt x="3520" y="107617"/>
                  </a:lnTo>
                  <a:lnTo>
                    <a:pt x="2920" y="107067"/>
                  </a:lnTo>
                  <a:lnTo>
                    <a:pt x="2200" y="106247"/>
                  </a:lnTo>
                  <a:lnTo>
                    <a:pt x="1560" y="105357"/>
                  </a:lnTo>
                  <a:lnTo>
                    <a:pt x="1020" y="104397"/>
                  </a:lnTo>
                  <a:lnTo>
                    <a:pt x="860" y="104047"/>
                  </a:lnTo>
                  <a:lnTo>
                    <a:pt x="460" y="103017"/>
                  </a:lnTo>
                  <a:lnTo>
                    <a:pt x="190" y="101957"/>
                  </a:lnTo>
                  <a:lnTo>
                    <a:pt x="40" y="100877"/>
                  </a:lnTo>
                  <a:lnTo>
                    <a:pt x="0" y="99777"/>
                  </a:lnTo>
                  <a:lnTo>
                    <a:pt x="90" y="98677"/>
                  </a:lnTo>
                  <a:lnTo>
                    <a:pt x="280" y="97627"/>
                  </a:lnTo>
                  <a:cubicBezTo>
                    <a:pt x="380" y="97227"/>
                    <a:pt x="500" y="96857"/>
                    <a:pt x="630" y="96507"/>
                  </a:cubicBezTo>
                  <a:lnTo>
                    <a:pt x="1090" y="95457"/>
                  </a:lnTo>
                  <a:lnTo>
                    <a:pt x="1680" y="94457"/>
                  </a:lnTo>
                  <a:lnTo>
                    <a:pt x="41680" y="34457"/>
                  </a:lnTo>
                  <a:cubicBezTo>
                    <a:pt x="41791" y="34290"/>
                    <a:pt x="41907" y="34126"/>
                    <a:pt x="42028" y="33966"/>
                  </a:cubicBezTo>
                  <a:cubicBezTo>
                    <a:pt x="42148" y="33806"/>
                    <a:pt x="42274" y="33650"/>
                    <a:pt x="42404" y="33497"/>
                  </a:cubicBezTo>
                  <a:cubicBezTo>
                    <a:pt x="42534" y="33345"/>
                    <a:pt x="42669" y="33196"/>
                    <a:pt x="42808" y="33052"/>
                  </a:cubicBezTo>
                  <a:cubicBezTo>
                    <a:pt x="42947" y="32907"/>
                    <a:pt x="43090" y="32767"/>
                    <a:pt x="43238" y="32631"/>
                  </a:cubicBezTo>
                  <a:cubicBezTo>
                    <a:pt x="43385" y="32496"/>
                    <a:pt x="43537" y="32364"/>
                    <a:pt x="43692" y="32238"/>
                  </a:cubicBezTo>
                  <a:cubicBezTo>
                    <a:pt x="43848" y="32111"/>
                    <a:pt x="44007" y="31989"/>
                    <a:pt x="44170" y="31872"/>
                  </a:cubicBezTo>
                  <a:cubicBezTo>
                    <a:pt x="44332" y="31755"/>
                    <a:pt x="44498" y="31643"/>
                    <a:pt x="44668" y="31536"/>
                  </a:cubicBezTo>
                  <a:cubicBezTo>
                    <a:pt x="44837" y="31429"/>
                    <a:pt x="45010" y="31327"/>
                    <a:pt x="45186" y="31230"/>
                  </a:cubicBezTo>
                  <a:cubicBezTo>
                    <a:pt x="45361" y="31133"/>
                    <a:pt x="45540" y="31042"/>
                    <a:pt x="45721" y="30956"/>
                  </a:cubicBezTo>
                  <a:cubicBezTo>
                    <a:pt x="45902" y="30870"/>
                    <a:pt x="46085" y="30789"/>
                    <a:pt x="46271" y="30714"/>
                  </a:cubicBezTo>
                  <a:cubicBezTo>
                    <a:pt x="46457" y="30639"/>
                    <a:pt x="46645" y="30570"/>
                    <a:pt x="46835" y="30507"/>
                  </a:cubicBezTo>
                  <a:cubicBezTo>
                    <a:pt x="47026" y="30443"/>
                    <a:pt x="47218" y="30385"/>
                    <a:pt x="47411" y="30333"/>
                  </a:cubicBezTo>
                  <a:cubicBezTo>
                    <a:pt x="47605" y="30281"/>
                    <a:pt x="47800" y="30235"/>
                    <a:pt x="47996" y="30194"/>
                  </a:cubicBezTo>
                  <a:cubicBezTo>
                    <a:pt x="48192" y="30154"/>
                    <a:pt x="48390" y="30119"/>
                    <a:pt x="48588" y="30091"/>
                  </a:cubicBezTo>
                  <a:cubicBezTo>
                    <a:pt x="48787" y="30062"/>
                    <a:pt x="48986" y="30040"/>
                    <a:pt x="49186" y="30023"/>
                  </a:cubicBezTo>
                  <a:cubicBezTo>
                    <a:pt x="49386" y="30007"/>
                    <a:pt x="49586" y="29996"/>
                    <a:pt x="49786" y="29992"/>
                  </a:cubicBezTo>
                  <a:cubicBezTo>
                    <a:pt x="49987" y="29987"/>
                    <a:pt x="50187" y="29989"/>
                    <a:pt x="50387" y="29996"/>
                  </a:cubicBezTo>
                  <a:cubicBezTo>
                    <a:pt x="50588" y="30004"/>
                    <a:pt x="50788" y="30018"/>
                    <a:pt x="50987" y="30037"/>
                  </a:cubicBezTo>
                  <a:cubicBezTo>
                    <a:pt x="51187" y="30057"/>
                    <a:pt x="51386" y="30082"/>
                    <a:pt x="51584" y="30114"/>
                  </a:cubicBezTo>
                  <a:cubicBezTo>
                    <a:pt x="51782" y="30145"/>
                    <a:pt x="51979" y="30183"/>
                    <a:pt x="52174" y="30226"/>
                  </a:cubicBezTo>
                  <a:cubicBezTo>
                    <a:pt x="52370" y="30270"/>
                    <a:pt x="52564" y="30319"/>
                    <a:pt x="52757" y="30374"/>
                  </a:cubicBezTo>
                  <a:cubicBezTo>
                    <a:pt x="52950" y="30429"/>
                    <a:pt x="53141" y="30490"/>
                    <a:pt x="53330" y="30557"/>
                  </a:cubicBezTo>
                  <a:lnTo>
                    <a:pt x="54470" y="31057"/>
                  </a:lnTo>
                  <a:lnTo>
                    <a:pt x="87240" y="47437"/>
                  </a:lnTo>
                  <a:lnTo>
                    <a:pt x="122190" y="3747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5" name="probe-tabler-chart-area-line" descr="chart-area-line — Tabler contributors; preserve the bundled full upstream license. Source: https://github.com/tabler/tabler-icons/blob/a4ce1404bc6d24d3c365afe7b258d6bf6f48d62d/icons/filled/chart-area-line.svg; SVG SHA256: d472039c0f1ddd30c149d4941d2f58c96e8f4693ecd12cc293511883c9b44aa9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6" name="probe-tabler-chart-area-line-part-1"/>
            <p:cNvSpPr/>
            <p:nvPr/>
          </p:nvSpPr>
          <p:spPr>
            <a:xfrm>
              <a:off x="30000" y="90003"/>
              <a:ext cx="180000" cy="109997"/>
            </a:xfrm>
            <a:custGeom>
              <a:avLst/>
              <a:gdLst/>
              <a:ahLst/>
              <a:cxnLst/>
              <a:rect l="0" t="0" r="r" b="b"/>
              <a:pathLst>
                <a:path w="180000" h="109997">
                  <a:moveTo>
                    <a:pt x="122200" y="3747"/>
                  </a:moveTo>
                  <a:cubicBezTo>
                    <a:pt x="122330" y="3585"/>
                    <a:pt x="122464" y="3427"/>
                    <a:pt x="122604" y="3274"/>
                  </a:cubicBezTo>
                  <a:cubicBezTo>
                    <a:pt x="122743" y="3120"/>
                    <a:pt x="122887" y="2971"/>
                    <a:pt x="123036" y="2827"/>
                  </a:cubicBezTo>
                  <a:cubicBezTo>
                    <a:pt x="123185" y="2682"/>
                    <a:pt x="123338" y="2543"/>
                    <a:pt x="123495" y="2408"/>
                  </a:cubicBezTo>
                  <a:cubicBezTo>
                    <a:pt x="123653" y="2273"/>
                    <a:pt x="123814" y="2143"/>
                    <a:pt x="123980" y="2018"/>
                  </a:cubicBezTo>
                  <a:cubicBezTo>
                    <a:pt x="124145" y="1893"/>
                    <a:pt x="124314" y="1773"/>
                    <a:pt x="124487" y="1659"/>
                  </a:cubicBezTo>
                  <a:cubicBezTo>
                    <a:pt x="124660" y="1545"/>
                    <a:pt x="124837" y="1436"/>
                    <a:pt x="125016" y="1332"/>
                  </a:cubicBezTo>
                  <a:cubicBezTo>
                    <a:pt x="125196" y="1229"/>
                    <a:pt x="125379" y="1131"/>
                    <a:pt x="125565" y="1039"/>
                  </a:cubicBezTo>
                  <a:cubicBezTo>
                    <a:pt x="125750" y="947"/>
                    <a:pt x="125939" y="861"/>
                    <a:pt x="126130" y="781"/>
                  </a:cubicBezTo>
                  <a:cubicBezTo>
                    <a:pt x="126321" y="700"/>
                    <a:pt x="126515" y="626"/>
                    <a:pt x="126711" y="558"/>
                  </a:cubicBezTo>
                  <a:cubicBezTo>
                    <a:pt x="126906" y="489"/>
                    <a:pt x="127104" y="427"/>
                    <a:pt x="127304" y="371"/>
                  </a:cubicBezTo>
                  <a:cubicBezTo>
                    <a:pt x="127503" y="315"/>
                    <a:pt x="127705" y="266"/>
                    <a:pt x="127907" y="222"/>
                  </a:cubicBezTo>
                  <a:cubicBezTo>
                    <a:pt x="128110" y="179"/>
                    <a:pt x="128314" y="142"/>
                    <a:pt x="128519" y="111"/>
                  </a:cubicBezTo>
                  <a:cubicBezTo>
                    <a:pt x="128724" y="80"/>
                    <a:pt x="128930" y="56"/>
                    <a:pt x="129136" y="38"/>
                  </a:cubicBezTo>
                  <a:cubicBezTo>
                    <a:pt x="129343" y="20"/>
                    <a:pt x="129550" y="8"/>
                    <a:pt x="129757" y="3"/>
                  </a:cubicBezTo>
                  <a:cubicBezTo>
                    <a:pt x="129964" y="-2"/>
                    <a:pt x="130172" y="-1"/>
                    <a:pt x="130379" y="7"/>
                  </a:cubicBezTo>
                  <a:cubicBezTo>
                    <a:pt x="130586" y="15"/>
                    <a:pt x="130793" y="29"/>
                    <a:pt x="130999" y="50"/>
                  </a:cubicBezTo>
                  <a:cubicBezTo>
                    <a:pt x="131206" y="70"/>
                    <a:pt x="131411" y="97"/>
                    <a:pt x="131616" y="131"/>
                  </a:cubicBezTo>
                  <a:cubicBezTo>
                    <a:pt x="131820" y="164"/>
                    <a:pt x="132024" y="204"/>
                    <a:pt x="132226" y="250"/>
                  </a:cubicBezTo>
                  <a:cubicBezTo>
                    <a:pt x="132428" y="296"/>
                    <a:pt x="132629" y="349"/>
                    <a:pt x="132828" y="407"/>
                  </a:cubicBezTo>
                  <a:cubicBezTo>
                    <a:pt x="133026" y="466"/>
                    <a:pt x="133223" y="530"/>
                    <a:pt x="133418" y="601"/>
                  </a:cubicBezTo>
                  <a:cubicBezTo>
                    <a:pt x="133613" y="672"/>
                    <a:pt x="133806" y="749"/>
                    <a:pt x="133996" y="831"/>
                  </a:cubicBezTo>
                  <a:cubicBezTo>
                    <a:pt x="134186" y="914"/>
                    <a:pt x="134373" y="1003"/>
                    <a:pt x="134558" y="1097"/>
                  </a:cubicBezTo>
                  <a:cubicBezTo>
                    <a:pt x="134742" y="1192"/>
                    <a:pt x="134924" y="1292"/>
                    <a:pt x="135102" y="1398"/>
                  </a:cubicBezTo>
                  <a:cubicBezTo>
                    <a:pt x="135281" y="1503"/>
                    <a:pt x="135456" y="1614"/>
                    <a:pt x="135627" y="1731"/>
                  </a:cubicBezTo>
                  <a:cubicBezTo>
                    <a:pt x="135798" y="1848"/>
                    <a:pt x="135966" y="1969"/>
                    <a:pt x="136130" y="2097"/>
                  </a:cubicBezTo>
                  <a:lnTo>
                    <a:pt x="137070" y="2927"/>
                  </a:lnTo>
                  <a:lnTo>
                    <a:pt x="177070" y="42927"/>
                  </a:lnTo>
                  <a:cubicBezTo>
                    <a:pt x="177210" y="43067"/>
                    <a:pt x="177346" y="43211"/>
                    <a:pt x="177477" y="43359"/>
                  </a:cubicBezTo>
                  <a:cubicBezTo>
                    <a:pt x="177609" y="43507"/>
                    <a:pt x="177736" y="43660"/>
                    <a:pt x="177858" y="43815"/>
                  </a:cubicBezTo>
                  <a:cubicBezTo>
                    <a:pt x="177981" y="43971"/>
                    <a:pt x="178098" y="44130"/>
                    <a:pt x="178211" y="44293"/>
                  </a:cubicBezTo>
                  <a:cubicBezTo>
                    <a:pt x="178324" y="44456"/>
                    <a:pt x="178433" y="44622"/>
                    <a:pt x="178536" y="44791"/>
                  </a:cubicBezTo>
                  <a:cubicBezTo>
                    <a:pt x="178639" y="44961"/>
                    <a:pt x="178737" y="45133"/>
                    <a:pt x="178830" y="45308"/>
                  </a:cubicBezTo>
                  <a:cubicBezTo>
                    <a:pt x="178922" y="45483"/>
                    <a:pt x="179010" y="45661"/>
                    <a:pt x="179092" y="45841"/>
                  </a:cubicBezTo>
                  <a:cubicBezTo>
                    <a:pt x="179175" y="46021"/>
                    <a:pt x="179252" y="46204"/>
                    <a:pt x="179323" y="46388"/>
                  </a:cubicBezTo>
                  <a:cubicBezTo>
                    <a:pt x="179395" y="46573"/>
                    <a:pt x="179460" y="46760"/>
                    <a:pt x="179521" y="46949"/>
                  </a:cubicBezTo>
                  <a:cubicBezTo>
                    <a:pt x="179581" y="47138"/>
                    <a:pt x="179636" y="47328"/>
                    <a:pt x="179685" y="47520"/>
                  </a:cubicBezTo>
                  <a:cubicBezTo>
                    <a:pt x="179734" y="47712"/>
                    <a:pt x="179777" y="47905"/>
                    <a:pt x="179815" y="48100"/>
                  </a:cubicBezTo>
                  <a:cubicBezTo>
                    <a:pt x="179852" y="48294"/>
                    <a:pt x="179884" y="48490"/>
                    <a:pt x="179910" y="48687"/>
                  </a:cubicBezTo>
                  <a:lnTo>
                    <a:pt x="180000" y="49997"/>
                  </a:lnTo>
                  <a:lnTo>
                    <a:pt x="180000" y="99997"/>
                  </a:lnTo>
                  <a:cubicBezTo>
                    <a:pt x="180000" y="100198"/>
                    <a:pt x="179994" y="100400"/>
                    <a:pt x="179982" y="100602"/>
                  </a:cubicBezTo>
                  <a:cubicBezTo>
                    <a:pt x="179969" y="100803"/>
                    <a:pt x="179951" y="101004"/>
                    <a:pt x="179927" y="101205"/>
                  </a:cubicBezTo>
                  <a:cubicBezTo>
                    <a:pt x="179902" y="101405"/>
                    <a:pt x="179872" y="101605"/>
                    <a:pt x="179835" y="101803"/>
                  </a:cubicBezTo>
                  <a:cubicBezTo>
                    <a:pt x="179799" y="102002"/>
                    <a:pt x="179756" y="102199"/>
                    <a:pt x="179708" y="102395"/>
                  </a:cubicBezTo>
                  <a:cubicBezTo>
                    <a:pt x="179659" y="102591"/>
                    <a:pt x="179605" y="102786"/>
                    <a:pt x="179545" y="102978"/>
                  </a:cubicBezTo>
                  <a:cubicBezTo>
                    <a:pt x="179484" y="103171"/>
                    <a:pt x="179418" y="103362"/>
                    <a:pt x="179347" y="103550"/>
                  </a:cubicBezTo>
                  <a:cubicBezTo>
                    <a:pt x="179275" y="103739"/>
                    <a:pt x="179197" y="103926"/>
                    <a:pt x="179114" y="104110"/>
                  </a:cubicBezTo>
                  <a:cubicBezTo>
                    <a:pt x="179031" y="104294"/>
                    <a:pt x="178943" y="104475"/>
                    <a:pt x="178849" y="104654"/>
                  </a:cubicBezTo>
                  <a:cubicBezTo>
                    <a:pt x="178755" y="104832"/>
                    <a:pt x="178655" y="105008"/>
                    <a:pt x="178550" y="105181"/>
                  </a:cubicBezTo>
                  <a:cubicBezTo>
                    <a:pt x="178446" y="105353"/>
                    <a:pt x="178336" y="105523"/>
                    <a:pt x="178221" y="105689"/>
                  </a:cubicBezTo>
                  <a:cubicBezTo>
                    <a:pt x="178106" y="105855"/>
                    <a:pt x="177986" y="106017"/>
                    <a:pt x="177861" y="106176"/>
                  </a:cubicBezTo>
                  <a:cubicBezTo>
                    <a:pt x="177737" y="106334"/>
                    <a:pt x="177607" y="106489"/>
                    <a:pt x="177473" y="106640"/>
                  </a:cubicBezTo>
                  <a:cubicBezTo>
                    <a:pt x="177339" y="106791"/>
                    <a:pt x="177200" y="106938"/>
                    <a:pt x="177057" y="107080"/>
                  </a:cubicBezTo>
                  <a:cubicBezTo>
                    <a:pt x="176914" y="107223"/>
                    <a:pt x="176767" y="107361"/>
                    <a:pt x="176615" y="107494"/>
                  </a:cubicBezTo>
                  <a:cubicBezTo>
                    <a:pt x="176464" y="107628"/>
                    <a:pt x="176308" y="107757"/>
                    <a:pt x="176149" y="107881"/>
                  </a:cubicBezTo>
                  <a:cubicBezTo>
                    <a:pt x="175990" y="108005"/>
                    <a:pt x="175827" y="108124"/>
                    <a:pt x="175661" y="108239"/>
                  </a:cubicBezTo>
                  <a:cubicBezTo>
                    <a:pt x="175494" y="108353"/>
                    <a:pt x="175324" y="108462"/>
                    <a:pt x="175151" y="108566"/>
                  </a:cubicBezTo>
                  <a:cubicBezTo>
                    <a:pt x="174978" y="108670"/>
                    <a:pt x="174802" y="108769"/>
                    <a:pt x="174623" y="108862"/>
                  </a:cubicBezTo>
                  <a:cubicBezTo>
                    <a:pt x="174444" y="108956"/>
                    <a:pt x="174262" y="109044"/>
                    <a:pt x="174078" y="109126"/>
                  </a:cubicBezTo>
                  <a:cubicBezTo>
                    <a:pt x="173894" y="109208"/>
                    <a:pt x="173707" y="109285"/>
                    <a:pt x="173518" y="109356"/>
                  </a:cubicBezTo>
                  <a:cubicBezTo>
                    <a:pt x="173329" y="109427"/>
                    <a:pt x="173138" y="109492"/>
                    <a:pt x="172945" y="109552"/>
                  </a:cubicBezTo>
                  <a:cubicBezTo>
                    <a:pt x="172752" y="109611"/>
                    <a:pt x="172558" y="109665"/>
                    <a:pt x="172361" y="109712"/>
                  </a:cubicBezTo>
                  <a:cubicBezTo>
                    <a:pt x="172165" y="109760"/>
                    <a:pt x="171968" y="109802"/>
                    <a:pt x="171769" y="109837"/>
                  </a:cubicBezTo>
                  <a:cubicBezTo>
                    <a:pt x="171570" y="109873"/>
                    <a:pt x="171370" y="109903"/>
                    <a:pt x="171170" y="109927"/>
                  </a:cubicBezTo>
                  <a:lnTo>
                    <a:pt x="170000" y="109997"/>
                  </a:lnTo>
                  <a:lnTo>
                    <a:pt x="9780" y="109997"/>
                  </a:lnTo>
                  <a:lnTo>
                    <a:pt x="8680" y="109907"/>
                  </a:lnTo>
                  <a:lnTo>
                    <a:pt x="7580" y="109707"/>
                  </a:lnTo>
                  <a:lnTo>
                    <a:pt x="6510" y="109367"/>
                  </a:lnTo>
                  <a:lnTo>
                    <a:pt x="5460" y="108907"/>
                  </a:lnTo>
                  <a:lnTo>
                    <a:pt x="4460" y="108317"/>
                  </a:lnTo>
                  <a:lnTo>
                    <a:pt x="3520" y="107617"/>
                  </a:lnTo>
                  <a:lnTo>
                    <a:pt x="2920" y="107067"/>
                  </a:lnTo>
                  <a:lnTo>
                    <a:pt x="2200" y="106247"/>
                  </a:lnTo>
                  <a:lnTo>
                    <a:pt x="1560" y="105357"/>
                  </a:lnTo>
                  <a:lnTo>
                    <a:pt x="1020" y="104397"/>
                  </a:lnTo>
                  <a:lnTo>
                    <a:pt x="860" y="104047"/>
                  </a:lnTo>
                  <a:lnTo>
                    <a:pt x="460" y="103017"/>
                  </a:lnTo>
                  <a:lnTo>
                    <a:pt x="190" y="101957"/>
                  </a:lnTo>
                  <a:lnTo>
                    <a:pt x="40" y="100877"/>
                  </a:lnTo>
                  <a:lnTo>
                    <a:pt x="0" y="99777"/>
                  </a:lnTo>
                  <a:lnTo>
                    <a:pt x="90" y="98677"/>
                  </a:lnTo>
                  <a:lnTo>
                    <a:pt x="280" y="97627"/>
                  </a:lnTo>
                  <a:cubicBezTo>
                    <a:pt x="380" y="97227"/>
                    <a:pt x="500" y="96857"/>
                    <a:pt x="630" y="96507"/>
                  </a:cubicBezTo>
                  <a:lnTo>
                    <a:pt x="1090" y="95457"/>
                  </a:lnTo>
                  <a:lnTo>
                    <a:pt x="1680" y="94457"/>
                  </a:lnTo>
                  <a:lnTo>
                    <a:pt x="41680" y="34457"/>
                  </a:lnTo>
                  <a:cubicBezTo>
                    <a:pt x="41791" y="34290"/>
                    <a:pt x="41907" y="34126"/>
                    <a:pt x="42028" y="33966"/>
                  </a:cubicBezTo>
                  <a:cubicBezTo>
                    <a:pt x="42148" y="33806"/>
                    <a:pt x="42274" y="33650"/>
                    <a:pt x="42404" y="33497"/>
                  </a:cubicBezTo>
                  <a:cubicBezTo>
                    <a:pt x="42534" y="33345"/>
                    <a:pt x="42669" y="33196"/>
                    <a:pt x="42808" y="33052"/>
                  </a:cubicBezTo>
                  <a:cubicBezTo>
                    <a:pt x="42947" y="32907"/>
                    <a:pt x="43090" y="32767"/>
                    <a:pt x="43238" y="32631"/>
                  </a:cubicBezTo>
                  <a:cubicBezTo>
                    <a:pt x="43385" y="32496"/>
                    <a:pt x="43537" y="32364"/>
                    <a:pt x="43692" y="32238"/>
                  </a:cubicBezTo>
                  <a:cubicBezTo>
                    <a:pt x="43848" y="32111"/>
                    <a:pt x="44007" y="31989"/>
                    <a:pt x="44170" y="31872"/>
                  </a:cubicBezTo>
                  <a:cubicBezTo>
                    <a:pt x="44332" y="31755"/>
                    <a:pt x="44498" y="31643"/>
                    <a:pt x="44668" y="31536"/>
                  </a:cubicBezTo>
                  <a:cubicBezTo>
                    <a:pt x="44837" y="31429"/>
                    <a:pt x="45010" y="31327"/>
                    <a:pt x="45186" y="31230"/>
                  </a:cubicBezTo>
                  <a:cubicBezTo>
                    <a:pt x="45361" y="31133"/>
                    <a:pt x="45540" y="31042"/>
                    <a:pt x="45721" y="30956"/>
                  </a:cubicBezTo>
                  <a:cubicBezTo>
                    <a:pt x="45902" y="30870"/>
                    <a:pt x="46085" y="30789"/>
                    <a:pt x="46271" y="30714"/>
                  </a:cubicBezTo>
                  <a:cubicBezTo>
                    <a:pt x="46457" y="30639"/>
                    <a:pt x="46645" y="30570"/>
                    <a:pt x="46835" y="30507"/>
                  </a:cubicBezTo>
                  <a:cubicBezTo>
                    <a:pt x="47026" y="30443"/>
                    <a:pt x="47218" y="30385"/>
                    <a:pt x="47411" y="30333"/>
                  </a:cubicBezTo>
                  <a:cubicBezTo>
                    <a:pt x="47605" y="30281"/>
                    <a:pt x="47800" y="30235"/>
                    <a:pt x="47996" y="30194"/>
                  </a:cubicBezTo>
                  <a:cubicBezTo>
                    <a:pt x="48192" y="30154"/>
                    <a:pt x="48390" y="30119"/>
                    <a:pt x="48588" y="30091"/>
                  </a:cubicBezTo>
                  <a:cubicBezTo>
                    <a:pt x="48787" y="30062"/>
                    <a:pt x="48986" y="30040"/>
                    <a:pt x="49186" y="30023"/>
                  </a:cubicBezTo>
                  <a:cubicBezTo>
                    <a:pt x="49386" y="30007"/>
                    <a:pt x="49586" y="29996"/>
                    <a:pt x="49786" y="29992"/>
                  </a:cubicBezTo>
                  <a:cubicBezTo>
                    <a:pt x="49987" y="29987"/>
                    <a:pt x="50187" y="29989"/>
                    <a:pt x="50387" y="29996"/>
                  </a:cubicBezTo>
                  <a:cubicBezTo>
                    <a:pt x="50588" y="30004"/>
                    <a:pt x="50788" y="30018"/>
                    <a:pt x="50987" y="30037"/>
                  </a:cubicBezTo>
                  <a:cubicBezTo>
                    <a:pt x="51187" y="30057"/>
                    <a:pt x="51386" y="30082"/>
                    <a:pt x="51584" y="30114"/>
                  </a:cubicBezTo>
                  <a:cubicBezTo>
                    <a:pt x="51782" y="30145"/>
                    <a:pt x="51979" y="30183"/>
                    <a:pt x="52174" y="30226"/>
                  </a:cubicBezTo>
                  <a:cubicBezTo>
                    <a:pt x="52370" y="30270"/>
                    <a:pt x="52564" y="30319"/>
                    <a:pt x="52757" y="30374"/>
                  </a:cubicBezTo>
                  <a:cubicBezTo>
                    <a:pt x="52950" y="30429"/>
                    <a:pt x="53141" y="30490"/>
                    <a:pt x="53330" y="30557"/>
                  </a:cubicBezTo>
                  <a:lnTo>
                    <a:pt x="54470" y="31057"/>
                  </a:lnTo>
                  <a:lnTo>
                    <a:pt x="87240" y="47437"/>
                  </a:lnTo>
                  <a:lnTo>
                    <a:pt x="122190" y="3747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37" name="probe-tabler-chart-area-line-part-2"/>
            <p:cNvSpPr/>
            <p:nvPr/>
          </p:nvSpPr>
          <p:spPr>
            <a:xfrm>
              <a:off x="29999" y="29998"/>
              <a:ext cx="179988" cy="100003"/>
            </a:xfrm>
            <a:custGeom>
              <a:avLst/>
              <a:gdLst/>
              <a:ahLst/>
              <a:cxnLst/>
              <a:rect l="0" t="0" r="r" b="b"/>
              <a:pathLst>
                <a:path w="179988" h="100003">
                  <a:moveTo>
                    <a:pt x="122321" y="3602"/>
                  </a:moveTo>
                  <a:cubicBezTo>
                    <a:pt x="122452" y="3445"/>
                    <a:pt x="122588" y="3291"/>
                    <a:pt x="122728" y="3142"/>
                  </a:cubicBezTo>
                  <a:cubicBezTo>
                    <a:pt x="122869" y="2993"/>
                    <a:pt x="123014" y="2848"/>
                    <a:pt x="123163" y="2708"/>
                  </a:cubicBezTo>
                  <a:cubicBezTo>
                    <a:pt x="123313" y="2568"/>
                    <a:pt x="123467" y="2432"/>
                    <a:pt x="123624" y="2301"/>
                  </a:cubicBezTo>
                  <a:cubicBezTo>
                    <a:pt x="123782" y="2171"/>
                    <a:pt x="123944" y="2045"/>
                    <a:pt x="124109" y="1924"/>
                  </a:cubicBezTo>
                  <a:cubicBezTo>
                    <a:pt x="124275" y="1803"/>
                    <a:pt x="124444" y="1687"/>
                    <a:pt x="124617" y="1577"/>
                  </a:cubicBezTo>
                  <a:cubicBezTo>
                    <a:pt x="124789" y="1466"/>
                    <a:pt x="124965" y="1361"/>
                    <a:pt x="125145" y="1262"/>
                  </a:cubicBezTo>
                  <a:cubicBezTo>
                    <a:pt x="125324" y="1162"/>
                    <a:pt x="125506" y="1068"/>
                    <a:pt x="125691" y="979"/>
                  </a:cubicBezTo>
                  <a:cubicBezTo>
                    <a:pt x="125876" y="891"/>
                    <a:pt x="126063" y="808"/>
                    <a:pt x="126253" y="731"/>
                  </a:cubicBezTo>
                  <a:cubicBezTo>
                    <a:pt x="126443" y="654"/>
                    <a:pt x="126635" y="583"/>
                    <a:pt x="126830" y="518"/>
                  </a:cubicBezTo>
                  <a:cubicBezTo>
                    <a:pt x="127024" y="453"/>
                    <a:pt x="127220" y="394"/>
                    <a:pt x="127418" y="341"/>
                  </a:cubicBezTo>
                  <a:cubicBezTo>
                    <a:pt x="127616" y="288"/>
                    <a:pt x="127816" y="241"/>
                    <a:pt x="128017" y="200"/>
                  </a:cubicBezTo>
                  <a:cubicBezTo>
                    <a:pt x="128217" y="159"/>
                    <a:pt x="128419" y="125"/>
                    <a:pt x="128622" y="96"/>
                  </a:cubicBezTo>
                  <a:cubicBezTo>
                    <a:pt x="128825" y="68"/>
                    <a:pt x="129029" y="46"/>
                    <a:pt x="129234" y="30"/>
                  </a:cubicBezTo>
                  <a:cubicBezTo>
                    <a:pt x="129438" y="14"/>
                    <a:pt x="129643" y="5"/>
                    <a:pt x="129848" y="1"/>
                  </a:cubicBezTo>
                  <a:cubicBezTo>
                    <a:pt x="130053" y="-2"/>
                    <a:pt x="130257" y="1"/>
                    <a:pt x="130462" y="10"/>
                  </a:cubicBezTo>
                  <a:cubicBezTo>
                    <a:pt x="130667" y="20"/>
                    <a:pt x="130871" y="35"/>
                    <a:pt x="131075" y="57"/>
                  </a:cubicBezTo>
                  <a:cubicBezTo>
                    <a:pt x="131279" y="79"/>
                    <a:pt x="131482" y="107"/>
                    <a:pt x="131684" y="142"/>
                  </a:cubicBezTo>
                  <a:cubicBezTo>
                    <a:pt x="131886" y="176"/>
                    <a:pt x="132087" y="217"/>
                    <a:pt x="132287" y="263"/>
                  </a:cubicBezTo>
                  <a:cubicBezTo>
                    <a:pt x="132486" y="310"/>
                    <a:pt x="132684" y="363"/>
                    <a:pt x="132880" y="422"/>
                  </a:cubicBezTo>
                  <a:cubicBezTo>
                    <a:pt x="133077" y="481"/>
                    <a:pt x="133271" y="546"/>
                    <a:pt x="133464" y="617"/>
                  </a:cubicBezTo>
                  <a:cubicBezTo>
                    <a:pt x="133656" y="687"/>
                    <a:pt x="133846" y="764"/>
                    <a:pt x="134034" y="847"/>
                  </a:cubicBezTo>
                  <a:cubicBezTo>
                    <a:pt x="134221" y="929"/>
                    <a:pt x="134406" y="1017"/>
                    <a:pt x="134588" y="1111"/>
                  </a:cubicBezTo>
                  <a:cubicBezTo>
                    <a:pt x="134770" y="1205"/>
                    <a:pt x="134950" y="1305"/>
                    <a:pt x="135126" y="1410"/>
                  </a:cubicBezTo>
                  <a:cubicBezTo>
                    <a:pt x="135302" y="1515"/>
                    <a:pt x="135475" y="1625"/>
                    <a:pt x="135644" y="1740"/>
                  </a:cubicBezTo>
                  <a:cubicBezTo>
                    <a:pt x="135813" y="1856"/>
                    <a:pt x="135979" y="1977"/>
                    <a:pt x="136141" y="2102"/>
                  </a:cubicBezTo>
                  <a:lnTo>
                    <a:pt x="137071" y="2932"/>
                  </a:lnTo>
                  <a:lnTo>
                    <a:pt x="177071" y="42932"/>
                  </a:lnTo>
                  <a:cubicBezTo>
                    <a:pt x="177218" y="43081"/>
                    <a:pt x="177361" y="43233"/>
                    <a:pt x="177500" y="43391"/>
                  </a:cubicBezTo>
                  <a:cubicBezTo>
                    <a:pt x="177638" y="43548"/>
                    <a:pt x="177771" y="43709"/>
                    <a:pt x="177899" y="43875"/>
                  </a:cubicBezTo>
                  <a:cubicBezTo>
                    <a:pt x="178027" y="44040"/>
                    <a:pt x="178150" y="44210"/>
                    <a:pt x="178267" y="44383"/>
                  </a:cubicBezTo>
                  <a:cubicBezTo>
                    <a:pt x="178384" y="44556"/>
                    <a:pt x="178496" y="44733"/>
                    <a:pt x="178602" y="44913"/>
                  </a:cubicBezTo>
                  <a:cubicBezTo>
                    <a:pt x="178709" y="45094"/>
                    <a:pt x="178809" y="45277"/>
                    <a:pt x="178904" y="45464"/>
                  </a:cubicBezTo>
                  <a:cubicBezTo>
                    <a:pt x="178999" y="45650"/>
                    <a:pt x="179088" y="45840"/>
                    <a:pt x="179170" y="46032"/>
                  </a:cubicBezTo>
                  <a:cubicBezTo>
                    <a:pt x="179253" y="46224"/>
                    <a:pt x="179330" y="46419"/>
                    <a:pt x="179401" y="46616"/>
                  </a:cubicBezTo>
                  <a:cubicBezTo>
                    <a:pt x="179471" y="46813"/>
                    <a:pt x="179536" y="47012"/>
                    <a:pt x="179594" y="47213"/>
                  </a:cubicBezTo>
                  <a:cubicBezTo>
                    <a:pt x="179652" y="47414"/>
                    <a:pt x="179704" y="47616"/>
                    <a:pt x="179749" y="47821"/>
                  </a:cubicBezTo>
                  <a:cubicBezTo>
                    <a:pt x="179795" y="48025"/>
                    <a:pt x="179834" y="48231"/>
                    <a:pt x="179866" y="48437"/>
                  </a:cubicBezTo>
                  <a:cubicBezTo>
                    <a:pt x="179899" y="48644"/>
                    <a:pt x="179925" y="48852"/>
                    <a:pt x="179944" y="49060"/>
                  </a:cubicBezTo>
                  <a:cubicBezTo>
                    <a:pt x="179964" y="49268"/>
                    <a:pt x="179977" y="49477"/>
                    <a:pt x="179983" y="49686"/>
                  </a:cubicBezTo>
                  <a:cubicBezTo>
                    <a:pt x="179989" y="49895"/>
                    <a:pt x="179989" y="50105"/>
                    <a:pt x="179982" y="50314"/>
                  </a:cubicBezTo>
                  <a:cubicBezTo>
                    <a:pt x="179976" y="50523"/>
                    <a:pt x="179962" y="50732"/>
                    <a:pt x="179943" y="50940"/>
                  </a:cubicBezTo>
                  <a:cubicBezTo>
                    <a:pt x="179923" y="51148"/>
                    <a:pt x="179896" y="51356"/>
                    <a:pt x="179863" y="51563"/>
                  </a:cubicBezTo>
                  <a:cubicBezTo>
                    <a:pt x="179831" y="51769"/>
                    <a:pt x="179791" y="51975"/>
                    <a:pt x="179746" y="52179"/>
                  </a:cubicBezTo>
                  <a:cubicBezTo>
                    <a:pt x="179700" y="52383"/>
                    <a:pt x="179648" y="52586"/>
                    <a:pt x="179589" y="52787"/>
                  </a:cubicBezTo>
                  <a:cubicBezTo>
                    <a:pt x="179531" y="52988"/>
                    <a:pt x="179466" y="53187"/>
                    <a:pt x="179395" y="53383"/>
                  </a:cubicBezTo>
                  <a:cubicBezTo>
                    <a:pt x="179324" y="53580"/>
                    <a:pt x="179247" y="53775"/>
                    <a:pt x="179164" y="53967"/>
                  </a:cubicBezTo>
                  <a:cubicBezTo>
                    <a:pt x="179080" y="54159"/>
                    <a:pt x="178991" y="54348"/>
                    <a:pt x="178896" y="54535"/>
                  </a:cubicBezTo>
                  <a:cubicBezTo>
                    <a:pt x="178801" y="54721"/>
                    <a:pt x="178700" y="54904"/>
                    <a:pt x="178594" y="55084"/>
                  </a:cubicBezTo>
                  <a:cubicBezTo>
                    <a:pt x="178487" y="55264"/>
                    <a:pt x="178375" y="55441"/>
                    <a:pt x="178257" y="55614"/>
                  </a:cubicBezTo>
                  <a:cubicBezTo>
                    <a:pt x="178140" y="55787"/>
                    <a:pt x="178017" y="55956"/>
                    <a:pt x="177888" y="56122"/>
                  </a:cubicBezTo>
                  <a:cubicBezTo>
                    <a:pt x="177760" y="56287"/>
                    <a:pt x="177627" y="56448"/>
                    <a:pt x="177488" y="56605"/>
                  </a:cubicBezTo>
                  <a:cubicBezTo>
                    <a:pt x="177350" y="56762"/>
                    <a:pt x="177207" y="56915"/>
                    <a:pt x="177059" y="57063"/>
                  </a:cubicBezTo>
                  <a:cubicBezTo>
                    <a:pt x="176911" y="57211"/>
                    <a:pt x="176758" y="57354"/>
                    <a:pt x="176601" y="57492"/>
                  </a:cubicBezTo>
                  <a:cubicBezTo>
                    <a:pt x="176444" y="57631"/>
                    <a:pt x="176283" y="57764"/>
                    <a:pt x="176118" y="57892"/>
                  </a:cubicBezTo>
                  <a:cubicBezTo>
                    <a:pt x="175952" y="58021"/>
                    <a:pt x="175783" y="58144"/>
                    <a:pt x="175610" y="58261"/>
                  </a:cubicBezTo>
                  <a:cubicBezTo>
                    <a:pt x="175437" y="58379"/>
                    <a:pt x="175260" y="58491"/>
                    <a:pt x="175080" y="58598"/>
                  </a:cubicBezTo>
                  <a:cubicBezTo>
                    <a:pt x="174900" y="58704"/>
                    <a:pt x="174717" y="58805"/>
                    <a:pt x="174530" y="58900"/>
                  </a:cubicBezTo>
                  <a:cubicBezTo>
                    <a:pt x="174344" y="58995"/>
                    <a:pt x="174155" y="59084"/>
                    <a:pt x="173963" y="59167"/>
                  </a:cubicBezTo>
                  <a:cubicBezTo>
                    <a:pt x="173771" y="59251"/>
                    <a:pt x="173576" y="59328"/>
                    <a:pt x="173379" y="59399"/>
                  </a:cubicBezTo>
                  <a:cubicBezTo>
                    <a:pt x="173183" y="59470"/>
                    <a:pt x="172984" y="59534"/>
                    <a:pt x="172783" y="59593"/>
                  </a:cubicBezTo>
                  <a:cubicBezTo>
                    <a:pt x="172582" y="59651"/>
                    <a:pt x="172379" y="59704"/>
                    <a:pt x="172175" y="59749"/>
                  </a:cubicBezTo>
                  <a:cubicBezTo>
                    <a:pt x="171971" y="59795"/>
                    <a:pt x="171765" y="59834"/>
                    <a:pt x="171559" y="59867"/>
                  </a:cubicBezTo>
                  <a:cubicBezTo>
                    <a:pt x="171352" y="59900"/>
                    <a:pt x="171144" y="59927"/>
                    <a:pt x="170936" y="59946"/>
                  </a:cubicBezTo>
                  <a:cubicBezTo>
                    <a:pt x="170728" y="59966"/>
                    <a:pt x="170519" y="59980"/>
                    <a:pt x="170310" y="59986"/>
                  </a:cubicBezTo>
                  <a:cubicBezTo>
                    <a:pt x="170101" y="59993"/>
                    <a:pt x="169891" y="59993"/>
                    <a:pt x="169682" y="59987"/>
                  </a:cubicBezTo>
                  <a:cubicBezTo>
                    <a:pt x="169473" y="59980"/>
                    <a:pt x="169264" y="59967"/>
                    <a:pt x="169056" y="59948"/>
                  </a:cubicBezTo>
                  <a:cubicBezTo>
                    <a:pt x="168848" y="59928"/>
                    <a:pt x="168640" y="59902"/>
                    <a:pt x="168433" y="59870"/>
                  </a:cubicBezTo>
                  <a:cubicBezTo>
                    <a:pt x="168226" y="59837"/>
                    <a:pt x="168021" y="59798"/>
                    <a:pt x="167817" y="59753"/>
                  </a:cubicBezTo>
                  <a:cubicBezTo>
                    <a:pt x="167612" y="59708"/>
                    <a:pt x="167410" y="59656"/>
                    <a:pt x="167209" y="59598"/>
                  </a:cubicBezTo>
                  <a:cubicBezTo>
                    <a:pt x="167008" y="59539"/>
                    <a:pt x="166809" y="59475"/>
                    <a:pt x="166612" y="59404"/>
                  </a:cubicBezTo>
                  <a:cubicBezTo>
                    <a:pt x="166415" y="59334"/>
                    <a:pt x="166220" y="59257"/>
                    <a:pt x="166028" y="59174"/>
                  </a:cubicBezTo>
                  <a:cubicBezTo>
                    <a:pt x="165836" y="59091"/>
                    <a:pt x="165646" y="59002"/>
                    <a:pt x="165460" y="58908"/>
                  </a:cubicBezTo>
                  <a:cubicBezTo>
                    <a:pt x="165273" y="58813"/>
                    <a:pt x="165090" y="58712"/>
                    <a:pt x="164909" y="58606"/>
                  </a:cubicBezTo>
                  <a:cubicBezTo>
                    <a:pt x="164729" y="58500"/>
                    <a:pt x="164552" y="58388"/>
                    <a:pt x="164379" y="58271"/>
                  </a:cubicBezTo>
                  <a:cubicBezTo>
                    <a:pt x="164206" y="58153"/>
                    <a:pt x="164036" y="58030"/>
                    <a:pt x="163871" y="57902"/>
                  </a:cubicBezTo>
                  <a:lnTo>
                    <a:pt x="162931" y="57072"/>
                  </a:lnTo>
                  <a:lnTo>
                    <a:pt x="130671" y="24822"/>
                  </a:lnTo>
                  <a:lnTo>
                    <a:pt x="87681" y="76402"/>
                  </a:lnTo>
                  <a:cubicBezTo>
                    <a:pt x="87551" y="76558"/>
                    <a:pt x="87417" y="76709"/>
                    <a:pt x="87278" y="76857"/>
                  </a:cubicBezTo>
                  <a:cubicBezTo>
                    <a:pt x="87139" y="77004"/>
                    <a:pt x="86996" y="77147"/>
                    <a:pt x="86849" y="77286"/>
                  </a:cubicBezTo>
                  <a:cubicBezTo>
                    <a:pt x="86701" y="77424"/>
                    <a:pt x="86550" y="77558"/>
                    <a:pt x="86394" y="77688"/>
                  </a:cubicBezTo>
                  <a:cubicBezTo>
                    <a:pt x="86238" y="77817"/>
                    <a:pt x="86079" y="77942"/>
                    <a:pt x="85916" y="78062"/>
                  </a:cubicBezTo>
                  <a:cubicBezTo>
                    <a:pt x="85753" y="78181"/>
                    <a:pt x="85586" y="78296"/>
                    <a:pt x="85416" y="78406"/>
                  </a:cubicBezTo>
                  <a:cubicBezTo>
                    <a:pt x="85245" y="78515"/>
                    <a:pt x="85072" y="78620"/>
                    <a:pt x="84896" y="78719"/>
                  </a:cubicBezTo>
                  <a:cubicBezTo>
                    <a:pt x="84719" y="78818"/>
                    <a:pt x="84540" y="78912"/>
                    <a:pt x="84358" y="79000"/>
                  </a:cubicBezTo>
                  <a:cubicBezTo>
                    <a:pt x="84175" y="79088"/>
                    <a:pt x="83991" y="79171"/>
                    <a:pt x="83803" y="79248"/>
                  </a:cubicBezTo>
                  <a:cubicBezTo>
                    <a:pt x="83616" y="79325"/>
                    <a:pt x="83427" y="79396"/>
                    <a:pt x="83235" y="79461"/>
                  </a:cubicBezTo>
                  <a:cubicBezTo>
                    <a:pt x="83044" y="79527"/>
                    <a:pt x="82850" y="79586"/>
                    <a:pt x="82655" y="79640"/>
                  </a:cubicBezTo>
                  <a:cubicBezTo>
                    <a:pt x="82460" y="79694"/>
                    <a:pt x="82263" y="79742"/>
                    <a:pt x="82065" y="79784"/>
                  </a:cubicBezTo>
                  <a:cubicBezTo>
                    <a:pt x="81867" y="79825"/>
                    <a:pt x="81668" y="79861"/>
                    <a:pt x="81468" y="79891"/>
                  </a:cubicBezTo>
                  <a:cubicBezTo>
                    <a:pt x="81268" y="79921"/>
                    <a:pt x="81067" y="79944"/>
                    <a:pt x="80865" y="79962"/>
                  </a:cubicBezTo>
                  <a:cubicBezTo>
                    <a:pt x="80664" y="79979"/>
                    <a:pt x="80461" y="79991"/>
                    <a:pt x="80259" y="79996"/>
                  </a:cubicBezTo>
                  <a:cubicBezTo>
                    <a:pt x="80057" y="80001"/>
                    <a:pt x="79854" y="80000"/>
                    <a:pt x="79652" y="79993"/>
                  </a:cubicBezTo>
                  <a:cubicBezTo>
                    <a:pt x="79450" y="79986"/>
                    <a:pt x="79248" y="79973"/>
                    <a:pt x="79046" y="79954"/>
                  </a:cubicBezTo>
                  <a:cubicBezTo>
                    <a:pt x="78845" y="79934"/>
                    <a:pt x="78644" y="79909"/>
                    <a:pt x="78444" y="79878"/>
                  </a:cubicBezTo>
                  <a:cubicBezTo>
                    <a:pt x="78244" y="79846"/>
                    <a:pt x="78045" y="79809"/>
                    <a:pt x="77848" y="79765"/>
                  </a:cubicBezTo>
                  <a:cubicBezTo>
                    <a:pt x="77650" y="79721"/>
                    <a:pt x="77454" y="79672"/>
                    <a:pt x="77259" y="79616"/>
                  </a:cubicBezTo>
                  <a:cubicBezTo>
                    <a:pt x="77065" y="79561"/>
                    <a:pt x="76872" y="79500"/>
                    <a:pt x="76681" y="79432"/>
                  </a:cubicBezTo>
                  <a:lnTo>
                    <a:pt x="75531" y="78942"/>
                  </a:lnTo>
                  <a:lnTo>
                    <a:pt x="42991" y="62682"/>
                  </a:lnTo>
                  <a:lnTo>
                    <a:pt x="18001" y="96002"/>
                  </a:lnTo>
                  <a:cubicBezTo>
                    <a:pt x="17880" y="96163"/>
                    <a:pt x="17755" y="96320"/>
                    <a:pt x="17625" y="96473"/>
                  </a:cubicBezTo>
                  <a:cubicBezTo>
                    <a:pt x="17495" y="96626"/>
                    <a:pt x="17361" y="96775"/>
                    <a:pt x="17222" y="96920"/>
                  </a:cubicBezTo>
                  <a:cubicBezTo>
                    <a:pt x="17083" y="97065"/>
                    <a:pt x="16940" y="97206"/>
                    <a:pt x="16793" y="97342"/>
                  </a:cubicBezTo>
                  <a:cubicBezTo>
                    <a:pt x="16645" y="97479"/>
                    <a:pt x="16494" y="97610"/>
                    <a:pt x="16339" y="97738"/>
                  </a:cubicBezTo>
                  <a:cubicBezTo>
                    <a:pt x="16183" y="97865"/>
                    <a:pt x="16024" y="97987"/>
                    <a:pt x="15862" y="98105"/>
                  </a:cubicBezTo>
                  <a:cubicBezTo>
                    <a:pt x="15699" y="98223"/>
                    <a:pt x="15533" y="98336"/>
                    <a:pt x="15364" y="98443"/>
                  </a:cubicBezTo>
                  <a:cubicBezTo>
                    <a:pt x="15194" y="98551"/>
                    <a:pt x="15022" y="98653"/>
                    <a:pt x="14846" y="98751"/>
                  </a:cubicBezTo>
                  <a:cubicBezTo>
                    <a:pt x="14670" y="98848"/>
                    <a:pt x="14492" y="98940"/>
                    <a:pt x="14311" y="99026"/>
                  </a:cubicBezTo>
                  <a:cubicBezTo>
                    <a:pt x="14130" y="99113"/>
                    <a:pt x="13946" y="99194"/>
                    <a:pt x="13760" y="99269"/>
                  </a:cubicBezTo>
                  <a:cubicBezTo>
                    <a:pt x="13574" y="99345"/>
                    <a:pt x="13386" y="99415"/>
                    <a:pt x="13196" y="99479"/>
                  </a:cubicBezTo>
                  <a:cubicBezTo>
                    <a:pt x="13005" y="99543"/>
                    <a:pt x="12813" y="99601"/>
                    <a:pt x="12620" y="99654"/>
                  </a:cubicBezTo>
                  <a:cubicBezTo>
                    <a:pt x="12426" y="99707"/>
                    <a:pt x="12231" y="99753"/>
                    <a:pt x="12034" y="99794"/>
                  </a:cubicBezTo>
                  <a:cubicBezTo>
                    <a:pt x="11837" y="99835"/>
                    <a:pt x="11640" y="99870"/>
                    <a:pt x="11441" y="99899"/>
                  </a:cubicBezTo>
                  <a:cubicBezTo>
                    <a:pt x="11242" y="99928"/>
                    <a:pt x="11043" y="99951"/>
                    <a:pt x="10843" y="99968"/>
                  </a:cubicBezTo>
                  <a:cubicBezTo>
                    <a:pt x="10643" y="99985"/>
                    <a:pt x="10442" y="99995"/>
                    <a:pt x="10242" y="100000"/>
                  </a:cubicBezTo>
                  <a:cubicBezTo>
                    <a:pt x="10041" y="100005"/>
                    <a:pt x="9840" y="100004"/>
                    <a:pt x="9640" y="99997"/>
                  </a:cubicBezTo>
                  <a:cubicBezTo>
                    <a:pt x="9439" y="99989"/>
                    <a:pt x="9239" y="99976"/>
                    <a:pt x="9039" y="99957"/>
                  </a:cubicBezTo>
                  <a:cubicBezTo>
                    <a:pt x="8839" y="99938"/>
                    <a:pt x="8640" y="99912"/>
                    <a:pt x="8442" y="99881"/>
                  </a:cubicBezTo>
                  <a:cubicBezTo>
                    <a:pt x="8243" y="99850"/>
                    <a:pt x="8046" y="99812"/>
                    <a:pt x="7850" y="99769"/>
                  </a:cubicBezTo>
                  <a:cubicBezTo>
                    <a:pt x="7654" y="99726"/>
                    <a:pt x="7459" y="99677"/>
                    <a:pt x="7266" y="99622"/>
                  </a:cubicBezTo>
                  <a:cubicBezTo>
                    <a:pt x="7073" y="99567"/>
                    <a:pt x="6882" y="99507"/>
                    <a:pt x="6692" y="99440"/>
                  </a:cubicBezTo>
                  <a:cubicBezTo>
                    <a:pt x="6503" y="99374"/>
                    <a:pt x="6316" y="99302"/>
                    <a:pt x="6131" y="99224"/>
                  </a:cubicBezTo>
                  <a:cubicBezTo>
                    <a:pt x="5945" y="99146"/>
                    <a:pt x="5763" y="99063"/>
                    <a:pt x="5583" y="98975"/>
                  </a:cubicBezTo>
                  <a:cubicBezTo>
                    <a:pt x="5403" y="98886"/>
                    <a:pt x="5225" y="98792"/>
                    <a:pt x="5051" y="98692"/>
                  </a:cubicBezTo>
                  <a:lnTo>
                    <a:pt x="4001" y="98002"/>
                  </a:lnTo>
                  <a:cubicBezTo>
                    <a:pt x="3840" y="97882"/>
                    <a:pt x="3683" y="97757"/>
                    <a:pt x="3530" y="97627"/>
                  </a:cubicBezTo>
                  <a:cubicBezTo>
                    <a:pt x="3377" y="97497"/>
                    <a:pt x="3228" y="97363"/>
                    <a:pt x="3083" y="97224"/>
                  </a:cubicBezTo>
                  <a:cubicBezTo>
                    <a:pt x="2938" y="97085"/>
                    <a:pt x="2797" y="96942"/>
                    <a:pt x="2661" y="96794"/>
                  </a:cubicBezTo>
                  <a:cubicBezTo>
                    <a:pt x="2525" y="96647"/>
                    <a:pt x="2393" y="96496"/>
                    <a:pt x="2265" y="96340"/>
                  </a:cubicBezTo>
                  <a:cubicBezTo>
                    <a:pt x="2138" y="96185"/>
                    <a:pt x="2016" y="96026"/>
                    <a:pt x="1898" y="95864"/>
                  </a:cubicBezTo>
                  <a:cubicBezTo>
                    <a:pt x="1780" y="95701"/>
                    <a:pt x="1668" y="95535"/>
                    <a:pt x="1560" y="95365"/>
                  </a:cubicBezTo>
                  <a:cubicBezTo>
                    <a:pt x="1452" y="95196"/>
                    <a:pt x="1350" y="95023"/>
                    <a:pt x="1253" y="94848"/>
                  </a:cubicBezTo>
                  <a:cubicBezTo>
                    <a:pt x="1155" y="94672"/>
                    <a:pt x="1063" y="94494"/>
                    <a:pt x="977" y="94313"/>
                  </a:cubicBezTo>
                  <a:cubicBezTo>
                    <a:pt x="890" y="94131"/>
                    <a:pt x="809" y="93948"/>
                    <a:pt x="734" y="93762"/>
                  </a:cubicBezTo>
                  <a:cubicBezTo>
                    <a:pt x="658" y="93576"/>
                    <a:pt x="588" y="93387"/>
                    <a:pt x="524" y="93197"/>
                  </a:cubicBezTo>
                  <a:cubicBezTo>
                    <a:pt x="460" y="93007"/>
                    <a:pt x="402" y="92815"/>
                    <a:pt x="349" y="92621"/>
                  </a:cubicBezTo>
                  <a:cubicBezTo>
                    <a:pt x="297" y="92427"/>
                    <a:pt x="250" y="92232"/>
                    <a:pt x="209" y="92036"/>
                  </a:cubicBezTo>
                  <a:cubicBezTo>
                    <a:pt x="168" y="91839"/>
                    <a:pt x="133" y="91641"/>
                    <a:pt x="104" y="91443"/>
                  </a:cubicBezTo>
                  <a:cubicBezTo>
                    <a:pt x="75" y="91244"/>
                    <a:pt x="52" y="91045"/>
                    <a:pt x="36" y="90845"/>
                  </a:cubicBezTo>
                  <a:cubicBezTo>
                    <a:pt x="19" y="90645"/>
                    <a:pt x="8" y="90444"/>
                    <a:pt x="3" y="90244"/>
                  </a:cubicBezTo>
                  <a:cubicBezTo>
                    <a:pt x="-2" y="90043"/>
                    <a:pt x="-1" y="89842"/>
                    <a:pt x="6" y="89641"/>
                  </a:cubicBezTo>
                  <a:cubicBezTo>
                    <a:pt x="14" y="89441"/>
                    <a:pt x="27" y="89241"/>
                    <a:pt x="46" y="89041"/>
                  </a:cubicBezTo>
                  <a:cubicBezTo>
                    <a:pt x="66" y="88841"/>
                    <a:pt x="91" y="88642"/>
                    <a:pt x="122" y="88443"/>
                  </a:cubicBezTo>
                  <a:cubicBezTo>
                    <a:pt x="153" y="88245"/>
                    <a:pt x="191" y="88048"/>
                    <a:pt x="234" y="87852"/>
                  </a:cubicBezTo>
                  <a:cubicBezTo>
                    <a:pt x="277" y="87656"/>
                    <a:pt x="326" y="87461"/>
                    <a:pt x="381" y="87268"/>
                  </a:cubicBezTo>
                  <a:cubicBezTo>
                    <a:pt x="436" y="87075"/>
                    <a:pt x="497" y="86884"/>
                    <a:pt x="563" y="86694"/>
                  </a:cubicBezTo>
                  <a:cubicBezTo>
                    <a:pt x="629" y="86505"/>
                    <a:pt x="701" y="86317"/>
                    <a:pt x="779" y="86132"/>
                  </a:cubicBezTo>
                  <a:cubicBezTo>
                    <a:pt x="857" y="85947"/>
                    <a:pt x="940" y="85764"/>
                    <a:pt x="1029" y="85584"/>
                  </a:cubicBezTo>
                  <a:cubicBezTo>
                    <a:pt x="1117" y="85404"/>
                    <a:pt x="1211" y="85227"/>
                    <a:pt x="1311" y="85052"/>
                  </a:cubicBezTo>
                  <a:lnTo>
                    <a:pt x="2001" y="84002"/>
                  </a:lnTo>
                  <a:lnTo>
                    <a:pt x="32001" y="44002"/>
                  </a:lnTo>
                  <a:cubicBezTo>
                    <a:pt x="32122" y="43841"/>
                    <a:pt x="32248" y="43683"/>
                    <a:pt x="32379" y="43530"/>
                  </a:cubicBezTo>
                  <a:cubicBezTo>
                    <a:pt x="32509" y="43376"/>
                    <a:pt x="32644" y="43226"/>
                    <a:pt x="32784" y="43081"/>
                  </a:cubicBezTo>
                  <a:cubicBezTo>
                    <a:pt x="32924" y="42935"/>
                    <a:pt x="33068" y="42794"/>
                    <a:pt x="33216" y="42657"/>
                  </a:cubicBezTo>
                  <a:cubicBezTo>
                    <a:pt x="33364" y="42520"/>
                    <a:pt x="33517" y="42388"/>
                    <a:pt x="33673" y="42261"/>
                  </a:cubicBezTo>
                  <a:cubicBezTo>
                    <a:pt x="33829" y="42133"/>
                    <a:pt x="33989" y="42010"/>
                    <a:pt x="34153" y="41892"/>
                  </a:cubicBezTo>
                  <a:cubicBezTo>
                    <a:pt x="34317" y="41774"/>
                    <a:pt x="34484" y="41661"/>
                    <a:pt x="34655" y="41554"/>
                  </a:cubicBezTo>
                  <a:cubicBezTo>
                    <a:pt x="34825" y="41446"/>
                    <a:pt x="34999" y="41343"/>
                    <a:pt x="35176" y="41246"/>
                  </a:cubicBezTo>
                  <a:cubicBezTo>
                    <a:pt x="35352" y="41149"/>
                    <a:pt x="35532" y="41057"/>
                    <a:pt x="35714" y="40970"/>
                  </a:cubicBezTo>
                  <a:cubicBezTo>
                    <a:pt x="35897" y="40884"/>
                    <a:pt x="36081" y="40803"/>
                    <a:pt x="36269" y="40728"/>
                  </a:cubicBezTo>
                  <a:cubicBezTo>
                    <a:pt x="36456" y="40653"/>
                    <a:pt x="36645" y="40583"/>
                    <a:pt x="36837" y="40519"/>
                  </a:cubicBezTo>
                  <a:cubicBezTo>
                    <a:pt x="37028" y="40455"/>
                    <a:pt x="37221" y="40397"/>
                    <a:pt x="37416" y="40345"/>
                  </a:cubicBezTo>
                  <a:cubicBezTo>
                    <a:pt x="37611" y="40293"/>
                    <a:pt x="37807" y="40247"/>
                    <a:pt x="38005" y="40207"/>
                  </a:cubicBezTo>
                  <a:cubicBezTo>
                    <a:pt x="38203" y="40167"/>
                    <a:pt x="38402" y="40133"/>
                    <a:pt x="38601" y="40104"/>
                  </a:cubicBezTo>
                  <a:cubicBezTo>
                    <a:pt x="38801" y="40076"/>
                    <a:pt x="39002" y="40054"/>
                    <a:pt x="39203" y="40038"/>
                  </a:cubicBezTo>
                  <a:cubicBezTo>
                    <a:pt x="39404" y="40022"/>
                    <a:pt x="39606" y="40012"/>
                    <a:pt x="39807" y="40008"/>
                  </a:cubicBezTo>
                  <a:cubicBezTo>
                    <a:pt x="40009" y="40004"/>
                    <a:pt x="40211" y="40007"/>
                    <a:pt x="40412" y="40015"/>
                  </a:cubicBezTo>
                  <a:cubicBezTo>
                    <a:pt x="40614" y="40023"/>
                    <a:pt x="40815" y="40038"/>
                    <a:pt x="41016" y="40058"/>
                  </a:cubicBezTo>
                  <a:cubicBezTo>
                    <a:pt x="41216" y="40079"/>
                    <a:pt x="41417" y="40106"/>
                    <a:pt x="41616" y="40138"/>
                  </a:cubicBezTo>
                  <a:cubicBezTo>
                    <a:pt x="41815" y="40171"/>
                    <a:pt x="42013" y="40209"/>
                    <a:pt x="42209" y="40254"/>
                  </a:cubicBezTo>
                  <a:cubicBezTo>
                    <a:pt x="42406" y="40299"/>
                    <a:pt x="42602" y="40349"/>
                    <a:pt x="42795" y="40406"/>
                  </a:cubicBezTo>
                  <a:cubicBezTo>
                    <a:pt x="42989" y="40462"/>
                    <a:pt x="43181" y="40524"/>
                    <a:pt x="43371" y="40592"/>
                  </a:cubicBezTo>
                  <a:lnTo>
                    <a:pt x="44471" y="41062"/>
                  </a:lnTo>
                  <a:lnTo>
                    <a:pt x="77381" y="57512"/>
                  </a:lnTo>
                  <a:lnTo>
                    <a:pt x="122321" y="3602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8" name="probe-tabler-chart-donut" descr="chart-donut — Tabler contributors; preserve the bundled full upstream license. Source: https://github.com/tabler/tabler-icons/blob/a4ce1404bc6d24d3c365afe7b258d6bf6f48d62d/icons/filled/chart-donut.svg; SVG SHA256: b9b2f8b5eb1fbeb3c8ddb720f44099c6e47d86d142c5ca025a762621786898bb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39" name="probe-tabler-chart-donut-part-1"/>
            <p:cNvSpPr/>
            <p:nvPr/>
          </p:nvSpPr>
          <p:spPr>
            <a:xfrm>
              <a:off x="20323" y="21931"/>
              <a:ext cx="197677" cy="197746"/>
            </a:xfrm>
            <a:custGeom>
              <a:avLst/>
              <a:gdLst/>
              <a:ahLst/>
              <a:cxnLst/>
              <a:rect l="0" t="0" r="r" b="b"/>
              <a:pathLst>
                <a:path w="197677" h="197746">
                  <a:moveTo>
                    <a:pt x="92597" y="4169"/>
                  </a:moveTo>
                  <a:cubicBezTo>
                    <a:pt x="96557" y="7349"/>
                    <a:pt x="99097" y="11969"/>
                    <a:pt x="99627" y="17029"/>
                  </a:cubicBezTo>
                  <a:lnTo>
                    <a:pt x="99677" y="18069"/>
                  </a:lnTo>
                  <a:lnTo>
                    <a:pt x="99677" y="58069"/>
                  </a:lnTo>
                  <a:cubicBezTo>
                    <a:pt x="99677" y="58278"/>
                    <a:pt x="99670" y="58487"/>
                    <a:pt x="99657" y="58696"/>
                  </a:cubicBezTo>
                  <a:cubicBezTo>
                    <a:pt x="99644" y="58904"/>
                    <a:pt x="99625" y="59112"/>
                    <a:pt x="99598" y="59320"/>
                  </a:cubicBezTo>
                  <a:cubicBezTo>
                    <a:pt x="99572" y="59527"/>
                    <a:pt x="99540" y="59734"/>
                    <a:pt x="99501" y="59939"/>
                  </a:cubicBezTo>
                  <a:cubicBezTo>
                    <a:pt x="99462" y="60144"/>
                    <a:pt x="99416" y="60348"/>
                    <a:pt x="99365" y="60551"/>
                  </a:cubicBezTo>
                  <a:cubicBezTo>
                    <a:pt x="99313" y="60753"/>
                    <a:pt x="99255" y="60954"/>
                    <a:pt x="99190" y="61153"/>
                  </a:cubicBezTo>
                  <a:cubicBezTo>
                    <a:pt x="99126" y="61351"/>
                    <a:pt x="99055" y="61548"/>
                    <a:pt x="98979" y="61742"/>
                  </a:cubicBezTo>
                  <a:cubicBezTo>
                    <a:pt x="98902" y="61937"/>
                    <a:pt x="98819" y="62129"/>
                    <a:pt x="98730" y="62318"/>
                  </a:cubicBezTo>
                  <a:cubicBezTo>
                    <a:pt x="98642" y="62507"/>
                    <a:pt x="98547" y="62693"/>
                    <a:pt x="98447" y="62877"/>
                  </a:cubicBezTo>
                  <a:cubicBezTo>
                    <a:pt x="98346" y="63060"/>
                    <a:pt x="98240" y="63240"/>
                    <a:pt x="98129" y="63417"/>
                  </a:cubicBezTo>
                  <a:cubicBezTo>
                    <a:pt x="98017" y="63593"/>
                    <a:pt x="97900" y="63766"/>
                    <a:pt x="97777" y="63936"/>
                  </a:cubicBezTo>
                  <a:cubicBezTo>
                    <a:pt x="97655" y="64105"/>
                    <a:pt x="97527" y="64270"/>
                    <a:pt x="97394" y="64432"/>
                  </a:cubicBezTo>
                  <a:cubicBezTo>
                    <a:pt x="97261" y="64593"/>
                    <a:pt x="97123" y="64750"/>
                    <a:pt x="96980" y="64902"/>
                  </a:cubicBezTo>
                  <a:cubicBezTo>
                    <a:pt x="96838" y="65055"/>
                    <a:pt x="96690" y="65203"/>
                    <a:pt x="96538" y="65347"/>
                  </a:cubicBezTo>
                  <a:cubicBezTo>
                    <a:pt x="96386" y="65490"/>
                    <a:pt x="96230" y="65629"/>
                    <a:pt x="96069" y="65762"/>
                  </a:cubicBezTo>
                  <a:cubicBezTo>
                    <a:pt x="95908" y="65896"/>
                    <a:pt x="95744" y="66024"/>
                    <a:pt x="95575" y="66147"/>
                  </a:cubicBezTo>
                  <a:cubicBezTo>
                    <a:pt x="95406" y="66271"/>
                    <a:pt x="95233" y="66389"/>
                    <a:pt x="95057" y="66501"/>
                  </a:cubicBezTo>
                  <a:cubicBezTo>
                    <a:pt x="94881" y="66613"/>
                    <a:pt x="94702" y="66720"/>
                    <a:pt x="94519" y="66822"/>
                  </a:cubicBezTo>
                  <a:cubicBezTo>
                    <a:pt x="94336" y="66923"/>
                    <a:pt x="94150" y="67018"/>
                    <a:pt x="93961" y="67108"/>
                  </a:cubicBezTo>
                  <a:cubicBezTo>
                    <a:pt x="93772" y="67197"/>
                    <a:pt x="93581" y="67281"/>
                    <a:pt x="93387" y="67358"/>
                  </a:cubicBezTo>
                  <a:cubicBezTo>
                    <a:pt x="93193" y="67436"/>
                    <a:pt x="92996" y="67507"/>
                    <a:pt x="92798" y="67573"/>
                  </a:cubicBezTo>
                  <a:cubicBezTo>
                    <a:pt x="92599" y="67638"/>
                    <a:pt x="92399" y="67697"/>
                    <a:pt x="92197" y="67749"/>
                  </a:cubicBezTo>
                  <a:cubicBezTo>
                    <a:pt x="91569" y="67912"/>
                    <a:pt x="90947" y="68095"/>
                    <a:pt x="90331" y="68297"/>
                  </a:cubicBezTo>
                  <a:cubicBezTo>
                    <a:pt x="89714" y="68499"/>
                    <a:pt x="89105" y="68721"/>
                    <a:pt x="88503" y="68961"/>
                  </a:cubicBezTo>
                  <a:cubicBezTo>
                    <a:pt x="87900" y="69201"/>
                    <a:pt x="87306" y="69461"/>
                    <a:pt x="86720" y="69738"/>
                  </a:cubicBezTo>
                  <a:cubicBezTo>
                    <a:pt x="86134" y="70016"/>
                    <a:pt x="85557" y="70312"/>
                    <a:pt x="84989" y="70626"/>
                  </a:cubicBezTo>
                  <a:cubicBezTo>
                    <a:pt x="84422" y="70940"/>
                    <a:pt x="83864" y="71271"/>
                    <a:pt x="83318" y="71620"/>
                  </a:cubicBezTo>
                  <a:cubicBezTo>
                    <a:pt x="82771" y="71969"/>
                    <a:pt x="82236" y="72334"/>
                    <a:pt x="81712" y="72717"/>
                  </a:cubicBezTo>
                  <a:cubicBezTo>
                    <a:pt x="81188" y="73099"/>
                    <a:pt x="80677" y="73498"/>
                    <a:pt x="80178" y="73912"/>
                  </a:cubicBezTo>
                  <a:cubicBezTo>
                    <a:pt x="79679" y="74327"/>
                    <a:pt x="79194" y="74757"/>
                    <a:pt x="78722" y="75202"/>
                  </a:cubicBezTo>
                  <a:cubicBezTo>
                    <a:pt x="78250" y="75647"/>
                    <a:pt x="77793" y="76106"/>
                    <a:pt x="77350" y="76580"/>
                  </a:cubicBezTo>
                  <a:cubicBezTo>
                    <a:pt x="76907" y="77054"/>
                    <a:pt x="76479" y="77541"/>
                    <a:pt x="76067" y="78041"/>
                  </a:cubicBezTo>
                  <a:cubicBezTo>
                    <a:pt x="75655" y="78542"/>
                    <a:pt x="75258" y="79055"/>
                    <a:pt x="74878" y="79580"/>
                  </a:cubicBezTo>
                  <a:cubicBezTo>
                    <a:pt x="74498" y="80106"/>
                    <a:pt x="74134" y="80643"/>
                    <a:pt x="73788" y="81191"/>
                  </a:cubicBezTo>
                  <a:cubicBezTo>
                    <a:pt x="73442" y="81739"/>
                    <a:pt x="73112" y="82298"/>
                    <a:pt x="72801" y="82867"/>
                  </a:cubicBezTo>
                  <a:cubicBezTo>
                    <a:pt x="72490" y="83436"/>
                    <a:pt x="72196" y="84014"/>
                    <a:pt x="71921" y="84601"/>
                  </a:cubicBezTo>
                  <a:cubicBezTo>
                    <a:pt x="71646" y="85188"/>
                    <a:pt x="71389" y="85784"/>
                    <a:pt x="71152" y="86387"/>
                  </a:cubicBezTo>
                  <a:cubicBezTo>
                    <a:pt x="70914" y="86991"/>
                    <a:pt x="70695" y="87601"/>
                    <a:pt x="70496" y="88218"/>
                  </a:cubicBezTo>
                  <a:cubicBezTo>
                    <a:pt x="70296" y="88835"/>
                    <a:pt x="70116" y="89458"/>
                    <a:pt x="69956" y="90086"/>
                  </a:cubicBezTo>
                  <a:cubicBezTo>
                    <a:pt x="69796" y="90715"/>
                    <a:pt x="69655" y="91348"/>
                    <a:pt x="69534" y="91985"/>
                  </a:cubicBezTo>
                  <a:cubicBezTo>
                    <a:pt x="69414" y="92622"/>
                    <a:pt x="69313" y="93263"/>
                    <a:pt x="69233" y="93906"/>
                  </a:cubicBezTo>
                  <a:cubicBezTo>
                    <a:pt x="69152" y="94550"/>
                    <a:pt x="69092" y="95195"/>
                    <a:pt x="69052" y="95843"/>
                  </a:cubicBezTo>
                  <a:cubicBezTo>
                    <a:pt x="69012" y="96490"/>
                    <a:pt x="68992" y="97138"/>
                    <a:pt x="68993" y="97787"/>
                  </a:cubicBezTo>
                  <a:cubicBezTo>
                    <a:pt x="68994" y="98435"/>
                    <a:pt x="69015" y="99083"/>
                    <a:pt x="69056" y="99730"/>
                  </a:cubicBezTo>
                  <a:cubicBezTo>
                    <a:pt x="69097" y="100377"/>
                    <a:pt x="69159" y="101023"/>
                    <a:pt x="69241" y="101666"/>
                  </a:cubicBezTo>
                  <a:cubicBezTo>
                    <a:pt x="69323" y="102309"/>
                    <a:pt x="69425" y="102950"/>
                    <a:pt x="69547" y="103587"/>
                  </a:cubicBezTo>
                  <a:cubicBezTo>
                    <a:pt x="69669" y="104224"/>
                    <a:pt x="69811" y="104857"/>
                    <a:pt x="69973" y="105484"/>
                  </a:cubicBezTo>
                  <a:cubicBezTo>
                    <a:pt x="70134" y="106112"/>
                    <a:pt x="70316" y="106735"/>
                    <a:pt x="70516" y="107352"/>
                  </a:cubicBezTo>
                  <a:cubicBezTo>
                    <a:pt x="70717" y="107968"/>
                    <a:pt x="70937" y="108578"/>
                    <a:pt x="71176" y="109181"/>
                  </a:cubicBezTo>
                  <a:cubicBezTo>
                    <a:pt x="71415" y="109784"/>
                    <a:pt x="71673" y="110379"/>
                    <a:pt x="71950" y="110965"/>
                  </a:cubicBezTo>
                  <a:cubicBezTo>
                    <a:pt x="72226" y="111552"/>
                    <a:pt x="72521" y="112130"/>
                    <a:pt x="72833" y="112698"/>
                  </a:cubicBezTo>
                  <a:cubicBezTo>
                    <a:pt x="73146" y="113266"/>
                    <a:pt x="73476" y="113824"/>
                    <a:pt x="73824" y="114372"/>
                  </a:cubicBezTo>
                  <a:cubicBezTo>
                    <a:pt x="74171" y="114919"/>
                    <a:pt x="74536" y="115455"/>
                    <a:pt x="74917" y="115980"/>
                  </a:cubicBezTo>
                  <a:cubicBezTo>
                    <a:pt x="75299" y="116504"/>
                    <a:pt x="75696" y="117017"/>
                    <a:pt x="76110" y="117516"/>
                  </a:cubicBezTo>
                  <a:cubicBezTo>
                    <a:pt x="76523" y="118016"/>
                    <a:pt x="76952" y="118502"/>
                    <a:pt x="77396" y="118975"/>
                  </a:cubicBezTo>
                  <a:cubicBezTo>
                    <a:pt x="77840" y="119448"/>
                    <a:pt x="78298" y="119906"/>
                    <a:pt x="78771" y="120350"/>
                  </a:cubicBezTo>
                  <a:cubicBezTo>
                    <a:pt x="79244" y="120794"/>
                    <a:pt x="79730" y="121223"/>
                    <a:pt x="80230" y="121636"/>
                  </a:cubicBezTo>
                  <a:cubicBezTo>
                    <a:pt x="80729" y="122050"/>
                    <a:pt x="81242" y="122447"/>
                    <a:pt x="81766" y="122829"/>
                  </a:cubicBezTo>
                  <a:cubicBezTo>
                    <a:pt x="82291" y="123210"/>
                    <a:pt x="82827" y="123575"/>
                    <a:pt x="83374" y="123922"/>
                  </a:cubicBezTo>
                  <a:cubicBezTo>
                    <a:pt x="83922" y="124270"/>
                    <a:pt x="84480" y="124600"/>
                    <a:pt x="85048" y="124913"/>
                  </a:cubicBezTo>
                  <a:cubicBezTo>
                    <a:pt x="85616" y="125225"/>
                    <a:pt x="86194" y="125520"/>
                    <a:pt x="86780" y="125796"/>
                  </a:cubicBezTo>
                  <a:cubicBezTo>
                    <a:pt x="87367" y="126073"/>
                    <a:pt x="87962" y="126331"/>
                    <a:pt x="88565" y="126570"/>
                  </a:cubicBezTo>
                  <a:cubicBezTo>
                    <a:pt x="89168" y="126809"/>
                    <a:pt x="89778" y="127029"/>
                    <a:pt x="90394" y="127230"/>
                  </a:cubicBezTo>
                  <a:cubicBezTo>
                    <a:pt x="91011" y="127430"/>
                    <a:pt x="91634" y="127612"/>
                    <a:pt x="92262" y="127773"/>
                  </a:cubicBezTo>
                  <a:cubicBezTo>
                    <a:pt x="92889" y="127935"/>
                    <a:pt x="93522" y="128077"/>
                    <a:pt x="94159" y="128199"/>
                  </a:cubicBezTo>
                  <a:cubicBezTo>
                    <a:pt x="94796" y="128321"/>
                    <a:pt x="95436" y="128423"/>
                    <a:pt x="96080" y="128505"/>
                  </a:cubicBezTo>
                  <a:cubicBezTo>
                    <a:pt x="96723" y="128587"/>
                    <a:pt x="97369" y="128648"/>
                    <a:pt x="98016" y="128690"/>
                  </a:cubicBezTo>
                  <a:cubicBezTo>
                    <a:pt x="98663" y="128731"/>
                    <a:pt x="99311" y="128752"/>
                    <a:pt x="99959" y="128753"/>
                  </a:cubicBezTo>
                  <a:cubicBezTo>
                    <a:pt x="100608" y="128754"/>
                    <a:pt x="101256" y="128734"/>
                    <a:pt x="101903" y="128694"/>
                  </a:cubicBezTo>
                  <a:cubicBezTo>
                    <a:pt x="102551" y="128654"/>
                    <a:pt x="103196" y="128594"/>
                    <a:pt x="103840" y="128513"/>
                  </a:cubicBezTo>
                  <a:cubicBezTo>
                    <a:pt x="104483" y="128433"/>
                    <a:pt x="105124" y="128332"/>
                    <a:pt x="105761" y="128212"/>
                  </a:cubicBezTo>
                  <a:cubicBezTo>
                    <a:pt x="106398" y="128091"/>
                    <a:pt x="107031" y="127950"/>
                    <a:pt x="107659" y="127790"/>
                  </a:cubicBezTo>
                  <a:cubicBezTo>
                    <a:pt x="108288" y="127630"/>
                    <a:pt x="108911" y="127450"/>
                    <a:pt x="109528" y="127250"/>
                  </a:cubicBezTo>
                  <a:cubicBezTo>
                    <a:pt x="110145" y="127051"/>
                    <a:pt x="110755" y="126832"/>
                    <a:pt x="111359" y="126594"/>
                  </a:cubicBezTo>
                  <a:cubicBezTo>
                    <a:pt x="111962" y="126357"/>
                    <a:pt x="112558" y="126100"/>
                    <a:pt x="113145" y="125825"/>
                  </a:cubicBezTo>
                  <a:cubicBezTo>
                    <a:pt x="113732" y="125550"/>
                    <a:pt x="114310" y="125256"/>
                    <a:pt x="114879" y="124945"/>
                  </a:cubicBezTo>
                  <a:cubicBezTo>
                    <a:pt x="115448" y="124634"/>
                    <a:pt x="116007" y="124304"/>
                    <a:pt x="116555" y="123958"/>
                  </a:cubicBezTo>
                  <a:cubicBezTo>
                    <a:pt x="117103" y="123612"/>
                    <a:pt x="117640" y="123248"/>
                    <a:pt x="118165" y="122868"/>
                  </a:cubicBezTo>
                  <a:cubicBezTo>
                    <a:pt x="118691" y="122488"/>
                    <a:pt x="119204" y="122091"/>
                    <a:pt x="119705" y="121679"/>
                  </a:cubicBezTo>
                  <a:cubicBezTo>
                    <a:pt x="120205" y="121267"/>
                    <a:pt x="120692" y="120839"/>
                    <a:pt x="121166" y="120396"/>
                  </a:cubicBezTo>
                  <a:cubicBezTo>
                    <a:pt x="121640" y="119953"/>
                    <a:pt x="122099" y="119495"/>
                    <a:pt x="122544" y="119024"/>
                  </a:cubicBezTo>
                  <a:cubicBezTo>
                    <a:pt x="122989" y="118552"/>
                    <a:pt x="123419" y="118067"/>
                    <a:pt x="123834" y="117568"/>
                  </a:cubicBezTo>
                  <a:cubicBezTo>
                    <a:pt x="124248" y="117069"/>
                    <a:pt x="124647" y="116558"/>
                    <a:pt x="125029" y="116034"/>
                  </a:cubicBezTo>
                  <a:cubicBezTo>
                    <a:pt x="125411" y="115510"/>
                    <a:pt x="125777" y="114975"/>
                    <a:pt x="126126" y="114428"/>
                  </a:cubicBezTo>
                  <a:cubicBezTo>
                    <a:pt x="126475" y="113881"/>
                    <a:pt x="126806" y="113324"/>
                    <a:pt x="127120" y="112757"/>
                  </a:cubicBezTo>
                  <a:cubicBezTo>
                    <a:pt x="127434" y="112189"/>
                    <a:pt x="127730" y="111612"/>
                    <a:pt x="128008" y="111026"/>
                  </a:cubicBezTo>
                  <a:cubicBezTo>
                    <a:pt x="128285" y="110440"/>
                    <a:pt x="128544" y="109846"/>
                    <a:pt x="128785" y="109243"/>
                  </a:cubicBezTo>
                  <a:cubicBezTo>
                    <a:pt x="129025" y="108641"/>
                    <a:pt x="129247" y="108031"/>
                    <a:pt x="129449" y="107415"/>
                  </a:cubicBezTo>
                  <a:cubicBezTo>
                    <a:pt x="129651" y="106799"/>
                    <a:pt x="129833" y="106177"/>
                    <a:pt x="129997" y="105549"/>
                  </a:cubicBezTo>
                  <a:cubicBezTo>
                    <a:pt x="130049" y="105347"/>
                    <a:pt x="130108" y="105147"/>
                    <a:pt x="130173" y="104948"/>
                  </a:cubicBezTo>
                  <a:cubicBezTo>
                    <a:pt x="130239" y="104750"/>
                    <a:pt x="130310" y="104553"/>
                    <a:pt x="130388" y="104359"/>
                  </a:cubicBezTo>
                  <a:cubicBezTo>
                    <a:pt x="130465" y="104165"/>
                    <a:pt x="130549" y="103974"/>
                    <a:pt x="130638" y="103785"/>
                  </a:cubicBezTo>
                  <a:cubicBezTo>
                    <a:pt x="130728" y="103596"/>
                    <a:pt x="130823" y="103410"/>
                    <a:pt x="130924" y="103227"/>
                  </a:cubicBezTo>
                  <a:cubicBezTo>
                    <a:pt x="131026" y="103044"/>
                    <a:pt x="131132" y="102865"/>
                    <a:pt x="131245" y="102689"/>
                  </a:cubicBezTo>
                  <a:cubicBezTo>
                    <a:pt x="131357" y="102512"/>
                    <a:pt x="131475" y="102340"/>
                    <a:pt x="131599" y="102171"/>
                  </a:cubicBezTo>
                  <a:cubicBezTo>
                    <a:pt x="131722" y="102002"/>
                    <a:pt x="131850" y="101838"/>
                    <a:pt x="131984" y="101677"/>
                  </a:cubicBezTo>
                  <a:cubicBezTo>
                    <a:pt x="132117" y="101516"/>
                    <a:pt x="132256" y="101360"/>
                    <a:pt x="132399" y="101208"/>
                  </a:cubicBezTo>
                  <a:cubicBezTo>
                    <a:pt x="132543" y="101056"/>
                    <a:pt x="132691" y="100908"/>
                    <a:pt x="132843" y="100766"/>
                  </a:cubicBezTo>
                  <a:cubicBezTo>
                    <a:pt x="132996" y="100623"/>
                    <a:pt x="133153" y="100485"/>
                    <a:pt x="133314" y="100352"/>
                  </a:cubicBezTo>
                  <a:cubicBezTo>
                    <a:pt x="133476" y="100219"/>
                    <a:pt x="133641" y="100091"/>
                    <a:pt x="133810" y="99969"/>
                  </a:cubicBezTo>
                  <a:cubicBezTo>
                    <a:pt x="133980" y="99846"/>
                    <a:pt x="134153" y="99729"/>
                    <a:pt x="134329" y="99617"/>
                  </a:cubicBezTo>
                  <a:cubicBezTo>
                    <a:pt x="134506" y="99506"/>
                    <a:pt x="134686" y="99400"/>
                    <a:pt x="134869" y="99299"/>
                  </a:cubicBezTo>
                  <a:cubicBezTo>
                    <a:pt x="135052" y="99199"/>
                    <a:pt x="135239" y="99104"/>
                    <a:pt x="135428" y="99015"/>
                  </a:cubicBezTo>
                  <a:cubicBezTo>
                    <a:pt x="135617" y="98927"/>
                    <a:pt x="135809" y="98844"/>
                    <a:pt x="136003" y="98767"/>
                  </a:cubicBezTo>
                  <a:cubicBezTo>
                    <a:pt x="136198" y="98691"/>
                    <a:pt x="136395" y="98620"/>
                    <a:pt x="136593" y="98556"/>
                  </a:cubicBezTo>
                  <a:cubicBezTo>
                    <a:pt x="136792" y="98491"/>
                    <a:pt x="136993" y="98433"/>
                    <a:pt x="137195" y="98381"/>
                  </a:cubicBezTo>
                  <a:cubicBezTo>
                    <a:pt x="137398" y="98330"/>
                    <a:pt x="137602" y="98284"/>
                    <a:pt x="137807" y="98245"/>
                  </a:cubicBezTo>
                  <a:cubicBezTo>
                    <a:pt x="138012" y="98206"/>
                    <a:pt x="138219" y="98174"/>
                    <a:pt x="138426" y="98148"/>
                  </a:cubicBezTo>
                  <a:cubicBezTo>
                    <a:pt x="138634" y="98121"/>
                    <a:pt x="138842" y="98102"/>
                    <a:pt x="139050" y="98089"/>
                  </a:cubicBezTo>
                  <a:cubicBezTo>
                    <a:pt x="139259" y="98076"/>
                    <a:pt x="139468" y="98069"/>
                    <a:pt x="139677" y="98069"/>
                  </a:cubicBezTo>
                  <a:lnTo>
                    <a:pt x="177677" y="98069"/>
                  </a:lnTo>
                  <a:cubicBezTo>
                    <a:pt x="178095" y="98069"/>
                    <a:pt x="178514" y="98083"/>
                    <a:pt x="178932" y="98109"/>
                  </a:cubicBezTo>
                  <a:cubicBezTo>
                    <a:pt x="179350" y="98135"/>
                    <a:pt x="179768" y="98175"/>
                    <a:pt x="180183" y="98227"/>
                  </a:cubicBezTo>
                  <a:cubicBezTo>
                    <a:pt x="180599" y="98280"/>
                    <a:pt x="181013" y="98345"/>
                    <a:pt x="181424" y="98424"/>
                  </a:cubicBezTo>
                  <a:cubicBezTo>
                    <a:pt x="181836" y="98502"/>
                    <a:pt x="182245" y="98594"/>
                    <a:pt x="182650" y="98698"/>
                  </a:cubicBezTo>
                  <a:cubicBezTo>
                    <a:pt x="183056" y="98802"/>
                    <a:pt x="183459" y="98919"/>
                    <a:pt x="183857" y="99048"/>
                  </a:cubicBezTo>
                  <a:cubicBezTo>
                    <a:pt x="184255" y="99178"/>
                    <a:pt x="184650" y="99320"/>
                    <a:pt x="185039" y="99474"/>
                  </a:cubicBezTo>
                  <a:cubicBezTo>
                    <a:pt x="185429" y="99628"/>
                    <a:pt x="185813" y="99794"/>
                    <a:pt x="186192" y="99973"/>
                  </a:cubicBezTo>
                  <a:cubicBezTo>
                    <a:pt x="186571" y="100151"/>
                    <a:pt x="186945" y="100341"/>
                    <a:pt x="187312" y="100543"/>
                  </a:cubicBezTo>
                  <a:cubicBezTo>
                    <a:pt x="187679" y="100745"/>
                    <a:pt x="188039" y="100958"/>
                    <a:pt x="188393" y="101183"/>
                  </a:cubicBezTo>
                  <a:cubicBezTo>
                    <a:pt x="188747" y="101407"/>
                    <a:pt x="189093" y="101643"/>
                    <a:pt x="189432" y="101889"/>
                  </a:cubicBezTo>
                  <a:cubicBezTo>
                    <a:pt x="189771" y="102135"/>
                    <a:pt x="190102" y="102392"/>
                    <a:pt x="190425" y="102659"/>
                  </a:cubicBezTo>
                  <a:cubicBezTo>
                    <a:pt x="190748" y="102926"/>
                    <a:pt x="191062" y="103203"/>
                    <a:pt x="191368" y="103490"/>
                  </a:cubicBezTo>
                  <a:cubicBezTo>
                    <a:pt x="191673" y="103777"/>
                    <a:pt x="191969" y="104073"/>
                    <a:pt x="192256" y="104378"/>
                  </a:cubicBezTo>
                  <a:cubicBezTo>
                    <a:pt x="192543" y="104684"/>
                    <a:pt x="192820" y="104998"/>
                    <a:pt x="193087" y="105321"/>
                  </a:cubicBezTo>
                  <a:cubicBezTo>
                    <a:pt x="193354" y="105644"/>
                    <a:pt x="193611" y="105975"/>
                    <a:pt x="193857" y="106314"/>
                  </a:cubicBezTo>
                  <a:cubicBezTo>
                    <a:pt x="194103" y="106653"/>
                    <a:pt x="194339" y="106999"/>
                    <a:pt x="194563" y="107353"/>
                  </a:cubicBezTo>
                  <a:cubicBezTo>
                    <a:pt x="194788" y="107707"/>
                    <a:pt x="195001" y="108067"/>
                    <a:pt x="195203" y="108434"/>
                  </a:cubicBezTo>
                  <a:cubicBezTo>
                    <a:pt x="195405" y="108801"/>
                    <a:pt x="195595" y="109175"/>
                    <a:pt x="195773" y="109554"/>
                  </a:cubicBezTo>
                  <a:cubicBezTo>
                    <a:pt x="195951" y="109933"/>
                    <a:pt x="196118" y="110317"/>
                    <a:pt x="196272" y="110707"/>
                  </a:cubicBezTo>
                  <a:cubicBezTo>
                    <a:pt x="196426" y="111096"/>
                    <a:pt x="196568" y="111491"/>
                    <a:pt x="196698" y="111889"/>
                  </a:cubicBezTo>
                  <a:cubicBezTo>
                    <a:pt x="196827" y="112287"/>
                    <a:pt x="196944" y="112690"/>
                    <a:pt x="197048" y="113096"/>
                  </a:cubicBezTo>
                  <a:cubicBezTo>
                    <a:pt x="197152" y="113501"/>
                    <a:pt x="197244" y="113910"/>
                    <a:pt x="197322" y="114322"/>
                  </a:cubicBezTo>
                  <a:cubicBezTo>
                    <a:pt x="197401" y="114733"/>
                    <a:pt x="197466" y="115147"/>
                    <a:pt x="197519" y="115563"/>
                  </a:cubicBezTo>
                  <a:cubicBezTo>
                    <a:pt x="197571" y="115978"/>
                    <a:pt x="197611" y="116395"/>
                    <a:pt x="197637" y="116814"/>
                  </a:cubicBezTo>
                  <a:cubicBezTo>
                    <a:pt x="197663" y="117232"/>
                    <a:pt x="197677" y="117650"/>
                    <a:pt x="197677" y="118069"/>
                  </a:cubicBezTo>
                  <a:cubicBezTo>
                    <a:pt x="197676" y="118259"/>
                    <a:pt x="197671" y="118449"/>
                    <a:pt x="197660" y="118639"/>
                  </a:cubicBezTo>
                  <a:cubicBezTo>
                    <a:pt x="197649" y="118829"/>
                    <a:pt x="197633" y="119018"/>
                    <a:pt x="197611" y="119207"/>
                  </a:cubicBezTo>
                  <a:cubicBezTo>
                    <a:pt x="197589" y="119396"/>
                    <a:pt x="197562" y="119584"/>
                    <a:pt x="197530" y="119771"/>
                  </a:cubicBezTo>
                  <a:cubicBezTo>
                    <a:pt x="197497" y="119958"/>
                    <a:pt x="197460" y="120144"/>
                    <a:pt x="197417" y="120329"/>
                  </a:cubicBezTo>
                  <a:cubicBezTo>
                    <a:pt x="196945" y="122362"/>
                    <a:pt x="196410" y="124380"/>
                    <a:pt x="195813" y="126379"/>
                  </a:cubicBezTo>
                  <a:cubicBezTo>
                    <a:pt x="195215" y="128379"/>
                    <a:pt x="194555" y="130359"/>
                    <a:pt x="193834" y="132317"/>
                  </a:cubicBezTo>
                  <a:cubicBezTo>
                    <a:pt x="193113" y="134275"/>
                    <a:pt x="192330" y="136211"/>
                    <a:pt x="191487" y="138120"/>
                  </a:cubicBezTo>
                  <a:cubicBezTo>
                    <a:pt x="190645" y="140029"/>
                    <a:pt x="189743" y="141911"/>
                    <a:pt x="188783" y="143764"/>
                  </a:cubicBezTo>
                  <a:cubicBezTo>
                    <a:pt x="187822" y="145617"/>
                    <a:pt x="186804" y="147439"/>
                    <a:pt x="185730" y="149228"/>
                  </a:cubicBezTo>
                  <a:cubicBezTo>
                    <a:pt x="184655" y="151017"/>
                    <a:pt x="183525" y="152772"/>
                    <a:pt x="182341" y="154490"/>
                  </a:cubicBezTo>
                  <a:cubicBezTo>
                    <a:pt x="181157" y="156209"/>
                    <a:pt x="179919" y="157890"/>
                    <a:pt x="178630" y="159530"/>
                  </a:cubicBezTo>
                  <a:cubicBezTo>
                    <a:pt x="177341" y="161171"/>
                    <a:pt x="176000" y="162771"/>
                    <a:pt x="174611" y="164328"/>
                  </a:cubicBezTo>
                  <a:cubicBezTo>
                    <a:pt x="173221" y="165885"/>
                    <a:pt x="171784" y="167399"/>
                    <a:pt x="170299" y="168866"/>
                  </a:cubicBezTo>
                  <a:cubicBezTo>
                    <a:pt x="168815" y="170333"/>
                    <a:pt x="167286" y="171753"/>
                    <a:pt x="165713" y="173124"/>
                  </a:cubicBezTo>
                  <a:cubicBezTo>
                    <a:pt x="164139" y="174495"/>
                    <a:pt x="162524" y="175817"/>
                    <a:pt x="160868" y="177087"/>
                  </a:cubicBezTo>
                  <a:cubicBezTo>
                    <a:pt x="159212" y="178358"/>
                    <a:pt x="157517" y="179576"/>
                    <a:pt x="155785" y="180740"/>
                  </a:cubicBezTo>
                  <a:cubicBezTo>
                    <a:pt x="154054" y="181904"/>
                    <a:pt x="152286" y="183014"/>
                    <a:pt x="150484" y="184067"/>
                  </a:cubicBezTo>
                  <a:cubicBezTo>
                    <a:pt x="148683" y="185121"/>
                    <a:pt x="146849" y="186118"/>
                    <a:pt x="144985" y="187056"/>
                  </a:cubicBezTo>
                  <a:cubicBezTo>
                    <a:pt x="143121" y="187995"/>
                    <a:pt x="141229" y="188875"/>
                    <a:pt x="139310" y="189696"/>
                  </a:cubicBezTo>
                  <a:cubicBezTo>
                    <a:pt x="137391" y="190516"/>
                    <a:pt x="135447" y="191276"/>
                    <a:pt x="133481" y="191975"/>
                  </a:cubicBezTo>
                  <a:cubicBezTo>
                    <a:pt x="131514" y="192673"/>
                    <a:pt x="129526" y="193310"/>
                    <a:pt x="127520" y="193885"/>
                  </a:cubicBezTo>
                  <a:cubicBezTo>
                    <a:pt x="125514" y="194459"/>
                    <a:pt x="123490" y="194970"/>
                    <a:pt x="121452" y="195418"/>
                  </a:cubicBezTo>
                  <a:cubicBezTo>
                    <a:pt x="119414" y="195866"/>
                    <a:pt x="117362" y="196249"/>
                    <a:pt x="115300" y="196569"/>
                  </a:cubicBezTo>
                  <a:cubicBezTo>
                    <a:pt x="113237" y="196888"/>
                    <a:pt x="111166" y="197143"/>
                    <a:pt x="109087" y="197332"/>
                  </a:cubicBezTo>
                  <a:cubicBezTo>
                    <a:pt x="107009" y="197522"/>
                    <a:pt x="104926" y="197646"/>
                    <a:pt x="102840" y="197706"/>
                  </a:cubicBezTo>
                  <a:cubicBezTo>
                    <a:pt x="100754" y="197765"/>
                    <a:pt x="98666" y="197759"/>
                    <a:pt x="96581" y="197687"/>
                  </a:cubicBezTo>
                  <a:cubicBezTo>
                    <a:pt x="94495" y="197616"/>
                    <a:pt x="92412" y="197479"/>
                    <a:pt x="90335" y="197278"/>
                  </a:cubicBezTo>
                  <a:cubicBezTo>
                    <a:pt x="88258" y="197076"/>
                    <a:pt x="86188" y="196809"/>
                    <a:pt x="84127" y="196478"/>
                  </a:cubicBezTo>
                  <a:cubicBezTo>
                    <a:pt x="82067" y="196147"/>
                    <a:pt x="80018" y="195751"/>
                    <a:pt x="77982" y="195292"/>
                  </a:cubicBezTo>
                  <a:cubicBezTo>
                    <a:pt x="75946" y="194832"/>
                    <a:pt x="73926" y="194309"/>
                    <a:pt x="71923" y="193723"/>
                  </a:cubicBezTo>
                  <a:cubicBezTo>
                    <a:pt x="69920" y="193137"/>
                    <a:pt x="67936" y="192489"/>
                    <a:pt x="65973" y="191779"/>
                  </a:cubicBezTo>
                  <a:cubicBezTo>
                    <a:pt x="64011" y="191069"/>
                    <a:pt x="62072" y="190297"/>
                    <a:pt x="60158" y="189466"/>
                  </a:cubicBezTo>
                  <a:cubicBezTo>
                    <a:pt x="58243" y="188635"/>
                    <a:pt x="56356" y="187743"/>
                    <a:pt x="54498" y="186794"/>
                  </a:cubicBezTo>
                  <a:cubicBezTo>
                    <a:pt x="52639" y="185844"/>
                    <a:pt x="50811" y="184837"/>
                    <a:pt x="49016" y="183773"/>
                  </a:cubicBezTo>
                  <a:cubicBezTo>
                    <a:pt x="47221" y="182709"/>
                    <a:pt x="45459" y="181589"/>
                    <a:pt x="43734" y="180415"/>
                  </a:cubicBezTo>
                  <a:cubicBezTo>
                    <a:pt x="42009" y="179241"/>
                    <a:pt x="40321" y="178013"/>
                    <a:pt x="38673" y="176733"/>
                  </a:cubicBezTo>
                  <a:cubicBezTo>
                    <a:pt x="37024" y="175453"/>
                    <a:pt x="35416" y="174122"/>
                    <a:pt x="33851" y="172742"/>
                  </a:cubicBezTo>
                  <a:cubicBezTo>
                    <a:pt x="32286" y="171361"/>
                    <a:pt x="30765" y="169932"/>
                    <a:pt x="29289" y="168457"/>
                  </a:cubicBezTo>
                  <a:cubicBezTo>
                    <a:pt x="27814" y="166981"/>
                    <a:pt x="26385" y="165460"/>
                    <a:pt x="25004" y="163895"/>
                  </a:cubicBezTo>
                  <a:cubicBezTo>
                    <a:pt x="23624" y="162329"/>
                    <a:pt x="22293" y="160722"/>
                    <a:pt x="21013" y="159073"/>
                  </a:cubicBezTo>
                  <a:cubicBezTo>
                    <a:pt x="19733" y="157425"/>
                    <a:pt x="18505" y="155737"/>
                    <a:pt x="17331" y="154012"/>
                  </a:cubicBezTo>
                  <a:cubicBezTo>
                    <a:pt x="16157" y="152287"/>
                    <a:pt x="15037" y="150525"/>
                    <a:pt x="13973" y="148730"/>
                  </a:cubicBezTo>
                  <a:cubicBezTo>
                    <a:pt x="12909" y="146935"/>
                    <a:pt x="11902" y="145107"/>
                    <a:pt x="10952" y="143248"/>
                  </a:cubicBezTo>
                  <a:cubicBezTo>
                    <a:pt x="10003" y="141390"/>
                    <a:pt x="9111" y="139502"/>
                    <a:pt x="8280" y="137588"/>
                  </a:cubicBezTo>
                  <a:cubicBezTo>
                    <a:pt x="7448" y="135674"/>
                    <a:pt x="6677" y="133735"/>
                    <a:pt x="5967" y="131772"/>
                  </a:cubicBezTo>
                  <a:cubicBezTo>
                    <a:pt x="5257" y="129810"/>
                    <a:pt x="4609" y="127826"/>
                    <a:pt x="4023" y="125823"/>
                  </a:cubicBezTo>
                  <a:cubicBezTo>
                    <a:pt x="3437" y="123820"/>
                    <a:pt x="2914" y="121800"/>
                    <a:pt x="2454" y="119764"/>
                  </a:cubicBezTo>
                  <a:cubicBezTo>
                    <a:pt x="1995" y="117728"/>
                    <a:pt x="1599" y="115679"/>
                    <a:pt x="1268" y="113618"/>
                  </a:cubicBezTo>
                  <a:cubicBezTo>
                    <a:pt x="936" y="111558"/>
                    <a:pt x="670" y="109488"/>
                    <a:pt x="468" y="107411"/>
                  </a:cubicBezTo>
                  <a:cubicBezTo>
                    <a:pt x="266" y="105334"/>
                    <a:pt x="130" y="103251"/>
                    <a:pt x="58" y="101165"/>
                  </a:cubicBezTo>
                  <a:cubicBezTo>
                    <a:pt x="-13" y="99080"/>
                    <a:pt x="-19" y="96992"/>
                    <a:pt x="40" y="94906"/>
                  </a:cubicBezTo>
                  <a:cubicBezTo>
                    <a:pt x="100" y="92820"/>
                    <a:pt x="224" y="90737"/>
                    <a:pt x="414" y="88659"/>
                  </a:cubicBezTo>
                  <a:cubicBezTo>
                    <a:pt x="603" y="86580"/>
                    <a:pt x="858" y="84509"/>
                    <a:pt x="1177" y="82446"/>
                  </a:cubicBezTo>
                  <a:cubicBezTo>
                    <a:pt x="1497" y="80384"/>
                    <a:pt x="1880" y="78332"/>
                    <a:pt x="2328" y="76294"/>
                  </a:cubicBezTo>
                  <a:cubicBezTo>
                    <a:pt x="2776" y="74256"/>
                    <a:pt x="3287" y="72232"/>
                    <a:pt x="3861" y="70226"/>
                  </a:cubicBezTo>
                  <a:cubicBezTo>
                    <a:pt x="4436" y="68220"/>
                    <a:pt x="5073" y="66232"/>
                    <a:pt x="5771" y="64265"/>
                  </a:cubicBezTo>
                  <a:cubicBezTo>
                    <a:pt x="6470" y="62299"/>
                    <a:pt x="7230" y="60355"/>
                    <a:pt x="8050" y="58436"/>
                  </a:cubicBezTo>
                  <a:cubicBezTo>
                    <a:pt x="8871" y="56517"/>
                    <a:pt x="9751" y="54625"/>
                    <a:pt x="10690" y="52761"/>
                  </a:cubicBezTo>
                  <a:cubicBezTo>
                    <a:pt x="11628" y="50897"/>
                    <a:pt x="12625" y="49063"/>
                    <a:pt x="13679" y="47262"/>
                  </a:cubicBezTo>
                  <a:cubicBezTo>
                    <a:pt x="14732" y="45460"/>
                    <a:pt x="15842" y="43692"/>
                    <a:pt x="17006" y="41960"/>
                  </a:cubicBezTo>
                  <a:cubicBezTo>
                    <a:pt x="18170" y="40229"/>
                    <a:pt x="19388" y="38533"/>
                    <a:pt x="20659" y="36878"/>
                  </a:cubicBezTo>
                  <a:cubicBezTo>
                    <a:pt x="21929" y="35222"/>
                    <a:pt x="23251" y="33606"/>
                    <a:pt x="24622" y="32033"/>
                  </a:cubicBezTo>
                  <a:cubicBezTo>
                    <a:pt x="25993" y="30460"/>
                    <a:pt x="27413" y="28931"/>
                    <a:pt x="28880" y="27447"/>
                  </a:cubicBezTo>
                  <a:cubicBezTo>
                    <a:pt x="30347" y="25962"/>
                    <a:pt x="31861" y="24525"/>
                    <a:pt x="33418" y="23135"/>
                  </a:cubicBezTo>
                  <a:cubicBezTo>
                    <a:pt x="34975" y="21746"/>
                    <a:pt x="36575" y="20405"/>
                    <a:pt x="38216" y="19116"/>
                  </a:cubicBezTo>
                  <a:cubicBezTo>
                    <a:pt x="39856" y="17827"/>
                    <a:pt x="41537" y="16589"/>
                    <a:pt x="43256" y="15405"/>
                  </a:cubicBezTo>
                  <a:cubicBezTo>
                    <a:pt x="44974" y="14221"/>
                    <a:pt x="46729" y="13091"/>
                    <a:pt x="48518" y="12016"/>
                  </a:cubicBezTo>
                  <a:cubicBezTo>
                    <a:pt x="50307" y="10942"/>
                    <a:pt x="52129" y="9924"/>
                    <a:pt x="53982" y="8963"/>
                  </a:cubicBezTo>
                  <a:cubicBezTo>
                    <a:pt x="55835" y="8003"/>
                    <a:pt x="57717" y="7101"/>
                    <a:pt x="59626" y="6258"/>
                  </a:cubicBezTo>
                  <a:cubicBezTo>
                    <a:pt x="61535" y="5416"/>
                    <a:pt x="63470" y="4633"/>
                    <a:pt x="65429" y="3912"/>
                  </a:cubicBezTo>
                  <a:cubicBezTo>
                    <a:pt x="67387" y="3190"/>
                    <a:pt x="69367" y="2531"/>
                    <a:pt x="71367" y="1933"/>
                  </a:cubicBezTo>
                  <a:cubicBezTo>
                    <a:pt x="73366" y="1335"/>
                    <a:pt x="75384" y="801"/>
                    <a:pt x="77417" y="329"/>
                  </a:cubicBezTo>
                  <a:lnTo>
                    <a:pt x="77987" y="229"/>
                  </a:lnTo>
                  <a:lnTo>
                    <a:pt x="78507" y="129"/>
                  </a:lnTo>
                  <a:cubicBezTo>
                    <a:pt x="78890" y="84"/>
                    <a:pt x="79274" y="51"/>
                    <a:pt x="79660" y="30"/>
                  </a:cubicBezTo>
                  <a:cubicBezTo>
                    <a:pt x="80045" y="8"/>
                    <a:pt x="80431" y="-2"/>
                    <a:pt x="80817" y="0"/>
                  </a:cubicBezTo>
                  <a:cubicBezTo>
                    <a:pt x="81202" y="2"/>
                    <a:pt x="81588" y="16"/>
                    <a:pt x="81973" y="41"/>
                  </a:cubicBezTo>
                  <a:cubicBezTo>
                    <a:pt x="82358" y="67"/>
                    <a:pt x="82742" y="104"/>
                    <a:pt x="83125" y="153"/>
                  </a:cubicBezTo>
                  <a:cubicBezTo>
                    <a:pt x="83508" y="202"/>
                    <a:pt x="83889" y="262"/>
                    <a:pt x="84268" y="334"/>
                  </a:cubicBezTo>
                  <a:cubicBezTo>
                    <a:pt x="84647" y="406"/>
                    <a:pt x="85024" y="490"/>
                    <a:pt x="85398" y="585"/>
                  </a:cubicBezTo>
                  <a:cubicBezTo>
                    <a:pt x="85772" y="680"/>
                    <a:pt x="86143" y="786"/>
                    <a:pt x="86511" y="904"/>
                  </a:cubicBezTo>
                  <a:cubicBezTo>
                    <a:pt x="86878" y="1022"/>
                    <a:pt x="87242" y="1150"/>
                    <a:pt x="87602" y="1290"/>
                  </a:cubicBezTo>
                  <a:cubicBezTo>
                    <a:pt x="87961" y="1430"/>
                    <a:pt x="88317" y="1581"/>
                    <a:pt x="88667" y="1742"/>
                  </a:cubicBezTo>
                  <a:cubicBezTo>
                    <a:pt x="89018" y="1903"/>
                    <a:pt x="89363" y="2075"/>
                    <a:pt x="89703" y="2258"/>
                  </a:cubicBezTo>
                  <a:cubicBezTo>
                    <a:pt x="90043" y="2440"/>
                    <a:pt x="90378" y="2633"/>
                    <a:pt x="90706" y="2836"/>
                  </a:cubicBezTo>
                  <a:cubicBezTo>
                    <a:pt x="91034" y="3039"/>
                    <a:pt x="91356" y="3251"/>
                    <a:pt x="91672" y="3474"/>
                  </a:cubicBezTo>
                  <a:cubicBezTo>
                    <a:pt x="91987" y="3696"/>
                    <a:pt x="92295" y="3928"/>
                    <a:pt x="92597" y="4169"/>
                  </a:cubicBezTo>
                  <a:moveTo>
                    <a:pt x="129627" y="3069"/>
                  </a:moveTo>
                  <a:lnTo>
                    <a:pt x="130077" y="3089"/>
                  </a:lnTo>
                  <a:lnTo>
                    <a:pt x="130747" y="3129"/>
                  </a:lnTo>
                  <a:lnTo>
                    <a:pt x="131557" y="3269"/>
                  </a:lnTo>
                  <a:lnTo>
                    <a:pt x="131877" y="3309"/>
                  </a:lnTo>
                  <a:lnTo>
                    <a:pt x="132597" y="3529"/>
                  </a:lnTo>
                  <a:lnTo>
                    <a:pt x="132997" y="3629"/>
                  </a:lnTo>
                  <a:cubicBezTo>
                    <a:pt x="134934" y="4311"/>
                    <a:pt x="136849" y="5053"/>
                    <a:pt x="138741" y="5853"/>
                  </a:cubicBezTo>
                  <a:cubicBezTo>
                    <a:pt x="140632" y="6653"/>
                    <a:pt x="142498" y="7511"/>
                    <a:pt x="144337" y="8426"/>
                  </a:cubicBezTo>
                  <a:cubicBezTo>
                    <a:pt x="146176" y="9341"/>
                    <a:pt x="147986" y="10312"/>
                    <a:pt x="149764" y="11338"/>
                  </a:cubicBezTo>
                  <a:cubicBezTo>
                    <a:pt x="151543" y="12365"/>
                    <a:pt x="153290" y="13445"/>
                    <a:pt x="155002" y="14579"/>
                  </a:cubicBezTo>
                  <a:cubicBezTo>
                    <a:pt x="156714" y="15713"/>
                    <a:pt x="158391" y="16900"/>
                    <a:pt x="160030" y="18137"/>
                  </a:cubicBezTo>
                  <a:cubicBezTo>
                    <a:pt x="161669" y="19374"/>
                    <a:pt x="163270" y="20661"/>
                    <a:pt x="164830" y="21997"/>
                  </a:cubicBezTo>
                  <a:cubicBezTo>
                    <a:pt x="166390" y="23333"/>
                    <a:pt x="167908" y="24716"/>
                    <a:pt x="169383" y="26146"/>
                  </a:cubicBezTo>
                  <a:cubicBezTo>
                    <a:pt x="170858" y="27575"/>
                    <a:pt x="172288" y="29049"/>
                    <a:pt x="173672" y="30566"/>
                  </a:cubicBezTo>
                  <a:cubicBezTo>
                    <a:pt x="175056" y="32084"/>
                    <a:pt x="176392" y="33643"/>
                    <a:pt x="177680" y="35243"/>
                  </a:cubicBezTo>
                  <a:cubicBezTo>
                    <a:pt x="178968" y="36843"/>
                    <a:pt x="180206" y="38481"/>
                    <a:pt x="181393" y="40157"/>
                  </a:cubicBezTo>
                  <a:cubicBezTo>
                    <a:pt x="182580" y="41833"/>
                    <a:pt x="183715" y="43545"/>
                    <a:pt x="184797" y="45291"/>
                  </a:cubicBezTo>
                  <a:cubicBezTo>
                    <a:pt x="185878" y="47037"/>
                    <a:pt x="186906" y="48816"/>
                    <a:pt x="187878" y="50625"/>
                  </a:cubicBezTo>
                  <a:cubicBezTo>
                    <a:pt x="188850" y="52434"/>
                    <a:pt x="189766" y="54272"/>
                    <a:pt x="190624" y="56138"/>
                  </a:cubicBezTo>
                  <a:cubicBezTo>
                    <a:pt x="191483" y="58003"/>
                    <a:pt x="192284" y="59895"/>
                    <a:pt x="193027" y="61809"/>
                  </a:cubicBezTo>
                  <a:lnTo>
                    <a:pt x="194107" y="64749"/>
                  </a:lnTo>
                  <a:cubicBezTo>
                    <a:pt x="194175" y="64943"/>
                    <a:pt x="194237" y="65139"/>
                    <a:pt x="194293" y="65336"/>
                  </a:cubicBezTo>
                  <a:cubicBezTo>
                    <a:pt x="194349" y="65534"/>
                    <a:pt x="194399" y="65733"/>
                    <a:pt x="194443" y="65933"/>
                  </a:cubicBezTo>
                  <a:cubicBezTo>
                    <a:pt x="194487" y="66134"/>
                    <a:pt x="194524" y="66336"/>
                    <a:pt x="194556" y="66539"/>
                  </a:cubicBezTo>
                  <a:cubicBezTo>
                    <a:pt x="194587" y="66741"/>
                    <a:pt x="194613" y="66945"/>
                    <a:pt x="194631" y="67150"/>
                  </a:cubicBezTo>
                  <a:cubicBezTo>
                    <a:pt x="194650" y="67354"/>
                    <a:pt x="194663" y="67559"/>
                    <a:pt x="194669" y="67764"/>
                  </a:cubicBezTo>
                  <a:cubicBezTo>
                    <a:pt x="194675" y="67969"/>
                    <a:pt x="194675" y="68175"/>
                    <a:pt x="194669" y="68380"/>
                  </a:cubicBezTo>
                  <a:cubicBezTo>
                    <a:pt x="194663" y="68585"/>
                    <a:pt x="194650" y="68790"/>
                    <a:pt x="194631" y="68994"/>
                  </a:cubicBezTo>
                  <a:cubicBezTo>
                    <a:pt x="194612" y="69199"/>
                    <a:pt x="194587" y="69402"/>
                    <a:pt x="194555" y="69605"/>
                  </a:cubicBezTo>
                  <a:cubicBezTo>
                    <a:pt x="194524" y="69808"/>
                    <a:pt x="194486" y="70010"/>
                    <a:pt x="194442" y="70211"/>
                  </a:cubicBezTo>
                  <a:cubicBezTo>
                    <a:pt x="194398" y="70411"/>
                    <a:pt x="194348" y="70610"/>
                    <a:pt x="194292" y="70808"/>
                  </a:cubicBezTo>
                  <a:cubicBezTo>
                    <a:pt x="194235" y="71005"/>
                    <a:pt x="194173" y="71201"/>
                    <a:pt x="194105" y="71394"/>
                  </a:cubicBezTo>
                  <a:cubicBezTo>
                    <a:pt x="194037" y="71588"/>
                    <a:pt x="193962" y="71779"/>
                    <a:pt x="193882" y="71968"/>
                  </a:cubicBezTo>
                  <a:cubicBezTo>
                    <a:pt x="193802" y="72157"/>
                    <a:pt x="193716" y="72344"/>
                    <a:pt x="193625" y="72528"/>
                  </a:cubicBezTo>
                  <a:cubicBezTo>
                    <a:pt x="193533" y="72711"/>
                    <a:pt x="193436" y="72892"/>
                    <a:pt x="193334" y="73070"/>
                  </a:cubicBezTo>
                  <a:cubicBezTo>
                    <a:pt x="193231" y="73248"/>
                    <a:pt x="193123" y="73422"/>
                    <a:pt x="193009" y="73594"/>
                  </a:cubicBezTo>
                  <a:cubicBezTo>
                    <a:pt x="192896" y="73765"/>
                    <a:pt x="192777" y="73932"/>
                    <a:pt x="192654" y="74096"/>
                  </a:cubicBezTo>
                  <a:cubicBezTo>
                    <a:pt x="192530" y="74260"/>
                    <a:pt x="192401" y="74420"/>
                    <a:pt x="192268" y="74576"/>
                  </a:cubicBezTo>
                  <a:cubicBezTo>
                    <a:pt x="192134" y="74732"/>
                    <a:pt x="191996" y="74883"/>
                    <a:pt x="191853" y="75031"/>
                  </a:cubicBezTo>
                  <a:cubicBezTo>
                    <a:pt x="191710" y="75178"/>
                    <a:pt x="191563" y="75321"/>
                    <a:pt x="191411" y="75459"/>
                  </a:cubicBezTo>
                  <a:cubicBezTo>
                    <a:pt x="191259" y="75598"/>
                    <a:pt x="191103" y="75731"/>
                    <a:pt x="190943" y="75860"/>
                  </a:cubicBezTo>
                  <a:cubicBezTo>
                    <a:pt x="190783" y="75989"/>
                    <a:pt x="190620" y="76112"/>
                    <a:pt x="190452" y="76231"/>
                  </a:cubicBezTo>
                  <a:cubicBezTo>
                    <a:pt x="190285" y="76350"/>
                    <a:pt x="190113" y="76463"/>
                    <a:pt x="189939" y="76571"/>
                  </a:cubicBezTo>
                  <a:cubicBezTo>
                    <a:pt x="189764" y="76679"/>
                    <a:pt x="189587" y="76782"/>
                    <a:pt x="189406" y="76879"/>
                  </a:cubicBezTo>
                  <a:cubicBezTo>
                    <a:pt x="189225" y="76976"/>
                    <a:pt x="189041" y="77068"/>
                    <a:pt x="188855" y="77153"/>
                  </a:cubicBezTo>
                  <a:cubicBezTo>
                    <a:pt x="188668" y="77239"/>
                    <a:pt x="188479" y="77319"/>
                    <a:pt x="188288" y="77394"/>
                  </a:cubicBezTo>
                  <a:cubicBezTo>
                    <a:pt x="188096" y="77468"/>
                    <a:pt x="187903" y="77536"/>
                    <a:pt x="187707" y="77598"/>
                  </a:cubicBezTo>
                  <a:cubicBezTo>
                    <a:pt x="187511" y="77661"/>
                    <a:pt x="187314" y="77717"/>
                    <a:pt x="187115" y="77767"/>
                  </a:cubicBezTo>
                  <a:cubicBezTo>
                    <a:pt x="186916" y="77817"/>
                    <a:pt x="186715" y="77861"/>
                    <a:pt x="186513" y="77899"/>
                  </a:cubicBezTo>
                  <a:cubicBezTo>
                    <a:pt x="186312" y="77936"/>
                    <a:pt x="186109" y="77968"/>
                    <a:pt x="185905" y="77993"/>
                  </a:cubicBezTo>
                  <a:cubicBezTo>
                    <a:pt x="185701" y="78019"/>
                    <a:pt x="185497" y="78038"/>
                    <a:pt x="185292" y="78050"/>
                  </a:cubicBezTo>
                  <a:cubicBezTo>
                    <a:pt x="185087" y="78063"/>
                    <a:pt x="184882" y="78069"/>
                    <a:pt x="184677" y="78069"/>
                  </a:cubicBezTo>
                  <a:lnTo>
                    <a:pt x="139677" y="78069"/>
                  </a:lnTo>
                  <a:cubicBezTo>
                    <a:pt x="139471" y="78069"/>
                    <a:pt x="139266" y="78063"/>
                    <a:pt x="139060" y="78050"/>
                  </a:cubicBezTo>
                  <a:cubicBezTo>
                    <a:pt x="138855" y="78038"/>
                    <a:pt x="138650" y="78019"/>
                    <a:pt x="138446" y="77994"/>
                  </a:cubicBezTo>
                  <a:cubicBezTo>
                    <a:pt x="138242" y="77968"/>
                    <a:pt x="138039" y="77937"/>
                    <a:pt x="137837" y="77899"/>
                  </a:cubicBezTo>
                  <a:cubicBezTo>
                    <a:pt x="137635" y="77861"/>
                    <a:pt x="137434" y="77817"/>
                    <a:pt x="137235" y="77767"/>
                  </a:cubicBezTo>
                  <a:cubicBezTo>
                    <a:pt x="137036" y="77717"/>
                    <a:pt x="136838" y="77660"/>
                    <a:pt x="136642" y="77598"/>
                  </a:cubicBezTo>
                  <a:cubicBezTo>
                    <a:pt x="136446" y="77536"/>
                    <a:pt x="136252" y="77467"/>
                    <a:pt x="136061" y="77393"/>
                  </a:cubicBezTo>
                  <a:cubicBezTo>
                    <a:pt x="135869" y="77319"/>
                    <a:pt x="135680" y="77238"/>
                    <a:pt x="135493" y="77152"/>
                  </a:cubicBezTo>
                  <a:cubicBezTo>
                    <a:pt x="135306" y="77066"/>
                    <a:pt x="135122" y="76975"/>
                    <a:pt x="134941" y="76877"/>
                  </a:cubicBezTo>
                  <a:cubicBezTo>
                    <a:pt x="134760" y="76780"/>
                    <a:pt x="134582" y="76677"/>
                    <a:pt x="134407" y="76569"/>
                  </a:cubicBezTo>
                  <a:cubicBezTo>
                    <a:pt x="134233" y="76461"/>
                    <a:pt x="134061" y="76347"/>
                    <a:pt x="133894" y="76228"/>
                  </a:cubicBezTo>
                  <a:cubicBezTo>
                    <a:pt x="133726" y="76109"/>
                    <a:pt x="133562" y="75985"/>
                    <a:pt x="133402" y="75856"/>
                  </a:cubicBezTo>
                  <a:cubicBezTo>
                    <a:pt x="133242" y="75727"/>
                    <a:pt x="133086" y="75593"/>
                    <a:pt x="132934" y="75455"/>
                  </a:cubicBezTo>
                  <a:cubicBezTo>
                    <a:pt x="132782" y="75316"/>
                    <a:pt x="132635" y="75173"/>
                    <a:pt x="132492" y="75025"/>
                  </a:cubicBezTo>
                  <a:cubicBezTo>
                    <a:pt x="132349" y="74878"/>
                    <a:pt x="132210" y="74726"/>
                    <a:pt x="132077" y="74569"/>
                  </a:cubicBezTo>
                  <a:cubicBezTo>
                    <a:pt x="131168" y="73505"/>
                    <a:pt x="130231" y="72464"/>
                    <a:pt x="129267" y="71448"/>
                  </a:cubicBezTo>
                  <a:cubicBezTo>
                    <a:pt x="128303" y="70433"/>
                    <a:pt x="127313" y="69443"/>
                    <a:pt x="126298" y="68479"/>
                  </a:cubicBezTo>
                  <a:cubicBezTo>
                    <a:pt x="125282" y="67515"/>
                    <a:pt x="124241" y="66578"/>
                    <a:pt x="123177" y="65669"/>
                  </a:cubicBezTo>
                  <a:cubicBezTo>
                    <a:pt x="123020" y="65536"/>
                    <a:pt x="122868" y="65397"/>
                    <a:pt x="122721" y="65254"/>
                  </a:cubicBezTo>
                  <a:cubicBezTo>
                    <a:pt x="122573" y="65111"/>
                    <a:pt x="122430" y="64964"/>
                    <a:pt x="122291" y="64812"/>
                  </a:cubicBezTo>
                  <a:cubicBezTo>
                    <a:pt x="122153" y="64660"/>
                    <a:pt x="122019" y="64504"/>
                    <a:pt x="121890" y="64344"/>
                  </a:cubicBezTo>
                  <a:cubicBezTo>
                    <a:pt x="121761" y="64184"/>
                    <a:pt x="121637" y="64020"/>
                    <a:pt x="121518" y="63852"/>
                  </a:cubicBezTo>
                  <a:cubicBezTo>
                    <a:pt x="121399" y="63685"/>
                    <a:pt x="121285" y="63513"/>
                    <a:pt x="121177" y="63339"/>
                  </a:cubicBezTo>
                  <a:cubicBezTo>
                    <a:pt x="121069" y="63164"/>
                    <a:pt x="120966" y="62986"/>
                    <a:pt x="120869" y="62805"/>
                  </a:cubicBezTo>
                  <a:cubicBezTo>
                    <a:pt x="120771" y="62624"/>
                    <a:pt x="120679" y="62440"/>
                    <a:pt x="120593" y="62253"/>
                  </a:cubicBezTo>
                  <a:cubicBezTo>
                    <a:pt x="120507" y="62066"/>
                    <a:pt x="120427" y="61877"/>
                    <a:pt x="120353" y="61685"/>
                  </a:cubicBezTo>
                  <a:cubicBezTo>
                    <a:pt x="120279" y="61494"/>
                    <a:pt x="120210" y="61300"/>
                    <a:pt x="120148" y="61104"/>
                  </a:cubicBezTo>
                  <a:cubicBezTo>
                    <a:pt x="120086" y="60908"/>
                    <a:pt x="120029" y="60710"/>
                    <a:pt x="119979" y="60511"/>
                  </a:cubicBezTo>
                  <a:cubicBezTo>
                    <a:pt x="119929" y="60312"/>
                    <a:pt x="119885" y="60111"/>
                    <a:pt x="119847" y="59909"/>
                  </a:cubicBezTo>
                  <a:cubicBezTo>
                    <a:pt x="119809" y="59707"/>
                    <a:pt x="119778" y="59504"/>
                    <a:pt x="119752" y="59300"/>
                  </a:cubicBezTo>
                  <a:cubicBezTo>
                    <a:pt x="119727" y="59096"/>
                    <a:pt x="119708" y="58891"/>
                    <a:pt x="119696" y="58686"/>
                  </a:cubicBezTo>
                  <a:cubicBezTo>
                    <a:pt x="119683" y="58480"/>
                    <a:pt x="119677" y="58275"/>
                    <a:pt x="119677" y="58069"/>
                  </a:cubicBezTo>
                  <a:lnTo>
                    <a:pt x="119677" y="13069"/>
                  </a:lnTo>
                  <a:quadBezTo>
                    <a:pt x="119687" y="11879"/>
                    <a:pt x="119937" y="10769"/>
                  </a:quadBezTo>
                  <a:lnTo>
                    <a:pt x="120237" y="9749"/>
                  </a:lnTo>
                  <a:cubicBezTo>
                    <a:pt x="120300" y="9569"/>
                    <a:pt x="120369" y="9390"/>
                    <a:pt x="120443" y="9214"/>
                  </a:cubicBezTo>
                  <a:cubicBezTo>
                    <a:pt x="120517" y="9037"/>
                    <a:pt x="120597" y="8862"/>
                    <a:pt x="120681" y="8690"/>
                  </a:cubicBezTo>
                  <a:cubicBezTo>
                    <a:pt x="120765" y="8518"/>
                    <a:pt x="120854" y="8349"/>
                    <a:pt x="120947" y="8182"/>
                  </a:cubicBezTo>
                  <a:cubicBezTo>
                    <a:pt x="121041" y="8015"/>
                    <a:pt x="121140" y="7851"/>
                    <a:pt x="121243" y="7689"/>
                  </a:cubicBezTo>
                  <a:cubicBezTo>
                    <a:pt x="121346" y="7528"/>
                    <a:pt x="121454" y="7370"/>
                    <a:pt x="121566" y="7215"/>
                  </a:cubicBezTo>
                  <a:cubicBezTo>
                    <a:pt x="121679" y="7060"/>
                    <a:pt x="121796" y="6908"/>
                    <a:pt x="121917" y="6759"/>
                  </a:cubicBezTo>
                  <a:lnTo>
                    <a:pt x="122217" y="6429"/>
                  </a:lnTo>
                  <a:lnTo>
                    <a:pt x="122607" y="5999"/>
                  </a:lnTo>
                  <a:cubicBezTo>
                    <a:pt x="122747" y="5857"/>
                    <a:pt x="122891" y="5719"/>
                    <a:pt x="123040" y="5586"/>
                  </a:cubicBezTo>
                  <a:cubicBezTo>
                    <a:pt x="123188" y="5453"/>
                    <a:pt x="123340" y="5324"/>
                    <a:pt x="123497" y="5199"/>
                  </a:cubicBezTo>
                  <a:lnTo>
                    <a:pt x="124007" y="4859"/>
                  </a:lnTo>
                  <a:lnTo>
                    <a:pt x="124307" y="4629"/>
                  </a:lnTo>
                  <a:lnTo>
                    <a:pt x="124757" y="4379"/>
                  </a:lnTo>
                  <a:lnTo>
                    <a:pt x="125277" y="4079"/>
                  </a:lnTo>
                  <a:cubicBezTo>
                    <a:pt x="125445" y="3997"/>
                    <a:pt x="125616" y="3920"/>
                    <a:pt x="125789" y="3847"/>
                  </a:cubicBezTo>
                  <a:cubicBezTo>
                    <a:pt x="125962" y="3775"/>
                    <a:pt x="126137" y="3707"/>
                    <a:pt x="126314" y="3644"/>
                  </a:cubicBezTo>
                  <a:cubicBezTo>
                    <a:pt x="126491" y="3582"/>
                    <a:pt x="126670" y="3524"/>
                    <a:pt x="126850" y="3471"/>
                  </a:cubicBezTo>
                  <a:cubicBezTo>
                    <a:pt x="127030" y="3418"/>
                    <a:pt x="127212" y="3371"/>
                    <a:pt x="127394" y="3328"/>
                  </a:cubicBezTo>
                  <a:cubicBezTo>
                    <a:pt x="127577" y="3286"/>
                    <a:pt x="127761" y="3249"/>
                    <a:pt x="127946" y="3217"/>
                  </a:cubicBezTo>
                  <a:cubicBezTo>
                    <a:pt x="128131" y="3185"/>
                    <a:pt x="128317" y="3158"/>
                    <a:pt x="128503" y="3136"/>
                  </a:cubicBezTo>
                  <a:cubicBezTo>
                    <a:pt x="128690" y="3114"/>
                    <a:pt x="128877" y="3098"/>
                    <a:pt x="129064" y="3087"/>
                  </a:cubicBezTo>
                  <a:cubicBezTo>
                    <a:pt x="129251" y="3076"/>
                    <a:pt x="129439" y="3070"/>
                    <a:pt x="129627" y="3069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40" name="probe-tabler-chart-dots" descr="chart-dots — Tabler contributors; preserve the bundled full upstream license. Source: https://github.com/tabler/tabler-icons/blob/a4ce1404bc6d24d3c365afe7b258d6bf6f48d62d/icons/filled/chart-dots.svg; SVG SHA256: 053d04984d5322efb52485b785222a3d95a3ba67b1e338cc17831ea1b83ef19d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41" name="probe-tabler-chart-dots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10000" y="0"/>
                  </a:moveTo>
                  <a:cubicBezTo>
                    <a:pt x="10209" y="0"/>
                    <a:pt x="10419" y="7"/>
                    <a:pt x="10628" y="20"/>
                  </a:cubicBezTo>
                  <a:cubicBezTo>
                    <a:pt x="10837" y="33"/>
                    <a:pt x="11046" y="53"/>
                    <a:pt x="11253" y="79"/>
                  </a:cubicBezTo>
                  <a:cubicBezTo>
                    <a:pt x="11461" y="105"/>
                    <a:pt x="11668" y="138"/>
                    <a:pt x="11874" y="177"/>
                  </a:cubicBezTo>
                  <a:cubicBezTo>
                    <a:pt x="12080" y="216"/>
                    <a:pt x="12284" y="262"/>
                    <a:pt x="12487" y="314"/>
                  </a:cubicBezTo>
                  <a:cubicBezTo>
                    <a:pt x="12690" y="366"/>
                    <a:pt x="12891" y="425"/>
                    <a:pt x="13090" y="489"/>
                  </a:cubicBezTo>
                  <a:cubicBezTo>
                    <a:pt x="13289" y="554"/>
                    <a:pt x="13486" y="625"/>
                    <a:pt x="13681" y="702"/>
                  </a:cubicBezTo>
                  <a:cubicBezTo>
                    <a:pt x="13876" y="779"/>
                    <a:pt x="14068" y="863"/>
                    <a:pt x="14258" y="952"/>
                  </a:cubicBezTo>
                  <a:cubicBezTo>
                    <a:pt x="14447" y="1041"/>
                    <a:pt x="14634" y="1136"/>
                    <a:pt x="14818" y="1237"/>
                  </a:cubicBezTo>
                  <a:cubicBezTo>
                    <a:pt x="15001" y="1338"/>
                    <a:pt x="15181" y="1444"/>
                    <a:pt x="15358" y="1557"/>
                  </a:cubicBezTo>
                  <a:cubicBezTo>
                    <a:pt x="15535" y="1669"/>
                    <a:pt x="15708" y="1787"/>
                    <a:pt x="15878" y="1910"/>
                  </a:cubicBezTo>
                  <a:cubicBezTo>
                    <a:pt x="16047" y="2033"/>
                    <a:pt x="16213" y="2161"/>
                    <a:pt x="16374" y="2295"/>
                  </a:cubicBezTo>
                  <a:cubicBezTo>
                    <a:pt x="16536" y="2428"/>
                    <a:pt x="16693" y="2567"/>
                    <a:pt x="16845" y="2710"/>
                  </a:cubicBezTo>
                  <a:cubicBezTo>
                    <a:pt x="16998" y="2854"/>
                    <a:pt x="17146" y="3002"/>
                    <a:pt x="17290" y="3155"/>
                  </a:cubicBezTo>
                  <a:cubicBezTo>
                    <a:pt x="17433" y="3307"/>
                    <a:pt x="17572" y="3464"/>
                    <a:pt x="17705" y="3626"/>
                  </a:cubicBezTo>
                  <a:cubicBezTo>
                    <a:pt x="17839" y="3787"/>
                    <a:pt x="17967" y="3953"/>
                    <a:pt x="18090" y="4122"/>
                  </a:cubicBezTo>
                  <a:cubicBezTo>
                    <a:pt x="18213" y="4292"/>
                    <a:pt x="18331" y="4465"/>
                    <a:pt x="18443" y="4642"/>
                  </a:cubicBezTo>
                  <a:cubicBezTo>
                    <a:pt x="18556" y="4819"/>
                    <a:pt x="18662" y="4999"/>
                    <a:pt x="18763" y="5182"/>
                  </a:cubicBezTo>
                  <a:cubicBezTo>
                    <a:pt x="18864" y="5366"/>
                    <a:pt x="18959" y="5553"/>
                    <a:pt x="19048" y="5742"/>
                  </a:cubicBezTo>
                  <a:cubicBezTo>
                    <a:pt x="19137" y="5932"/>
                    <a:pt x="19221" y="6124"/>
                    <a:pt x="19298" y="6319"/>
                  </a:cubicBezTo>
                  <a:cubicBezTo>
                    <a:pt x="19375" y="6514"/>
                    <a:pt x="19446" y="6711"/>
                    <a:pt x="19511" y="6910"/>
                  </a:cubicBezTo>
                  <a:cubicBezTo>
                    <a:pt x="19575" y="7109"/>
                    <a:pt x="19634" y="7310"/>
                    <a:pt x="19686" y="7513"/>
                  </a:cubicBezTo>
                  <a:cubicBezTo>
                    <a:pt x="19738" y="7716"/>
                    <a:pt x="19784" y="7920"/>
                    <a:pt x="19823" y="8126"/>
                  </a:cubicBezTo>
                  <a:cubicBezTo>
                    <a:pt x="19862" y="8332"/>
                    <a:pt x="19895" y="8539"/>
                    <a:pt x="19921" y="8747"/>
                  </a:cubicBezTo>
                  <a:cubicBezTo>
                    <a:pt x="19947" y="8954"/>
                    <a:pt x="19967" y="9163"/>
                    <a:pt x="19980" y="9372"/>
                  </a:cubicBezTo>
                  <a:cubicBezTo>
                    <a:pt x="19993" y="9581"/>
                    <a:pt x="20000" y="9791"/>
                    <a:pt x="20000" y="10000"/>
                  </a:cubicBezTo>
                  <a:lnTo>
                    <a:pt x="20000" y="180000"/>
                  </a:lnTo>
                  <a:lnTo>
                    <a:pt x="190000" y="180000"/>
                  </a:lnTo>
                  <a:cubicBezTo>
                    <a:pt x="190202" y="180000"/>
                    <a:pt x="190404" y="180006"/>
                    <a:pt x="190605" y="180018"/>
                  </a:cubicBezTo>
                  <a:cubicBezTo>
                    <a:pt x="190807" y="180031"/>
                    <a:pt x="191008" y="180049"/>
                    <a:pt x="191208" y="180073"/>
                  </a:cubicBezTo>
                  <a:cubicBezTo>
                    <a:pt x="191409" y="180098"/>
                    <a:pt x="191608" y="180128"/>
                    <a:pt x="191807" y="180165"/>
                  </a:cubicBezTo>
                  <a:cubicBezTo>
                    <a:pt x="192005" y="180201"/>
                    <a:pt x="192203" y="180244"/>
                    <a:pt x="192399" y="180292"/>
                  </a:cubicBezTo>
                  <a:cubicBezTo>
                    <a:pt x="192595" y="180341"/>
                    <a:pt x="192789" y="180395"/>
                    <a:pt x="192982" y="180455"/>
                  </a:cubicBezTo>
                  <a:cubicBezTo>
                    <a:pt x="193174" y="180516"/>
                    <a:pt x="193365" y="180582"/>
                    <a:pt x="193554" y="180653"/>
                  </a:cubicBezTo>
                  <a:cubicBezTo>
                    <a:pt x="193743" y="180725"/>
                    <a:pt x="193929" y="180803"/>
                    <a:pt x="194113" y="180886"/>
                  </a:cubicBezTo>
                  <a:cubicBezTo>
                    <a:pt x="194297" y="180969"/>
                    <a:pt x="194479" y="181057"/>
                    <a:pt x="194657" y="181151"/>
                  </a:cubicBezTo>
                  <a:cubicBezTo>
                    <a:pt x="194836" y="181245"/>
                    <a:pt x="195012" y="181345"/>
                    <a:pt x="195184" y="181450"/>
                  </a:cubicBezTo>
                  <a:cubicBezTo>
                    <a:pt x="195357" y="181554"/>
                    <a:pt x="195526" y="181664"/>
                    <a:pt x="195692" y="181779"/>
                  </a:cubicBezTo>
                  <a:cubicBezTo>
                    <a:pt x="195858" y="181894"/>
                    <a:pt x="196021" y="182014"/>
                    <a:pt x="196179" y="182139"/>
                  </a:cubicBezTo>
                  <a:cubicBezTo>
                    <a:pt x="196338" y="182263"/>
                    <a:pt x="196493" y="182393"/>
                    <a:pt x="196644" y="182527"/>
                  </a:cubicBezTo>
                  <a:cubicBezTo>
                    <a:pt x="196795" y="182661"/>
                    <a:pt x="196941" y="182800"/>
                    <a:pt x="197084" y="182943"/>
                  </a:cubicBezTo>
                  <a:cubicBezTo>
                    <a:pt x="197226" y="183086"/>
                    <a:pt x="197364" y="183233"/>
                    <a:pt x="197498" y="183385"/>
                  </a:cubicBezTo>
                  <a:cubicBezTo>
                    <a:pt x="197631" y="183536"/>
                    <a:pt x="197760" y="183692"/>
                    <a:pt x="197885" y="183851"/>
                  </a:cubicBezTo>
                  <a:cubicBezTo>
                    <a:pt x="198009" y="184010"/>
                    <a:pt x="198128" y="184173"/>
                    <a:pt x="198242" y="184339"/>
                  </a:cubicBezTo>
                  <a:cubicBezTo>
                    <a:pt x="198357" y="184506"/>
                    <a:pt x="198466" y="184676"/>
                    <a:pt x="198570" y="184849"/>
                  </a:cubicBezTo>
                  <a:cubicBezTo>
                    <a:pt x="198674" y="185022"/>
                    <a:pt x="198772" y="185198"/>
                    <a:pt x="198866" y="185377"/>
                  </a:cubicBezTo>
                  <a:cubicBezTo>
                    <a:pt x="198959" y="185556"/>
                    <a:pt x="199047" y="185738"/>
                    <a:pt x="199129" y="185922"/>
                  </a:cubicBezTo>
                  <a:cubicBezTo>
                    <a:pt x="199212" y="186106"/>
                    <a:pt x="199288" y="186293"/>
                    <a:pt x="199359" y="186482"/>
                  </a:cubicBezTo>
                  <a:cubicBezTo>
                    <a:pt x="199430" y="186671"/>
                    <a:pt x="199496" y="186862"/>
                    <a:pt x="199555" y="187055"/>
                  </a:cubicBezTo>
                  <a:cubicBezTo>
                    <a:pt x="199615" y="187248"/>
                    <a:pt x="199668" y="187442"/>
                    <a:pt x="199716" y="187639"/>
                  </a:cubicBezTo>
                  <a:cubicBezTo>
                    <a:pt x="199764" y="187835"/>
                    <a:pt x="199805" y="188032"/>
                    <a:pt x="199841" y="188231"/>
                  </a:cubicBezTo>
                  <a:cubicBezTo>
                    <a:pt x="199877" y="188430"/>
                    <a:pt x="199906" y="188630"/>
                    <a:pt x="199930" y="188830"/>
                  </a:cubicBezTo>
                  <a:lnTo>
                    <a:pt x="200000" y="190000"/>
                  </a:lnTo>
                  <a:cubicBezTo>
                    <a:pt x="200000" y="190209"/>
                    <a:pt x="199993" y="190419"/>
                    <a:pt x="199980" y="190628"/>
                  </a:cubicBezTo>
                  <a:cubicBezTo>
                    <a:pt x="199967" y="190837"/>
                    <a:pt x="199947" y="191046"/>
                    <a:pt x="199921" y="191253"/>
                  </a:cubicBezTo>
                  <a:cubicBezTo>
                    <a:pt x="199895" y="191461"/>
                    <a:pt x="199862" y="191668"/>
                    <a:pt x="199823" y="191874"/>
                  </a:cubicBezTo>
                  <a:cubicBezTo>
                    <a:pt x="199784" y="192080"/>
                    <a:pt x="199738" y="192284"/>
                    <a:pt x="199686" y="192487"/>
                  </a:cubicBezTo>
                  <a:cubicBezTo>
                    <a:pt x="199634" y="192690"/>
                    <a:pt x="199575" y="192891"/>
                    <a:pt x="199511" y="193090"/>
                  </a:cubicBezTo>
                  <a:cubicBezTo>
                    <a:pt x="199446" y="193289"/>
                    <a:pt x="199375" y="193486"/>
                    <a:pt x="199298" y="193681"/>
                  </a:cubicBezTo>
                  <a:cubicBezTo>
                    <a:pt x="199221" y="193876"/>
                    <a:pt x="199137" y="194068"/>
                    <a:pt x="199048" y="194258"/>
                  </a:cubicBezTo>
                  <a:cubicBezTo>
                    <a:pt x="198959" y="194447"/>
                    <a:pt x="198864" y="194634"/>
                    <a:pt x="198763" y="194818"/>
                  </a:cubicBezTo>
                  <a:cubicBezTo>
                    <a:pt x="198662" y="195001"/>
                    <a:pt x="198556" y="195181"/>
                    <a:pt x="198443" y="195358"/>
                  </a:cubicBezTo>
                  <a:cubicBezTo>
                    <a:pt x="198331" y="195535"/>
                    <a:pt x="198213" y="195708"/>
                    <a:pt x="198090" y="195878"/>
                  </a:cubicBezTo>
                  <a:cubicBezTo>
                    <a:pt x="197967" y="196047"/>
                    <a:pt x="197839" y="196213"/>
                    <a:pt x="197705" y="196374"/>
                  </a:cubicBezTo>
                  <a:cubicBezTo>
                    <a:pt x="197572" y="196536"/>
                    <a:pt x="197433" y="196693"/>
                    <a:pt x="197290" y="196845"/>
                  </a:cubicBezTo>
                  <a:cubicBezTo>
                    <a:pt x="197146" y="196998"/>
                    <a:pt x="196998" y="197146"/>
                    <a:pt x="196845" y="197290"/>
                  </a:cubicBezTo>
                  <a:cubicBezTo>
                    <a:pt x="196693" y="197433"/>
                    <a:pt x="196536" y="197572"/>
                    <a:pt x="196374" y="197705"/>
                  </a:cubicBezTo>
                  <a:cubicBezTo>
                    <a:pt x="196213" y="197839"/>
                    <a:pt x="196047" y="197967"/>
                    <a:pt x="195878" y="198090"/>
                  </a:cubicBezTo>
                  <a:cubicBezTo>
                    <a:pt x="195708" y="198213"/>
                    <a:pt x="195535" y="198331"/>
                    <a:pt x="195358" y="198443"/>
                  </a:cubicBezTo>
                  <a:cubicBezTo>
                    <a:pt x="195181" y="198556"/>
                    <a:pt x="195001" y="198662"/>
                    <a:pt x="194818" y="198763"/>
                  </a:cubicBezTo>
                  <a:cubicBezTo>
                    <a:pt x="194634" y="198864"/>
                    <a:pt x="194447" y="198959"/>
                    <a:pt x="194258" y="199048"/>
                  </a:cubicBezTo>
                  <a:cubicBezTo>
                    <a:pt x="194068" y="199137"/>
                    <a:pt x="193876" y="199221"/>
                    <a:pt x="193681" y="199298"/>
                  </a:cubicBezTo>
                  <a:cubicBezTo>
                    <a:pt x="193486" y="199375"/>
                    <a:pt x="193289" y="199446"/>
                    <a:pt x="193090" y="199511"/>
                  </a:cubicBezTo>
                  <a:cubicBezTo>
                    <a:pt x="192891" y="199575"/>
                    <a:pt x="192690" y="199634"/>
                    <a:pt x="192487" y="199686"/>
                  </a:cubicBezTo>
                  <a:cubicBezTo>
                    <a:pt x="192284" y="199738"/>
                    <a:pt x="192080" y="199784"/>
                    <a:pt x="191874" y="199823"/>
                  </a:cubicBezTo>
                  <a:cubicBezTo>
                    <a:pt x="191668" y="199862"/>
                    <a:pt x="191461" y="199895"/>
                    <a:pt x="191253" y="199921"/>
                  </a:cubicBezTo>
                  <a:cubicBezTo>
                    <a:pt x="191046" y="199947"/>
                    <a:pt x="190837" y="199967"/>
                    <a:pt x="190628" y="199980"/>
                  </a:cubicBezTo>
                  <a:cubicBezTo>
                    <a:pt x="190419" y="199993"/>
                    <a:pt x="190209" y="200000"/>
                    <a:pt x="190000" y="200000"/>
                  </a:cubicBezTo>
                  <a:lnTo>
                    <a:pt x="10000" y="200000"/>
                  </a:lnTo>
                  <a:cubicBezTo>
                    <a:pt x="9791" y="200000"/>
                    <a:pt x="9581" y="199993"/>
                    <a:pt x="9372" y="199980"/>
                  </a:cubicBezTo>
                  <a:cubicBezTo>
                    <a:pt x="9163" y="199967"/>
                    <a:pt x="8954" y="199947"/>
                    <a:pt x="8747" y="199921"/>
                  </a:cubicBezTo>
                  <a:cubicBezTo>
                    <a:pt x="8539" y="199895"/>
                    <a:pt x="8332" y="199862"/>
                    <a:pt x="8126" y="199823"/>
                  </a:cubicBezTo>
                  <a:cubicBezTo>
                    <a:pt x="7920" y="199784"/>
                    <a:pt x="7716" y="199738"/>
                    <a:pt x="7513" y="199686"/>
                  </a:cubicBezTo>
                  <a:cubicBezTo>
                    <a:pt x="7310" y="199634"/>
                    <a:pt x="7109" y="199575"/>
                    <a:pt x="6910" y="199511"/>
                  </a:cubicBezTo>
                  <a:cubicBezTo>
                    <a:pt x="6711" y="199446"/>
                    <a:pt x="6514" y="199375"/>
                    <a:pt x="6319" y="199298"/>
                  </a:cubicBezTo>
                  <a:cubicBezTo>
                    <a:pt x="6124" y="199221"/>
                    <a:pt x="5932" y="199137"/>
                    <a:pt x="5742" y="199048"/>
                  </a:cubicBezTo>
                  <a:cubicBezTo>
                    <a:pt x="5553" y="198959"/>
                    <a:pt x="5366" y="198864"/>
                    <a:pt x="5182" y="198763"/>
                  </a:cubicBezTo>
                  <a:cubicBezTo>
                    <a:pt x="4999" y="198662"/>
                    <a:pt x="4819" y="198556"/>
                    <a:pt x="4642" y="198443"/>
                  </a:cubicBezTo>
                  <a:cubicBezTo>
                    <a:pt x="4465" y="198331"/>
                    <a:pt x="4292" y="198213"/>
                    <a:pt x="4122" y="198090"/>
                  </a:cubicBezTo>
                  <a:cubicBezTo>
                    <a:pt x="3953" y="197967"/>
                    <a:pt x="3787" y="197839"/>
                    <a:pt x="3626" y="197705"/>
                  </a:cubicBezTo>
                  <a:cubicBezTo>
                    <a:pt x="3464" y="197572"/>
                    <a:pt x="3307" y="197433"/>
                    <a:pt x="3155" y="197290"/>
                  </a:cubicBezTo>
                  <a:cubicBezTo>
                    <a:pt x="3002" y="197146"/>
                    <a:pt x="2854" y="196998"/>
                    <a:pt x="2710" y="196845"/>
                  </a:cubicBezTo>
                  <a:cubicBezTo>
                    <a:pt x="2567" y="196693"/>
                    <a:pt x="2428" y="196536"/>
                    <a:pt x="2295" y="196374"/>
                  </a:cubicBezTo>
                  <a:cubicBezTo>
                    <a:pt x="2161" y="196213"/>
                    <a:pt x="2033" y="196047"/>
                    <a:pt x="1910" y="195878"/>
                  </a:cubicBezTo>
                  <a:cubicBezTo>
                    <a:pt x="1787" y="195708"/>
                    <a:pt x="1669" y="195535"/>
                    <a:pt x="1557" y="195358"/>
                  </a:cubicBezTo>
                  <a:cubicBezTo>
                    <a:pt x="1444" y="195181"/>
                    <a:pt x="1338" y="195001"/>
                    <a:pt x="1237" y="194818"/>
                  </a:cubicBezTo>
                  <a:cubicBezTo>
                    <a:pt x="1136" y="194634"/>
                    <a:pt x="1041" y="194447"/>
                    <a:pt x="952" y="194258"/>
                  </a:cubicBezTo>
                  <a:cubicBezTo>
                    <a:pt x="863" y="194068"/>
                    <a:pt x="779" y="193876"/>
                    <a:pt x="702" y="193681"/>
                  </a:cubicBezTo>
                  <a:cubicBezTo>
                    <a:pt x="625" y="193486"/>
                    <a:pt x="554" y="193289"/>
                    <a:pt x="489" y="193090"/>
                  </a:cubicBezTo>
                  <a:cubicBezTo>
                    <a:pt x="425" y="192891"/>
                    <a:pt x="366" y="192690"/>
                    <a:pt x="314" y="192487"/>
                  </a:cubicBezTo>
                  <a:cubicBezTo>
                    <a:pt x="262" y="192284"/>
                    <a:pt x="216" y="192080"/>
                    <a:pt x="177" y="191874"/>
                  </a:cubicBezTo>
                  <a:cubicBezTo>
                    <a:pt x="138" y="191668"/>
                    <a:pt x="105" y="191461"/>
                    <a:pt x="79" y="191253"/>
                  </a:cubicBezTo>
                  <a:cubicBezTo>
                    <a:pt x="53" y="191046"/>
                    <a:pt x="33" y="190837"/>
                    <a:pt x="20" y="190628"/>
                  </a:cubicBezTo>
                  <a:cubicBezTo>
                    <a:pt x="7" y="190419"/>
                    <a:pt x="0" y="190209"/>
                    <a:pt x="0" y="19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2" name="probe-tabler-chart-dots-part-2"/>
            <p:cNvSpPr/>
            <p:nvPr/>
          </p:nvSpPr>
          <p:spPr>
            <a:xfrm>
              <a:off x="60003" y="40000"/>
              <a:ext cx="159930" cy="140003"/>
            </a:xfrm>
            <a:custGeom>
              <a:avLst/>
              <a:gdLst/>
              <a:ahLst/>
              <a:cxnLst/>
              <a:rect l="0" t="0" r="r" b="b"/>
              <a:pathLst>
                <a:path w="159930" h="140003">
                  <a:moveTo>
                    <a:pt x="129997" y="0"/>
                  </a:moveTo>
                  <a:cubicBezTo>
                    <a:pt x="130619" y="1"/>
                    <a:pt x="131240" y="22"/>
                    <a:pt x="131860" y="62"/>
                  </a:cubicBezTo>
                  <a:cubicBezTo>
                    <a:pt x="132481" y="102"/>
                    <a:pt x="133099" y="161"/>
                    <a:pt x="133716" y="240"/>
                  </a:cubicBezTo>
                  <a:cubicBezTo>
                    <a:pt x="134332" y="318"/>
                    <a:pt x="134946" y="416"/>
                    <a:pt x="135557" y="532"/>
                  </a:cubicBezTo>
                  <a:cubicBezTo>
                    <a:pt x="136167" y="649"/>
                    <a:pt x="136774" y="784"/>
                    <a:pt x="137376" y="939"/>
                  </a:cubicBezTo>
                  <a:cubicBezTo>
                    <a:pt x="137978" y="1093"/>
                    <a:pt x="138575" y="1266"/>
                    <a:pt x="139166" y="1457"/>
                  </a:cubicBezTo>
                  <a:cubicBezTo>
                    <a:pt x="139758" y="1649"/>
                    <a:pt x="140343" y="1858"/>
                    <a:pt x="140921" y="2086"/>
                  </a:cubicBezTo>
                  <a:cubicBezTo>
                    <a:pt x="141500" y="2314"/>
                    <a:pt x="142071" y="2559"/>
                    <a:pt x="142634" y="2822"/>
                  </a:cubicBezTo>
                  <a:cubicBezTo>
                    <a:pt x="143197" y="3086"/>
                    <a:pt x="143751" y="3366"/>
                    <a:pt x="144297" y="3664"/>
                  </a:cubicBezTo>
                  <a:cubicBezTo>
                    <a:pt x="144842" y="3961"/>
                    <a:pt x="145379" y="4276"/>
                    <a:pt x="145905" y="4607"/>
                  </a:cubicBezTo>
                  <a:cubicBezTo>
                    <a:pt x="146431" y="4938"/>
                    <a:pt x="146946" y="5285"/>
                    <a:pt x="147451" y="5648"/>
                  </a:cubicBezTo>
                  <a:cubicBezTo>
                    <a:pt x="147955" y="6011"/>
                    <a:pt x="148448" y="6390"/>
                    <a:pt x="148929" y="6783"/>
                  </a:cubicBezTo>
                  <a:cubicBezTo>
                    <a:pt x="149410" y="7177"/>
                    <a:pt x="149879" y="7585"/>
                    <a:pt x="150335" y="8008"/>
                  </a:cubicBezTo>
                  <a:cubicBezTo>
                    <a:pt x="150790" y="8431"/>
                    <a:pt x="151233" y="8867"/>
                    <a:pt x="151661" y="9318"/>
                  </a:cubicBezTo>
                  <a:cubicBezTo>
                    <a:pt x="152089" y="9768"/>
                    <a:pt x="152504" y="10231"/>
                    <a:pt x="152904" y="10707"/>
                  </a:cubicBezTo>
                  <a:cubicBezTo>
                    <a:pt x="153303" y="11183"/>
                    <a:pt x="153688" y="11671"/>
                    <a:pt x="154057" y="12171"/>
                  </a:cubicBezTo>
                  <a:cubicBezTo>
                    <a:pt x="154427" y="12671"/>
                    <a:pt x="154780" y="13182"/>
                    <a:pt x="155118" y="13704"/>
                  </a:cubicBezTo>
                  <a:cubicBezTo>
                    <a:pt x="155456" y="14226"/>
                    <a:pt x="155777" y="14758"/>
                    <a:pt x="156081" y="15300"/>
                  </a:cubicBezTo>
                  <a:cubicBezTo>
                    <a:pt x="156386" y="15841"/>
                    <a:pt x="156674" y="16393"/>
                    <a:pt x="156944" y="16952"/>
                  </a:cubicBezTo>
                  <a:cubicBezTo>
                    <a:pt x="157214" y="17512"/>
                    <a:pt x="157467" y="18080"/>
                    <a:pt x="157702" y="18655"/>
                  </a:cubicBezTo>
                  <a:cubicBezTo>
                    <a:pt x="157937" y="19230"/>
                    <a:pt x="158154" y="19813"/>
                    <a:pt x="158353" y="20402"/>
                  </a:cubicBezTo>
                  <a:cubicBezTo>
                    <a:pt x="158552" y="20991"/>
                    <a:pt x="158732" y="21585"/>
                    <a:pt x="158894" y="22185"/>
                  </a:cubicBezTo>
                  <a:cubicBezTo>
                    <a:pt x="159056" y="22786"/>
                    <a:pt x="159199" y="23390"/>
                    <a:pt x="159324" y="23999"/>
                  </a:cubicBezTo>
                  <a:cubicBezTo>
                    <a:pt x="159448" y="24608"/>
                    <a:pt x="159553" y="25221"/>
                    <a:pt x="159640" y="25836"/>
                  </a:cubicBezTo>
                  <a:cubicBezTo>
                    <a:pt x="159726" y="26452"/>
                    <a:pt x="159793" y="27070"/>
                    <a:pt x="159841" y="27690"/>
                  </a:cubicBezTo>
                  <a:cubicBezTo>
                    <a:pt x="159889" y="28309"/>
                    <a:pt x="159917" y="28930"/>
                    <a:pt x="159927" y="29552"/>
                  </a:cubicBezTo>
                  <a:cubicBezTo>
                    <a:pt x="159936" y="30173"/>
                    <a:pt x="159926" y="30795"/>
                    <a:pt x="159896" y="31415"/>
                  </a:cubicBezTo>
                  <a:cubicBezTo>
                    <a:pt x="159867" y="32036"/>
                    <a:pt x="159819" y="32656"/>
                    <a:pt x="159751" y="33274"/>
                  </a:cubicBezTo>
                  <a:cubicBezTo>
                    <a:pt x="159683" y="33891"/>
                    <a:pt x="159596" y="34507"/>
                    <a:pt x="159490" y="35119"/>
                  </a:cubicBezTo>
                  <a:cubicBezTo>
                    <a:pt x="159384" y="35732"/>
                    <a:pt x="159259" y="36341"/>
                    <a:pt x="159115" y="36945"/>
                  </a:cubicBezTo>
                  <a:cubicBezTo>
                    <a:pt x="158971" y="37550"/>
                    <a:pt x="158808" y="38150"/>
                    <a:pt x="158627" y="38744"/>
                  </a:cubicBezTo>
                  <a:cubicBezTo>
                    <a:pt x="158446" y="39339"/>
                    <a:pt x="158246" y="39928"/>
                    <a:pt x="158029" y="40510"/>
                  </a:cubicBezTo>
                  <a:cubicBezTo>
                    <a:pt x="157811" y="41092"/>
                    <a:pt x="157575" y="41667"/>
                    <a:pt x="157322" y="42234"/>
                  </a:cubicBezTo>
                  <a:cubicBezTo>
                    <a:pt x="157068" y="42802"/>
                    <a:pt x="156797" y="43361"/>
                    <a:pt x="156509" y="43912"/>
                  </a:cubicBezTo>
                  <a:cubicBezTo>
                    <a:pt x="156221" y="44463"/>
                    <a:pt x="155916" y="45004"/>
                    <a:pt x="155594" y="45536"/>
                  </a:cubicBezTo>
                  <a:cubicBezTo>
                    <a:pt x="155272" y="46067"/>
                    <a:pt x="154934" y="46589"/>
                    <a:pt x="154579" y="47100"/>
                  </a:cubicBezTo>
                  <a:cubicBezTo>
                    <a:pt x="154225" y="47610"/>
                    <a:pt x="153855" y="48110"/>
                    <a:pt x="153470" y="48597"/>
                  </a:cubicBezTo>
                  <a:cubicBezTo>
                    <a:pt x="153085" y="49085"/>
                    <a:pt x="152684" y="49561"/>
                    <a:pt x="152269" y="50024"/>
                  </a:cubicBezTo>
                  <a:cubicBezTo>
                    <a:pt x="151855" y="50486"/>
                    <a:pt x="151426" y="50936"/>
                    <a:pt x="150983" y="51372"/>
                  </a:cubicBezTo>
                  <a:cubicBezTo>
                    <a:pt x="150540" y="51808"/>
                    <a:pt x="150084" y="52231"/>
                    <a:pt x="149615" y="52638"/>
                  </a:cubicBezTo>
                  <a:cubicBezTo>
                    <a:pt x="149146" y="53046"/>
                    <a:pt x="148664" y="53439"/>
                    <a:pt x="148171" y="53817"/>
                  </a:cubicBezTo>
                  <a:cubicBezTo>
                    <a:pt x="147677" y="54195"/>
                    <a:pt x="147172" y="54558"/>
                    <a:pt x="146657" y="54904"/>
                  </a:cubicBezTo>
                  <a:cubicBezTo>
                    <a:pt x="146141" y="55251"/>
                    <a:pt x="145614" y="55581"/>
                    <a:pt x="145078" y="55895"/>
                  </a:cubicBezTo>
                  <a:cubicBezTo>
                    <a:pt x="144541" y="56209"/>
                    <a:pt x="143995" y="56506"/>
                    <a:pt x="143440" y="56786"/>
                  </a:cubicBezTo>
                  <a:cubicBezTo>
                    <a:pt x="142885" y="57065"/>
                    <a:pt x="142322" y="57328"/>
                    <a:pt x="141751" y="57573"/>
                  </a:cubicBezTo>
                  <a:cubicBezTo>
                    <a:pt x="141179" y="57818"/>
                    <a:pt x="140601" y="58045"/>
                    <a:pt x="140015" y="58254"/>
                  </a:cubicBezTo>
                  <a:cubicBezTo>
                    <a:pt x="139430" y="58463"/>
                    <a:pt x="138838" y="58653"/>
                    <a:pt x="138241" y="58826"/>
                  </a:cubicBezTo>
                  <a:cubicBezTo>
                    <a:pt x="137644" y="58998"/>
                    <a:pt x="137042" y="59151"/>
                    <a:pt x="136435" y="59286"/>
                  </a:cubicBezTo>
                  <a:cubicBezTo>
                    <a:pt x="135828" y="59421"/>
                    <a:pt x="135218" y="59537"/>
                    <a:pt x="134604" y="59634"/>
                  </a:cubicBezTo>
                  <a:cubicBezTo>
                    <a:pt x="133990" y="59730"/>
                    <a:pt x="133373" y="59808"/>
                    <a:pt x="132754" y="59867"/>
                  </a:cubicBezTo>
                  <a:cubicBezTo>
                    <a:pt x="132135" y="59925"/>
                    <a:pt x="131515" y="59964"/>
                    <a:pt x="130894" y="59984"/>
                  </a:cubicBezTo>
                  <a:cubicBezTo>
                    <a:pt x="130273" y="60004"/>
                    <a:pt x="129651" y="60005"/>
                    <a:pt x="129030" y="59986"/>
                  </a:cubicBezTo>
                  <a:cubicBezTo>
                    <a:pt x="128409" y="59968"/>
                    <a:pt x="127788" y="59930"/>
                    <a:pt x="127169" y="59873"/>
                  </a:cubicBezTo>
                  <a:cubicBezTo>
                    <a:pt x="126551" y="59815"/>
                    <a:pt x="125934" y="59739"/>
                    <a:pt x="125319" y="59644"/>
                  </a:cubicBezTo>
                  <a:cubicBezTo>
                    <a:pt x="124705" y="59548"/>
                    <a:pt x="124094" y="59433"/>
                    <a:pt x="123487" y="59300"/>
                  </a:cubicBezTo>
                  <a:lnTo>
                    <a:pt x="103467" y="91320"/>
                  </a:lnTo>
                  <a:cubicBezTo>
                    <a:pt x="103854" y="91806"/>
                    <a:pt x="104226" y="92304"/>
                    <a:pt x="104582" y="92814"/>
                  </a:cubicBezTo>
                  <a:cubicBezTo>
                    <a:pt x="104938" y="93323"/>
                    <a:pt x="105278" y="93843"/>
                    <a:pt x="105602" y="94374"/>
                  </a:cubicBezTo>
                  <a:cubicBezTo>
                    <a:pt x="105926" y="94904"/>
                    <a:pt x="106233" y="95444"/>
                    <a:pt x="106523" y="95994"/>
                  </a:cubicBezTo>
                  <a:cubicBezTo>
                    <a:pt x="106813" y="96543"/>
                    <a:pt x="107086" y="97102"/>
                    <a:pt x="107342" y="97668"/>
                  </a:cubicBezTo>
                  <a:cubicBezTo>
                    <a:pt x="107597" y="98235"/>
                    <a:pt x="107835" y="98809"/>
                    <a:pt x="108055" y="99390"/>
                  </a:cubicBezTo>
                  <a:cubicBezTo>
                    <a:pt x="108275" y="99971"/>
                    <a:pt x="108477" y="100559"/>
                    <a:pt x="108660" y="101153"/>
                  </a:cubicBezTo>
                  <a:cubicBezTo>
                    <a:pt x="108843" y="101747"/>
                    <a:pt x="109008" y="102346"/>
                    <a:pt x="109154" y="102950"/>
                  </a:cubicBezTo>
                  <a:cubicBezTo>
                    <a:pt x="109300" y="103554"/>
                    <a:pt x="109428" y="104162"/>
                    <a:pt x="109536" y="104774"/>
                  </a:cubicBezTo>
                  <a:cubicBezTo>
                    <a:pt x="109644" y="105386"/>
                    <a:pt x="109733" y="106001"/>
                    <a:pt x="109804" y="106619"/>
                  </a:cubicBezTo>
                  <a:cubicBezTo>
                    <a:pt x="109874" y="107236"/>
                    <a:pt x="109925" y="107856"/>
                    <a:pt x="109956" y="108476"/>
                  </a:cubicBezTo>
                  <a:cubicBezTo>
                    <a:pt x="109988" y="109097"/>
                    <a:pt x="110000" y="109718"/>
                    <a:pt x="109993" y="110340"/>
                  </a:cubicBezTo>
                  <a:cubicBezTo>
                    <a:pt x="109986" y="110961"/>
                    <a:pt x="109960" y="111582"/>
                    <a:pt x="109914" y="112202"/>
                  </a:cubicBezTo>
                  <a:cubicBezTo>
                    <a:pt x="109869" y="112822"/>
                    <a:pt x="109804" y="113440"/>
                    <a:pt x="109720" y="114056"/>
                  </a:cubicBezTo>
                  <a:cubicBezTo>
                    <a:pt x="109636" y="114671"/>
                    <a:pt x="109533" y="115284"/>
                    <a:pt x="109411" y="115894"/>
                  </a:cubicBezTo>
                  <a:cubicBezTo>
                    <a:pt x="109289" y="116503"/>
                    <a:pt x="109148" y="117108"/>
                    <a:pt x="108988" y="117709"/>
                  </a:cubicBezTo>
                  <a:cubicBezTo>
                    <a:pt x="108829" y="118309"/>
                    <a:pt x="108651" y="118905"/>
                    <a:pt x="108454" y="119494"/>
                  </a:cubicBezTo>
                  <a:cubicBezTo>
                    <a:pt x="108257" y="120084"/>
                    <a:pt x="108042" y="120667"/>
                    <a:pt x="107810" y="121243"/>
                  </a:cubicBezTo>
                  <a:cubicBezTo>
                    <a:pt x="107577" y="121819"/>
                    <a:pt x="107326" y="122388"/>
                    <a:pt x="107058" y="122949"/>
                  </a:cubicBezTo>
                  <a:cubicBezTo>
                    <a:pt x="106790" y="123509"/>
                    <a:pt x="106504" y="124061"/>
                    <a:pt x="106202" y="124604"/>
                  </a:cubicBezTo>
                  <a:cubicBezTo>
                    <a:pt x="105899" y="125147"/>
                    <a:pt x="105580" y="125680"/>
                    <a:pt x="105245" y="126203"/>
                  </a:cubicBezTo>
                  <a:cubicBezTo>
                    <a:pt x="104909" y="126726"/>
                    <a:pt x="104557" y="127239"/>
                    <a:pt x="104190" y="127740"/>
                  </a:cubicBezTo>
                  <a:cubicBezTo>
                    <a:pt x="103822" y="128241"/>
                    <a:pt x="103440" y="128731"/>
                    <a:pt x="103042" y="129208"/>
                  </a:cubicBezTo>
                  <a:cubicBezTo>
                    <a:pt x="102644" y="129686"/>
                    <a:pt x="102231" y="130151"/>
                    <a:pt x="101805" y="130602"/>
                  </a:cubicBezTo>
                  <a:cubicBezTo>
                    <a:pt x="101378" y="131054"/>
                    <a:pt x="100937" y="131492"/>
                    <a:pt x="100483" y="131917"/>
                  </a:cubicBezTo>
                  <a:cubicBezTo>
                    <a:pt x="100030" y="132341"/>
                    <a:pt x="99563" y="132751"/>
                    <a:pt x="99083" y="133147"/>
                  </a:cubicBezTo>
                  <a:cubicBezTo>
                    <a:pt x="98604" y="133542"/>
                    <a:pt x="98112" y="133923"/>
                    <a:pt x="97609" y="134287"/>
                  </a:cubicBezTo>
                  <a:cubicBezTo>
                    <a:pt x="97106" y="134652"/>
                    <a:pt x="96592" y="135001"/>
                    <a:pt x="96067" y="135334"/>
                  </a:cubicBezTo>
                  <a:cubicBezTo>
                    <a:pt x="95542" y="135667"/>
                    <a:pt x="95008" y="135984"/>
                    <a:pt x="94463" y="136283"/>
                  </a:cubicBezTo>
                  <a:cubicBezTo>
                    <a:pt x="93919" y="136583"/>
                    <a:pt x="93365" y="136866"/>
                    <a:pt x="92803" y="137131"/>
                  </a:cubicBezTo>
                  <a:cubicBezTo>
                    <a:pt x="92241" y="137396"/>
                    <a:pt x="91671" y="137644"/>
                    <a:pt x="91094" y="137874"/>
                  </a:cubicBezTo>
                  <a:cubicBezTo>
                    <a:pt x="90517" y="138104"/>
                    <a:pt x="89932" y="138316"/>
                    <a:pt x="89342" y="138510"/>
                  </a:cubicBezTo>
                  <a:cubicBezTo>
                    <a:pt x="88751" y="138703"/>
                    <a:pt x="88155" y="138878"/>
                    <a:pt x="87554" y="139035"/>
                  </a:cubicBezTo>
                  <a:cubicBezTo>
                    <a:pt x="86952" y="139192"/>
                    <a:pt x="86346" y="139329"/>
                    <a:pt x="85736" y="139448"/>
                  </a:cubicBezTo>
                  <a:cubicBezTo>
                    <a:pt x="85126" y="139567"/>
                    <a:pt x="84513" y="139667"/>
                    <a:pt x="83897" y="139748"/>
                  </a:cubicBezTo>
                  <a:cubicBezTo>
                    <a:pt x="83281" y="139829"/>
                    <a:pt x="82662" y="139890"/>
                    <a:pt x="82042" y="139933"/>
                  </a:cubicBezTo>
                  <a:cubicBezTo>
                    <a:pt x="81422" y="139975"/>
                    <a:pt x="80801" y="139998"/>
                    <a:pt x="80180" y="140002"/>
                  </a:cubicBezTo>
                  <a:cubicBezTo>
                    <a:pt x="79558" y="140006"/>
                    <a:pt x="78937" y="139991"/>
                    <a:pt x="78316" y="139956"/>
                  </a:cubicBezTo>
                  <a:cubicBezTo>
                    <a:pt x="77696" y="139921"/>
                    <a:pt x="77077" y="139867"/>
                    <a:pt x="76460" y="139794"/>
                  </a:cubicBezTo>
                  <a:cubicBezTo>
                    <a:pt x="75843" y="139721"/>
                    <a:pt x="75228" y="139628"/>
                    <a:pt x="74617" y="139517"/>
                  </a:cubicBezTo>
                  <a:cubicBezTo>
                    <a:pt x="74005" y="139405"/>
                    <a:pt x="73398" y="139275"/>
                    <a:pt x="72794" y="139126"/>
                  </a:cubicBezTo>
                  <a:cubicBezTo>
                    <a:pt x="72191" y="138977"/>
                    <a:pt x="71593" y="138809"/>
                    <a:pt x="71000" y="138622"/>
                  </a:cubicBezTo>
                  <a:cubicBezTo>
                    <a:pt x="70407" y="138436"/>
                    <a:pt x="69820" y="138231"/>
                    <a:pt x="69240" y="138009"/>
                  </a:cubicBezTo>
                  <a:cubicBezTo>
                    <a:pt x="68660" y="137786"/>
                    <a:pt x="68087" y="137545"/>
                    <a:pt x="67522" y="137287"/>
                  </a:cubicBezTo>
                  <a:cubicBezTo>
                    <a:pt x="66957" y="137028"/>
                    <a:pt x="66400" y="136753"/>
                    <a:pt x="65852" y="136460"/>
                  </a:cubicBezTo>
                  <a:cubicBezTo>
                    <a:pt x="65303" y="136167"/>
                    <a:pt x="64765" y="135857"/>
                    <a:pt x="64236" y="135530"/>
                  </a:cubicBezTo>
                  <a:cubicBezTo>
                    <a:pt x="63707" y="135204"/>
                    <a:pt x="63189" y="134861"/>
                    <a:pt x="62681" y="134502"/>
                  </a:cubicBezTo>
                  <a:cubicBezTo>
                    <a:pt x="62174" y="134144"/>
                    <a:pt x="61677" y="133769"/>
                    <a:pt x="61193" y="133380"/>
                  </a:cubicBezTo>
                  <a:cubicBezTo>
                    <a:pt x="60709" y="132991"/>
                    <a:pt x="60237" y="132586"/>
                    <a:pt x="59778" y="132167"/>
                  </a:cubicBezTo>
                  <a:cubicBezTo>
                    <a:pt x="59319" y="131749"/>
                    <a:pt x="58873" y="131316"/>
                    <a:pt x="58441" y="130869"/>
                  </a:cubicBezTo>
                  <a:cubicBezTo>
                    <a:pt x="58008" y="130423"/>
                    <a:pt x="57590" y="129963"/>
                    <a:pt x="57186" y="129490"/>
                  </a:cubicBezTo>
                  <a:cubicBezTo>
                    <a:pt x="56783" y="129018"/>
                    <a:pt x="56394" y="128533"/>
                    <a:pt x="56020" y="128037"/>
                  </a:cubicBezTo>
                  <a:cubicBezTo>
                    <a:pt x="55647" y="127540"/>
                    <a:pt x="55289" y="127032"/>
                    <a:pt x="54947" y="126513"/>
                  </a:cubicBezTo>
                  <a:cubicBezTo>
                    <a:pt x="54605" y="125994"/>
                    <a:pt x="54279" y="125465"/>
                    <a:pt x="53970" y="124926"/>
                  </a:cubicBezTo>
                  <a:cubicBezTo>
                    <a:pt x="53661" y="124387"/>
                    <a:pt x="53369" y="123838"/>
                    <a:pt x="53093" y="123281"/>
                  </a:cubicBezTo>
                  <a:cubicBezTo>
                    <a:pt x="52818" y="122724"/>
                    <a:pt x="52561" y="122158"/>
                    <a:pt x="52321" y="121585"/>
                  </a:cubicBezTo>
                  <a:cubicBezTo>
                    <a:pt x="52081" y="121012"/>
                    <a:pt x="51859" y="120431"/>
                    <a:pt x="51655" y="119844"/>
                  </a:cubicBezTo>
                  <a:cubicBezTo>
                    <a:pt x="51451" y="119257"/>
                    <a:pt x="51266" y="118664"/>
                    <a:pt x="51099" y="118065"/>
                  </a:cubicBezTo>
                  <a:cubicBezTo>
                    <a:pt x="50932" y="117467"/>
                    <a:pt x="50783" y="116863"/>
                    <a:pt x="50654" y="116255"/>
                  </a:cubicBezTo>
                  <a:cubicBezTo>
                    <a:pt x="50524" y="115647"/>
                    <a:pt x="50414" y="115036"/>
                    <a:pt x="50322" y="114421"/>
                  </a:cubicBezTo>
                  <a:cubicBezTo>
                    <a:pt x="50231" y="113807"/>
                    <a:pt x="50158" y="113189"/>
                    <a:pt x="50105" y="112570"/>
                  </a:cubicBezTo>
                  <a:cubicBezTo>
                    <a:pt x="50052" y="111951"/>
                    <a:pt x="50018" y="111330"/>
                    <a:pt x="50003" y="110709"/>
                  </a:cubicBezTo>
                  <a:cubicBezTo>
                    <a:pt x="49989" y="110088"/>
                    <a:pt x="49993" y="109466"/>
                    <a:pt x="50017" y="108845"/>
                  </a:cubicBezTo>
                  <a:cubicBezTo>
                    <a:pt x="50041" y="108224"/>
                    <a:pt x="50085" y="107604"/>
                    <a:pt x="50147" y="106986"/>
                  </a:cubicBezTo>
                  <a:cubicBezTo>
                    <a:pt x="50210" y="106368"/>
                    <a:pt x="50291" y="105752"/>
                    <a:pt x="50392" y="105138"/>
                  </a:cubicBezTo>
                  <a:cubicBezTo>
                    <a:pt x="50493" y="104525"/>
                    <a:pt x="50613" y="103915"/>
                    <a:pt x="50751" y="103310"/>
                  </a:cubicBezTo>
                  <a:cubicBezTo>
                    <a:pt x="50890" y="102704"/>
                    <a:pt x="51047" y="102103"/>
                    <a:pt x="51223" y="101507"/>
                  </a:cubicBezTo>
                  <a:cubicBezTo>
                    <a:pt x="51399" y="100911"/>
                    <a:pt x="51594" y="100320"/>
                    <a:pt x="51806" y="99736"/>
                  </a:cubicBezTo>
                  <a:cubicBezTo>
                    <a:pt x="52019" y="99152"/>
                    <a:pt x="52250" y="98575"/>
                    <a:pt x="52498" y="98006"/>
                  </a:cubicBezTo>
                  <a:cubicBezTo>
                    <a:pt x="52747" y="97436"/>
                    <a:pt x="53013" y="96875"/>
                    <a:pt x="53296" y="96321"/>
                  </a:cubicBezTo>
                  <a:cubicBezTo>
                    <a:pt x="53580" y="95768"/>
                    <a:pt x="53880" y="95224"/>
                    <a:pt x="54197" y="94690"/>
                  </a:cubicBezTo>
                  <a:lnTo>
                    <a:pt x="40417" y="78140"/>
                  </a:lnTo>
                  <a:cubicBezTo>
                    <a:pt x="39834" y="78356"/>
                    <a:pt x="39243" y="78554"/>
                    <a:pt x="38647" y="78734"/>
                  </a:cubicBezTo>
                  <a:cubicBezTo>
                    <a:pt x="38051" y="78913"/>
                    <a:pt x="37449" y="79074"/>
                    <a:pt x="36843" y="79216"/>
                  </a:cubicBezTo>
                  <a:cubicBezTo>
                    <a:pt x="36237" y="79358"/>
                    <a:pt x="35626" y="79481"/>
                    <a:pt x="35013" y="79585"/>
                  </a:cubicBezTo>
                  <a:cubicBezTo>
                    <a:pt x="34399" y="79689"/>
                    <a:pt x="33782" y="79774"/>
                    <a:pt x="33163" y="79840"/>
                  </a:cubicBezTo>
                  <a:cubicBezTo>
                    <a:pt x="32544" y="79905"/>
                    <a:pt x="31923" y="79952"/>
                    <a:pt x="31301" y="79979"/>
                  </a:cubicBezTo>
                  <a:cubicBezTo>
                    <a:pt x="30679" y="80006"/>
                    <a:pt x="30056" y="80013"/>
                    <a:pt x="29434" y="80001"/>
                  </a:cubicBezTo>
                  <a:cubicBezTo>
                    <a:pt x="28811" y="79990"/>
                    <a:pt x="28189" y="79959"/>
                    <a:pt x="27569" y="79908"/>
                  </a:cubicBezTo>
                  <a:cubicBezTo>
                    <a:pt x="26948" y="79858"/>
                    <a:pt x="26329" y="79788"/>
                    <a:pt x="25713" y="79699"/>
                  </a:cubicBezTo>
                  <a:cubicBezTo>
                    <a:pt x="25097" y="79610"/>
                    <a:pt x="24484" y="79502"/>
                    <a:pt x="23874" y="79375"/>
                  </a:cubicBezTo>
                  <a:cubicBezTo>
                    <a:pt x="23265" y="79248"/>
                    <a:pt x="22659" y="79102"/>
                    <a:pt x="22059" y="78937"/>
                  </a:cubicBezTo>
                  <a:cubicBezTo>
                    <a:pt x="21459" y="78772"/>
                    <a:pt x="20864" y="78588"/>
                    <a:pt x="20275" y="78387"/>
                  </a:cubicBezTo>
                  <a:cubicBezTo>
                    <a:pt x="19686" y="78185"/>
                    <a:pt x="19103" y="77965"/>
                    <a:pt x="18528" y="77727"/>
                  </a:cubicBezTo>
                  <a:cubicBezTo>
                    <a:pt x="17953" y="77489"/>
                    <a:pt x="17385" y="77233"/>
                    <a:pt x="16826" y="76959"/>
                  </a:cubicBezTo>
                  <a:cubicBezTo>
                    <a:pt x="16266" y="76686"/>
                    <a:pt x="15716" y="76395"/>
                    <a:pt x="15174" y="76087"/>
                  </a:cubicBezTo>
                  <a:cubicBezTo>
                    <a:pt x="14633" y="75780"/>
                    <a:pt x="14102" y="75455"/>
                    <a:pt x="13581" y="75115"/>
                  </a:cubicBezTo>
                  <a:cubicBezTo>
                    <a:pt x="13059" y="74774"/>
                    <a:pt x="12549" y="74417"/>
                    <a:pt x="12050" y="74044"/>
                  </a:cubicBezTo>
                  <a:cubicBezTo>
                    <a:pt x="11551" y="73672"/>
                    <a:pt x="11064" y="73284"/>
                    <a:pt x="10590" y="72881"/>
                  </a:cubicBezTo>
                  <a:cubicBezTo>
                    <a:pt x="10115" y="72478"/>
                    <a:pt x="9653" y="72061"/>
                    <a:pt x="9204" y="71629"/>
                  </a:cubicBezTo>
                  <a:cubicBezTo>
                    <a:pt x="8755" y="71198"/>
                    <a:pt x="8320" y="70752"/>
                    <a:pt x="7899" y="70294"/>
                  </a:cubicBezTo>
                  <a:cubicBezTo>
                    <a:pt x="7478" y="69835"/>
                    <a:pt x="7072" y="69363"/>
                    <a:pt x="6680" y="68879"/>
                  </a:cubicBezTo>
                  <a:cubicBezTo>
                    <a:pt x="6288" y="68396"/>
                    <a:pt x="5912" y="67899"/>
                    <a:pt x="5551" y="67392"/>
                  </a:cubicBezTo>
                  <a:cubicBezTo>
                    <a:pt x="5190" y="66885"/>
                    <a:pt x="4845" y="66366"/>
                    <a:pt x="4517" y="65837"/>
                  </a:cubicBezTo>
                  <a:cubicBezTo>
                    <a:pt x="4188" y="65309"/>
                    <a:pt x="3876" y="64770"/>
                    <a:pt x="3581" y="64221"/>
                  </a:cubicBezTo>
                  <a:cubicBezTo>
                    <a:pt x="3286" y="63673"/>
                    <a:pt x="3009" y="63116"/>
                    <a:pt x="2748" y="62550"/>
                  </a:cubicBezTo>
                  <a:cubicBezTo>
                    <a:pt x="2488" y="61985"/>
                    <a:pt x="2245" y="61411"/>
                    <a:pt x="2021" y="60831"/>
                  </a:cubicBezTo>
                  <a:cubicBezTo>
                    <a:pt x="1796" y="60250"/>
                    <a:pt x="1590" y="59662"/>
                    <a:pt x="1401" y="59069"/>
                  </a:cubicBezTo>
                  <a:cubicBezTo>
                    <a:pt x="1213" y="58475"/>
                    <a:pt x="1044" y="57876"/>
                    <a:pt x="893" y="57272"/>
                  </a:cubicBezTo>
                  <a:cubicBezTo>
                    <a:pt x="742" y="56668"/>
                    <a:pt x="610" y="56060"/>
                    <a:pt x="497" y="55447"/>
                  </a:cubicBezTo>
                  <a:cubicBezTo>
                    <a:pt x="385" y="54835"/>
                    <a:pt x="291" y="54219"/>
                    <a:pt x="216" y="53601"/>
                  </a:cubicBezTo>
                  <a:cubicBezTo>
                    <a:pt x="142" y="52983"/>
                    <a:pt x="86" y="52363"/>
                    <a:pt x="50" y="51742"/>
                  </a:cubicBezTo>
                  <a:cubicBezTo>
                    <a:pt x="14" y="51120"/>
                    <a:pt x="-2" y="50497"/>
                    <a:pt x="0" y="49875"/>
                  </a:cubicBezTo>
                  <a:cubicBezTo>
                    <a:pt x="3" y="49252"/>
                    <a:pt x="25" y="48630"/>
                    <a:pt x="67" y="48009"/>
                  </a:cubicBezTo>
                  <a:cubicBezTo>
                    <a:pt x="108" y="47388"/>
                    <a:pt x="169" y="46768"/>
                    <a:pt x="249" y="46150"/>
                  </a:cubicBezTo>
                  <a:cubicBezTo>
                    <a:pt x="329" y="45533"/>
                    <a:pt x="428" y="44918"/>
                    <a:pt x="546" y="44307"/>
                  </a:cubicBezTo>
                  <a:cubicBezTo>
                    <a:pt x="665" y="43696"/>
                    <a:pt x="802" y="43088"/>
                    <a:pt x="958" y="42486"/>
                  </a:cubicBezTo>
                  <a:cubicBezTo>
                    <a:pt x="1114" y="41883"/>
                    <a:pt x="1289" y="41285"/>
                    <a:pt x="1482" y="40694"/>
                  </a:cubicBezTo>
                  <a:cubicBezTo>
                    <a:pt x="1676" y="40102"/>
                    <a:pt x="1887" y="39516"/>
                    <a:pt x="2117" y="38937"/>
                  </a:cubicBezTo>
                  <a:cubicBezTo>
                    <a:pt x="2347" y="38359"/>
                    <a:pt x="2594" y="37787"/>
                    <a:pt x="2860" y="37224"/>
                  </a:cubicBezTo>
                  <a:cubicBezTo>
                    <a:pt x="3125" y="36661"/>
                    <a:pt x="3408" y="36106"/>
                    <a:pt x="3707" y="35560"/>
                  </a:cubicBezTo>
                  <a:cubicBezTo>
                    <a:pt x="4007" y="35015"/>
                    <a:pt x="4324" y="34479"/>
                    <a:pt x="4657" y="33953"/>
                  </a:cubicBezTo>
                  <a:cubicBezTo>
                    <a:pt x="4990" y="33427"/>
                    <a:pt x="5340" y="32911"/>
                    <a:pt x="5705" y="32407"/>
                  </a:cubicBezTo>
                  <a:cubicBezTo>
                    <a:pt x="6070" y="31903"/>
                    <a:pt x="6451" y="31410"/>
                    <a:pt x="6847" y="30930"/>
                  </a:cubicBezTo>
                  <a:cubicBezTo>
                    <a:pt x="7243" y="30449"/>
                    <a:pt x="7653" y="29981"/>
                    <a:pt x="8079" y="29526"/>
                  </a:cubicBezTo>
                  <a:cubicBezTo>
                    <a:pt x="8504" y="29071"/>
                    <a:pt x="8943" y="28630"/>
                    <a:pt x="9395" y="28202"/>
                  </a:cubicBezTo>
                  <a:cubicBezTo>
                    <a:pt x="9848" y="27775"/>
                    <a:pt x="10313" y="27361"/>
                    <a:pt x="10792" y="26963"/>
                  </a:cubicBezTo>
                  <a:cubicBezTo>
                    <a:pt x="11270" y="26564"/>
                    <a:pt x="11760" y="26180"/>
                    <a:pt x="12262" y="25812"/>
                  </a:cubicBezTo>
                  <a:cubicBezTo>
                    <a:pt x="12764" y="25444"/>
                    <a:pt x="13278" y="25092"/>
                    <a:pt x="13802" y="24756"/>
                  </a:cubicBezTo>
                  <a:cubicBezTo>
                    <a:pt x="14326" y="24419"/>
                    <a:pt x="14860" y="24100"/>
                    <a:pt x="15404" y="23797"/>
                  </a:cubicBezTo>
                  <a:cubicBezTo>
                    <a:pt x="15948" y="23494"/>
                    <a:pt x="16501" y="23208"/>
                    <a:pt x="17063" y="22940"/>
                  </a:cubicBezTo>
                  <a:cubicBezTo>
                    <a:pt x="17625" y="22671"/>
                    <a:pt x="18195" y="22420"/>
                    <a:pt x="18772" y="22187"/>
                  </a:cubicBezTo>
                  <a:cubicBezTo>
                    <a:pt x="19349" y="21954"/>
                    <a:pt x="19934" y="21739"/>
                    <a:pt x="20525" y="21542"/>
                  </a:cubicBezTo>
                  <a:cubicBezTo>
                    <a:pt x="21115" y="21346"/>
                    <a:pt x="21712" y="21168"/>
                    <a:pt x="22314" y="21008"/>
                  </a:cubicBezTo>
                  <a:cubicBezTo>
                    <a:pt x="22915" y="20849"/>
                    <a:pt x="23522" y="20708"/>
                    <a:pt x="24133" y="20586"/>
                  </a:cubicBezTo>
                  <a:cubicBezTo>
                    <a:pt x="24743" y="20464"/>
                    <a:pt x="25357" y="20362"/>
                    <a:pt x="25974" y="20278"/>
                  </a:cubicBezTo>
                  <a:cubicBezTo>
                    <a:pt x="26591" y="20195"/>
                    <a:pt x="27211" y="20130"/>
                    <a:pt x="27832" y="20085"/>
                  </a:cubicBezTo>
                  <a:cubicBezTo>
                    <a:pt x="28453" y="20040"/>
                    <a:pt x="29075" y="20015"/>
                    <a:pt x="29697" y="20008"/>
                  </a:cubicBezTo>
                  <a:cubicBezTo>
                    <a:pt x="30320" y="20002"/>
                    <a:pt x="30942" y="20015"/>
                    <a:pt x="31564" y="20048"/>
                  </a:cubicBezTo>
                  <a:cubicBezTo>
                    <a:pt x="32186" y="20080"/>
                    <a:pt x="32806" y="20132"/>
                    <a:pt x="33425" y="20203"/>
                  </a:cubicBezTo>
                  <a:cubicBezTo>
                    <a:pt x="34043" y="20274"/>
                    <a:pt x="34660" y="20364"/>
                    <a:pt x="35273" y="20474"/>
                  </a:cubicBezTo>
                  <a:cubicBezTo>
                    <a:pt x="35885" y="20583"/>
                    <a:pt x="36495" y="20712"/>
                    <a:pt x="37100" y="20859"/>
                  </a:cubicBezTo>
                  <a:cubicBezTo>
                    <a:pt x="37705" y="21006"/>
                    <a:pt x="38305" y="21172"/>
                    <a:pt x="38899" y="21357"/>
                  </a:cubicBezTo>
                  <a:cubicBezTo>
                    <a:pt x="39494" y="21542"/>
                    <a:pt x="40082" y="21745"/>
                    <a:pt x="40664" y="21966"/>
                  </a:cubicBezTo>
                  <a:cubicBezTo>
                    <a:pt x="41246" y="22188"/>
                    <a:pt x="41821" y="22427"/>
                    <a:pt x="42388" y="22684"/>
                  </a:cubicBezTo>
                  <a:cubicBezTo>
                    <a:pt x="42955" y="22941"/>
                    <a:pt x="43514" y="23216"/>
                    <a:pt x="44064" y="23508"/>
                  </a:cubicBezTo>
                  <a:cubicBezTo>
                    <a:pt x="44614" y="23799"/>
                    <a:pt x="45155" y="24108"/>
                    <a:pt x="45685" y="24434"/>
                  </a:cubicBezTo>
                  <a:cubicBezTo>
                    <a:pt x="46216" y="24759"/>
                    <a:pt x="46736" y="25101"/>
                    <a:pt x="47246" y="25459"/>
                  </a:cubicBezTo>
                  <a:cubicBezTo>
                    <a:pt x="47755" y="25817"/>
                    <a:pt x="48253" y="26191"/>
                    <a:pt x="48740" y="26580"/>
                  </a:cubicBezTo>
                  <a:cubicBezTo>
                    <a:pt x="49226" y="26969"/>
                    <a:pt x="49700" y="27373"/>
                    <a:pt x="50161" y="27791"/>
                  </a:cubicBezTo>
                  <a:cubicBezTo>
                    <a:pt x="50622" y="28209"/>
                    <a:pt x="51070" y="28642"/>
                    <a:pt x="51504" y="29088"/>
                  </a:cubicBezTo>
                  <a:cubicBezTo>
                    <a:pt x="51938" y="29534"/>
                    <a:pt x="52358" y="29994"/>
                    <a:pt x="52764" y="30467"/>
                  </a:cubicBezTo>
                  <a:cubicBezTo>
                    <a:pt x="53169" y="30939"/>
                    <a:pt x="53560" y="31424"/>
                    <a:pt x="53935" y="31921"/>
                  </a:cubicBezTo>
                  <a:cubicBezTo>
                    <a:pt x="54310" y="32417"/>
                    <a:pt x="54670" y="32926"/>
                    <a:pt x="55014" y="33445"/>
                  </a:cubicBezTo>
                  <a:cubicBezTo>
                    <a:pt x="55358" y="33964"/>
                    <a:pt x="55685" y="34493"/>
                    <a:pt x="55996" y="35033"/>
                  </a:cubicBezTo>
                  <a:cubicBezTo>
                    <a:pt x="56307" y="35572"/>
                    <a:pt x="56600" y="36121"/>
                    <a:pt x="56877" y="36679"/>
                  </a:cubicBezTo>
                  <a:cubicBezTo>
                    <a:pt x="57154" y="37237"/>
                    <a:pt x="57413" y="37803"/>
                    <a:pt x="57654" y="38377"/>
                  </a:cubicBezTo>
                  <a:cubicBezTo>
                    <a:pt x="57895" y="38951"/>
                    <a:pt x="58119" y="39532"/>
                    <a:pt x="58324" y="40120"/>
                  </a:cubicBezTo>
                  <a:cubicBezTo>
                    <a:pt x="58529" y="40708"/>
                    <a:pt x="58716" y="41302"/>
                    <a:pt x="58884" y="41901"/>
                  </a:cubicBezTo>
                  <a:cubicBezTo>
                    <a:pt x="59052" y="42501"/>
                    <a:pt x="59202" y="43105"/>
                    <a:pt x="59333" y="43714"/>
                  </a:cubicBezTo>
                  <a:cubicBezTo>
                    <a:pt x="59463" y="44323"/>
                    <a:pt x="59575" y="44935"/>
                    <a:pt x="59667" y="45551"/>
                  </a:cubicBezTo>
                  <a:cubicBezTo>
                    <a:pt x="59760" y="46167"/>
                    <a:pt x="59833" y="46785"/>
                    <a:pt x="59887" y="47405"/>
                  </a:cubicBezTo>
                  <a:cubicBezTo>
                    <a:pt x="59941" y="48025"/>
                    <a:pt x="59976" y="48647"/>
                    <a:pt x="59991" y="49270"/>
                  </a:cubicBezTo>
                  <a:cubicBezTo>
                    <a:pt x="60006" y="49892"/>
                    <a:pt x="60002" y="50515"/>
                    <a:pt x="59979" y="51137"/>
                  </a:cubicBezTo>
                  <a:cubicBezTo>
                    <a:pt x="59955" y="51759"/>
                    <a:pt x="59912" y="52380"/>
                    <a:pt x="59850" y="53000"/>
                  </a:cubicBezTo>
                  <a:cubicBezTo>
                    <a:pt x="59788" y="53619"/>
                    <a:pt x="59707" y="54237"/>
                    <a:pt x="59606" y="54851"/>
                  </a:cubicBezTo>
                  <a:cubicBezTo>
                    <a:pt x="59506" y="55465"/>
                    <a:pt x="59386" y="56076"/>
                    <a:pt x="59248" y="56683"/>
                  </a:cubicBezTo>
                  <a:cubicBezTo>
                    <a:pt x="59109" y="57290"/>
                    <a:pt x="58952" y="57893"/>
                    <a:pt x="58776" y="58490"/>
                  </a:cubicBezTo>
                  <a:cubicBezTo>
                    <a:pt x="58600" y="59087"/>
                    <a:pt x="58405" y="59679"/>
                    <a:pt x="58192" y="60264"/>
                  </a:cubicBezTo>
                  <a:cubicBezTo>
                    <a:pt x="57979" y="60849"/>
                    <a:pt x="57748" y="61427"/>
                    <a:pt x="57499" y="61998"/>
                  </a:cubicBezTo>
                  <a:cubicBezTo>
                    <a:pt x="57251" y="62569"/>
                    <a:pt x="56984" y="63131"/>
                    <a:pt x="56700" y="63685"/>
                  </a:cubicBezTo>
                  <a:cubicBezTo>
                    <a:pt x="56416" y="64240"/>
                    <a:pt x="56115" y="64785"/>
                    <a:pt x="55797" y="65320"/>
                  </a:cubicBezTo>
                  <a:lnTo>
                    <a:pt x="69577" y="81860"/>
                  </a:lnTo>
                  <a:cubicBezTo>
                    <a:pt x="70115" y="81661"/>
                    <a:pt x="70658" y="81477"/>
                    <a:pt x="71207" y="81308"/>
                  </a:cubicBezTo>
                  <a:cubicBezTo>
                    <a:pt x="71755" y="81140"/>
                    <a:pt x="72308" y="80988"/>
                    <a:pt x="72865" y="80851"/>
                  </a:cubicBezTo>
                  <a:cubicBezTo>
                    <a:pt x="73422" y="80715"/>
                    <a:pt x="73983" y="80594"/>
                    <a:pt x="74547" y="80490"/>
                  </a:cubicBezTo>
                  <a:cubicBezTo>
                    <a:pt x="75111" y="80386"/>
                    <a:pt x="75678" y="80298"/>
                    <a:pt x="76247" y="80226"/>
                  </a:cubicBezTo>
                  <a:cubicBezTo>
                    <a:pt x="76816" y="80155"/>
                    <a:pt x="77387" y="80099"/>
                    <a:pt x="77959" y="80060"/>
                  </a:cubicBezTo>
                  <a:cubicBezTo>
                    <a:pt x="78531" y="80022"/>
                    <a:pt x="79105" y="79999"/>
                    <a:pt x="79678" y="79993"/>
                  </a:cubicBezTo>
                  <a:cubicBezTo>
                    <a:pt x="80252" y="79987"/>
                    <a:pt x="80825" y="79998"/>
                    <a:pt x="81398" y="80025"/>
                  </a:cubicBezTo>
                  <a:cubicBezTo>
                    <a:pt x="81971" y="80052"/>
                    <a:pt x="82543" y="80095"/>
                    <a:pt x="83113" y="80155"/>
                  </a:cubicBezTo>
                  <a:cubicBezTo>
                    <a:pt x="83684" y="80215"/>
                    <a:pt x="84252" y="80291"/>
                    <a:pt x="84818" y="80384"/>
                  </a:cubicBezTo>
                  <a:cubicBezTo>
                    <a:pt x="85384" y="80476"/>
                    <a:pt x="85948" y="80585"/>
                    <a:pt x="86507" y="80710"/>
                  </a:cubicBezTo>
                  <a:lnTo>
                    <a:pt x="106527" y="48680"/>
                  </a:lnTo>
                  <a:cubicBezTo>
                    <a:pt x="106139" y="48192"/>
                    <a:pt x="105767" y="47693"/>
                    <a:pt x="105410" y="47182"/>
                  </a:cubicBezTo>
                  <a:cubicBezTo>
                    <a:pt x="105053" y="46672"/>
                    <a:pt x="104712" y="46150"/>
                    <a:pt x="104388" y="45618"/>
                  </a:cubicBezTo>
                  <a:cubicBezTo>
                    <a:pt x="104064" y="45086"/>
                    <a:pt x="103756" y="44544"/>
                    <a:pt x="103465" y="43993"/>
                  </a:cubicBezTo>
                  <a:cubicBezTo>
                    <a:pt x="103175" y="43442"/>
                    <a:pt x="102901" y="42882"/>
                    <a:pt x="102646" y="42313"/>
                  </a:cubicBezTo>
                  <a:cubicBezTo>
                    <a:pt x="102390" y="41745"/>
                    <a:pt x="102152" y="41169"/>
                    <a:pt x="101932" y="40586"/>
                  </a:cubicBezTo>
                  <a:cubicBezTo>
                    <a:pt x="101712" y="40003"/>
                    <a:pt x="101510" y="39414"/>
                    <a:pt x="101327" y="38818"/>
                  </a:cubicBezTo>
                  <a:cubicBezTo>
                    <a:pt x="101144" y="38223"/>
                    <a:pt x="100980" y="37622"/>
                    <a:pt x="100834" y="37016"/>
                  </a:cubicBezTo>
                  <a:cubicBezTo>
                    <a:pt x="100688" y="36410"/>
                    <a:pt x="100561" y="35800"/>
                    <a:pt x="100454" y="35186"/>
                  </a:cubicBezTo>
                  <a:cubicBezTo>
                    <a:pt x="100346" y="34573"/>
                    <a:pt x="100257" y="33956"/>
                    <a:pt x="100188" y="33337"/>
                  </a:cubicBezTo>
                  <a:cubicBezTo>
                    <a:pt x="100119" y="32717"/>
                    <a:pt x="100069" y="32096"/>
                    <a:pt x="100038" y="31474"/>
                  </a:cubicBezTo>
                  <a:cubicBezTo>
                    <a:pt x="100008" y="30852"/>
                    <a:pt x="99996" y="30228"/>
                    <a:pt x="100005" y="29605"/>
                  </a:cubicBezTo>
                  <a:cubicBezTo>
                    <a:pt x="100013" y="28983"/>
                    <a:pt x="100040" y="28360"/>
                    <a:pt x="100087" y="27739"/>
                  </a:cubicBezTo>
                  <a:cubicBezTo>
                    <a:pt x="100134" y="27117"/>
                    <a:pt x="100201" y="26498"/>
                    <a:pt x="100286" y="25881"/>
                  </a:cubicBezTo>
                  <a:cubicBezTo>
                    <a:pt x="100372" y="25263"/>
                    <a:pt x="100476" y="24649"/>
                    <a:pt x="100600" y="24038"/>
                  </a:cubicBezTo>
                  <a:cubicBezTo>
                    <a:pt x="100724" y="23428"/>
                    <a:pt x="100867" y="22821"/>
                    <a:pt x="101029" y="22219"/>
                  </a:cubicBezTo>
                  <a:cubicBezTo>
                    <a:pt x="101190" y="21618"/>
                    <a:pt x="101370" y="21021"/>
                    <a:pt x="101569" y="20431"/>
                  </a:cubicBezTo>
                  <a:cubicBezTo>
                    <a:pt x="101768" y="19840"/>
                    <a:pt x="101985" y="19256"/>
                    <a:pt x="102220" y="18679"/>
                  </a:cubicBezTo>
                  <a:cubicBezTo>
                    <a:pt x="102455" y="18102"/>
                    <a:pt x="102708" y="17533"/>
                    <a:pt x="102979" y="16971"/>
                  </a:cubicBezTo>
                  <a:cubicBezTo>
                    <a:pt x="103249" y="16410"/>
                    <a:pt x="103537" y="15857"/>
                    <a:pt x="103842" y="15314"/>
                  </a:cubicBezTo>
                  <a:cubicBezTo>
                    <a:pt x="104147" y="14771"/>
                    <a:pt x="104469" y="14237"/>
                    <a:pt x="104807" y="13714"/>
                  </a:cubicBezTo>
                  <a:cubicBezTo>
                    <a:pt x="105146" y="13191"/>
                    <a:pt x="105500" y="12678"/>
                    <a:pt x="105870" y="12177"/>
                  </a:cubicBezTo>
                  <a:cubicBezTo>
                    <a:pt x="106240" y="11676"/>
                    <a:pt x="106626" y="11186"/>
                    <a:pt x="107027" y="10709"/>
                  </a:cubicBezTo>
                  <a:cubicBezTo>
                    <a:pt x="107427" y="10232"/>
                    <a:pt x="107843" y="9767"/>
                    <a:pt x="108272" y="9316"/>
                  </a:cubicBezTo>
                  <a:cubicBezTo>
                    <a:pt x="108702" y="8865"/>
                    <a:pt x="109145" y="8427"/>
                    <a:pt x="109602" y="8003"/>
                  </a:cubicBezTo>
                  <a:cubicBezTo>
                    <a:pt x="110059" y="7580"/>
                    <a:pt x="110529" y="7170"/>
                    <a:pt x="111011" y="6776"/>
                  </a:cubicBezTo>
                  <a:cubicBezTo>
                    <a:pt x="111494" y="6382"/>
                    <a:pt x="111988" y="6002"/>
                    <a:pt x="112494" y="5639"/>
                  </a:cubicBezTo>
                  <a:cubicBezTo>
                    <a:pt x="113000" y="5275"/>
                    <a:pt x="113517" y="4927"/>
                    <a:pt x="114045" y="4596"/>
                  </a:cubicBezTo>
                  <a:cubicBezTo>
                    <a:pt x="114572" y="4265"/>
                    <a:pt x="115110" y="3950"/>
                    <a:pt x="115657" y="3652"/>
                  </a:cubicBezTo>
                  <a:cubicBezTo>
                    <a:pt x="116205" y="3354"/>
                    <a:pt x="116761" y="3073"/>
                    <a:pt x="117326" y="2810"/>
                  </a:cubicBezTo>
                  <a:cubicBezTo>
                    <a:pt x="117890" y="2546"/>
                    <a:pt x="118463" y="2301"/>
                    <a:pt x="119043" y="2073"/>
                  </a:cubicBezTo>
                  <a:cubicBezTo>
                    <a:pt x="119623" y="1846"/>
                    <a:pt x="120210" y="1636"/>
                    <a:pt x="120803" y="1445"/>
                  </a:cubicBezTo>
                  <a:cubicBezTo>
                    <a:pt x="121396" y="1254"/>
                    <a:pt x="121995" y="1082"/>
                    <a:pt x="122599" y="928"/>
                  </a:cubicBezTo>
                  <a:cubicBezTo>
                    <a:pt x="123202" y="774"/>
                    <a:pt x="123811" y="639"/>
                    <a:pt x="124423" y="523"/>
                  </a:cubicBezTo>
                  <a:cubicBezTo>
                    <a:pt x="125035" y="407"/>
                    <a:pt x="125651" y="311"/>
                    <a:pt x="126269" y="233"/>
                  </a:cubicBezTo>
                  <a:cubicBezTo>
                    <a:pt x="126887" y="156"/>
                    <a:pt x="127508" y="97"/>
                    <a:pt x="128130" y="58"/>
                  </a:cubicBezTo>
                  <a:cubicBezTo>
                    <a:pt x="128751" y="20"/>
                    <a:pt x="129374" y="0"/>
                    <a:pt x="129997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43" name="probe-tabler-chart-funnel" descr="chart-funnel — Tabler contributors; preserve the bundled full upstream license. Source: https://github.com/tabler/tabler-icons/blob/a4ce1404bc6d24d3c365afe7b258d6bf6f48d62d/icons/filled/chart-funnel.svg; SVG SHA256: 0249f4b633a57dbe43b438a665ebfd5b23b99379b45e11f2488c698e21ca8ecc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44" name="probe-tabler-chart-funnel-part-1"/>
            <p:cNvSpPr/>
            <p:nvPr/>
          </p:nvSpPr>
          <p:spPr>
            <a:xfrm>
              <a:off x="23876" y="20000"/>
              <a:ext cx="192249" cy="200000"/>
            </a:xfrm>
            <a:custGeom>
              <a:avLst/>
              <a:gdLst/>
              <a:ahLst/>
              <a:cxnLst/>
              <a:rect l="0" t="0" r="r" b="b"/>
              <a:pathLst>
                <a:path w="192249" h="200000">
                  <a:moveTo>
                    <a:pt x="153324" y="140000"/>
                  </a:moveTo>
                  <a:lnTo>
                    <a:pt x="140174" y="179480"/>
                  </a:lnTo>
                  <a:cubicBezTo>
                    <a:pt x="139977" y="180073"/>
                    <a:pt x="139761" y="180659"/>
                    <a:pt x="139527" y="181239"/>
                  </a:cubicBezTo>
                  <a:cubicBezTo>
                    <a:pt x="139293" y="181818"/>
                    <a:pt x="139041" y="182390"/>
                    <a:pt x="138771" y="182953"/>
                  </a:cubicBezTo>
                  <a:cubicBezTo>
                    <a:pt x="138501" y="183517"/>
                    <a:pt x="138214" y="184072"/>
                    <a:pt x="137910" y="184618"/>
                  </a:cubicBezTo>
                  <a:cubicBezTo>
                    <a:pt x="137605" y="185163"/>
                    <a:pt x="137284" y="185699"/>
                    <a:pt x="136946" y="186225"/>
                  </a:cubicBezTo>
                  <a:cubicBezTo>
                    <a:pt x="136608" y="186750"/>
                    <a:pt x="136254" y="187265"/>
                    <a:pt x="135884" y="187769"/>
                  </a:cubicBezTo>
                  <a:cubicBezTo>
                    <a:pt x="135513" y="188272"/>
                    <a:pt x="135128" y="188764"/>
                    <a:pt x="134727" y="189243"/>
                  </a:cubicBezTo>
                  <a:cubicBezTo>
                    <a:pt x="134326" y="189722"/>
                    <a:pt x="133911" y="190189"/>
                    <a:pt x="133481" y="190643"/>
                  </a:cubicBezTo>
                  <a:cubicBezTo>
                    <a:pt x="133051" y="191096"/>
                    <a:pt x="132607" y="191536"/>
                    <a:pt x="132149" y="191961"/>
                  </a:cubicBezTo>
                  <a:cubicBezTo>
                    <a:pt x="131692" y="192387"/>
                    <a:pt x="131221" y="192798"/>
                    <a:pt x="130738" y="193195"/>
                  </a:cubicBezTo>
                  <a:cubicBezTo>
                    <a:pt x="130255" y="193591"/>
                    <a:pt x="129760" y="193972"/>
                    <a:pt x="129253" y="194337"/>
                  </a:cubicBezTo>
                  <a:cubicBezTo>
                    <a:pt x="128746" y="194703"/>
                    <a:pt x="128228" y="195052"/>
                    <a:pt x="127699" y="195385"/>
                  </a:cubicBezTo>
                  <a:cubicBezTo>
                    <a:pt x="127171" y="195718"/>
                    <a:pt x="126632" y="196034"/>
                    <a:pt x="126083" y="196334"/>
                  </a:cubicBezTo>
                  <a:cubicBezTo>
                    <a:pt x="125535" y="196633"/>
                    <a:pt x="124977" y="196915"/>
                    <a:pt x="124411" y="197180"/>
                  </a:cubicBezTo>
                  <a:cubicBezTo>
                    <a:pt x="123845" y="197444"/>
                    <a:pt x="123271" y="197691"/>
                    <a:pt x="122689" y="197919"/>
                  </a:cubicBezTo>
                  <a:cubicBezTo>
                    <a:pt x="122108" y="198148"/>
                    <a:pt x="121519" y="198358"/>
                    <a:pt x="120925" y="198550"/>
                  </a:cubicBezTo>
                  <a:cubicBezTo>
                    <a:pt x="120330" y="198742"/>
                    <a:pt x="119730" y="198915"/>
                    <a:pt x="119124" y="199070"/>
                  </a:cubicBezTo>
                  <a:cubicBezTo>
                    <a:pt x="118519" y="199224"/>
                    <a:pt x="117909" y="199360"/>
                    <a:pt x="117295" y="199476"/>
                  </a:cubicBezTo>
                  <a:cubicBezTo>
                    <a:pt x="116681" y="199592"/>
                    <a:pt x="116063" y="199689"/>
                    <a:pt x="115443" y="199767"/>
                  </a:cubicBezTo>
                  <a:cubicBezTo>
                    <a:pt x="114823" y="199845"/>
                    <a:pt x="114201" y="199903"/>
                    <a:pt x="113578" y="199942"/>
                  </a:cubicBezTo>
                  <a:cubicBezTo>
                    <a:pt x="112954" y="199981"/>
                    <a:pt x="112329" y="200000"/>
                    <a:pt x="111704" y="200000"/>
                  </a:cubicBezTo>
                  <a:lnTo>
                    <a:pt x="80544" y="200000"/>
                  </a:lnTo>
                  <a:cubicBezTo>
                    <a:pt x="79920" y="200000"/>
                    <a:pt x="79295" y="199981"/>
                    <a:pt x="78671" y="199942"/>
                  </a:cubicBezTo>
                  <a:cubicBezTo>
                    <a:pt x="78048" y="199903"/>
                    <a:pt x="77426" y="199845"/>
                    <a:pt x="76806" y="199767"/>
                  </a:cubicBezTo>
                  <a:cubicBezTo>
                    <a:pt x="76186" y="199689"/>
                    <a:pt x="75568" y="199592"/>
                    <a:pt x="74954" y="199476"/>
                  </a:cubicBezTo>
                  <a:cubicBezTo>
                    <a:pt x="74340" y="199360"/>
                    <a:pt x="73730" y="199224"/>
                    <a:pt x="73125" y="199070"/>
                  </a:cubicBezTo>
                  <a:cubicBezTo>
                    <a:pt x="72519" y="198915"/>
                    <a:pt x="71919" y="198742"/>
                    <a:pt x="71324" y="198550"/>
                  </a:cubicBezTo>
                  <a:cubicBezTo>
                    <a:pt x="70730" y="198358"/>
                    <a:pt x="70141" y="198148"/>
                    <a:pt x="69560" y="197919"/>
                  </a:cubicBezTo>
                  <a:cubicBezTo>
                    <a:pt x="68978" y="197691"/>
                    <a:pt x="68404" y="197444"/>
                    <a:pt x="67838" y="197180"/>
                  </a:cubicBezTo>
                  <a:cubicBezTo>
                    <a:pt x="67272" y="196915"/>
                    <a:pt x="66714" y="196633"/>
                    <a:pt x="66166" y="196334"/>
                  </a:cubicBezTo>
                  <a:cubicBezTo>
                    <a:pt x="65617" y="196034"/>
                    <a:pt x="65078" y="195718"/>
                    <a:pt x="64550" y="195385"/>
                  </a:cubicBezTo>
                  <a:cubicBezTo>
                    <a:pt x="64021" y="195052"/>
                    <a:pt x="63503" y="194703"/>
                    <a:pt x="62996" y="194337"/>
                  </a:cubicBezTo>
                  <a:cubicBezTo>
                    <a:pt x="62489" y="193972"/>
                    <a:pt x="61994" y="193591"/>
                    <a:pt x="61511" y="193195"/>
                  </a:cubicBezTo>
                  <a:cubicBezTo>
                    <a:pt x="61028" y="192798"/>
                    <a:pt x="60557" y="192387"/>
                    <a:pt x="60100" y="191961"/>
                  </a:cubicBezTo>
                  <a:cubicBezTo>
                    <a:pt x="59642" y="191536"/>
                    <a:pt x="59198" y="191096"/>
                    <a:pt x="58768" y="190643"/>
                  </a:cubicBezTo>
                  <a:cubicBezTo>
                    <a:pt x="58338" y="190189"/>
                    <a:pt x="57923" y="189722"/>
                    <a:pt x="57522" y="189243"/>
                  </a:cubicBezTo>
                  <a:cubicBezTo>
                    <a:pt x="57121" y="188764"/>
                    <a:pt x="56735" y="188272"/>
                    <a:pt x="56365" y="187769"/>
                  </a:cubicBezTo>
                  <a:cubicBezTo>
                    <a:pt x="55995" y="187265"/>
                    <a:pt x="55641" y="186750"/>
                    <a:pt x="55303" y="186225"/>
                  </a:cubicBezTo>
                  <a:cubicBezTo>
                    <a:pt x="54965" y="185699"/>
                    <a:pt x="54644" y="185163"/>
                    <a:pt x="54339" y="184618"/>
                  </a:cubicBezTo>
                  <a:cubicBezTo>
                    <a:pt x="54035" y="184072"/>
                    <a:pt x="53748" y="183517"/>
                    <a:pt x="53478" y="182953"/>
                  </a:cubicBezTo>
                  <a:cubicBezTo>
                    <a:pt x="53208" y="182390"/>
                    <a:pt x="52956" y="181818"/>
                    <a:pt x="52722" y="181239"/>
                  </a:cubicBezTo>
                  <a:cubicBezTo>
                    <a:pt x="52488" y="180659"/>
                    <a:pt x="52272" y="180073"/>
                    <a:pt x="52074" y="179480"/>
                  </a:cubicBezTo>
                  <a:lnTo>
                    <a:pt x="38924" y="140000"/>
                  </a:lnTo>
                  <a:close/>
                  <a:moveTo>
                    <a:pt x="173324" y="80000"/>
                  </a:moveTo>
                  <a:lnTo>
                    <a:pt x="159994" y="120000"/>
                  </a:lnTo>
                  <a:lnTo>
                    <a:pt x="32254" y="120000"/>
                  </a:lnTo>
                  <a:lnTo>
                    <a:pt x="18924" y="80000"/>
                  </a:lnTo>
                  <a:close/>
                  <a:moveTo>
                    <a:pt x="172264" y="0"/>
                  </a:moveTo>
                  <a:cubicBezTo>
                    <a:pt x="172671" y="0"/>
                    <a:pt x="173078" y="13"/>
                    <a:pt x="173484" y="38"/>
                  </a:cubicBezTo>
                  <a:cubicBezTo>
                    <a:pt x="173890" y="63"/>
                    <a:pt x="174295" y="101"/>
                    <a:pt x="174699" y="151"/>
                  </a:cubicBezTo>
                  <a:cubicBezTo>
                    <a:pt x="175103" y="200"/>
                    <a:pt x="175505" y="263"/>
                    <a:pt x="175905" y="337"/>
                  </a:cubicBezTo>
                  <a:cubicBezTo>
                    <a:pt x="176305" y="411"/>
                    <a:pt x="176702" y="498"/>
                    <a:pt x="177097" y="596"/>
                  </a:cubicBezTo>
                  <a:cubicBezTo>
                    <a:pt x="177492" y="695"/>
                    <a:pt x="177883" y="806"/>
                    <a:pt x="178271" y="928"/>
                  </a:cubicBezTo>
                  <a:cubicBezTo>
                    <a:pt x="178659" y="1051"/>
                    <a:pt x="179043" y="1185"/>
                    <a:pt x="179423" y="1331"/>
                  </a:cubicBezTo>
                  <a:cubicBezTo>
                    <a:pt x="179803" y="1477"/>
                    <a:pt x="180178" y="1634"/>
                    <a:pt x="180548" y="1803"/>
                  </a:cubicBezTo>
                  <a:cubicBezTo>
                    <a:pt x="180918" y="1972"/>
                    <a:pt x="181283" y="2152"/>
                    <a:pt x="181642" y="2343"/>
                  </a:cubicBezTo>
                  <a:cubicBezTo>
                    <a:pt x="182002" y="2534"/>
                    <a:pt x="182355" y="2736"/>
                    <a:pt x="182702" y="2949"/>
                  </a:cubicBezTo>
                  <a:cubicBezTo>
                    <a:pt x="183048" y="3161"/>
                    <a:pt x="183389" y="3384"/>
                    <a:pt x="183722" y="3618"/>
                  </a:cubicBezTo>
                  <a:cubicBezTo>
                    <a:pt x="184055" y="3851"/>
                    <a:pt x="184381" y="4095"/>
                    <a:pt x="184700" y="4348"/>
                  </a:cubicBezTo>
                  <a:cubicBezTo>
                    <a:pt x="185018" y="4601"/>
                    <a:pt x="185329" y="4864"/>
                    <a:pt x="185631" y="5136"/>
                  </a:cubicBezTo>
                  <a:cubicBezTo>
                    <a:pt x="185933" y="5408"/>
                    <a:pt x="186227" y="5690"/>
                    <a:pt x="186512" y="5980"/>
                  </a:cubicBezTo>
                  <a:cubicBezTo>
                    <a:pt x="186798" y="6270"/>
                    <a:pt x="187074" y="6569"/>
                    <a:pt x="187341" y="6876"/>
                  </a:cubicBezTo>
                  <a:cubicBezTo>
                    <a:pt x="187608" y="7183"/>
                    <a:pt x="187865" y="7498"/>
                    <a:pt x="188113" y="7820"/>
                  </a:cubicBezTo>
                  <a:cubicBezTo>
                    <a:pt x="188361" y="8143"/>
                    <a:pt x="188599" y="8473"/>
                    <a:pt x="188826" y="8810"/>
                  </a:cubicBezTo>
                  <a:cubicBezTo>
                    <a:pt x="189054" y="9148"/>
                    <a:pt x="189271" y="9492"/>
                    <a:pt x="189478" y="9842"/>
                  </a:cubicBezTo>
                  <a:cubicBezTo>
                    <a:pt x="189684" y="10193"/>
                    <a:pt x="189880" y="10549"/>
                    <a:pt x="190065" y="10912"/>
                  </a:cubicBezTo>
                  <a:cubicBezTo>
                    <a:pt x="190250" y="11274"/>
                    <a:pt x="190424" y="11642"/>
                    <a:pt x="190586" y="12015"/>
                  </a:cubicBezTo>
                  <a:cubicBezTo>
                    <a:pt x="190749" y="12388"/>
                    <a:pt x="190900" y="12766"/>
                    <a:pt x="191039" y="13148"/>
                  </a:cubicBezTo>
                  <a:cubicBezTo>
                    <a:pt x="191178" y="13530"/>
                    <a:pt x="191306" y="13917"/>
                    <a:pt x="191422" y="14307"/>
                  </a:cubicBezTo>
                  <a:cubicBezTo>
                    <a:pt x="191538" y="14697"/>
                    <a:pt x="191641" y="15090"/>
                    <a:pt x="191733" y="15486"/>
                  </a:cubicBezTo>
                  <a:cubicBezTo>
                    <a:pt x="191825" y="15883"/>
                    <a:pt x="191905" y="16282"/>
                    <a:pt x="191972" y="16683"/>
                  </a:cubicBezTo>
                  <a:cubicBezTo>
                    <a:pt x="192040" y="17084"/>
                    <a:pt x="192095" y="17487"/>
                    <a:pt x="192138" y="17892"/>
                  </a:cubicBezTo>
                  <a:cubicBezTo>
                    <a:pt x="192181" y="18296"/>
                    <a:pt x="192211" y="18702"/>
                    <a:pt x="192229" y="19108"/>
                  </a:cubicBezTo>
                  <a:cubicBezTo>
                    <a:pt x="192248" y="19515"/>
                    <a:pt x="192253" y="19922"/>
                    <a:pt x="192247" y="20328"/>
                  </a:cubicBezTo>
                  <a:cubicBezTo>
                    <a:pt x="192240" y="20735"/>
                    <a:pt x="192221" y="21142"/>
                    <a:pt x="192189" y="21547"/>
                  </a:cubicBezTo>
                  <a:cubicBezTo>
                    <a:pt x="192158" y="21953"/>
                    <a:pt x="192114" y="22357"/>
                    <a:pt x="192058" y="22760"/>
                  </a:cubicBezTo>
                  <a:cubicBezTo>
                    <a:pt x="192002" y="23163"/>
                    <a:pt x="191933" y="23564"/>
                    <a:pt x="191853" y="23963"/>
                  </a:cubicBezTo>
                  <a:cubicBezTo>
                    <a:pt x="191772" y="24362"/>
                    <a:pt x="191679" y="24758"/>
                    <a:pt x="191575" y="25151"/>
                  </a:cubicBezTo>
                  <a:cubicBezTo>
                    <a:pt x="191470" y="25544"/>
                    <a:pt x="191353" y="25934"/>
                    <a:pt x="191224" y="26320"/>
                  </a:cubicBezTo>
                  <a:lnTo>
                    <a:pt x="179994" y="60000"/>
                  </a:lnTo>
                  <a:lnTo>
                    <a:pt x="12254" y="60000"/>
                  </a:lnTo>
                  <a:lnTo>
                    <a:pt x="1024" y="26320"/>
                  </a:lnTo>
                  <a:cubicBezTo>
                    <a:pt x="893" y="25927"/>
                    <a:pt x="775" y="25529"/>
                    <a:pt x="668" y="25129"/>
                  </a:cubicBezTo>
                  <a:cubicBezTo>
                    <a:pt x="562" y="24728"/>
                    <a:pt x="468" y="24324"/>
                    <a:pt x="387" y="23917"/>
                  </a:cubicBezTo>
                  <a:cubicBezTo>
                    <a:pt x="306" y="23511"/>
                    <a:pt x="237" y="23102"/>
                    <a:pt x="182" y="22691"/>
                  </a:cubicBezTo>
                  <a:cubicBezTo>
                    <a:pt x="126" y="22280"/>
                    <a:pt x="83" y="21868"/>
                    <a:pt x="53" y="21454"/>
                  </a:cubicBezTo>
                  <a:cubicBezTo>
                    <a:pt x="23" y="21041"/>
                    <a:pt x="5" y="20626"/>
                    <a:pt x="1" y="20212"/>
                  </a:cubicBezTo>
                  <a:cubicBezTo>
                    <a:pt x="-3" y="19797"/>
                    <a:pt x="5" y="19382"/>
                    <a:pt x="27" y="18968"/>
                  </a:cubicBezTo>
                  <a:cubicBezTo>
                    <a:pt x="48" y="18554"/>
                    <a:pt x="82" y="18141"/>
                    <a:pt x="129" y="17729"/>
                  </a:cubicBezTo>
                  <a:cubicBezTo>
                    <a:pt x="177" y="17317"/>
                    <a:pt x="236" y="16907"/>
                    <a:pt x="309" y="16499"/>
                  </a:cubicBezTo>
                  <a:cubicBezTo>
                    <a:pt x="382" y="16091"/>
                    <a:pt x="467" y="15685"/>
                    <a:pt x="565" y="15282"/>
                  </a:cubicBezTo>
                  <a:cubicBezTo>
                    <a:pt x="663" y="14879"/>
                    <a:pt x="773" y="14479"/>
                    <a:pt x="896" y="14083"/>
                  </a:cubicBezTo>
                  <a:cubicBezTo>
                    <a:pt x="1018" y="13687"/>
                    <a:pt x="1153" y="13295"/>
                    <a:pt x="1300" y="12907"/>
                  </a:cubicBezTo>
                  <a:cubicBezTo>
                    <a:pt x="1447" y="12520"/>
                    <a:pt x="1606" y="12137"/>
                    <a:pt x="1777" y="11759"/>
                  </a:cubicBezTo>
                  <a:cubicBezTo>
                    <a:pt x="1948" y="11381"/>
                    <a:pt x="2131" y="11009"/>
                    <a:pt x="2325" y="10642"/>
                  </a:cubicBezTo>
                  <a:cubicBezTo>
                    <a:pt x="2519" y="10276"/>
                    <a:pt x="2724" y="9916"/>
                    <a:pt x="2940" y="9562"/>
                  </a:cubicBezTo>
                  <a:cubicBezTo>
                    <a:pt x="3157" y="9208"/>
                    <a:pt x="3384" y="8862"/>
                    <a:pt x="3622" y="8522"/>
                  </a:cubicBezTo>
                  <a:cubicBezTo>
                    <a:pt x="3860" y="8183"/>
                    <a:pt x="4109" y="7851"/>
                    <a:pt x="4367" y="7527"/>
                  </a:cubicBezTo>
                  <a:cubicBezTo>
                    <a:pt x="4626" y="7202"/>
                    <a:pt x="4894" y="6886"/>
                    <a:pt x="5173" y="6579"/>
                  </a:cubicBezTo>
                  <a:cubicBezTo>
                    <a:pt x="5451" y="6272"/>
                    <a:pt x="5739" y="5973"/>
                    <a:pt x="6035" y="5684"/>
                  </a:cubicBezTo>
                  <a:cubicBezTo>
                    <a:pt x="6332" y="5394"/>
                    <a:pt x="6638" y="5114"/>
                    <a:pt x="6952" y="4843"/>
                  </a:cubicBezTo>
                  <a:cubicBezTo>
                    <a:pt x="7266" y="4573"/>
                    <a:pt x="7589" y="4312"/>
                    <a:pt x="7919" y="4062"/>
                  </a:cubicBezTo>
                  <a:cubicBezTo>
                    <a:pt x="8250" y="3811"/>
                    <a:pt x="8588" y="3571"/>
                    <a:pt x="8933" y="3342"/>
                  </a:cubicBezTo>
                  <a:cubicBezTo>
                    <a:pt x="9278" y="3113"/>
                    <a:pt x="9631" y="2894"/>
                    <a:pt x="9990" y="2686"/>
                  </a:cubicBezTo>
                  <a:cubicBezTo>
                    <a:pt x="10349" y="2479"/>
                    <a:pt x="10714" y="2283"/>
                    <a:pt x="11085" y="2098"/>
                  </a:cubicBezTo>
                  <a:cubicBezTo>
                    <a:pt x="11456" y="1913"/>
                    <a:pt x="11833" y="1740"/>
                    <a:pt x="12215" y="1578"/>
                  </a:cubicBezTo>
                  <a:cubicBezTo>
                    <a:pt x="12597" y="1417"/>
                    <a:pt x="12984" y="1268"/>
                    <a:pt x="13375" y="1130"/>
                  </a:cubicBezTo>
                  <a:cubicBezTo>
                    <a:pt x="13766" y="993"/>
                    <a:pt x="14161" y="868"/>
                    <a:pt x="14560" y="755"/>
                  </a:cubicBezTo>
                  <a:cubicBezTo>
                    <a:pt x="14959" y="642"/>
                    <a:pt x="15362" y="542"/>
                    <a:pt x="15767" y="454"/>
                  </a:cubicBezTo>
                  <a:cubicBezTo>
                    <a:pt x="16172" y="366"/>
                    <a:pt x="16580" y="291"/>
                    <a:pt x="16990" y="229"/>
                  </a:cubicBezTo>
                  <a:cubicBezTo>
                    <a:pt x="17400" y="166"/>
                    <a:pt x="17812" y="117"/>
                    <a:pt x="18224" y="80"/>
                  </a:cubicBezTo>
                  <a:lnTo>
                    <a:pt x="19994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45" name="probe-tabler-chart-pie" descr="chart-pie — Tabler contributors; preserve the bundled full upstream license. Source: https://github.com/tabler/tabler-icons/blob/a4ce1404bc6d24d3c365afe7b258d6bf6f48d62d/icons/filled/chart-pie.svg; SVG SHA256: 115ccd09d50eae336b4e39b854c74492570b1f3140100fccadb17b356218339a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46" name="probe-tabler-chart-pie-part-1"/>
            <p:cNvSpPr/>
            <p:nvPr/>
          </p:nvSpPr>
          <p:spPr>
            <a:xfrm>
              <a:off x="20322" y="21939"/>
              <a:ext cx="197678" cy="197742"/>
            </a:xfrm>
            <a:custGeom>
              <a:avLst/>
              <a:gdLst/>
              <a:ahLst/>
              <a:cxnLst/>
              <a:rect l="0" t="0" r="r" b="b"/>
              <a:pathLst>
                <a:path w="197678" h="197742">
                  <a:moveTo>
                    <a:pt x="78508" y="131"/>
                  </a:moveTo>
                  <a:cubicBezTo>
                    <a:pt x="78899" y="84"/>
                    <a:pt x="79293" y="50"/>
                    <a:pt x="79686" y="29"/>
                  </a:cubicBezTo>
                  <a:cubicBezTo>
                    <a:pt x="80080" y="7"/>
                    <a:pt x="80475" y="-2"/>
                    <a:pt x="80869" y="1"/>
                  </a:cubicBezTo>
                  <a:cubicBezTo>
                    <a:pt x="81264" y="3"/>
                    <a:pt x="81658" y="19"/>
                    <a:pt x="82052" y="46"/>
                  </a:cubicBezTo>
                  <a:cubicBezTo>
                    <a:pt x="82445" y="73"/>
                    <a:pt x="82838" y="113"/>
                    <a:pt x="83229" y="165"/>
                  </a:cubicBezTo>
                  <a:cubicBezTo>
                    <a:pt x="83620" y="217"/>
                    <a:pt x="84009" y="281"/>
                    <a:pt x="84396" y="357"/>
                  </a:cubicBezTo>
                  <a:cubicBezTo>
                    <a:pt x="84784" y="433"/>
                    <a:pt x="85168" y="521"/>
                    <a:pt x="85550" y="621"/>
                  </a:cubicBezTo>
                  <a:cubicBezTo>
                    <a:pt x="85931" y="721"/>
                    <a:pt x="86310" y="833"/>
                    <a:pt x="86684" y="957"/>
                  </a:cubicBezTo>
                  <a:cubicBezTo>
                    <a:pt x="87059" y="1080"/>
                    <a:pt x="87430" y="1216"/>
                    <a:pt x="87796" y="1362"/>
                  </a:cubicBezTo>
                  <a:cubicBezTo>
                    <a:pt x="88162" y="1509"/>
                    <a:pt x="88524" y="1667"/>
                    <a:pt x="88880" y="1836"/>
                  </a:cubicBezTo>
                  <a:cubicBezTo>
                    <a:pt x="89237" y="2005"/>
                    <a:pt x="89588" y="2186"/>
                    <a:pt x="89933" y="2377"/>
                  </a:cubicBezTo>
                  <a:cubicBezTo>
                    <a:pt x="90278" y="2568"/>
                    <a:pt x="90617" y="2769"/>
                    <a:pt x="90950" y="2982"/>
                  </a:cubicBezTo>
                  <a:cubicBezTo>
                    <a:pt x="91282" y="3194"/>
                    <a:pt x="91608" y="3416"/>
                    <a:pt x="91927" y="3649"/>
                  </a:cubicBezTo>
                  <a:cubicBezTo>
                    <a:pt x="92246" y="3881"/>
                    <a:pt x="92557" y="4123"/>
                    <a:pt x="92861" y="4375"/>
                  </a:cubicBezTo>
                  <a:cubicBezTo>
                    <a:pt x="93164" y="4627"/>
                    <a:pt x="93460" y="4888"/>
                    <a:pt x="93747" y="5159"/>
                  </a:cubicBezTo>
                  <a:cubicBezTo>
                    <a:pt x="94035" y="5429"/>
                    <a:pt x="94314" y="5708"/>
                    <a:pt x="94584" y="5996"/>
                  </a:cubicBezTo>
                  <a:cubicBezTo>
                    <a:pt x="94854" y="6283"/>
                    <a:pt x="95115" y="6579"/>
                    <a:pt x="95366" y="6883"/>
                  </a:cubicBezTo>
                  <a:cubicBezTo>
                    <a:pt x="95618" y="7187"/>
                    <a:pt x="95860" y="7499"/>
                    <a:pt x="96092" y="7817"/>
                  </a:cubicBezTo>
                  <a:cubicBezTo>
                    <a:pt x="96324" y="8136"/>
                    <a:pt x="96547" y="8463"/>
                    <a:pt x="96758" y="8795"/>
                  </a:cubicBezTo>
                  <a:cubicBezTo>
                    <a:pt x="96970" y="9128"/>
                    <a:pt x="97172" y="9467"/>
                    <a:pt x="97363" y="9813"/>
                  </a:cubicBezTo>
                  <a:cubicBezTo>
                    <a:pt x="97553" y="10158"/>
                    <a:pt x="97733" y="10509"/>
                    <a:pt x="97902" y="10866"/>
                  </a:cubicBezTo>
                  <a:cubicBezTo>
                    <a:pt x="98071" y="11222"/>
                    <a:pt x="98229" y="11584"/>
                    <a:pt x="98375" y="11950"/>
                  </a:cubicBezTo>
                  <a:cubicBezTo>
                    <a:pt x="98522" y="12317"/>
                    <a:pt x="98656" y="12687"/>
                    <a:pt x="98780" y="13062"/>
                  </a:cubicBezTo>
                  <a:cubicBezTo>
                    <a:pt x="98903" y="13437"/>
                    <a:pt x="99015" y="13815"/>
                    <a:pt x="99114" y="14197"/>
                  </a:cubicBezTo>
                  <a:cubicBezTo>
                    <a:pt x="99214" y="14579"/>
                    <a:pt x="99302" y="14963"/>
                    <a:pt x="99378" y="15351"/>
                  </a:cubicBezTo>
                  <a:lnTo>
                    <a:pt x="99628" y="17021"/>
                  </a:lnTo>
                  <a:lnTo>
                    <a:pt x="99678" y="18061"/>
                  </a:lnTo>
                  <a:lnTo>
                    <a:pt x="99678" y="88061"/>
                  </a:lnTo>
                  <a:cubicBezTo>
                    <a:pt x="99678" y="88262"/>
                    <a:pt x="99684" y="88464"/>
                    <a:pt x="99696" y="88666"/>
                  </a:cubicBezTo>
                  <a:cubicBezTo>
                    <a:pt x="99708" y="88867"/>
                    <a:pt x="99727" y="89068"/>
                    <a:pt x="99751" y="89269"/>
                  </a:cubicBezTo>
                  <a:cubicBezTo>
                    <a:pt x="99775" y="89469"/>
                    <a:pt x="99806" y="89669"/>
                    <a:pt x="99842" y="89867"/>
                  </a:cubicBezTo>
                  <a:cubicBezTo>
                    <a:pt x="99879" y="90066"/>
                    <a:pt x="99921" y="90263"/>
                    <a:pt x="99970" y="90459"/>
                  </a:cubicBezTo>
                  <a:cubicBezTo>
                    <a:pt x="100018" y="90655"/>
                    <a:pt x="100073" y="90850"/>
                    <a:pt x="100133" y="91042"/>
                  </a:cubicBezTo>
                  <a:cubicBezTo>
                    <a:pt x="100193" y="91235"/>
                    <a:pt x="100259" y="91426"/>
                    <a:pt x="100331" y="91615"/>
                  </a:cubicBezTo>
                  <a:cubicBezTo>
                    <a:pt x="100403" y="91803"/>
                    <a:pt x="100480" y="91990"/>
                    <a:pt x="100563" y="92174"/>
                  </a:cubicBezTo>
                  <a:cubicBezTo>
                    <a:pt x="100646" y="92358"/>
                    <a:pt x="100735" y="92539"/>
                    <a:pt x="100829" y="92718"/>
                  </a:cubicBezTo>
                  <a:cubicBezTo>
                    <a:pt x="100923" y="92896"/>
                    <a:pt x="101023" y="93072"/>
                    <a:pt x="101127" y="93245"/>
                  </a:cubicBezTo>
                  <a:cubicBezTo>
                    <a:pt x="101232" y="93417"/>
                    <a:pt x="101342" y="93587"/>
                    <a:pt x="101457" y="93753"/>
                  </a:cubicBezTo>
                  <a:cubicBezTo>
                    <a:pt x="101572" y="93919"/>
                    <a:pt x="101692" y="94081"/>
                    <a:pt x="101816" y="94240"/>
                  </a:cubicBezTo>
                  <a:cubicBezTo>
                    <a:pt x="101941" y="94399"/>
                    <a:pt x="102071" y="94553"/>
                    <a:pt x="102205" y="94704"/>
                  </a:cubicBezTo>
                  <a:cubicBezTo>
                    <a:pt x="102339" y="94855"/>
                    <a:pt x="102478" y="95002"/>
                    <a:pt x="102621" y="95144"/>
                  </a:cubicBezTo>
                  <a:cubicBezTo>
                    <a:pt x="102764" y="95287"/>
                    <a:pt x="102911" y="95425"/>
                    <a:pt x="103062" y="95558"/>
                  </a:cubicBezTo>
                  <a:cubicBezTo>
                    <a:pt x="103214" y="95692"/>
                    <a:pt x="103369" y="95821"/>
                    <a:pt x="103528" y="95945"/>
                  </a:cubicBezTo>
                  <a:cubicBezTo>
                    <a:pt x="103688" y="96069"/>
                    <a:pt x="103851" y="96189"/>
                    <a:pt x="104017" y="96303"/>
                  </a:cubicBezTo>
                  <a:cubicBezTo>
                    <a:pt x="104183" y="96417"/>
                    <a:pt x="104353" y="96526"/>
                    <a:pt x="104526" y="96630"/>
                  </a:cubicBezTo>
                  <a:cubicBezTo>
                    <a:pt x="104699" y="96734"/>
                    <a:pt x="104875" y="96833"/>
                    <a:pt x="105054" y="96926"/>
                  </a:cubicBezTo>
                  <a:cubicBezTo>
                    <a:pt x="105233" y="97020"/>
                    <a:pt x="105415" y="97108"/>
                    <a:pt x="105600" y="97190"/>
                  </a:cubicBezTo>
                  <a:cubicBezTo>
                    <a:pt x="105784" y="97272"/>
                    <a:pt x="105971" y="97349"/>
                    <a:pt x="106160" y="97420"/>
                  </a:cubicBezTo>
                  <a:cubicBezTo>
                    <a:pt x="106349" y="97491"/>
                    <a:pt x="106540" y="97556"/>
                    <a:pt x="106733" y="97616"/>
                  </a:cubicBezTo>
                  <a:cubicBezTo>
                    <a:pt x="106925" y="97675"/>
                    <a:pt x="107120" y="97729"/>
                    <a:pt x="107316" y="97776"/>
                  </a:cubicBezTo>
                  <a:cubicBezTo>
                    <a:pt x="107512" y="97824"/>
                    <a:pt x="107710" y="97866"/>
                    <a:pt x="107909" y="97902"/>
                  </a:cubicBezTo>
                  <a:cubicBezTo>
                    <a:pt x="108107" y="97937"/>
                    <a:pt x="108307" y="97967"/>
                    <a:pt x="108508" y="97991"/>
                  </a:cubicBezTo>
                  <a:lnTo>
                    <a:pt x="109678" y="98061"/>
                  </a:lnTo>
                  <a:lnTo>
                    <a:pt x="177678" y="98061"/>
                  </a:lnTo>
                  <a:cubicBezTo>
                    <a:pt x="178097" y="98061"/>
                    <a:pt x="178515" y="98074"/>
                    <a:pt x="178933" y="98100"/>
                  </a:cubicBezTo>
                  <a:cubicBezTo>
                    <a:pt x="179352" y="98126"/>
                    <a:pt x="179769" y="98166"/>
                    <a:pt x="180184" y="98218"/>
                  </a:cubicBezTo>
                  <a:cubicBezTo>
                    <a:pt x="180600" y="98271"/>
                    <a:pt x="181014" y="98336"/>
                    <a:pt x="181425" y="98415"/>
                  </a:cubicBezTo>
                  <a:cubicBezTo>
                    <a:pt x="181837" y="98493"/>
                    <a:pt x="182246" y="98585"/>
                    <a:pt x="182651" y="98689"/>
                  </a:cubicBezTo>
                  <a:cubicBezTo>
                    <a:pt x="183057" y="98793"/>
                    <a:pt x="183460" y="98910"/>
                    <a:pt x="183858" y="99039"/>
                  </a:cubicBezTo>
                  <a:cubicBezTo>
                    <a:pt x="184256" y="99169"/>
                    <a:pt x="184651" y="99311"/>
                    <a:pt x="185040" y="99465"/>
                  </a:cubicBezTo>
                  <a:cubicBezTo>
                    <a:pt x="185430" y="99619"/>
                    <a:pt x="185814" y="99786"/>
                    <a:pt x="186193" y="99964"/>
                  </a:cubicBezTo>
                  <a:cubicBezTo>
                    <a:pt x="186572" y="100142"/>
                    <a:pt x="186946" y="100333"/>
                    <a:pt x="187313" y="100534"/>
                  </a:cubicBezTo>
                  <a:cubicBezTo>
                    <a:pt x="187680" y="100736"/>
                    <a:pt x="188040" y="100950"/>
                    <a:pt x="188394" y="101174"/>
                  </a:cubicBezTo>
                  <a:cubicBezTo>
                    <a:pt x="188748" y="101398"/>
                    <a:pt x="189094" y="101634"/>
                    <a:pt x="189433" y="101880"/>
                  </a:cubicBezTo>
                  <a:cubicBezTo>
                    <a:pt x="189772" y="102126"/>
                    <a:pt x="190103" y="102383"/>
                    <a:pt x="190426" y="102650"/>
                  </a:cubicBezTo>
                  <a:cubicBezTo>
                    <a:pt x="190749" y="102917"/>
                    <a:pt x="191063" y="103194"/>
                    <a:pt x="191369" y="103481"/>
                  </a:cubicBezTo>
                  <a:cubicBezTo>
                    <a:pt x="191674" y="103768"/>
                    <a:pt x="191970" y="104064"/>
                    <a:pt x="192257" y="104370"/>
                  </a:cubicBezTo>
                  <a:cubicBezTo>
                    <a:pt x="192544" y="104675"/>
                    <a:pt x="192821" y="104989"/>
                    <a:pt x="193088" y="105312"/>
                  </a:cubicBezTo>
                  <a:cubicBezTo>
                    <a:pt x="193355" y="105635"/>
                    <a:pt x="193612" y="105966"/>
                    <a:pt x="193858" y="106305"/>
                  </a:cubicBezTo>
                  <a:cubicBezTo>
                    <a:pt x="194104" y="106644"/>
                    <a:pt x="194340" y="106990"/>
                    <a:pt x="194564" y="107344"/>
                  </a:cubicBezTo>
                  <a:cubicBezTo>
                    <a:pt x="194789" y="107698"/>
                    <a:pt x="195002" y="108058"/>
                    <a:pt x="195204" y="108426"/>
                  </a:cubicBezTo>
                  <a:cubicBezTo>
                    <a:pt x="195406" y="108793"/>
                    <a:pt x="195596" y="109166"/>
                    <a:pt x="195774" y="109545"/>
                  </a:cubicBezTo>
                  <a:cubicBezTo>
                    <a:pt x="195953" y="109924"/>
                    <a:pt x="196119" y="110309"/>
                    <a:pt x="196273" y="110698"/>
                  </a:cubicBezTo>
                  <a:cubicBezTo>
                    <a:pt x="196427" y="111088"/>
                    <a:pt x="196569" y="111482"/>
                    <a:pt x="196699" y="111880"/>
                  </a:cubicBezTo>
                  <a:cubicBezTo>
                    <a:pt x="196828" y="112279"/>
                    <a:pt x="196945" y="112681"/>
                    <a:pt x="197049" y="113087"/>
                  </a:cubicBezTo>
                  <a:cubicBezTo>
                    <a:pt x="197153" y="113493"/>
                    <a:pt x="197245" y="113901"/>
                    <a:pt x="197323" y="114313"/>
                  </a:cubicBezTo>
                  <a:cubicBezTo>
                    <a:pt x="197402" y="114724"/>
                    <a:pt x="197467" y="115138"/>
                    <a:pt x="197520" y="115554"/>
                  </a:cubicBezTo>
                  <a:cubicBezTo>
                    <a:pt x="197572" y="115970"/>
                    <a:pt x="197612" y="116387"/>
                    <a:pt x="197638" y="116805"/>
                  </a:cubicBezTo>
                  <a:cubicBezTo>
                    <a:pt x="197664" y="117223"/>
                    <a:pt x="197678" y="117642"/>
                    <a:pt x="197678" y="118061"/>
                  </a:cubicBezTo>
                  <a:cubicBezTo>
                    <a:pt x="197678" y="118251"/>
                    <a:pt x="197672" y="118441"/>
                    <a:pt x="197661" y="118630"/>
                  </a:cubicBezTo>
                  <a:cubicBezTo>
                    <a:pt x="197650" y="118820"/>
                    <a:pt x="197634" y="119009"/>
                    <a:pt x="197612" y="119198"/>
                  </a:cubicBezTo>
                  <a:cubicBezTo>
                    <a:pt x="197590" y="119387"/>
                    <a:pt x="197563" y="119575"/>
                    <a:pt x="197531" y="119762"/>
                  </a:cubicBezTo>
                  <a:cubicBezTo>
                    <a:pt x="197498" y="119949"/>
                    <a:pt x="197461" y="120136"/>
                    <a:pt x="197418" y="120321"/>
                  </a:cubicBezTo>
                  <a:cubicBezTo>
                    <a:pt x="196950" y="122340"/>
                    <a:pt x="196419" y="124345"/>
                    <a:pt x="195826" y="126332"/>
                  </a:cubicBezTo>
                  <a:cubicBezTo>
                    <a:pt x="195233" y="128318"/>
                    <a:pt x="194579" y="130286"/>
                    <a:pt x="193864" y="132232"/>
                  </a:cubicBezTo>
                  <a:cubicBezTo>
                    <a:pt x="193149" y="134178"/>
                    <a:pt x="192373" y="136101"/>
                    <a:pt x="191539" y="137999"/>
                  </a:cubicBezTo>
                  <a:cubicBezTo>
                    <a:pt x="190704" y="139897"/>
                    <a:pt x="189811" y="141768"/>
                    <a:pt x="188860" y="143611"/>
                  </a:cubicBezTo>
                  <a:cubicBezTo>
                    <a:pt x="187909" y="145453"/>
                    <a:pt x="186901" y="147265"/>
                    <a:pt x="185837" y="149045"/>
                  </a:cubicBezTo>
                  <a:cubicBezTo>
                    <a:pt x="184773" y="150824"/>
                    <a:pt x="183655" y="152570"/>
                    <a:pt x="182483" y="154280"/>
                  </a:cubicBezTo>
                  <a:cubicBezTo>
                    <a:pt x="181310" y="155991"/>
                    <a:pt x="180085" y="157664"/>
                    <a:pt x="178809" y="159298"/>
                  </a:cubicBezTo>
                  <a:cubicBezTo>
                    <a:pt x="177533" y="160932"/>
                    <a:pt x="176206" y="162525"/>
                    <a:pt x="174831" y="164077"/>
                  </a:cubicBezTo>
                  <a:cubicBezTo>
                    <a:pt x="173456" y="165628"/>
                    <a:pt x="172033" y="167136"/>
                    <a:pt x="170564" y="168599"/>
                  </a:cubicBezTo>
                  <a:cubicBezTo>
                    <a:pt x="169094" y="170062"/>
                    <a:pt x="167580" y="171479"/>
                    <a:pt x="166023" y="172848"/>
                  </a:cubicBezTo>
                  <a:cubicBezTo>
                    <a:pt x="164466" y="174217"/>
                    <a:pt x="162867" y="175537"/>
                    <a:pt x="161228" y="176806"/>
                  </a:cubicBezTo>
                  <a:cubicBezTo>
                    <a:pt x="159588" y="178076"/>
                    <a:pt x="157910" y="179294"/>
                    <a:pt x="156195" y="180459"/>
                  </a:cubicBezTo>
                  <a:cubicBezTo>
                    <a:pt x="154480" y="181624"/>
                    <a:pt x="152730" y="182735"/>
                    <a:pt x="150946" y="183792"/>
                  </a:cubicBezTo>
                  <a:cubicBezTo>
                    <a:pt x="149162" y="184848"/>
                    <a:pt x="147345" y="185848"/>
                    <a:pt x="145499" y="186792"/>
                  </a:cubicBezTo>
                  <a:cubicBezTo>
                    <a:pt x="143653" y="187735"/>
                    <a:pt x="141778" y="188620"/>
                    <a:pt x="139876" y="189447"/>
                  </a:cubicBezTo>
                  <a:cubicBezTo>
                    <a:pt x="137975" y="190274"/>
                    <a:pt x="136049" y="191041"/>
                    <a:pt x="134100" y="191748"/>
                  </a:cubicBezTo>
                  <a:cubicBezTo>
                    <a:pt x="132151" y="192455"/>
                    <a:pt x="130180" y="193101"/>
                    <a:pt x="128191" y="193686"/>
                  </a:cubicBezTo>
                  <a:cubicBezTo>
                    <a:pt x="126202" y="194270"/>
                    <a:pt x="124195" y="194793"/>
                    <a:pt x="122173" y="195253"/>
                  </a:cubicBezTo>
                  <a:cubicBezTo>
                    <a:pt x="120152" y="195712"/>
                    <a:pt x="118116" y="196109"/>
                    <a:pt x="116070" y="196442"/>
                  </a:cubicBezTo>
                  <a:cubicBezTo>
                    <a:pt x="114024" y="196775"/>
                    <a:pt x="111968" y="197045"/>
                    <a:pt x="109905" y="197250"/>
                  </a:cubicBezTo>
                  <a:cubicBezTo>
                    <a:pt x="107842" y="197455"/>
                    <a:pt x="105773" y="197597"/>
                    <a:pt x="103701" y="197673"/>
                  </a:cubicBezTo>
                  <a:cubicBezTo>
                    <a:pt x="101629" y="197750"/>
                    <a:pt x="99555" y="197762"/>
                    <a:pt x="97483" y="197710"/>
                  </a:cubicBezTo>
                  <a:cubicBezTo>
                    <a:pt x="95410" y="197658"/>
                    <a:pt x="93340" y="197541"/>
                    <a:pt x="91275" y="197360"/>
                  </a:cubicBezTo>
                  <a:cubicBezTo>
                    <a:pt x="89209" y="197180"/>
                    <a:pt x="87150" y="196934"/>
                    <a:pt x="85100" y="196626"/>
                  </a:cubicBezTo>
                  <a:cubicBezTo>
                    <a:pt x="83050" y="196317"/>
                    <a:pt x="81010" y="195944"/>
                    <a:pt x="78983" y="195508"/>
                  </a:cubicBezTo>
                  <a:cubicBezTo>
                    <a:pt x="76956" y="195073"/>
                    <a:pt x="74943" y="194574"/>
                    <a:pt x="72947" y="194013"/>
                  </a:cubicBezTo>
                  <a:cubicBezTo>
                    <a:pt x="70951" y="193452"/>
                    <a:pt x="68973" y="192829"/>
                    <a:pt x="67016" y="192146"/>
                  </a:cubicBezTo>
                  <a:cubicBezTo>
                    <a:pt x="65059" y="191462"/>
                    <a:pt x="63123" y="190717"/>
                    <a:pt x="61213" y="189913"/>
                  </a:cubicBezTo>
                  <a:cubicBezTo>
                    <a:pt x="59302" y="189109"/>
                    <a:pt x="57416" y="188246"/>
                    <a:pt x="55559" y="187324"/>
                  </a:cubicBezTo>
                  <a:cubicBezTo>
                    <a:pt x="53702" y="186403"/>
                    <a:pt x="51874" y="185424"/>
                    <a:pt x="50077" y="184389"/>
                  </a:cubicBezTo>
                  <a:cubicBezTo>
                    <a:pt x="48281" y="183354"/>
                    <a:pt x="46517" y="182263"/>
                    <a:pt x="44788" y="181119"/>
                  </a:cubicBezTo>
                  <a:cubicBezTo>
                    <a:pt x="43060" y="179974"/>
                    <a:pt x="41367" y="178776"/>
                    <a:pt x="39713" y="177526"/>
                  </a:cubicBezTo>
                  <a:cubicBezTo>
                    <a:pt x="38059" y="176276"/>
                    <a:pt x="36444" y="174975"/>
                    <a:pt x="34871" y="173625"/>
                  </a:cubicBezTo>
                  <a:cubicBezTo>
                    <a:pt x="33298" y="172274"/>
                    <a:pt x="31767" y="170876"/>
                    <a:pt x="30281" y="169430"/>
                  </a:cubicBezTo>
                  <a:cubicBezTo>
                    <a:pt x="28794" y="167985"/>
                    <a:pt x="27353" y="166493"/>
                    <a:pt x="25960" y="164958"/>
                  </a:cubicBezTo>
                  <a:cubicBezTo>
                    <a:pt x="24566" y="163423"/>
                    <a:pt x="23221" y="161845"/>
                    <a:pt x="21925" y="160227"/>
                  </a:cubicBezTo>
                  <a:cubicBezTo>
                    <a:pt x="20630" y="158608"/>
                    <a:pt x="19385" y="156949"/>
                    <a:pt x="18193" y="155253"/>
                  </a:cubicBezTo>
                  <a:cubicBezTo>
                    <a:pt x="17000" y="153557"/>
                    <a:pt x="15861" y="151825"/>
                    <a:pt x="14777" y="150058"/>
                  </a:cubicBezTo>
                  <a:cubicBezTo>
                    <a:pt x="13692" y="148291"/>
                    <a:pt x="12662" y="146491"/>
                    <a:pt x="11690" y="144660"/>
                  </a:cubicBezTo>
                  <a:cubicBezTo>
                    <a:pt x="10717" y="142829"/>
                    <a:pt x="9801" y="140968"/>
                    <a:pt x="8944" y="139081"/>
                  </a:cubicBezTo>
                  <a:cubicBezTo>
                    <a:pt x="8087" y="137193"/>
                    <a:pt x="7289" y="135279"/>
                    <a:pt x="6551" y="133341"/>
                  </a:cubicBezTo>
                  <a:cubicBezTo>
                    <a:pt x="5813" y="131404"/>
                    <a:pt x="5136" y="129444"/>
                    <a:pt x="4519" y="127465"/>
                  </a:cubicBezTo>
                  <a:cubicBezTo>
                    <a:pt x="3903" y="125485"/>
                    <a:pt x="3349" y="123487"/>
                    <a:pt x="2857" y="121473"/>
                  </a:cubicBezTo>
                  <a:cubicBezTo>
                    <a:pt x="2365" y="119459"/>
                    <a:pt x="1935" y="117430"/>
                    <a:pt x="1569" y="115389"/>
                  </a:cubicBezTo>
                  <a:cubicBezTo>
                    <a:pt x="1204" y="113349"/>
                    <a:pt x="901" y="111297"/>
                    <a:pt x="663" y="109238"/>
                  </a:cubicBezTo>
                  <a:cubicBezTo>
                    <a:pt x="425" y="107178"/>
                    <a:pt x="250" y="105112"/>
                    <a:pt x="141" y="103041"/>
                  </a:cubicBezTo>
                  <a:cubicBezTo>
                    <a:pt x="31" y="100971"/>
                    <a:pt x="-15" y="98898"/>
                    <a:pt x="4" y="96825"/>
                  </a:cubicBezTo>
                  <a:cubicBezTo>
                    <a:pt x="23" y="94752"/>
                    <a:pt x="107" y="92679"/>
                    <a:pt x="255" y="90612"/>
                  </a:cubicBezTo>
                  <a:cubicBezTo>
                    <a:pt x="402" y="88544"/>
                    <a:pt x="614" y="86481"/>
                    <a:pt x="891" y="84426"/>
                  </a:cubicBezTo>
                  <a:cubicBezTo>
                    <a:pt x="1167" y="82371"/>
                    <a:pt x="1506" y="80326"/>
                    <a:pt x="1910" y="78292"/>
                  </a:cubicBezTo>
                  <a:cubicBezTo>
                    <a:pt x="2313" y="76258"/>
                    <a:pt x="2779" y="74238"/>
                    <a:pt x="3308" y="72233"/>
                  </a:cubicBezTo>
                  <a:cubicBezTo>
                    <a:pt x="3837" y="70228"/>
                    <a:pt x="4428" y="68241"/>
                    <a:pt x="5081" y="66273"/>
                  </a:cubicBezTo>
                  <a:cubicBezTo>
                    <a:pt x="5733" y="64305"/>
                    <a:pt x="6446" y="62358"/>
                    <a:pt x="7220" y="60434"/>
                  </a:cubicBezTo>
                  <a:cubicBezTo>
                    <a:pt x="7993" y="58511"/>
                    <a:pt x="8827" y="56612"/>
                    <a:pt x="9718" y="54740"/>
                  </a:cubicBezTo>
                  <a:cubicBezTo>
                    <a:pt x="10610" y="52868"/>
                    <a:pt x="11559" y="51025"/>
                    <a:pt x="12565" y="49212"/>
                  </a:cubicBezTo>
                  <a:cubicBezTo>
                    <a:pt x="13571" y="47399"/>
                    <a:pt x="14634" y="45618"/>
                    <a:pt x="15750" y="43871"/>
                  </a:cubicBezTo>
                  <a:cubicBezTo>
                    <a:pt x="16867" y="42125"/>
                    <a:pt x="18038" y="40413"/>
                    <a:pt x="19261" y="38739"/>
                  </a:cubicBezTo>
                  <a:cubicBezTo>
                    <a:pt x="20485" y="37065"/>
                    <a:pt x="21760" y="35430"/>
                    <a:pt x="23085" y="33835"/>
                  </a:cubicBezTo>
                  <a:cubicBezTo>
                    <a:pt x="24410" y="32241"/>
                    <a:pt x="25784" y="30688"/>
                    <a:pt x="27205" y="29179"/>
                  </a:cubicBezTo>
                  <a:cubicBezTo>
                    <a:pt x="28627" y="27669"/>
                    <a:pt x="30095" y="26205"/>
                    <a:pt x="31607" y="24787"/>
                  </a:cubicBezTo>
                  <a:cubicBezTo>
                    <a:pt x="33120" y="23369"/>
                    <a:pt x="34676" y="21998"/>
                    <a:pt x="36274" y="20677"/>
                  </a:cubicBezTo>
                  <a:cubicBezTo>
                    <a:pt x="37872" y="19356"/>
                    <a:pt x="39510" y="18085"/>
                    <a:pt x="41187" y="16865"/>
                  </a:cubicBezTo>
                  <a:cubicBezTo>
                    <a:pt x="42863" y="15646"/>
                    <a:pt x="44578" y="14479"/>
                    <a:pt x="46327" y="13366"/>
                  </a:cubicBezTo>
                  <a:cubicBezTo>
                    <a:pt x="48076" y="12254"/>
                    <a:pt x="49860" y="11196"/>
                    <a:pt x="51675" y="10194"/>
                  </a:cubicBezTo>
                  <a:cubicBezTo>
                    <a:pt x="53490" y="9192"/>
                    <a:pt x="55336" y="8247"/>
                    <a:pt x="57210" y="7359"/>
                  </a:cubicBezTo>
                  <a:cubicBezTo>
                    <a:pt x="59083" y="6472"/>
                    <a:pt x="60984" y="5644"/>
                    <a:pt x="62910" y="4875"/>
                  </a:cubicBezTo>
                  <a:cubicBezTo>
                    <a:pt x="64835" y="4106"/>
                    <a:pt x="66784" y="3397"/>
                    <a:pt x="68753" y="2749"/>
                  </a:cubicBezTo>
                  <a:cubicBezTo>
                    <a:pt x="70723" y="2101"/>
                    <a:pt x="72712" y="1515"/>
                    <a:pt x="74718" y="991"/>
                  </a:cubicBezTo>
                  <a:lnTo>
                    <a:pt x="77418" y="321"/>
                  </a:lnTo>
                  <a:lnTo>
                    <a:pt x="78518" y="121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7" name="probe-tabler-chart-pie-part-2"/>
            <p:cNvSpPr/>
            <p:nvPr/>
          </p:nvSpPr>
          <p:spPr>
            <a:xfrm>
              <a:off x="140000" y="24999"/>
              <a:ext cx="74997" cy="75001"/>
            </a:xfrm>
            <a:custGeom>
              <a:avLst/>
              <a:gdLst/>
              <a:ahLst/>
              <a:cxnLst/>
              <a:rect l="0" t="0" r="r" b="b"/>
              <a:pathLst>
                <a:path w="74997" h="75001">
                  <a:moveTo>
                    <a:pt x="0" y="10001"/>
                  </a:moveTo>
                  <a:lnTo>
                    <a:pt x="0" y="65001"/>
                  </a:lnTo>
                  <a:cubicBezTo>
                    <a:pt x="0" y="65210"/>
                    <a:pt x="7" y="65420"/>
                    <a:pt x="20" y="65629"/>
                  </a:cubicBezTo>
                  <a:cubicBezTo>
                    <a:pt x="33" y="65838"/>
                    <a:pt x="53" y="66046"/>
                    <a:pt x="79" y="66254"/>
                  </a:cubicBezTo>
                  <a:cubicBezTo>
                    <a:pt x="105" y="66462"/>
                    <a:pt x="138" y="66669"/>
                    <a:pt x="177" y="66875"/>
                  </a:cubicBezTo>
                  <a:cubicBezTo>
                    <a:pt x="216" y="67080"/>
                    <a:pt x="262" y="67285"/>
                    <a:pt x="314" y="67488"/>
                  </a:cubicBezTo>
                  <a:cubicBezTo>
                    <a:pt x="366" y="67691"/>
                    <a:pt x="425" y="67892"/>
                    <a:pt x="489" y="68091"/>
                  </a:cubicBezTo>
                  <a:cubicBezTo>
                    <a:pt x="554" y="68290"/>
                    <a:pt x="625" y="68487"/>
                    <a:pt x="702" y="68682"/>
                  </a:cubicBezTo>
                  <a:cubicBezTo>
                    <a:pt x="779" y="68877"/>
                    <a:pt x="863" y="69069"/>
                    <a:pt x="952" y="69259"/>
                  </a:cubicBezTo>
                  <a:cubicBezTo>
                    <a:pt x="1041" y="69448"/>
                    <a:pt x="1136" y="69635"/>
                    <a:pt x="1237" y="69818"/>
                  </a:cubicBezTo>
                  <a:cubicBezTo>
                    <a:pt x="1338" y="70002"/>
                    <a:pt x="1444" y="70182"/>
                    <a:pt x="1557" y="70359"/>
                  </a:cubicBezTo>
                  <a:cubicBezTo>
                    <a:pt x="1669" y="70536"/>
                    <a:pt x="1787" y="70709"/>
                    <a:pt x="1910" y="70879"/>
                  </a:cubicBezTo>
                  <a:cubicBezTo>
                    <a:pt x="2033" y="71048"/>
                    <a:pt x="2161" y="71214"/>
                    <a:pt x="2295" y="71375"/>
                  </a:cubicBezTo>
                  <a:cubicBezTo>
                    <a:pt x="2428" y="71536"/>
                    <a:pt x="2567" y="71694"/>
                    <a:pt x="2710" y="71846"/>
                  </a:cubicBezTo>
                  <a:cubicBezTo>
                    <a:pt x="2854" y="71999"/>
                    <a:pt x="3002" y="72147"/>
                    <a:pt x="3155" y="72290"/>
                  </a:cubicBezTo>
                  <a:cubicBezTo>
                    <a:pt x="3307" y="72434"/>
                    <a:pt x="3464" y="72572"/>
                    <a:pt x="3626" y="72706"/>
                  </a:cubicBezTo>
                  <a:cubicBezTo>
                    <a:pt x="3787" y="72839"/>
                    <a:pt x="3953" y="72968"/>
                    <a:pt x="4122" y="73091"/>
                  </a:cubicBezTo>
                  <a:cubicBezTo>
                    <a:pt x="4292" y="73214"/>
                    <a:pt x="4465" y="73332"/>
                    <a:pt x="4642" y="73444"/>
                  </a:cubicBezTo>
                  <a:cubicBezTo>
                    <a:pt x="4819" y="73556"/>
                    <a:pt x="4999" y="73663"/>
                    <a:pt x="5182" y="73764"/>
                  </a:cubicBezTo>
                  <a:cubicBezTo>
                    <a:pt x="5366" y="73865"/>
                    <a:pt x="5553" y="73960"/>
                    <a:pt x="5742" y="74049"/>
                  </a:cubicBezTo>
                  <a:cubicBezTo>
                    <a:pt x="5932" y="74138"/>
                    <a:pt x="6124" y="74221"/>
                    <a:pt x="6319" y="74298"/>
                  </a:cubicBezTo>
                  <a:cubicBezTo>
                    <a:pt x="6514" y="74376"/>
                    <a:pt x="6711" y="74447"/>
                    <a:pt x="6910" y="74511"/>
                  </a:cubicBezTo>
                  <a:cubicBezTo>
                    <a:pt x="7109" y="74576"/>
                    <a:pt x="7310" y="74634"/>
                    <a:pt x="7513" y="74687"/>
                  </a:cubicBezTo>
                  <a:cubicBezTo>
                    <a:pt x="7716" y="74739"/>
                    <a:pt x="7920" y="74784"/>
                    <a:pt x="8126" y="74824"/>
                  </a:cubicBezTo>
                  <a:cubicBezTo>
                    <a:pt x="8332" y="74863"/>
                    <a:pt x="8539" y="74896"/>
                    <a:pt x="8747" y="74922"/>
                  </a:cubicBezTo>
                  <a:cubicBezTo>
                    <a:pt x="8954" y="74948"/>
                    <a:pt x="9163" y="74968"/>
                    <a:pt x="9372" y="74981"/>
                  </a:cubicBezTo>
                  <a:cubicBezTo>
                    <a:pt x="9581" y="74994"/>
                    <a:pt x="9791" y="75001"/>
                    <a:pt x="10000" y="75001"/>
                  </a:cubicBezTo>
                  <a:lnTo>
                    <a:pt x="65000" y="75001"/>
                  </a:lnTo>
                  <a:cubicBezTo>
                    <a:pt x="65205" y="75001"/>
                    <a:pt x="65411" y="74994"/>
                    <a:pt x="65615" y="74982"/>
                  </a:cubicBezTo>
                  <a:cubicBezTo>
                    <a:pt x="65820" y="74969"/>
                    <a:pt x="66025" y="74950"/>
                    <a:pt x="66228" y="74925"/>
                  </a:cubicBezTo>
                  <a:cubicBezTo>
                    <a:pt x="66432" y="74899"/>
                    <a:pt x="66635" y="74868"/>
                    <a:pt x="66837" y="74830"/>
                  </a:cubicBezTo>
                  <a:cubicBezTo>
                    <a:pt x="67039" y="74792"/>
                    <a:pt x="67239" y="74748"/>
                    <a:pt x="67438" y="74698"/>
                  </a:cubicBezTo>
                  <a:cubicBezTo>
                    <a:pt x="67637" y="74648"/>
                    <a:pt x="67835" y="74592"/>
                    <a:pt x="68030" y="74530"/>
                  </a:cubicBezTo>
                  <a:cubicBezTo>
                    <a:pt x="68226" y="74467"/>
                    <a:pt x="68420" y="74399"/>
                    <a:pt x="68611" y="74325"/>
                  </a:cubicBezTo>
                  <a:cubicBezTo>
                    <a:pt x="68802" y="74251"/>
                    <a:pt x="68992" y="74171"/>
                    <a:pt x="69178" y="74085"/>
                  </a:cubicBezTo>
                  <a:cubicBezTo>
                    <a:pt x="69364" y="73999"/>
                    <a:pt x="69548" y="73907"/>
                    <a:pt x="69729" y="73810"/>
                  </a:cubicBezTo>
                  <a:cubicBezTo>
                    <a:pt x="69910" y="73713"/>
                    <a:pt x="70088" y="73611"/>
                    <a:pt x="70262" y="73502"/>
                  </a:cubicBezTo>
                  <a:cubicBezTo>
                    <a:pt x="70437" y="73394"/>
                    <a:pt x="70608" y="73281"/>
                    <a:pt x="70775" y="73162"/>
                  </a:cubicBezTo>
                  <a:cubicBezTo>
                    <a:pt x="70943" y="73044"/>
                    <a:pt x="71107" y="72920"/>
                    <a:pt x="71267" y="72791"/>
                  </a:cubicBezTo>
                  <a:cubicBezTo>
                    <a:pt x="71427" y="72663"/>
                    <a:pt x="71583" y="72529"/>
                    <a:pt x="71734" y="72391"/>
                  </a:cubicBezTo>
                  <a:cubicBezTo>
                    <a:pt x="71886" y="72252"/>
                    <a:pt x="72033" y="72109"/>
                    <a:pt x="72176" y="71962"/>
                  </a:cubicBezTo>
                  <a:cubicBezTo>
                    <a:pt x="72319" y="71815"/>
                    <a:pt x="72458" y="71663"/>
                    <a:pt x="72591" y="71507"/>
                  </a:cubicBezTo>
                  <a:cubicBezTo>
                    <a:pt x="72725" y="71351"/>
                    <a:pt x="72853" y="71191"/>
                    <a:pt x="72977" y="71027"/>
                  </a:cubicBezTo>
                  <a:cubicBezTo>
                    <a:pt x="73101" y="70864"/>
                    <a:pt x="73220" y="70696"/>
                    <a:pt x="73333" y="70525"/>
                  </a:cubicBezTo>
                  <a:cubicBezTo>
                    <a:pt x="73446" y="70354"/>
                    <a:pt x="73554" y="70179"/>
                    <a:pt x="73657" y="70001"/>
                  </a:cubicBezTo>
                  <a:cubicBezTo>
                    <a:pt x="73760" y="69824"/>
                    <a:pt x="73857" y="69643"/>
                    <a:pt x="73948" y="69459"/>
                  </a:cubicBezTo>
                  <a:cubicBezTo>
                    <a:pt x="74040" y="69275"/>
                    <a:pt x="74126" y="69089"/>
                    <a:pt x="74206" y="68900"/>
                  </a:cubicBezTo>
                  <a:cubicBezTo>
                    <a:pt x="74286" y="68711"/>
                    <a:pt x="74360" y="68519"/>
                    <a:pt x="74428" y="68326"/>
                  </a:cubicBezTo>
                  <a:cubicBezTo>
                    <a:pt x="74497" y="68132"/>
                    <a:pt x="74559" y="67936"/>
                    <a:pt x="74615" y="67739"/>
                  </a:cubicBezTo>
                  <a:cubicBezTo>
                    <a:pt x="74671" y="67542"/>
                    <a:pt x="74721" y="67342"/>
                    <a:pt x="74765" y="67142"/>
                  </a:cubicBezTo>
                  <a:cubicBezTo>
                    <a:pt x="74809" y="66941"/>
                    <a:pt x="74847" y="66740"/>
                    <a:pt x="74879" y="66537"/>
                  </a:cubicBezTo>
                  <a:cubicBezTo>
                    <a:pt x="74910" y="66334"/>
                    <a:pt x="74935" y="66130"/>
                    <a:pt x="74954" y="65926"/>
                  </a:cubicBezTo>
                  <a:cubicBezTo>
                    <a:pt x="74973" y="65721"/>
                    <a:pt x="74986" y="65516"/>
                    <a:pt x="74992" y="65311"/>
                  </a:cubicBezTo>
                  <a:cubicBezTo>
                    <a:pt x="74999" y="65106"/>
                    <a:pt x="74999" y="64901"/>
                    <a:pt x="74993" y="64695"/>
                  </a:cubicBezTo>
                  <a:cubicBezTo>
                    <a:pt x="74986" y="64490"/>
                    <a:pt x="74974" y="64285"/>
                    <a:pt x="74955" y="64081"/>
                  </a:cubicBezTo>
                  <a:cubicBezTo>
                    <a:pt x="74936" y="63877"/>
                    <a:pt x="74911" y="63673"/>
                    <a:pt x="74879" y="63470"/>
                  </a:cubicBezTo>
                  <a:cubicBezTo>
                    <a:pt x="74848" y="63267"/>
                    <a:pt x="74810" y="63065"/>
                    <a:pt x="74766" y="62865"/>
                  </a:cubicBezTo>
                  <a:cubicBezTo>
                    <a:pt x="74723" y="62664"/>
                    <a:pt x="74673" y="62465"/>
                    <a:pt x="74616" y="62268"/>
                  </a:cubicBezTo>
                  <a:cubicBezTo>
                    <a:pt x="74560" y="62070"/>
                    <a:pt x="74498" y="61874"/>
                    <a:pt x="74430" y="61681"/>
                  </a:cubicBezTo>
                  <a:cubicBezTo>
                    <a:pt x="73770" y="59808"/>
                    <a:pt x="73055" y="57954"/>
                    <a:pt x="72285" y="56124"/>
                  </a:cubicBezTo>
                  <a:cubicBezTo>
                    <a:pt x="71516" y="54293"/>
                    <a:pt x="70691" y="52486"/>
                    <a:pt x="69814" y="50704"/>
                  </a:cubicBezTo>
                  <a:cubicBezTo>
                    <a:pt x="68936" y="48923"/>
                    <a:pt x="68006" y="47168"/>
                    <a:pt x="67024" y="45442"/>
                  </a:cubicBezTo>
                  <a:cubicBezTo>
                    <a:pt x="66042" y="43716"/>
                    <a:pt x="65009" y="42019"/>
                    <a:pt x="63926" y="40355"/>
                  </a:cubicBezTo>
                  <a:cubicBezTo>
                    <a:pt x="62843" y="38690"/>
                    <a:pt x="61710" y="37058"/>
                    <a:pt x="60530" y="35461"/>
                  </a:cubicBezTo>
                  <a:cubicBezTo>
                    <a:pt x="59350" y="33864"/>
                    <a:pt x="58123" y="32302"/>
                    <a:pt x="56849" y="30778"/>
                  </a:cubicBezTo>
                  <a:cubicBezTo>
                    <a:pt x="55576" y="29254"/>
                    <a:pt x="54258" y="27768"/>
                    <a:pt x="52896" y="26323"/>
                  </a:cubicBezTo>
                  <a:cubicBezTo>
                    <a:pt x="51534" y="24877"/>
                    <a:pt x="50130" y="23472"/>
                    <a:pt x="48685" y="22110"/>
                  </a:cubicBezTo>
                  <a:cubicBezTo>
                    <a:pt x="47239" y="20748"/>
                    <a:pt x="45754" y="19430"/>
                    <a:pt x="44230" y="18156"/>
                  </a:cubicBezTo>
                  <a:cubicBezTo>
                    <a:pt x="42706" y="16883"/>
                    <a:pt x="41145" y="15655"/>
                    <a:pt x="39548" y="14475"/>
                  </a:cubicBezTo>
                  <a:cubicBezTo>
                    <a:pt x="37951" y="13294"/>
                    <a:pt x="36319" y="12162"/>
                    <a:pt x="34654" y="11078"/>
                  </a:cubicBezTo>
                  <a:cubicBezTo>
                    <a:pt x="32990" y="9995"/>
                    <a:pt x="31294" y="8962"/>
                    <a:pt x="29568" y="7979"/>
                  </a:cubicBezTo>
                  <a:cubicBezTo>
                    <a:pt x="27842" y="6997"/>
                    <a:pt x="26087" y="6066"/>
                    <a:pt x="24306" y="5189"/>
                  </a:cubicBezTo>
                  <a:cubicBezTo>
                    <a:pt x="22524" y="4311"/>
                    <a:pt x="20717" y="3486"/>
                    <a:pt x="18887" y="2716"/>
                  </a:cubicBezTo>
                  <a:cubicBezTo>
                    <a:pt x="17056" y="1946"/>
                    <a:pt x="15203" y="1231"/>
                    <a:pt x="13330" y="571"/>
                  </a:cubicBezTo>
                  <a:cubicBezTo>
                    <a:pt x="13136" y="502"/>
                    <a:pt x="12941" y="440"/>
                    <a:pt x="12743" y="384"/>
                  </a:cubicBezTo>
                  <a:cubicBezTo>
                    <a:pt x="12545" y="327"/>
                    <a:pt x="12346" y="277"/>
                    <a:pt x="12146" y="233"/>
                  </a:cubicBezTo>
                  <a:cubicBezTo>
                    <a:pt x="11945" y="189"/>
                    <a:pt x="11743" y="151"/>
                    <a:pt x="11540" y="119"/>
                  </a:cubicBezTo>
                  <a:cubicBezTo>
                    <a:pt x="11337" y="88"/>
                    <a:pt x="11133" y="62"/>
                    <a:pt x="10929" y="43"/>
                  </a:cubicBezTo>
                  <a:cubicBezTo>
                    <a:pt x="10724" y="24"/>
                    <a:pt x="10519" y="11"/>
                    <a:pt x="10314" y="5"/>
                  </a:cubicBezTo>
                  <a:cubicBezTo>
                    <a:pt x="10108" y="-2"/>
                    <a:pt x="9903" y="-2"/>
                    <a:pt x="9697" y="5"/>
                  </a:cubicBezTo>
                  <a:cubicBezTo>
                    <a:pt x="9492" y="11"/>
                    <a:pt x="9287" y="23"/>
                    <a:pt x="9082" y="42"/>
                  </a:cubicBezTo>
                  <a:cubicBezTo>
                    <a:pt x="8878" y="61"/>
                    <a:pt x="8674" y="86"/>
                    <a:pt x="8471" y="118"/>
                  </a:cubicBezTo>
                  <a:cubicBezTo>
                    <a:pt x="8268" y="149"/>
                    <a:pt x="8066" y="187"/>
                    <a:pt x="7865" y="231"/>
                  </a:cubicBezTo>
                  <a:cubicBezTo>
                    <a:pt x="7665" y="274"/>
                    <a:pt x="7465" y="324"/>
                    <a:pt x="7268" y="381"/>
                  </a:cubicBezTo>
                  <a:cubicBezTo>
                    <a:pt x="7070" y="437"/>
                    <a:pt x="6874" y="499"/>
                    <a:pt x="6680" y="567"/>
                  </a:cubicBezTo>
                  <a:cubicBezTo>
                    <a:pt x="6487" y="635"/>
                    <a:pt x="6295" y="709"/>
                    <a:pt x="6106" y="789"/>
                  </a:cubicBezTo>
                  <a:cubicBezTo>
                    <a:pt x="5917" y="869"/>
                    <a:pt x="5730" y="955"/>
                    <a:pt x="5546" y="1047"/>
                  </a:cubicBezTo>
                  <a:cubicBezTo>
                    <a:pt x="5362" y="1138"/>
                    <a:pt x="5181" y="1235"/>
                    <a:pt x="5003" y="1338"/>
                  </a:cubicBezTo>
                  <a:cubicBezTo>
                    <a:pt x="4825" y="1441"/>
                    <a:pt x="4650" y="1549"/>
                    <a:pt x="4479" y="1662"/>
                  </a:cubicBezTo>
                  <a:cubicBezTo>
                    <a:pt x="4308" y="1776"/>
                    <a:pt x="4140" y="1894"/>
                    <a:pt x="3976" y="2018"/>
                  </a:cubicBezTo>
                  <a:cubicBezTo>
                    <a:pt x="3812" y="2142"/>
                    <a:pt x="3652" y="2271"/>
                    <a:pt x="3496" y="2404"/>
                  </a:cubicBezTo>
                  <a:cubicBezTo>
                    <a:pt x="3340" y="2538"/>
                    <a:pt x="3188" y="2676"/>
                    <a:pt x="3040" y="2819"/>
                  </a:cubicBezTo>
                  <a:cubicBezTo>
                    <a:pt x="2893" y="2962"/>
                    <a:pt x="2750" y="3110"/>
                    <a:pt x="2611" y="3261"/>
                  </a:cubicBezTo>
                  <a:cubicBezTo>
                    <a:pt x="2473" y="3413"/>
                    <a:pt x="2339" y="3569"/>
                    <a:pt x="2210" y="3729"/>
                  </a:cubicBezTo>
                  <a:cubicBezTo>
                    <a:pt x="2082" y="3889"/>
                    <a:pt x="1958" y="4053"/>
                    <a:pt x="1839" y="4221"/>
                  </a:cubicBezTo>
                  <a:cubicBezTo>
                    <a:pt x="1720" y="4389"/>
                    <a:pt x="1607" y="4560"/>
                    <a:pt x="1499" y="4734"/>
                  </a:cubicBezTo>
                  <a:cubicBezTo>
                    <a:pt x="1390" y="4909"/>
                    <a:pt x="1288" y="5087"/>
                    <a:pt x="1190" y="5268"/>
                  </a:cubicBezTo>
                  <a:cubicBezTo>
                    <a:pt x="1093" y="5449"/>
                    <a:pt x="1002" y="5633"/>
                    <a:pt x="916" y="5820"/>
                  </a:cubicBezTo>
                  <a:cubicBezTo>
                    <a:pt x="830" y="6006"/>
                    <a:pt x="750" y="6195"/>
                    <a:pt x="676" y="6387"/>
                  </a:cubicBezTo>
                  <a:cubicBezTo>
                    <a:pt x="601" y="6578"/>
                    <a:pt x="533" y="6772"/>
                    <a:pt x="471" y="6968"/>
                  </a:cubicBezTo>
                  <a:cubicBezTo>
                    <a:pt x="408" y="7164"/>
                    <a:pt x="352" y="7361"/>
                    <a:pt x="302" y="7561"/>
                  </a:cubicBezTo>
                  <a:cubicBezTo>
                    <a:pt x="252" y="7760"/>
                    <a:pt x="208" y="7961"/>
                    <a:pt x="170" y="8163"/>
                  </a:cubicBezTo>
                  <a:cubicBezTo>
                    <a:pt x="133" y="8364"/>
                    <a:pt x="101" y="8567"/>
                    <a:pt x="76" y="8771"/>
                  </a:cubicBezTo>
                  <a:cubicBezTo>
                    <a:pt x="51" y="8975"/>
                    <a:pt x="32" y="9180"/>
                    <a:pt x="19" y="9385"/>
                  </a:cubicBezTo>
                  <a:cubicBezTo>
                    <a:pt x="6" y="9590"/>
                    <a:pt x="0" y="9795"/>
                    <a:pt x="0" y="10001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48" name="probe-tabler-clipboard-data" descr="clipboard-data — Tabler contributors; preserve the bundled full upstream license. Source: https://github.com/tabler/tabler-icons/blob/a4ce1404bc6d24d3c365afe7b258d6bf6f48d62d/icons/filled/clipboard-data.svg; SVG SHA256: 5940da4bb3df4019cf6226e0b1d5c3c61e2086748bc3c7ea4f732b8e2a0b234b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49" name="probe-tabler-clipboard-data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139970" y="21700"/>
                  </a:moveTo>
                  <a:cubicBezTo>
                    <a:pt x="140551" y="21905"/>
                    <a:pt x="141126" y="22127"/>
                    <a:pt x="141693" y="22368"/>
                  </a:cubicBezTo>
                  <a:cubicBezTo>
                    <a:pt x="142261" y="22608"/>
                    <a:pt x="142821" y="22865"/>
                    <a:pt x="143372" y="23140"/>
                  </a:cubicBezTo>
                  <a:cubicBezTo>
                    <a:pt x="143924" y="23415"/>
                    <a:pt x="144467" y="23706"/>
                    <a:pt x="145000" y="24014"/>
                  </a:cubicBezTo>
                  <a:cubicBezTo>
                    <a:pt x="145534" y="24322"/>
                    <a:pt x="146058" y="24647"/>
                    <a:pt x="146571" y="24987"/>
                  </a:cubicBezTo>
                  <a:cubicBezTo>
                    <a:pt x="147085" y="25327"/>
                    <a:pt x="147588" y="25683"/>
                    <a:pt x="148080" y="26055"/>
                  </a:cubicBezTo>
                  <a:cubicBezTo>
                    <a:pt x="148571" y="26426"/>
                    <a:pt x="149051" y="26813"/>
                    <a:pt x="149519" y="27213"/>
                  </a:cubicBezTo>
                  <a:cubicBezTo>
                    <a:pt x="149987" y="27614"/>
                    <a:pt x="150443" y="28030"/>
                    <a:pt x="150885" y="28458"/>
                  </a:cubicBezTo>
                  <a:cubicBezTo>
                    <a:pt x="151327" y="28887"/>
                    <a:pt x="151756" y="29330"/>
                    <a:pt x="152171" y="29785"/>
                  </a:cubicBezTo>
                  <a:cubicBezTo>
                    <a:pt x="152586" y="30241"/>
                    <a:pt x="152987" y="30709"/>
                    <a:pt x="153374" y="31189"/>
                  </a:cubicBezTo>
                  <a:cubicBezTo>
                    <a:pt x="153760" y="31669"/>
                    <a:pt x="154131" y="32161"/>
                    <a:pt x="154487" y="32663"/>
                  </a:cubicBezTo>
                  <a:cubicBezTo>
                    <a:pt x="154843" y="33166"/>
                    <a:pt x="155184" y="33680"/>
                    <a:pt x="155508" y="34204"/>
                  </a:cubicBezTo>
                  <a:cubicBezTo>
                    <a:pt x="155832" y="34728"/>
                    <a:pt x="156140" y="35262"/>
                    <a:pt x="156432" y="35805"/>
                  </a:cubicBezTo>
                  <a:cubicBezTo>
                    <a:pt x="156723" y="36347"/>
                    <a:pt x="156998" y="36899"/>
                    <a:pt x="157255" y="37459"/>
                  </a:cubicBezTo>
                  <a:cubicBezTo>
                    <a:pt x="157513" y="38019"/>
                    <a:pt x="157753" y="38586"/>
                    <a:pt x="157975" y="39161"/>
                  </a:cubicBezTo>
                  <a:cubicBezTo>
                    <a:pt x="158198" y="39735"/>
                    <a:pt x="158403" y="40317"/>
                    <a:pt x="158589" y="40904"/>
                  </a:cubicBezTo>
                  <a:cubicBezTo>
                    <a:pt x="158776" y="41491"/>
                    <a:pt x="158945" y="42084"/>
                    <a:pt x="159095" y="42681"/>
                  </a:cubicBezTo>
                  <a:cubicBezTo>
                    <a:pt x="159245" y="43279"/>
                    <a:pt x="159377" y="43881"/>
                    <a:pt x="159490" y="44487"/>
                  </a:cubicBezTo>
                  <a:cubicBezTo>
                    <a:pt x="159603" y="45092"/>
                    <a:pt x="159698" y="45701"/>
                    <a:pt x="159773" y="46313"/>
                  </a:cubicBezTo>
                  <a:cubicBezTo>
                    <a:pt x="159849" y="46924"/>
                    <a:pt x="159906" y="47538"/>
                    <a:pt x="159943" y="48153"/>
                  </a:cubicBezTo>
                  <a:cubicBezTo>
                    <a:pt x="159981" y="48768"/>
                    <a:pt x="160000" y="49384"/>
                    <a:pt x="160000" y="50000"/>
                  </a:cubicBezTo>
                  <a:lnTo>
                    <a:pt x="160000" y="170000"/>
                  </a:lnTo>
                  <a:cubicBezTo>
                    <a:pt x="160000" y="170628"/>
                    <a:pt x="159980" y="171257"/>
                    <a:pt x="159941" y="171884"/>
                  </a:cubicBezTo>
                  <a:cubicBezTo>
                    <a:pt x="159901" y="172511"/>
                    <a:pt x="159842" y="173137"/>
                    <a:pt x="159763" y="173760"/>
                  </a:cubicBezTo>
                  <a:cubicBezTo>
                    <a:pt x="159685" y="174383"/>
                    <a:pt x="159586" y="175004"/>
                    <a:pt x="159469" y="175621"/>
                  </a:cubicBezTo>
                  <a:cubicBezTo>
                    <a:pt x="159351" y="176239"/>
                    <a:pt x="159214" y="176852"/>
                    <a:pt x="159057" y="177461"/>
                  </a:cubicBezTo>
                  <a:cubicBezTo>
                    <a:pt x="158901" y="178069"/>
                    <a:pt x="158726" y="178673"/>
                    <a:pt x="158532" y="179271"/>
                  </a:cubicBezTo>
                  <a:cubicBezTo>
                    <a:pt x="158338" y="179868"/>
                    <a:pt x="158125" y="180459"/>
                    <a:pt x="157893" y="181044"/>
                  </a:cubicBezTo>
                  <a:cubicBezTo>
                    <a:pt x="157662" y="181628"/>
                    <a:pt x="157412" y="182205"/>
                    <a:pt x="157145" y="182773"/>
                  </a:cubicBezTo>
                  <a:cubicBezTo>
                    <a:pt x="156877" y="183342"/>
                    <a:pt x="156592" y="183902"/>
                    <a:pt x="156289" y="184453"/>
                  </a:cubicBezTo>
                  <a:cubicBezTo>
                    <a:pt x="155986" y="185003"/>
                    <a:pt x="155667" y="185544"/>
                    <a:pt x="155330" y="186075"/>
                  </a:cubicBezTo>
                  <a:cubicBezTo>
                    <a:pt x="154993" y="186605"/>
                    <a:pt x="154640" y="187125"/>
                    <a:pt x="154271" y="187634"/>
                  </a:cubicBezTo>
                  <a:cubicBezTo>
                    <a:pt x="153901" y="188142"/>
                    <a:pt x="153516" y="188639"/>
                    <a:pt x="153115" y="189123"/>
                  </a:cubicBezTo>
                  <a:cubicBezTo>
                    <a:pt x="152715" y="189607"/>
                    <a:pt x="152299" y="190078"/>
                    <a:pt x="151869" y="190536"/>
                  </a:cubicBezTo>
                  <a:cubicBezTo>
                    <a:pt x="151439" y="190994"/>
                    <a:pt x="150994" y="191439"/>
                    <a:pt x="150536" y="191869"/>
                  </a:cubicBezTo>
                  <a:cubicBezTo>
                    <a:pt x="150078" y="192299"/>
                    <a:pt x="149607" y="192715"/>
                    <a:pt x="149123" y="193115"/>
                  </a:cubicBezTo>
                  <a:cubicBezTo>
                    <a:pt x="148639" y="193516"/>
                    <a:pt x="148142" y="193901"/>
                    <a:pt x="147634" y="194271"/>
                  </a:cubicBezTo>
                  <a:cubicBezTo>
                    <a:pt x="147125" y="194640"/>
                    <a:pt x="146605" y="194993"/>
                    <a:pt x="146075" y="195330"/>
                  </a:cubicBezTo>
                  <a:cubicBezTo>
                    <a:pt x="145544" y="195667"/>
                    <a:pt x="145003" y="195986"/>
                    <a:pt x="144453" y="196289"/>
                  </a:cubicBezTo>
                  <a:cubicBezTo>
                    <a:pt x="143902" y="196592"/>
                    <a:pt x="143342" y="196877"/>
                    <a:pt x="142773" y="197145"/>
                  </a:cubicBezTo>
                  <a:cubicBezTo>
                    <a:pt x="142205" y="197412"/>
                    <a:pt x="141628" y="197662"/>
                    <a:pt x="141044" y="197893"/>
                  </a:cubicBezTo>
                  <a:cubicBezTo>
                    <a:pt x="140459" y="198125"/>
                    <a:pt x="139868" y="198338"/>
                    <a:pt x="139271" y="198532"/>
                  </a:cubicBezTo>
                  <a:cubicBezTo>
                    <a:pt x="138673" y="198726"/>
                    <a:pt x="138069" y="198901"/>
                    <a:pt x="137461" y="199057"/>
                  </a:cubicBezTo>
                  <a:cubicBezTo>
                    <a:pt x="136852" y="199214"/>
                    <a:pt x="136239" y="199351"/>
                    <a:pt x="135621" y="199469"/>
                  </a:cubicBezTo>
                  <a:cubicBezTo>
                    <a:pt x="135004" y="199586"/>
                    <a:pt x="134383" y="199685"/>
                    <a:pt x="133760" y="199763"/>
                  </a:cubicBezTo>
                  <a:cubicBezTo>
                    <a:pt x="133137" y="199842"/>
                    <a:pt x="132511" y="199901"/>
                    <a:pt x="131884" y="199941"/>
                  </a:cubicBezTo>
                  <a:cubicBezTo>
                    <a:pt x="131257" y="199980"/>
                    <a:pt x="130628" y="200000"/>
                    <a:pt x="130000" y="200000"/>
                  </a:cubicBezTo>
                  <a:lnTo>
                    <a:pt x="30000" y="200000"/>
                  </a:lnTo>
                  <a:cubicBezTo>
                    <a:pt x="29372" y="200000"/>
                    <a:pt x="28743" y="199980"/>
                    <a:pt x="28116" y="199941"/>
                  </a:cubicBezTo>
                  <a:cubicBezTo>
                    <a:pt x="27489" y="199901"/>
                    <a:pt x="26863" y="199842"/>
                    <a:pt x="26240" y="199763"/>
                  </a:cubicBezTo>
                  <a:cubicBezTo>
                    <a:pt x="25617" y="199685"/>
                    <a:pt x="24996" y="199586"/>
                    <a:pt x="24379" y="199469"/>
                  </a:cubicBezTo>
                  <a:cubicBezTo>
                    <a:pt x="23761" y="199351"/>
                    <a:pt x="23148" y="199214"/>
                    <a:pt x="22539" y="199057"/>
                  </a:cubicBezTo>
                  <a:cubicBezTo>
                    <a:pt x="21931" y="198901"/>
                    <a:pt x="21327" y="198726"/>
                    <a:pt x="20729" y="198532"/>
                  </a:cubicBezTo>
                  <a:cubicBezTo>
                    <a:pt x="20132" y="198338"/>
                    <a:pt x="19541" y="198125"/>
                    <a:pt x="18956" y="197893"/>
                  </a:cubicBezTo>
                  <a:cubicBezTo>
                    <a:pt x="18372" y="197662"/>
                    <a:pt x="17795" y="197412"/>
                    <a:pt x="17227" y="197145"/>
                  </a:cubicBezTo>
                  <a:cubicBezTo>
                    <a:pt x="16658" y="196877"/>
                    <a:pt x="16098" y="196592"/>
                    <a:pt x="15547" y="196289"/>
                  </a:cubicBezTo>
                  <a:cubicBezTo>
                    <a:pt x="14997" y="195986"/>
                    <a:pt x="14456" y="195667"/>
                    <a:pt x="13925" y="195330"/>
                  </a:cubicBezTo>
                  <a:cubicBezTo>
                    <a:pt x="13395" y="194993"/>
                    <a:pt x="12875" y="194640"/>
                    <a:pt x="12366" y="194271"/>
                  </a:cubicBezTo>
                  <a:cubicBezTo>
                    <a:pt x="11858" y="193901"/>
                    <a:pt x="11361" y="193516"/>
                    <a:pt x="10877" y="193115"/>
                  </a:cubicBezTo>
                  <a:cubicBezTo>
                    <a:pt x="10393" y="192715"/>
                    <a:pt x="9922" y="192299"/>
                    <a:pt x="9464" y="191869"/>
                  </a:cubicBezTo>
                  <a:cubicBezTo>
                    <a:pt x="9006" y="191439"/>
                    <a:pt x="8561" y="190994"/>
                    <a:pt x="8131" y="190536"/>
                  </a:cubicBezTo>
                  <a:cubicBezTo>
                    <a:pt x="7701" y="190078"/>
                    <a:pt x="7285" y="189607"/>
                    <a:pt x="6885" y="189123"/>
                  </a:cubicBezTo>
                  <a:cubicBezTo>
                    <a:pt x="6484" y="188639"/>
                    <a:pt x="6099" y="188142"/>
                    <a:pt x="5729" y="187634"/>
                  </a:cubicBezTo>
                  <a:cubicBezTo>
                    <a:pt x="5360" y="187125"/>
                    <a:pt x="5007" y="186605"/>
                    <a:pt x="4670" y="186075"/>
                  </a:cubicBezTo>
                  <a:cubicBezTo>
                    <a:pt x="4333" y="185544"/>
                    <a:pt x="4014" y="185003"/>
                    <a:pt x="3711" y="184453"/>
                  </a:cubicBezTo>
                  <a:cubicBezTo>
                    <a:pt x="3408" y="183902"/>
                    <a:pt x="3123" y="183342"/>
                    <a:pt x="2855" y="182773"/>
                  </a:cubicBezTo>
                  <a:cubicBezTo>
                    <a:pt x="2588" y="182205"/>
                    <a:pt x="2338" y="181628"/>
                    <a:pt x="2107" y="181044"/>
                  </a:cubicBezTo>
                  <a:cubicBezTo>
                    <a:pt x="1875" y="180459"/>
                    <a:pt x="1662" y="179868"/>
                    <a:pt x="1468" y="179271"/>
                  </a:cubicBezTo>
                  <a:cubicBezTo>
                    <a:pt x="1274" y="178673"/>
                    <a:pt x="1099" y="178069"/>
                    <a:pt x="943" y="177461"/>
                  </a:cubicBezTo>
                  <a:cubicBezTo>
                    <a:pt x="786" y="176852"/>
                    <a:pt x="649" y="176239"/>
                    <a:pt x="531" y="175621"/>
                  </a:cubicBezTo>
                  <a:cubicBezTo>
                    <a:pt x="414" y="175004"/>
                    <a:pt x="315" y="174383"/>
                    <a:pt x="237" y="173760"/>
                  </a:cubicBezTo>
                  <a:cubicBezTo>
                    <a:pt x="158" y="173137"/>
                    <a:pt x="99" y="172511"/>
                    <a:pt x="59" y="171884"/>
                  </a:cubicBezTo>
                  <a:cubicBezTo>
                    <a:pt x="20" y="171257"/>
                    <a:pt x="0" y="170628"/>
                    <a:pt x="0" y="170000"/>
                  </a:cubicBezTo>
                  <a:lnTo>
                    <a:pt x="0" y="50000"/>
                  </a:lnTo>
                  <a:cubicBezTo>
                    <a:pt x="0" y="49384"/>
                    <a:pt x="19" y="48768"/>
                    <a:pt x="57" y="48153"/>
                  </a:cubicBezTo>
                  <a:cubicBezTo>
                    <a:pt x="94" y="47538"/>
                    <a:pt x="151" y="46924"/>
                    <a:pt x="227" y="46313"/>
                  </a:cubicBezTo>
                  <a:cubicBezTo>
                    <a:pt x="302" y="45701"/>
                    <a:pt x="397" y="45092"/>
                    <a:pt x="510" y="44487"/>
                  </a:cubicBezTo>
                  <a:cubicBezTo>
                    <a:pt x="623" y="43881"/>
                    <a:pt x="755" y="43279"/>
                    <a:pt x="905" y="42681"/>
                  </a:cubicBezTo>
                  <a:cubicBezTo>
                    <a:pt x="1055" y="42084"/>
                    <a:pt x="1224" y="41491"/>
                    <a:pt x="1411" y="40904"/>
                  </a:cubicBezTo>
                  <a:cubicBezTo>
                    <a:pt x="1597" y="40317"/>
                    <a:pt x="1802" y="39735"/>
                    <a:pt x="2025" y="39161"/>
                  </a:cubicBezTo>
                  <a:cubicBezTo>
                    <a:pt x="2247" y="38586"/>
                    <a:pt x="2487" y="38019"/>
                    <a:pt x="2745" y="37459"/>
                  </a:cubicBezTo>
                  <a:cubicBezTo>
                    <a:pt x="3002" y="36899"/>
                    <a:pt x="3277" y="36347"/>
                    <a:pt x="3568" y="35805"/>
                  </a:cubicBezTo>
                  <a:cubicBezTo>
                    <a:pt x="3860" y="35262"/>
                    <a:pt x="4168" y="34728"/>
                    <a:pt x="4492" y="34204"/>
                  </a:cubicBezTo>
                  <a:cubicBezTo>
                    <a:pt x="4816" y="33680"/>
                    <a:pt x="5157" y="33166"/>
                    <a:pt x="5513" y="32663"/>
                  </a:cubicBezTo>
                  <a:cubicBezTo>
                    <a:pt x="5869" y="32161"/>
                    <a:pt x="6240" y="31669"/>
                    <a:pt x="6626" y="31189"/>
                  </a:cubicBezTo>
                  <a:cubicBezTo>
                    <a:pt x="7013" y="30709"/>
                    <a:pt x="7414" y="30241"/>
                    <a:pt x="7829" y="29785"/>
                  </a:cubicBezTo>
                  <a:cubicBezTo>
                    <a:pt x="8244" y="29330"/>
                    <a:pt x="8673" y="28887"/>
                    <a:pt x="9115" y="28458"/>
                  </a:cubicBezTo>
                  <a:cubicBezTo>
                    <a:pt x="9557" y="28030"/>
                    <a:pt x="10013" y="27614"/>
                    <a:pt x="10481" y="27213"/>
                  </a:cubicBezTo>
                  <a:cubicBezTo>
                    <a:pt x="10949" y="26813"/>
                    <a:pt x="11429" y="26426"/>
                    <a:pt x="11920" y="26055"/>
                  </a:cubicBezTo>
                  <a:cubicBezTo>
                    <a:pt x="12412" y="25683"/>
                    <a:pt x="12915" y="25327"/>
                    <a:pt x="13429" y="24987"/>
                  </a:cubicBezTo>
                  <a:cubicBezTo>
                    <a:pt x="13942" y="24647"/>
                    <a:pt x="14466" y="24322"/>
                    <a:pt x="15000" y="24014"/>
                  </a:cubicBezTo>
                  <a:cubicBezTo>
                    <a:pt x="15533" y="23706"/>
                    <a:pt x="16076" y="23415"/>
                    <a:pt x="16628" y="23140"/>
                  </a:cubicBezTo>
                  <a:cubicBezTo>
                    <a:pt x="17179" y="22865"/>
                    <a:pt x="17739" y="22608"/>
                    <a:pt x="18307" y="22368"/>
                  </a:cubicBezTo>
                  <a:cubicBezTo>
                    <a:pt x="18874" y="22127"/>
                    <a:pt x="19449" y="21905"/>
                    <a:pt x="20030" y="21700"/>
                  </a:cubicBezTo>
                  <a:cubicBezTo>
                    <a:pt x="20065" y="22514"/>
                    <a:pt x="20124" y="23328"/>
                    <a:pt x="20209" y="24139"/>
                  </a:cubicBezTo>
                  <a:cubicBezTo>
                    <a:pt x="20293" y="24949"/>
                    <a:pt x="20402" y="25758"/>
                    <a:pt x="20536" y="26562"/>
                  </a:cubicBezTo>
                  <a:cubicBezTo>
                    <a:pt x="20669" y="27366"/>
                    <a:pt x="20828" y="28166"/>
                    <a:pt x="21010" y="28960"/>
                  </a:cubicBezTo>
                  <a:cubicBezTo>
                    <a:pt x="21193" y="29755"/>
                    <a:pt x="21400" y="30544"/>
                    <a:pt x="21631" y="31325"/>
                  </a:cubicBezTo>
                  <a:cubicBezTo>
                    <a:pt x="21861" y="32107"/>
                    <a:pt x="22116" y="32882"/>
                    <a:pt x="22394" y="33648"/>
                  </a:cubicBezTo>
                  <a:cubicBezTo>
                    <a:pt x="22672" y="34415"/>
                    <a:pt x="22974" y="35172"/>
                    <a:pt x="23298" y="35920"/>
                  </a:cubicBezTo>
                  <a:cubicBezTo>
                    <a:pt x="23623" y="36668"/>
                    <a:pt x="23970" y="37406"/>
                    <a:pt x="24340" y="38132"/>
                  </a:cubicBezTo>
                  <a:cubicBezTo>
                    <a:pt x="24709" y="38859"/>
                    <a:pt x="25101" y="39574"/>
                    <a:pt x="25514" y="40277"/>
                  </a:cubicBezTo>
                  <a:cubicBezTo>
                    <a:pt x="25927" y="40980"/>
                    <a:pt x="26362" y="41670"/>
                    <a:pt x="26818" y="42346"/>
                  </a:cubicBezTo>
                  <a:cubicBezTo>
                    <a:pt x="27273" y="43022"/>
                    <a:pt x="27749" y="43684"/>
                    <a:pt x="28245" y="44331"/>
                  </a:cubicBezTo>
                  <a:cubicBezTo>
                    <a:pt x="28741" y="44978"/>
                    <a:pt x="29256" y="45610"/>
                    <a:pt x="29791" y="46225"/>
                  </a:cubicBezTo>
                  <a:cubicBezTo>
                    <a:pt x="30325" y="46841"/>
                    <a:pt x="30878" y="47440"/>
                    <a:pt x="31450" y="48022"/>
                  </a:cubicBezTo>
                  <a:cubicBezTo>
                    <a:pt x="32021" y="48604"/>
                    <a:pt x="32609" y="49168"/>
                    <a:pt x="33215" y="49714"/>
                  </a:cubicBezTo>
                  <a:cubicBezTo>
                    <a:pt x="33821" y="50259"/>
                    <a:pt x="34443" y="50786"/>
                    <a:pt x="35081" y="51294"/>
                  </a:cubicBezTo>
                  <a:cubicBezTo>
                    <a:pt x="35718" y="51802"/>
                    <a:pt x="36372" y="52290"/>
                    <a:pt x="37039" y="52758"/>
                  </a:cubicBezTo>
                  <a:cubicBezTo>
                    <a:pt x="37707" y="53226"/>
                    <a:pt x="38389" y="53673"/>
                    <a:pt x="39084" y="54099"/>
                  </a:cubicBezTo>
                  <a:cubicBezTo>
                    <a:pt x="39778" y="54525"/>
                    <a:pt x="40486" y="54930"/>
                    <a:pt x="41206" y="55313"/>
                  </a:cubicBezTo>
                  <a:cubicBezTo>
                    <a:pt x="41926" y="55696"/>
                    <a:pt x="42657" y="56057"/>
                    <a:pt x="43399" y="56395"/>
                  </a:cubicBezTo>
                  <a:cubicBezTo>
                    <a:pt x="44140" y="56733"/>
                    <a:pt x="44892" y="57049"/>
                    <a:pt x="45653" y="57341"/>
                  </a:cubicBezTo>
                  <a:cubicBezTo>
                    <a:pt x="46414" y="57633"/>
                    <a:pt x="47184" y="57902"/>
                    <a:pt x="47962" y="58147"/>
                  </a:cubicBezTo>
                  <a:cubicBezTo>
                    <a:pt x="48739" y="58393"/>
                    <a:pt x="49524" y="58614"/>
                    <a:pt x="50315" y="58811"/>
                  </a:cubicBezTo>
                  <a:cubicBezTo>
                    <a:pt x="51106" y="59009"/>
                    <a:pt x="51903" y="59182"/>
                    <a:pt x="52704" y="59330"/>
                  </a:cubicBezTo>
                  <a:cubicBezTo>
                    <a:pt x="53506" y="59479"/>
                    <a:pt x="54312" y="59603"/>
                    <a:pt x="55121" y="59702"/>
                  </a:cubicBezTo>
                  <a:cubicBezTo>
                    <a:pt x="55930" y="59801"/>
                    <a:pt x="56742" y="59876"/>
                    <a:pt x="57556" y="59926"/>
                  </a:cubicBezTo>
                  <a:cubicBezTo>
                    <a:pt x="58370" y="59975"/>
                    <a:pt x="59185" y="60000"/>
                    <a:pt x="60000" y="60000"/>
                  </a:cubicBezTo>
                  <a:lnTo>
                    <a:pt x="100000" y="60000"/>
                  </a:lnTo>
                  <a:cubicBezTo>
                    <a:pt x="100817" y="60000"/>
                    <a:pt x="101633" y="59975"/>
                    <a:pt x="102448" y="59925"/>
                  </a:cubicBezTo>
                  <a:cubicBezTo>
                    <a:pt x="103264" y="59875"/>
                    <a:pt x="104077" y="59800"/>
                    <a:pt x="104888" y="59701"/>
                  </a:cubicBezTo>
                  <a:cubicBezTo>
                    <a:pt x="105698" y="59601"/>
                    <a:pt x="106506" y="59476"/>
                    <a:pt x="107309" y="59327"/>
                  </a:cubicBezTo>
                  <a:cubicBezTo>
                    <a:pt x="108112" y="59178"/>
                    <a:pt x="108910" y="59004"/>
                    <a:pt x="109702" y="58806"/>
                  </a:cubicBezTo>
                  <a:cubicBezTo>
                    <a:pt x="110494" y="58608"/>
                    <a:pt x="111281" y="58386"/>
                    <a:pt x="112059" y="58140"/>
                  </a:cubicBezTo>
                  <a:cubicBezTo>
                    <a:pt x="112838" y="57894"/>
                    <a:pt x="113609" y="57624"/>
                    <a:pt x="114371" y="57331"/>
                  </a:cubicBezTo>
                  <a:cubicBezTo>
                    <a:pt x="115133" y="57037"/>
                    <a:pt x="115886" y="56721"/>
                    <a:pt x="116629" y="56381"/>
                  </a:cubicBezTo>
                  <a:cubicBezTo>
                    <a:pt x="117372" y="56042"/>
                    <a:pt x="118104" y="55679"/>
                    <a:pt x="118825" y="55295"/>
                  </a:cubicBezTo>
                  <a:cubicBezTo>
                    <a:pt x="119546" y="54911"/>
                    <a:pt x="120254" y="54505"/>
                    <a:pt x="120950" y="54077"/>
                  </a:cubicBezTo>
                  <a:cubicBezTo>
                    <a:pt x="121646" y="53649"/>
                    <a:pt x="122328" y="53200"/>
                    <a:pt x="122997" y="52731"/>
                  </a:cubicBezTo>
                  <a:cubicBezTo>
                    <a:pt x="123665" y="52261"/>
                    <a:pt x="124319" y="51772"/>
                    <a:pt x="124957" y="51262"/>
                  </a:cubicBezTo>
                  <a:cubicBezTo>
                    <a:pt x="125595" y="50753"/>
                    <a:pt x="126218" y="50224"/>
                    <a:pt x="126824" y="49676"/>
                  </a:cubicBezTo>
                  <a:cubicBezTo>
                    <a:pt x="127430" y="49128"/>
                    <a:pt x="128019" y="48562"/>
                    <a:pt x="128590" y="47979"/>
                  </a:cubicBezTo>
                  <a:cubicBezTo>
                    <a:pt x="129161" y="47395"/>
                    <a:pt x="129715" y="46794"/>
                    <a:pt x="130249" y="46177"/>
                  </a:cubicBezTo>
                  <a:cubicBezTo>
                    <a:pt x="130783" y="45559"/>
                    <a:pt x="131299" y="44925"/>
                    <a:pt x="131795" y="44276"/>
                  </a:cubicBezTo>
                  <a:cubicBezTo>
                    <a:pt x="132290" y="43627"/>
                    <a:pt x="132766" y="42963"/>
                    <a:pt x="133221" y="42285"/>
                  </a:cubicBezTo>
                  <a:cubicBezTo>
                    <a:pt x="133676" y="41606"/>
                    <a:pt x="134110" y="40914"/>
                    <a:pt x="134523" y="40210"/>
                  </a:cubicBezTo>
                  <a:cubicBezTo>
                    <a:pt x="134935" y="39505"/>
                    <a:pt x="135326" y="38788"/>
                    <a:pt x="135695" y="38059"/>
                  </a:cubicBezTo>
                  <a:cubicBezTo>
                    <a:pt x="136064" y="37330"/>
                    <a:pt x="136410" y="36590"/>
                    <a:pt x="136733" y="35840"/>
                  </a:cubicBezTo>
                  <a:cubicBezTo>
                    <a:pt x="137057" y="35090"/>
                    <a:pt x="137357" y="34331"/>
                    <a:pt x="137634" y="33562"/>
                  </a:cubicBezTo>
                  <a:cubicBezTo>
                    <a:pt x="137911" y="32794"/>
                    <a:pt x="138164" y="32017"/>
                    <a:pt x="138394" y="31234"/>
                  </a:cubicBezTo>
                  <a:cubicBezTo>
                    <a:pt x="138623" y="30450"/>
                    <a:pt x="138828" y="29659"/>
                    <a:pt x="139009" y="28863"/>
                  </a:cubicBezTo>
                  <a:cubicBezTo>
                    <a:pt x="139190" y="28066"/>
                    <a:pt x="139347" y="27264"/>
                    <a:pt x="139479" y="26458"/>
                  </a:cubicBezTo>
                  <a:cubicBezTo>
                    <a:pt x="139611" y="25652"/>
                    <a:pt x="139718" y="24843"/>
                    <a:pt x="139800" y="24030"/>
                  </a:cubicBezTo>
                  <a:close/>
                  <a:moveTo>
                    <a:pt x="50000" y="100000"/>
                  </a:moveTo>
                  <a:cubicBezTo>
                    <a:pt x="49791" y="100000"/>
                    <a:pt x="49581" y="100007"/>
                    <a:pt x="49372" y="100020"/>
                  </a:cubicBezTo>
                  <a:cubicBezTo>
                    <a:pt x="49163" y="100033"/>
                    <a:pt x="48954" y="100053"/>
                    <a:pt x="48747" y="100079"/>
                  </a:cubicBezTo>
                  <a:cubicBezTo>
                    <a:pt x="48539" y="100105"/>
                    <a:pt x="48332" y="100138"/>
                    <a:pt x="48126" y="100177"/>
                  </a:cubicBezTo>
                  <a:cubicBezTo>
                    <a:pt x="47920" y="100216"/>
                    <a:pt x="47716" y="100262"/>
                    <a:pt x="47513" y="100314"/>
                  </a:cubicBezTo>
                  <a:cubicBezTo>
                    <a:pt x="47310" y="100366"/>
                    <a:pt x="47109" y="100425"/>
                    <a:pt x="46910" y="100489"/>
                  </a:cubicBezTo>
                  <a:cubicBezTo>
                    <a:pt x="46711" y="100554"/>
                    <a:pt x="46514" y="100625"/>
                    <a:pt x="46319" y="100702"/>
                  </a:cubicBezTo>
                  <a:cubicBezTo>
                    <a:pt x="46124" y="100779"/>
                    <a:pt x="45932" y="100863"/>
                    <a:pt x="45742" y="100952"/>
                  </a:cubicBezTo>
                  <a:cubicBezTo>
                    <a:pt x="45553" y="101041"/>
                    <a:pt x="45366" y="101136"/>
                    <a:pt x="45182" y="101237"/>
                  </a:cubicBezTo>
                  <a:cubicBezTo>
                    <a:pt x="44999" y="101338"/>
                    <a:pt x="44819" y="101444"/>
                    <a:pt x="44642" y="101557"/>
                  </a:cubicBezTo>
                  <a:cubicBezTo>
                    <a:pt x="44465" y="101669"/>
                    <a:pt x="44292" y="101787"/>
                    <a:pt x="44122" y="101910"/>
                  </a:cubicBezTo>
                  <a:cubicBezTo>
                    <a:pt x="43953" y="102033"/>
                    <a:pt x="43787" y="102161"/>
                    <a:pt x="43626" y="102295"/>
                  </a:cubicBezTo>
                  <a:cubicBezTo>
                    <a:pt x="43464" y="102428"/>
                    <a:pt x="43307" y="102567"/>
                    <a:pt x="43155" y="102710"/>
                  </a:cubicBezTo>
                  <a:cubicBezTo>
                    <a:pt x="43002" y="102854"/>
                    <a:pt x="42854" y="103002"/>
                    <a:pt x="42710" y="103155"/>
                  </a:cubicBezTo>
                  <a:cubicBezTo>
                    <a:pt x="42567" y="103307"/>
                    <a:pt x="42428" y="103464"/>
                    <a:pt x="42295" y="103626"/>
                  </a:cubicBezTo>
                  <a:cubicBezTo>
                    <a:pt x="42161" y="103787"/>
                    <a:pt x="42033" y="103953"/>
                    <a:pt x="41910" y="104122"/>
                  </a:cubicBezTo>
                  <a:cubicBezTo>
                    <a:pt x="41787" y="104292"/>
                    <a:pt x="41669" y="104465"/>
                    <a:pt x="41557" y="104642"/>
                  </a:cubicBezTo>
                  <a:cubicBezTo>
                    <a:pt x="41444" y="104819"/>
                    <a:pt x="41338" y="104999"/>
                    <a:pt x="41237" y="105182"/>
                  </a:cubicBezTo>
                  <a:cubicBezTo>
                    <a:pt x="41136" y="105366"/>
                    <a:pt x="41041" y="105553"/>
                    <a:pt x="40952" y="105742"/>
                  </a:cubicBezTo>
                  <a:cubicBezTo>
                    <a:pt x="40863" y="105932"/>
                    <a:pt x="40779" y="106124"/>
                    <a:pt x="40702" y="106319"/>
                  </a:cubicBezTo>
                  <a:cubicBezTo>
                    <a:pt x="40625" y="106514"/>
                    <a:pt x="40554" y="106711"/>
                    <a:pt x="40489" y="106910"/>
                  </a:cubicBezTo>
                  <a:cubicBezTo>
                    <a:pt x="40425" y="107109"/>
                    <a:pt x="40366" y="107310"/>
                    <a:pt x="40314" y="107513"/>
                  </a:cubicBezTo>
                  <a:cubicBezTo>
                    <a:pt x="40262" y="107716"/>
                    <a:pt x="40216" y="107920"/>
                    <a:pt x="40177" y="108126"/>
                  </a:cubicBezTo>
                  <a:cubicBezTo>
                    <a:pt x="40138" y="108332"/>
                    <a:pt x="40105" y="108539"/>
                    <a:pt x="40079" y="108747"/>
                  </a:cubicBezTo>
                  <a:cubicBezTo>
                    <a:pt x="40053" y="108954"/>
                    <a:pt x="40033" y="109163"/>
                    <a:pt x="40020" y="109372"/>
                  </a:cubicBezTo>
                  <a:cubicBezTo>
                    <a:pt x="40007" y="109581"/>
                    <a:pt x="40000" y="109791"/>
                    <a:pt x="40000" y="110000"/>
                  </a:cubicBezTo>
                  <a:lnTo>
                    <a:pt x="40000" y="150000"/>
                  </a:lnTo>
                  <a:cubicBezTo>
                    <a:pt x="40000" y="150209"/>
                    <a:pt x="40007" y="150419"/>
                    <a:pt x="40020" y="150628"/>
                  </a:cubicBezTo>
                  <a:cubicBezTo>
                    <a:pt x="40033" y="150837"/>
                    <a:pt x="40053" y="151046"/>
                    <a:pt x="40079" y="151253"/>
                  </a:cubicBezTo>
                  <a:cubicBezTo>
                    <a:pt x="40105" y="151461"/>
                    <a:pt x="40138" y="151668"/>
                    <a:pt x="40177" y="151874"/>
                  </a:cubicBezTo>
                  <a:cubicBezTo>
                    <a:pt x="40216" y="152080"/>
                    <a:pt x="40262" y="152284"/>
                    <a:pt x="40314" y="152487"/>
                  </a:cubicBezTo>
                  <a:cubicBezTo>
                    <a:pt x="40366" y="152690"/>
                    <a:pt x="40425" y="152891"/>
                    <a:pt x="40489" y="153090"/>
                  </a:cubicBezTo>
                  <a:cubicBezTo>
                    <a:pt x="40554" y="153289"/>
                    <a:pt x="40625" y="153486"/>
                    <a:pt x="40702" y="153681"/>
                  </a:cubicBezTo>
                  <a:cubicBezTo>
                    <a:pt x="40779" y="153876"/>
                    <a:pt x="40863" y="154068"/>
                    <a:pt x="40952" y="154258"/>
                  </a:cubicBezTo>
                  <a:cubicBezTo>
                    <a:pt x="41041" y="154447"/>
                    <a:pt x="41136" y="154634"/>
                    <a:pt x="41237" y="154818"/>
                  </a:cubicBezTo>
                  <a:cubicBezTo>
                    <a:pt x="41338" y="155001"/>
                    <a:pt x="41444" y="155181"/>
                    <a:pt x="41557" y="155358"/>
                  </a:cubicBezTo>
                  <a:cubicBezTo>
                    <a:pt x="41669" y="155535"/>
                    <a:pt x="41787" y="155708"/>
                    <a:pt x="41910" y="155878"/>
                  </a:cubicBezTo>
                  <a:cubicBezTo>
                    <a:pt x="42033" y="156047"/>
                    <a:pt x="42161" y="156213"/>
                    <a:pt x="42295" y="156374"/>
                  </a:cubicBezTo>
                  <a:cubicBezTo>
                    <a:pt x="42428" y="156536"/>
                    <a:pt x="42567" y="156693"/>
                    <a:pt x="42710" y="156845"/>
                  </a:cubicBezTo>
                  <a:cubicBezTo>
                    <a:pt x="42854" y="156998"/>
                    <a:pt x="43002" y="157146"/>
                    <a:pt x="43155" y="157290"/>
                  </a:cubicBezTo>
                  <a:cubicBezTo>
                    <a:pt x="43307" y="157433"/>
                    <a:pt x="43464" y="157572"/>
                    <a:pt x="43626" y="157705"/>
                  </a:cubicBezTo>
                  <a:cubicBezTo>
                    <a:pt x="43787" y="157839"/>
                    <a:pt x="43953" y="157967"/>
                    <a:pt x="44122" y="158090"/>
                  </a:cubicBezTo>
                  <a:cubicBezTo>
                    <a:pt x="44292" y="158213"/>
                    <a:pt x="44465" y="158331"/>
                    <a:pt x="44642" y="158443"/>
                  </a:cubicBezTo>
                  <a:cubicBezTo>
                    <a:pt x="44819" y="158556"/>
                    <a:pt x="44999" y="158662"/>
                    <a:pt x="45182" y="158763"/>
                  </a:cubicBezTo>
                  <a:cubicBezTo>
                    <a:pt x="45366" y="158864"/>
                    <a:pt x="45553" y="158959"/>
                    <a:pt x="45742" y="159048"/>
                  </a:cubicBezTo>
                  <a:cubicBezTo>
                    <a:pt x="45932" y="159137"/>
                    <a:pt x="46124" y="159221"/>
                    <a:pt x="46319" y="159298"/>
                  </a:cubicBezTo>
                  <a:cubicBezTo>
                    <a:pt x="46514" y="159375"/>
                    <a:pt x="46711" y="159446"/>
                    <a:pt x="46910" y="159511"/>
                  </a:cubicBezTo>
                  <a:cubicBezTo>
                    <a:pt x="47109" y="159575"/>
                    <a:pt x="47310" y="159634"/>
                    <a:pt x="47513" y="159686"/>
                  </a:cubicBezTo>
                  <a:cubicBezTo>
                    <a:pt x="47716" y="159738"/>
                    <a:pt x="47920" y="159784"/>
                    <a:pt x="48126" y="159823"/>
                  </a:cubicBezTo>
                  <a:cubicBezTo>
                    <a:pt x="48332" y="159862"/>
                    <a:pt x="48539" y="159895"/>
                    <a:pt x="48747" y="159921"/>
                  </a:cubicBezTo>
                  <a:cubicBezTo>
                    <a:pt x="48954" y="159947"/>
                    <a:pt x="49163" y="159967"/>
                    <a:pt x="49372" y="159980"/>
                  </a:cubicBezTo>
                  <a:cubicBezTo>
                    <a:pt x="49581" y="159993"/>
                    <a:pt x="49791" y="160000"/>
                    <a:pt x="50000" y="160000"/>
                  </a:cubicBezTo>
                  <a:cubicBezTo>
                    <a:pt x="50209" y="160000"/>
                    <a:pt x="50419" y="159993"/>
                    <a:pt x="50628" y="159980"/>
                  </a:cubicBezTo>
                  <a:cubicBezTo>
                    <a:pt x="50837" y="159967"/>
                    <a:pt x="51046" y="159947"/>
                    <a:pt x="51253" y="159921"/>
                  </a:cubicBezTo>
                  <a:cubicBezTo>
                    <a:pt x="51461" y="159895"/>
                    <a:pt x="51668" y="159862"/>
                    <a:pt x="51874" y="159823"/>
                  </a:cubicBezTo>
                  <a:cubicBezTo>
                    <a:pt x="52080" y="159784"/>
                    <a:pt x="52284" y="159738"/>
                    <a:pt x="52487" y="159686"/>
                  </a:cubicBezTo>
                  <a:cubicBezTo>
                    <a:pt x="52690" y="159634"/>
                    <a:pt x="52891" y="159575"/>
                    <a:pt x="53090" y="159511"/>
                  </a:cubicBezTo>
                  <a:cubicBezTo>
                    <a:pt x="53289" y="159446"/>
                    <a:pt x="53486" y="159375"/>
                    <a:pt x="53681" y="159298"/>
                  </a:cubicBezTo>
                  <a:cubicBezTo>
                    <a:pt x="53876" y="159221"/>
                    <a:pt x="54068" y="159137"/>
                    <a:pt x="54258" y="159048"/>
                  </a:cubicBezTo>
                  <a:cubicBezTo>
                    <a:pt x="54447" y="158959"/>
                    <a:pt x="54634" y="158864"/>
                    <a:pt x="54818" y="158763"/>
                  </a:cubicBezTo>
                  <a:cubicBezTo>
                    <a:pt x="55001" y="158662"/>
                    <a:pt x="55181" y="158556"/>
                    <a:pt x="55358" y="158443"/>
                  </a:cubicBezTo>
                  <a:cubicBezTo>
                    <a:pt x="55535" y="158331"/>
                    <a:pt x="55708" y="158213"/>
                    <a:pt x="55878" y="158090"/>
                  </a:cubicBezTo>
                  <a:cubicBezTo>
                    <a:pt x="56047" y="157967"/>
                    <a:pt x="56213" y="157839"/>
                    <a:pt x="56374" y="157705"/>
                  </a:cubicBezTo>
                  <a:cubicBezTo>
                    <a:pt x="56536" y="157572"/>
                    <a:pt x="56693" y="157433"/>
                    <a:pt x="56845" y="157290"/>
                  </a:cubicBezTo>
                  <a:cubicBezTo>
                    <a:pt x="56998" y="157146"/>
                    <a:pt x="57146" y="156998"/>
                    <a:pt x="57290" y="156845"/>
                  </a:cubicBezTo>
                  <a:cubicBezTo>
                    <a:pt x="57433" y="156693"/>
                    <a:pt x="57572" y="156536"/>
                    <a:pt x="57705" y="156374"/>
                  </a:cubicBezTo>
                  <a:cubicBezTo>
                    <a:pt x="57839" y="156213"/>
                    <a:pt x="57967" y="156047"/>
                    <a:pt x="58090" y="155878"/>
                  </a:cubicBezTo>
                  <a:cubicBezTo>
                    <a:pt x="58213" y="155708"/>
                    <a:pt x="58331" y="155535"/>
                    <a:pt x="58443" y="155358"/>
                  </a:cubicBezTo>
                  <a:cubicBezTo>
                    <a:pt x="58556" y="155181"/>
                    <a:pt x="58662" y="155001"/>
                    <a:pt x="58763" y="154818"/>
                  </a:cubicBezTo>
                  <a:cubicBezTo>
                    <a:pt x="58864" y="154634"/>
                    <a:pt x="58959" y="154447"/>
                    <a:pt x="59048" y="154258"/>
                  </a:cubicBezTo>
                  <a:cubicBezTo>
                    <a:pt x="59137" y="154068"/>
                    <a:pt x="59221" y="153876"/>
                    <a:pt x="59298" y="153681"/>
                  </a:cubicBezTo>
                  <a:cubicBezTo>
                    <a:pt x="59375" y="153486"/>
                    <a:pt x="59446" y="153289"/>
                    <a:pt x="59511" y="153090"/>
                  </a:cubicBezTo>
                  <a:cubicBezTo>
                    <a:pt x="59575" y="152891"/>
                    <a:pt x="59634" y="152690"/>
                    <a:pt x="59686" y="152487"/>
                  </a:cubicBezTo>
                  <a:cubicBezTo>
                    <a:pt x="59738" y="152284"/>
                    <a:pt x="59784" y="152080"/>
                    <a:pt x="59823" y="151874"/>
                  </a:cubicBezTo>
                  <a:cubicBezTo>
                    <a:pt x="59862" y="151668"/>
                    <a:pt x="59895" y="151461"/>
                    <a:pt x="59921" y="151253"/>
                  </a:cubicBezTo>
                  <a:cubicBezTo>
                    <a:pt x="59947" y="151046"/>
                    <a:pt x="59967" y="150837"/>
                    <a:pt x="59980" y="150628"/>
                  </a:cubicBezTo>
                  <a:cubicBezTo>
                    <a:pt x="59993" y="150419"/>
                    <a:pt x="60000" y="150209"/>
                    <a:pt x="60000" y="150000"/>
                  </a:cubicBezTo>
                  <a:lnTo>
                    <a:pt x="60000" y="110000"/>
                  </a:lnTo>
                  <a:cubicBezTo>
                    <a:pt x="60000" y="109791"/>
                    <a:pt x="59993" y="109581"/>
                    <a:pt x="59980" y="109372"/>
                  </a:cubicBezTo>
                  <a:cubicBezTo>
                    <a:pt x="59967" y="109163"/>
                    <a:pt x="59947" y="108954"/>
                    <a:pt x="59921" y="108747"/>
                  </a:cubicBezTo>
                  <a:cubicBezTo>
                    <a:pt x="59895" y="108539"/>
                    <a:pt x="59862" y="108332"/>
                    <a:pt x="59823" y="108126"/>
                  </a:cubicBezTo>
                  <a:cubicBezTo>
                    <a:pt x="59784" y="107920"/>
                    <a:pt x="59738" y="107716"/>
                    <a:pt x="59686" y="107513"/>
                  </a:cubicBezTo>
                  <a:cubicBezTo>
                    <a:pt x="59634" y="107310"/>
                    <a:pt x="59575" y="107109"/>
                    <a:pt x="59511" y="106910"/>
                  </a:cubicBezTo>
                  <a:cubicBezTo>
                    <a:pt x="59446" y="106711"/>
                    <a:pt x="59375" y="106514"/>
                    <a:pt x="59298" y="106319"/>
                  </a:cubicBezTo>
                  <a:cubicBezTo>
                    <a:pt x="59221" y="106124"/>
                    <a:pt x="59137" y="105932"/>
                    <a:pt x="59048" y="105742"/>
                  </a:cubicBezTo>
                  <a:cubicBezTo>
                    <a:pt x="58959" y="105553"/>
                    <a:pt x="58864" y="105366"/>
                    <a:pt x="58763" y="105182"/>
                  </a:cubicBezTo>
                  <a:cubicBezTo>
                    <a:pt x="58662" y="104999"/>
                    <a:pt x="58556" y="104819"/>
                    <a:pt x="58443" y="104642"/>
                  </a:cubicBezTo>
                  <a:cubicBezTo>
                    <a:pt x="58331" y="104465"/>
                    <a:pt x="58213" y="104292"/>
                    <a:pt x="58090" y="104122"/>
                  </a:cubicBezTo>
                  <a:cubicBezTo>
                    <a:pt x="57967" y="103953"/>
                    <a:pt x="57839" y="103787"/>
                    <a:pt x="57705" y="103626"/>
                  </a:cubicBezTo>
                  <a:cubicBezTo>
                    <a:pt x="57572" y="103464"/>
                    <a:pt x="57433" y="103307"/>
                    <a:pt x="57290" y="103155"/>
                  </a:cubicBezTo>
                  <a:cubicBezTo>
                    <a:pt x="57146" y="103002"/>
                    <a:pt x="56998" y="102854"/>
                    <a:pt x="56845" y="102710"/>
                  </a:cubicBezTo>
                  <a:cubicBezTo>
                    <a:pt x="56693" y="102567"/>
                    <a:pt x="56536" y="102428"/>
                    <a:pt x="56374" y="102295"/>
                  </a:cubicBezTo>
                  <a:cubicBezTo>
                    <a:pt x="56213" y="102161"/>
                    <a:pt x="56047" y="102033"/>
                    <a:pt x="55878" y="101910"/>
                  </a:cubicBezTo>
                  <a:cubicBezTo>
                    <a:pt x="55708" y="101787"/>
                    <a:pt x="55535" y="101669"/>
                    <a:pt x="55358" y="101557"/>
                  </a:cubicBezTo>
                  <a:cubicBezTo>
                    <a:pt x="55181" y="101444"/>
                    <a:pt x="55001" y="101338"/>
                    <a:pt x="54818" y="101237"/>
                  </a:cubicBezTo>
                  <a:cubicBezTo>
                    <a:pt x="54634" y="101136"/>
                    <a:pt x="54447" y="101041"/>
                    <a:pt x="54258" y="100952"/>
                  </a:cubicBezTo>
                  <a:cubicBezTo>
                    <a:pt x="54068" y="100863"/>
                    <a:pt x="53876" y="100779"/>
                    <a:pt x="53681" y="100702"/>
                  </a:cubicBezTo>
                  <a:cubicBezTo>
                    <a:pt x="53486" y="100625"/>
                    <a:pt x="53289" y="100554"/>
                    <a:pt x="53090" y="100489"/>
                  </a:cubicBezTo>
                  <a:cubicBezTo>
                    <a:pt x="52891" y="100425"/>
                    <a:pt x="52690" y="100366"/>
                    <a:pt x="52487" y="100314"/>
                  </a:cubicBezTo>
                  <a:cubicBezTo>
                    <a:pt x="52284" y="100262"/>
                    <a:pt x="52080" y="100216"/>
                    <a:pt x="51874" y="100177"/>
                  </a:cubicBezTo>
                  <a:cubicBezTo>
                    <a:pt x="51668" y="100138"/>
                    <a:pt x="51461" y="100105"/>
                    <a:pt x="51253" y="100079"/>
                  </a:cubicBezTo>
                  <a:cubicBezTo>
                    <a:pt x="51046" y="100053"/>
                    <a:pt x="50837" y="100033"/>
                    <a:pt x="50628" y="100020"/>
                  </a:cubicBezTo>
                  <a:cubicBezTo>
                    <a:pt x="50419" y="100007"/>
                    <a:pt x="50209" y="100000"/>
                    <a:pt x="50000" y="100000"/>
                  </a:cubicBezTo>
                  <a:moveTo>
                    <a:pt x="80000" y="130000"/>
                  </a:moveTo>
                  <a:cubicBezTo>
                    <a:pt x="79791" y="130000"/>
                    <a:pt x="79581" y="130007"/>
                    <a:pt x="79372" y="130020"/>
                  </a:cubicBezTo>
                  <a:cubicBezTo>
                    <a:pt x="79163" y="130033"/>
                    <a:pt x="78954" y="130053"/>
                    <a:pt x="78747" y="130079"/>
                  </a:cubicBezTo>
                  <a:cubicBezTo>
                    <a:pt x="78539" y="130105"/>
                    <a:pt x="78332" y="130138"/>
                    <a:pt x="78126" y="130177"/>
                  </a:cubicBezTo>
                  <a:cubicBezTo>
                    <a:pt x="77920" y="130216"/>
                    <a:pt x="77716" y="130262"/>
                    <a:pt x="77513" y="130314"/>
                  </a:cubicBezTo>
                  <a:cubicBezTo>
                    <a:pt x="77310" y="130366"/>
                    <a:pt x="77109" y="130425"/>
                    <a:pt x="76910" y="130489"/>
                  </a:cubicBezTo>
                  <a:cubicBezTo>
                    <a:pt x="76711" y="130554"/>
                    <a:pt x="76514" y="130625"/>
                    <a:pt x="76319" y="130702"/>
                  </a:cubicBezTo>
                  <a:cubicBezTo>
                    <a:pt x="76124" y="130779"/>
                    <a:pt x="75932" y="130863"/>
                    <a:pt x="75742" y="130952"/>
                  </a:cubicBezTo>
                  <a:cubicBezTo>
                    <a:pt x="75553" y="131041"/>
                    <a:pt x="75366" y="131136"/>
                    <a:pt x="75182" y="131237"/>
                  </a:cubicBezTo>
                  <a:cubicBezTo>
                    <a:pt x="74999" y="131338"/>
                    <a:pt x="74819" y="131444"/>
                    <a:pt x="74642" y="131557"/>
                  </a:cubicBezTo>
                  <a:cubicBezTo>
                    <a:pt x="74465" y="131669"/>
                    <a:pt x="74292" y="131787"/>
                    <a:pt x="74122" y="131910"/>
                  </a:cubicBezTo>
                  <a:cubicBezTo>
                    <a:pt x="73953" y="132033"/>
                    <a:pt x="73787" y="132161"/>
                    <a:pt x="73626" y="132295"/>
                  </a:cubicBezTo>
                  <a:cubicBezTo>
                    <a:pt x="73464" y="132428"/>
                    <a:pt x="73307" y="132567"/>
                    <a:pt x="73155" y="132710"/>
                  </a:cubicBezTo>
                  <a:cubicBezTo>
                    <a:pt x="73002" y="132854"/>
                    <a:pt x="72854" y="133002"/>
                    <a:pt x="72710" y="133155"/>
                  </a:cubicBezTo>
                  <a:cubicBezTo>
                    <a:pt x="72567" y="133307"/>
                    <a:pt x="72428" y="133464"/>
                    <a:pt x="72295" y="133626"/>
                  </a:cubicBezTo>
                  <a:cubicBezTo>
                    <a:pt x="72161" y="133787"/>
                    <a:pt x="72033" y="133953"/>
                    <a:pt x="71910" y="134122"/>
                  </a:cubicBezTo>
                  <a:cubicBezTo>
                    <a:pt x="71787" y="134292"/>
                    <a:pt x="71669" y="134465"/>
                    <a:pt x="71557" y="134642"/>
                  </a:cubicBezTo>
                  <a:cubicBezTo>
                    <a:pt x="71444" y="134819"/>
                    <a:pt x="71338" y="134999"/>
                    <a:pt x="71237" y="135182"/>
                  </a:cubicBezTo>
                  <a:cubicBezTo>
                    <a:pt x="71136" y="135366"/>
                    <a:pt x="71041" y="135553"/>
                    <a:pt x="70952" y="135742"/>
                  </a:cubicBezTo>
                  <a:cubicBezTo>
                    <a:pt x="70863" y="135932"/>
                    <a:pt x="70779" y="136124"/>
                    <a:pt x="70702" y="136319"/>
                  </a:cubicBezTo>
                  <a:cubicBezTo>
                    <a:pt x="70625" y="136514"/>
                    <a:pt x="70554" y="136711"/>
                    <a:pt x="70489" y="136910"/>
                  </a:cubicBezTo>
                  <a:cubicBezTo>
                    <a:pt x="70425" y="137109"/>
                    <a:pt x="70366" y="137310"/>
                    <a:pt x="70314" y="137513"/>
                  </a:cubicBezTo>
                  <a:cubicBezTo>
                    <a:pt x="70262" y="137716"/>
                    <a:pt x="70216" y="137920"/>
                    <a:pt x="70177" y="138126"/>
                  </a:cubicBezTo>
                  <a:cubicBezTo>
                    <a:pt x="70138" y="138332"/>
                    <a:pt x="70105" y="138539"/>
                    <a:pt x="70079" y="138747"/>
                  </a:cubicBezTo>
                  <a:cubicBezTo>
                    <a:pt x="70053" y="138954"/>
                    <a:pt x="70033" y="139163"/>
                    <a:pt x="70020" y="139372"/>
                  </a:cubicBezTo>
                  <a:cubicBezTo>
                    <a:pt x="70007" y="139581"/>
                    <a:pt x="70000" y="139791"/>
                    <a:pt x="70000" y="140000"/>
                  </a:cubicBezTo>
                  <a:lnTo>
                    <a:pt x="70000" y="150000"/>
                  </a:lnTo>
                  <a:cubicBezTo>
                    <a:pt x="70000" y="150209"/>
                    <a:pt x="70007" y="150419"/>
                    <a:pt x="70020" y="150628"/>
                  </a:cubicBezTo>
                  <a:cubicBezTo>
                    <a:pt x="70033" y="150837"/>
                    <a:pt x="70053" y="151046"/>
                    <a:pt x="70079" y="151253"/>
                  </a:cubicBezTo>
                  <a:cubicBezTo>
                    <a:pt x="70105" y="151461"/>
                    <a:pt x="70138" y="151668"/>
                    <a:pt x="70177" y="151874"/>
                  </a:cubicBezTo>
                  <a:cubicBezTo>
                    <a:pt x="70216" y="152080"/>
                    <a:pt x="70262" y="152284"/>
                    <a:pt x="70314" y="152487"/>
                  </a:cubicBezTo>
                  <a:cubicBezTo>
                    <a:pt x="70366" y="152690"/>
                    <a:pt x="70425" y="152891"/>
                    <a:pt x="70489" y="153090"/>
                  </a:cubicBezTo>
                  <a:cubicBezTo>
                    <a:pt x="70554" y="153289"/>
                    <a:pt x="70625" y="153486"/>
                    <a:pt x="70702" y="153681"/>
                  </a:cubicBezTo>
                  <a:cubicBezTo>
                    <a:pt x="70779" y="153876"/>
                    <a:pt x="70863" y="154068"/>
                    <a:pt x="70952" y="154258"/>
                  </a:cubicBezTo>
                  <a:cubicBezTo>
                    <a:pt x="71041" y="154447"/>
                    <a:pt x="71136" y="154634"/>
                    <a:pt x="71237" y="154818"/>
                  </a:cubicBezTo>
                  <a:cubicBezTo>
                    <a:pt x="71338" y="155001"/>
                    <a:pt x="71444" y="155181"/>
                    <a:pt x="71557" y="155358"/>
                  </a:cubicBezTo>
                  <a:cubicBezTo>
                    <a:pt x="71669" y="155535"/>
                    <a:pt x="71787" y="155708"/>
                    <a:pt x="71910" y="155878"/>
                  </a:cubicBezTo>
                  <a:cubicBezTo>
                    <a:pt x="72033" y="156047"/>
                    <a:pt x="72161" y="156213"/>
                    <a:pt x="72295" y="156374"/>
                  </a:cubicBezTo>
                  <a:cubicBezTo>
                    <a:pt x="72428" y="156536"/>
                    <a:pt x="72567" y="156693"/>
                    <a:pt x="72710" y="156845"/>
                  </a:cubicBezTo>
                  <a:cubicBezTo>
                    <a:pt x="72854" y="156998"/>
                    <a:pt x="73002" y="157146"/>
                    <a:pt x="73155" y="157290"/>
                  </a:cubicBezTo>
                  <a:cubicBezTo>
                    <a:pt x="73307" y="157433"/>
                    <a:pt x="73464" y="157572"/>
                    <a:pt x="73626" y="157705"/>
                  </a:cubicBezTo>
                  <a:cubicBezTo>
                    <a:pt x="73787" y="157839"/>
                    <a:pt x="73953" y="157967"/>
                    <a:pt x="74122" y="158090"/>
                  </a:cubicBezTo>
                  <a:cubicBezTo>
                    <a:pt x="74292" y="158213"/>
                    <a:pt x="74465" y="158331"/>
                    <a:pt x="74642" y="158443"/>
                  </a:cubicBezTo>
                  <a:cubicBezTo>
                    <a:pt x="74819" y="158556"/>
                    <a:pt x="74999" y="158662"/>
                    <a:pt x="75182" y="158763"/>
                  </a:cubicBezTo>
                  <a:cubicBezTo>
                    <a:pt x="75366" y="158864"/>
                    <a:pt x="75553" y="158959"/>
                    <a:pt x="75742" y="159048"/>
                  </a:cubicBezTo>
                  <a:cubicBezTo>
                    <a:pt x="75932" y="159137"/>
                    <a:pt x="76124" y="159221"/>
                    <a:pt x="76319" y="159298"/>
                  </a:cubicBezTo>
                  <a:cubicBezTo>
                    <a:pt x="76514" y="159375"/>
                    <a:pt x="76711" y="159446"/>
                    <a:pt x="76910" y="159511"/>
                  </a:cubicBezTo>
                  <a:cubicBezTo>
                    <a:pt x="77109" y="159575"/>
                    <a:pt x="77310" y="159634"/>
                    <a:pt x="77513" y="159686"/>
                  </a:cubicBezTo>
                  <a:cubicBezTo>
                    <a:pt x="77716" y="159738"/>
                    <a:pt x="77920" y="159784"/>
                    <a:pt x="78126" y="159823"/>
                  </a:cubicBezTo>
                  <a:cubicBezTo>
                    <a:pt x="78332" y="159862"/>
                    <a:pt x="78539" y="159895"/>
                    <a:pt x="78747" y="159921"/>
                  </a:cubicBezTo>
                  <a:cubicBezTo>
                    <a:pt x="78954" y="159947"/>
                    <a:pt x="79163" y="159967"/>
                    <a:pt x="79372" y="159980"/>
                  </a:cubicBezTo>
                  <a:cubicBezTo>
                    <a:pt x="79581" y="159993"/>
                    <a:pt x="79791" y="160000"/>
                    <a:pt x="80000" y="160000"/>
                  </a:cubicBezTo>
                  <a:lnTo>
                    <a:pt x="81170" y="159930"/>
                  </a:lnTo>
                  <a:cubicBezTo>
                    <a:pt x="81370" y="159906"/>
                    <a:pt x="81570" y="159877"/>
                    <a:pt x="81769" y="159841"/>
                  </a:cubicBezTo>
                  <a:cubicBezTo>
                    <a:pt x="81968" y="159805"/>
                    <a:pt x="82165" y="159764"/>
                    <a:pt x="82361" y="159716"/>
                  </a:cubicBezTo>
                  <a:cubicBezTo>
                    <a:pt x="82558" y="159668"/>
                    <a:pt x="82752" y="159615"/>
                    <a:pt x="82945" y="159555"/>
                  </a:cubicBezTo>
                  <a:cubicBezTo>
                    <a:pt x="83138" y="159496"/>
                    <a:pt x="83329" y="159430"/>
                    <a:pt x="83518" y="159359"/>
                  </a:cubicBezTo>
                  <a:cubicBezTo>
                    <a:pt x="83707" y="159288"/>
                    <a:pt x="83894" y="159212"/>
                    <a:pt x="84078" y="159129"/>
                  </a:cubicBezTo>
                  <a:cubicBezTo>
                    <a:pt x="84262" y="159047"/>
                    <a:pt x="84444" y="158959"/>
                    <a:pt x="84623" y="158866"/>
                  </a:cubicBezTo>
                  <a:cubicBezTo>
                    <a:pt x="84802" y="158772"/>
                    <a:pt x="84978" y="158674"/>
                    <a:pt x="85151" y="158570"/>
                  </a:cubicBezTo>
                  <a:cubicBezTo>
                    <a:pt x="85324" y="158466"/>
                    <a:pt x="85494" y="158357"/>
                    <a:pt x="85661" y="158242"/>
                  </a:cubicBezTo>
                  <a:cubicBezTo>
                    <a:pt x="85827" y="158128"/>
                    <a:pt x="85990" y="158009"/>
                    <a:pt x="86149" y="157885"/>
                  </a:cubicBezTo>
                  <a:cubicBezTo>
                    <a:pt x="86308" y="157760"/>
                    <a:pt x="86464" y="157631"/>
                    <a:pt x="86615" y="157498"/>
                  </a:cubicBezTo>
                  <a:cubicBezTo>
                    <a:pt x="86767" y="157364"/>
                    <a:pt x="86914" y="157226"/>
                    <a:pt x="87057" y="157084"/>
                  </a:cubicBezTo>
                  <a:cubicBezTo>
                    <a:pt x="87200" y="156941"/>
                    <a:pt x="87339" y="156795"/>
                    <a:pt x="87473" y="156644"/>
                  </a:cubicBezTo>
                  <a:cubicBezTo>
                    <a:pt x="87607" y="156493"/>
                    <a:pt x="87737" y="156338"/>
                    <a:pt x="87861" y="156179"/>
                  </a:cubicBezTo>
                  <a:cubicBezTo>
                    <a:pt x="87986" y="156021"/>
                    <a:pt x="88106" y="155858"/>
                    <a:pt x="88221" y="155692"/>
                  </a:cubicBezTo>
                  <a:cubicBezTo>
                    <a:pt x="88336" y="155526"/>
                    <a:pt x="88446" y="155357"/>
                    <a:pt x="88550" y="155184"/>
                  </a:cubicBezTo>
                  <a:cubicBezTo>
                    <a:pt x="88655" y="155012"/>
                    <a:pt x="88755" y="154836"/>
                    <a:pt x="88849" y="154657"/>
                  </a:cubicBezTo>
                  <a:cubicBezTo>
                    <a:pt x="88943" y="154479"/>
                    <a:pt x="89031" y="154297"/>
                    <a:pt x="89114" y="154113"/>
                  </a:cubicBezTo>
                  <a:cubicBezTo>
                    <a:pt x="89197" y="153929"/>
                    <a:pt x="89275" y="153743"/>
                    <a:pt x="89347" y="153554"/>
                  </a:cubicBezTo>
                  <a:cubicBezTo>
                    <a:pt x="89418" y="153365"/>
                    <a:pt x="89484" y="153174"/>
                    <a:pt x="89545" y="152982"/>
                  </a:cubicBezTo>
                  <a:cubicBezTo>
                    <a:pt x="89605" y="152789"/>
                    <a:pt x="89659" y="152595"/>
                    <a:pt x="89708" y="152399"/>
                  </a:cubicBezTo>
                  <a:cubicBezTo>
                    <a:pt x="89756" y="152203"/>
                    <a:pt x="89799" y="152005"/>
                    <a:pt x="89835" y="151807"/>
                  </a:cubicBezTo>
                  <a:cubicBezTo>
                    <a:pt x="89872" y="151608"/>
                    <a:pt x="89902" y="151409"/>
                    <a:pt x="89927" y="151208"/>
                  </a:cubicBezTo>
                  <a:cubicBezTo>
                    <a:pt x="89951" y="151008"/>
                    <a:pt x="89969" y="150807"/>
                    <a:pt x="89982" y="150605"/>
                  </a:cubicBezTo>
                  <a:cubicBezTo>
                    <a:pt x="89994" y="150404"/>
                    <a:pt x="90000" y="150202"/>
                    <a:pt x="90000" y="150000"/>
                  </a:cubicBezTo>
                  <a:lnTo>
                    <a:pt x="90000" y="140000"/>
                  </a:lnTo>
                  <a:cubicBezTo>
                    <a:pt x="90000" y="139791"/>
                    <a:pt x="89993" y="139581"/>
                    <a:pt x="89980" y="139372"/>
                  </a:cubicBezTo>
                  <a:cubicBezTo>
                    <a:pt x="89967" y="139163"/>
                    <a:pt x="89947" y="138954"/>
                    <a:pt x="89921" y="138747"/>
                  </a:cubicBezTo>
                  <a:cubicBezTo>
                    <a:pt x="89895" y="138539"/>
                    <a:pt x="89862" y="138332"/>
                    <a:pt x="89823" y="138126"/>
                  </a:cubicBezTo>
                  <a:cubicBezTo>
                    <a:pt x="89784" y="137920"/>
                    <a:pt x="89738" y="137716"/>
                    <a:pt x="89686" y="137513"/>
                  </a:cubicBezTo>
                  <a:cubicBezTo>
                    <a:pt x="89634" y="137310"/>
                    <a:pt x="89575" y="137109"/>
                    <a:pt x="89511" y="136910"/>
                  </a:cubicBezTo>
                  <a:cubicBezTo>
                    <a:pt x="89446" y="136711"/>
                    <a:pt x="89375" y="136514"/>
                    <a:pt x="89298" y="136319"/>
                  </a:cubicBezTo>
                  <a:cubicBezTo>
                    <a:pt x="89221" y="136124"/>
                    <a:pt x="89137" y="135932"/>
                    <a:pt x="89048" y="135742"/>
                  </a:cubicBezTo>
                  <a:cubicBezTo>
                    <a:pt x="88959" y="135553"/>
                    <a:pt x="88864" y="135366"/>
                    <a:pt x="88763" y="135182"/>
                  </a:cubicBezTo>
                  <a:cubicBezTo>
                    <a:pt x="88662" y="134999"/>
                    <a:pt x="88556" y="134819"/>
                    <a:pt x="88443" y="134642"/>
                  </a:cubicBezTo>
                  <a:cubicBezTo>
                    <a:pt x="88331" y="134465"/>
                    <a:pt x="88213" y="134292"/>
                    <a:pt x="88090" y="134122"/>
                  </a:cubicBezTo>
                  <a:cubicBezTo>
                    <a:pt x="87967" y="133953"/>
                    <a:pt x="87839" y="133787"/>
                    <a:pt x="87705" y="133626"/>
                  </a:cubicBezTo>
                  <a:cubicBezTo>
                    <a:pt x="87572" y="133464"/>
                    <a:pt x="87433" y="133307"/>
                    <a:pt x="87290" y="133155"/>
                  </a:cubicBezTo>
                  <a:cubicBezTo>
                    <a:pt x="87146" y="133002"/>
                    <a:pt x="86998" y="132854"/>
                    <a:pt x="86845" y="132710"/>
                  </a:cubicBezTo>
                  <a:cubicBezTo>
                    <a:pt x="86693" y="132567"/>
                    <a:pt x="86536" y="132428"/>
                    <a:pt x="86374" y="132295"/>
                  </a:cubicBezTo>
                  <a:cubicBezTo>
                    <a:pt x="86213" y="132161"/>
                    <a:pt x="86047" y="132033"/>
                    <a:pt x="85878" y="131910"/>
                  </a:cubicBezTo>
                  <a:cubicBezTo>
                    <a:pt x="85708" y="131787"/>
                    <a:pt x="85535" y="131669"/>
                    <a:pt x="85358" y="131557"/>
                  </a:cubicBezTo>
                  <a:cubicBezTo>
                    <a:pt x="85181" y="131444"/>
                    <a:pt x="85001" y="131338"/>
                    <a:pt x="84818" y="131237"/>
                  </a:cubicBezTo>
                  <a:cubicBezTo>
                    <a:pt x="84634" y="131136"/>
                    <a:pt x="84447" y="131041"/>
                    <a:pt x="84258" y="130952"/>
                  </a:cubicBezTo>
                  <a:cubicBezTo>
                    <a:pt x="84068" y="130863"/>
                    <a:pt x="83876" y="130779"/>
                    <a:pt x="83681" y="130702"/>
                  </a:cubicBezTo>
                  <a:cubicBezTo>
                    <a:pt x="83486" y="130625"/>
                    <a:pt x="83289" y="130554"/>
                    <a:pt x="83090" y="130489"/>
                  </a:cubicBezTo>
                  <a:cubicBezTo>
                    <a:pt x="82891" y="130425"/>
                    <a:pt x="82690" y="130366"/>
                    <a:pt x="82487" y="130314"/>
                  </a:cubicBezTo>
                  <a:cubicBezTo>
                    <a:pt x="82284" y="130262"/>
                    <a:pt x="82080" y="130216"/>
                    <a:pt x="81874" y="130177"/>
                  </a:cubicBezTo>
                  <a:cubicBezTo>
                    <a:pt x="81668" y="130138"/>
                    <a:pt x="81461" y="130105"/>
                    <a:pt x="81253" y="130079"/>
                  </a:cubicBezTo>
                  <a:cubicBezTo>
                    <a:pt x="81046" y="130053"/>
                    <a:pt x="80837" y="130033"/>
                    <a:pt x="80628" y="130020"/>
                  </a:cubicBezTo>
                  <a:cubicBezTo>
                    <a:pt x="80419" y="130007"/>
                    <a:pt x="80209" y="130000"/>
                    <a:pt x="80000" y="130000"/>
                  </a:cubicBezTo>
                  <a:moveTo>
                    <a:pt x="110000" y="120000"/>
                  </a:moveTo>
                  <a:cubicBezTo>
                    <a:pt x="109791" y="120000"/>
                    <a:pt x="109581" y="120007"/>
                    <a:pt x="109372" y="120020"/>
                  </a:cubicBezTo>
                  <a:cubicBezTo>
                    <a:pt x="109163" y="120033"/>
                    <a:pt x="108954" y="120053"/>
                    <a:pt x="108747" y="120079"/>
                  </a:cubicBezTo>
                  <a:cubicBezTo>
                    <a:pt x="108539" y="120105"/>
                    <a:pt x="108332" y="120138"/>
                    <a:pt x="108126" y="120177"/>
                  </a:cubicBezTo>
                  <a:cubicBezTo>
                    <a:pt x="107920" y="120216"/>
                    <a:pt x="107716" y="120262"/>
                    <a:pt x="107513" y="120314"/>
                  </a:cubicBezTo>
                  <a:cubicBezTo>
                    <a:pt x="107310" y="120366"/>
                    <a:pt x="107109" y="120425"/>
                    <a:pt x="106910" y="120489"/>
                  </a:cubicBezTo>
                  <a:cubicBezTo>
                    <a:pt x="106711" y="120554"/>
                    <a:pt x="106514" y="120625"/>
                    <a:pt x="106319" y="120702"/>
                  </a:cubicBezTo>
                  <a:cubicBezTo>
                    <a:pt x="106124" y="120779"/>
                    <a:pt x="105932" y="120863"/>
                    <a:pt x="105742" y="120952"/>
                  </a:cubicBezTo>
                  <a:cubicBezTo>
                    <a:pt x="105553" y="121041"/>
                    <a:pt x="105366" y="121136"/>
                    <a:pt x="105182" y="121237"/>
                  </a:cubicBezTo>
                  <a:cubicBezTo>
                    <a:pt x="104999" y="121338"/>
                    <a:pt x="104819" y="121444"/>
                    <a:pt x="104642" y="121557"/>
                  </a:cubicBezTo>
                  <a:cubicBezTo>
                    <a:pt x="104465" y="121669"/>
                    <a:pt x="104292" y="121787"/>
                    <a:pt x="104122" y="121910"/>
                  </a:cubicBezTo>
                  <a:cubicBezTo>
                    <a:pt x="103953" y="122033"/>
                    <a:pt x="103787" y="122161"/>
                    <a:pt x="103626" y="122295"/>
                  </a:cubicBezTo>
                  <a:cubicBezTo>
                    <a:pt x="103464" y="122428"/>
                    <a:pt x="103307" y="122567"/>
                    <a:pt x="103155" y="122710"/>
                  </a:cubicBezTo>
                  <a:cubicBezTo>
                    <a:pt x="103002" y="122854"/>
                    <a:pt x="102854" y="123002"/>
                    <a:pt x="102710" y="123155"/>
                  </a:cubicBezTo>
                  <a:cubicBezTo>
                    <a:pt x="102567" y="123307"/>
                    <a:pt x="102428" y="123464"/>
                    <a:pt x="102295" y="123626"/>
                  </a:cubicBezTo>
                  <a:cubicBezTo>
                    <a:pt x="102161" y="123787"/>
                    <a:pt x="102033" y="123953"/>
                    <a:pt x="101910" y="124122"/>
                  </a:cubicBezTo>
                  <a:cubicBezTo>
                    <a:pt x="101787" y="124292"/>
                    <a:pt x="101669" y="124465"/>
                    <a:pt x="101557" y="124642"/>
                  </a:cubicBezTo>
                  <a:cubicBezTo>
                    <a:pt x="101444" y="124819"/>
                    <a:pt x="101338" y="124999"/>
                    <a:pt x="101237" y="125182"/>
                  </a:cubicBezTo>
                  <a:cubicBezTo>
                    <a:pt x="101136" y="125366"/>
                    <a:pt x="101041" y="125553"/>
                    <a:pt x="100952" y="125742"/>
                  </a:cubicBezTo>
                  <a:cubicBezTo>
                    <a:pt x="100863" y="125932"/>
                    <a:pt x="100779" y="126124"/>
                    <a:pt x="100702" y="126319"/>
                  </a:cubicBezTo>
                  <a:cubicBezTo>
                    <a:pt x="100625" y="126514"/>
                    <a:pt x="100554" y="126711"/>
                    <a:pt x="100489" y="126910"/>
                  </a:cubicBezTo>
                  <a:cubicBezTo>
                    <a:pt x="100425" y="127109"/>
                    <a:pt x="100366" y="127310"/>
                    <a:pt x="100314" y="127513"/>
                  </a:cubicBezTo>
                  <a:cubicBezTo>
                    <a:pt x="100262" y="127716"/>
                    <a:pt x="100216" y="127920"/>
                    <a:pt x="100177" y="128126"/>
                  </a:cubicBezTo>
                  <a:cubicBezTo>
                    <a:pt x="100138" y="128332"/>
                    <a:pt x="100105" y="128539"/>
                    <a:pt x="100079" y="128747"/>
                  </a:cubicBezTo>
                  <a:cubicBezTo>
                    <a:pt x="100053" y="128954"/>
                    <a:pt x="100033" y="129163"/>
                    <a:pt x="100020" y="129372"/>
                  </a:cubicBezTo>
                  <a:cubicBezTo>
                    <a:pt x="100007" y="129581"/>
                    <a:pt x="100000" y="129791"/>
                    <a:pt x="100000" y="130000"/>
                  </a:cubicBezTo>
                  <a:lnTo>
                    <a:pt x="100000" y="150000"/>
                  </a:lnTo>
                  <a:cubicBezTo>
                    <a:pt x="100000" y="150209"/>
                    <a:pt x="100007" y="150419"/>
                    <a:pt x="100020" y="150628"/>
                  </a:cubicBezTo>
                  <a:cubicBezTo>
                    <a:pt x="100033" y="150837"/>
                    <a:pt x="100053" y="151046"/>
                    <a:pt x="100079" y="151253"/>
                  </a:cubicBezTo>
                  <a:cubicBezTo>
                    <a:pt x="100105" y="151461"/>
                    <a:pt x="100138" y="151668"/>
                    <a:pt x="100177" y="151874"/>
                  </a:cubicBezTo>
                  <a:cubicBezTo>
                    <a:pt x="100216" y="152080"/>
                    <a:pt x="100262" y="152284"/>
                    <a:pt x="100314" y="152487"/>
                  </a:cubicBezTo>
                  <a:cubicBezTo>
                    <a:pt x="100366" y="152690"/>
                    <a:pt x="100425" y="152891"/>
                    <a:pt x="100489" y="153090"/>
                  </a:cubicBezTo>
                  <a:cubicBezTo>
                    <a:pt x="100554" y="153289"/>
                    <a:pt x="100625" y="153486"/>
                    <a:pt x="100702" y="153681"/>
                  </a:cubicBezTo>
                  <a:cubicBezTo>
                    <a:pt x="100779" y="153876"/>
                    <a:pt x="100863" y="154068"/>
                    <a:pt x="100952" y="154258"/>
                  </a:cubicBezTo>
                  <a:cubicBezTo>
                    <a:pt x="101041" y="154447"/>
                    <a:pt x="101136" y="154634"/>
                    <a:pt x="101237" y="154818"/>
                  </a:cubicBezTo>
                  <a:cubicBezTo>
                    <a:pt x="101338" y="155001"/>
                    <a:pt x="101444" y="155181"/>
                    <a:pt x="101557" y="155358"/>
                  </a:cubicBezTo>
                  <a:cubicBezTo>
                    <a:pt x="101669" y="155535"/>
                    <a:pt x="101787" y="155708"/>
                    <a:pt x="101910" y="155878"/>
                  </a:cubicBezTo>
                  <a:cubicBezTo>
                    <a:pt x="102033" y="156047"/>
                    <a:pt x="102161" y="156213"/>
                    <a:pt x="102295" y="156374"/>
                  </a:cubicBezTo>
                  <a:cubicBezTo>
                    <a:pt x="102428" y="156536"/>
                    <a:pt x="102567" y="156693"/>
                    <a:pt x="102710" y="156845"/>
                  </a:cubicBezTo>
                  <a:cubicBezTo>
                    <a:pt x="102854" y="156998"/>
                    <a:pt x="103002" y="157146"/>
                    <a:pt x="103155" y="157290"/>
                  </a:cubicBezTo>
                  <a:cubicBezTo>
                    <a:pt x="103307" y="157433"/>
                    <a:pt x="103464" y="157572"/>
                    <a:pt x="103626" y="157705"/>
                  </a:cubicBezTo>
                  <a:cubicBezTo>
                    <a:pt x="103787" y="157839"/>
                    <a:pt x="103953" y="157967"/>
                    <a:pt x="104122" y="158090"/>
                  </a:cubicBezTo>
                  <a:cubicBezTo>
                    <a:pt x="104292" y="158213"/>
                    <a:pt x="104465" y="158331"/>
                    <a:pt x="104642" y="158443"/>
                  </a:cubicBezTo>
                  <a:cubicBezTo>
                    <a:pt x="104819" y="158556"/>
                    <a:pt x="104999" y="158662"/>
                    <a:pt x="105182" y="158763"/>
                  </a:cubicBezTo>
                  <a:cubicBezTo>
                    <a:pt x="105366" y="158864"/>
                    <a:pt x="105553" y="158959"/>
                    <a:pt x="105742" y="159048"/>
                  </a:cubicBezTo>
                  <a:cubicBezTo>
                    <a:pt x="105932" y="159137"/>
                    <a:pt x="106124" y="159221"/>
                    <a:pt x="106319" y="159298"/>
                  </a:cubicBezTo>
                  <a:cubicBezTo>
                    <a:pt x="106514" y="159375"/>
                    <a:pt x="106711" y="159446"/>
                    <a:pt x="106910" y="159511"/>
                  </a:cubicBezTo>
                  <a:cubicBezTo>
                    <a:pt x="107109" y="159575"/>
                    <a:pt x="107310" y="159634"/>
                    <a:pt x="107513" y="159686"/>
                  </a:cubicBezTo>
                  <a:cubicBezTo>
                    <a:pt x="107716" y="159738"/>
                    <a:pt x="107920" y="159784"/>
                    <a:pt x="108126" y="159823"/>
                  </a:cubicBezTo>
                  <a:cubicBezTo>
                    <a:pt x="108332" y="159862"/>
                    <a:pt x="108539" y="159895"/>
                    <a:pt x="108747" y="159921"/>
                  </a:cubicBezTo>
                  <a:cubicBezTo>
                    <a:pt x="108954" y="159947"/>
                    <a:pt x="109163" y="159967"/>
                    <a:pt x="109372" y="159980"/>
                  </a:cubicBezTo>
                  <a:cubicBezTo>
                    <a:pt x="109581" y="159993"/>
                    <a:pt x="109791" y="160000"/>
                    <a:pt x="110000" y="160000"/>
                  </a:cubicBezTo>
                  <a:cubicBezTo>
                    <a:pt x="110209" y="160000"/>
                    <a:pt x="110419" y="159993"/>
                    <a:pt x="110628" y="159980"/>
                  </a:cubicBezTo>
                  <a:cubicBezTo>
                    <a:pt x="110837" y="159967"/>
                    <a:pt x="111046" y="159947"/>
                    <a:pt x="111253" y="159921"/>
                  </a:cubicBezTo>
                  <a:cubicBezTo>
                    <a:pt x="111461" y="159895"/>
                    <a:pt x="111668" y="159862"/>
                    <a:pt x="111874" y="159823"/>
                  </a:cubicBezTo>
                  <a:cubicBezTo>
                    <a:pt x="112080" y="159784"/>
                    <a:pt x="112284" y="159738"/>
                    <a:pt x="112487" y="159686"/>
                  </a:cubicBezTo>
                  <a:cubicBezTo>
                    <a:pt x="112690" y="159634"/>
                    <a:pt x="112891" y="159575"/>
                    <a:pt x="113090" y="159511"/>
                  </a:cubicBezTo>
                  <a:cubicBezTo>
                    <a:pt x="113289" y="159446"/>
                    <a:pt x="113486" y="159375"/>
                    <a:pt x="113681" y="159298"/>
                  </a:cubicBezTo>
                  <a:cubicBezTo>
                    <a:pt x="113876" y="159221"/>
                    <a:pt x="114068" y="159137"/>
                    <a:pt x="114258" y="159048"/>
                  </a:cubicBezTo>
                  <a:cubicBezTo>
                    <a:pt x="114447" y="158959"/>
                    <a:pt x="114634" y="158864"/>
                    <a:pt x="114818" y="158763"/>
                  </a:cubicBezTo>
                  <a:cubicBezTo>
                    <a:pt x="115001" y="158662"/>
                    <a:pt x="115181" y="158556"/>
                    <a:pt x="115358" y="158443"/>
                  </a:cubicBezTo>
                  <a:cubicBezTo>
                    <a:pt x="115535" y="158331"/>
                    <a:pt x="115708" y="158213"/>
                    <a:pt x="115878" y="158090"/>
                  </a:cubicBezTo>
                  <a:cubicBezTo>
                    <a:pt x="116047" y="157967"/>
                    <a:pt x="116213" y="157839"/>
                    <a:pt x="116374" y="157705"/>
                  </a:cubicBezTo>
                  <a:cubicBezTo>
                    <a:pt x="116536" y="157572"/>
                    <a:pt x="116693" y="157433"/>
                    <a:pt x="116845" y="157290"/>
                  </a:cubicBezTo>
                  <a:cubicBezTo>
                    <a:pt x="116998" y="157146"/>
                    <a:pt x="117146" y="156998"/>
                    <a:pt x="117290" y="156845"/>
                  </a:cubicBezTo>
                  <a:cubicBezTo>
                    <a:pt x="117433" y="156693"/>
                    <a:pt x="117572" y="156536"/>
                    <a:pt x="117705" y="156374"/>
                  </a:cubicBezTo>
                  <a:cubicBezTo>
                    <a:pt x="117839" y="156213"/>
                    <a:pt x="117967" y="156047"/>
                    <a:pt x="118090" y="155878"/>
                  </a:cubicBezTo>
                  <a:cubicBezTo>
                    <a:pt x="118213" y="155708"/>
                    <a:pt x="118331" y="155535"/>
                    <a:pt x="118443" y="155358"/>
                  </a:cubicBezTo>
                  <a:cubicBezTo>
                    <a:pt x="118556" y="155181"/>
                    <a:pt x="118662" y="155001"/>
                    <a:pt x="118763" y="154818"/>
                  </a:cubicBezTo>
                  <a:cubicBezTo>
                    <a:pt x="118864" y="154634"/>
                    <a:pt x="118959" y="154447"/>
                    <a:pt x="119048" y="154258"/>
                  </a:cubicBezTo>
                  <a:cubicBezTo>
                    <a:pt x="119137" y="154068"/>
                    <a:pt x="119221" y="153876"/>
                    <a:pt x="119298" y="153681"/>
                  </a:cubicBezTo>
                  <a:cubicBezTo>
                    <a:pt x="119375" y="153486"/>
                    <a:pt x="119446" y="153289"/>
                    <a:pt x="119511" y="153090"/>
                  </a:cubicBezTo>
                  <a:cubicBezTo>
                    <a:pt x="119575" y="152891"/>
                    <a:pt x="119634" y="152690"/>
                    <a:pt x="119686" y="152487"/>
                  </a:cubicBezTo>
                  <a:cubicBezTo>
                    <a:pt x="119738" y="152284"/>
                    <a:pt x="119784" y="152080"/>
                    <a:pt x="119823" y="151874"/>
                  </a:cubicBezTo>
                  <a:cubicBezTo>
                    <a:pt x="119862" y="151668"/>
                    <a:pt x="119895" y="151461"/>
                    <a:pt x="119921" y="151253"/>
                  </a:cubicBezTo>
                  <a:cubicBezTo>
                    <a:pt x="119947" y="151046"/>
                    <a:pt x="119967" y="150837"/>
                    <a:pt x="119980" y="150628"/>
                  </a:cubicBezTo>
                  <a:cubicBezTo>
                    <a:pt x="119993" y="150419"/>
                    <a:pt x="120000" y="150209"/>
                    <a:pt x="120000" y="150000"/>
                  </a:cubicBezTo>
                  <a:lnTo>
                    <a:pt x="120000" y="130000"/>
                  </a:lnTo>
                  <a:cubicBezTo>
                    <a:pt x="120000" y="129791"/>
                    <a:pt x="119993" y="129581"/>
                    <a:pt x="119980" y="129372"/>
                  </a:cubicBezTo>
                  <a:cubicBezTo>
                    <a:pt x="119967" y="129163"/>
                    <a:pt x="119947" y="128954"/>
                    <a:pt x="119921" y="128747"/>
                  </a:cubicBezTo>
                  <a:cubicBezTo>
                    <a:pt x="119895" y="128539"/>
                    <a:pt x="119862" y="128332"/>
                    <a:pt x="119823" y="128126"/>
                  </a:cubicBezTo>
                  <a:cubicBezTo>
                    <a:pt x="119784" y="127920"/>
                    <a:pt x="119738" y="127716"/>
                    <a:pt x="119686" y="127513"/>
                  </a:cubicBezTo>
                  <a:cubicBezTo>
                    <a:pt x="119634" y="127310"/>
                    <a:pt x="119575" y="127109"/>
                    <a:pt x="119511" y="126910"/>
                  </a:cubicBezTo>
                  <a:cubicBezTo>
                    <a:pt x="119446" y="126711"/>
                    <a:pt x="119375" y="126514"/>
                    <a:pt x="119298" y="126319"/>
                  </a:cubicBezTo>
                  <a:cubicBezTo>
                    <a:pt x="119221" y="126124"/>
                    <a:pt x="119137" y="125932"/>
                    <a:pt x="119048" y="125742"/>
                  </a:cubicBezTo>
                  <a:cubicBezTo>
                    <a:pt x="118959" y="125553"/>
                    <a:pt x="118864" y="125366"/>
                    <a:pt x="118763" y="125182"/>
                  </a:cubicBezTo>
                  <a:cubicBezTo>
                    <a:pt x="118662" y="124999"/>
                    <a:pt x="118556" y="124819"/>
                    <a:pt x="118443" y="124642"/>
                  </a:cubicBezTo>
                  <a:cubicBezTo>
                    <a:pt x="118331" y="124465"/>
                    <a:pt x="118213" y="124292"/>
                    <a:pt x="118090" y="124122"/>
                  </a:cubicBezTo>
                  <a:cubicBezTo>
                    <a:pt x="117967" y="123953"/>
                    <a:pt x="117839" y="123787"/>
                    <a:pt x="117705" y="123626"/>
                  </a:cubicBezTo>
                  <a:cubicBezTo>
                    <a:pt x="117572" y="123464"/>
                    <a:pt x="117433" y="123307"/>
                    <a:pt x="117290" y="123155"/>
                  </a:cubicBezTo>
                  <a:cubicBezTo>
                    <a:pt x="117146" y="123002"/>
                    <a:pt x="116998" y="122854"/>
                    <a:pt x="116845" y="122710"/>
                  </a:cubicBezTo>
                  <a:cubicBezTo>
                    <a:pt x="116693" y="122567"/>
                    <a:pt x="116536" y="122428"/>
                    <a:pt x="116374" y="122295"/>
                  </a:cubicBezTo>
                  <a:cubicBezTo>
                    <a:pt x="116213" y="122161"/>
                    <a:pt x="116047" y="122033"/>
                    <a:pt x="115878" y="121910"/>
                  </a:cubicBezTo>
                  <a:cubicBezTo>
                    <a:pt x="115708" y="121787"/>
                    <a:pt x="115535" y="121669"/>
                    <a:pt x="115358" y="121557"/>
                  </a:cubicBezTo>
                  <a:cubicBezTo>
                    <a:pt x="115181" y="121444"/>
                    <a:pt x="115001" y="121338"/>
                    <a:pt x="114818" y="121237"/>
                  </a:cubicBezTo>
                  <a:cubicBezTo>
                    <a:pt x="114634" y="121136"/>
                    <a:pt x="114447" y="121041"/>
                    <a:pt x="114258" y="120952"/>
                  </a:cubicBezTo>
                  <a:cubicBezTo>
                    <a:pt x="114068" y="120863"/>
                    <a:pt x="113876" y="120779"/>
                    <a:pt x="113681" y="120702"/>
                  </a:cubicBezTo>
                  <a:cubicBezTo>
                    <a:pt x="113486" y="120625"/>
                    <a:pt x="113289" y="120554"/>
                    <a:pt x="113090" y="120489"/>
                  </a:cubicBezTo>
                  <a:cubicBezTo>
                    <a:pt x="112891" y="120425"/>
                    <a:pt x="112690" y="120366"/>
                    <a:pt x="112487" y="120314"/>
                  </a:cubicBezTo>
                  <a:cubicBezTo>
                    <a:pt x="112284" y="120262"/>
                    <a:pt x="112080" y="120216"/>
                    <a:pt x="111874" y="120177"/>
                  </a:cubicBezTo>
                  <a:cubicBezTo>
                    <a:pt x="111668" y="120138"/>
                    <a:pt x="111461" y="120105"/>
                    <a:pt x="111253" y="120079"/>
                  </a:cubicBezTo>
                  <a:cubicBezTo>
                    <a:pt x="111046" y="120053"/>
                    <a:pt x="110837" y="120033"/>
                    <a:pt x="110628" y="120020"/>
                  </a:cubicBezTo>
                  <a:cubicBezTo>
                    <a:pt x="110419" y="120007"/>
                    <a:pt x="110209" y="120000"/>
                    <a:pt x="110000" y="120000"/>
                  </a:cubicBezTo>
                  <a:moveTo>
                    <a:pt x="100000" y="0"/>
                  </a:moveTo>
                  <a:cubicBezTo>
                    <a:pt x="100419" y="0"/>
                    <a:pt x="100838" y="13"/>
                    <a:pt x="101256" y="39"/>
                  </a:cubicBezTo>
                  <a:cubicBezTo>
                    <a:pt x="101674" y="66"/>
                    <a:pt x="102091" y="105"/>
                    <a:pt x="102507" y="158"/>
                  </a:cubicBezTo>
                  <a:cubicBezTo>
                    <a:pt x="102922" y="210"/>
                    <a:pt x="103336" y="276"/>
                    <a:pt x="103748" y="354"/>
                  </a:cubicBezTo>
                  <a:cubicBezTo>
                    <a:pt x="104159" y="433"/>
                    <a:pt x="104568" y="524"/>
                    <a:pt x="104974" y="628"/>
                  </a:cubicBezTo>
                  <a:cubicBezTo>
                    <a:pt x="105380" y="733"/>
                    <a:pt x="105782" y="849"/>
                    <a:pt x="106180" y="979"/>
                  </a:cubicBezTo>
                  <a:cubicBezTo>
                    <a:pt x="106579" y="1108"/>
                    <a:pt x="106973" y="1250"/>
                    <a:pt x="107362" y="1404"/>
                  </a:cubicBezTo>
                  <a:cubicBezTo>
                    <a:pt x="107752" y="1559"/>
                    <a:pt x="108137" y="1725"/>
                    <a:pt x="108516" y="1903"/>
                  </a:cubicBezTo>
                  <a:cubicBezTo>
                    <a:pt x="108895" y="2082"/>
                    <a:pt x="109268" y="2272"/>
                    <a:pt x="109635" y="2474"/>
                  </a:cubicBezTo>
                  <a:cubicBezTo>
                    <a:pt x="110002" y="2676"/>
                    <a:pt x="110363" y="2889"/>
                    <a:pt x="110717" y="3113"/>
                  </a:cubicBezTo>
                  <a:cubicBezTo>
                    <a:pt x="111070" y="3338"/>
                    <a:pt x="111417" y="3573"/>
                    <a:pt x="111756" y="3820"/>
                  </a:cubicBezTo>
                  <a:cubicBezTo>
                    <a:pt x="112095" y="4066"/>
                    <a:pt x="112426" y="4323"/>
                    <a:pt x="112748" y="4590"/>
                  </a:cubicBezTo>
                  <a:cubicBezTo>
                    <a:pt x="113071" y="4857"/>
                    <a:pt x="113386" y="5134"/>
                    <a:pt x="113691" y="5421"/>
                  </a:cubicBezTo>
                  <a:cubicBezTo>
                    <a:pt x="113996" y="5707"/>
                    <a:pt x="114293" y="6004"/>
                    <a:pt x="114579" y="6309"/>
                  </a:cubicBezTo>
                  <a:cubicBezTo>
                    <a:pt x="114866" y="6614"/>
                    <a:pt x="115143" y="6929"/>
                    <a:pt x="115410" y="7252"/>
                  </a:cubicBezTo>
                  <a:cubicBezTo>
                    <a:pt x="115677" y="7574"/>
                    <a:pt x="115934" y="7905"/>
                    <a:pt x="116180" y="8244"/>
                  </a:cubicBezTo>
                  <a:cubicBezTo>
                    <a:pt x="116427" y="8583"/>
                    <a:pt x="116662" y="8930"/>
                    <a:pt x="116887" y="9283"/>
                  </a:cubicBezTo>
                  <a:cubicBezTo>
                    <a:pt x="117111" y="9637"/>
                    <a:pt x="117324" y="9998"/>
                    <a:pt x="117526" y="10365"/>
                  </a:cubicBezTo>
                  <a:cubicBezTo>
                    <a:pt x="117728" y="10732"/>
                    <a:pt x="117918" y="11105"/>
                    <a:pt x="118097" y="11484"/>
                  </a:cubicBezTo>
                  <a:cubicBezTo>
                    <a:pt x="118275" y="11863"/>
                    <a:pt x="118441" y="12248"/>
                    <a:pt x="118596" y="12638"/>
                  </a:cubicBezTo>
                  <a:cubicBezTo>
                    <a:pt x="118750" y="13027"/>
                    <a:pt x="118892" y="13421"/>
                    <a:pt x="119021" y="13820"/>
                  </a:cubicBezTo>
                  <a:cubicBezTo>
                    <a:pt x="119151" y="14218"/>
                    <a:pt x="119267" y="14620"/>
                    <a:pt x="119372" y="15026"/>
                  </a:cubicBezTo>
                  <a:cubicBezTo>
                    <a:pt x="119476" y="15432"/>
                    <a:pt x="119567" y="15841"/>
                    <a:pt x="119646" y="16252"/>
                  </a:cubicBezTo>
                  <a:cubicBezTo>
                    <a:pt x="119724" y="16664"/>
                    <a:pt x="119790" y="17078"/>
                    <a:pt x="119842" y="17493"/>
                  </a:cubicBezTo>
                  <a:cubicBezTo>
                    <a:pt x="119895" y="17909"/>
                    <a:pt x="119934" y="18326"/>
                    <a:pt x="119961" y="18744"/>
                  </a:cubicBezTo>
                  <a:cubicBezTo>
                    <a:pt x="119987" y="19162"/>
                    <a:pt x="120000" y="19581"/>
                    <a:pt x="120000" y="20000"/>
                  </a:cubicBezTo>
                  <a:cubicBezTo>
                    <a:pt x="120000" y="20419"/>
                    <a:pt x="119987" y="20838"/>
                    <a:pt x="119961" y="21256"/>
                  </a:cubicBezTo>
                  <a:cubicBezTo>
                    <a:pt x="119934" y="21674"/>
                    <a:pt x="119895" y="22091"/>
                    <a:pt x="119842" y="22507"/>
                  </a:cubicBezTo>
                  <a:cubicBezTo>
                    <a:pt x="119790" y="22922"/>
                    <a:pt x="119724" y="23336"/>
                    <a:pt x="119646" y="23748"/>
                  </a:cubicBezTo>
                  <a:cubicBezTo>
                    <a:pt x="119567" y="24159"/>
                    <a:pt x="119476" y="24568"/>
                    <a:pt x="119372" y="24974"/>
                  </a:cubicBezTo>
                  <a:cubicBezTo>
                    <a:pt x="119267" y="25380"/>
                    <a:pt x="119151" y="25782"/>
                    <a:pt x="119021" y="26180"/>
                  </a:cubicBezTo>
                  <a:cubicBezTo>
                    <a:pt x="118892" y="26579"/>
                    <a:pt x="118750" y="26973"/>
                    <a:pt x="118596" y="27362"/>
                  </a:cubicBezTo>
                  <a:cubicBezTo>
                    <a:pt x="118441" y="27752"/>
                    <a:pt x="118275" y="28137"/>
                    <a:pt x="118097" y="28516"/>
                  </a:cubicBezTo>
                  <a:cubicBezTo>
                    <a:pt x="117918" y="28895"/>
                    <a:pt x="117728" y="29268"/>
                    <a:pt x="117526" y="29635"/>
                  </a:cubicBezTo>
                  <a:cubicBezTo>
                    <a:pt x="117324" y="30002"/>
                    <a:pt x="117111" y="30363"/>
                    <a:pt x="116887" y="30717"/>
                  </a:cubicBezTo>
                  <a:cubicBezTo>
                    <a:pt x="116662" y="31070"/>
                    <a:pt x="116427" y="31417"/>
                    <a:pt x="116180" y="31756"/>
                  </a:cubicBezTo>
                  <a:cubicBezTo>
                    <a:pt x="115934" y="32095"/>
                    <a:pt x="115677" y="32426"/>
                    <a:pt x="115410" y="32748"/>
                  </a:cubicBezTo>
                  <a:cubicBezTo>
                    <a:pt x="115143" y="33071"/>
                    <a:pt x="114866" y="33386"/>
                    <a:pt x="114579" y="33691"/>
                  </a:cubicBezTo>
                  <a:cubicBezTo>
                    <a:pt x="114293" y="33996"/>
                    <a:pt x="113996" y="34293"/>
                    <a:pt x="113691" y="34579"/>
                  </a:cubicBezTo>
                  <a:cubicBezTo>
                    <a:pt x="113386" y="34866"/>
                    <a:pt x="113071" y="35143"/>
                    <a:pt x="112748" y="35410"/>
                  </a:cubicBezTo>
                  <a:cubicBezTo>
                    <a:pt x="112426" y="35677"/>
                    <a:pt x="112095" y="35934"/>
                    <a:pt x="111756" y="36180"/>
                  </a:cubicBezTo>
                  <a:cubicBezTo>
                    <a:pt x="111417" y="36427"/>
                    <a:pt x="111070" y="36662"/>
                    <a:pt x="110717" y="36887"/>
                  </a:cubicBezTo>
                  <a:cubicBezTo>
                    <a:pt x="110363" y="37111"/>
                    <a:pt x="110002" y="37324"/>
                    <a:pt x="109635" y="37526"/>
                  </a:cubicBezTo>
                  <a:cubicBezTo>
                    <a:pt x="109268" y="37728"/>
                    <a:pt x="108895" y="37918"/>
                    <a:pt x="108516" y="38097"/>
                  </a:cubicBezTo>
                  <a:cubicBezTo>
                    <a:pt x="108137" y="38275"/>
                    <a:pt x="107752" y="38441"/>
                    <a:pt x="107362" y="38596"/>
                  </a:cubicBezTo>
                  <a:cubicBezTo>
                    <a:pt x="106973" y="38750"/>
                    <a:pt x="106579" y="38892"/>
                    <a:pt x="106180" y="39021"/>
                  </a:cubicBezTo>
                  <a:cubicBezTo>
                    <a:pt x="105782" y="39151"/>
                    <a:pt x="105380" y="39267"/>
                    <a:pt x="104974" y="39372"/>
                  </a:cubicBezTo>
                  <a:cubicBezTo>
                    <a:pt x="104568" y="39476"/>
                    <a:pt x="104159" y="39567"/>
                    <a:pt x="103748" y="39646"/>
                  </a:cubicBezTo>
                  <a:cubicBezTo>
                    <a:pt x="103336" y="39724"/>
                    <a:pt x="102922" y="39790"/>
                    <a:pt x="102507" y="39842"/>
                  </a:cubicBezTo>
                  <a:cubicBezTo>
                    <a:pt x="102091" y="39895"/>
                    <a:pt x="101674" y="39934"/>
                    <a:pt x="101256" y="39961"/>
                  </a:cubicBezTo>
                  <a:cubicBezTo>
                    <a:pt x="100838" y="39987"/>
                    <a:pt x="100419" y="40000"/>
                    <a:pt x="100000" y="40000"/>
                  </a:cubicBezTo>
                  <a:lnTo>
                    <a:pt x="60000" y="40000"/>
                  </a:lnTo>
                  <a:cubicBezTo>
                    <a:pt x="59581" y="40000"/>
                    <a:pt x="59162" y="39987"/>
                    <a:pt x="58744" y="39961"/>
                  </a:cubicBezTo>
                  <a:cubicBezTo>
                    <a:pt x="58326" y="39934"/>
                    <a:pt x="57909" y="39895"/>
                    <a:pt x="57493" y="39842"/>
                  </a:cubicBezTo>
                  <a:cubicBezTo>
                    <a:pt x="57078" y="39790"/>
                    <a:pt x="56664" y="39724"/>
                    <a:pt x="56252" y="39646"/>
                  </a:cubicBezTo>
                  <a:cubicBezTo>
                    <a:pt x="55841" y="39567"/>
                    <a:pt x="55432" y="39476"/>
                    <a:pt x="55026" y="39372"/>
                  </a:cubicBezTo>
                  <a:cubicBezTo>
                    <a:pt x="54620" y="39267"/>
                    <a:pt x="54218" y="39151"/>
                    <a:pt x="53820" y="39021"/>
                  </a:cubicBezTo>
                  <a:cubicBezTo>
                    <a:pt x="53421" y="38892"/>
                    <a:pt x="53027" y="38750"/>
                    <a:pt x="52638" y="38596"/>
                  </a:cubicBezTo>
                  <a:cubicBezTo>
                    <a:pt x="52248" y="38441"/>
                    <a:pt x="51863" y="38275"/>
                    <a:pt x="51484" y="38097"/>
                  </a:cubicBezTo>
                  <a:cubicBezTo>
                    <a:pt x="51105" y="37918"/>
                    <a:pt x="50732" y="37728"/>
                    <a:pt x="50365" y="37526"/>
                  </a:cubicBezTo>
                  <a:cubicBezTo>
                    <a:pt x="49998" y="37324"/>
                    <a:pt x="49637" y="37111"/>
                    <a:pt x="49283" y="36887"/>
                  </a:cubicBezTo>
                  <a:cubicBezTo>
                    <a:pt x="48930" y="36662"/>
                    <a:pt x="48583" y="36427"/>
                    <a:pt x="48244" y="36180"/>
                  </a:cubicBezTo>
                  <a:cubicBezTo>
                    <a:pt x="47905" y="35934"/>
                    <a:pt x="47574" y="35677"/>
                    <a:pt x="47252" y="35410"/>
                  </a:cubicBezTo>
                  <a:cubicBezTo>
                    <a:pt x="46929" y="35143"/>
                    <a:pt x="46614" y="34866"/>
                    <a:pt x="46309" y="34579"/>
                  </a:cubicBezTo>
                  <a:cubicBezTo>
                    <a:pt x="46004" y="34293"/>
                    <a:pt x="45707" y="33996"/>
                    <a:pt x="45421" y="33691"/>
                  </a:cubicBezTo>
                  <a:cubicBezTo>
                    <a:pt x="45134" y="33386"/>
                    <a:pt x="44857" y="33071"/>
                    <a:pt x="44590" y="32748"/>
                  </a:cubicBezTo>
                  <a:cubicBezTo>
                    <a:pt x="44323" y="32426"/>
                    <a:pt x="44066" y="32095"/>
                    <a:pt x="43820" y="31756"/>
                  </a:cubicBezTo>
                  <a:cubicBezTo>
                    <a:pt x="43573" y="31417"/>
                    <a:pt x="43338" y="31070"/>
                    <a:pt x="43113" y="30717"/>
                  </a:cubicBezTo>
                  <a:cubicBezTo>
                    <a:pt x="42889" y="30363"/>
                    <a:pt x="42676" y="30002"/>
                    <a:pt x="42474" y="29635"/>
                  </a:cubicBezTo>
                  <a:cubicBezTo>
                    <a:pt x="42272" y="29268"/>
                    <a:pt x="42082" y="28895"/>
                    <a:pt x="41903" y="28516"/>
                  </a:cubicBezTo>
                  <a:cubicBezTo>
                    <a:pt x="41725" y="28137"/>
                    <a:pt x="41559" y="27752"/>
                    <a:pt x="41404" y="27362"/>
                  </a:cubicBezTo>
                  <a:cubicBezTo>
                    <a:pt x="41250" y="26973"/>
                    <a:pt x="41108" y="26579"/>
                    <a:pt x="40979" y="26180"/>
                  </a:cubicBezTo>
                  <a:cubicBezTo>
                    <a:pt x="40849" y="25782"/>
                    <a:pt x="40733" y="25380"/>
                    <a:pt x="40628" y="24974"/>
                  </a:cubicBezTo>
                  <a:cubicBezTo>
                    <a:pt x="40524" y="24568"/>
                    <a:pt x="40433" y="24159"/>
                    <a:pt x="40354" y="23748"/>
                  </a:cubicBezTo>
                  <a:cubicBezTo>
                    <a:pt x="40276" y="23336"/>
                    <a:pt x="40210" y="22922"/>
                    <a:pt x="40158" y="22507"/>
                  </a:cubicBezTo>
                  <a:cubicBezTo>
                    <a:pt x="40105" y="22091"/>
                    <a:pt x="40066" y="21674"/>
                    <a:pt x="40039" y="21256"/>
                  </a:cubicBezTo>
                  <a:cubicBezTo>
                    <a:pt x="40013" y="20838"/>
                    <a:pt x="40000" y="20419"/>
                    <a:pt x="40000" y="20000"/>
                  </a:cubicBezTo>
                  <a:cubicBezTo>
                    <a:pt x="40000" y="19581"/>
                    <a:pt x="40013" y="19162"/>
                    <a:pt x="40039" y="18744"/>
                  </a:cubicBezTo>
                  <a:cubicBezTo>
                    <a:pt x="40066" y="18326"/>
                    <a:pt x="40105" y="17909"/>
                    <a:pt x="40158" y="17493"/>
                  </a:cubicBezTo>
                  <a:cubicBezTo>
                    <a:pt x="40210" y="17078"/>
                    <a:pt x="40276" y="16664"/>
                    <a:pt x="40354" y="16252"/>
                  </a:cubicBezTo>
                  <a:cubicBezTo>
                    <a:pt x="40433" y="15841"/>
                    <a:pt x="40524" y="15432"/>
                    <a:pt x="40628" y="15026"/>
                  </a:cubicBezTo>
                  <a:cubicBezTo>
                    <a:pt x="40733" y="14620"/>
                    <a:pt x="40849" y="14218"/>
                    <a:pt x="40979" y="13820"/>
                  </a:cubicBezTo>
                  <a:cubicBezTo>
                    <a:pt x="41108" y="13421"/>
                    <a:pt x="41250" y="13027"/>
                    <a:pt x="41404" y="12638"/>
                  </a:cubicBezTo>
                  <a:cubicBezTo>
                    <a:pt x="41559" y="12248"/>
                    <a:pt x="41725" y="11863"/>
                    <a:pt x="41903" y="11484"/>
                  </a:cubicBezTo>
                  <a:cubicBezTo>
                    <a:pt x="42082" y="11105"/>
                    <a:pt x="42272" y="10732"/>
                    <a:pt x="42474" y="10365"/>
                  </a:cubicBezTo>
                  <a:cubicBezTo>
                    <a:pt x="42676" y="9998"/>
                    <a:pt x="42889" y="9637"/>
                    <a:pt x="43113" y="9283"/>
                  </a:cubicBezTo>
                  <a:cubicBezTo>
                    <a:pt x="43338" y="8930"/>
                    <a:pt x="43573" y="8583"/>
                    <a:pt x="43820" y="8244"/>
                  </a:cubicBezTo>
                  <a:cubicBezTo>
                    <a:pt x="44066" y="7905"/>
                    <a:pt x="44323" y="7574"/>
                    <a:pt x="44590" y="7252"/>
                  </a:cubicBezTo>
                  <a:cubicBezTo>
                    <a:pt x="44857" y="6929"/>
                    <a:pt x="45134" y="6614"/>
                    <a:pt x="45421" y="6309"/>
                  </a:cubicBezTo>
                  <a:cubicBezTo>
                    <a:pt x="45707" y="6004"/>
                    <a:pt x="46004" y="5707"/>
                    <a:pt x="46309" y="5421"/>
                  </a:cubicBezTo>
                  <a:cubicBezTo>
                    <a:pt x="46614" y="5134"/>
                    <a:pt x="46929" y="4857"/>
                    <a:pt x="47252" y="4590"/>
                  </a:cubicBezTo>
                  <a:cubicBezTo>
                    <a:pt x="47574" y="4323"/>
                    <a:pt x="47905" y="4066"/>
                    <a:pt x="48244" y="3820"/>
                  </a:cubicBezTo>
                  <a:cubicBezTo>
                    <a:pt x="48583" y="3573"/>
                    <a:pt x="48930" y="3338"/>
                    <a:pt x="49283" y="3113"/>
                  </a:cubicBezTo>
                  <a:cubicBezTo>
                    <a:pt x="49637" y="2889"/>
                    <a:pt x="49998" y="2676"/>
                    <a:pt x="50365" y="2474"/>
                  </a:cubicBezTo>
                  <a:cubicBezTo>
                    <a:pt x="50732" y="2272"/>
                    <a:pt x="51105" y="2082"/>
                    <a:pt x="51484" y="1903"/>
                  </a:cubicBezTo>
                  <a:cubicBezTo>
                    <a:pt x="51863" y="1725"/>
                    <a:pt x="52248" y="1559"/>
                    <a:pt x="52638" y="1404"/>
                  </a:cubicBezTo>
                  <a:cubicBezTo>
                    <a:pt x="53027" y="1250"/>
                    <a:pt x="53421" y="1108"/>
                    <a:pt x="53820" y="979"/>
                  </a:cubicBezTo>
                  <a:cubicBezTo>
                    <a:pt x="54218" y="849"/>
                    <a:pt x="54620" y="733"/>
                    <a:pt x="55026" y="628"/>
                  </a:cubicBezTo>
                  <a:cubicBezTo>
                    <a:pt x="55432" y="524"/>
                    <a:pt x="55841" y="433"/>
                    <a:pt x="56252" y="354"/>
                  </a:cubicBezTo>
                  <a:cubicBezTo>
                    <a:pt x="56664" y="276"/>
                    <a:pt x="57078" y="210"/>
                    <a:pt x="57493" y="158"/>
                  </a:cubicBezTo>
                  <a:cubicBezTo>
                    <a:pt x="57909" y="105"/>
                    <a:pt x="58326" y="66"/>
                    <a:pt x="58744" y="39"/>
                  </a:cubicBezTo>
                  <a:cubicBezTo>
                    <a:pt x="59162" y="13"/>
                    <a:pt x="59581" y="0"/>
                    <a:pt x="6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50" name="probe-tabler-database" descr="database — Tabler contributors; preserve the bundled full upstream license. Source: https://github.com/tabler/tabler-icons/blob/a4ce1404bc6d24d3c365afe7b258d6bf6f48d62d/icons/filled/database.svg; SVG SHA256: 2d8d4c3f336fac9fa8c18ab45dfcc6c7632b7270cf061de292b836efa0c6c530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51" name="probe-tabler-database-part-1"/>
            <p:cNvSpPr/>
            <p:nvPr/>
          </p:nvSpPr>
          <p:spPr>
            <a:xfrm>
              <a:off x="30000" y="157310"/>
              <a:ext cx="180000" cy="62690"/>
            </a:xfrm>
            <a:custGeom>
              <a:avLst/>
              <a:gdLst/>
              <a:ahLst/>
              <a:cxnLst/>
              <a:rect l="0" t="0" r="r" b="b"/>
              <a:pathLst>
                <a:path w="180000" h="62690">
                  <a:moveTo>
                    <a:pt x="0" y="0"/>
                  </a:moveTo>
                  <a:cubicBezTo>
                    <a:pt x="19680" y="15070"/>
                    <a:pt x="52340" y="22690"/>
                    <a:pt x="90000" y="22690"/>
                  </a:cubicBezTo>
                  <a:cubicBezTo>
                    <a:pt x="127600" y="22690"/>
                    <a:pt x="160250" y="15090"/>
                    <a:pt x="180000" y="170"/>
                  </a:cubicBezTo>
                  <a:lnTo>
                    <a:pt x="180000" y="22690"/>
                  </a:lnTo>
                  <a:cubicBezTo>
                    <a:pt x="180000" y="46940"/>
                    <a:pt x="141050" y="62050"/>
                    <a:pt x="93070" y="62670"/>
                  </a:cubicBezTo>
                  <a:lnTo>
                    <a:pt x="90000" y="62690"/>
                  </a:lnTo>
                  <a:cubicBezTo>
                    <a:pt x="40620" y="62690"/>
                    <a:pt x="0" y="47460"/>
                    <a:pt x="0" y="2269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52" name="probe-tabler-database-part-2"/>
            <p:cNvSpPr/>
            <p:nvPr/>
          </p:nvSpPr>
          <p:spPr>
            <a:xfrm>
              <a:off x="30000" y="97310"/>
              <a:ext cx="180000" cy="62690"/>
            </a:xfrm>
            <a:custGeom>
              <a:avLst/>
              <a:gdLst/>
              <a:ahLst/>
              <a:cxnLst/>
              <a:rect l="0" t="0" r="r" b="b"/>
              <a:pathLst>
                <a:path w="180000" h="62690">
                  <a:moveTo>
                    <a:pt x="0" y="0"/>
                  </a:moveTo>
                  <a:cubicBezTo>
                    <a:pt x="19680" y="15070"/>
                    <a:pt x="52340" y="22690"/>
                    <a:pt x="90000" y="22690"/>
                  </a:cubicBezTo>
                  <a:cubicBezTo>
                    <a:pt x="127600" y="22690"/>
                    <a:pt x="160250" y="15090"/>
                    <a:pt x="180000" y="170"/>
                  </a:cubicBezTo>
                  <a:lnTo>
                    <a:pt x="180000" y="22690"/>
                  </a:lnTo>
                  <a:cubicBezTo>
                    <a:pt x="180000" y="47460"/>
                    <a:pt x="139380" y="62690"/>
                    <a:pt x="90000" y="62690"/>
                  </a:cubicBezTo>
                  <a:cubicBezTo>
                    <a:pt x="42020" y="62690"/>
                    <a:pt x="2300" y="48310"/>
                    <a:pt x="210" y="24740"/>
                  </a:cubicBezTo>
                  <a:lnTo>
                    <a:pt x="50" y="23730"/>
                  </a:lnTo>
                  <a:lnTo>
                    <a:pt x="0" y="2269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53" name="probe-tabler-database-part-3"/>
            <p:cNvSpPr/>
            <p:nvPr/>
          </p:nvSpPr>
          <p:spPr>
            <a:xfrm>
              <a:off x="30000" y="20000"/>
              <a:ext cx="180000" cy="80000"/>
            </a:xfrm>
            <a:custGeom>
              <a:avLst/>
              <a:gdLst/>
              <a:ahLst/>
              <a:cxnLst/>
              <a:rect l="0" t="0" r="r" b="b"/>
              <a:pathLst>
                <a:path w="180000" h="80000">
                  <a:moveTo>
                    <a:pt x="90000" y="0"/>
                  </a:moveTo>
                  <a:cubicBezTo>
                    <a:pt x="100410" y="0"/>
                    <a:pt x="110440" y="680"/>
                    <a:pt x="119770" y="1980"/>
                  </a:cubicBezTo>
                  <a:lnTo>
                    <a:pt x="124460" y="2690"/>
                  </a:lnTo>
                  <a:quadBezTo>
                    <a:pt x="132860" y="4090"/>
                    <a:pt x="140320" y="6170"/>
                  </a:quadBezTo>
                  <a:lnTo>
                    <a:pt x="144720" y="7480"/>
                  </a:lnTo>
                  <a:lnTo>
                    <a:pt x="145470" y="7720"/>
                  </a:lnTo>
                  <a:cubicBezTo>
                    <a:pt x="146831" y="8167"/>
                    <a:pt x="148182" y="8641"/>
                    <a:pt x="149524" y="9141"/>
                  </a:cubicBezTo>
                  <a:cubicBezTo>
                    <a:pt x="150866" y="9642"/>
                    <a:pt x="152199" y="10168"/>
                    <a:pt x="153520" y="10720"/>
                  </a:cubicBezTo>
                  <a:lnTo>
                    <a:pt x="155510" y="11580"/>
                  </a:lnTo>
                  <a:quadBezTo>
                    <a:pt x="160860" y="14000"/>
                    <a:pt x="165180" y="16880"/>
                  </a:quadBezTo>
                  <a:quadBezTo>
                    <a:pt x="166830" y="17980"/>
                    <a:pt x="168310" y="19130"/>
                  </a:quadBezTo>
                  <a:cubicBezTo>
                    <a:pt x="168934" y="19614"/>
                    <a:pt x="169543" y="20118"/>
                    <a:pt x="170136" y="20640"/>
                  </a:cubicBezTo>
                  <a:cubicBezTo>
                    <a:pt x="170728" y="21162"/>
                    <a:pt x="171305" y="21703"/>
                    <a:pt x="171864" y="22261"/>
                  </a:cubicBezTo>
                  <a:cubicBezTo>
                    <a:pt x="172423" y="22819"/>
                    <a:pt x="172964" y="23395"/>
                    <a:pt x="173487" y="23987"/>
                  </a:cubicBezTo>
                  <a:cubicBezTo>
                    <a:pt x="174010" y="24579"/>
                    <a:pt x="174515" y="25187"/>
                    <a:pt x="175000" y="25810"/>
                  </a:cubicBezTo>
                  <a:lnTo>
                    <a:pt x="175910" y="27090"/>
                  </a:lnTo>
                  <a:quadBezTo>
                    <a:pt x="176610" y="28140"/>
                    <a:pt x="177200" y="29200"/>
                  </a:quadBezTo>
                  <a:lnTo>
                    <a:pt x="177900" y="30590"/>
                  </a:lnTo>
                  <a:quadBezTo>
                    <a:pt x="179530" y="34090"/>
                    <a:pt x="179900" y="37890"/>
                  </a:quadBezTo>
                  <a:lnTo>
                    <a:pt x="180000" y="40000"/>
                  </a:lnTo>
                  <a:cubicBezTo>
                    <a:pt x="180000" y="64770"/>
                    <a:pt x="139380" y="80000"/>
                    <a:pt x="90000" y="80000"/>
                  </a:cubicBezTo>
                  <a:cubicBezTo>
                    <a:pt x="42020" y="80000"/>
                    <a:pt x="2300" y="65620"/>
                    <a:pt x="210" y="42050"/>
                  </a:cubicBezTo>
                  <a:cubicBezTo>
                    <a:pt x="175" y="41882"/>
                    <a:pt x="144" y="41712"/>
                    <a:pt x="118" y="41542"/>
                  </a:cubicBezTo>
                  <a:cubicBezTo>
                    <a:pt x="92" y="41372"/>
                    <a:pt x="70" y="41202"/>
                    <a:pt x="52" y="41030"/>
                  </a:cubicBezTo>
                  <a:cubicBezTo>
                    <a:pt x="35" y="40859"/>
                    <a:pt x="21" y="40688"/>
                    <a:pt x="13" y="40516"/>
                  </a:cubicBezTo>
                  <a:cubicBezTo>
                    <a:pt x="4" y="40344"/>
                    <a:pt x="0" y="40172"/>
                    <a:pt x="0" y="40000"/>
                  </a:cubicBezTo>
                  <a:lnTo>
                    <a:pt x="50" y="38960"/>
                  </a:lnTo>
                  <a:lnTo>
                    <a:pt x="210" y="37960"/>
                  </a:lnTo>
                  <a:cubicBezTo>
                    <a:pt x="2260" y="14900"/>
                    <a:pt x="40310" y="630"/>
                    <a:pt x="86880" y="2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54" name="probe-tabler-filter" descr="filter — Tabler contributors; preserve the bundled full upstream license. Source: https://github.com/tabler/tabler-icons/blob/a4ce1404bc6d24d3c365afe7b258d6bf6f48d62d/icons/filled/filter.svg; SVG SHA256: ed000dc619a6b7396a6cb72172e45f574874574732ebd06f2039811617112731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55" name="probe-tabler-filter-part-1"/>
            <p:cNvSpPr/>
            <p:nvPr/>
          </p:nvSpPr>
          <p:spPr>
            <a:xfrm>
              <a:off x="30000" y="30000"/>
              <a:ext cx="180000" cy="190002"/>
            </a:xfrm>
            <a:custGeom>
              <a:avLst/>
              <a:gdLst/>
              <a:ahLst/>
              <a:cxnLst/>
              <a:rect l="0" t="0" r="r" b="b"/>
              <a:pathLst>
                <a:path w="180000" h="190002">
                  <a:moveTo>
                    <a:pt x="170000" y="0"/>
                  </a:move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32270"/>
                  </a:lnTo>
                  <a:lnTo>
                    <a:pt x="80" y="34500"/>
                  </a:lnTo>
                  <a:cubicBezTo>
                    <a:pt x="125" y="35101"/>
                    <a:pt x="188" y="35701"/>
                    <a:pt x="269" y="36299"/>
                  </a:cubicBezTo>
                  <a:cubicBezTo>
                    <a:pt x="350" y="36897"/>
                    <a:pt x="449" y="37492"/>
                    <a:pt x="566" y="38084"/>
                  </a:cubicBezTo>
                  <a:cubicBezTo>
                    <a:pt x="683" y="38675"/>
                    <a:pt x="818" y="39263"/>
                    <a:pt x="970" y="39847"/>
                  </a:cubicBezTo>
                  <a:cubicBezTo>
                    <a:pt x="1122" y="40431"/>
                    <a:pt x="1292" y="41010"/>
                    <a:pt x="1480" y="41583"/>
                  </a:cubicBezTo>
                  <a:cubicBezTo>
                    <a:pt x="1667" y="42156"/>
                    <a:pt x="1871" y="42724"/>
                    <a:pt x="2093" y="43285"/>
                  </a:cubicBezTo>
                  <a:cubicBezTo>
                    <a:pt x="2314" y="43846"/>
                    <a:pt x="2553" y="44400"/>
                    <a:pt x="2808" y="44947"/>
                  </a:cubicBezTo>
                  <a:cubicBezTo>
                    <a:pt x="3062" y="45493"/>
                    <a:pt x="3334" y="46032"/>
                    <a:pt x="3621" y="46562"/>
                  </a:cubicBezTo>
                  <a:cubicBezTo>
                    <a:pt x="3909" y="47093"/>
                    <a:pt x="4212" y="47614"/>
                    <a:pt x="4531" y="48126"/>
                  </a:cubicBezTo>
                  <a:cubicBezTo>
                    <a:pt x="4850" y="48638"/>
                    <a:pt x="5184" y="49141"/>
                    <a:pt x="5533" y="49632"/>
                  </a:cubicBezTo>
                  <a:cubicBezTo>
                    <a:pt x="5882" y="50124"/>
                    <a:pt x="6246" y="50605"/>
                    <a:pt x="6624" y="51075"/>
                  </a:cubicBezTo>
                  <a:cubicBezTo>
                    <a:pt x="7002" y="51545"/>
                    <a:pt x="7394" y="52004"/>
                    <a:pt x="7800" y="52450"/>
                  </a:cubicBezTo>
                  <a:lnTo>
                    <a:pt x="50000" y="98860"/>
                  </a:lnTo>
                  <a:lnTo>
                    <a:pt x="50000" y="180000"/>
                  </a:lnTo>
                  <a:cubicBezTo>
                    <a:pt x="50000" y="180204"/>
                    <a:pt x="50006" y="180407"/>
                    <a:pt x="50018" y="180610"/>
                  </a:cubicBezTo>
                  <a:cubicBezTo>
                    <a:pt x="50031" y="180813"/>
                    <a:pt x="50049" y="181016"/>
                    <a:pt x="50074" y="181218"/>
                  </a:cubicBezTo>
                  <a:cubicBezTo>
                    <a:pt x="50099" y="181420"/>
                    <a:pt x="50130" y="181621"/>
                    <a:pt x="50167" y="181821"/>
                  </a:cubicBezTo>
                  <a:cubicBezTo>
                    <a:pt x="50204" y="182021"/>
                    <a:pt x="50247" y="182220"/>
                    <a:pt x="50296" y="182418"/>
                  </a:cubicBezTo>
                  <a:cubicBezTo>
                    <a:pt x="50345" y="182615"/>
                    <a:pt x="50400" y="182811"/>
                    <a:pt x="50462" y="183005"/>
                  </a:cubicBezTo>
                  <a:cubicBezTo>
                    <a:pt x="50523" y="183200"/>
                    <a:pt x="50590" y="183392"/>
                    <a:pt x="50663" y="183582"/>
                  </a:cubicBezTo>
                  <a:cubicBezTo>
                    <a:pt x="50735" y="183772"/>
                    <a:pt x="50814" y="183960"/>
                    <a:pt x="50898" y="184145"/>
                  </a:cubicBezTo>
                  <a:cubicBezTo>
                    <a:pt x="50983" y="184330"/>
                    <a:pt x="51073" y="184513"/>
                    <a:pt x="51168" y="184692"/>
                  </a:cubicBezTo>
                  <a:cubicBezTo>
                    <a:pt x="51263" y="184872"/>
                    <a:pt x="51364" y="185049"/>
                    <a:pt x="51471" y="185223"/>
                  </a:cubicBezTo>
                  <a:cubicBezTo>
                    <a:pt x="51577" y="185396"/>
                    <a:pt x="51688" y="185566"/>
                    <a:pt x="51805" y="185733"/>
                  </a:cubicBezTo>
                  <a:cubicBezTo>
                    <a:pt x="51922" y="185900"/>
                    <a:pt x="52043" y="186063"/>
                    <a:pt x="52170" y="186223"/>
                  </a:cubicBezTo>
                  <a:cubicBezTo>
                    <a:pt x="52297" y="186382"/>
                    <a:pt x="52428" y="186537"/>
                    <a:pt x="52564" y="186689"/>
                  </a:cubicBezTo>
                  <a:cubicBezTo>
                    <a:pt x="52700" y="186840"/>
                    <a:pt x="52841" y="186987"/>
                    <a:pt x="52986" y="187130"/>
                  </a:cubicBezTo>
                  <a:cubicBezTo>
                    <a:pt x="53131" y="187273"/>
                    <a:pt x="53280" y="187411"/>
                    <a:pt x="53434" y="187545"/>
                  </a:cubicBezTo>
                  <a:cubicBezTo>
                    <a:pt x="53587" y="187678"/>
                    <a:pt x="53745" y="187807"/>
                    <a:pt x="53906" y="187931"/>
                  </a:cubicBezTo>
                  <a:cubicBezTo>
                    <a:pt x="54067" y="188055"/>
                    <a:pt x="54233" y="188174"/>
                    <a:pt x="54401" y="188288"/>
                  </a:cubicBezTo>
                  <a:cubicBezTo>
                    <a:pt x="54570" y="188402"/>
                    <a:pt x="54742" y="188511"/>
                    <a:pt x="54917" y="188614"/>
                  </a:cubicBezTo>
                  <a:cubicBezTo>
                    <a:pt x="55092" y="188718"/>
                    <a:pt x="55271" y="188816"/>
                    <a:pt x="55452" y="188908"/>
                  </a:cubicBezTo>
                  <a:cubicBezTo>
                    <a:pt x="55633" y="189001"/>
                    <a:pt x="55817" y="189088"/>
                    <a:pt x="56004" y="189169"/>
                  </a:cubicBezTo>
                  <a:cubicBezTo>
                    <a:pt x="56190" y="189251"/>
                    <a:pt x="56379" y="189326"/>
                    <a:pt x="56571" y="189396"/>
                  </a:cubicBezTo>
                  <a:cubicBezTo>
                    <a:pt x="56762" y="189466"/>
                    <a:pt x="56955" y="189530"/>
                    <a:pt x="57150" y="189588"/>
                  </a:cubicBezTo>
                  <a:cubicBezTo>
                    <a:pt x="57345" y="189646"/>
                    <a:pt x="57542" y="189698"/>
                    <a:pt x="57740" y="189744"/>
                  </a:cubicBezTo>
                  <a:cubicBezTo>
                    <a:pt x="57939" y="189790"/>
                    <a:pt x="58138" y="189830"/>
                    <a:pt x="58339" y="189863"/>
                  </a:cubicBezTo>
                  <a:cubicBezTo>
                    <a:pt x="58540" y="189897"/>
                    <a:pt x="58741" y="189925"/>
                    <a:pt x="58944" y="189946"/>
                  </a:cubicBezTo>
                  <a:cubicBezTo>
                    <a:pt x="59146" y="189968"/>
                    <a:pt x="59349" y="189983"/>
                    <a:pt x="59552" y="189992"/>
                  </a:cubicBezTo>
                  <a:cubicBezTo>
                    <a:pt x="59756" y="190001"/>
                    <a:pt x="59959" y="190004"/>
                    <a:pt x="60163" y="190001"/>
                  </a:cubicBezTo>
                  <a:cubicBezTo>
                    <a:pt x="60366" y="189998"/>
                    <a:pt x="60569" y="189988"/>
                    <a:pt x="60772" y="189973"/>
                  </a:cubicBezTo>
                  <a:cubicBezTo>
                    <a:pt x="60975" y="189957"/>
                    <a:pt x="61178" y="189935"/>
                    <a:pt x="61379" y="189907"/>
                  </a:cubicBezTo>
                  <a:cubicBezTo>
                    <a:pt x="61581" y="189879"/>
                    <a:pt x="61781" y="189845"/>
                    <a:pt x="61981" y="189804"/>
                  </a:cubicBezTo>
                  <a:cubicBezTo>
                    <a:pt x="62180" y="189764"/>
                    <a:pt x="62379" y="189718"/>
                    <a:pt x="62575" y="189665"/>
                  </a:cubicBezTo>
                  <a:cubicBezTo>
                    <a:pt x="62772" y="189613"/>
                    <a:pt x="62967" y="189554"/>
                    <a:pt x="63160" y="189490"/>
                  </a:cubicBezTo>
                  <a:lnTo>
                    <a:pt x="123160" y="169490"/>
                  </a:lnTo>
                  <a:lnTo>
                    <a:pt x="124240" y="169060"/>
                  </a:lnTo>
                  <a:cubicBezTo>
                    <a:pt x="124420" y="168976"/>
                    <a:pt x="124598" y="168886"/>
                    <a:pt x="124772" y="168791"/>
                  </a:cubicBezTo>
                  <a:cubicBezTo>
                    <a:pt x="124947" y="168696"/>
                    <a:pt x="125119" y="168596"/>
                    <a:pt x="125288" y="168491"/>
                  </a:cubicBezTo>
                  <a:cubicBezTo>
                    <a:pt x="125456" y="168386"/>
                    <a:pt x="125622" y="168276"/>
                    <a:pt x="125784" y="168161"/>
                  </a:cubicBezTo>
                  <a:cubicBezTo>
                    <a:pt x="125946" y="168046"/>
                    <a:pt x="126105" y="167926"/>
                    <a:pt x="126260" y="167801"/>
                  </a:cubicBezTo>
                  <a:cubicBezTo>
                    <a:pt x="126415" y="167677"/>
                    <a:pt x="126567" y="167548"/>
                    <a:pt x="126714" y="167414"/>
                  </a:cubicBezTo>
                  <a:cubicBezTo>
                    <a:pt x="126861" y="167281"/>
                    <a:pt x="127005" y="167143"/>
                    <a:pt x="127144" y="167001"/>
                  </a:cubicBezTo>
                  <a:cubicBezTo>
                    <a:pt x="127283" y="166859"/>
                    <a:pt x="127418" y="166713"/>
                    <a:pt x="127548" y="166563"/>
                  </a:cubicBezTo>
                  <a:cubicBezTo>
                    <a:pt x="127679" y="166413"/>
                    <a:pt x="127805" y="166259"/>
                    <a:pt x="127926" y="166101"/>
                  </a:cubicBezTo>
                  <a:cubicBezTo>
                    <a:pt x="128047" y="165943"/>
                    <a:pt x="128164" y="165782"/>
                    <a:pt x="128275" y="165618"/>
                  </a:cubicBezTo>
                  <a:cubicBezTo>
                    <a:pt x="128387" y="165453"/>
                    <a:pt x="128494" y="165285"/>
                    <a:pt x="128595" y="165114"/>
                  </a:cubicBezTo>
                  <a:cubicBezTo>
                    <a:pt x="128697" y="164944"/>
                    <a:pt x="128793" y="164770"/>
                    <a:pt x="128885" y="164593"/>
                  </a:cubicBezTo>
                  <a:cubicBezTo>
                    <a:pt x="128976" y="164416"/>
                    <a:pt x="129062" y="164237"/>
                    <a:pt x="129142" y="164055"/>
                  </a:cubicBezTo>
                  <a:cubicBezTo>
                    <a:pt x="129223" y="163873"/>
                    <a:pt x="129298" y="163689"/>
                    <a:pt x="129368" y="163503"/>
                  </a:cubicBezTo>
                  <a:cubicBezTo>
                    <a:pt x="129437" y="163317"/>
                    <a:pt x="129501" y="163129"/>
                    <a:pt x="129560" y="162938"/>
                  </a:cubicBezTo>
                  <a:cubicBezTo>
                    <a:pt x="129618" y="162748"/>
                    <a:pt x="129671" y="162557"/>
                    <a:pt x="129718" y="162363"/>
                  </a:cubicBezTo>
                  <a:cubicBezTo>
                    <a:pt x="129764" y="162170"/>
                    <a:pt x="129806" y="161976"/>
                    <a:pt x="129841" y="161780"/>
                  </a:cubicBezTo>
                  <a:cubicBezTo>
                    <a:pt x="129876" y="161584"/>
                    <a:pt x="129906" y="161388"/>
                    <a:pt x="129929" y="161190"/>
                  </a:cubicBezTo>
                  <a:cubicBezTo>
                    <a:pt x="129953" y="160993"/>
                    <a:pt x="129971" y="160795"/>
                    <a:pt x="129982" y="160596"/>
                  </a:cubicBezTo>
                  <a:cubicBezTo>
                    <a:pt x="129994" y="160398"/>
                    <a:pt x="130000" y="160199"/>
                    <a:pt x="130000" y="160000"/>
                  </a:cubicBezTo>
                  <a:lnTo>
                    <a:pt x="130000" y="94140"/>
                  </a:lnTo>
                  <a:lnTo>
                    <a:pt x="171210" y="52940"/>
                  </a:lnTo>
                  <a:cubicBezTo>
                    <a:pt x="171638" y="52513"/>
                    <a:pt x="172052" y="52072"/>
                    <a:pt x="172453" y="51620"/>
                  </a:cubicBezTo>
                  <a:cubicBezTo>
                    <a:pt x="172854" y="51167"/>
                    <a:pt x="173241" y="50702"/>
                    <a:pt x="173614" y="50227"/>
                  </a:cubicBezTo>
                  <a:cubicBezTo>
                    <a:pt x="173987" y="49751"/>
                    <a:pt x="174346" y="49263"/>
                    <a:pt x="174689" y="48766"/>
                  </a:cubicBezTo>
                  <a:cubicBezTo>
                    <a:pt x="175033" y="48268"/>
                    <a:pt x="175361" y="47760"/>
                    <a:pt x="175674" y="47243"/>
                  </a:cubicBezTo>
                  <a:cubicBezTo>
                    <a:pt x="175987" y="46725"/>
                    <a:pt x="176284" y="46199"/>
                    <a:pt x="176565" y="45663"/>
                  </a:cubicBezTo>
                  <a:cubicBezTo>
                    <a:pt x="176846" y="45128"/>
                    <a:pt x="177110" y="44584"/>
                    <a:pt x="177359" y="44032"/>
                  </a:cubicBezTo>
                  <a:cubicBezTo>
                    <a:pt x="177607" y="43481"/>
                    <a:pt x="177838" y="42922"/>
                    <a:pt x="178052" y="42357"/>
                  </a:cubicBezTo>
                  <a:cubicBezTo>
                    <a:pt x="178267" y="41791"/>
                    <a:pt x="178464" y="41220"/>
                    <a:pt x="178644" y="40642"/>
                  </a:cubicBezTo>
                  <a:cubicBezTo>
                    <a:pt x="178823" y="40065"/>
                    <a:pt x="178986" y="39482"/>
                    <a:pt x="179130" y="38895"/>
                  </a:cubicBezTo>
                  <a:cubicBezTo>
                    <a:pt x="179275" y="38308"/>
                    <a:pt x="179401" y="37717"/>
                    <a:pt x="179510" y="37122"/>
                  </a:cubicBezTo>
                  <a:cubicBezTo>
                    <a:pt x="179619" y="36527"/>
                    <a:pt x="179710" y="35929"/>
                    <a:pt x="179783" y="35329"/>
                  </a:cubicBezTo>
                  <a:cubicBezTo>
                    <a:pt x="179855" y="34729"/>
                    <a:pt x="179910" y="34126"/>
                    <a:pt x="179946" y="33523"/>
                  </a:cubicBezTo>
                  <a:cubicBezTo>
                    <a:pt x="179982" y="32919"/>
                    <a:pt x="180000" y="32315"/>
                    <a:pt x="180000" y="31710"/>
                  </a:cubicBezTo>
                  <a:lnTo>
                    <a:pt x="180000" y="10000"/>
                  </a:lnTo>
                  <a:cubicBezTo>
                    <a:pt x="180000" y="9791"/>
                    <a:pt x="179993" y="9581"/>
                    <a:pt x="179980" y="9372"/>
                  </a:cubicBezTo>
                  <a:cubicBezTo>
                    <a:pt x="179967" y="9163"/>
                    <a:pt x="179947" y="8954"/>
                    <a:pt x="179921" y="8747"/>
                  </a:cubicBezTo>
                  <a:cubicBezTo>
                    <a:pt x="179895" y="8539"/>
                    <a:pt x="179862" y="8332"/>
                    <a:pt x="179823" y="8126"/>
                  </a:cubicBezTo>
                  <a:cubicBezTo>
                    <a:pt x="179784" y="7920"/>
                    <a:pt x="179738" y="7716"/>
                    <a:pt x="179686" y="7513"/>
                  </a:cubicBezTo>
                  <a:cubicBezTo>
                    <a:pt x="179634" y="7310"/>
                    <a:pt x="179575" y="7109"/>
                    <a:pt x="179511" y="6910"/>
                  </a:cubicBezTo>
                  <a:cubicBezTo>
                    <a:pt x="179446" y="6711"/>
                    <a:pt x="179375" y="6514"/>
                    <a:pt x="179298" y="6319"/>
                  </a:cubicBezTo>
                  <a:cubicBezTo>
                    <a:pt x="179221" y="6124"/>
                    <a:pt x="179137" y="5932"/>
                    <a:pt x="179048" y="5742"/>
                  </a:cubicBezTo>
                  <a:cubicBezTo>
                    <a:pt x="178959" y="5553"/>
                    <a:pt x="178864" y="5366"/>
                    <a:pt x="178763" y="5182"/>
                  </a:cubicBezTo>
                  <a:cubicBezTo>
                    <a:pt x="178662" y="4999"/>
                    <a:pt x="178556" y="4819"/>
                    <a:pt x="178443" y="4642"/>
                  </a:cubicBezTo>
                  <a:cubicBezTo>
                    <a:pt x="178331" y="4465"/>
                    <a:pt x="178213" y="4292"/>
                    <a:pt x="178090" y="4122"/>
                  </a:cubicBezTo>
                  <a:cubicBezTo>
                    <a:pt x="177967" y="3953"/>
                    <a:pt x="177839" y="3787"/>
                    <a:pt x="177705" y="3626"/>
                  </a:cubicBezTo>
                  <a:cubicBezTo>
                    <a:pt x="177572" y="3464"/>
                    <a:pt x="177433" y="3307"/>
                    <a:pt x="177290" y="3155"/>
                  </a:cubicBezTo>
                  <a:cubicBezTo>
                    <a:pt x="177146" y="3002"/>
                    <a:pt x="176998" y="2854"/>
                    <a:pt x="176845" y="2710"/>
                  </a:cubicBezTo>
                  <a:cubicBezTo>
                    <a:pt x="176693" y="2567"/>
                    <a:pt x="176536" y="2428"/>
                    <a:pt x="176374" y="2295"/>
                  </a:cubicBezTo>
                  <a:cubicBezTo>
                    <a:pt x="176213" y="2161"/>
                    <a:pt x="176047" y="2033"/>
                    <a:pt x="175878" y="1910"/>
                  </a:cubicBezTo>
                  <a:cubicBezTo>
                    <a:pt x="175708" y="1787"/>
                    <a:pt x="175535" y="1669"/>
                    <a:pt x="175358" y="1557"/>
                  </a:cubicBezTo>
                  <a:cubicBezTo>
                    <a:pt x="175181" y="1444"/>
                    <a:pt x="175001" y="1338"/>
                    <a:pt x="174818" y="1237"/>
                  </a:cubicBezTo>
                  <a:cubicBezTo>
                    <a:pt x="174634" y="1136"/>
                    <a:pt x="174447" y="1041"/>
                    <a:pt x="174258" y="952"/>
                  </a:cubicBezTo>
                  <a:cubicBezTo>
                    <a:pt x="174068" y="863"/>
                    <a:pt x="173876" y="779"/>
                    <a:pt x="173681" y="702"/>
                  </a:cubicBezTo>
                  <a:cubicBezTo>
                    <a:pt x="173486" y="625"/>
                    <a:pt x="173289" y="554"/>
                    <a:pt x="173090" y="489"/>
                  </a:cubicBezTo>
                  <a:cubicBezTo>
                    <a:pt x="172891" y="425"/>
                    <a:pt x="172690" y="366"/>
                    <a:pt x="172487" y="314"/>
                  </a:cubicBezTo>
                  <a:cubicBezTo>
                    <a:pt x="172284" y="262"/>
                    <a:pt x="172080" y="216"/>
                    <a:pt x="171874" y="177"/>
                  </a:cubicBezTo>
                  <a:cubicBezTo>
                    <a:pt x="171668" y="138"/>
                    <a:pt x="171461" y="105"/>
                    <a:pt x="171253" y="79"/>
                  </a:cubicBezTo>
                  <a:cubicBezTo>
                    <a:pt x="171046" y="53"/>
                    <a:pt x="170837" y="33"/>
                    <a:pt x="170628" y="20"/>
                  </a:cubicBezTo>
                  <a:cubicBezTo>
                    <a:pt x="170419" y="7"/>
                    <a:pt x="170209" y="0"/>
                    <a:pt x="17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56" name="probe-lucide-book-open" descr="book-open — Lucide Icons and Contributors; preserve the bundled full upstream license. Source: https://github.com/lucide-icons/lucide/blob/20aef31db93fe4d9f398dbb15b120d99c48eef95/icons/book-open.svg; SVG SHA256: 9b9bed0ff057283d5c5c5a1c71f8d3e927db26a56639603a92fdf7b25961510e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57" name="probe-lucide-book-open-part-1"/>
            <p:cNvSpPr/>
            <p:nvPr/>
          </p:nvSpPr>
          <p:spPr>
            <a:xfrm>
              <a:off x="120000" y="50000"/>
              <a:ext cx="10" cy="160000"/>
            </a:xfrm>
            <a:custGeom>
              <a:avLst/>
              <a:gdLst/>
              <a:ahLst/>
              <a:cxnLst/>
              <a:rect l="0" t="0" r="r" b="b"/>
              <a:pathLst>
                <a:path w="10" h="160000">
                  <a:moveTo>
                    <a:pt x="0" y="0"/>
                  </a:moveTo>
                  <a:lnTo>
                    <a:pt x="0" y="1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book-open-part-2"/>
            <p:cNvSpPr/>
            <p:nvPr/>
          </p:nvSpPr>
          <p:spPr>
            <a:xfrm>
              <a:off x="20000" y="30000"/>
              <a:ext cx="200000" cy="180000"/>
            </a:xfrm>
            <a:custGeom>
              <a:avLst/>
              <a:gdLst/>
              <a:ahLst/>
              <a:cxnLst/>
              <a:rect l="0" t="0" r="r" b="b"/>
              <a:pathLst>
                <a:path w="200000" h="180000">
                  <a:moveTo>
                    <a:pt x="180010" y="160000"/>
                  </a:moveTo>
                  <a:cubicBezTo>
                    <a:pt x="180429" y="160000"/>
                    <a:pt x="180847" y="159986"/>
                    <a:pt x="181265" y="159960"/>
                  </a:cubicBezTo>
                  <a:cubicBezTo>
                    <a:pt x="181683" y="159933"/>
                    <a:pt x="182100" y="159894"/>
                    <a:pt x="182516" y="159841"/>
                  </a:cubicBezTo>
                  <a:cubicBezTo>
                    <a:pt x="182931" y="159788"/>
                    <a:pt x="183345" y="159723"/>
                    <a:pt x="183756" y="159644"/>
                  </a:cubicBezTo>
                  <a:cubicBezTo>
                    <a:pt x="184168" y="159565"/>
                    <a:pt x="184576" y="159474"/>
                    <a:pt x="184982" y="159370"/>
                  </a:cubicBezTo>
                  <a:cubicBezTo>
                    <a:pt x="185388" y="159265"/>
                    <a:pt x="185790" y="159148"/>
                    <a:pt x="186188" y="159019"/>
                  </a:cubicBezTo>
                  <a:cubicBezTo>
                    <a:pt x="186586" y="158889"/>
                    <a:pt x="186980" y="158747"/>
                    <a:pt x="187370" y="158593"/>
                  </a:cubicBezTo>
                  <a:cubicBezTo>
                    <a:pt x="187759" y="158438"/>
                    <a:pt x="188143" y="158272"/>
                    <a:pt x="188522" y="158093"/>
                  </a:cubicBezTo>
                  <a:cubicBezTo>
                    <a:pt x="188901" y="157915"/>
                    <a:pt x="189274" y="157725"/>
                    <a:pt x="189641" y="157523"/>
                  </a:cubicBezTo>
                  <a:cubicBezTo>
                    <a:pt x="190008" y="157321"/>
                    <a:pt x="190368" y="157108"/>
                    <a:pt x="190722" y="156883"/>
                  </a:cubicBezTo>
                  <a:cubicBezTo>
                    <a:pt x="191075" y="156659"/>
                    <a:pt x="191422" y="156423"/>
                    <a:pt x="191761" y="156177"/>
                  </a:cubicBezTo>
                  <a:cubicBezTo>
                    <a:pt x="192099" y="155931"/>
                    <a:pt x="192430" y="155674"/>
                    <a:pt x="192753" y="155407"/>
                  </a:cubicBezTo>
                  <a:cubicBezTo>
                    <a:pt x="193075" y="155140"/>
                    <a:pt x="193390" y="154863"/>
                    <a:pt x="193695" y="154576"/>
                  </a:cubicBezTo>
                  <a:cubicBezTo>
                    <a:pt x="194000" y="154289"/>
                    <a:pt x="194296" y="153993"/>
                    <a:pt x="194583" y="153687"/>
                  </a:cubicBezTo>
                  <a:cubicBezTo>
                    <a:pt x="194869" y="153382"/>
                    <a:pt x="195146" y="153068"/>
                    <a:pt x="195413" y="152745"/>
                  </a:cubicBezTo>
                  <a:cubicBezTo>
                    <a:pt x="195680" y="152422"/>
                    <a:pt x="195937" y="152091"/>
                    <a:pt x="196183" y="151752"/>
                  </a:cubicBezTo>
                  <a:cubicBezTo>
                    <a:pt x="196429" y="151414"/>
                    <a:pt x="196664" y="151067"/>
                    <a:pt x="196888" y="150713"/>
                  </a:cubicBezTo>
                  <a:cubicBezTo>
                    <a:pt x="197113" y="150360"/>
                    <a:pt x="197326" y="149999"/>
                    <a:pt x="197528" y="149632"/>
                  </a:cubicBezTo>
                  <a:cubicBezTo>
                    <a:pt x="197729" y="149265"/>
                    <a:pt x="197919" y="148892"/>
                    <a:pt x="198098" y="148513"/>
                  </a:cubicBezTo>
                  <a:cubicBezTo>
                    <a:pt x="198276" y="148134"/>
                    <a:pt x="198442" y="147750"/>
                    <a:pt x="198596" y="147360"/>
                  </a:cubicBezTo>
                  <a:cubicBezTo>
                    <a:pt x="198751" y="146971"/>
                    <a:pt x="198892" y="146577"/>
                    <a:pt x="199022" y="146178"/>
                  </a:cubicBezTo>
                  <a:cubicBezTo>
                    <a:pt x="199151" y="145780"/>
                    <a:pt x="199268" y="145378"/>
                    <a:pt x="199372" y="144972"/>
                  </a:cubicBezTo>
                  <a:cubicBezTo>
                    <a:pt x="199476" y="144567"/>
                    <a:pt x="199568" y="144158"/>
                    <a:pt x="199646" y="143746"/>
                  </a:cubicBezTo>
                  <a:cubicBezTo>
                    <a:pt x="199724" y="143335"/>
                    <a:pt x="199790" y="142921"/>
                    <a:pt x="199842" y="142506"/>
                  </a:cubicBezTo>
                  <a:cubicBezTo>
                    <a:pt x="199895" y="142090"/>
                    <a:pt x="199934" y="141673"/>
                    <a:pt x="199961" y="141255"/>
                  </a:cubicBezTo>
                  <a:cubicBezTo>
                    <a:pt x="199987" y="140837"/>
                    <a:pt x="200000" y="140419"/>
                    <a:pt x="200000" y="140000"/>
                  </a:cubicBezTo>
                  <a:lnTo>
                    <a:pt x="200000" y="20000"/>
                  </a:lnTo>
                  <a:cubicBezTo>
                    <a:pt x="200000" y="19581"/>
                    <a:pt x="199987" y="19163"/>
                    <a:pt x="199961" y="18745"/>
                  </a:cubicBezTo>
                  <a:cubicBezTo>
                    <a:pt x="199934" y="18327"/>
                    <a:pt x="199895" y="17910"/>
                    <a:pt x="199842" y="17494"/>
                  </a:cubicBezTo>
                  <a:cubicBezTo>
                    <a:pt x="199790" y="17079"/>
                    <a:pt x="199724" y="16665"/>
                    <a:pt x="199646" y="16254"/>
                  </a:cubicBezTo>
                  <a:cubicBezTo>
                    <a:pt x="199568" y="15842"/>
                    <a:pt x="199476" y="15433"/>
                    <a:pt x="199372" y="15028"/>
                  </a:cubicBezTo>
                  <a:cubicBezTo>
                    <a:pt x="199268" y="14622"/>
                    <a:pt x="199151" y="14220"/>
                    <a:pt x="199022" y="13822"/>
                  </a:cubicBezTo>
                  <a:cubicBezTo>
                    <a:pt x="198892" y="13423"/>
                    <a:pt x="198751" y="13029"/>
                    <a:pt x="198596" y="12640"/>
                  </a:cubicBezTo>
                  <a:cubicBezTo>
                    <a:pt x="198442" y="12250"/>
                    <a:pt x="198276" y="11866"/>
                    <a:pt x="198098" y="11487"/>
                  </a:cubicBezTo>
                  <a:cubicBezTo>
                    <a:pt x="197919" y="11108"/>
                    <a:pt x="197729" y="10735"/>
                    <a:pt x="197528" y="10368"/>
                  </a:cubicBezTo>
                  <a:cubicBezTo>
                    <a:pt x="197326" y="10001"/>
                    <a:pt x="197113" y="9640"/>
                    <a:pt x="196888" y="9287"/>
                  </a:cubicBezTo>
                  <a:cubicBezTo>
                    <a:pt x="196664" y="8933"/>
                    <a:pt x="196429" y="8586"/>
                    <a:pt x="196183" y="8248"/>
                  </a:cubicBezTo>
                  <a:cubicBezTo>
                    <a:pt x="195937" y="7909"/>
                    <a:pt x="195680" y="7578"/>
                    <a:pt x="195413" y="7255"/>
                  </a:cubicBezTo>
                  <a:cubicBezTo>
                    <a:pt x="195146" y="6932"/>
                    <a:pt x="194869" y="6618"/>
                    <a:pt x="194583" y="6313"/>
                  </a:cubicBezTo>
                  <a:cubicBezTo>
                    <a:pt x="194296" y="6007"/>
                    <a:pt x="194000" y="5711"/>
                    <a:pt x="193695" y="5424"/>
                  </a:cubicBezTo>
                  <a:cubicBezTo>
                    <a:pt x="193390" y="5137"/>
                    <a:pt x="193075" y="4860"/>
                    <a:pt x="192753" y="4593"/>
                  </a:cubicBezTo>
                  <a:cubicBezTo>
                    <a:pt x="192430" y="4326"/>
                    <a:pt x="192099" y="4069"/>
                    <a:pt x="191761" y="3823"/>
                  </a:cubicBezTo>
                  <a:cubicBezTo>
                    <a:pt x="191422" y="3577"/>
                    <a:pt x="191075" y="3341"/>
                    <a:pt x="190722" y="3117"/>
                  </a:cubicBezTo>
                  <a:cubicBezTo>
                    <a:pt x="190368" y="2892"/>
                    <a:pt x="190008" y="2679"/>
                    <a:pt x="189641" y="2477"/>
                  </a:cubicBezTo>
                  <a:cubicBezTo>
                    <a:pt x="189274" y="2275"/>
                    <a:pt x="188901" y="2085"/>
                    <a:pt x="188522" y="1907"/>
                  </a:cubicBezTo>
                  <a:cubicBezTo>
                    <a:pt x="188143" y="1728"/>
                    <a:pt x="187759" y="1562"/>
                    <a:pt x="187370" y="1407"/>
                  </a:cubicBezTo>
                  <a:cubicBezTo>
                    <a:pt x="186980" y="1253"/>
                    <a:pt x="186586" y="1111"/>
                    <a:pt x="186188" y="981"/>
                  </a:cubicBezTo>
                  <a:cubicBezTo>
                    <a:pt x="185790" y="852"/>
                    <a:pt x="185388" y="735"/>
                    <a:pt x="184982" y="630"/>
                  </a:cubicBezTo>
                  <a:cubicBezTo>
                    <a:pt x="184576" y="526"/>
                    <a:pt x="184168" y="435"/>
                    <a:pt x="183756" y="356"/>
                  </a:cubicBezTo>
                  <a:cubicBezTo>
                    <a:pt x="183345" y="277"/>
                    <a:pt x="182931" y="212"/>
                    <a:pt x="182516" y="159"/>
                  </a:cubicBezTo>
                  <a:cubicBezTo>
                    <a:pt x="182100" y="106"/>
                    <a:pt x="181683" y="67"/>
                    <a:pt x="181265" y="40"/>
                  </a:cubicBezTo>
                  <a:cubicBezTo>
                    <a:pt x="180847" y="14"/>
                    <a:pt x="180429" y="0"/>
                    <a:pt x="180010" y="0"/>
                  </a:cubicBezTo>
                  <a:lnTo>
                    <a:pt x="140000" y="20"/>
                  </a:lnTo>
                  <a:cubicBezTo>
                    <a:pt x="138970" y="20"/>
                    <a:pt x="137940" y="51"/>
                    <a:pt x="136912" y="115"/>
                  </a:cubicBezTo>
                  <a:cubicBezTo>
                    <a:pt x="135883" y="178"/>
                    <a:pt x="134857" y="273"/>
                    <a:pt x="133835" y="400"/>
                  </a:cubicBezTo>
                  <a:cubicBezTo>
                    <a:pt x="132813" y="526"/>
                    <a:pt x="131794" y="685"/>
                    <a:pt x="130782" y="874"/>
                  </a:cubicBezTo>
                  <a:cubicBezTo>
                    <a:pt x="129769" y="1064"/>
                    <a:pt x="128763" y="1285"/>
                    <a:pt x="127764" y="1537"/>
                  </a:cubicBezTo>
                  <a:cubicBezTo>
                    <a:pt x="126765" y="1788"/>
                    <a:pt x="125774" y="2071"/>
                    <a:pt x="124792" y="2384"/>
                  </a:cubicBezTo>
                  <a:cubicBezTo>
                    <a:pt x="123811" y="2697"/>
                    <a:pt x="122839" y="3040"/>
                    <a:pt x="121879" y="3413"/>
                  </a:cubicBezTo>
                  <a:cubicBezTo>
                    <a:pt x="120919" y="3786"/>
                    <a:pt x="119970" y="4189"/>
                    <a:pt x="119035" y="4621"/>
                  </a:cubicBezTo>
                  <a:cubicBezTo>
                    <a:pt x="118100" y="5052"/>
                    <a:pt x="117178" y="5513"/>
                    <a:pt x="116271" y="6001"/>
                  </a:cubicBezTo>
                  <a:cubicBezTo>
                    <a:pt x="115364" y="6490"/>
                    <a:pt x="114472" y="7007"/>
                    <a:pt x="113597" y="7550"/>
                  </a:cubicBezTo>
                  <a:cubicBezTo>
                    <a:pt x="112722" y="8094"/>
                    <a:pt x="111864" y="8665"/>
                    <a:pt x="111024" y="9261"/>
                  </a:cubicBezTo>
                  <a:cubicBezTo>
                    <a:pt x="110185" y="9858"/>
                    <a:pt x="109363" y="10480"/>
                    <a:pt x="108562" y="11128"/>
                  </a:cubicBezTo>
                  <a:cubicBezTo>
                    <a:pt x="107761" y="11775"/>
                    <a:pt x="106980" y="12447"/>
                    <a:pt x="106220" y="13143"/>
                  </a:cubicBezTo>
                  <a:cubicBezTo>
                    <a:pt x="105460" y="13839"/>
                    <a:pt x="104722" y="14558"/>
                    <a:pt x="104007" y="15299"/>
                  </a:cubicBezTo>
                  <a:cubicBezTo>
                    <a:pt x="103291" y="16040"/>
                    <a:pt x="102599" y="16804"/>
                    <a:pt x="101931" y="17588"/>
                  </a:cubicBezTo>
                  <a:cubicBezTo>
                    <a:pt x="101262" y="18372"/>
                    <a:pt x="100619" y="19176"/>
                    <a:pt x="100000" y="20000"/>
                  </a:cubicBezTo>
                  <a:cubicBezTo>
                    <a:pt x="99382" y="19176"/>
                    <a:pt x="98738" y="18371"/>
                    <a:pt x="98070" y="17586"/>
                  </a:cubicBezTo>
                  <a:cubicBezTo>
                    <a:pt x="97402" y="16802"/>
                    <a:pt x="96710" y="16038"/>
                    <a:pt x="95995" y="15296"/>
                  </a:cubicBezTo>
                  <a:cubicBezTo>
                    <a:pt x="95280" y="14554"/>
                    <a:pt x="94542" y="13835"/>
                    <a:pt x="93782" y="13139"/>
                  </a:cubicBezTo>
                  <a:cubicBezTo>
                    <a:pt x="93022" y="12442"/>
                    <a:pt x="92242" y="11770"/>
                    <a:pt x="91440" y="11122"/>
                  </a:cubicBezTo>
                  <a:cubicBezTo>
                    <a:pt x="90639" y="10474"/>
                    <a:pt x="89818" y="9851"/>
                    <a:pt x="88978" y="9254"/>
                  </a:cubicBezTo>
                  <a:cubicBezTo>
                    <a:pt x="88139" y="8657"/>
                    <a:pt x="87281" y="8085"/>
                    <a:pt x="86406" y="7541"/>
                  </a:cubicBezTo>
                  <a:cubicBezTo>
                    <a:pt x="85531" y="6997"/>
                    <a:pt x="84639" y="6480"/>
                    <a:pt x="83732" y="5991"/>
                  </a:cubicBezTo>
                  <a:cubicBezTo>
                    <a:pt x="82825" y="5502"/>
                    <a:pt x="81903" y="5041"/>
                    <a:pt x="80968" y="4609"/>
                  </a:cubicBezTo>
                  <a:cubicBezTo>
                    <a:pt x="80032" y="4177"/>
                    <a:pt x="79084" y="3774"/>
                    <a:pt x="78124" y="3400"/>
                  </a:cubicBezTo>
                  <a:cubicBezTo>
                    <a:pt x="77163" y="3027"/>
                    <a:pt x="76192" y="2683"/>
                    <a:pt x="75210" y="2370"/>
                  </a:cubicBezTo>
                  <a:cubicBezTo>
                    <a:pt x="74228" y="2056"/>
                    <a:pt x="73237" y="1773"/>
                    <a:pt x="72238" y="1521"/>
                  </a:cubicBezTo>
                  <a:cubicBezTo>
                    <a:pt x="71239" y="1269"/>
                    <a:pt x="70233" y="1047"/>
                    <a:pt x="69220" y="857"/>
                  </a:cubicBezTo>
                  <a:cubicBezTo>
                    <a:pt x="68207" y="667"/>
                    <a:pt x="67189" y="509"/>
                    <a:pt x="66166" y="382"/>
                  </a:cubicBezTo>
                  <a:cubicBezTo>
                    <a:pt x="65144" y="255"/>
                    <a:pt x="64117" y="159"/>
                    <a:pt x="63089" y="96"/>
                  </a:cubicBezTo>
                  <a:cubicBezTo>
                    <a:pt x="62061" y="32"/>
                    <a:pt x="61030" y="0"/>
                    <a:pt x="60000" y="0"/>
                  </a:cubicBezTo>
                  <a:lnTo>
                    <a:pt x="20000" y="0"/>
                  </a:ln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140000"/>
                  </a:lnTo>
                  <a:cubicBezTo>
                    <a:pt x="0" y="140419"/>
                    <a:pt x="13" y="140837"/>
                    <a:pt x="39" y="141255"/>
                  </a:cubicBezTo>
                  <a:cubicBezTo>
                    <a:pt x="66" y="141673"/>
                    <a:pt x="105" y="142090"/>
                    <a:pt x="158" y="142506"/>
                  </a:cubicBezTo>
                  <a:cubicBezTo>
                    <a:pt x="210" y="142921"/>
                    <a:pt x="276" y="143335"/>
                    <a:pt x="354" y="143746"/>
                  </a:cubicBezTo>
                  <a:cubicBezTo>
                    <a:pt x="432" y="144158"/>
                    <a:pt x="524" y="144567"/>
                    <a:pt x="628" y="144972"/>
                  </a:cubicBezTo>
                  <a:cubicBezTo>
                    <a:pt x="732" y="145378"/>
                    <a:pt x="849" y="145780"/>
                    <a:pt x="978" y="146178"/>
                  </a:cubicBezTo>
                  <a:cubicBezTo>
                    <a:pt x="1108" y="146577"/>
                    <a:pt x="1249" y="146971"/>
                    <a:pt x="1404" y="147360"/>
                  </a:cubicBezTo>
                  <a:cubicBezTo>
                    <a:pt x="1558" y="147750"/>
                    <a:pt x="1724" y="148134"/>
                    <a:pt x="1902" y="148513"/>
                  </a:cubicBezTo>
                  <a:cubicBezTo>
                    <a:pt x="2081" y="148892"/>
                    <a:pt x="2271" y="149265"/>
                    <a:pt x="2472" y="149632"/>
                  </a:cubicBezTo>
                  <a:cubicBezTo>
                    <a:pt x="2674" y="149999"/>
                    <a:pt x="2887" y="150360"/>
                    <a:pt x="3112" y="150713"/>
                  </a:cubicBezTo>
                  <a:cubicBezTo>
                    <a:pt x="3336" y="151067"/>
                    <a:pt x="3571" y="151414"/>
                    <a:pt x="3817" y="151752"/>
                  </a:cubicBezTo>
                  <a:cubicBezTo>
                    <a:pt x="4063" y="152091"/>
                    <a:pt x="4320" y="152422"/>
                    <a:pt x="4587" y="152745"/>
                  </a:cubicBezTo>
                  <a:cubicBezTo>
                    <a:pt x="4854" y="153068"/>
                    <a:pt x="5131" y="153382"/>
                    <a:pt x="5417" y="153687"/>
                  </a:cubicBezTo>
                  <a:cubicBezTo>
                    <a:pt x="5704" y="153993"/>
                    <a:pt x="6000" y="154289"/>
                    <a:pt x="6305" y="154576"/>
                  </a:cubicBezTo>
                  <a:cubicBezTo>
                    <a:pt x="6610" y="154863"/>
                    <a:pt x="6925" y="155140"/>
                    <a:pt x="7247" y="155407"/>
                  </a:cubicBezTo>
                  <a:cubicBezTo>
                    <a:pt x="7570" y="155674"/>
                    <a:pt x="7901" y="155931"/>
                    <a:pt x="8239" y="156177"/>
                  </a:cubicBezTo>
                  <a:cubicBezTo>
                    <a:pt x="8578" y="156423"/>
                    <a:pt x="8925" y="156659"/>
                    <a:pt x="9278" y="156883"/>
                  </a:cubicBezTo>
                  <a:cubicBezTo>
                    <a:pt x="9632" y="157108"/>
                    <a:pt x="9992" y="157321"/>
                    <a:pt x="10359" y="157523"/>
                  </a:cubicBezTo>
                  <a:cubicBezTo>
                    <a:pt x="10726" y="157725"/>
                    <a:pt x="11099" y="157915"/>
                    <a:pt x="11478" y="158093"/>
                  </a:cubicBezTo>
                  <a:cubicBezTo>
                    <a:pt x="11857" y="158272"/>
                    <a:pt x="12241" y="158438"/>
                    <a:pt x="12630" y="158593"/>
                  </a:cubicBezTo>
                  <a:cubicBezTo>
                    <a:pt x="13020" y="158747"/>
                    <a:pt x="13414" y="158889"/>
                    <a:pt x="13812" y="159019"/>
                  </a:cubicBezTo>
                  <a:cubicBezTo>
                    <a:pt x="14210" y="159148"/>
                    <a:pt x="14612" y="159265"/>
                    <a:pt x="15018" y="159370"/>
                  </a:cubicBezTo>
                  <a:cubicBezTo>
                    <a:pt x="15424" y="159474"/>
                    <a:pt x="15832" y="159565"/>
                    <a:pt x="16244" y="159644"/>
                  </a:cubicBezTo>
                  <a:cubicBezTo>
                    <a:pt x="16655" y="159723"/>
                    <a:pt x="17069" y="159788"/>
                    <a:pt x="17484" y="159841"/>
                  </a:cubicBezTo>
                  <a:cubicBezTo>
                    <a:pt x="17900" y="159894"/>
                    <a:pt x="18317" y="159933"/>
                    <a:pt x="18735" y="159960"/>
                  </a:cubicBezTo>
                  <a:cubicBezTo>
                    <a:pt x="19153" y="159986"/>
                    <a:pt x="19571" y="160000"/>
                    <a:pt x="19990" y="160000"/>
                  </a:cubicBezTo>
                  <a:lnTo>
                    <a:pt x="60000" y="160000"/>
                  </a:lnTo>
                  <a:cubicBezTo>
                    <a:pt x="61030" y="160000"/>
                    <a:pt x="62061" y="160032"/>
                    <a:pt x="63089" y="160096"/>
                  </a:cubicBezTo>
                  <a:cubicBezTo>
                    <a:pt x="64117" y="160159"/>
                    <a:pt x="65144" y="160255"/>
                    <a:pt x="66166" y="160382"/>
                  </a:cubicBezTo>
                  <a:cubicBezTo>
                    <a:pt x="67189" y="160509"/>
                    <a:pt x="68207" y="160667"/>
                    <a:pt x="69220" y="160857"/>
                  </a:cubicBezTo>
                  <a:cubicBezTo>
                    <a:pt x="70233" y="161047"/>
                    <a:pt x="71239" y="161269"/>
                    <a:pt x="72238" y="161521"/>
                  </a:cubicBezTo>
                  <a:cubicBezTo>
                    <a:pt x="73237" y="161773"/>
                    <a:pt x="74228" y="162056"/>
                    <a:pt x="75210" y="162370"/>
                  </a:cubicBezTo>
                  <a:cubicBezTo>
                    <a:pt x="76192" y="162683"/>
                    <a:pt x="77163" y="163027"/>
                    <a:pt x="78124" y="163400"/>
                  </a:cubicBezTo>
                  <a:cubicBezTo>
                    <a:pt x="79084" y="163774"/>
                    <a:pt x="80032" y="164177"/>
                    <a:pt x="80968" y="164609"/>
                  </a:cubicBezTo>
                  <a:cubicBezTo>
                    <a:pt x="81903" y="165041"/>
                    <a:pt x="82825" y="165502"/>
                    <a:pt x="83732" y="165991"/>
                  </a:cubicBezTo>
                  <a:cubicBezTo>
                    <a:pt x="84639" y="166480"/>
                    <a:pt x="85531" y="166997"/>
                    <a:pt x="86406" y="167541"/>
                  </a:cubicBezTo>
                  <a:cubicBezTo>
                    <a:pt x="87281" y="168085"/>
                    <a:pt x="88139" y="168657"/>
                    <a:pt x="88978" y="169254"/>
                  </a:cubicBezTo>
                  <a:cubicBezTo>
                    <a:pt x="89818" y="169851"/>
                    <a:pt x="90639" y="170474"/>
                    <a:pt x="91440" y="171122"/>
                  </a:cubicBezTo>
                  <a:cubicBezTo>
                    <a:pt x="92242" y="171770"/>
                    <a:pt x="93022" y="172442"/>
                    <a:pt x="93782" y="173139"/>
                  </a:cubicBezTo>
                  <a:cubicBezTo>
                    <a:pt x="94542" y="173835"/>
                    <a:pt x="95280" y="174554"/>
                    <a:pt x="95995" y="175296"/>
                  </a:cubicBezTo>
                  <a:cubicBezTo>
                    <a:pt x="96710" y="176038"/>
                    <a:pt x="97402" y="176802"/>
                    <a:pt x="98070" y="177586"/>
                  </a:cubicBezTo>
                  <a:cubicBezTo>
                    <a:pt x="98738" y="178371"/>
                    <a:pt x="99382" y="179176"/>
                    <a:pt x="100000" y="180000"/>
                  </a:cubicBezTo>
                  <a:cubicBezTo>
                    <a:pt x="100618" y="179176"/>
                    <a:pt x="101262" y="178371"/>
                    <a:pt x="101930" y="177586"/>
                  </a:cubicBezTo>
                  <a:cubicBezTo>
                    <a:pt x="102598" y="176802"/>
                    <a:pt x="103290" y="176038"/>
                    <a:pt x="104005" y="175296"/>
                  </a:cubicBezTo>
                  <a:cubicBezTo>
                    <a:pt x="104720" y="174554"/>
                    <a:pt x="105458" y="173835"/>
                    <a:pt x="106218" y="173139"/>
                  </a:cubicBezTo>
                  <a:cubicBezTo>
                    <a:pt x="106978" y="172442"/>
                    <a:pt x="107758" y="171770"/>
                    <a:pt x="108560" y="171122"/>
                  </a:cubicBezTo>
                  <a:cubicBezTo>
                    <a:pt x="109361" y="170474"/>
                    <a:pt x="110182" y="169851"/>
                    <a:pt x="111022" y="169254"/>
                  </a:cubicBezTo>
                  <a:cubicBezTo>
                    <a:pt x="111861" y="168657"/>
                    <a:pt x="112719" y="168085"/>
                    <a:pt x="113594" y="167541"/>
                  </a:cubicBezTo>
                  <a:cubicBezTo>
                    <a:pt x="114469" y="166997"/>
                    <a:pt x="115361" y="166480"/>
                    <a:pt x="116268" y="165991"/>
                  </a:cubicBezTo>
                  <a:cubicBezTo>
                    <a:pt x="117175" y="165502"/>
                    <a:pt x="118097" y="165041"/>
                    <a:pt x="119032" y="164609"/>
                  </a:cubicBezTo>
                  <a:cubicBezTo>
                    <a:pt x="119968" y="164177"/>
                    <a:pt x="120916" y="163774"/>
                    <a:pt x="121876" y="163400"/>
                  </a:cubicBezTo>
                  <a:cubicBezTo>
                    <a:pt x="122837" y="163027"/>
                    <a:pt x="123808" y="162683"/>
                    <a:pt x="124790" y="162370"/>
                  </a:cubicBezTo>
                  <a:cubicBezTo>
                    <a:pt x="125772" y="162056"/>
                    <a:pt x="126763" y="161773"/>
                    <a:pt x="127762" y="161521"/>
                  </a:cubicBezTo>
                  <a:cubicBezTo>
                    <a:pt x="128761" y="161269"/>
                    <a:pt x="129767" y="161047"/>
                    <a:pt x="130780" y="160857"/>
                  </a:cubicBezTo>
                  <a:cubicBezTo>
                    <a:pt x="131793" y="160667"/>
                    <a:pt x="132811" y="160509"/>
                    <a:pt x="133834" y="160382"/>
                  </a:cubicBezTo>
                  <a:cubicBezTo>
                    <a:pt x="134856" y="160255"/>
                    <a:pt x="135883" y="160159"/>
                    <a:pt x="136911" y="160096"/>
                  </a:cubicBezTo>
                  <a:cubicBezTo>
                    <a:pt x="137939" y="160032"/>
                    <a:pt x="138970" y="160000"/>
                    <a:pt x="140000" y="16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9" name="probe-lucide-book-open-check" descr="book-open-check — Lucide Icons and Contributors; preserve the bundled full upstream license. Source: https://github.com/lucide-icons/lucide/blob/20aef31db93fe4d9f398dbb15b120d99c48eef95/icons/book-open-check.svg; SVG SHA256: 1c637f1ef7909ed5764f546c7b01534fcfeb724706303781d083df9294fb17bf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60" name="probe-lucide-book-open-check-part-1"/>
            <p:cNvSpPr/>
            <p:nvPr/>
          </p:nvSpPr>
          <p:spPr>
            <a:xfrm>
              <a:off x="120000" y="50000"/>
              <a:ext cx="10" cy="160000"/>
            </a:xfrm>
            <a:custGeom>
              <a:avLst/>
              <a:gdLst/>
              <a:ahLst/>
              <a:cxnLst/>
              <a:rect l="0" t="0" r="r" b="b"/>
              <a:pathLst>
                <a:path w="10" h="160000">
                  <a:moveTo>
                    <a:pt x="0" y="0"/>
                  </a:moveTo>
                  <a:lnTo>
                    <a:pt x="0" y="1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1" name="probe-lucide-book-open-check-part-2"/>
            <p:cNvSpPr/>
            <p:nvPr/>
          </p:nvSpPr>
          <p:spPr>
            <a:xfrm>
              <a:off x="160000" y="10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2" name="probe-lucide-book-open-check-part-3"/>
            <p:cNvSpPr/>
            <p:nvPr/>
          </p:nvSpPr>
          <p:spPr>
            <a:xfrm>
              <a:off x="20000" y="30000"/>
              <a:ext cx="200000" cy="180000"/>
            </a:xfrm>
            <a:custGeom>
              <a:avLst/>
              <a:gdLst/>
              <a:ahLst/>
              <a:cxnLst/>
              <a:rect l="0" t="0" r="r" b="b"/>
              <a:pathLst>
                <a:path w="200000" h="180000">
                  <a:moveTo>
                    <a:pt x="200000" y="30000"/>
                  </a:moveTo>
                  <a:lnTo>
                    <a:pt x="200000" y="20000"/>
                  </a:lnTo>
                  <a:cubicBezTo>
                    <a:pt x="200000" y="19581"/>
                    <a:pt x="199987" y="19163"/>
                    <a:pt x="199961" y="18745"/>
                  </a:cubicBezTo>
                  <a:cubicBezTo>
                    <a:pt x="199934" y="18327"/>
                    <a:pt x="199895" y="17910"/>
                    <a:pt x="199842" y="17494"/>
                  </a:cubicBezTo>
                  <a:cubicBezTo>
                    <a:pt x="199790" y="17079"/>
                    <a:pt x="199724" y="16665"/>
                    <a:pt x="199646" y="16254"/>
                  </a:cubicBezTo>
                  <a:cubicBezTo>
                    <a:pt x="199568" y="15842"/>
                    <a:pt x="199476" y="15433"/>
                    <a:pt x="199372" y="15028"/>
                  </a:cubicBezTo>
                  <a:cubicBezTo>
                    <a:pt x="199268" y="14622"/>
                    <a:pt x="199151" y="14220"/>
                    <a:pt x="199022" y="13822"/>
                  </a:cubicBezTo>
                  <a:cubicBezTo>
                    <a:pt x="198892" y="13423"/>
                    <a:pt x="198751" y="13029"/>
                    <a:pt x="198596" y="12640"/>
                  </a:cubicBezTo>
                  <a:cubicBezTo>
                    <a:pt x="198442" y="12250"/>
                    <a:pt x="198276" y="11866"/>
                    <a:pt x="198098" y="11487"/>
                  </a:cubicBezTo>
                  <a:cubicBezTo>
                    <a:pt x="197919" y="11108"/>
                    <a:pt x="197729" y="10735"/>
                    <a:pt x="197528" y="10368"/>
                  </a:cubicBezTo>
                  <a:cubicBezTo>
                    <a:pt x="197326" y="10001"/>
                    <a:pt x="197113" y="9640"/>
                    <a:pt x="196888" y="9287"/>
                  </a:cubicBezTo>
                  <a:cubicBezTo>
                    <a:pt x="196664" y="8933"/>
                    <a:pt x="196429" y="8586"/>
                    <a:pt x="196183" y="8248"/>
                  </a:cubicBezTo>
                  <a:cubicBezTo>
                    <a:pt x="195937" y="7909"/>
                    <a:pt x="195680" y="7578"/>
                    <a:pt x="195413" y="7255"/>
                  </a:cubicBezTo>
                  <a:cubicBezTo>
                    <a:pt x="195146" y="6932"/>
                    <a:pt x="194869" y="6618"/>
                    <a:pt x="194583" y="6313"/>
                  </a:cubicBezTo>
                  <a:cubicBezTo>
                    <a:pt x="194296" y="6007"/>
                    <a:pt x="194000" y="5711"/>
                    <a:pt x="193695" y="5424"/>
                  </a:cubicBezTo>
                  <a:cubicBezTo>
                    <a:pt x="193390" y="5137"/>
                    <a:pt x="193075" y="4860"/>
                    <a:pt x="192753" y="4593"/>
                  </a:cubicBezTo>
                  <a:cubicBezTo>
                    <a:pt x="192430" y="4326"/>
                    <a:pt x="192099" y="4069"/>
                    <a:pt x="191761" y="3823"/>
                  </a:cubicBezTo>
                  <a:cubicBezTo>
                    <a:pt x="191422" y="3577"/>
                    <a:pt x="191075" y="3341"/>
                    <a:pt x="190722" y="3117"/>
                  </a:cubicBezTo>
                  <a:cubicBezTo>
                    <a:pt x="190368" y="2892"/>
                    <a:pt x="190008" y="2679"/>
                    <a:pt x="189641" y="2477"/>
                  </a:cubicBezTo>
                  <a:cubicBezTo>
                    <a:pt x="189274" y="2275"/>
                    <a:pt x="188901" y="2085"/>
                    <a:pt x="188522" y="1907"/>
                  </a:cubicBezTo>
                  <a:cubicBezTo>
                    <a:pt x="188143" y="1728"/>
                    <a:pt x="187759" y="1562"/>
                    <a:pt x="187370" y="1407"/>
                  </a:cubicBezTo>
                  <a:cubicBezTo>
                    <a:pt x="186980" y="1253"/>
                    <a:pt x="186586" y="1111"/>
                    <a:pt x="186188" y="981"/>
                  </a:cubicBezTo>
                  <a:cubicBezTo>
                    <a:pt x="185790" y="852"/>
                    <a:pt x="185388" y="735"/>
                    <a:pt x="184982" y="630"/>
                  </a:cubicBezTo>
                  <a:cubicBezTo>
                    <a:pt x="184576" y="526"/>
                    <a:pt x="184168" y="435"/>
                    <a:pt x="183756" y="356"/>
                  </a:cubicBezTo>
                  <a:cubicBezTo>
                    <a:pt x="183345" y="277"/>
                    <a:pt x="182931" y="212"/>
                    <a:pt x="182516" y="159"/>
                  </a:cubicBezTo>
                  <a:cubicBezTo>
                    <a:pt x="182100" y="106"/>
                    <a:pt x="181683" y="67"/>
                    <a:pt x="181265" y="40"/>
                  </a:cubicBezTo>
                  <a:cubicBezTo>
                    <a:pt x="180847" y="14"/>
                    <a:pt x="180429" y="0"/>
                    <a:pt x="180010" y="0"/>
                  </a:cubicBezTo>
                  <a:lnTo>
                    <a:pt x="140000" y="20"/>
                  </a:lnTo>
                  <a:cubicBezTo>
                    <a:pt x="138970" y="20"/>
                    <a:pt x="137940" y="51"/>
                    <a:pt x="136912" y="115"/>
                  </a:cubicBezTo>
                  <a:cubicBezTo>
                    <a:pt x="135883" y="178"/>
                    <a:pt x="134857" y="273"/>
                    <a:pt x="133835" y="400"/>
                  </a:cubicBezTo>
                  <a:cubicBezTo>
                    <a:pt x="132813" y="526"/>
                    <a:pt x="131794" y="685"/>
                    <a:pt x="130782" y="874"/>
                  </a:cubicBezTo>
                  <a:cubicBezTo>
                    <a:pt x="129769" y="1064"/>
                    <a:pt x="128763" y="1285"/>
                    <a:pt x="127764" y="1537"/>
                  </a:cubicBezTo>
                  <a:cubicBezTo>
                    <a:pt x="126765" y="1788"/>
                    <a:pt x="125774" y="2071"/>
                    <a:pt x="124792" y="2384"/>
                  </a:cubicBezTo>
                  <a:cubicBezTo>
                    <a:pt x="123811" y="2697"/>
                    <a:pt x="122839" y="3040"/>
                    <a:pt x="121879" y="3413"/>
                  </a:cubicBezTo>
                  <a:cubicBezTo>
                    <a:pt x="120919" y="3786"/>
                    <a:pt x="119970" y="4189"/>
                    <a:pt x="119035" y="4621"/>
                  </a:cubicBezTo>
                  <a:cubicBezTo>
                    <a:pt x="118100" y="5052"/>
                    <a:pt x="117178" y="5513"/>
                    <a:pt x="116271" y="6001"/>
                  </a:cubicBezTo>
                  <a:cubicBezTo>
                    <a:pt x="115364" y="6490"/>
                    <a:pt x="114472" y="7007"/>
                    <a:pt x="113597" y="7550"/>
                  </a:cubicBezTo>
                  <a:cubicBezTo>
                    <a:pt x="112722" y="8094"/>
                    <a:pt x="111864" y="8665"/>
                    <a:pt x="111024" y="9261"/>
                  </a:cubicBezTo>
                  <a:cubicBezTo>
                    <a:pt x="110185" y="9858"/>
                    <a:pt x="109363" y="10480"/>
                    <a:pt x="108562" y="11128"/>
                  </a:cubicBezTo>
                  <a:cubicBezTo>
                    <a:pt x="107761" y="11775"/>
                    <a:pt x="106980" y="12447"/>
                    <a:pt x="106220" y="13143"/>
                  </a:cubicBezTo>
                  <a:cubicBezTo>
                    <a:pt x="105460" y="13839"/>
                    <a:pt x="104722" y="14558"/>
                    <a:pt x="104007" y="15299"/>
                  </a:cubicBezTo>
                  <a:cubicBezTo>
                    <a:pt x="103291" y="16040"/>
                    <a:pt x="102599" y="16804"/>
                    <a:pt x="101931" y="17588"/>
                  </a:cubicBezTo>
                  <a:cubicBezTo>
                    <a:pt x="101262" y="18372"/>
                    <a:pt x="100619" y="19176"/>
                    <a:pt x="100000" y="20000"/>
                  </a:cubicBezTo>
                  <a:cubicBezTo>
                    <a:pt x="99382" y="19176"/>
                    <a:pt x="98738" y="18371"/>
                    <a:pt x="98070" y="17586"/>
                  </a:cubicBezTo>
                  <a:cubicBezTo>
                    <a:pt x="97402" y="16802"/>
                    <a:pt x="96710" y="16038"/>
                    <a:pt x="95995" y="15296"/>
                  </a:cubicBezTo>
                  <a:cubicBezTo>
                    <a:pt x="95280" y="14554"/>
                    <a:pt x="94542" y="13835"/>
                    <a:pt x="93782" y="13139"/>
                  </a:cubicBezTo>
                  <a:cubicBezTo>
                    <a:pt x="93022" y="12442"/>
                    <a:pt x="92242" y="11770"/>
                    <a:pt x="91440" y="11122"/>
                  </a:cubicBezTo>
                  <a:cubicBezTo>
                    <a:pt x="90639" y="10474"/>
                    <a:pt x="89818" y="9851"/>
                    <a:pt x="88978" y="9254"/>
                  </a:cubicBezTo>
                  <a:cubicBezTo>
                    <a:pt x="88139" y="8657"/>
                    <a:pt x="87281" y="8085"/>
                    <a:pt x="86406" y="7541"/>
                  </a:cubicBezTo>
                  <a:cubicBezTo>
                    <a:pt x="85531" y="6997"/>
                    <a:pt x="84639" y="6480"/>
                    <a:pt x="83732" y="5991"/>
                  </a:cubicBezTo>
                  <a:cubicBezTo>
                    <a:pt x="82825" y="5502"/>
                    <a:pt x="81903" y="5041"/>
                    <a:pt x="80968" y="4609"/>
                  </a:cubicBezTo>
                  <a:cubicBezTo>
                    <a:pt x="80032" y="4177"/>
                    <a:pt x="79084" y="3774"/>
                    <a:pt x="78124" y="3400"/>
                  </a:cubicBezTo>
                  <a:cubicBezTo>
                    <a:pt x="77163" y="3027"/>
                    <a:pt x="76192" y="2683"/>
                    <a:pt x="75210" y="2370"/>
                  </a:cubicBezTo>
                  <a:cubicBezTo>
                    <a:pt x="74228" y="2056"/>
                    <a:pt x="73237" y="1773"/>
                    <a:pt x="72238" y="1521"/>
                  </a:cubicBezTo>
                  <a:cubicBezTo>
                    <a:pt x="71239" y="1269"/>
                    <a:pt x="70233" y="1047"/>
                    <a:pt x="69220" y="857"/>
                  </a:cubicBezTo>
                  <a:cubicBezTo>
                    <a:pt x="68207" y="667"/>
                    <a:pt x="67189" y="509"/>
                    <a:pt x="66166" y="382"/>
                  </a:cubicBezTo>
                  <a:cubicBezTo>
                    <a:pt x="65144" y="255"/>
                    <a:pt x="64117" y="159"/>
                    <a:pt x="63089" y="96"/>
                  </a:cubicBezTo>
                  <a:cubicBezTo>
                    <a:pt x="62061" y="32"/>
                    <a:pt x="61030" y="0"/>
                    <a:pt x="60000" y="0"/>
                  </a:cubicBezTo>
                  <a:lnTo>
                    <a:pt x="20000" y="0"/>
                  </a:ln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140000"/>
                  </a:lnTo>
                  <a:cubicBezTo>
                    <a:pt x="0" y="140419"/>
                    <a:pt x="13" y="140837"/>
                    <a:pt x="39" y="141255"/>
                  </a:cubicBezTo>
                  <a:cubicBezTo>
                    <a:pt x="66" y="141673"/>
                    <a:pt x="105" y="142090"/>
                    <a:pt x="158" y="142506"/>
                  </a:cubicBezTo>
                  <a:cubicBezTo>
                    <a:pt x="210" y="142921"/>
                    <a:pt x="276" y="143335"/>
                    <a:pt x="354" y="143746"/>
                  </a:cubicBezTo>
                  <a:cubicBezTo>
                    <a:pt x="432" y="144158"/>
                    <a:pt x="524" y="144567"/>
                    <a:pt x="628" y="144972"/>
                  </a:cubicBezTo>
                  <a:cubicBezTo>
                    <a:pt x="732" y="145378"/>
                    <a:pt x="849" y="145780"/>
                    <a:pt x="978" y="146178"/>
                  </a:cubicBezTo>
                  <a:cubicBezTo>
                    <a:pt x="1108" y="146577"/>
                    <a:pt x="1249" y="146971"/>
                    <a:pt x="1404" y="147360"/>
                  </a:cubicBezTo>
                  <a:cubicBezTo>
                    <a:pt x="1558" y="147750"/>
                    <a:pt x="1724" y="148134"/>
                    <a:pt x="1902" y="148513"/>
                  </a:cubicBezTo>
                  <a:cubicBezTo>
                    <a:pt x="2081" y="148892"/>
                    <a:pt x="2271" y="149265"/>
                    <a:pt x="2472" y="149632"/>
                  </a:cubicBezTo>
                  <a:cubicBezTo>
                    <a:pt x="2674" y="149999"/>
                    <a:pt x="2887" y="150360"/>
                    <a:pt x="3112" y="150713"/>
                  </a:cubicBezTo>
                  <a:cubicBezTo>
                    <a:pt x="3336" y="151067"/>
                    <a:pt x="3571" y="151414"/>
                    <a:pt x="3817" y="151752"/>
                  </a:cubicBezTo>
                  <a:cubicBezTo>
                    <a:pt x="4063" y="152091"/>
                    <a:pt x="4320" y="152422"/>
                    <a:pt x="4587" y="152745"/>
                  </a:cubicBezTo>
                  <a:cubicBezTo>
                    <a:pt x="4854" y="153068"/>
                    <a:pt x="5131" y="153382"/>
                    <a:pt x="5417" y="153687"/>
                  </a:cubicBezTo>
                  <a:cubicBezTo>
                    <a:pt x="5704" y="153993"/>
                    <a:pt x="6000" y="154289"/>
                    <a:pt x="6305" y="154576"/>
                  </a:cubicBezTo>
                  <a:cubicBezTo>
                    <a:pt x="6610" y="154863"/>
                    <a:pt x="6925" y="155140"/>
                    <a:pt x="7247" y="155407"/>
                  </a:cubicBezTo>
                  <a:cubicBezTo>
                    <a:pt x="7570" y="155674"/>
                    <a:pt x="7901" y="155931"/>
                    <a:pt x="8239" y="156177"/>
                  </a:cubicBezTo>
                  <a:cubicBezTo>
                    <a:pt x="8578" y="156423"/>
                    <a:pt x="8925" y="156659"/>
                    <a:pt x="9278" y="156883"/>
                  </a:cubicBezTo>
                  <a:cubicBezTo>
                    <a:pt x="9632" y="157108"/>
                    <a:pt x="9992" y="157321"/>
                    <a:pt x="10359" y="157523"/>
                  </a:cubicBezTo>
                  <a:cubicBezTo>
                    <a:pt x="10726" y="157725"/>
                    <a:pt x="11099" y="157915"/>
                    <a:pt x="11478" y="158093"/>
                  </a:cubicBezTo>
                  <a:cubicBezTo>
                    <a:pt x="11857" y="158272"/>
                    <a:pt x="12241" y="158438"/>
                    <a:pt x="12630" y="158593"/>
                  </a:cubicBezTo>
                  <a:cubicBezTo>
                    <a:pt x="13020" y="158747"/>
                    <a:pt x="13414" y="158889"/>
                    <a:pt x="13812" y="159019"/>
                  </a:cubicBezTo>
                  <a:cubicBezTo>
                    <a:pt x="14210" y="159148"/>
                    <a:pt x="14612" y="159265"/>
                    <a:pt x="15018" y="159370"/>
                  </a:cubicBezTo>
                  <a:cubicBezTo>
                    <a:pt x="15424" y="159474"/>
                    <a:pt x="15832" y="159565"/>
                    <a:pt x="16244" y="159644"/>
                  </a:cubicBezTo>
                  <a:cubicBezTo>
                    <a:pt x="16655" y="159723"/>
                    <a:pt x="17069" y="159788"/>
                    <a:pt x="17484" y="159841"/>
                  </a:cubicBezTo>
                  <a:cubicBezTo>
                    <a:pt x="17900" y="159894"/>
                    <a:pt x="18317" y="159933"/>
                    <a:pt x="18735" y="159960"/>
                  </a:cubicBezTo>
                  <a:cubicBezTo>
                    <a:pt x="19153" y="159986"/>
                    <a:pt x="19571" y="160000"/>
                    <a:pt x="19990" y="160000"/>
                  </a:cubicBezTo>
                  <a:lnTo>
                    <a:pt x="60000" y="160000"/>
                  </a:lnTo>
                  <a:cubicBezTo>
                    <a:pt x="61030" y="160000"/>
                    <a:pt x="62061" y="160032"/>
                    <a:pt x="63089" y="160096"/>
                  </a:cubicBezTo>
                  <a:cubicBezTo>
                    <a:pt x="64117" y="160159"/>
                    <a:pt x="65144" y="160255"/>
                    <a:pt x="66166" y="160382"/>
                  </a:cubicBezTo>
                  <a:cubicBezTo>
                    <a:pt x="67189" y="160509"/>
                    <a:pt x="68207" y="160667"/>
                    <a:pt x="69220" y="160857"/>
                  </a:cubicBezTo>
                  <a:cubicBezTo>
                    <a:pt x="70233" y="161047"/>
                    <a:pt x="71239" y="161269"/>
                    <a:pt x="72238" y="161521"/>
                  </a:cubicBezTo>
                  <a:cubicBezTo>
                    <a:pt x="73237" y="161773"/>
                    <a:pt x="74228" y="162056"/>
                    <a:pt x="75210" y="162370"/>
                  </a:cubicBezTo>
                  <a:cubicBezTo>
                    <a:pt x="76192" y="162683"/>
                    <a:pt x="77163" y="163027"/>
                    <a:pt x="78124" y="163400"/>
                  </a:cubicBezTo>
                  <a:cubicBezTo>
                    <a:pt x="79084" y="163774"/>
                    <a:pt x="80032" y="164177"/>
                    <a:pt x="80968" y="164609"/>
                  </a:cubicBezTo>
                  <a:cubicBezTo>
                    <a:pt x="81903" y="165041"/>
                    <a:pt x="82825" y="165502"/>
                    <a:pt x="83732" y="165991"/>
                  </a:cubicBezTo>
                  <a:cubicBezTo>
                    <a:pt x="84639" y="166480"/>
                    <a:pt x="85531" y="166997"/>
                    <a:pt x="86406" y="167541"/>
                  </a:cubicBezTo>
                  <a:cubicBezTo>
                    <a:pt x="87281" y="168085"/>
                    <a:pt x="88139" y="168657"/>
                    <a:pt x="88978" y="169254"/>
                  </a:cubicBezTo>
                  <a:cubicBezTo>
                    <a:pt x="89818" y="169851"/>
                    <a:pt x="90639" y="170474"/>
                    <a:pt x="91440" y="171122"/>
                  </a:cubicBezTo>
                  <a:cubicBezTo>
                    <a:pt x="92242" y="171770"/>
                    <a:pt x="93022" y="172442"/>
                    <a:pt x="93782" y="173139"/>
                  </a:cubicBezTo>
                  <a:cubicBezTo>
                    <a:pt x="94542" y="173835"/>
                    <a:pt x="95280" y="174554"/>
                    <a:pt x="95995" y="175296"/>
                  </a:cubicBezTo>
                  <a:cubicBezTo>
                    <a:pt x="96710" y="176038"/>
                    <a:pt x="97402" y="176802"/>
                    <a:pt x="98070" y="177586"/>
                  </a:cubicBezTo>
                  <a:cubicBezTo>
                    <a:pt x="98738" y="178371"/>
                    <a:pt x="99382" y="179176"/>
                    <a:pt x="100000" y="180000"/>
                  </a:cubicBezTo>
                  <a:cubicBezTo>
                    <a:pt x="100618" y="179176"/>
                    <a:pt x="101262" y="178371"/>
                    <a:pt x="101930" y="177586"/>
                  </a:cubicBezTo>
                  <a:cubicBezTo>
                    <a:pt x="102598" y="176802"/>
                    <a:pt x="103290" y="176038"/>
                    <a:pt x="104005" y="175296"/>
                  </a:cubicBezTo>
                  <a:cubicBezTo>
                    <a:pt x="104720" y="174554"/>
                    <a:pt x="105458" y="173835"/>
                    <a:pt x="106218" y="173139"/>
                  </a:cubicBezTo>
                  <a:cubicBezTo>
                    <a:pt x="106978" y="172442"/>
                    <a:pt x="107758" y="171770"/>
                    <a:pt x="108560" y="171122"/>
                  </a:cubicBezTo>
                  <a:cubicBezTo>
                    <a:pt x="109361" y="170474"/>
                    <a:pt x="110182" y="169851"/>
                    <a:pt x="111022" y="169254"/>
                  </a:cubicBezTo>
                  <a:cubicBezTo>
                    <a:pt x="111861" y="168657"/>
                    <a:pt x="112719" y="168085"/>
                    <a:pt x="113594" y="167541"/>
                  </a:cubicBezTo>
                  <a:cubicBezTo>
                    <a:pt x="114469" y="166997"/>
                    <a:pt x="115361" y="166480"/>
                    <a:pt x="116268" y="165991"/>
                  </a:cubicBezTo>
                  <a:cubicBezTo>
                    <a:pt x="117175" y="165502"/>
                    <a:pt x="118097" y="165041"/>
                    <a:pt x="119032" y="164609"/>
                  </a:cubicBezTo>
                  <a:cubicBezTo>
                    <a:pt x="119968" y="164177"/>
                    <a:pt x="120916" y="163774"/>
                    <a:pt x="121876" y="163400"/>
                  </a:cubicBezTo>
                  <a:cubicBezTo>
                    <a:pt x="122837" y="163027"/>
                    <a:pt x="123808" y="162683"/>
                    <a:pt x="124790" y="162370"/>
                  </a:cubicBezTo>
                  <a:cubicBezTo>
                    <a:pt x="125772" y="162056"/>
                    <a:pt x="126763" y="161773"/>
                    <a:pt x="127762" y="161521"/>
                  </a:cubicBezTo>
                  <a:cubicBezTo>
                    <a:pt x="128761" y="161269"/>
                    <a:pt x="129767" y="161047"/>
                    <a:pt x="130780" y="160857"/>
                  </a:cubicBezTo>
                  <a:cubicBezTo>
                    <a:pt x="131793" y="160667"/>
                    <a:pt x="132811" y="160509"/>
                    <a:pt x="133834" y="160382"/>
                  </a:cubicBezTo>
                  <a:cubicBezTo>
                    <a:pt x="134856" y="160255"/>
                    <a:pt x="135883" y="160159"/>
                    <a:pt x="136911" y="160096"/>
                  </a:cubicBezTo>
                  <a:cubicBezTo>
                    <a:pt x="137939" y="160032"/>
                    <a:pt x="138970" y="160000"/>
                    <a:pt x="140000" y="160000"/>
                  </a:cubicBezTo>
                  <a:lnTo>
                    <a:pt x="180010" y="160000"/>
                  </a:lnTo>
                  <a:cubicBezTo>
                    <a:pt x="180429" y="160000"/>
                    <a:pt x="180847" y="159986"/>
                    <a:pt x="181265" y="159960"/>
                  </a:cubicBezTo>
                  <a:cubicBezTo>
                    <a:pt x="181683" y="159933"/>
                    <a:pt x="182100" y="159894"/>
                    <a:pt x="182516" y="159841"/>
                  </a:cubicBezTo>
                  <a:cubicBezTo>
                    <a:pt x="182931" y="159788"/>
                    <a:pt x="183345" y="159723"/>
                    <a:pt x="183756" y="159644"/>
                  </a:cubicBezTo>
                  <a:cubicBezTo>
                    <a:pt x="184168" y="159565"/>
                    <a:pt x="184576" y="159474"/>
                    <a:pt x="184982" y="159370"/>
                  </a:cubicBezTo>
                  <a:cubicBezTo>
                    <a:pt x="185388" y="159265"/>
                    <a:pt x="185790" y="159148"/>
                    <a:pt x="186188" y="159019"/>
                  </a:cubicBezTo>
                  <a:cubicBezTo>
                    <a:pt x="186586" y="158889"/>
                    <a:pt x="186980" y="158747"/>
                    <a:pt x="187370" y="158593"/>
                  </a:cubicBezTo>
                  <a:cubicBezTo>
                    <a:pt x="187759" y="158438"/>
                    <a:pt x="188143" y="158272"/>
                    <a:pt x="188522" y="158093"/>
                  </a:cubicBezTo>
                  <a:cubicBezTo>
                    <a:pt x="188901" y="157915"/>
                    <a:pt x="189274" y="157725"/>
                    <a:pt x="189641" y="157523"/>
                  </a:cubicBezTo>
                  <a:cubicBezTo>
                    <a:pt x="190008" y="157321"/>
                    <a:pt x="190368" y="157108"/>
                    <a:pt x="190722" y="156883"/>
                  </a:cubicBezTo>
                  <a:cubicBezTo>
                    <a:pt x="191075" y="156659"/>
                    <a:pt x="191422" y="156423"/>
                    <a:pt x="191761" y="156177"/>
                  </a:cubicBezTo>
                  <a:cubicBezTo>
                    <a:pt x="192099" y="155931"/>
                    <a:pt x="192430" y="155674"/>
                    <a:pt x="192753" y="155407"/>
                  </a:cubicBezTo>
                  <a:cubicBezTo>
                    <a:pt x="193075" y="155140"/>
                    <a:pt x="193390" y="154863"/>
                    <a:pt x="193695" y="154576"/>
                  </a:cubicBezTo>
                  <a:cubicBezTo>
                    <a:pt x="194000" y="154289"/>
                    <a:pt x="194296" y="153993"/>
                    <a:pt x="194583" y="153687"/>
                  </a:cubicBezTo>
                  <a:cubicBezTo>
                    <a:pt x="194869" y="153382"/>
                    <a:pt x="195146" y="153068"/>
                    <a:pt x="195413" y="152745"/>
                  </a:cubicBezTo>
                  <a:cubicBezTo>
                    <a:pt x="195680" y="152422"/>
                    <a:pt x="195937" y="152091"/>
                    <a:pt x="196183" y="151752"/>
                  </a:cubicBezTo>
                  <a:cubicBezTo>
                    <a:pt x="196429" y="151414"/>
                    <a:pt x="196664" y="151067"/>
                    <a:pt x="196888" y="150713"/>
                  </a:cubicBezTo>
                  <a:cubicBezTo>
                    <a:pt x="197113" y="150360"/>
                    <a:pt x="197326" y="149999"/>
                    <a:pt x="197528" y="149632"/>
                  </a:cubicBezTo>
                  <a:cubicBezTo>
                    <a:pt x="197729" y="149265"/>
                    <a:pt x="197919" y="148892"/>
                    <a:pt x="198098" y="148513"/>
                  </a:cubicBezTo>
                  <a:cubicBezTo>
                    <a:pt x="198276" y="148134"/>
                    <a:pt x="198442" y="147750"/>
                    <a:pt x="198596" y="147360"/>
                  </a:cubicBezTo>
                  <a:cubicBezTo>
                    <a:pt x="198751" y="146971"/>
                    <a:pt x="198892" y="146577"/>
                    <a:pt x="199022" y="146178"/>
                  </a:cubicBezTo>
                  <a:cubicBezTo>
                    <a:pt x="199151" y="145780"/>
                    <a:pt x="199268" y="145378"/>
                    <a:pt x="199372" y="144972"/>
                  </a:cubicBezTo>
                  <a:cubicBezTo>
                    <a:pt x="199476" y="144567"/>
                    <a:pt x="199568" y="144158"/>
                    <a:pt x="199646" y="143746"/>
                  </a:cubicBezTo>
                  <a:cubicBezTo>
                    <a:pt x="199724" y="143335"/>
                    <a:pt x="199790" y="142921"/>
                    <a:pt x="199842" y="142506"/>
                  </a:cubicBezTo>
                  <a:cubicBezTo>
                    <a:pt x="199895" y="142090"/>
                    <a:pt x="199934" y="141673"/>
                    <a:pt x="199961" y="141255"/>
                  </a:cubicBezTo>
                  <a:cubicBezTo>
                    <a:pt x="199987" y="140837"/>
                    <a:pt x="200000" y="140419"/>
                    <a:pt x="200000" y="140000"/>
                  </a:cubicBezTo>
                  <a:lnTo>
                    <a:pt x="200000" y="12656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3" name="probe-lucide-file-chart-column" descr="file-chart-column — Lucide Icons and Contributors; preserve the bundled full upstream license. Source: https://github.com/lucide-icons/lucide/blob/20aef31db93fe4d9f398dbb15b120d99c48eef95/icons/file-chart-column.svg; SVG SHA256: 7d3798a02beb8d13bb629d073b753b0a1909086fc6ebefcf5467d6264339d1fa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64" name="probe-lucide-file-chart-column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20000" y="200000"/>
                  </a:moveTo>
                  <a:cubicBezTo>
                    <a:pt x="19581" y="200000"/>
                    <a:pt x="19162" y="199987"/>
                    <a:pt x="18744" y="199961"/>
                  </a:cubicBezTo>
                  <a:cubicBezTo>
                    <a:pt x="18326" y="199934"/>
                    <a:pt x="17909" y="199895"/>
                    <a:pt x="17493" y="199842"/>
                  </a:cubicBezTo>
                  <a:cubicBezTo>
                    <a:pt x="17078" y="199790"/>
                    <a:pt x="16664" y="199724"/>
                    <a:pt x="16252" y="199646"/>
                  </a:cubicBezTo>
                  <a:cubicBezTo>
                    <a:pt x="15841" y="199567"/>
                    <a:pt x="15432" y="199476"/>
                    <a:pt x="15026" y="199372"/>
                  </a:cubicBezTo>
                  <a:cubicBezTo>
                    <a:pt x="14620" y="199268"/>
                    <a:pt x="14218" y="199151"/>
                    <a:pt x="13820" y="199021"/>
                  </a:cubicBezTo>
                  <a:cubicBezTo>
                    <a:pt x="13421" y="198892"/>
                    <a:pt x="13027" y="198750"/>
                    <a:pt x="12638" y="198596"/>
                  </a:cubicBezTo>
                  <a:cubicBezTo>
                    <a:pt x="12248" y="198441"/>
                    <a:pt x="11863" y="198275"/>
                    <a:pt x="11484" y="198097"/>
                  </a:cubicBezTo>
                  <a:cubicBezTo>
                    <a:pt x="11105" y="197918"/>
                    <a:pt x="10732" y="197728"/>
                    <a:pt x="10365" y="197526"/>
                  </a:cubicBezTo>
                  <a:cubicBezTo>
                    <a:pt x="9998" y="197324"/>
                    <a:pt x="9637" y="197111"/>
                    <a:pt x="9283" y="196887"/>
                  </a:cubicBezTo>
                  <a:cubicBezTo>
                    <a:pt x="8930" y="196662"/>
                    <a:pt x="8583" y="196427"/>
                    <a:pt x="8244" y="196180"/>
                  </a:cubicBezTo>
                  <a:cubicBezTo>
                    <a:pt x="7905" y="195934"/>
                    <a:pt x="7574" y="195677"/>
                    <a:pt x="7252" y="195410"/>
                  </a:cubicBezTo>
                  <a:cubicBezTo>
                    <a:pt x="6929" y="195143"/>
                    <a:pt x="6614" y="194866"/>
                    <a:pt x="6309" y="194579"/>
                  </a:cubicBezTo>
                  <a:cubicBezTo>
                    <a:pt x="6004" y="194293"/>
                    <a:pt x="5707" y="193996"/>
                    <a:pt x="5421" y="193691"/>
                  </a:cubicBezTo>
                  <a:cubicBezTo>
                    <a:pt x="5134" y="193386"/>
                    <a:pt x="4857" y="193071"/>
                    <a:pt x="4590" y="192749"/>
                  </a:cubicBezTo>
                  <a:cubicBezTo>
                    <a:pt x="4323" y="192426"/>
                    <a:pt x="4066" y="192095"/>
                    <a:pt x="3820" y="191756"/>
                  </a:cubicBezTo>
                  <a:cubicBezTo>
                    <a:pt x="3573" y="191417"/>
                    <a:pt x="3338" y="191070"/>
                    <a:pt x="3113" y="190717"/>
                  </a:cubicBezTo>
                  <a:cubicBezTo>
                    <a:pt x="2889" y="190363"/>
                    <a:pt x="2676" y="190002"/>
                    <a:pt x="2474" y="189635"/>
                  </a:cubicBezTo>
                  <a:cubicBezTo>
                    <a:pt x="2272" y="189268"/>
                    <a:pt x="2082" y="188895"/>
                    <a:pt x="1903" y="188516"/>
                  </a:cubicBezTo>
                  <a:cubicBezTo>
                    <a:pt x="1725" y="188137"/>
                    <a:pt x="1559" y="187752"/>
                    <a:pt x="1404" y="187363"/>
                  </a:cubicBezTo>
                  <a:cubicBezTo>
                    <a:pt x="1250" y="186973"/>
                    <a:pt x="1108" y="186579"/>
                    <a:pt x="979" y="186180"/>
                  </a:cubicBezTo>
                  <a:cubicBezTo>
                    <a:pt x="849" y="185782"/>
                    <a:pt x="733" y="185380"/>
                    <a:pt x="628" y="184974"/>
                  </a:cubicBezTo>
                  <a:cubicBezTo>
                    <a:pt x="524" y="184568"/>
                    <a:pt x="433" y="184159"/>
                    <a:pt x="354" y="183748"/>
                  </a:cubicBezTo>
                  <a:cubicBezTo>
                    <a:pt x="276" y="183336"/>
                    <a:pt x="210" y="182922"/>
                    <a:pt x="158" y="182507"/>
                  </a:cubicBezTo>
                  <a:cubicBezTo>
                    <a:pt x="105" y="182091"/>
                    <a:pt x="66" y="181674"/>
                    <a:pt x="39" y="181256"/>
                  </a:cubicBezTo>
                  <a:cubicBezTo>
                    <a:pt x="13" y="180838"/>
                    <a:pt x="0" y="180419"/>
                    <a:pt x="0" y="18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5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100000" y="0"/>
                  </a:lnTo>
                  <a:cubicBezTo>
                    <a:pt x="100485" y="-1"/>
                    <a:pt x="100971" y="13"/>
                    <a:pt x="101455" y="42"/>
                  </a:cubicBezTo>
                  <a:cubicBezTo>
                    <a:pt x="101940" y="70"/>
                    <a:pt x="102424" y="114"/>
                    <a:pt x="102906" y="172"/>
                  </a:cubicBezTo>
                  <a:cubicBezTo>
                    <a:pt x="103388" y="230"/>
                    <a:pt x="103868" y="302"/>
                    <a:pt x="104345" y="390"/>
                  </a:cubicBezTo>
                  <a:cubicBezTo>
                    <a:pt x="104823" y="477"/>
                    <a:pt x="105298" y="578"/>
                    <a:pt x="105769" y="694"/>
                  </a:cubicBezTo>
                  <a:cubicBezTo>
                    <a:pt x="106241" y="810"/>
                    <a:pt x="106708" y="940"/>
                    <a:pt x="107172" y="1085"/>
                  </a:cubicBezTo>
                  <a:cubicBezTo>
                    <a:pt x="107636" y="1229"/>
                    <a:pt x="108095" y="1387"/>
                    <a:pt x="108548" y="1559"/>
                  </a:cubicBezTo>
                  <a:cubicBezTo>
                    <a:pt x="109002" y="1731"/>
                    <a:pt x="109451" y="1917"/>
                    <a:pt x="109894" y="2117"/>
                  </a:cubicBezTo>
                  <a:cubicBezTo>
                    <a:pt x="110336" y="2316"/>
                    <a:pt x="110773" y="2529"/>
                    <a:pt x="111203" y="2754"/>
                  </a:cubicBezTo>
                  <a:cubicBezTo>
                    <a:pt x="111632" y="2980"/>
                    <a:pt x="112055" y="3219"/>
                    <a:pt x="112470" y="3471"/>
                  </a:cubicBezTo>
                  <a:cubicBezTo>
                    <a:pt x="112886" y="3722"/>
                    <a:pt x="113293" y="3986"/>
                    <a:pt x="113692" y="4262"/>
                  </a:cubicBezTo>
                  <a:cubicBezTo>
                    <a:pt x="114092" y="4538"/>
                    <a:pt x="114482" y="4827"/>
                    <a:pt x="114864" y="5126"/>
                  </a:cubicBezTo>
                  <a:cubicBezTo>
                    <a:pt x="115246" y="5426"/>
                    <a:pt x="115619" y="5738"/>
                    <a:pt x="115981" y="6060"/>
                  </a:cubicBezTo>
                  <a:cubicBezTo>
                    <a:pt x="116344" y="6383"/>
                    <a:pt x="116697" y="6716"/>
                    <a:pt x="117040" y="7060"/>
                  </a:cubicBezTo>
                  <a:lnTo>
                    <a:pt x="152920" y="42940"/>
                  </a:lnTo>
                  <a:cubicBezTo>
                    <a:pt x="153265" y="43283"/>
                    <a:pt x="153599" y="43636"/>
                    <a:pt x="153922" y="43999"/>
                  </a:cubicBezTo>
                  <a:cubicBezTo>
                    <a:pt x="154246" y="44362"/>
                    <a:pt x="154558" y="44735"/>
                    <a:pt x="154859" y="45117"/>
                  </a:cubicBezTo>
                  <a:cubicBezTo>
                    <a:pt x="155160" y="45499"/>
                    <a:pt x="155449" y="45890"/>
                    <a:pt x="155726" y="46290"/>
                  </a:cubicBezTo>
                  <a:cubicBezTo>
                    <a:pt x="156002" y="46689"/>
                    <a:pt x="156267" y="47097"/>
                    <a:pt x="156519" y="47513"/>
                  </a:cubicBezTo>
                  <a:cubicBezTo>
                    <a:pt x="156772" y="47929"/>
                    <a:pt x="157011" y="48352"/>
                    <a:pt x="157237" y="48782"/>
                  </a:cubicBezTo>
                  <a:cubicBezTo>
                    <a:pt x="157464" y="49212"/>
                    <a:pt x="157677" y="49649"/>
                    <a:pt x="157877" y="50092"/>
                  </a:cubicBezTo>
                  <a:cubicBezTo>
                    <a:pt x="158077" y="50536"/>
                    <a:pt x="158264" y="50985"/>
                    <a:pt x="158436" y="51439"/>
                  </a:cubicBezTo>
                  <a:cubicBezTo>
                    <a:pt x="158609" y="51894"/>
                    <a:pt x="158768" y="52353"/>
                    <a:pt x="158912" y="52818"/>
                  </a:cubicBezTo>
                  <a:cubicBezTo>
                    <a:pt x="159057" y="53282"/>
                    <a:pt x="159188" y="53750"/>
                    <a:pt x="159304" y="54222"/>
                  </a:cubicBezTo>
                  <a:cubicBezTo>
                    <a:pt x="159420" y="54694"/>
                    <a:pt x="159522" y="55170"/>
                    <a:pt x="159609" y="55648"/>
                  </a:cubicBezTo>
                  <a:cubicBezTo>
                    <a:pt x="159697" y="56126"/>
                    <a:pt x="159770" y="56607"/>
                    <a:pt x="159828" y="57090"/>
                  </a:cubicBezTo>
                  <a:cubicBezTo>
                    <a:pt x="159886" y="57573"/>
                    <a:pt x="159929" y="58057"/>
                    <a:pt x="159958" y="58542"/>
                  </a:cubicBezTo>
                  <a:cubicBezTo>
                    <a:pt x="159987" y="59028"/>
                    <a:pt x="160001" y="59514"/>
                    <a:pt x="160000" y="60000"/>
                  </a:cubicBezTo>
                  <a:lnTo>
                    <a:pt x="160000" y="180000"/>
                  </a:lnTo>
                  <a:cubicBezTo>
                    <a:pt x="160000" y="180419"/>
                    <a:pt x="159987" y="180838"/>
                    <a:pt x="159961" y="181256"/>
                  </a:cubicBezTo>
                  <a:cubicBezTo>
                    <a:pt x="159934" y="181674"/>
                    <a:pt x="159895" y="182091"/>
                    <a:pt x="159842" y="182507"/>
                  </a:cubicBezTo>
                  <a:cubicBezTo>
                    <a:pt x="159790" y="182922"/>
                    <a:pt x="159724" y="183336"/>
                    <a:pt x="159646" y="183748"/>
                  </a:cubicBezTo>
                  <a:cubicBezTo>
                    <a:pt x="159567" y="184159"/>
                    <a:pt x="159476" y="184568"/>
                    <a:pt x="159372" y="184974"/>
                  </a:cubicBezTo>
                  <a:cubicBezTo>
                    <a:pt x="159267" y="185380"/>
                    <a:pt x="159151" y="185782"/>
                    <a:pt x="159021" y="186180"/>
                  </a:cubicBezTo>
                  <a:cubicBezTo>
                    <a:pt x="158892" y="186579"/>
                    <a:pt x="158750" y="186973"/>
                    <a:pt x="158596" y="187363"/>
                  </a:cubicBezTo>
                  <a:cubicBezTo>
                    <a:pt x="158441" y="187752"/>
                    <a:pt x="158275" y="188137"/>
                    <a:pt x="158097" y="188516"/>
                  </a:cubicBezTo>
                  <a:cubicBezTo>
                    <a:pt x="157918" y="188895"/>
                    <a:pt x="157728" y="189268"/>
                    <a:pt x="157526" y="189635"/>
                  </a:cubicBezTo>
                  <a:cubicBezTo>
                    <a:pt x="157324" y="190002"/>
                    <a:pt x="157111" y="190363"/>
                    <a:pt x="156887" y="190717"/>
                  </a:cubicBezTo>
                  <a:cubicBezTo>
                    <a:pt x="156662" y="191070"/>
                    <a:pt x="156427" y="191417"/>
                    <a:pt x="156180" y="191756"/>
                  </a:cubicBezTo>
                  <a:cubicBezTo>
                    <a:pt x="155934" y="192095"/>
                    <a:pt x="155677" y="192426"/>
                    <a:pt x="155410" y="192749"/>
                  </a:cubicBezTo>
                  <a:cubicBezTo>
                    <a:pt x="155143" y="193071"/>
                    <a:pt x="154866" y="193386"/>
                    <a:pt x="154579" y="193691"/>
                  </a:cubicBezTo>
                  <a:cubicBezTo>
                    <a:pt x="154293" y="193996"/>
                    <a:pt x="153996" y="194293"/>
                    <a:pt x="153691" y="194579"/>
                  </a:cubicBezTo>
                  <a:cubicBezTo>
                    <a:pt x="153386" y="194866"/>
                    <a:pt x="153071" y="195143"/>
                    <a:pt x="152748" y="195410"/>
                  </a:cubicBezTo>
                  <a:cubicBezTo>
                    <a:pt x="152426" y="195677"/>
                    <a:pt x="152095" y="195934"/>
                    <a:pt x="151756" y="196180"/>
                  </a:cubicBezTo>
                  <a:cubicBezTo>
                    <a:pt x="151417" y="196427"/>
                    <a:pt x="151070" y="196662"/>
                    <a:pt x="150717" y="196887"/>
                  </a:cubicBezTo>
                  <a:cubicBezTo>
                    <a:pt x="150363" y="197111"/>
                    <a:pt x="150002" y="197324"/>
                    <a:pt x="149635" y="197526"/>
                  </a:cubicBezTo>
                  <a:cubicBezTo>
                    <a:pt x="149268" y="197728"/>
                    <a:pt x="148895" y="197918"/>
                    <a:pt x="148516" y="198097"/>
                  </a:cubicBezTo>
                  <a:cubicBezTo>
                    <a:pt x="148137" y="198275"/>
                    <a:pt x="147752" y="198441"/>
                    <a:pt x="147362" y="198596"/>
                  </a:cubicBezTo>
                  <a:cubicBezTo>
                    <a:pt x="146973" y="198750"/>
                    <a:pt x="146579" y="198892"/>
                    <a:pt x="146180" y="199021"/>
                  </a:cubicBezTo>
                  <a:cubicBezTo>
                    <a:pt x="145782" y="199151"/>
                    <a:pt x="145380" y="199268"/>
                    <a:pt x="144974" y="199372"/>
                  </a:cubicBezTo>
                  <a:cubicBezTo>
                    <a:pt x="144568" y="199476"/>
                    <a:pt x="144159" y="199567"/>
                    <a:pt x="143748" y="199646"/>
                  </a:cubicBezTo>
                  <a:cubicBezTo>
                    <a:pt x="143336" y="199724"/>
                    <a:pt x="142922" y="199790"/>
                    <a:pt x="142507" y="199842"/>
                  </a:cubicBezTo>
                  <a:cubicBezTo>
                    <a:pt x="142091" y="199895"/>
                    <a:pt x="141674" y="199934"/>
                    <a:pt x="141256" y="199961"/>
                  </a:cubicBezTo>
                  <a:cubicBezTo>
                    <a:pt x="140838" y="199987"/>
                    <a:pt x="140419" y="200000"/>
                    <a:pt x="140000" y="2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5" name="probe-lucide-file-chart-column-part-2"/>
            <p:cNvSpPr/>
            <p:nvPr/>
          </p:nvSpPr>
          <p:spPr>
            <a:xfrm>
              <a:off x="14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0" y="0"/>
                  </a:moveTo>
                  <a:lnTo>
                    <a:pt x="0" y="50000"/>
                  </a:lnTo>
                  <a:cubicBezTo>
                    <a:pt x="0" y="50209"/>
                    <a:pt x="7" y="50419"/>
                    <a:pt x="20" y="50628"/>
                  </a:cubicBezTo>
                  <a:cubicBezTo>
                    <a:pt x="33" y="50837"/>
                    <a:pt x="53" y="51046"/>
                    <a:pt x="79" y="51253"/>
                  </a:cubicBezTo>
                  <a:cubicBezTo>
                    <a:pt x="105" y="51461"/>
                    <a:pt x="138" y="51668"/>
                    <a:pt x="177" y="51874"/>
                  </a:cubicBezTo>
                  <a:cubicBezTo>
                    <a:pt x="216" y="52080"/>
                    <a:pt x="262" y="52284"/>
                    <a:pt x="314" y="52487"/>
                  </a:cubicBezTo>
                  <a:cubicBezTo>
                    <a:pt x="366" y="52690"/>
                    <a:pt x="425" y="52891"/>
                    <a:pt x="489" y="53090"/>
                  </a:cubicBezTo>
                  <a:cubicBezTo>
                    <a:pt x="554" y="53289"/>
                    <a:pt x="625" y="53486"/>
                    <a:pt x="702" y="53681"/>
                  </a:cubicBezTo>
                  <a:cubicBezTo>
                    <a:pt x="779" y="53876"/>
                    <a:pt x="863" y="54068"/>
                    <a:pt x="952" y="54258"/>
                  </a:cubicBezTo>
                  <a:cubicBezTo>
                    <a:pt x="1041" y="54447"/>
                    <a:pt x="1136" y="54634"/>
                    <a:pt x="1237" y="54818"/>
                  </a:cubicBezTo>
                  <a:cubicBezTo>
                    <a:pt x="1338" y="55001"/>
                    <a:pt x="1444" y="55181"/>
                    <a:pt x="1557" y="55358"/>
                  </a:cubicBezTo>
                  <a:cubicBezTo>
                    <a:pt x="1669" y="55535"/>
                    <a:pt x="1787" y="55708"/>
                    <a:pt x="1910" y="55878"/>
                  </a:cubicBezTo>
                  <a:cubicBezTo>
                    <a:pt x="2033" y="56047"/>
                    <a:pt x="2161" y="56213"/>
                    <a:pt x="2295" y="56374"/>
                  </a:cubicBezTo>
                  <a:cubicBezTo>
                    <a:pt x="2428" y="56536"/>
                    <a:pt x="2567" y="56693"/>
                    <a:pt x="2710" y="56845"/>
                  </a:cubicBezTo>
                  <a:cubicBezTo>
                    <a:pt x="2854" y="56998"/>
                    <a:pt x="3002" y="57146"/>
                    <a:pt x="3155" y="57290"/>
                  </a:cubicBezTo>
                  <a:cubicBezTo>
                    <a:pt x="3307" y="57433"/>
                    <a:pt x="3464" y="57572"/>
                    <a:pt x="3626" y="57705"/>
                  </a:cubicBezTo>
                  <a:cubicBezTo>
                    <a:pt x="3787" y="57839"/>
                    <a:pt x="3953" y="57967"/>
                    <a:pt x="4122" y="58090"/>
                  </a:cubicBezTo>
                  <a:cubicBezTo>
                    <a:pt x="4292" y="58213"/>
                    <a:pt x="4465" y="58331"/>
                    <a:pt x="4642" y="58443"/>
                  </a:cubicBezTo>
                  <a:cubicBezTo>
                    <a:pt x="4819" y="58556"/>
                    <a:pt x="4999" y="58662"/>
                    <a:pt x="5182" y="58763"/>
                  </a:cubicBezTo>
                  <a:cubicBezTo>
                    <a:pt x="5366" y="58864"/>
                    <a:pt x="5553" y="58959"/>
                    <a:pt x="5742" y="59048"/>
                  </a:cubicBezTo>
                  <a:cubicBezTo>
                    <a:pt x="5932" y="59137"/>
                    <a:pt x="6124" y="59221"/>
                    <a:pt x="6319" y="59298"/>
                  </a:cubicBezTo>
                  <a:cubicBezTo>
                    <a:pt x="6514" y="59375"/>
                    <a:pt x="6711" y="59446"/>
                    <a:pt x="6910" y="59511"/>
                  </a:cubicBezTo>
                  <a:cubicBezTo>
                    <a:pt x="7109" y="59575"/>
                    <a:pt x="7310" y="59634"/>
                    <a:pt x="7513" y="59686"/>
                  </a:cubicBezTo>
                  <a:cubicBezTo>
                    <a:pt x="7716" y="59738"/>
                    <a:pt x="7920" y="59784"/>
                    <a:pt x="8126" y="59823"/>
                  </a:cubicBezTo>
                  <a:cubicBezTo>
                    <a:pt x="8332" y="59862"/>
                    <a:pt x="8539" y="59895"/>
                    <a:pt x="8747" y="59921"/>
                  </a:cubicBezTo>
                  <a:cubicBezTo>
                    <a:pt x="8954" y="59947"/>
                    <a:pt x="9163" y="59967"/>
                    <a:pt x="9372" y="59980"/>
                  </a:cubicBezTo>
                  <a:cubicBezTo>
                    <a:pt x="9581" y="59993"/>
                    <a:pt x="9791" y="60000"/>
                    <a:pt x="10000" y="60000"/>
                  </a:cubicBezTo>
                  <a:lnTo>
                    <a:pt x="6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6" name="probe-lucide-file-chart-column-part-3"/>
            <p:cNvSpPr/>
            <p:nvPr/>
          </p:nvSpPr>
          <p:spPr>
            <a:xfrm>
              <a:off x="80000" y="170000"/>
              <a:ext cx="10" cy="10000"/>
            </a:xfrm>
            <a:custGeom>
              <a:avLst/>
              <a:gdLst/>
              <a:ahLst/>
              <a:cxnLst/>
              <a:rect l="0" t="0" r="r" b="b"/>
              <a:pathLst>
                <a:path w="10" h="10000">
                  <a:moveTo>
                    <a:pt x="0" y="1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file-chart-column-part-4"/>
            <p:cNvSpPr/>
            <p:nvPr/>
          </p:nvSpPr>
          <p:spPr>
            <a:xfrm>
              <a:off x="120000" y="12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6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file-chart-column-part-5"/>
            <p:cNvSpPr/>
            <p:nvPr/>
          </p:nvSpPr>
          <p:spPr>
            <a:xfrm>
              <a:off x="160000" y="15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9" name="probe-lucide-file-search" descr="file-search — Lucide Icons and Contributors; preserve the bundled full upstream license. Source: https://github.com/lucide-icons/lucide/blob/20aef31db93fe4d9f398dbb15b120d99c48eef95/icons/file-search.svg; SVG SHA256: 6cfea3242132f7f0ae32d66110f9f3ba93a22c16f53a776d77accc6b5a3a31e7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70" name="probe-lucide-file-search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20000" y="200000"/>
                  </a:moveTo>
                  <a:cubicBezTo>
                    <a:pt x="19581" y="200000"/>
                    <a:pt x="19162" y="199987"/>
                    <a:pt x="18744" y="199961"/>
                  </a:cubicBezTo>
                  <a:cubicBezTo>
                    <a:pt x="18326" y="199934"/>
                    <a:pt x="17909" y="199895"/>
                    <a:pt x="17493" y="199842"/>
                  </a:cubicBezTo>
                  <a:cubicBezTo>
                    <a:pt x="17078" y="199790"/>
                    <a:pt x="16664" y="199724"/>
                    <a:pt x="16252" y="199646"/>
                  </a:cubicBezTo>
                  <a:cubicBezTo>
                    <a:pt x="15841" y="199567"/>
                    <a:pt x="15432" y="199476"/>
                    <a:pt x="15026" y="199372"/>
                  </a:cubicBezTo>
                  <a:cubicBezTo>
                    <a:pt x="14620" y="199268"/>
                    <a:pt x="14218" y="199151"/>
                    <a:pt x="13820" y="199021"/>
                  </a:cubicBezTo>
                  <a:cubicBezTo>
                    <a:pt x="13421" y="198892"/>
                    <a:pt x="13027" y="198750"/>
                    <a:pt x="12638" y="198596"/>
                  </a:cubicBezTo>
                  <a:cubicBezTo>
                    <a:pt x="12248" y="198441"/>
                    <a:pt x="11863" y="198275"/>
                    <a:pt x="11484" y="198097"/>
                  </a:cubicBezTo>
                  <a:cubicBezTo>
                    <a:pt x="11105" y="197918"/>
                    <a:pt x="10732" y="197728"/>
                    <a:pt x="10365" y="197526"/>
                  </a:cubicBezTo>
                  <a:cubicBezTo>
                    <a:pt x="9998" y="197324"/>
                    <a:pt x="9637" y="197111"/>
                    <a:pt x="9283" y="196887"/>
                  </a:cubicBezTo>
                  <a:cubicBezTo>
                    <a:pt x="8930" y="196662"/>
                    <a:pt x="8583" y="196427"/>
                    <a:pt x="8244" y="196180"/>
                  </a:cubicBezTo>
                  <a:cubicBezTo>
                    <a:pt x="7905" y="195934"/>
                    <a:pt x="7574" y="195677"/>
                    <a:pt x="7252" y="195410"/>
                  </a:cubicBezTo>
                  <a:cubicBezTo>
                    <a:pt x="6929" y="195143"/>
                    <a:pt x="6614" y="194866"/>
                    <a:pt x="6309" y="194579"/>
                  </a:cubicBezTo>
                  <a:cubicBezTo>
                    <a:pt x="6004" y="194293"/>
                    <a:pt x="5707" y="193996"/>
                    <a:pt x="5421" y="193691"/>
                  </a:cubicBezTo>
                  <a:cubicBezTo>
                    <a:pt x="5134" y="193386"/>
                    <a:pt x="4857" y="193071"/>
                    <a:pt x="4590" y="192749"/>
                  </a:cubicBezTo>
                  <a:cubicBezTo>
                    <a:pt x="4323" y="192426"/>
                    <a:pt x="4066" y="192095"/>
                    <a:pt x="3820" y="191756"/>
                  </a:cubicBezTo>
                  <a:cubicBezTo>
                    <a:pt x="3573" y="191417"/>
                    <a:pt x="3338" y="191070"/>
                    <a:pt x="3113" y="190717"/>
                  </a:cubicBezTo>
                  <a:cubicBezTo>
                    <a:pt x="2889" y="190363"/>
                    <a:pt x="2676" y="190002"/>
                    <a:pt x="2474" y="189635"/>
                  </a:cubicBezTo>
                  <a:cubicBezTo>
                    <a:pt x="2272" y="189268"/>
                    <a:pt x="2082" y="188895"/>
                    <a:pt x="1903" y="188516"/>
                  </a:cubicBezTo>
                  <a:cubicBezTo>
                    <a:pt x="1725" y="188137"/>
                    <a:pt x="1559" y="187752"/>
                    <a:pt x="1404" y="187363"/>
                  </a:cubicBezTo>
                  <a:cubicBezTo>
                    <a:pt x="1250" y="186973"/>
                    <a:pt x="1108" y="186579"/>
                    <a:pt x="979" y="186180"/>
                  </a:cubicBezTo>
                  <a:cubicBezTo>
                    <a:pt x="849" y="185782"/>
                    <a:pt x="733" y="185380"/>
                    <a:pt x="628" y="184974"/>
                  </a:cubicBezTo>
                  <a:cubicBezTo>
                    <a:pt x="524" y="184568"/>
                    <a:pt x="433" y="184159"/>
                    <a:pt x="354" y="183748"/>
                  </a:cubicBezTo>
                  <a:cubicBezTo>
                    <a:pt x="276" y="183336"/>
                    <a:pt x="210" y="182922"/>
                    <a:pt x="158" y="182507"/>
                  </a:cubicBezTo>
                  <a:cubicBezTo>
                    <a:pt x="105" y="182091"/>
                    <a:pt x="66" y="181674"/>
                    <a:pt x="39" y="181256"/>
                  </a:cubicBezTo>
                  <a:cubicBezTo>
                    <a:pt x="13" y="180838"/>
                    <a:pt x="0" y="180419"/>
                    <a:pt x="0" y="18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5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100000" y="0"/>
                  </a:lnTo>
                  <a:cubicBezTo>
                    <a:pt x="100485" y="-1"/>
                    <a:pt x="100971" y="13"/>
                    <a:pt x="101455" y="42"/>
                  </a:cubicBezTo>
                  <a:cubicBezTo>
                    <a:pt x="101940" y="70"/>
                    <a:pt x="102424" y="114"/>
                    <a:pt x="102906" y="172"/>
                  </a:cubicBezTo>
                  <a:cubicBezTo>
                    <a:pt x="103388" y="230"/>
                    <a:pt x="103868" y="302"/>
                    <a:pt x="104345" y="390"/>
                  </a:cubicBezTo>
                  <a:cubicBezTo>
                    <a:pt x="104823" y="477"/>
                    <a:pt x="105298" y="578"/>
                    <a:pt x="105769" y="694"/>
                  </a:cubicBezTo>
                  <a:cubicBezTo>
                    <a:pt x="106241" y="810"/>
                    <a:pt x="106708" y="940"/>
                    <a:pt x="107172" y="1085"/>
                  </a:cubicBezTo>
                  <a:cubicBezTo>
                    <a:pt x="107636" y="1229"/>
                    <a:pt x="108095" y="1387"/>
                    <a:pt x="108548" y="1559"/>
                  </a:cubicBezTo>
                  <a:cubicBezTo>
                    <a:pt x="109002" y="1731"/>
                    <a:pt x="109451" y="1917"/>
                    <a:pt x="109894" y="2117"/>
                  </a:cubicBezTo>
                  <a:cubicBezTo>
                    <a:pt x="110336" y="2316"/>
                    <a:pt x="110773" y="2529"/>
                    <a:pt x="111203" y="2754"/>
                  </a:cubicBezTo>
                  <a:cubicBezTo>
                    <a:pt x="111632" y="2980"/>
                    <a:pt x="112055" y="3219"/>
                    <a:pt x="112470" y="3471"/>
                  </a:cubicBezTo>
                  <a:cubicBezTo>
                    <a:pt x="112886" y="3722"/>
                    <a:pt x="113293" y="3986"/>
                    <a:pt x="113692" y="4262"/>
                  </a:cubicBezTo>
                  <a:cubicBezTo>
                    <a:pt x="114092" y="4538"/>
                    <a:pt x="114482" y="4827"/>
                    <a:pt x="114864" y="5126"/>
                  </a:cubicBezTo>
                  <a:cubicBezTo>
                    <a:pt x="115246" y="5426"/>
                    <a:pt x="115619" y="5738"/>
                    <a:pt x="115981" y="6060"/>
                  </a:cubicBezTo>
                  <a:cubicBezTo>
                    <a:pt x="116344" y="6383"/>
                    <a:pt x="116697" y="6716"/>
                    <a:pt x="117040" y="7060"/>
                  </a:cubicBezTo>
                  <a:lnTo>
                    <a:pt x="152920" y="42940"/>
                  </a:lnTo>
                  <a:cubicBezTo>
                    <a:pt x="153265" y="43283"/>
                    <a:pt x="153599" y="43636"/>
                    <a:pt x="153922" y="43999"/>
                  </a:cubicBezTo>
                  <a:cubicBezTo>
                    <a:pt x="154246" y="44362"/>
                    <a:pt x="154558" y="44735"/>
                    <a:pt x="154859" y="45117"/>
                  </a:cubicBezTo>
                  <a:cubicBezTo>
                    <a:pt x="155160" y="45499"/>
                    <a:pt x="155449" y="45890"/>
                    <a:pt x="155726" y="46290"/>
                  </a:cubicBezTo>
                  <a:cubicBezTo>
                    <a:pt x="156002" y="46689"/>
                    <a:pt x="156267" y="47097"/>
                    <a:pt x="156519" y="47513"/>
                  </a:cubicBezTo>
                  <a:cubicBezTo>
                    <a:pt x="156772" y="47929"/>
                    <a:pt x="157011" y="48352"/>
                    <a:pt x="157237" y="48782"/>
                  </a:cubicBezTo>
                  <a:cubicBezTo>
                    <a:pt x="157464" y="49212"/>
                    <a:pt x="157677" y="49649"/>
                    <a:pt x="157877" y="50092"/>
                  </a:cubicBezTo>
                  <a:cubicBezTo>
                    <a:pt x="158077" y="50536"/>
                    <a:pt x="158264" y="50985"/>
                    <a:pt x="158436" y="51439"/>
                  </a:cubicBezTo>
                  <a:cubicBezTo>
                    <a:pt x="158609" y="51894"/>
                    <a:pt x="158768" y="52353"/>
                    <a:pt x="158912" y="52818"/>
                  </a:cubicBezTo>
                  <a:cubicBezTo>
                    <a:pt x="159057" y="53282"/>
                    <a:pt x="159188" y="53750"/>
                    <a:pt x="159304" y="54222"/>
                  </a:cubicBezTo>
                  <a:cubicBezTo>
                    <a:pt x="159420" y="54694"/>
                    <a:pt x="159522" y="55170"/>
                    <a:pt x="159609" y="55648"/>
                  </a:cubicBezTo>
                  <a:cubicBezTo>
                    <a:pt x="159697" y="56126"/>
                    <a:pt x="159770" y="56607"/>
                    <a:pt x="159828" y="57090"/>
                  </a:cubicBezTo>
                  <a:cubicBezTo>
                    <a:pt x="159886" y="57573"/>
                    <a:pt x="159929" y="58057"/>
                    <a:pt x="159958" y="58542"/>
                  </a:cubicBezTo>
                  <a:cubicBezTo>
                    <a:pt x="159987" y="59028"/>
                    <a:pt x="160001" y="59514"/>
                    <a:pt x="160000" y="60000"/>
                  </a:cubicBezTo>
                  <a:lnTo>
                    <a:pt x="160000" y="180000"/>
                  </a:lnTo>
                  <a:cubicBezTo>
                    <a:pt x="160000" y="180419"/>
                    <a:pt x="159987" y="180838"/>
                    <a:pt x="159961" y="181256"/>
                  </a:cubicBezTo>
                  <a:cubicBezTo>
                    <a:pt x="159934" y="181674"/>
                    <a:pt x="159895" y="182091"/>
                    <a:pt x="159842" y="182507"/>
                  </a:cubicBezTo>
                  <a:cubicBezTo>
                    <a:pt x="159790" y="182922"/>
                    <a:pt x="159724" y="183336"/>
                    <a:pt x="159646" y="183748"/>
                  </a:cubicBezTo>
                  <a:cubicBezTo>
                    <a:pt x="159567" y="184159"/>
                    <a:pt x="159476" y="184568"/>
                    <a:pt x="159372" y="184974"/>
                  </a:cubicBezTo>
                  <a:cubicBezTo>
                    <a:pt x="159267" y="185380"/>
                    <a:pt x="159151" y="185782"/>
                    <a:pt x="159021" y="186180"/>
                  </a:cubicBezTo>
                  <a:cubicBezTo>
                    <a:pt x="158892" y="186579"/>
                    <a:pt x="158750" y="186973"/>
                    <a:pt x="158596" y="187363"/>
                  </a:cubicBezTo>
                  <a:cubicBezTo>
                    <a:pt x="158441" y="187752"/>
                    <a:pt x="158275" y="188137"/>
                    <a:pt x="158097" y="188516"/>
                  </a:cubicBezTo>
                  <a:cubicBezTo>
                    <a:pt x="157918" y="188895"/>
                    <a:pt x="157728" y="189268"/>
                    <a:pt x="157526" y="189635"/>
                  </a:cubicBezTo>
                  <a:cubicBezTo>
                    <a:pt x="157324" y="190002"/>
                    <a:pt x="157111" y="190363"/>
                    <a:pt x="156887" y="190717"/>
                  </a:cubicBezTo>
                  <a:cubicBezTo>
                    <a:pt x="156662" y="191070"/>
                    <a:pt x="156427" y="191417"/>
                    <a:pt x="156180" y="191756"/>
                  </a:cubicBezTo>
                  <a:cubicBezTo>
                    <a:pt x="155934" y="192095"/>
                    <a:pt x="155677" y="192426"/>
                    <a:pt x="155410" y="192749"/>
                  </a:cubicBezTo>
                  <a:cubicBezTo>
                    <a:pt x="155143" y="193071"/>
                    <a:pt x="154866" y="193386"/>
                    <a:pt x="154579" y="193691"/>
                  </a:cubicBezTo>
                  <a:cubicBezTo>
                    <a:pt x="154293" y="193996"/>
                    <a:pt x="153996" y="194293"/>
                    <a:pt x="153691" y="194579"/>
                  </a:cubicBezTo>
                  <a:cubicBezTo>
                    <a:pt x="153386" y="194866"/>
                    <a:pt x="153071" y="195143"/>
                    <a:pt x="152748" y="195410"/>
                  </a:cubicBezTo>
                  <a:cubicBezTo>
                    <a:pt x="152426" y="195677"/>
                    <a:pt x="152095" y="195934"/>
                    <a:pt x="151756" y="196180"/>
                  </a:cubicBezTo>
                  <a:cubicBezTo>
                    <a:pt x="151417" y="196427"/>
                    <a:pt x="151070" y="196662"/>
                    <a:pt x="150717" y="196887"/>
                  </a:cubicBezTo>
                  <a:cubicBezTo>
                    <a:pt x="150363" y="197111"/>
                    <a:pt x="150002" y="197324"/>
                    <a:pt x="149635" y="197526"/>
                  </a:cubicBezTo>
                  <a:cubicBezTo>
                    <a:pt x="149268" y="197728"/>
                    <a:pt x="148895" y="197918"/>
                    <a:pt x="148516" y="198097"/>
                  </a:cubicBezTo>
                  <a:cubicBezTo>
                    <a:pt x="148137" y="198275"/>
                    <a:pt x="147752" y="198441"/>
                    <a:pt x="147362" y="198596"/>
                  </a:cubicBezTo>
                  <a:cubicBezTo>
                    <a:pt x="146973" y="198750"/>
                    <a:pt x="146579" y="198892"/>
                    <a:pt x="146180" y="199021"/>
                  </a:cubicBezTo>
                  <a:cubicBezTo>
                    <a:pt x="145782" y="199151"/>
                    <a:pt x="145380" y="199268"/>
                    <a:pt x="144974" y="199372"/>
                  </a:cubicBezTo>
                  <a:cubicBezTo>
                    <a:pt x="144568" y="199476"/>
                    <a:pt x="144159" y="199567"/>
                    <a:pt x="143748" y="199646"/>
                  </a:cubicBezTo>
                  <a:cubicBezTo>
                    <a:pt x="143336" y="199724"/>
                    <a:pt x="142922" y="199790"/>
                    <a:pt x="142507" y="199842"/>
                  </a:cubicBezTo>
                  <a:cubicBezTo>
                    <a:pt x="142091" y="199895"/>
                    <a:pt x="141674" y="199934"/>
                    <a:pt x="141256" y="199961"/>
                  </a:cubicBezTo>
                  <a:cubicBezTo>
                    <a:pt x="140838" y="199987"/>
                    <a:pt x="140419" y="200000"/>
                    <a:pt x="140000" y="2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file-search-part-2"/>
            <p:cNvSpPr/>
            <p:nvPr/>
          </p:nvSpPr>
          <p:spPr>
            <a:xfrm>
              <a:off x="14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0" y="0"/>
                  </a:moveTo>
                  <a:lnTo>
                    <a:pt x="0" y="50000"/>
                  </a:lnTo>
                  <a:cubicBezTo>
                    <a:pt x="0" y="50209"/>
                    <a:pt x="7" y="50419"/>
                    <a:pt x="20" y="50628"/>
                  </a:cubicBezTo>
                  <a:cubicBezTo>
                    <a:pt x="33" y="50837"/>
                    <a:pt x="53" y="51046"/>
                    <a:pt x="79" y="51253"/>
                  </a:cubicBezTo>
                  <a:cubicBezTo>
                    <a:pt x="105" y="51461"/>
                    <a:pt x="138" y="51668"/>
                    <a:pt x="177" y="51874"/>
                  </a:cubicBezTo>
                  <a:cubicBezTo>
                    <a:pt x="216" y="52080"/>
                    <a:pt x="262" y="52284"/>
                    <a:pt x="314" y="52487"/>
                  </a:cubicBezTo>
                  <a:cubicBezTo>
                    <a:pt x="366" y="52690"/>
                    <a:pt x="425" y="52891"/>
                    <a:pt x="489" y="53090"/>
                  </a:cubicBezTo>
                  <a:cubicBezTo>
                    <a:pt x="554" y="53289"/>
                    <a:pt x="625" y="53486"/>
                    <a:pt x="702" y="53681"/>
                  </a:cubicBezTo>
                  <a:cubicBezTo>
                    <a:pt x="779" y="53876"/>
                    <a:pt x="863" y="54068"/>
                    <a:pt x="952" y="54258"/>
                  </a:cubicBezTo>
                  <a:cubicBezTo>
                    <a:pt x="1041" y="54447"/>
                    <a:pt x="1136" y="54634"/>
                    <a:pt x="1237" y="54818"/>
                  </a:cubicBezTo>
                  <a:cubicBezTo>
                    <a:pt x="1338" y="55001"/>
                    <a:pt x="1444" y="55181"/>
                    <a:pt x="1557" y="55358"/>
                  </a:cubicBezTo>
                  <a:cubicBezTo>
                    <a:pt x="1669" y="55535"/>
                    <a:pt x="1787" y="55708"/>
                    <a:pt x="1910" y="55878"/>
                  </a:cubicBezTo>
                  <a:cubicBezTo>
                    <a:pt x="2033" y="56047"/>
                    <a:pt x="2161" y="56213"/>
                    <a:pt x="2295" y="56374"/>
                  </a:cubicBezTo>
                  <a:cubicBezTo>
                    <a:pt x="2428" y="56536"/>
                    <a:pt x="2567" y="56693"/>
                    <a:pt x="2710" y="56845"/>
                  </a:cubicBezTo>
                  <a:cubicBezTo>
                    <a:pt x="2854" y="56998"/>
                    <a:pt x="3002" y="57146"/>
                    <a:pt x="3155" y="57290"/>
                  </a:cubicBezTo>
                  <a:cubicBezTo>
                    <a:pt x="3307" y="57433"/>
                    <a:pt x="3464" y="57572"/>
                    <a:pt x="3626" y="57705"/>
                  </a:cubicBezTo>
                  <a:cubicBezTo>
                    <a:pt x="3787" y="57839"/>
                    <a:pt x="3953" y="57967"/>
                    <a:pt x="4122" y="58090"/>
                  </a:cubicBezTo>
                  <a:cubicBezTo>
                    <a:pt x="4292" y="58213"/>
                    <a:pt x="4465" y="58331"/>
                    <a:pt x="4642" y="58443"/>
                  </a:cubicBezTo>
                  <a:cubicBezTo>
                    <a:pt x="4819" y="58556"/>
                    <a:pt x="4999" y="58662"/>
                    <a:pt x="5182" y="58763"/>
                  </a:cubicBezTo>
                  <a:cubicBezTo>
                    <a:pt x="5366" y="58864"/>
                    <a:pt x="5553" y="58959"/>
                    <a:pt x="5742" y="59048"/>
                  </a:cubicBezTo>
                  <a:cubicBezTo>
                    <a:pt x="5932" y="59137"/>
                    <a:pt x="6124" y="59221"/>
                    <a:pt x="6319" y="59298"/>
                  </a:cubicBezTo>
                  <a:cubicBezTo>
                    <a:pt x="6514" y="59375"/>
                    <a:pt x="6711" y="59446"/>
                    <a:pt x="6910" y="59511"/>
                  </a:cubicBezTo>
                  <a:cubicBezTo>
                    <a:pt x="7109" y="59575"/>
                    <a:pt x="7310" y="59634"/>
                    <a:pt x="7513" y="59686"/>
                  </a:cubicBezTo>
                  <a:cubicBezTo>
                    <a:pt x="7716" y="59738"/>
                    <a:pt x="7920" y="59784"/>
                    <a:pt x="8126" y="59823"/>
                  </a:cubicBezTo>
                  <a:cubicBezTo>
                    <a:pt x="8332" y="59862"/>
                    <a:pt x="8539" y="59895"/>
                    <a:pt x="8747" y="59921"/>
                  </a:cubicBezTo>
                  <a:cubicBezTo>
                    <a:pt x="8954" y="59947"/>
                    <a:pt x="9163" y="59967"/>
                    <a:pt x="9372" y="59980"/>
                  </a:cubicBezTo>
                  <a:cubicBezTo>
                    <a:pt x="9581" y="59993"/>
                    <a:pt x="9791" y="60000"/>
                    <a:pt x="10000" y="60000"/>
                  </a:cubicBezTo>
                  <a:lnTo>
                    <a:pt x="6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file-search-part-3"/>
            <p:cNvSpPr/>
            <p:nvPr/>
          </p:nvSpPr>
          <p:spPr>
            <a:xfrm>
              <a:off x="90000" y="12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25000"/>
                  </a:moveTo>
                  <a:cubicBezTo>
                    <a:pt x="50000" y="25524"/>
                    <a:pt x="49984" y="26047"/>
                    <a:pt x="49951" y="26570"/>
                  </a:cubicBezTo>
                  <a:cubicBezTo>
                    <a:pt x="49918" y="27092"/>
                    <a:pt x="49868" y="27614"/>
                    <a:pt x="49803" y="28133"/>
                  </a:cubicBezTo>
                  <a:cubicBezTo>
                    <a:pt x="49737" y="28653"/>
                    <a:pt x="49655" y="29170"/>
                    <a:pt x="49557" y="29685"/>
                  </a:cubicBezTo>
                  <a:cubicBezTo>
                    <a:pt x="49459" y="30199"/>
                    <a:pt x="49345" y="30710"/>
                    <a:pt x="49215" y="31217"/>
                  </a:cubicBezTo>
                  <a:cubicBezTo>
                    <a:pt x="49084" y="31724"/>
                    <a:pt x="48938" y="32227"/>
                    <a:pt x="48776" y="32725"/>
                  </a:cubicBezTo>
                  <a:cubicBezTo>
                    <a:pt x="48615" y="33223"/>
                    <a:pt x="48437" y="33716"/>
                    <a:pt x="48244" y="34203"/>
                  </a:cubicBezTo>
                  <a:cubicBezTo>
                    <a:pt x="48052" y="34690"/>
                    <a:pt x="47844" y="35171"/>
                    <a:pt x="47621" y="35644"/>
                  </a:cubicBezTo>
                  <a:cubicBezTo>
                    <a:pt x="47398" y="36118"/>
                    <a:pt x="47160" y="36585"/>
                    <a:pt x="46908" y="37044"/>
                  </a:cubicBezTo>
                  <a:cubicBezTo>
                    <a:pt x="46655" y="37503"/>
                    <a:pt x="46389" y="37954"/>
                    <a:pt x="46108" y="38396"/>
                  </a:cubicBezTo>
                  <a:cubicBezTo>
                    <a:pt x="45828" y="38838"/>
                    <a:pt x="45533" y="39271"/>
                    <a:pt x="45225" y="39695"/>
                  </a:cubicBezTo>
                  <a:cubicBezTo>
                    <a:pt x="44918" y="40118"/>
                    <a:pt x="44597" y="40532"/>
                    <a:pt x="44263" y="40936"/>
                  </a:cubicBezTo>
                  <a:cubicBezTo>
                    <a:pt x="43929" y="41339"/>
                    <a:pt x="43583" y="41732"/>
                    <a:pt x="43224" y="42114"/>
                  </a:cubicBezTo>
                  <a:cubicBezTo>
                    <a:pt x="42866" y="42495"/>
                    <a:pt x="42495" y="42866"/>
                    <a:pt x="42114" y="43224"/>
                  </a:cubicBezTo>
                  <a:cubicBezTo>
                    <a:pt x="41732" y="43583"/>
                    <a:pt x="41339" y="43929"/>
                    <a:pt x="40936" y="44263"/>
                  </a:cubicBezTo>
                  <a:cubicBezTo>
                    <a:pt x="40532" y="44597"/>
                    <a:pt x="40118" y="44918"/>
                    <a:pt x="39695" y="45225"/>
                  </a:cubicBezTo>
                  <a:cubicBezTo>
                    <a:pt x="39271" y="45533"/>
                    <a:pt x="38838" y="45828"/>
                    <a:pt x="38396" y="46108"/>
                  </a:cubicBezTo>
                  <a:cubicBezTo>
                    <a:pt x="37954" y="46389"/>
                    <a:pt x="37503" y="46655"/>
                    <a:pt x="37044" y="46908"/>
                  </a:cubicBezTo>
                  <a:cubicBezTo>
                    <a:pt x="36585" y="47160"/>
                    <a:pt x="36118" y="47398"/>
                    <a:pt x="35644" y="47621"/>
                  </a:cubicBezTo>
                  <a:cubicBezTo>
                    <a:pt x="35171" y="47844"/>
                    <a:pt x="34690" y="48052"/>
                    <a:pt x="34203" y="48244"/>
                  </a:cubicBezTo>
                  <a:cubicBezTo>
                    <a:pt x="33716" y="48437"/>
                    <a:pt x="33223" y="48615"/>
                    <a:pt x="32725" y="48776"/>
                  </a:cubicBezTo>
                  <a:cubicBezTo>
                    <a:pt x="32227" y="48938"/>
                    <a:pt x="31724" y="49084"/>
                    <a:pt x="31217" y="49215"/>
                  </a:cubicBezTo>
                  <a:cubicBezTo>
                    <a:pt x="30710" y="49345"/>
                    <a:pt x="30199" y="49459"/>
                    <a:pt x="29685" y="49557"/>
                  </a:cubicBezTo>
                  <a:cubicBezTo>
                    <a:pt x="29170" y="49655"/>
                    <a:pt x="28653" y="49737"/>
                    <a:pt x="28133" y="49803"/>
                  </a:cubicBezTo>
                  <a:cubicBezTo>
                    <a:pt x="27614" y="49868"/>
                    <a:pt x="27092" y="49918"/>
                    <a:pt x="26570" y="49951"/>
                  </a:cubicBezTo>
                  <a:cubicBezTo>
                    <a:pt x="26047" y="49984"/>
                    <a:pt x="25524" y="50000"/>
                    <a:pt x="25000" y="50000"/>
                  </a:cubicBezTo>
                  <a:cubicBezTo>
                    <a:pt x="24476" y="50000"/>
                    <a:pt x="23953" y="49984"/>
                    <a:pt x="23430" y="49951"/>
                  </a:cubicBezTo>
                  <a:cubicBezTo>
                    <a:pt x="22908" y="49918"/>
                    <a:pt x="22386" y="49868"/>
                    <a:pt x="21867" y="49803"/>
                  </a:cubicBezTo>
                  <a:cubicBezTo>
                    <a:pt x="21347" y="49737"/>
                    <a:pt x="20830" y="49655"/>
                    <a:pt x="20315" y="49557"/>
                  </a:cubicBezTo>
                  <a:cubicBezTo>
                    <a:pt x="19801" y="49459"/>
                    <a:pt x="19290" y="49345"/>
                    <a:pt x="18783" y="49215"/>
                  </a:cubicBezTo>
                  <a:cubicBezTo>
                    <a:pt x="18276" y="49084"/>
                    <a:pt x="17773" y="48938"/>
                    <a:pt x="17275" y="48776"/>
                  </a:cubicBezTo>
                  <a:cubicBezTo>
                    <a:pt x="16777" y="48615"/>
                    <a:pt x="16284" y="48437"/>
                    <a:pt x="15797" y="48244"/>
                  </a:cubicBezTo>
                  <a:cubicBezTo>
                    <a:pt x="15310" y="48052"/>
                    <a:pt x="14829" y="47844"/>
                    <a:pt x="14356" y="47621"/>
                  </a:cubicBezTo>
                  <a:cubicBezTo>
                    <a:pt x="13882" y="47398"/>
                    <a:pt x="13415" y="47160"/>
                    <a:pt x="12956" y="46908"/>
                  </a:cubicBezTo>
                  <a:cubicBezTo>
                    <a:pt x="12497" y="46655"/>
                    <a:pt x="12046" y="46389"/>
                    <a:pt x="11604" y="46108"/>
                  </a:cubicBezTo>
                  <a:cubicBezTo>
                    <a:pt x="11162" y="45828"/>
                    <a:pt x="10729" y="45533"/>
                    <a:pt x="10305" y="45225"/>
                  </a:cubicBezTo>
                  <a:cubicBezTo>
                    <a:pt x="9882" y="44918"/>
                    <a:pt x="9468" y="44597"/>
                    <a:pt x="9064" y="44263"/>
                  </a:cubicBezTo>
                  <a:cubicBezTo>
                    <a:pt x="8661" y="43929"/>
                    <a:pt x="8268" y="43583"/>
                    <a:pt x="7886" y="43224"/>
                  </a:cubicBezTo>
                  <a:cubicBezTo>
                    <a:pt x="7505" y="42866"/>
                    <a:pt x="7134" y="42495"/>
                    <a:pt x="6776" y="42114"/>
                  </a:cubicBezTo>
                  <a:cubicBezTo>
                    <a:pt x="6417" y="41732"/>
                    <a:pt x="6071" y="41339"/>
                    <a:pt x="5737" y="40936"/>
                  </a:cubicBezTo>
                  <a:cubicBezTo>
                    <a:pt x="5403" y="40532"/>
                    <a:pt x="5082" y="40118"/>
                    <a:pt x="4775" y="39695"/>
                  </a:cubicBezTo>
                  <a:cubicBezTo>
                    <a:pt x="4467" y="39271"/>
                    <a:pt x="4172" y="38838"/>
                    <a:pt x="3892" y="38396"/>
                  </a:cubicBezTo>
                  <a:cubicBezTo>
                    <a:pt x="3611" y="37954"/>
                    <a:pt x="3345" y="37503"/>
                    <a:pt x="3092" y="37044"/>
                  </a:cubicBezTo>
                  <a:cubicBezTo>
                    <a:pt x="2840" y="36585"/>
                    <a:pt x="2602" y="36118"/>
                    <a:pt x="2379" y="35644"/>
                  </a:cubicBezTo>
                  <a:cubicBezTo>
                    <a:pt x="2156" y="35171"/>
                    <a:pt x="1948" y="34690"/>
                    <a:pt x="1756" y="34203"/>
                  </a:cubicBezTo>
                  <a:cubicBezTo>
                    <a:pt x="1563" y="33716"/>
                    <a:pt x="1385" y="33223"/>
                    <a:pt x="1224" y="32725"/>
                  </a:cubicBezTo>
                  <a:cubicBezTo>
                    <a:pt x="1062" y="32227"/>
                    <a:pt x="916" y="31724"/>
                    <a:pt x="785" y="31217"/>
                  </a:cubicBezTo>
                  <a:cubicBezTo>
                    <a:pt x="655" y="30710"/>
                    <a:pt x="541" y="30199"/>
                    <a:pt x="443" y="29685"/>
                  </a:cubicBezTo>
                  <a:cubicBezTo>
                    <a:pt x="345" y="29170"/>
                    <a:pt x="263" y="28653"/>
                    <a:pt x="197" y="28133"/>
                  </a:cubicBezTo>
                  <a:cubicBezTo>
                    <a:pt x="132" y="27614"/>
                    <a:pt x="82" y="27092"/>
                    <a:pt x="49" y="26570"/>
                  </a:cubicBezTo>
                  <a:cubicBezTo>
                    <a:pt x="16" y="26047"/>
                    <a:pt x="0" y="25524"/>
                    <a:pt x="0" y="25000"/>
                  </a:cubicBezTo>
                  <a:cubicBezTo>
                    <a:pt x="0" y="24476"/>
                    <a:pt x="16" y="23953"/>
                    <a:pt x="49" y="23430"/>
                  </a:cubicBezTo>
                  <a:cubicBezTo>
                    <a:pt x="82" y="22908"/>
                    <a:pt x="132" y="22386"/>
                    <a:pt x="197" y="21867"/>
                  </a:cubicBezTo>
                  <a:cubicBezTo>
                    <a:pt x="263" y="21347"/>
                    <a:pt x="345" y="20830"/>
                    <a:pt x="443" y="20315"/>
                  </a:cubicBezTo>
                  <a:cubicBezTo>
                    <a:pt x="541" y="19801"/>
                    <a:pt x="655" y="19290"/>
                    <a:pt x="785" y="18783"/>
                  </a:cubicBezTo>
                  <a:cubicBezTo>
                    <a:pt x="916" y="18276"/>
                    <a:pt x="1062" y="17773"/>
                    <a:pt x="1224" y="17275"/>
                  </a:cubicBezTo>
                  <a:cubicBezTo>
                    <a:pt x="1385" y="16777"/>
                    <a:pt x="1563" y="16284"/>
                    <a:pt x="1756" y="15797"/>
                  </a:cubicBezTo>
                  <a:cubicBezTo>
                    <a:pt x="1948" y="15310"/>
                    <a:pt x="2156" y="14829"/>
                    <a:pt x="2379" y="14356"/>
                  </a:cubicBezTo>
                  <a:cubicBezTo>
                    <a:pt x="2602" y="13882"/>
                    <a:pt x="2840" y="13415"/>
                    <a:pt x="3092" y="12956"/>
                  </a:cubicBezTo>
                  <a:cubicBezTo>
                    <a:pt x="3345" y="12497"/>
                    <a:pt x="3611" y="12046"/>
                    <a:pt x="3892" y="11604"/>
                  </a:cubicBezTo>
                  <a:cubicBezTo>
                    <a:pt x="4172" y="11162"/>
                    <a:pt x="4467" y="10729"/>
                    <a:pt x="4775" y="10305"/>
                  </a:cubicBezTo>
                  <a:cubicBezTo>
                    <a:pt x="5082" y="9882"/>
                    <a:pt x="5403" y="9468"/>
                    <a:pt x="5737" y="9064"/>
                  </a:cubicBezTo>
                  <a:cubicBezTo>
                    <a:pt x="6071" y="8661"/>
                    <a:pt x="6417" y="8268"/>
                    <a:pt x="6776" y="7886"/>
                  </a:cubicBezTo>
                  <a:cubicBezTo>
                    <a:pt x="7134" y="7505"/>
                    <a:pt x="7505" y="7134"/>
                    <a:pt x="7886" y="6776"/>
                  </a:cubicBezTo>
                  <a:cubicBezTo>
                    <a:pt x="8268" y="6417"/>
                    <a:pt x="8661" y="6071"/>
                    <a:pt x="9064" y="5737"/>
                  </a:cubicBezTo>
                  <a:cubicBezTo>
                    <a:pt x="9468" y="5403"/>
                    <a:pt x="9882" y="5082"/>
                    <a:pt x="10305" y="4775"/>
                  </a:cubicBezTo>
                  <a:cubicBezTo>
                    <a:pt x="10729" y="4467"/>
                    <a:pt x="11162" y="4172"/>
                    <a:pt x="11604" y="3892"/>
                  </a:cubicBezTo>
                  <a:cubicBezTo>
                    <a:pt x="12046" y="3611"/>
                    <a:pt x="12497" y="3345"/>
                    <a:pt x="12956" y="3092"/>
                  </a:cubicBezTo>
                  <a:cubicBezTo>
                    <a:pt x="13415" y="2840"/>
                    <a:pt x="13882" y="2602"/>
                    <a:pt x="14356" y="2379"/>
                  </a:cubicBezTo>
                  <a:cubicBezTo>
                    <a:pt x="14829" y="2156"/>
                    <a:pt x="15310" y="1948"/>
                    <a:pt x="15797" y="1756"/>
                  </a:cubicBezTo>
                  <a:cubicBezTo>
                    <a:pt x="16284" y="1563"/>
                    <a:pt x="16777" y="1385"/>
                    <a:pt x="17275" y="1224"/>
                  </a:cubicBezTo>
                  <a:cubicBezTo>
                    <a:pt x="17773" y="1062"/>
                    <a:pt x="18276" y="916"/>
                    <a:pt x="18783" y="785"/>
                  </a:cubicBezTo>
                  <a:cubicBezTo>
                    <a:pt x="19290" y="655"/>
                    <a:pt x="19801" y="541"/>
                    <a:pt x="20315" y="443"/>
                  </a:cubicBezTo>
                  <a:cubicBezTo>
                    <a:pt x="20830" y="345"/>
                    <a:pt x="21347" y="263"/>
                    <a:pt x="21867" y="197"/>
                  </a:cubicBezTo>
                  <a:cubicBezTo>
                    <a:pt x="22386" y="132"/>
                    <a:pt x="22908" y="82"/>
                    <a:pt x="23430" y="49"/>
                  </a:cubicBezTo>
                  <a:cubicBezTo>
                    <a:pt x="23953" y="16"/>
                    <a:pt x="24476" y="0"/>
                    <a:pt x="25000" y="0"/>
                  </a:cubicBezTo>
                  <a:cubicBezTo>
                    <a:pt x="25524" y="0"/>
                    <a:pt x="26047" y="16"/>
                    <a:pt x="26570" y="49"/>
                  </a:cubicBezTo>
                  <a:cubicBezTo>
                    <a:pt x="27092" y="82"/>
                    <a:pt x="27614" y="132"/>
                    <a:pt x="28133" y="197"/>
                  </a:cubicBezTo>
                  <a:cubicBezTo>
                    <a:pt x="28653" y="263"/>
                    <a:pt x="29170" y="345"/>
                    <a:pt x="29685" y="443"/>
                  </a:cubicBezTo>
                  <a:cubicBezTo>
                    <a:pt x="30199" y="541"/>
                    <a:pt x="30710" y="655"/>
                    <a:pt x="31217" y="785"/>
                  </a:cubicBezTo>
                  <a:cubicBezTo>
                    <a:pt x="31724" y="916"/>
                    <a:pt x="32227" y="1062"/>
                    <a:pt x="32725" y="1224"/>
                  </a:cubicBezTo>
                  <a:cubicBezTo>
                    <a:pt x="33223" y="1385"/>
                    <a:pt x="33716" y="1563"/>
                    <a:pt x="34203" y="1756"/>
                  </a:cubicBezTo>
                  <a:cubicBezTo>
                    <a:pt x="34690" y="1948"/>
                    <a:pt x="35171" y="2156"/>
                    <a:pt x="35644" y="2379"/>
                  </a:cubicBezTo>
                  <a:cubicBezTo>
                    <a:pt x="36118" y="2602"/>
                    <a:pt x="36585" y="2840"/>
                    <a:pt x="37044" y="3092"/>
                  </a:cubicBezTo>
                  <a:cubicBezTo>
                    <a:pt x="37503" y="3345"/>
                    <a:pt x="37954" y="3611"/>
                    <a:pt x="38396" y="3892"/>
                  </a:cubicBezTo>
                  <a:cubicBezTo>
                    <a:pt x="38838" y="4172"/>
                    <a:pt x="39271" y="4467"/>
                    <a:pt x="39695" y="4775"/>
                  </a:cubicBezTo>
                  <a:cubicBezTo>
                    <a:pt x="40118" y="5082"/>
                    <a:pt x="40532" y="5403"/>
                    <a:pt x="40936" y="5737"/>
                  </a:cubicBezTo>
                  <a:cubicBezTo>
                    <a:pt x="41339" y="6071"/>
                    <a:pt x="41732" y="6417"/>
                    <a:pt x="42114" y="6776"/>
                  </a:cubicBezTo>
                  <a:cubicBezTo>
                    <a:pt x="42495" y="7134"/>
                    <a:pt x="42866" y="7505"/>
                    <a:pt x="43224" y="7886"/>
                  </a:cubicBezTo>
                  <a:cubicBezTo>
                    <a:pt x="43583" y="8268"/>
                    <a:pt x="43929" y="8661"/>
                    <a:pt x="44263" y="9064"/>
                  </a:cubicBezTo>
                  <a:cubicBezTo>
                    <a:pt x="44597" y="9468"/>
                    <a:pt x="44918" y="9882"/>
                    <a:pt x="45225" y="10305"/>
                  </a:cubicBezTo>
                  <a:cubicBezTo>
                    <a:pt x="45533" y="10729"/>
                    <a:pt x="45828" y="11162"/>
                    <a:pt x="46108" y="11604"/>
                  </a:cubicBezTo>
                  <a:cubicBezTo>
                    <a:pt x="46389" y="12046"/>
                    <a:pt x="46655" y="12497"/>
                    <a:pt x="46908" y="12956"/>
                  </a:cubicBezTo>
                  <a:cubicBezTo>
                    <a:pt x="47160" y="13415"/>
                    <a:pt x="47398" y="13882"/>
                    <a:pt x="47621" y="14356"/>
                  </a:cubicBezTo>
                  <a:cubicBezTo>
                    <a:pt x="47844" y="14829"/>
                    <a:pt x="48052" y="15310"/>
                    <a:pt x="48244" y="15797"/>
                  </a:cubicBezTo>
                  <a:cubicBezTo>
                    <a:pt x="48437" y="16284"/>
                    <a:pt x="48615" y="16777"/>
                    <a:pt x="48776" y="17275"/>
                  </a:cubicBezTo>
                  <a:cubicBezTo>
                    <a:pt x="48938" y="17773"/>
                    <a:pt x="49084" y="18276"/>
                    <a:pt x="49215" y="18783"/>
                  </a:cubicBezTo>
                  <a:cubicBezTo>
                    <a:pt x="49345" y="19290"/>
                    <a:pt x="49459" y="19801"/>
                    <a:pt x="49557" y="20315"/>
                  </a:cubicBezTo>
                  <a:cubicBezTo>
                    <a:pt x="49655" y="20830"/>
                    <a:pt x="49737" y="21347"/>
                    <a:pt x="49803" y="21867"/>
                  </a:cubicBezTo>
                  <a:cubicBezTo>
                    <a:pt x="49868" y="22386"/>
                    <a:pt x="49918" y="22908"/>
                    <a:pt x="49951" y="23430"/>
                  </a:cubicBezTo>
                  <a:cubicBezTo>
                    <a:pt x="49984" y="23953"/>
                    <a:pt x="50000" y="24476"/>
                    <a:pt x="50000" y="25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3" name="probe-lucide-file-search-part-4"/>
            <p:cNvSpPr/>
            <p:nvPr/>
          </p:nvSpPr>
          <p:spPr>
            <a:xfrm>
              <a:off x="133000" y="163000"/>
              <a:ext cx="17000" cy="17000"/>
            </a:xfrm>
            <a:custGeom>
              <a:avLst/>
              <a:gdLst/>
              <a:ahLst/>
              <a:cxnLst/>
              <a:rect l="0" t="0" r="r" b="b"/>
              <a:pathLst>
                <a:path w="17000" h="17000">
                  <a:moveTo>
                    <a:pt x="0" y="0"/>
                  </a:moveTo>
                  <a:lnTo>
                    <a:pt x="17000" y="17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4" name="probe-lucide-file-text" descr="file-text — Lucide Icons and Contributors; preserve the bundled full upstream license. Source: https://github.com/lucide-icons/lucide/blob/20aef31db93fe4d9f398dbb15b120d99c48eef95/icons/file-text.svg; SVG SHA256: 52ca55846c202335fb870c8aa23e9345630ec10489303756d62e750f7109605c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75" name="probe-lucide-file-text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20000" y="200000"/>
                  </a:moveTo>
                  <a:cubicBezTo>
                    <a:pt x="19581" y="200000"/>
                    <a:pt x="19162" y="199987"/>
                    <a:pt x="18744" y="199961"/>
                  </a:cubicBezTo>
                  <a:cubicBezTo>
                    <a:pt x="18326" y="199934"/>
                    <a:pt x="17909" y="199895"/>
                    <a:pt x="17493" y="199842"/>
                  </a:cubicBezTo>
                  <a:cubicBezTo>
                    <a:pt x="17078" y="199790"/>
                    <a:pt x="16664" y="199724"/>
                    <a:pt x="16252" y="199646"/>
                  </a:cubicBezTo>
                  <a:cubicBezTo>
                    <a:pt x="15841" y="199567"/>
                    <a:pt x="15432" y="199476"/>
                    <a:pt x="15026" y="199372"/>
                  </a:cubicBezTo>
                  <a:cubicBezTo>
                    <a:pt x="14620" y="199268"/>
                    <a:pt x="14218" y="199151"/>
                    <a:pt x="13820" y="199021"/>
                  </a:cubicBezTo>
                  <a:cubicBezTo>
                    <a:pt x="13421" y="198892"/>
                    <a:pt x="13027" y="198750"/>
                    <a:pt x="12638" y="198596"/>
                  </a:cubicBezTo>
                  <a:cubicBezTo>
                    <a:pt x="12248" y="198441"/>
                    <a:pt x="11863" y="198275"/>
                    <a:pt x="11484" y="198097"/>
                  </a:cubicBezTo>
                  <a:cubicBezTo>
                    <a:pt x="11105" y="197918"/>
                    <a:pt x="10732" y="197728"/>
                    <a:pt x="10365" y="197526"/>
                  </a:cubicBezTo>
                  <a:cubicBezTo>
                    <a:pt x="9998" y="197324"/>
                    <a:pt x="9637" y="197111"/>
                    <a:pt x="9283" y="196887"/>
                  </a:cubicBezTo>
                  <a:cubicBezTo>
                    <a:pt x="8930" y="196662"/>
                    <a:pt x="8583" y="196427"/>
                    <a:pt x="8244" y="196180"/>
                  </a:cubicBezTo>
                  <a:cubicBezTo>
                    <a:pt x="7905" y="195934"/>
                    <a:pt x="7574" y="195677"/>
                    <a:pt x="7252" y="195410"/>
                  </a:cubicBezTo>
                  <a:cubicBezTo>
                    <a:pt x="6929" y="195143"/>
                    <a:pt x="6614" y="194866"/>
                    <a:pt x="6309" y="194579"/>
                  </a:cubicBezTo>
                  <a:cubicBezTo>
                    <a:pt x="6004" y="194293"/>
                    <a:pt x="5707" y="193996"/>
                    <a:pt x="5421" y="193691"/>
                  </a:cubicBezTo>
                  <a:cubicBezTo>
                    <a:pt x="5134" y="193386"/>
                    <a:pt x="4857" y="193071"/>
                    <a:pt x="4590" y="192749"/>
                  </a:cubicBezTo>
                  <a:cubicBezTo>
                    <a:pt x="4323" y="192426"/>
                    <a:pt x="4066" y="192095"/>
                    <a:pt x="3820" y="191756"/>
                  </a:cubicBezTo>
                  <a:cubicBezTo>
                    <a:pt x="3573" y="191417"/>
                    <a:pt x="3338" y="191070"/>
                    <a:pt x="3113" y="190717"/>
                  </a:cubicBezTo>
                  <a:cubicBezTo>
                    <a:pt x="2889" y="190363"/>
                    <a:pt x="2676" y="190002"/>
                    <a:pt x="2474" y="189635"/>
                  </a:cubicBezTo>
                  <a:cubicBezTo>
                    <a:pt x="2272" y="189268"/>
                    <a:pt x="2082" y="188895"/>
                    <a:pt x="1903" y="188516"/>
                  </a:cubicBezTo>
                  <a:cubicBezTo>
                    <a:pt x="1725" y="188137"/>
                    <a:pt x="1559" y="187752"/>
                    <a:pt x="1404" y="187363"/>
                  </a:cubicBezTo>
                  <a:cubicBezTo>
                    <a:pt x="1250" y="186973"/>
                    <a:pt x="1108" y="186579"/>
                    <a:pt x="979" y="186180"/>
                  </a:cubicBezTo>
                  <a:cubicBezTo>
                    <a:pt x="849" y="185782"/>
                    <a:pt x="733" y="185380"/>
                    <a:pt x="628" y="184974"/>
                  </a:cubicBezTo>
                  <a:cubicBezTo>
                    <a:pt x="524" y="184568"/>
                    <a:pt x="433" y="184159"/>
                    <a:pt x="354" y="183748"/>
                  </a:cubicBezTo>
                  <a:cubicBezTo>
                    <a:pt x="276" y="183336"/>
                    <a:pt x="210" y="182922"/>
                    <a:pt x="158" y="182507"/>
                  </a:cubicBezTo>
                  <a:cubicBezTo>
                    <a:pt x="105" y="182091"/>
                    <a:pt x="66" y="181674"/>
                    <a:pt x="39" y="181256"/>
                  </a:cubicBezTo>
                  <a:cubicBezTo>
                    <a:pt x="13" y="180838"/>
                    <a:pt x="0" y="180419"/>
                    <a:pt x="0" y="18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5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100000" y="0"/>
                  </a:lnTo>
                  <a:cubicBezTo>
                    <a:pt x="100485" y="-1"/>
                    <a:pt x="100971" y="13"/>
                    <a:pt x="101455" y="42"/>
                  </a:cubicBezTo>
                  <a:cubicBezTo>
                    <a:pt x="101940" y="70"/>
                    <a:pt x="102424" y="114"/>
                    <a:pt x="102906" y="172"/>
                  </a:cubicBezTo>
                  <a:cubicBezTo>
                    <a:pt x="103388" y="230"/>
                    <a:pt x="103868" y="302"/>
                    <a:pt x="104345" y="390"/>
                  </a:cubicBezTo>
                  <a:cubicBezTo>
                    <a:pt x="104823" y="477"/>
                    <a:pt x="105298" y="578"/>
                    <a:pt x="105769" y="694"/>
                  </a:cubicBezTo>
                  <a:cubicBezTo>
                    <a:pt x="106241" y="810"/>
                    <a:pt x="106708" y="940"/>
                    <a:pt x="107172" y="1085"/>
                  </a:cubicBezTo>
                  <a:cubicBezTo>
                    <a:pt x="107636" y="1229"/>
                    <a:pt x="108095" y="1387"/>
                    <a:pt x="108548" y="1559"/>
                  </a:cubicBezTo>
                  <a:cubicBezTo>
                    <a:pt x="109002" y="1731"/>
                    <a:pt x="109451" y="1917"/>
                    <a:pt x="109894" y="2117"/>
                  </a:cubicBezTo>
                  <a:cubicBezTo>
                    <a:pt x="110336" y="2316"/>
                    <a:pt x="110773" y="2529"/>
                    <a:pt x="111203" y="2754"/>
                  </a:cubicBezTo>
                  <a:cubicBezTo>
                    <a:pt x="111632" y="2980"/>
                    <a:pt x="112055" y="3219"/>
                    <a:pt x="112470" y="3471"/>
                  </a:cubicBezTo>
                  <a:cubicBezTo>
                    <a:pt x="112886" y="3722"/>
                    <a:pt x="113293" y="3986"/>
                    <a:pt x="113692" y="4262"/>
                  </a:cubicBezTo>
                  <a:cubicBezTo>
                    <a:pt x="114092" y="4538"/>
                    <a:pt x="114482" y="4827"/>
                    <a:pt x="114864" y="5126"/>
                  </a:cubicBezTo>
                  <a:cubicBezTo>
                    <a:pt x="115246" y="5426"/>
                    <a:pt x="115619" y="5738"/>
                    <a:pt x="115981" y="6060"/>
                  </a:cubicBezTo>
                  <a:cubicBezTo>
                    <a:pt x="116344" y="6383"/>
                    <a:pt x="116697" y="6716"/>
                    <a:pt x="117040" y="7060"/>
                  </a:cubicBezTo>
                  <a:lnTo>
                    <a:pt x="152920" y="42940"/>
                  </a:lnTo>
                  <a:cubicBezTo>
                    <a:pt x="153265" y="43283"/>
                    <a:pt x="153599" y="43636"/>
                    <a:pt x="153922" y="43999"/>
                  </a:cubicBezTo>
                  <a:cubicBezTo>
                    <a:pt x="154246" y="44362"/>
                    <a:pt x="154558" y="44735"/>
                    <a:pt x="154859" y="45117"/>
                  </a:cubicBezTo>
                  <a:cubicBezTo>
                    <a:pt x="155160" y="45499"/>
                    <a:pt x="155449" y="45890"/>
                    <a:pt x="155726" y="46290"/>
                  </a:cubicBezTo>
                  <a:cubicBezTo>
                    <a:pt x="156002" y="46689"/>
                    <a:pt x="156267" y="47097"/>
                    <a:pt x="156519" y="47513"/>
                  </a:cubicBezTo>
                  <a:cubicBezTo>
                    <a:pt x="156772" y="47929"/>
                    <a:pt x="157011" y="48352"/>
                    <a:pt x="157237" y="48782"/>
                  </a:cubicBezTo>
                  <a:cubicBezTo>
                    <a:pt x="157464" y="49212"/>
                    <a:pt x="157677" y="49649"/>
                    <a:pt x="157877" y="50092"/>
                  </a:cubicBezTo>
                  <a:cubicBezTo>
                    <a:pt x="158077" y="50536"/>
                    <a:pt x="158264" y="50985"/>
                    <a:pt x="158436" y="51439"/>
                  </a:cubicBezTo>
                  <a:cubicBezTo>
                    <a:pt x="158609" y="51894"/>
                    <a:pt x="158768" y="52353"/>
                    <a:pt x="158912" y="52818"/>
                  </a:cubicBezTo>
                  <a:cubicBezTo>
                    <a:pt x="159057" y="53282"/>
                    <a:pt x="159188" y="53750"/>
                    <a:pt x="159304" y="54222"/>
                  </a:cubicBezTo>
                  <a:cubicBezTo>
                    <a:pt x="159420" y="54694"/>
                    <a:pt x="159522" y="55170"/>
                    <a:pt x="159609" y="55648"/>
                  </a:cubicBezTo>
                  <a:cubicBezTo>
                    <a:pt x="159697" y="56126"/>
                    <a:pt x="159770" y="56607"/>
                    <a:pt x="159828" y="57090"/>
                  </a:cubicBezTo>
                  <a:cubicBezTo>
                    <a:pt x="159886" y="57573"/>
                    <a:pt x="159929" y="58057"/>
                    <a:pt x="159958" y="58542"/>
                  </a:cubicBezTo>
                  <a:cubicBezTo>
                    <a:pt x="159987" y="59028"/>
                    <a:pt x="160001" y="59514"/>
                    <a:pt x="160000" y="60000"/>
                  </a:cubicBezTo>
                  <a:lnTo>
                    <a:pt x="160000" y="180000"/>
                  </a:lnTo>
                  <a:cubicBezTo>
                    <a:pt x="160000" y="180419"/>
                    <a:pt x="159987" y="180838"/>
                    <a:pt x="159961" y="181256"/>
                  </a:cubicBezTo>
                  <a:cubicBezTo>
                    <a:pt x="159934" y="181674"/>
                    <a:pt x="159895" y="182091"/>
                    <a:pt x="159842" y="182507"/>
                  </a:cubicBezTo>
                  <a:cubicBezTo>
                    <a:pt x="159790" y="182922"/>
                    <a:pt x="159724" y="183336"/>
                    <a:pt x="159646" y="183748"/>
                  </a:cubicBezTo>
                  <a:cubicBezTo>
                    <a:pt x="159567" y="184159"/>
                    <a:pt x="159476" y="184568"/>
                    <a:pt x="159372" y="184974"/>
                  </a:cubicBezTo>
                  <a:cubicBezTo>
                    <a:pt x="159267" y="185380"/>
                    <a:pt x="159151" y="185782"/>
                    <a:pt x="159021" y="186180"/>
                  </a:cubicBezTo>
                  <a:cubicBezTo>
                    <a:pt x="158892" y="186579"/>
                    <a:pt x="158750" y="186973"/>
                    <a:pt x="158596" y="187363"/>
                  </a:cubicBezTo>
                  <a:cubicBezTo>
                    <a:pt x="158441" y="187752"/>
                    <a:pt x="158275" y="188137"/>
                    <a:pt x="158097" y="188516"/>
                  </a:cubicBezTo>
                  <a:cubicBezTo>
                    <a:pt x="157918" y="188895"/>
                    <a:pt x="157728" y="189268"/>
                    <a:pt x="157526" y="189635"/>
                  </a:cubicBezTo>
                  <a:cubicBezTo>
                    <a:pt x="157324" y="190002"/>
                    <a:pt x="157111" y="190363"/>
                    <a:pt x="156887" y="190717"/>
                  </a:cubicBezTo>
                  <a:cubicBezTo>
                    <a:pt x="156662" y="191070"/>
                    <a:pt x="156427" y="191417"/>
                    <a:pt x="156180" y="191756"/>
                  </a:cubicBezTo>
                  <a:cubicBezTo>
                    <a:pt x="155934" y="192095"/>
                    <a:pt x="155677" y="192426"/>
                    <a:pt x="155410" y="192749"/>
                  </a:cubicBezTo>
                  <a:cubicBezTo>
                    <a:pt x="155143" y="193071"/>
                    <a:pt x="154866" y="193386"/>
                    <a:pt x="154579" y="193691"/>
                  </a:cubicBezTo>
                  <a:cubicBezTo>
                    <a:pt x="154293" y="193996"/>
                    <a:pt x="153996" y="194293"/>
                    <a:pt x="153691" y="194579"/>
                  </a:cubicBezTo>
                  <a:cubicBezTo>
                    <a:pt x="153386" y="194866"/>
                    <a:pt x="153071" y="195143"/>
                    <a:pt x="152748" y="195410"/>
                  </a:cubicBezTo>
                  <a:cubicBezTo>
                    <a:pt x="152426" y="195677"/>
                    <a:pt x="152095" y="195934"/>
                    <a:pt x="151756" y="196180"/>
                  </a:cubicBezTo>
                  <a:cubicBezTo>
                    <a:pt x="151417" y="196427"/>
                    <a:pt x="151070" y="196662"/>
                    <a:pt x="150717" y="196887"/>
                  </a:cubicBezTo>
                  <a:cubicBezTo>
                    <a:pt x="150363" y="197111"/>
                    <a:pt x="150002" y="197324"/>
                    <a:pt x="149635" y="197526"/>
                  </a:cubicBezTo>
                  <a:cubicBezTo>
                    <a:pt x="149268" y="197728"/>
                    <a:pt x="148895" y="197918"/>
                    <a:pt x="148516" y="198097"/>
                  </a:cubicBezTo>
                  <a:cubicBezTo>
                    <a:pt x="148137" y="198275"/>
                    <a:pt x="147752" y="198441"/>
                    <a:pt x="147362" y="198596"/>
                  </a:cubicBezTo>
                  <a:cubicBezTo>
                    <a:pt x="146973" y="198750"/>
                    <a:pt x="146579" y="198892"/>
                    <a:pt x="146180" y="199021"/>
                  </a:cubicBezTo>
                  <a:cubicBezTo>
                    <a:pt x="145782" y="199151"/>
                    <a:pt x="145380" y="199268"/>
                    <a:pt x="144974" y="199372"/>
                  </a:cubicBezTo>
                  <a:cubicBezTo>
                    <a:pt x="144568" y="199476"/>
                    <a:pt x="144159" y="199567"/>
                    <a:pt x="143748" y="199646"/>
                  </a:cubicBezTo>
                  <a:cubicBezTo>
                    <a:pt x="143336" y="199724"/>
                    <a:pt x="142922" y="199790"/>
                    <a:pt x="142507" y="199842"/>
                  </a:cubicBezTo>
                  <a:cubicBezTo>
                    <a:pt x="142091" y="199895"/>
                    <a:pt x="141674" y="199934"/>
                    <a:pt x="141256" y="199961"/>
                  </a:cubicBezTo>
                  <a:cubicBezTo>
                    <a:pt x="140838" y="199987"/>
                    <a:pt x="140419" y="200000"/>
                    <a:pt x="140000" y="2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6" name="probe-lucide-file-text-part-2"/>
            <p:cNvSpPr/>
            <p:nvPr/>
          </p:nvSpPr>
          <p:spPr>
            <a:xfrm>
              <a:off x="14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0" y="0"/>
                  </a:moveTo>
                  <a:lnTo>
                    <a:pt x="0" y="50000"/>
                  </a:lnTo>
                  <a:cubicBezTo>
                    <a:pt x="0" y="50209"/>
                    <a:pt x="7" y="50419"/>
                    <a:pt x="20" y="50628"/>
                  </a:cubicBezTo>
                  <a:cubicBezTo>
                    <a:pt x="33" y="50837"/>
                    <a:pt x="53" y="51046"/>
                    <a:pt x="79" y="51253"/>
                  </a:cubicBezTo>
                  <a:cubicBezTo>
                    <a:pt x="105" y="51461"/>
                    <a:pt x="138" y="51668"/>
                    <a:pt x="177" y="51874"/>
                  </a:cubicBezTo>
                  <a:cubicBezTo>
                    <a:pt x="216" y="52080"/>
                    <a:pt x="262" y="52284"/>
                    <a:pt x="314" y="52487"/>
                  </a:cubicBezTo>
                  <a:cubicBezTo>
                    <a:pt x="366" y="52690"/>
                    <a:pt x="425" y="52891"/>
                    <a:pt x="489" y="53090"/>
                  </a:cubicBezTo>
                  <a:cubicBezTo>
                    <a:pt x="554" y="53289"/>
                    <a:pt x="625" y="53486"/>
                    <a:pt x="702" y="53681"/>
                  </a:cubicBezTo>
                  <a:cubicBezTo>
                    <a:pt x="779" y="53876"/>
                    <a:pt x="863" y="54068"/>
                    <a:pt x="952" y="54258"/>
                  </a:cubicBezTo>
                  <a:cubicBezTo>
                    <a:pt x="1041" y="54447"/>
                    <a:pt x="1136" y="54634"/>
                    <a:pt x="1237" y="54818"/>
                  </a:cubicBezTo>
                  <a:cubicBezTo>
                    <a:pt x="1338" y="55001"/>
                    <a:pt x="1444" y="55181"/>
                    <a:pt x="1557" y="55358"/>
                  </a:cubicBezTo>
                  <a:cubicBezTo>
                    <a:pt x="1669" y="55535"/>
                    <a:pt x="1787" y="55708"/>
                    <a:pt x="1910" y="55878"/>
                  </a:cubicBezTo>
                  <a:cubicBezTo>
                    <a:pt x="2033" y="56047"/>
                    <a:pt x="2161" y="56213"/>
                    <a:pt x="2295" y="56374"/>
                  </a:cubicBezTo>
                  <a:cubicBezTo>
                    <a:pt x="2428" y="56536"/>
                    <a:pt x="2567" y="56693"/>
                    <a:pt x="2710" y="56845"/>
                  </a:cubicBezTo>
                  <a:cubicBezTo>
                    <a:pt x="2854" y="56998"/>
                    <a:pt x="3002" y="57146"/>
                    <a:pt x="3155" y="57290"/>
                  </a:cubicBezTo>
                  <a:cubicBezTo>
                    <a:pt x="3307" y="57433"/>
                    <a:pt x="3464" y="57572"/>
                    <a:pt x="3626" y="57705"/>
                  </a:cubicBezTo>
                  <a:cubicBezTo>
                    <a:pt x="3787" y="57839"/>
                    <a:pt x="3953" y="57967"/>
                    <a:pt x="4122" y="58090"/>
                  </a:cubicBezTo>
                  <a:cubicBezTo>
                    <a:pt x="4292" y="58213"/>
                    <a:pt x="4465" y="58331"/>
                    <a:pt x="4642" y="58443"/>
                  </a:cubicBezTo>
                  <a:cubicBezTo>
                    <a:pt x="4819" y="58556"/>
                    <a:pt x="4999" y="58662"/>
                    <a:pt x="5182" y="58763"/>
                  </a:cubicBezTo>
                  <a:cubicBezTo>
                    <a:pt x="5366" y="58864"/>
                    <a:pt x="5553" y="58959"/>
                    <a:pt x="5742" y="59048"/>
                  </a:cubicBezTo>
                  <a:cubicBezTo>
                    <a:pt x="5932" y="59137"/>
                    <a:pt x="6124" y="59221"/>
                    <a:pt x="6319" y="59298"/>
                  </a:cubicBezTo>
                  <a:cubicBezTo>
                    <a:pt x="6514" y="59375"/>
                    <a:pt x="6711" y="59446"/>
                    <a:pt x="6910" y="59511"/>
                  </a:cubicBezTo>
                  <a:cubicBezTo>
                    <a:pt x="7109" y="59575"/>
                    <a:pt x="7310" y="59634"/>
                    <a:pt x="7513" y="59686"/>
                  </a:cubicBezTo>
                  <a:cubicBezTo>
                    <a:pt x="7716" y="59738"/>
                    <a:pt x="7920" y="59784"/>
                    <a:pt x="8126" y="59823"/>
                  </a:cubicBezTo>
                  <a:cubicBezTo>
                    <a:pt x="8332" y="59862"/>
                    <a:pt x="8539" y="59895"/>
                    <a:pt x="8747" y="59921"/>
                  </a:cubicBezTo>
                  <a:cubicBezTo>
                    <a:pt x="8954" y="59947"/>
                    <a:pt x="9163" y="59967"/>
                    <a:pt x="9372" y="59980"/>
                  </a:cubicBezTo>
                  <a:cubicBezTo>
                    <a:pt x="9581" y="59993"/>
                    <a:pt x="9791" y="60000"/>
                    <a:pt x="10000" y="60000"/>
                  </a:cubicBezTo>
                  <a:lnTo>
                    <a:pt x="6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7" name="probe-lucide-file-text-part-3"/>
            <p:cNvSpPr/>
            <p:nvPr/>
          </p:nvSpPr>
          <p:spPr>
            <a:xfrm>
              <a:off x="80000" y="9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2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8" name="probe-lucide-file-text-part-4"/>
            <p:cNvSpPr/>
            <p:nvPr/>
          </p:nvSpPr>
          <p:spPr>
            <a:xfrm>
              <a:off x="80000" y="13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8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9" name="probe-lucide-file-text-part-5"/>
            <p:cNvSpPr/>
            <p:nvPr/>
          </p:nvSpPr>
          <p:spPr>
            <a:xfrm>
              <a:off x="80000" y="17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8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0" name="probe-lucide-files" descr="files — Lucide Icons and Contributors; preserve the bundled full upstream license. Source: https://github.com/lucide-icons/lucide/blob/20aef31db93fe4d9f398dbb15b120d99c48eef95/icons/files.svg; SVG SHA256: 97adf06fc0511e7a40be93ecda04466ed196718ab4a5e3a62b1148cc49697775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81" name="probe-lucide-files-part-1"/>
            <p:cNvSpPr/>
            <p:nvPr/>
          </p:nvSpPr>
          <p:spPr>
            <a:xfrm>
              <a:off x="90000" y="20000"/>
              <a:ext cx="120000" cy="150000"/>
            </a:xfrm>
            <a:custGeom>
              <a:avLst/>
              <a:gdLst/>
              <a:ahLst/>
              <a:cxnLst/>
              <a:rect l="0" t="0" r="r" b="b"/>
              <a:pathLst>
                <a:path w="120000" h="150000">
                  <a:moveTo>
                    <a:pt x="60000" y="0"/>
                  </a:moveTo>
                  <a:lnTo>
                    <a:pt x="20000" y="0"/>
                  </a:ln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130000"/>
                  </a:lnTo>
                  <a:cubicBezTo>
                    <a:pt x="0" y="130419"/>
                    <a:pt x="13" y="130838"/>
                    <a:pt x="39" y="131256"/>
                  </a:cubicBezTo>
                  <a:cubicBezTo>
                    <a:pt x="66" y="131674"/>
                    <a:pt x="105" y="132091"/>
                    <a:pt x="158" y="132507"/>
                  </a:cubicBezTo>
                  <a:cubicBezTo>
                    <a:pt x="210" y="132922"/>
                    <a:pt x="276" y="133336"/>
                    <a:pt x="354" y="133748"/>
                  </a:cubicBezTo>
                  <a:cubicBezTo>
                    <a:pt x="433" y="134159"/>
                    <a:pt x="524" y="134568"/>
                    <a:pt x="628" y="134974"/>
                  </a:cubicBezTo>
                  <a:cubicBezTo>
                    <a:pt x="733" y="135380"/>
                    <a:pt x="849" y="135782"/>
                    <a:pt x="979" y="136180"/>
                  </a:cubicBezTo>
                  <a:cubicBezTo>
                    <a:pt x="1108" y="136579"/>
                    <a:pt x="1250" y="136973"/>
                    <a:pt x="1404" y="137362"/>
                  </a:cubicBezTo>
                  <a:cubicBezTo>
                    <a:pt x="1559" y="137752"/>
                    <a:pt x="1725" y="138137"/>
                    <a:pt x="1903" y="138516"/>
                  </a:cubicBezTo>
                  <a:cubicBezTo>
                    <a:pt x="2082" y="138895"/>
                    <a:pt x="2272" y="139268"/>
                    <a:pt x="2474" y="139635"/>
                  </a:cubicBezTo>
                  <a:cubicBezTo>
                    <a:pt x="2676" y="140002"/>
                    <a:pt x="2889" y="140363"/>
                    <a:pt x="3113" y="140717"/>
                  </a:cubicBezTo>
                  <a:cubicBezTo>
                    <a:pt x="3338" y="141070"/>
                    <a:pt x="3573" y="141417"/>
                    <a:pt x="3820" y="141756"/>
                  </a:cubicBezTo>
                  <a:cubicBezTo>
                    <a:pt x="4066" y="142095"/>
                    <a:pt x="4323" y="142426"/>
                    <a:pt x="4590" y="142748"/>
                  </a:cubicBezTo>
                  <a:cubicBezTo>
                    <a:pt x="4857" y="143071"/>
                    <a:pt x="5134" y="143386"/>
                    <a:pt x="5421" y="143691"/>
                  </a:cubicBezTo>
                  <a:cubicBezTo>
                    <a:pt x="5707" y="143996"/>
                    <a:pt x="6004" y="144293"/>
                    <a:pt x="6309" y="144579"/>
                  </a:cubicBezTo>
                  <a:cubicBezTo>
                    <a:pt x="6614" y="144866"/>
                    <a:pt x="6929" y="145143"/>
                    <a:pt x="7252" y="145410"/>
                  </a:cubicBezTo>
                  <a:cubicBezTo>
                    <a:pt x="7574" y="145677"/>
                    <a:pt x="7905" y="145934"/>
                    <a:pt x="8244" y="146180"/>
                  </a:cubicBezTo>
                  <a:cubicBezTo>
                    <a:pt x="8583" y="146427"/>
                    <a:pt x="8930" y="146662"/>
                    <a:pt x="9283" y="146887"/>
                  </a:cubicBezTo>
                  <a:cubicBezTo>
                    <a:pt x="9637" y="147111"/>
                    <a:pt x="9998" y="147324"/>
                    <a:pt x="10365" y="147526"/>
                  </a:cubicBezTo>
                  <a:cubicBezTo>
                    <a:pt x="10732" y="147728"/>
                    <a:pt x="11105" y="147918"/>
                    <a:pt x="11484" y="148097"/>
                  </a:cubicBezTo>
                  <a:cubicBezTo>
                    <a:pt x="11863" y="148275"/>
                    <a:pt x="12248" y="148441"/>
                    <a:pt x="12638" y="148596"/>
                  </a:cubicBezTo>
                  <a:cubicBezTo>
                    <a:pt x="13027" y="148750"/>
                    <a:pt x="13421" y="148892"/>
                    <a:pt x="13820" y="149021"/>
                  </a:cubicBezTo>
                  <a:cubicBezTo>
                    <a:pt x="14218" y="149151"/>
                    <a:pt x="14620" y="149267"/>
                    <a:pt x="15026" y="149372"/>
                  </a:cubicBezTo>
                  <a:cubicBezTo>
                    <a:pt x="15432" y="149476"/>
                    <a:pt x="15841" y="149567"/>
                    <a:pt x="16252" y="149646"/>
                  </a:cubicBezTo>
                  <a:cubicBezTo>
                    <a:pt x="16664" y="149724"/>
                    <a:pt x="17078" y="149790"/>
                    <a:pt x="17493" y="149842"/>
                  </a:cubicBezTo>
                  <a:cubicBezTo>
                    <a:pt x="17909" y="149895"/>
                    <a:pt x="18326" y="149934"/>
                    <a:pt x="18744" y="149961"/>
                  </a:cubicBezTo>
                  <a:cubicBezTo>
                    <a:pt x="19162" y="149987"/>
                    <a:pt x="19581" y="150000"/>
                    <a:pt x="20000" y="150000"/>
                  </a:cubicBezTo>
                  <a:lnTo>
                    <a:pt x="100000" y="150000"/>
                  </a:lnTo>
                  <a:cubicBezTo>
                    <a:pt x="100419" y="150000"/>
                    <a:pt x="100838" y="149987"/>
                    <a:pt x="101256" y="149961"/>
                  </a:cubicBezTo>
                  <a:cubicBezTo>
                    <a:pt x="101674" y="149934"/>
                    <a:pt x="102091" y="149895"/>
                    <a:pt x="102507" y="149842"/>
                  </a:cubicBezTo>
                  <a:cubicBezTo>
                    <a:pt x="102922" y="149790"/>
                    <a:pt x="103336" y="149724"/>
                    <a:pt x="103748" y="149646"/>
                  </a:cubicBezTo>
                  <a:cubicBezTo>
                    <a:pt x="104159" y="149567"/>
                    <a:pt x="104568" y="149476"/>
                    <a:pt x="104974" y="149372"/>
                  </a:cubicBezTo>
                  <a:cubicBezTo>
                    <a:pt x="105380" y="149267"/>
                    <a:pt x="105782" y="149151"/>
                    <a:pt x="106180" y="149021"/>
                  </a:cubicBezTo>
                  <a:cubicBezTo>
                    <a:pt x="106579" y="148892"/>
                    <a:pt x="106973" y="148750"/>
                    <a:pt x="107362" y="148596"/>
                  </a:cubicBezTo>
                  <a:cubicBezTo>
                    <a:pt x="107752" y="148441"/>
                    <a:pt x="108137" y="148275"/>
                    <a:pt x="108516" y="148097"/>
                  </a:cubicBezTo>
                  <a:cubicBezTo>
                    <a:pt x="108895" y="147918"/>
                    <a:pt x="109268" y="147728"/>
                    <a:pt x="109635" y="147526"/>
                  </a:cubicBezTo>
                  <a:cubicBezTo>
                    <a:pt x="110002" y="147324"/>
                    <a:pt x="110363" y="147111"/>
                    <a:pt x="110717" y="146887"/>
                  </a:cubicBezTo>
                  <a:cubicBezTo>
                    <a:pt x="111070" y="146662"/>
                    <a:pt x="111417" y="146427"/>
                    <a:pt x="111756" y="146180"/>
                  </a:cubicBezTo>
                  <a:cubicBezTo>
                    <a:pt x="112095" y="145934"/>
                    <a:pt x="112426" y="145677"/>
                    <a:pt x="112748" y="145410"/>
                  </a:cubicBezTo>
                  <a:cubicBezTo>
                    <a:pt x="113071" y="145143"/>
                    <a:pt x="113386" y="144866"/>
                    <a:pt x="113691" y="144579"/>
                  </a:cubicBezTo>
                  <a:cubicBezTo>
                    <a:pt x="113996" y="144293"/>
                    <a:pt x="114293" y="143996"/>
                    <a:pt x="114579" y="143691"/>
                  </a:cubicBezTo>
                  <a:cubicBezTo>
                    <a:pt x="114866" y="143386"/>
                    <a:pt x="115143" y="143071"/>
                    <a:pt x="115410" y="142748"/>
                  </a:cubicBezTo>
                  <a:cubicBezTo>
                    <a:pt x="115677" y="142426"/>
                    <a:pt x="115934" y="142095"/>
                    <a:pt x="116180" y="141756"/>
                  </a:cubicBezTo>
                  <a:cubicBezTo>
                    <a:pt x="116427" y="141417"/>
                    <a:pt x="116662" y="141070"/>
                    <a:pt x="116887" y="140717"/>
                  </a:cubicBezTo>
                  <a:cubicBezTo>
                    <a:pt x="117111" y="140363"/>
                    <a:pt x="117324" y="140002"/>
                    <a:pt x="117526" y="139635"/>
                  </a:cubicBezTo>
                  <a:cubicBezTo>
                    <a:pt x="117728" y="139268"/>
                    <a:pt x="117918" y="138895"/>
                    <a:pt x="118097" y="138516"/>
                  </a:cubicBezTo>
                  <a:cubicBezTo>
                    <a:pt x="118275" y="138137"/>
                    <a:pt x="118441" y="137752"/>
                    <a:pt x="118596" y="137362"/>
                  </a:cubicBezTo>
                  <a:cubicBezTo>
                    <a:pt x="118750" y="136973"/>
                    <a:pt x="118892" y="136579"/>
                    <a:pt x="119021" y="136180"/>
                  </a:cubicBezTo>
                  <a:cubicBezTo>
                    <a:pt x="119151" y="135782"/>
                    <a:pt x="119267" y="135380"/>
                    <a:pt x="119372" y="134974"/>
                  </a:cubicBezTo>
                  <a:cubicBezTo>
                    <a:pt x="119476" y="134568"/>
                    <a:pt x="119567" y="134159"/>
                    <a:pt x="119646" y="133748"/>
                  </a:cubicBezTo>
                  <a:cubicBezTo>
                    <a:pt x="119724" y="133336"/>
                    <a:pt x="119790" y="132922"/>
                    <a:pt x="119842" y="132507"/>
                  </a:cubicBezTo>
                  <a:cubicBezTo>
                    <a:pt x="119895" y="132091"/>
                    <a:pt x="119934" y="131674"/>
                    <a:pt x="119961" y="131256"/>
                  </a:cubicBezTo>
                  <a:cubicBezTo>
                    <a:pt x="119987" y="130838"/>
                    <a:pt x="120000" y="130419"/>
                    <a:pt x="120000" y="130000"/>
                  </a:cubicBezTo>
                  <a:lnTo>
                    <a:pt x="12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2" name="probe-lucide-files-part-2"/>
            <p:cNvSpPr/>
            <p:nvPr/>
          </p:nvSpPr>
          <p:spPr>
            <a:xfrm>
              <a:off x="15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7060" y="7060"/>
                  </a:moveTo>
                  <a:cubicBezTo>
                    <a:pt x="16717" y="6716"/>
                    <a:pt x="16364" y="6382"/>
                    <a:pt x="16000" y="6059"/>
                  </a:cubicBezTo>
                  <a:cubicBezTo>
                    <a:pt x="15637" y="5736"/>
                    <a:pt x="15264" y="5425"/>
                    <a:pt x="14882" y="5125"/>
                  </a:cubicBezTo>
                  <a:cubicBezTo>
                    <a:pt x="14500" y="4824"/>
                    <a:pt x="14108" y="4536"/>
                    <a:pt x="13709" y="4260"/>
                  </a:cubicBezTo>
                  <a:cubicBezTo>
                    <a:pt x="13309" y="3983"/>
                    <a:pt x="12901" y="3719"/>
                    <a:pt x="12485" y="3467"/>
                  </a:cubicBezTo>
                  <a:cubicBezTo>
                    <a:pt x="12069" y="3216"/>
                    <a:pt x="11646" y="2977"/>
                    <a:pt x="11216" y="2751"/>
                  </a:cubicBezTo>
                  <a:cubicBezTo>
                    <a:pt x="10785" y="2525"/>
                    <a:pt x="10348" y="2312"/>
                    <a:pt x="9905" y="2113"/>
                  </a:cubicBezTo>
                  <a:cubicBezTo>
                    <a:pt x="9462" y="1913"/>
                    <a:pt x="9013" y="1728"/>
                    <a:pt x="8558" y="1555"/>
                  </a:cubicBezTo>
                  <a:cubicBezTo>
                    <a:pt x="8104" y="1383"/>
                    <a:pt x="7644" y="1225"/>
                    <a:pt x="7180" y="1081"/>
                  </a:cubicBezTo>
                  <a:cubicBezTo>
                    <a:pt x="6716" y="937"/>
                    <a:pt x="6248" y="807"/>
                    <a:pt x="5776" y="691"/>
                  </a:cubicBezTo>
                  <a:cubicBezTo>
                    <a:pt x="5304" y="575"/>
                    <a:pt x="4828" y="474"/>
                    <a:pt x="4350" y="387"/>
                  </a:cubicBezTo>
                  <a:cubicBezTo>
                    <a:pt x="3872" y="300"/>
                    <a:pt x="3391" y="228"/>
                    <a:pt x="2909" y="170"/>
                  </a:cubicBezTo>
                  <a:cubicBezTo>
                    <a:pt x="2426" y="112"/>
                    <a:pt x="1942" y="69"/>
                    <a:pt x="1457" y="41"/>
                  </a:cubicBezTo>
                  <a:cubicBezTo>
                    <a:pt x="972" y="12"/>
                    <a:pt x="486" y="-1"/>
                    <a:pt x="0" y="0"/>
                  </a:cubicBezTo>
                  <a:lnTo>
                    <a:pt x="0" y="50000"/>
                  </a:lnTo>
                  <a:cubicBezTo>
                    <a:pt x="0" y="50210"/>
                    <a:pt x="7" y="50419"/>
                    <a:pt x="20" y="50628"/>
                  </a:cubicBezTo>
                  <a:cubicBezTo>
                    <a:pt x="33" y="50837"/>
                    <a:pt x="53" y="51046"/>
                    <a:pt x="79" y="51253"/>
                  </a:cubicBezTo>
                  <a:cubicBezTo>
                    <a:pt x="105" y="51461"/>
                    <a:pt x="138" y="51668"/>
                    <a:pt x="177" y="51874"/>
                  </a:cubicBezTo>
                  <a:cubicBezTo>
                    <a:pt x="216" y="52080"/>
                    <a:pt x="262" y="52284"/>
                    <a:pt x="314" y="52487"/>
                  </a:cubicBezTo>
                  <a:cubicBezTo>
                    <a:pt x="366" y="52690"/>
                    <a:pt x="425" y="52891"/>
                    <a:pt x="489" y="53090"/>
                  </a:cubicBezTo>
                  <a:cubicBezTo>
                    <a:pt x="554" y="53289"/>
                    <a:pt x="625" y="53487"/>
                    <a:pt x="702" y="53681"/>
                  </a:cubicBezTo>
                  <a:cubicBezTo>
                    <a:pt x="779" y="53876"/>
                    <a:pt x="863" y="54068"/>
                    <a:pt x="952" y="54258"/>
                  </a:cubicBezTo>
                  <a:cubicBezTo>
                    <a:pt x="1041" y="54447"/>
                    <a:pt x="1136" y="54634"/>
                    <a:pt x="1237" y="54818"/>
                  </a:cubicBezTo>
                  <a:cubicBezTo>
                    <a:pt x="1338" y="55001"/>
                    <a:pt x="1444" y="55181"/>
                    <a:pt x="1557" y="55358"/>
                  </a:cubicBezTo>
                  <a:cubicBezTo>
                    <a:pt x="1669" y="55535"/>
                    <a:pt x="1787" y="55708"/>
                    <a:pt x="1910" y="55878"/>
                  </a:cubicBezTo>
                  <a:cubicBezTo>
                    <a:pt x="2033" y="56047"/>
                    <a:pt x="2161" y="56213"/>
                    <a:pt x="2295" y="56374"/>
                  </a:cubicBezTo>
                  <a:cubicBezTo>
                    <a:pt x="2428" y="56536"/>
                    <a:pt x="2567" y="56693"/>
                    <a:pt x="2710" y="56846"/>
                  </a:cubicBezTo>
                  <a:cubicBezTo>
                    <a:pt x="2854" y="56998"/>
                    <a:pt x="3002" y="57146"/>
                    <a:pt x="3155" y="57290"/>
                  </a:cubicBezTo>
                  <a:cubicBezTo>
                    <a:pt x="3307" y="57433"/>
                    <a:pt x="3464" y="57572"/>
                    <a:pt x="3626" y="57705"/>
                  </a:cubicBezTo>
                  <a:cubicBezTo>
                    <a:pt x="3787" y="57839"/>
                    <a:pt x="3953" y="57967"/>
                    <a:pt x="4122" y="58090"/>
                  </a:cubicBezTo>
                  <a:cubicBezTo>
                    <a:pt x="4292" y="58213"/>
                    <a:pt x="4465" y="58331"/>
                    <a:pt x="4642" y="58443"/>
                  </a:cubicBezTo>
                  <a:cubicBezTo>
                    <a:pt x="4819" y="58556"/>
                    <a:pt x="4999" y="58662"/>
                    <a:pt x="5182" y="58763"/>
                  </a:cubicBezTo>
                  <a:cubicBezTo>
                    <a:pt x="5366" y="58864"/>
                    <a:pt x="5553" y="58959"/>
                    <a:pt x="5742" y="59048"/>
                  </a:cubicBezTo>
                  <a:cubicBezTo>
                    <a:pt x="5932" y="59138"/>
                    <a:pt x="6124" y="59221"/>
                    <a:pt x="6319" y="59298"/>
                  </a:cubicBezTo>
                  <a:cubicBezTo>
                    <a:pt x="6514" y="59375"/>
                    <a:pt x="6711" y="59446"/>
                    <a:pt x="6910" y="59511"/>
                  </a:cubicBezTo>
                  <a:cubicBezTo>
                    <a:pt x="7109" y="59575"/>
                    <a:pt x="7310" y="59634"/>
                    <a:pt x="7513" y="59686"/>
                  </a:cubicBezTo>
                  <a:cubicBezTo>
                    <a:pt x="7716" y="59738"/>
                    <a:pt x="7920" y="59784"/>
                    <a:pt x="8126" y="59823"/>
                  </a:cubicBezTo>
                  <a:cubicBezTo>
                    <a:pt x="8332" y="59862"/>
                    <a:pt x="8539" y="59895"/>
                    <a:pt x="8747" y="59921"/>
                  </a:cubicBezTo>
                  <a:cubicBezTo>
                    <a:pt x="8954" y="59947"/>
                    <a:pt x="9163" y="59967"/>
                    <a:pt x="9372" y="59980"/>
                  </a:cubicBezTo>
                  <a:cubicBezTo>
                    <a:pt x="9581" y="59993"/>
                    <a:pt x="9791" y="60000"/>
                    <a:pt x="10000" y="60000"/>
                  </a:cubicBezTo>
                  <a:lnTo>
                    <a:pt x="60000" y="60000"/>
                  </a:lnTo>
                  <a:cubicBezTo>
                    <a:pt x="60001" y="59514"/>
                    <a:pt x="59988" y="59028"/>
                    <a:pt x="59959" y="58543"/>
                  </a:cubicBezTo>
                  <a:cubicBezTo>
                    <a:pt x="59931" y="58058"/>
                    <a:pt x="59888" y="57574"/>
                    <a:pt x="59830" y="57091"/>
                  </a:cubicBezTo>
                  <a:cubicBezTo>
                    <a:pt x="59773" y="56609"/>
                    <a:pt x="59700" y="56128"/>
                    <a:pt x="59613" y="55650"/>
                  </a:cubicBezTo>
                  <a:cubicBezTo>
                    <a:pt x="59526" y="55172"/>
                    <a:pt x="59425" y="54696"/>
                    <a:pt x="59309" y="54224"/>
                  </a:cubicBezTo>
                  <a:cubicBezTo>
                    <a:pt x="59193" y="53752"/>
                    <a:pt x="59063" y="53284"/>
                    <a:pt x="58919" y="52820"/>
                  </a:cubicBezTo>
                  <a:cubicBezTo>
                    <a:pt x="58775" y="52356"/>
                    <a:pt x="58617" y="51896"/>
                    <a:pt x="58445" y="51442"/>
                  </a:cubicBezTo>
                  <a:cubicBezTo>
                    <a:pt x="58273" y="50987"/>
                    <a:pt x="58087" y="50538"/>
                    <a:pt x="57887" y="50095"/>
                  </a:cubicBezTo>
                  <a:cubicBezTo>
                    <a:pt x="57688" y="49652"/>
                    <a:pt x="57475" y="49215"/>
                    <a:pt x="57249" y="48784"/>
                  </a:cubicBezTo>
                  <a:cubicBezTo>
                    <a:pt x="57023" y="48354"/>
                    <a:pt x="56784" y="47931"/>
                    <a:pt x="56533" y="47515"/>
                  </a:cubicBezTo>
                  <a:cubicBezTo>
                    <a:pt x="56281" y="47099"/>
                    <a:pt x="56017" y="46691"/>
                    <a:pt x="55740" y="46291"/>
                  </a:cubicBezTo>
                  <a:cubicBezTo>
                    <a:pt x="55464" y="45892"/>
                    <a:pt x="55176" y="45500"/>
                    <a:pt x="54875" y="45118"/>
                  </a:cubicBezTo>
                  <a:cubicBezTo>
                    <a:pt x="54575" y="44736"/>
                    <a:pt x="54264" y="44363"/>
                    <a:pt x="53941" y="44000"/>
                  </a:cubicBezTo>
                  <a:cubicBezTo>
                    <a:pt x="53618" y="43636"/>
                    <a:pt x="53284" y="43283"/>
                    <a:pt x="52940" y="4294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3" name="probe-lucide-files-part-3"/>
            <p:cNvSpPr/>
            <p:nvPr/>
          </p:nvSpPr>
          <p:spPr>
            <a:xfrm>
              <a:off x="30000" y="70000"/>
              <a:ext cx="117320" cy="150000"/>
            </a:xfrm>
            <a:custGeom>
              <a:avLst/>
              <a:gdLst/>
              <a:ahLst/>
              <a:cxnLst/>
              <a:rect l="0" t="0" r="r" b="b"/>
              <a:pathLst>
                <a:path w="117320" h="150000">
                  <a:moveTo>
                    <a:pt x="20000" y="0"/>
                  </a:move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130000"/>
                  </a:lnTo>
                  <a:cubicBezTo>
                    <a:pt x="0" y="130419"/>
                    <a:pt x="13" y="130838"/>
                    <a:pt x="39" y="131256"/>
                  </a:cubicBezTo>
                  <a:cubicBezTo>
                    <a:pt x="66" y="131674"/>
                    <a:pt x="105" y="132091"/>
                    <a:pt x="158" y="132507"/>
                  </a:cubicBezTo>
                  <a:cubicBezTo>
                    <a:pt x="210" y="132922"/>
                    <a:pt x="276" y="133336"/>
                    <a:pt x="354" y="133748"/>
                  </a:cubicBezTo>
                  <a:cubicBezTo>
                    <a:pt x="433" y="134159"/>
                    <a:pt x="524" y="134568"/>
                    <a:pt x="628" y="134974"/>
                  </a:cubicBezTo>
                  <a:cubicBezTo>
                    <a:pt x="733" y="135380"/>
                    <a:pt x="849" y="135782"/>
                    <a:pt x="979" y="136180"/>
                  </a:cubicBezTo>
                  <a:cubicBezTo>
                    <a:pt x="1108" y="136579"/>
                    <a:pt x="1250" y="136973"/>
                    <a:pt x="1404" y="137362"/>
                  </a:cubicBezTo>
                  <a:cubicBezTo>
                    <a:pt x="1559" y="137752"/>
                    <a:pt x="1725" y="138137"/>
                    <a:pt x="1903" y="138516"/>
                  </a:cubicBezTo>
                  <a:cubicBezTo>
                    <a:pt x="2082" y="138895"/>
                    <a:pt x="2272" y="139268"/>
                    <a:pt x="2474" y="139635"/>
                  </a:cubicBezTo>
                  <a:cubicBezTo>
                    <a:pt x="2676" y="140002"/>
                    <a:pt x="2889" y="140363"/>
                    <a:pt x="3113" y="140717"/>
                  </a:cubicBezTo>
                  <a:cubicBezTo>
                    <a:pt x="3338" y="141070"/>
                    <a:pt x="3573" y="141417"/>
                    <a:pt x="3820" y="141756"/>
                  </a:cubicBezTo>
                  <a:cubicBezTo>
                    <a:pt x="4066" y="142095"/>
                    <a:pt x="4323" y="142426"/>
                    <a:pt x="4590" y="142748"/>
                  </a:cubicBezTo>
                  <a:cubicBezTo>
                    <a:pt x="4857" y="143071"/>
                    <a:pt x="5134" y="143386"/>
                    <a:pt x="5421" y="143691"/>
                  </a:cubicBezTo>
                  <a:cubicBezTo>
                    <a:pt x="5707" y="143996"/>
                    <a:pt x="6004" y="144293"/>
                    <a:pt x="6309" y="144579"/>
                  </a:cubicBezTo>
                  <a:cubicBezTo>
                    <a:pt x="6614" y="144866"/>
                    <a:pt x="6929" y="145143"/>
                    <a:pt x="7252" y="145410"/>
                  </a:cubicBezTo>
                  <a:cubicBezTo>
                    <a:pt x="7574" y="145677"/>
                    <a:pt x="7905" y="145934"/>
                    <a:pt x="8244" y="146180"/>
                  </a:cubicBezTo>
                  <a:cubicBezTo>
                    <a:pt x="8583" y="146427"/>
                    <a:pt x="8930" y="146662"/>
                    <a:pt x="9283" y="146887"/>
                  </a:cubicBezTo>
                  <a:cubicBezTo>
                    <a:pt x="9637" y="147111"/>
                    <a:pt x="9998" y="147324"/>
                    <a:pt x="10365" y="147526"/>
                  </a:cubicBezTo>
                  <a:cubicBezTo>
                    <a:pt x="10732" y="147728"/>
                    <a:pt x="11105" y="147918"/>
                    <a:pt x="11484" y="148097"/>
                  </a:cubicBezTo>
                  <a:cubicBezTo>
                    <a:pt x="11863" y="148275"/>
                    <a:pt x="12248" y="148441"/>
                    <a:pt x="12638" y="148596"/>
                  </a:cubicBezTo>
                  <a:cubicBezTo>
                    <a:pt x="13027" y="148750"/>
                    <a:pt x="13421" y="148892"/>
                    <a:pt x="13820" y="149021"/>
                  </a:cubicBezTo>
                  <a:cubicBezTo>
                    <a:pt x="14218" y="149151"/>
                    <a:pt x="14620" y="149267"/>
                    <a:pt x="15026" y="149372"/>
                  </a:cubicBezTo>
                  <a:cubicBezTo>
                    <a:pt x="15432" y="149476"/>
                    <a:pt x="15841" y="149567"/>
                    <a:pt x="16252" y="149646"/>
                  </a:cubicBezTo>
                  <a:cubicBezTo>
                    <a:pt x="16664" y="149724"/>
                    <a:pt x="17078" y="149790"/>
                    <a:pt x="17493" y="149842"/>
                  </a:cubicBezTo>
                  <a:cubicBezTo>
                    <a:pt x="17909" y="149895"/>
                    <a:pt x="18326" y="149934"/>
                    <a:pt x="18744" y="149961"/>
                  </a:cubicBezTo>
                  <a:cubicBezTo>
                    <a:pt x="19162" y="149987"/>
                    <a:pt x="19581" y="150000"/>
                    <a:pt x="20000" y="150000"/>
                  </a:cubicBezTo>
                  <a:lnTo>
                    <a:pt x="100000" y="150000"/>
                  </a:lnTo>
                  <a:cubicBezTo>
                    <a:pt x="100411" y="150000"/>
                    <a:pt x="100821" y="149987"/>
                    <a:pt x="101231" y="149962"/>
                  </a:cubicBezTo>
                  <a:cubicBezTo>
                    <a:pt x="101641" y="149937"/>
                    <a:pt x="102050" y="149899"/>
                    <a:pt x="102458" y="149848"/>
                  </a:cubicBezTo>
                  <a:cubicBezTo>
                    <a:pt x="102865" y="149798"/>
                    <a:pt x="103271" y="149735"/>
                    <a:pt x="103675" y="149659"/>
                  </a:cubicBezTo>
                  <a:cubicBezTo>
                    <a:pt x="104079" y="149584"/>
                    <a:pt x="104480" y="149496"/>
                    <a:pt x="104878" y="149396"/>
                  </a:cubicBezTo>
                  <a:cubicBezTo>
                    <a:pt x="105276" y="149296"/>
                    <a:pt x="105672" y="149183"/>
                    <a:pt x="106063" y="149059"/>
                  </a:cubicBezTo>
                  <a:cubicBezTo>
                    <a:pt x="106454" y="148934"/>
                    <a:pt x="106842" y="148798"/>
                    <a:pt x="107225" y="148649"/>
                  </a:cubicBezTo>
                  <a:cubicBezTo>
                    <a:pt x="107608" y="148501"/>
                    <a:pt x="107986" y="148341"/>
                    <a:pt x="108359" y="148169"/>
                  </a:cubicBezTo>
                  <a:cubicBezTo>
                    <a:pt x="108732" y="147998"/>
                    <a:pt x="109100" y="147814"/>
                    <a:pt x="109462" y="147620"/>
                  </a:cubicBezTo>
                  <a:cubicBezTo>
                    <a:pt x="109823" y="147426"/>
                    <a:pt x="110179" y="147220"/>
                    <a:pt x="110528" y="147004"/>
                  </a:cubicBezTo>
                  <a:cubicBezTo>
                    <a:pt x="110878" y="146788"/>
                    <a:pt x="111220" y="146561"/>
                    <a:pt x="111555" y="146324"/>
                  </a:cubicBezTo>
                  <a:cubicBezTo>
                    <a:pt x="111890" y="146087"/>
                    <a:pt x="112218" y="145839"/>
                    <a:pt x="112538" y="145581"/>
                  </a:cubicBezTo>
                  <a:cubicBezTo>
                    <a:pt x="112858" y="145324"/>
                    <a:pt x="113170" y="145057"/>
                    <a:pt x="113474" y="144780"/>
                  </a:cubicBezTo>
                  <a:cubicBezTo>
                    <a:pt x="113777" y="144503"/>
                    <a:pt x="114072" y="144217"/>
                    <a:pt x="114358" y="143923"/>
                  </a:cubicBezTo>
                  <a:cubicBezTo>
                    <a:pt x="114644" y="143628"/>
                    <a:pt x="114920" y="143324"/>
                    <a:pt x="115188" y="143012"/>
                  </a:cubicBezTo>
                  <a:cubicBezTo>
                    <a:pt x="115455" y="142700"/>
                    <a:pt x="115712" y="142380"/>
                    <a:pt x="115960" y="142053"/>
                  </a:cubicBezTo>
                  <a:cubicBezTo>
                    <a:pt x="116207" y="141725"/>
                    <a:pt x="116445" y="141390"/>
                    <a:pt x="116672" y="141047"/>
                  </a:cubicBezTo>
                  <a:cubicBezTo>
                    <a:pt x="116898" y="140705"/>
                    <a:pt x="117115" y="140356"/>
                    <a:pt x="117320" y="14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4" name="probe-lucide-folder-open" descr="folder-open — Lucide Icons and Contributors; preserve the bundled full upstream license. Source: https://github.com/lucide-icons/lucide/blob/20aef31db93fe4d9f398dbb15b120d99c48eef95/icons/folder-open.svg; SVG SHA256: ee57452b40e71df310214091dd9da1941a397c83197b8ff8d7ae66dd4242578b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85" name="probe-lucide-folder-open-part-1"/>
            <p:cNvSpPr/>
            <p:nvPr/>
          </p:nvSpPr>
          <p:spPr>
            <a:xfrm>
              <a:off x="20000" y="29999"/>
              <a:ext cx="200035" cy="170001"/>
            </a:xfrm>
            <a:custGeom>
              <a:avLst/>
              <a:gdLst/>
              <a:ahLst/>
              <a:cxnLst/>
              <a:rect l="0" t="0" r="r" b="b"/>
              <a:pathLst>
                <a:path w="200035" h="170001">
                  <a:moveTo>
                    <a:pt x="40000" y="110001"/>
                  </a:moveTo>
                  <a:lnTo>
                    <a:pt x="55000" y="81001"/>
                  </a:lnTo>
                  <a:cubicBezTo>
                    <a:pt x="55180" y="80643"/>
                    <a:pt x="55371" y="80291"/>
                    <a:pt x="55572" y="79945"/>
                  </a:cubicBezTo>
                  <a:cubicBezTo>
                    <a:pt x="55773" y="79599"/>
                    <a:pt x="55985" y="79259"/>
                    <a:pt x="56207" y="78925"/>
                  </a:cubicBezTo>
                  <a:cubicBezTo>
                    <a:pt x="56428" y="78592"/>
                    <a:pt x="56660" y="78265"/>
                    <a:pt x="56901" y="77945"/>
                  </a:cubicBezTo>
                  <a:cubicBezTo>
                    <a:pt x="57143" y="77626"/>
                    <a:pt x="57393" y="77313"/>
                    <a:pt x="57653" y="77009"/>
                  </a:cubicBezTo>
                  <a:cubicBezTo>
                    <a:pt x="57913" y="76704"/>
                    <a:pt x="58183" y="76407"/>
                    <a:pt x="58460" y="76119"/>
                  </a:cubicBezTo>
                  <a:cubicBezTo>
                    <a:pt x="58738" y="75831"/>
                    <a:pt x="59025" y="75551"/>
                    <a:pt x="59319" y="75280"/>
                  </a:cubicBezTo>
                  <a:cubicBezTo>
                    <a:pt x="59614" y="75008"/>
                    <a:pt x="59917" y="74746"/>
                    <a:pt x="60227" y="74493"/>
                  </a:cubicBezTo>
                  <a:cubicBezTo>
                    <a:pt x="60538" y="74240"/>
                    <a:pt x="60856" y="73996"/>
                    <a:pt x="61181" y="73762"/>
                  </a:cubicBezTo>
                  <a:cubicBezTo>
                    <a:pt x="61506" y="73529"/>
                    <a:pt x="61838" y="73304"/>
                    <a:pt x="62176" y="73090"/>
                  </a:cubicBezTo>
                  <a:cubicBezTo>
                    <a:pt x="62515" y="72876"/>
                    <a:pt x="62859" y="72673"/>
                    <a:pt x="63210" y="72479"/>
                  </a:cubicBezTo>
                  <a:cubicBezTo>
                    <a:pt x="63561" y="72286"/>
                    <a:pt x="63917" y="72103"/>
                    <a:pt x="64279" y="71932"/>
                  </a:cubicBezTo>
                  <a:cubicBezTo>
                    <a:pt x="64641" y="71760"/>
                    <a:pt x="65008" y="71599"/>
                    <a:pt x="65379" y="71449"/>
                  </a:cubicBezTo>
                  <a:cubicBezTo>
                    <a:pt x="65750" y="71299"/>
                    <a:pt x="66126" y="71160"/>
                    <a:pt x="66506" y="71033"/>
                  </a:cubicBezTo>
                  <a:cubicBezTo>
                    <a:pt x="66885" y="70906"/>
                    <a:pt x="67269" y="70790"/>
                    <a:pt x="67655" y="70686"/>
                  </a:cubicBezTo>
                  <a:cubicBezTo>
                    <a:pt x="68042" y="70581"/>
                    <a:pt x="68432" y="70489"/>
                    <a:pt x="68824" y="70408"/>
                  </a:cubicBezTo>
                  <a:cubicBezTo>
                    <a:pt x="69216" y="70327"/>
                    <a:pt x="69611" y="70258"/>
                    <a:pt x="70007" y="70201"/>
                  </a:cubicBezTo>
                  <a:cubicBezTo>
                    <a:pt x="70404" y="70143"/>
                    <a:pt x="70802" y="70098"/>
                    <a:pt x="71201" y="70065"/>
                  </a:cubicBezTo>
                  <a:cubicBezTo>
                    <a:pt x="71600" y="70032"/>
                    <a:pt x="72000" y="70010"/>
                    <a:pt x="72400" y="70001"/>
                  </a:cubicBezTo>
                  <a:lnTo>
                    <a:pt x="180000" y="70001"/>
                  </a:lnTo>
                  <a:cubicBezTo>
                    <a:pt x="180406" y="70000"/>
                    <a:pt x="180811" y="70012"/>
                    <a:pt x="181216" y="70036"/>
                  </a:cubicBezTo>
                  <a:cubicBezTo>
                    <a:pt x="181621" y="70060"/>
                    <a:pt x="182025" y="70096"/>
                    <a:pt x="182428" y="70145"/>
                  </a:cubicBezTo>
                  <a:cubicBezTo>
                    <a:pt x="182831" y="70193"/>
                    <a:pt x="183232" y="70254"/>
                    <a:pt x="183631" y="70327"/>
                  </a:cubicBezTo>
                  <a:cubicBezTo>
                    <a:pt x="184030" y="70400"/>
                    <a:pt x="184427" y="70485"/>
                    <a:pt x="184820" y="70582"/>
                  </a:cubicBezTo>
                  <a:cubicBezTo>
                    <a:pt x="185214" y="70679"/>
                    <a:pt x="185605" y="70788"/>
                    <a:pt x="185992" y="70909"/>
                  </a:cubicBezTo>
                  <a:cubicBezTo>
                    <a:pt x="186380" y="71030"/>
                    <a:pt x="186763" y="71162"/>
                    <a:pt x="187142" y="71306"/>
                  </a:cubicBezTo>
                  <a:cubicBezTo>
                    <a:pt x="187521" y="71450"/>
                    <a:pt x="187896" y="71606"/>
                    <a:pt x="188266" y="71773"/>
                  </a:cubicBezTo>
                  <a:cubicBezTo>
                    <a:pt x="188635" y="71940"/>
                    <a:pt x="189000" y="72118"/>
                    <a:pt x="189359" y="72307"/>
                  </a:cubicBezTo>
                  <a:cubicBezTo>
                    <a:pt x="189718" y="72496"/>
                    <a:pt x="190071" y="72696"/>
                    <a:pt x="190417" y="72907"/>
                  </a:cubicBezTo>
                  <a:cubicBezTo>
                    <a:pt x="190764" y="73117"/>
                    <a:pt x="191104" y="73338"/>
                    <a:pt x="191438" y="73570"/>
                  </a:cubicBezTo>
                  <a:cubicBezTo>
                    <a:pt x="191771" y="73801"/>
                    <a:pt x="192097" y="74042"/>
                    <a:pt x="192416" y="74293"/>
                  </a:cubicBezTo>
                  <a:cubicBezTo>
                    <a:pt x="192734" y="74545"/>
                    <a:pt x="193045" y="74805"/>
                    <a:pt x="193348" y="75075"/>
                  </a:cubicBezTo>
                  <a:cubicBezTo>
                    <a:pt x="193650" y="75345"/>
                    <a:pt x="193945" y="75624"/>
                    <a:pt x="194231" y="75912"/>
                  </a:cubicBezTo>
                  <a:cubicBezTo>
                    <a:pt x="194516" y="76200"/>
                    <a:pt x="194793" y="76497"/>
                    <a:pt x="195061" y="76802"/>
                  </a:cubicBezTo>
                  <a:cubicBezTo>
                    <a:pt x="195329" y="77106"/>
                    <a:pt x="195587" y="77419"/>
                    <a:pt x="195836" y="77740"/>
                  </a:cubicBezTo>
                  <a:cubicBezTo>
                    <a:pt x="196084" y="78060"/>
                    <a:pt x="196323" y="78388"/>
                    <a:pt x="196552" y="78723"/>
                  </a:cubicBezTo>
                  <a:cubicBezTo>
                    <a:pt x="196781" y="79058"/>
                    <a:pt x="196999" y="79400"/>
                    <a:pt x="197207" y="79748"/>
                  </a:cubicBezTo>
                  <a:cubicBezTo>
                    <a:pt x="197415" y="80096"/>
                    <a:pt x="197612" y="80451"/>
                    <a:pt x="197799" y="80811"/>
                  </a:cubicBezTo>
                  <a:cubicBezTo>
                    <a:pt x="197985" y="81172"/>
                    <a:pt x="198161" y="81537"/>
                    <a:pt x="198325" y="81908"/>
                  </a:cubicBezTo>
                  <a:cubicBezTo>
                    <a:pt x="198489" y="82279"/>
                    <a:pt x="198642" y="82655"/>
                    <a:pt x="198783" y="83035"/>
                  </a:cubicBezTo>
                  <a:cubicBezTo>
                    <a:pt x="198924" y="83416"/>
                    <a:pt x="199054" y="83800"/>
                    <a:pt x="199172" y="84188"/>
                  </a:cubicBezTo>
                  <a:cubicBezTo>
                    <a:pt x="199290" y="84576"/>
                    <a:pt x="199396" y="84968"/>
                    <a:pt x="199490" y="85363"/>
                  </a:cubicBezTo>
                  <a:cubicBezTo>
                    <a:pt x="199584" y="85757"/>
                    <a:pt x="199666" y="86155"/>
                    <a:pt x="199736" y="86554"/>
                  </a:cubicBezTo>
                  <a:cubicBezTo>
                    <a:pt x="199806" y="86954"/>
                    <a:pt x="199863" y="87355"/>
                    <a:pt x="199909" y="87758"/>
                  </a:cubicBezTo>
                  <a:cubicBezTo>
                    <a:pt x="199954" y="88161"/>
                    <a:pt x="199988" y="88566"/>
                    <a:pt x="200009" y="88971"/>
                  </a:cubicBezTo>
                  <a:cubicBezTo>
                    <a:pt x="200029" y="89376"/>
                    <a:pt x="200038" y="89782"/>
                    <a:pt x="200034" y="90187"/>
                  </a:cubicBezTo>
                  <a:cubicBezTo>
                    <a:pt x="200030" y="90593"/>
                    <a:pt x="200014" y="90998"/>
                    <a:pt x="199986" y="91403"/>
                  </a:cubicBezTo>
                  <a:cubicBezTo>
                    <a:pt x="199957" y="91808"/>
                    <a:pt x="199917" y="92211"/>
                    <a:pt x="199864" y="92613"/>
                  </a:cubicBezTo>
                  <a:cubicBezTo>
                    <a:pt x="199811" y="93016"/>
                    <a:pt x="199746" y="93416"/>
                    <a:pt x="199668" y="93814"/>
                  </a:cubicBezTo>
                  <a:cubicBezTo>
                    <a:pt x="199591" y="94212"/>
                    <a:pt x="199501" y="94608"/>
                    <a:pt x="199400" y="95001"/>
                  </a:cubicBezTo>
                  <a:lnTo>
                    <a:pt x="184000" y="155001"/>
                  </a:lnTo>
                  <a:cubicBezTo>
                    <a:pt x="183900" y="155390"/>
                    <a:pt x="183788" y="155775"/>
                    <a:pt x="183664" y="156157"/>
                  </a:cubicBezTo>
                  <a:cubicBezTo>
                    <a:pt x="183540" y="156539"/>
                    <a:pt x="183405" y="156918"/>
                    <a:pt x="183259" y="157292"/>
                  </a:cubicBezTo>
                  <a:cubicBezTo>
                    <a:pt x="183113" y="157665"/>
                    <a:pt x="182955" y="158035"/>
                    <a:pt x="182786" y="158399"/>
                  </a:cubicBezTo>
                  <a:cubicBezTo>
                    <a:pt x="182618" y="158764"/>
                    <a:pt x="182438" y="159123"/>
                    <a:pt x="182248" y="159476"/>
                  </a:cubicBezTo>
                  <a:cubicBezTo>
                    <a:pt x="182058" y="159830"/>
                    <a:pt x="181857" y="160178"/>
                    <a:pt x="181646" y="160519"/>
                  </a:cubicBezTo>
                  <a:cubicBezTo>
                    <a:pt x="181435" y="160861"/>
                    <a:pt x="181213" y="161196"/>
                    <a:pt x="180982" y="161524"/>
                  </a:cubicBezTo>
                  <a:cubicBezTo>
                    <a:pt x="180751" y="161852"/>
                    <a:pt x="180510" y="162173"/>
                    <a:pt x="180259" y="162487"/>
                  </a:cubicBezTo>
                  <a:cubicBezTo>
                    <a:pt x="180008" y="162801"/>
                    <a:pt x="179748" y="163107"/>
                    <a:pt x="179479" y="163405"/>
                  </a:cubicBezTo>
                  <a:cubicBezTo>
                    <a:pt x="179210" y="163703"/>
                    <a:pt x="178932" y="163993"/>
                    <a:pt x="178646" y="164274"/>
                  </a:cubicBezTo>
                  <a:cubicBezTo>
                    <a:pt x="178359" y="164555"/>
                    <a:pt x="178064" y="164828"/>
                    <a:pt x="177761" y="165091"/>
                  </a:cubicBezTo>
                  <a:cubicBezTo>
                    <a:pt x="177458" y="165355"/>
                    <a:pt x="177147" y="165609"/>
                    <a:pt x="176829" y="165854"/>
                  </a:cubicBezTo>
                  <a:cubicBezTo>
                    <a:pt x="176511" y="166099"/>
                    <a:pt x="176185" y="166334"/>
                    <a:pt x="175853" y="166559"/>
                  </a:cubicBezTo>
                  <a:cubicBezTo>
                    <a:pt x="175521" y="166784"/>
                    <a:pt x="175181" y="166999"/>
                    <a:pt x="174836" y="167204"/>
                  </a:cubicBezTo>
                  <a:cubicBezTo>
                    <a:pt x="174491" y="167409"/>
                    <a:pt x="174139" y="167603"/>
                    <a:pt x="173782" y="167787"/>
                  </a:cubicBezTo>
                  <a:cubicBezTo>
                    <a:pt x="173425" y="167971"/>
                    <a:pt x="173063" y="168143"/>
                    <a:pt x="172695" y="168305"/>
                  </a:cubicBezTo>
                  <a:cubicBezTo>
                    <a:pt x="172328" y="168467"/>
                    <a:pt x="171956" y="168618"/>
                    <a:pt x="171579" y="168757"/>
                  </a:cubicBezTo>
                  <a:cubicBezTo>
                    <a:pt x="171202" y="168897"/>
                    <a:pt x="170822" y="169025"/>
                    <a:pt x="170438" y="169141"/>
                  </a:cubicBezTo>
                  <a:cubicBezTo>
                    <a:pt x="170053" y="169258"/>
                    <a:pt x="169666" y="169363"/>
                    <a:pt x="169275" y="169456"/>
                  </a:cubicBezTo>
                  <a:cubicBezTo>
                    <a:pt x="168885" y="169549"/>
                    <a:pt x="168491" y="169630"/>
                    <a:pt x="168096" y="169700"/>
                  </a:cubicBezTo>
                  <a:cubicBezTo>
                    <a:pt x="167700" y="169769"/>
                    <a:pt x="167303" y="169827"/>
                    <a:pt x="166904" y="169872"/>
                  </a:cubicBezTo>
                  <a:cubicBezTo>
                    <a:pt x="166505" y="169918"/>
                    <a:pt x="166105" y="169951"/>
                    <a:pt x="165704" y="169973"/>
                  </a:cubicBezTo>
                  <a:cubicBezTo>
                    <a:pt x="165303" y="169994"/>
                    <a:pt x="164902" y="170004"/>
                    <a:pt x="164500" y="170001"/>
                  </a:cubicBezTo>
                  <a:lnTo>
                    <a:pt x="20000" y="170001"/>
                  </a:lnTo>
                  <a:cubicBezTo>
                    <a:pt x="19581" y="170001"/>
                    <a:pt x="19162" y="169988"/>
                    <a:pt x="18744" y="169961"/>
                  </a:cubicBezTo>
                  <a:cubicBezTo>
                    <a:pt x="18326" y="169935"/>
                    <a:pt x="17909" y="169896"/>
                    <a:pt x="17493" y="169843"/>
                  </a:cubicBezTo>
                  <a:cubicBezTo>
                    <a:pt x="17078" y="169791"/>
                    <a:pt x="16664" y="169725"/>
                    <a:pt x="16252" y="169647"/>
                  </a:cubicBezTo>
                  <a:cubicBezTo>
                    <a:pt x="15841" y="169568"/>
                    <a:pt x="15432" y="169477"/>
                    <a:pt x="15026" y="169373"/>
                  </a:cubicBezTo>
                  <a:cubicBezTo>
                    <a:pt x="14620" y="169268"/>
                    <a:pt x="14218" y="169152"/>
                    <a:pt x="13820" y="169022"/>
                  </a:cubicBezTo>
                  <a:cubicBezTo>
                    <a:pt x="13421" y="168893"/>
                    <a:pt x="13027" y="168751"/>
                    <a:pt x="12638" y="168596"/>
                  </a:cubicBezTo>
                  <a:cubicBezTo>
                    <a:pt x="12248" y="168442"/>
                    <a:pt x="11863" y="168276"/>
                    <a:pt x="11484" y="168098"/>
                  </a:cubicBezTo>
                  <a:cubicBezTo>
                    <a:pt x="11105" y="167919"/>
                    <a:pt x="10732" y="167729"/>
                    <a:pt x="10365" y="167527"/>
                  </a:cubicBezTo>
                  <a:cubicBezTo>
                    <a:pt x="9998" y="167325"/>
                    <a:pt x="9637" y="167112"/>
                    <a:pt x="9283" y="166888"/>
                  </a:cubicBezTo>
                  <a:cubicBezTo>
                    <a:pt x="8930" y="166663"/>
                    <a:pt x="8583" y="166428"/>
                    <a:pt x="8244" y="166181"/>
                  </a:cubicBezTo>
                  <a:cubicBezTo>
                    <a:pt x="7905" y="165935"/>
                    <a:pt x="7574" y="165678"/>
                    <a:pt x="7252" y="165411"/>
                  </a:cubicBezTo>
                  <a:cubicBezTo>
                    <a:pt x="6929" y="165144"/>
                    <a:pt x="6614" y="164867"/>
                    <a:pt x="6309" y="164580"/>
                  </a:cubicBezTo>
                  <a:cubicBezTo>
                    <a:pt x="6004" y="164294"/>
                    <a:pt x="5707" y="163997"/>
                    <a:pt x="5421" y="163692"/>
                  </a:cubicBezTo>
                  <a:cubicBezTo>
                    <a:pt x="5134" y="163387"/>
                    <a:pt x="4857" y="163072"/>
                    <a:pt x="4590" y="162749"/>
                  </a:cubicBezTo>
                  <a:cubicBezTo>
                    <a:pt x="4323" y="162427"/>
                    <a:pt x="4066" y="162096"/>
                    <a:pt x="3820" y="161757"/>
                  </a:cubicBezTo>
                  <a:cubicBezTo>
                    <a:pt x="3573" y="161418"/>
                    <a:pt x="3338" y="161071"/>
                    <a:pt x="3113" y="160717"/>
                  </a:cubicBezTo>
                  <a:cubicBezTo>
                    <a:pt x="2889" y="160364"/>
                    <a:pt x="2676" y="160003"/>
                    <a:pt x="2474" y="159636"/>
                  </a:cubicBezTo>
                  <a:cubicBezTo>
                    <a:pt x="2272" y="159269"/>
                    <a:pt x="2082" y="158896"/>
                    <a:pt x="1903" y="158517"/>
                  </a:cubicBezTo>
                  <a:cubicBezTo>
                    <a:pt x="1725" y="158138"/>
                    <a:pt x="1559" y="157753"/>
                    <a:pt x="1404" y="157363"/>
                  </a:cubicBezTo>
                  <a:cubicBezTo>
                    <a:pt x="1250" y="156974"/>
                    <a:pt x="1108" y="156580"/>
                    <a:pt x="979" y="156181"/>
                  </a:cubicBezTo>
                  <a:cubicBezTo>
                    <a:pt x="849" y="155783"/>
                    <a:pt x="733" y="155381"/>
                    <a:pt x="628" y="154975"/>
                  </a:cubicBezTo>
                  <a:cubicBezTo>
                    <a:pt x="524" y="154569"/>
                    <a:pt x="433" y="154160"/>
                    <a:pt x="354" y="153749"/>
                  </a:cubicBezTo>
                  <a:cubicBezTo>
                    <a:pt x="276" y="153337"/>
                    <a:pt x="210" y="152923"/>
                    <a:pt x="158" y="152508"/>
                  </a:cubicBezTo>
                  <a:cubicBezTo>
                    <a:pt x="105" y="152092"/>
                    <a:pt x="66" y="151675"/>
                    <a:pt x="39" y="151257"/>
                  </a:cubicBezTo>
                  <a:cubicBezTo>
                    <a:pt x="13" y="150839"/>
                    <a:pt x="0" y="150420"/>
                    <a:pt x="0" y="150001"/>
                  </a:cubicBezTo>
                  <a:lnTo>
                    <a:pt x="0" y="20001"/>
                  </a:lnTo>
                  <a:cubicBezTo>
                    <a:pt x="0" y="19582"/>
                    <a:pt x="13" y="19163"/>
                    <a:pt x="39" y="18745"/>
                  </a:cubicBezTo>
                  <a:cubicBezTo>
                    <a:pt x="66" y="18327"/>
                    <a:pt x="105" y="17910"/>
                    <a:pt x="158" y="17494"/>
                  </a:cubicBezTo>
                  <a:cubicBezTo>
                    <a:pt x="210" y="17079"/>
                    <a:pt x="276" y="16665"/>
                    <a:pt x="354" y="16253"/>
                  </a:cubicBezTo>
                  <a:cubicBezTo>
                    <a:pt x="433" y="15842"/>
                    <a:pt x="524" y="15433"/>
                    <a:pt x="628" y="15027"/>
                  </a:cubicBezTo>
                  <a:cubicBezTo>
                    <a:pt x="733" y="14621"/>
                    <a:pt x="849" y="14219"/>
                    <a:pt x="979" y="13821"/>
                  </a:cubicBezTo>
                  <a:cubicBezTo>
                    <a:pt x="1108" y="13422"/>
                    <a:pt x="1250" y="13028"/>
                    <a:pt x="1404" y="12638"/>
                  </a:cubicBezTo>
                  <a:cubicBezTo>
                    <a:pt x="1559" y="12249"/>
                    <a:pt x="1725" y="11864"/>
                    <a:pt x="1903" y="11485"/>
                  </a:cubicBezTo>
                  <a:cubicBezTo>
                    <a:pt x="2082" y="11106"/>
                    <a:pt x="2272" y="10733"/>
                    <a:pt x="2474" y="10366"/>
                  </a:cubicBezTo>
                  <a:cubicBezTo>
                    <a:pt x="2676" y="9999"/>
                    <a:pt x="2889" y="9638"/>
                    <a:pt x="3113" y="9284"/>
                  </a:cubicBezTo>
                  <a:cubicBezTo>
                    <a:pt x="3338" y="8931"/>
                    <a:pt x="3573" y="8584"/>
                    <a:pt x="3820" y="8245"/>
                  </a:cubicBezTo>
                  <a:cubicBezTo>
                    <a:pt x="4066" y="7906"/>
                    <a:pt x="4323" y="7575"/>
                    <a:pt x="4590" y="7252"/>
                  </a:cubicBezTo>
                  <a:cubicBezTo>
                    <a:pt x="4857" y="6930"/>
                    <a:pt x="5134" y="6615"/>
                    <a:pt x="5421" y="6310"/>
                  </a:cubicBezTo>
                  <a:cubicBezTo>
                    <a:pt x="5707" y="6005"/>
                    <a:pt x="6004" y="5708"/>
                    <a:pt x="6309" y="5422"/>
                  </a:cubicBezTo>
                  <a:cubicBezTo>
                    <a:pt x="6614" y="5135"/>
                    <a:pt x="6929" y="4858"/>
                    <a:pt x="7252" y="4591"/>
                  </a:cubicBezTo>
                  <a:cubicBezTo>
                    <a:pt x="7574" y="4324"/>
                    <a:pt x="7905" y="4067"/>
                    <a:pt x="8244" y="3821"/>
                  </a:cubicBezTo>
                  <a:cubicBezTo>
                    <a:pt x="8583" y="3574"/>
                    <a:pt x="8930" y="3339"/>
                    <a:pt x="9283" y="3114"/>
                  </a:cubicBezTo>
                  <a:cubicBezTo>
                    <a:pt x="9637" y="2890"/>
                    <a:pt x="9998" y="2677"/>
                    <a:pt x="10365" y="2475"/>
                  </a:cubicBezTo>
                  <a:cubicBezTo>
                    <a:pt x="10732" y="2273"/>
                    <a:pt x="11105" y="2083"/>
                    <a:pt x="11484" y="1904"/>
                  </a:cubicBezTo>
                  <a:cubicBezTo>
                    <a:pt x="11863" y="1726"/>
                    <a:pt x="12248" y="1560"/>
                    <a:pt x="12638" y="1405"/>
                  </a:cubicBezTo>
                  <a:cubicBezTo>
                    <a:pt x="13027" y="1251"/>
                    <a:pt x="13421" y="1109"/>
                    <a:pt x="13820" y="980"/>
                  </a:cubicBezTo>
                  <a:cubicBezTo>
                    <a:pt x="14218" y="850"/>
                    <a:pt x="14620" y="733"/>
                    <a:pt x="15026" y="629"/>
                  </a:cubicBezTo>
                  <a:cubicBezTo>
                    <a:pt x="15432" y="525"/>
                    <a:pt x="15841" y="434"/>
                    <a:pt x="16252" y="355"/>
                  </a:cubicBezTo>
                  <a:cubicBezTo>
                    <a:pt x="16664" y="277"/>
                    <a:pt x="17078" y="211"/>
                    <a:pt x="17493" y="159"/>
                  </a:cubicBezTo>
                  <a:cubicBezTo>
                    <a:pt x="17909" y="106"/>
                    <a:pt x="18326" y="67"/>
                    <a:pt x="18744" y="40"/>
                  </a:cubicBezTo>
                  <a:cubicBezTo>
                    <a:pt x="19162" y="14"/>
                    <a:pt x="19581" y="1"/>
                    <a:pt x="20000" y="1"/>
                  </a:cubicBezTo>
                  <a:lnTo>
                    <a:pt x="59000" y="1"/>
                  </a:lnTo>
                  <a:cubicBezTo>
                    <a:pt x="59416" y="-3"/>
                    <a:pt x="59832" y="6"/>
                    <a:pt x="60247" y="28"/>
                  </a:cubicBezTo>
                  <a:cubicBezTo>
                    <a:pt x="60663" y="50"/>
                    <a:pt x="61077" y="84"/>
                    <a:pt x="61491" y="132"/>
                  </a:cubicBezTo>
                  <a:cubicBezTo>
                    <a:pt x="61904" y="180"/>
                    <a:pt x="62316" y="240"/>
                    <a:pt x="62725" y="314"/>
                  </a:cubicBezTo>
                  <a:cubicBezTo>
                    <a:pt x="63134" y="387"/>
                    <a:pt x="63542" y="473"/>
                    <a:pt x="63946" y="572"/>
                  </a:cubicBezTo>
                  <a:cubicBezTo>
                    <a:pt x="64350" y="671"/>
                    <a:pt x="64751" y="782"/>
                    <a:pt x="65148" y="906"/>
                  </a:cubicBezTo>
                  <a:cubicBezTo>
                    <a:pt x="65545" y="1030"/>
                    <a:pt x="65938" y="1166"/>
                    <a:pt x="66327" y="1314"/>
                  </a:cubicBezTo>
                  <a:cubicBezTo>
                    <a:pt x="66715" y="1463"/>
                    <a:pt x="67099" y="1623"/>
                    <a:pt x="67478" y="1795"/>
                  </a:cubicBezTo>
                  <a:cubicBezTo>
                    <a:pt x="67857" y="1968"/>
                    <a:pt x="68230" y="2152"/>
                    <a:pt x="68597" y="2347"/>
                  </a:cubicBezTo>
                  <a:cubicBezTo>
                    <a:pt x="68964" y="2543"/>
                    <a:pt x="69325" y="2750"/>
                    <a:pt x="69679" y="2968"/>
                  </a:cubicBezTo>
                  <a:cubicBezTo>
                    <a:pt x="70034" y="3186"/>
                    <a:pt x="70381" y="3415"/>
                    <a:pt x="70721" y="3654"/>
                  </a:cubicBezTo>
                  <a:cubicBezTo>
                    <a:pt x="71061" y="3894"/>
                    <a:pt x="71393" y="4144"/>
                    <a:pt x="71718" y="4405"/>
                  </a:cubicBezTo>
                  <a:cubicBezTo>
                    <a:pt x="72042" y="4665"/>
                    <a:pt x="72358" y="4936"/>
                    <a:pt x="72666" y="5216"/>
                  </a:cubicBezTo>
                  <a:cubicBezTo>
                    <a:pt x="72973" y="5496"/>
                    <a:pt x="73272" y="5786"/>
                    <a:pt x="73561" y="6085"/>
                  </a:cubicBezTo>
                  <a:cubicBezTo>
                    <a:pt x="73851" y="6383"/>
                    <a:pt x="74131" y="6691"/>
                    <a:pt x="74401" y="7007"/>
                  </a:cubicBezTo>
                  <a:cubicBezTo>
                    <a:pt x="74671" y="7324"/>
                    <a:pt x="74932" y="7648"/>
                    <a:pt x="75182" y="7981"/>
                  </a:cubicBezTo>
                  <a:cubicBezTo>
                    <a:pt x="75432" y="8313"/>
                    <a:pt x="75671" y="8654"/>
                    <a:pt x="75900" y="9001"/>
                  </a:cubicBezTo>
                  <a:lnTo>
                    <a:pt x="84000" y="21001"/>
                  </a:lnTo>
                  <a:cubicBezTo>
                    <a:pt x="84226" y="21345"/>
                    <a:pt x="84464" y="21682"/>
                    <a:pt x="84711" y="22011"/>
                  </a:cubicBezTo>
                  <a:cubicBezTo>
                    <a:pt x="84958" y="22340"/>
                    <a:pt x="85216" y="22662"/>
                    <a:pt x="85483" y="22975"/>
                  </a:cubicBezTo>
                  <a:cubicBezTo>
                    <a:pt x="85750" y="23289"/>
                    <a:pt x="86027" y="23594"/>
                    <a:pt x="86313" y="23890"/>
                  </a:cubicBezTo>
                  <a:cubicBezTo>
                    <a:pt x="86599" y="24186"/>
                    <a:pt x="86894" y="24474"/>
                    <a:pt x="87197" y="24752"/>
                  </a:cubicBezTo>
                  <a:cubicBezTo>
                    <a:pt x="87501" y="25030"/>
                    <a:pt x="87813" y="25299"/>
                    <a:pt x="88134" y="25557"/>
                  </a:cubicBezTo>
                  <a:cubicBezTo>
                    <a:pt x="88454" y="25816"/>
                    <a:pt x="88782" y="26065"/>
                    <a:pt x="89118" y="26304"/>
                  </a:cubicBezTo>
                  <a:cubicBezTo>
                    <a:pt x="89454" y="26542"/>
                    <a:pt x="89797" y="26770"/>
                    <a:pt x="90146" y="26988"/>
                  </a:cubicBezTo>
                  <a:cubicBezTo>
                    <a:pt x="90496" y="27205"/>
                    <a:pt x="90852" y="27412"/>
                    <a:pt x="91215" y="27607"/>
                  </a:cubicBezTo>
                  <a:cubicBezTo>
                    <a:pt x="91578" y="27802"/>
                    <a:pt x="91946" y="27986"/>
                    <a:pt x="92320" y="28159"/>
                  </a:cubicBezTo>
                  <a:cubicBezTo>
                    <a:pt x="92694" y="28332"/>
                    <a:pt x="93073" y="28493"/>
                    <a:pt x="93457" y="28642"/>
                  </a:cubicBezTo>
                  <a:cubicBezTo>
                    <a:pt x="93841" y="28791"/>
                    <a:pt x="94229" y="28929"/>
                    <a:pt x="94621" y="29054"/>
                  </a:cubicBezTo>
                  <a:cubicBezTo>
                    <a:pt x="95014" y="29179"/>
                    <a:pt x="95410" y="29292"/>
                    <a:pt x="95809" y="29393"/>
                  </a:cubicBezTo>
                  <a:cubicBezTo>
                    <a:pt x="96208" y="29494"/>
                    <a:pt x="96610" y="29582"/>
                    <a:pt x="97015" y="29658"/>
                  </a:cubicBezTo>
                  <a:cubicBezTo>
                    <a:pt x="97420" y="29734"/>
                    <a:pt x="97827" y="29797"/>
                    <a:pt x="98236" y="29848"/>
                  </a:cubicBezTo>
                  <a:cubicBezTo>
                    <a:pt x="98644" y="29899"/>
                    <a:pt x="99054" y="29937"/>
                    <a:pt x="99465" y="29963"/>
                  </a:cubicBezTo>
                  <a:cubicBezTo>
                    <a:pt x="99876" y="29988"/>
                    <a:pt x="100288" y="30001"/>
                    <a:pt x="100700" y="30001"/>
                  </a:cubicBezTo>
                  <a:lnTo>
                    <a:pt x="160000" y="30001"/>
                  </a:lnTo>
                  <a:cubicBezTo>
                    <a:pt x="160419" y="30001"/>
                    <a:pt x="160838" y="30014"/>
                    <a:pt x="161256" y="30040"/>
                  </a:cubicBezTo>
                  <a:cubicBezTo>
                    <a:pt x="161674" y="30067"/>
                    <a:pt x="162091" y="30106"/>
                    <a:pt x="162507" y="30159"/>
                  </a:cubicBezTo>
                  <a:cubicBezTo>
                    <a:pt x="162922" y="30211"/>
                    <a:pt x="163336" y="30277"/>
                    <a:pt x="163748" y="30355"/>
                  </a:cubicBezTo>
                  <a:cubicBezTo>
                    <a:pt x="164159" y="30434"/>
                    <a:pt x="164568" y="30525"/>
                    <a:pt x="164974" y="30629"/>
                  </a:cubicBezTo>
                  <a:cubicBezTo>
                    <a:pt x="165380" y="30733"/>
                    <a:pt x="165782" y="30850"/>
                    <a:pt x="166180" y="30980"/>
                  </a:cubicBezTo>
                  <a:cubicBezTo>
                    <a:pt x="166579" y="31109"/>
                    <a:pt x="166973" y="31251"/>
                    <a:pt x="167362" y="31405"/>
                  </a:cubicBezTo>
                  <a:cubicBezTo>
                    <a:pt x="167752" y="31560"/>
                    <a:pt x="168137" y="31726"/>
                    <a:pt x="168516" y="31904"/>
                  </a:cubicBezTo>
                  <a:cubicBezTo>
                    <a:pt x="168895" y="32083"/>
                    <a:pt x="169268" y="32273"/>
                    <a:pt x="169635" y="32475"/>
                  </a:cubicBezTo>
                  <a:cubicBezTo>
                    <a:pt x="170002" y="32677"/>
                    <a:pt x="170363" y="32890"/>
                    <a:pt x="170717" y="33114"/>
                  </a:cubicBezTo>
                  <a:cubicBezTo>
                    <a:pt x="171070" y="33339"/>
                    <a:pt x="171417" y="33574"/>
                    <a:pt x="171756" y="33821"/>
                  </a:cubicBezTo>
                  <a:cubicBezTo>
                    <a:pt x="172095" y="34067"/>
                    <a:pt x="172426" y="34324"/>
                    <a:pt x="172748" y="34591"/>
                  </a:cubicBezTo>
                  <a:cubicBezTo>
                    <a:pt x="173071" y="34858"/>
                    <a:pt x="173386" y="35135"/>
                    <a:pt x="173691" y="35422"/>
                  </a:cubicBezTo>
                  <a:cubicBezTo>
                    <a:pt x="173996" y="35708"/>
                    <a:pt x="174293" y="36005"/>
                    <a:pt x="174579" y="36310"/>
                  </a:cubicBezTo>
                  <a:cubicBezTo>
                    <a:pt x="174866" y="36615"/>
                    <a:pt x="175143" y="36930"/>
                    <a:pt x="175410" y="37252"/>
                  </a:cubicBezTo>
                  <a:cubicBezTo>
                    <a:pt x="175677" y="37575"/>
                    <a:pt x="175934" y="37906"/>
                    <a:pt x="176180" y="38245"/>
                  </a:cubicBezTo>
                  <a:cubicBezTo>
                    <a:pt x="176427" y="38584"/>
                    <a:pt x="176662" y="38931"/>
                    <a:pt x="176887" y="39284"/>
                  </a:cubicBezTo>
                  <a:cubicBezTo>
                    <a:pt x="177111" y="39638"/>
                    <a:pt x="177324" y="39999"/>
                    <a:pt x="177526" y="40366"/>
                  </a:cubicBezTo>
                  <a:cubicBezTo>
                    <a:pt x="177728" y="40733"/>
                    <a:pt x="177918" y="41106"/>
                    <a:pt x="178097" y="41485"/>
                  </a:cubicBezTo>
                  <a:cubicBezTo>
                    <a:pt x="178275" y="41864"/>
                    <a:pt x="178441" y="42249"/>
                    <a:pt x="178596" y="42638"/>
                  </a:cubicBezTo>
                  <a:cubicBezTo>
                    <a:pt x="178750" y="43028"/>
                    <a:pt x="178892" y="43422"/>
                    <a:pt x="179021" y="43821"/>
                  </a:cubicBezTo>
                  <a:cubicBezTo>
                    <a:pt x="179151" y="44219"/>
                    <a:pt x="179267" y="44621"/>
                    <a:pt x="179372" y="45027"/>
                  </a:cubicBezTo>
                  <a:cubicBezTo>
                    <a:pt x="179476" y="45433"/>
                    <a:pt x="179567" y="45842"/>
                    <a:pt x="179646" y="46253"/>
                  </a:cubicBezTo>
                  <a:cubicBezTo>
                    <a:pt x="179724" y="46665"/>
                    <a:pt x="179790" y="47079"/>
                    <a:pt x="179842" y="47494"/>
                  </a:cubicBezTo>
                  <a:cubicBezTo>
                    <a:pt x="179895" y="47910"/>
                    <a:pt x="179934" y="48327"/>
                    <a:pt x="179961" y="48745"/>
                  </a:cubicBezTo>
                  <a:cubicBezTo>
                    <a:pt x="179987" y="49163"/>
                    <a:pt x="180000" y="49582"/>
                    <a:pt x="180000" y="50001"/>
                  </a:cubicBezTo>
                  <a:lnTo>
                    <a:pt x="180000" y="70001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6" name="probe-lucide-languages" descr="languages — Lucide Icons and Contributors; preserve the bundled full upstream license. Source: https://github.com/lucide-icons/lucide/blob/20aef31db93fe4d9f398dbb15b120d99c48eef95/icons/languages.svg; SVG SHA256: ae9048feb2c7b19855da9a8f5414f68125573039777a89b9c253cceed5dc5075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87" name="probe-lucide-languages-part-1"/>
            <p:cNvSpPr/>
            <p:nvPr/>
          </p:nvSpPr>
          <p:spPr>
            <a:xfrm>
              <a:off x="50000" y="8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0" y="0"/>
                  </a:moveTo>
                  <a:lnTo>
                    <a:pt x="6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8" name="probe-lucide-languages-part-2"/>
            <p:cNvSpPr/>
            <p:nvPr/>
          </p:nvSpPr>
          <p:spPr>
            <a:xfrm>
              <a:off x="40000" y="50000"/>
              <a:ext cx="80000" cy="90000"/>
            </a:xfrm>
            <a:custGeom>
              <a:avLst/>
              <a:gdLst/>
              <a:ahLst/>
              <a:cxnLst/>
              <a:rect l="0" t="0" r="r" b="b"/>
              <a:pathLst>
                <a:path w="80000" h="90000">
                  <a:moveTo>
                    <a:pt x="0" y="90000"/>
                  </a:moveTo>
                  <a:lnTo>
                    <a:pt x="60000" y="30000"/>
                  </a:ln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9" name="probe-lucide-languages-part-3"/>
            <p:cNvSpPr/>
            <p:nvPr/>
          </p:nvSpPr>
          <p:spPr>
            <a:xfrm>
              <a:off x="20000" y="50000"/>
              <a:ext cx="120000" cy="10"/>
            </a:xfrm>
            <a:custGeom>
              <a:avLst/>
              <a:gdLst/>
              <a:ahLst/>
              <a:cxnLst/>
              <a:rect l="0" t="0" r="r" b="b"/>
              <a:pathLst>
                <a:path w="120000" h="1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0" name="probe-lucide-languages-part-4"/>
            <p:cNvSpPr/>
            <p:nvPr/>
          </p:nvSpPr>
          <p:spPr>
            <a:xfrm>
              <a:off x="70000" y="20000"/>
              <a:ext cx="10000" cy="10"/>
            </a:xfrm>
            <a:custGeom>
              <a:avLst/>
              <a:gdLst/>
              <a:ahLst/>
              <a:cxnLst/>
              <a:rect l="0" t="0" r="r" b="b"/>
              <a:pathLst>
                <a:path w="10000" h="10">
                  <a:moveTo>
                    <a:pt x="0" y="0"/>
                  </a:moveTo>
                  <a:lnTo>
                    <a:pt x="1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1" name="probe-lucide-languages-part-5"/>
            <p:cNvSpPr/>
            <p:nvPr/>
          </p:nvSpPr>
          <p:spPr>
            <a:xfrm>
              <a:off x="120000" y="120000"/>
              <a:ext cx="100000" cy="100000"/>
            </a:xfrm>
            <a:custGeom>
              <a:avLst/>
              <a:gdLst/>
              <a:ahLst/>
              <a:cxnLst/>
              <a:rect l="0" t="0" r="r" b="b"/>
              <a:pathLst>
                <a:path w="100000" h="100000">
                  <a:moveTo>
                    <a:pt x="100000" y="100000"/>
                  </a:moveTo>
                  <a:lnTo>
                    <a:pt x="50000" y="0"/>
                  </a:ln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2" name="probe-lucide-languages-part-6"/>
            <p:cNvSpPr/>
            <p:nvPr/>
          </p:nvSpPr>
          <p:spPr>
            <a:xfrm>
              <a:off x="140000" y="18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0" y="0"/>
                  </a:move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3" name="probe-lucide-notebook-text" descr="notebook-text — Lucide Icons and Contributors; preserve the bundled full upstream license. Source: https://github.com/lucide-icons/lucide/blob/20aef31db93fe4d9f398dbb15b120d99c48eef95/icons/notebook-text.svg; SVG SHA256: f4fd882aaa00be2d0459bd72d44f2b6f4f59bf2786cc415efff69a51b74ab630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94" name="probe-lucide-notebook-text-part-1"/>
            <p:cNvSpPr/>
            <p:nvPr/>
          </p:nvSpPr>
          <p:spPr>
            <a:xfrm>
              <a:off x="20000" y="6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notebook-text-part-2"/>
            <p:cNvSpPr/>
            <p:nvPr/>
          </p:nvSpPr>
          <p:spPr>
            <a:xfrm>
              <a:off x="20000" y="10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notebook-text-part-3"/>
            <p:cNvSpPr/>
            <p:nvPr/>
          </p:nvSpPr>
          <p:spPr>
            <a:xfrm>
              <a:off x="20000" y="14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7" name="probe-lucide-notebook-text-part-4"/>
            <p:cNvSpPr/>
            <p:nvPr/>
          </p:nvSpPr>
          <p:spPr>
            <a:xfrm>
              <a:off x="20000" y="18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8" name="probe-lucide-notebook-text-part-5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80000"/>
                  </a:lnTo>
                  <a:cubicBezTo>
                    <a:pt x="160000" y="180419"/>
                    <a:pt x="159987" y="180838"/>
                    <a:pt x="159961" y="181256"/>
                  </a:cubicBezTo>
                  <a:cubicBezTo>
                    <a:pt x="159934" y="181674"/>
                    <a:pt x="159895" y="182091"/>
                    <a:pt x="159842" y="182507"/>
                  </a:cubicBezTo>
                  <a:cubicBezTo>
                    <a:pt x="159790" y="182922"/>
                    <a:pt x="159724" y="183336"/>
                    <a:pt x="159646" y="183748"/>
                  </a:cubicBezTo>
                  <a:cubicBezTo>
                    <a:pt x="159567" y="184159"/>
                    <a:pt x="159476" y="184568"/>
                    <a:pt x="159372" y="184974"/>
                  </a:cubicBezTo>
                  <a:cubicBezTo>
                    <a:pt x="159267" y="185380"/>
                    <a:pt x="159151" y="185782"/>
                    <a:pt x="159021" y="186180"/>
                  </a:cubicBezTo>
                  <a:cubicBezTo>
                    <a:pt x="158892" y="186579"/>
                    <a:pt x="158750" y="186973"/>
                    <a:pt x="158596" y="187362"/>
                  </a:cubicBezTo>
                  <a:cubicBezTo>
                    <a:pt x="158441" y="187752"/>
                    <a:pt x="158275" y="188137"/>
                    <a:pt x="158097" y="188516"/>
                  </a:cubicBezTo>
                  <a:cubicBezTo>
                    <a:pt x="157918" y="188895"/>
                    <a:pt x="157728" y="189268"/>
                    <a:pt x="157526" y="189635"/>
                  </a:cubicBezTo>
                  <a:cubicBezTo>
                    <a:pt x="157324" y="190002"/>
                    <a:pt x="157111" y="190363"/>
                    <a:pt x="156887" y="190717"/>
                  </a:cubicBezTo>
                  <a:cubicBezTo>
                    <a:pt x="156662" y="191070"/>
                    <a:pt x="156427" y="191417"/>
                    <a:pt x="156180" y="191756"/>
                  </a:cubicBezTo>
                  <a:cubicBezTo>
                    <a:pt x="155934" y="192095"/>
                    <a:pt x="155677" y="192426"/>
                    <a:pt x="155410" y="192748"/>
                  </a:cubicBezTo>
                  <a:cubicBezTo>
                    <a:pt x="155143" y="193071"/>
                    <a:pt x="154866" y="193386"/>
                    <a:pt x="154579" y="193691"/>
                  </a:cubicBezTo>
                  <a:cubicBezTo>
                    <a:pt x="154293" y="193996"/>
                    <a:pt x="153996" y="194293"/>
                    <a:pt x="153691" y="194579"/>
                  </a:cubicBezTo>
                  <a:cubicBezTo>
                    <a:pt x="153386" y="194866"/>
                    <a:pt x="153071" y="195143"/>
                    <a:pt x="152748" y="195410"/>
                  </a:cubicBezTo>
                  <a:cubicBezTo>
                    <a:pt x="152426" y="195677"/>
                    <a:pt x="152095" y="195934"/>
                    <a:pt x="151756" y="196180"/>
                  </a:cubicBezTo>
                  <a:cubicBezTo>
                    <a:pt x="151417" y="196427"/>
                    <a:pt x="151070" y="196662"/>
                    <a:pt x="150717" y="196887"/>
                  </a:cubicBezTo>
                  <a:cubicBezTo>
                    <a:pt x="150363" y="197111"/>
                    <a:pt x="150002" y="197324"/>
                    <a:pt x="149635" y="197526"/>
                  </a:cubicBezTo>
                  <a:cubicBezTo>
                    <a:pt x="149268" y="197728"/>
                    <a:pt x="148895" y="197918"/>
                    <a:pt x="148516" y="198097"/>
                  </a:cubicBezTo>
                  <a:cubicBezTo>
                    <a:pt x="148137" y="198275"/>
                    <a:pt x="147752" y="198441"/>
                    <a:pt x="147362" y="198596"/>
                  </a:cubicBezTo>
                  <a:cubicBezTo>
                    <a:pt x="146973" y="198750"/>
                    <a:pt x="146579" y="198892"/>
                    <a:pt x="146180" y="199021"/>
                  </a:cubicBezTo>
                  <a:cubicBezTo>
                    <a:pt x="145782" y="199151"/>
                    <a:pt x="145380" y="199267"/>
                    <a:pt x="144974" y="199372"/>
                  </a:cubicBezTo>
                  <a:cubicBezTo>
                    <a:pt x="144568" y="199476"/>
                    <a:pt x="144159" y="199567"/>
                    <a:pt x="143748" y="199646"/>
                  </a:cubicBezTo>
                  <a:cubicBezTo>
                    <a:pt x="143336" y="199724"/>
                    <a:pt x="142922" y="199790"/>
                    <a:pt x="142507" y="199842"/>
                  </a:cubicBezTo>
                  <a:cubicBezTo>
                    <a:pt x="142091" y="199895"/>
                    <a:pt x="141674" y="199934"/>
                    <a:pt x="141256" y="199961"/>
                  </a:cubicBezTo>
                  <a:cubicBezTo>
                    <a:pt x="140838" y="199987"/>
                    <a:pt x="140419" y="200000"/>
                    <a:pt x="140000" y="200000"/>
                  </a:cubicBezTo>
                  <a:lnTo>
                    <a:pt x="20000" y="200000"/>
                  </a:lnTo>
                  <a:cubicBezTo>
                    <a:pt x="19581" y="200000"/>
                    <a:pt x="19162" y="199987"/>
                    <a:pt x="18744" y="199961"/>
                  </a:cubicBezTo>
                  <a:cubicBezTo>
                    <a:pt x="18326" y="199934"/>
                    <a:pt x="17909" y="199895"/>
                    <a:pt x="17493" y="199842"/>
                  </a:cubicBezTo>
                  <a:cubicBezTo>
                    <a:pt x="17078" y="199790"/>
                    <a:pt x="16664" y="199724"/>
                    <a:pt x="16252" y="199646"/>
                  </a:cubicBezTo>
                  <a:cubicBezTo>
                    <a:pt x="15841" y="199567"/>
                    <a:pt x="15432" y="199476"/>
                    <a:pt x="15026" y="199372"/>
                  </a:cubicBezTo>
                  <a:cubicBezTo>
                    <a:pt x="14620" y="199267"/>
                    <a:pt x="14218" y="199151"/>
                    <a:pt x="13820" y="199021"/>
                  </a:cubicBezTo>
                  <a:cubicBezTo>
                    <a:pt x="13421" y="198892"/>
                    <a:pt x="13027" y="198750"/>
                    <a:pt x="12638" y="198596"/>
                  </a:cubicBezTo>
                  <a:cubicBezTo>
                    <a:pt x="12248" y="198441"/>
                    <a:pt x="11863" y="198275"/>
                    <a:pt x="11484" y="198097"/>
                  </a:cubicBezTo>
                  <a:cubicBezTo>
                    <a:pt x="11105" y="197918"/>
                    <a:pt x="10732" y="197728"/>
                    <a:pt x="10365" y="197526"/>
                  </a:cubicBezTo>
                  <a:cubicBezTo>
                    <a:pt x="9998" y="197324"/>
                    <a:pt x="9637" y="197111"/>
                    <a:pt x="9283" y="196887"/>
                  </a:cubicBezTo>
                  <a:cubicBezTo>
                    <a:pt x="8930" y="196662"/>
                    <a:pt x="8583" y="196427"/>
                    <a:pt x="8244" y="196180"/>
                  </a:cubicBezTo>
                  <a:cubicBezTo>
                    <a:pt x="7905" y="195934"/>
                    <a:pt x="7574" y="195677"/>
                    <a:pt x="7252" y="195410"/>
                  </a:cubicBezTo>
                  <a:cubicBezTo>
                    <a:pt x="6929" y="195143"/>
                    <a:pt x="6614" y="194866"/>
                    <a:pt x="6309" y="194579"/>
                  </a:cubicBezTo>
                  <a:cubicBezTo>
                    <a:pt x="6004" y="194293"/>
                    <a:pt x="5707" y="193996"/>
                    <a:pt x="5421" y="193691"/>
                  </a:cubicBezTo>
                  <a:cubicBezTo>
                    <a:pt x="5134" y="193386"/>
                    <a:pt x="4857" y="193071"/>
                    <a:pt x="4590" y="192748"/>
                  </a:cubicBezTo>
                  <a:cubicBezTo>
                    <a:pt x="4323" y="192426"/>
                    <a:pt x="4066" y="192095"/>
                    <a:pt x="3820" y="191756"/>
                  </a:cubicBezTo>
                  <a:cubicBezTo>
                    <a:pt x="3573" y="191417"/>
                    <a:pt x="3338" y="191070"/>
                    <a:pt x="3113" y="190717"/>
                  </a:cubicBezTo>
                  <a:cubicBezTo>
                    <a:pt x="2889" y="190363"/>
                    <a:pt x="2676" y="190002"/>
                    <a:pt x="2474" y="189635"/>
                  </a:cubicBezTo>
                  <a:cubicBezTo>
                    <a:pt x="2272" y="189268"/>
                    <a:pt x="2082" y="188895"/>
                    <a:pt x="1903" y="188516"/>
                  </a:cubicBezTo>
                  <a:cubicBezTo>
                    <a:pt x="1725" y="188137"/>
                    <a:pt x="1559" y="187752"/>
                    <a:pt x="1404" y="187362"/>
                  </a:cubicBezTo>
                  <a:cubicBezTo>
                    <a:pt x="1250" y="186973"/>
                    <a:pt x="1108" y="186579"/>
                    <a:pt x="979" y="186180"/>
                  </a:cubicBezTo>
                  <a:cubicBezTo>
                    <a:pt x="849" y="185782"/>
                    <a:pt x="733" y="185380"/>
                    <a:pt x="628" y="184974"/>
                  </a:cubicBezTo>
                  <a:cubicBezTo>
                    <a:pt x="524" y="184568"/>
                    <a:pt x="433" y="184159"/>
                    <a:pt x="354" y="183748"/>
                  </a:cubicBezTo>
                  <a:cubicBezTo>
                    <a:pt x="276" y="183336"/>
                    <a:pt x="210" y="182922"/>
                    <a:pt x="158" y="182507"/>
                  </a:cubicBezTo>
                  <a:cubicBezTo>
                    <a:pt x="105" y="182091"/>
                    <a:pt x="66" y="181674"/>
                    <a:pt x="39" y="181256"/>
                  </a:cubicBezTo>
                  <a:cubicBezTo>
                    <a:pt x="13" y="180838"/>
                    <a:pt x="0" y="180419"/>
                    <a:pt x="0" y="18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9" name="probe-lucide-notebook-text-part-6"/>
            <p:cNvSpPr/>
            <p:nvPr/>
          </p:nvSpPr>
          <p:spPr>
            <a:xfrm>
              <a:off x="95000" y="80000"/>
              <a:ext cx="50000" cy="10"/>
            </a:xfrm>
            <a:custGeom>
              <a:avLst/>
              <a:gdLst/>
              <a:ahLst/>
              <a:cxnLst/>
              <a:rect l="0" t="0" r="r" b="b"/>
              <a:pathLst>
                <a:path w="50000" h="10">
                  <a:moveTo>
                    <a:pt x="0" y="0"/>
                  </a:moveTo>
                  <a:lnTo>
                    <a:pt x="5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0" name="probe-lucide-notebook-text-part-7"/>
            <p:cNvSpPr/>
            <p:nvPr/>
          </p:nvSpPr>
          <p:spPr>
            <a:xfrm>
              <a:off x="95000" y="120000"/>
              <a:ext cx="65000" cy="10"/>
            </a:xfrm>
            <a:custGeom>
              <a:avLst/>
              <a:gdLst/>
              <a:ahLst/>
              <a:cxnLst/>
              <a:rect l="0" t="0" r="r" b="b"/>
              <a:pathLst>
                <a:path w="65000" h="10">
                  <a:moveTo>
                    <a:pt x="0" y="0"/>
                  </a:moveTo>
                  <a:lnTo>
                    <a:pt x="6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1" name="probe-lucide-notebook-text-part-8"/>
            <p:cNvSpPr/>
            <p:nvPr/>
          </p:nvSpPr>
          <p:spPr>
            <a:xfrm>
              <a:off x="95000" y="160000"/>
              <a:ext cx="45000" cy="10"/>
            </a:xfrm>
            <a:custGeom>
              <a:avLst/>
              <a:gdLst/>
              <a:ahLst/>
              <a:cxnLst/>
              <a:rect l="0" t="0" r="r" b="b"/>
              <a:pathLst>
                <a:path w="45000" h="1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lucide/quote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tabler/file-text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lucide/alarm-clock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lucide/calendar-clock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lucide/clipboard-list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lucide/clock-3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lucide/hourglass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lucide/list-ordered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lucide/list-todo</a:t>
            </a:r>
          </a:p>
        </p:txBody>
      </p:sp>
      <p:grpSp>
        <p:nvGrpSpPr>
          <p:cNvPr id="23" name="probe-lucide-presentation" descr="presentation — Lucide Icons and Contributors; preserve the bundled full upstream license. Source: https://github.com/lucide-icons/lucide/blob/20aef31db93fe4d9f398dbb15b120d99c48eef95/icons/presentation.svg; SVG SHA256: 5d15abfdfca21e40abe3b8daead5e8f6a7d38e623fb1a4dd8890448c79e75342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presentation-part-1"/>
            <p:cNvSpPr/>
            <p:nvPr/>
          </p:nvSpPr>
          <p:spPr>
            <a:xfrm>
              <a:off x="20000" y="30000"/>
              <a:ext cx="200000" cy="10"/>
            </a:xfrm>
            <a:custGeom>
              <a:avLst/>
              <a:gdLst/>
              <a:ahLst/>
              <a:cxnLst/>
              <a:rect l="0" t="0" r="r" b="b"/>
              <a:pathLst>
                <a:path w="200000" h="10">
                  <a:moveTo>
                    <a:pt x="0" y="0"/>
                  </a:moveTo>
                  <a:lnTo>
                    <a:pt x="2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presentation-part-2"/>
            <p:cNvSpPr/>
            <p:nvPr/>
          </p:nvSpPr>
          <p:spPr>
            <a:xfrm>
              <a:off x="30000" y="30000"/>
              <a:ext cx="180000" cy="130000"/>
            </a:xfrm>
            <a:custGeom>
              <a:avLst/>
              <a:gdLst/>
              <a:ahLst/>
              <a:cxnLst/>
              <a:rect l="0" t="0" r="r" b="b"/>
              <a:pathLst>
                <a:path w="180000" h="130000">
                  <a:moveTo>
                    <a:pt x="180000" y="0"/>
                  </a:moveTo>
                  <a:lnTo>
                    <a:pt x="180000" y="110000"/>
                  </a:lnTo>
                  <a:cubicBezTo>
                    <a:pt x="180000" y="110419"/>
                    <a:pt x="179987" y="110838"/>
                    <a:pt x="179961" y="111256"/>
                  </a:cubicBezTo>
                  <a:cubicBezTo>
                    <a:pt x="179934" y="111674"/>
                    <a:pt x="179895" y="112091"/>
                    <a:pt x="179842" y="112507"/>
                  </a:cubicBezTo>
                  <a:cubicBezTo>
                    <a:pt x="179790" y="112922"/>
                    <a:pt x="179724" y="113336"/>
                    <a:pt x="179646" y="113748"/>
                  </a:cubicBezTo>
                  <a:cubicBezTo>
                    <a:pt x="179567" y="114159"/>
                    <a:pt x="179476" y="114568"/>
                    <a:pt x="179372" y="114974"/>
                  </a:cubicBezTo>
                  <a:cubicBezTo>
                    <a:pt x="179267" y="115380"/>
                    <a:pt x="179151" y="115782"/>
                    <a:pt x="179021" y="116180"/>
                  </a:cubicBezTo>
                  <a:cubicBezTo>
                    <a:pt x="178892" y="116579"/>
                    <a:pt x="178750" y="116973"/>
                    <a:pt x="178596" y="117362"/>
                  </a:cubicBezTo>
                  <a:cubicBezTo>
                    <a:pt x="178441" y="117752"/>
                    <a:pt x="178275" y="118137"/>
                    <a:pt x="178097" y="118516"/>
                  </a:cubicBezTo>
                  <a:cubicBezTo>
                    <a:pt x="177918" y="118895"/>
                    <a:pt x="177728" y="119268"/>
                    <a:pt x="177526" y="119635"/>
                  </a:cubicBezTo>
                  <a:cubicBezTo>
                    <a:pt x="177324" y="120002"/>
                    <a:pt x="177111" y="120363"/>
                    <a:pt x="176887" y="120717"/>
                  </a:cubicBezTo>
                  <a:cubicBezTo>
                    <a:pt x="176662" y="121070"/>
                    <a:pt x="176427" y="121417"/>
                    <a:pt x="176180" y="121756"/>
                  </a:cubicBezTo>
                  <a:cubicBezTo>
                    <a:pt x="175934" y="122095"/>
                    <a:pt x="175677" y="122426"/>
                    <a:pt x="175410" y="122748"/>
                  </a:cubicBezTo>
                  <a:cubicBezTo>
                    <a:pt x="175143" y="123071"/>
                    <a:pt x="174866" y="123386"/>
                    <a:pt x="174579" y="123691"/>
                  </a:cubicBezTo>
                  <a:cubicBezTo>
                    <a:pt x="174293" y="123996"/>
                    <a:pt x="173996" y="124293"/>
                    <a:pt x="173691" y="124579"/>
                  </a:cubicBezTo>
                  <a:cubicBezTo>
                    <a:pt x="173386" y="124866"/>
                    <a:pt x="173071" y="125143"/>
                    <a:pt x="172748" y="125410"/>
                  </a:cubicBezTo>
                  <a:cubicBezTo>
                    <a:pt x="172426" y="125677"/>
                    <a:pt x="172095" y="125934"/>
                    <a:pt x="171756" y="126180"/>
                  </a:cubicBezTo>
                  <a:cubicBezTo>
                    <a:pt x="171417" y="126427"/>
                    <a:pt x="171070" y="126662"/>
                    <a:pt x="170717" y="126887"/>
                  </a:cubicBezTo>
                  <a:cubicBezTo>
                    <a:pt x="170363" y="127111"/>
                    <a:pt x="170002" y="127324"/>
                    <a:pt x="169635" y="127526"/>
                  </a:cubicBezTo>
                  <a:cubicBezTo>
                    <a:pt x="169268" y="127728"/>
                    <a:pt x="168895" y="127918"/>
                    <a:pt x="168516" y="128097"/>
                  </a:cubicBezTo>
                  <a:cubicBezTo>
                    <a:pt x="168137" y="128275"/>
                    <a:pt x="167752" y="128441"/>
                    <a:pt x="167362" y="128596"/>
                  </a:cubicBezTo>
                  <a:cubicBezTo>
                    <a:pt x="166973" y="128750"/>
                    <a:pt x="166579" y="128892"/>
                    <a:pt x="166180" y="129021"/>
                  </a:cubicBezTo>
                  <a:cubicBezTo>
                    <a:pt x="165782" y="129151"/>
                    <a:pt x="165380" y="129267"/>
                    <a:pt x="164974" y="129372"/>
                  </a:cubicBezTo>
                  <a:cubicBezTo>
                    <a:pt x="164568" y="129476"/>
                    <a:pt x="164159" y="129567"/>
                    <a:pt x="163748" y="129646"/>
                  </a:cubicBezTo>
                  <a:cubicBezTo>
                    <a:pt x="163336" y="129724"/>
                    <a:pt x="162922" y="129790"/>
                    <a:pt x="162507" y="129842"/>
                  </a:cubicBezTo>
                  <a:cubicBezTo>
                    <a:pt x="162091" y="129895"/>
                    <a:pt x="161674" y="129934"/>
                    <a:pt x="161256" y="129961"/>
                  </a:cubicBezTo>
                  <a:cubicBezTo>
                    <a:pt x="160838" y="129987"/>
                    <a:pt x="160419" y="130000"/>
                    <a:pt x="160000" y="130000"/>
                  </a:cubicBezTo>
                  <a:lnTo>
                    <a:pt x="20000" y="130000"/>
                  </a:lnTo>
                  <a:cubicBezTo>
                    <a:pt x="19581" y="130000"/>
                    <a:pt x="19162" y="129987"/>
                    <a:pt x="18744" y="129961"/>
                  </a:cubicBezTo>
                  <a:cubicBezTo>
                    <a:pt x="18326" y="129934"/>
                    <a:pt x="17909" y="129895"/>
                    <a:pt x="17493" y="129842"/>
                  </a:cubicBezTo>
                  <a:cubicBezTo>
                    <a:pt x="17078" y="129790"/>
                    <a:pt x="16664" y="129724"/>
                    <a:pt x="16252" y="129646"/>
                  </a:cubicBezTo>
                  <a:cubicBezTo>
                    <a:pt x="15841" y="129567"/>
                    <a:pt x="15432" y="129476"/>
                    <a:pt x="15026" y="129372"/>
                  </a:cubicBezTo>
                  <a:cubicBezTo>
                    <a:pt x="14620" y="129267"/>
                    <a:pt x="14218" y="129151"/>
                    <a:pt x="13820" y="129021"/>
                  </a:cubicBezTo>
                  <a:cubicBezTo>
                    <a:pt x="13421" y="128892"/>
                    <a:pt x="13027" y="128750"/>
                    <a:pt x="12638" y="128596"/>
                  </a:cubicBezTo>
                  <a:cubicBezTo>
                    <a:pt x="12248" y="128441"/>
                    <a:pt x="11863" y="128275"/>
                    <a:pt x="11484" y="128097"/>
                  </a:cubicBezTo>
                  <a:cubicBezTo>
                    <a:pt x="11105" y="127918"/>
                    <a:pt x="10732" y="127728"/>
                    <a:pt x="10365" y="127526"/>
                  </a:cubicBezTo>
                  <a:cubicBezTo>
                    <a:pt x="9998" y="127324"/>
                    <a:pt x="9637" y="127111"/>
                    <a:pt x="9283" y="126887"/>
                  </a:cubicBezTo>
                  <a:cubicBezTo>
                    <a:pt x="8930" y="126662"/>
                    <a:pt x="8583" y="126427"/>
                    <a:pt x="8244" y="126180"/>
                  </a:cubicBezTo>
                  <a:cubicBezTo>
                    <a:pt x="7905" y="125934"/>
                    <a:pt x="7574" y="125677"/>
                    <a:pt x="7252" y="125410"/>
                  </a:cubicBezTo>
                  <a:cubicBezTo>
                    <a:pt x="6929" y="125143"/>
                    <a:pt x="6614" y="124866"/>
                    <a:pt x="6309" y="124579"/>
                  </a:cubicBezTo>
                  <a:cubicBezTo>
                    <a:pt x="6004" y="124293"/>
                    <a:pt x="5707" y="123996"/>
                    <a:pt x="5421" y="123691"/>
                  </a:cubicBezTo>
                  <a:cubicBezTo>
                    <a:pt x="5134" y="123386"/>
                    <a:pt x="4857" y="123071"/>
                    <a:pt x="4590" y="122748"/>
                  </a:cubicBezTo>
                  <a:cubicBezTo>
                    <a:pt x="4323" y="122426"/>
                    <a:pt x="4066" y="122095"/>
                    <a:pt x="3820" y="121756"/>
                  </a:cubicBezTo>
                  <a:cubicBezTo>
                    <a:pt x="3573" y="121417"/>
                    <a:pt x="3338" y="121070"/>
                    <a:pt x="3113" y="120717"/>
                  </a:cubicBezTo>
                  <a:cubicBezTo>
                    <a:pt x="2889" y="120363"/>
                    <a:pt x="2676" y="120002"/>
                    <a:pt x="2474" y="119635"/>
                  </a:cubicBezTo>
                  <a:cubicBezTo>
                    <a:pt x="2272" y="119268"/>
                    <a:pt x="2082" y="118895"/>
                    <a:pt x="1903" y="118516"/>
                  </a:cubicBezTo>
                  <a:cubicBezTo>
                    <a:pt x="1725" y="118137"/>
                    <a:pt x="1559" y="117752"/>
                    <a:pt x="1404" y="117362"/>
                  </a:cubicBezTo>
                  <a:cubicBezTo>
                    <a:pt x="1250" y="116973"/>
                    <a:pt x="1108" y="116579"/>
                    <a:pt x="979" y="116180"/>
                  </a:cubicBezTo>
                  <a:cubicBezTo>
                    <a:pt x="849" y="115782"/>
                    <a:pt x="733" y="115380"/>
                    <a:pt x="628" y="114974"/>
                  </a:cubicBezTo>
                  <a:cubicBezTo>
                    <a:pt x="524" y="114568"/>
                    <a:pt x="433" y="114159"/>
                    <a:pt x="354" y="113748"/>
                  </a:cubicBezTo>
                  <a:cubicBezTo>
                    <a:pt x="276" y="113336"/>
                    <a:pt x="210" y="112922"/>
                    <a:pt x="158" y="112507"/>
                  </a:cubicBezTo>
                  <a:cubicBezTo>
                    <a:pt x="105" y="112091"/>
                    <a:pt x="66" y="111674"/>
                    <a:pt x="39" y="111256"/>
                  </a:cubicBezTo>
                  <a:cubicBezTo>
                    <a:pt x="13" y="110838"/>
                    <a:pt x="0" y="110419"/>
                    <a:pt x="0" y="11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presentation-part-3"/>
            <p:cNvSpPr/>
            <p:nvPr/>
          </p:nvSpPr>
          <p:spPr>
            <a:xfrm>
              <a:off x="70000" y="160000"/>
              <a:ext cx="100000" cy="50000"/>
            </a:xfrm>
            <a:custGeom>
              <a:avLst/>
              <a:gdLst/>
              <a:ahLst/>
              <a:cxnLst/>
              <a:rect l="0" t="0" r="r" b="b"/>
              <a:pathLst>
                <a:path w="100000" h="50000">
                  <a:moveTo>
                    <a:pt x="0" y="50000"/>
                  </a:moveTo>
                  <a:lnTo>
                    <a:pt x="50000" y="0"/>
                  </a:lnTo>
                  <a:lnTo>
                    <a:pt x="10000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7" name="probe-lucide-quote" descr="quote — Lucide Icons and Contributors; preserve the bundled full upstream license. Source: https://github.com/lucide-icons/lucide/blob/20aef31db93fe4d9f398dbb15b120d99c48eef95/icons/quote.svg; SVG SHA256: 3c7a2f8443ae5c88cb3f35fdcc27a037a1af13fe35be28eb8cabded8672a9ac1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8" name="probe-lucide-quote-part-1"/>
            <p:cNvSpPr/>
            <p:nvPr/>
          </p:nvSpPr>
          <p:spPr>
            <a:xfrm>
              <a:off x="140000" y="30000"/>
              <a:ext cx="70000" cy="180000"/>
            </a:xfrm>
            <a:custGeom>
              <a:avLst/>
              <a:gdLst/>
              <a:ahLst/>
              <a:cxnLst/>
              <a:rect l="0" t="0" r="r" b="b"/>
              <a:pathLst>
                <a:path w="70000" h="180000">
                  <a:moveTo>
                    <a:pt x="20000" y="0"/>
                  </a:move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80000"/>
                  </a:lnTo>
                  <a:cubicBezTo>
                    <a:pt x="0" y="80419"/>
                    <a:pt x="13" y="80838"/>
                    <a:pt x="39" y="81256"/>
                  </a:cubicBezTo>
                  <a:cubicBezTo>
                    <a:pt x="66" y="81674"/>
                    <a:pt x="105" y="82091"/>
                    <a:pt x="158" y="82507"/>
                  </a:cubicBezTo>
                  <a:cubicBezTo>
                    <a:pt x="210" y="82922"/>
                    <a:pt x="276" y="83336"/>
                    <a:pt x="354" y="83748"/>
                  </a:cubicBezTo>
                  <a:cubicBezTo>
                    <a:pt x="433" y="84159"/>
                    <a:pt x="524" y="84568"/>
                    <a:pt x="628" y="84974"/>
                  </a:cubicBezTo>
                  <a:cubicBezTo>
                    <a:pt x="733" y="85380"/>
                    <a:pt x="849" y="85782"/>
                    <a:pt x="979" y="86180"/>
                  </a:cubicBezTo>
                  <a:cubicBezTo>
                    <a:pt x="1108" y="86579"/>
                    <a:pt x="1250" y="86973"/>
                    <a:pt x="1404" y="87362"/>
                  </a:cubicBezTo>
                  <a:cubicBezTo>
                    <a:pt x="1559" y="87752"/>
                    <a:pt x="1725" y="88137"/>
                    <a:pt x="1903" y="88516"/>
                  </a:cubicBezTo>
                  <a:cubicBezTo>
                    <a:pt x="2082" y="88895"/>
                    <a:pt x="2272" y="89268"/>
                    <a:pt x="2474" y="89635"/>
                  </a:cubicBezTo>
                  <a:cubicBezTo>
                    <a:pt x="2676" y="90002"/>
                    <a:pt x="2889" y="90363"/>
                    <a:pt x="3113" y="90717"/>
                  </a:cubicBezTo>
                  <a:cubicBezTo>
                    <a:pt x="3338" y="91070"/>
                    <a:pt x="3573" y="91417"/>
                    <a:pt x="3820" y="91756"/>
                  </a:cubicBezTo>
                  <a:cubicBezTo>
                    <a:pt x="4066" y="92095"/>
                    <a:pt x="4323" y="92426"/>
                    <a:pt x="4590" y="92748"/>
                  </a:cubicBezTo>
                  <a:cubicBezTo>
                    <a:pt x="4857" y="93071"/>
                    <a:pt x="5134" y="93386"/>
                    <a:pt x="5421" y="93691"/>
                  </a:cubicBezTo>
                  <a:cubicBezTo>
                    <a:pt x="5707" y="93996"/>
                    <a:pt x="6004" y="94293"/>
                    <a:pt x="6309" y="94579"/>
                  </a:cubicBezTo>
                  <a:cubicBezTo>
                    <a:pt x="6614" y="94866"/>
                    <a:pt x="6929" y="95143"/>
                    <a:pt x="7252" y="95410"/>
                  </a:cubicBezTo>
                  <a:cubicBezTo>
                    <a:pt x="7574" y="95677"/>
                    <a:pt x="7905" y="95934"/>
                    <a:pt x="8244" y="96180"/>
                  </a:cubicBezTo>
                  <a:cubicBezTo>
                    <a:pt x="8583" y="96427"/>
                    <a:pt x="8930" y="96662"/>
                    <a:pt x="9283" y="96887"/>
                  </a:cubicBezTo>
                  <a:cubicBezTo>
                    <a:pt x="9637" y="97111"/>
                    <a:pt x="9998" y="97324"/>
                    <a:pt x="10365" y="97526"/>
                  </a:cubicBezTo>
                  <a:cubicBezTo>
                    <a:pt x="10732" y="97728"/>
                    <a:pt x="11105" y="97918"/>
                    <a:pt x="11484" y="98097"/>
                  </a:cubicBezTo>
                  <a:cubicBezTo>
                    <a:pt x="11863" y="98275"/>
                    <a:pt x="12248" y="98441"/>
                    <a:pt x="12638" y="98596"/>
                  </a:cubicBezTo>
                  <a:cubicBezTo>
                    <a:pt x="13027" y="98750"/>
                    <a:pt x="13421" y="98892"/>
                    <a:pt x="13820" y="99021"/>
                  </a:cubicBezTo>
                  <a:cubicBezTo>
                    <a:pt x="14218" y="99151"/>
                    <a:pt x="14620" y="99267"/>
                    <a:pt x="15026" y="99372"/>
                  </a:cubicBezTo>
                  <a:cubicBezTo>
                    <a:pt x="15432" y="99476"/>
                    <a:pt x="15841" y="99567"/>
                    <a:pt x="16252" y="99646"/>
                  </a:cubicBezTo>
                  <a:cubicBezTo>
                    <a:pt x="16664" y="99724"/>
                    <a:pt x="17078" y="99790"/>
                    <a:pt x="17493" y="99842"/>
                  </a:cubicBezTo>
                  <a:cubicBezTo>
                    <a:pt x="17909" y="99895"/>
                    <a:pt x="18326" y="99934"/>
                    <a:pt x="18744" y="99961"/>
                  </a:cubicBezTo>
                  <a:cubicBezTo>
                    <a:pt x="19162" y="99987"/>
                    <a:pt x="19581" y="100000"/>
                    <a:pt x="20000" y="100000"/>
                  </a:cubicBezTo>
                  <a:cubicBezTo>
                    <a:pt x="20209" y="100000"/>
                    <a:pt x="20419" y="100007"/>
                    <a:pt x="20628" y="100020"/>
                  </a:cubicBezTo>
                  <a:cubicBezTo>
                    <a:pt x="20837" y="100033"/>
                    <a:pt x="21046" y="100053"/>
                    <a:pt x="21253" y="100079"/>
                  </a:cubicBezTo>
                  <a:cubicBezTo>
                    <a:pt x="21461" y="100105"/>
                    <a:pt x="21668" y="100138"/>
                    <a:pt x="21874" y="100177"/>
                  </a:cubicBezTo>
                  <a:cubicBezTo>
                    <a:pt x="22080" y="100216"/>
                    <a:pt x="22284" y="100262"/>
                    <a:pt x="22487" y="100314"/>
                  </a:cubicBezTo>
                  <a:cubicBezTo>
                    <a:pt x="22690" y="100366"/>
                    <a:pt x="22891" y="100425"/>
                    <a:pt x="23090" y="100489"/>
                  </a:cubicBezTo>
                  <a:cubicBezTo>
                    <a:pt x="23289" y="100554"/>
                    <a:pt x="23486" y="100625"/>
                    <a:pt x="23681" y="100702"/>
                  </a:cubicBezTo>
                  <a:cubicBezTo>
                    <a:pt x="23876" y="100779"/>
                    <a:pt x="24068" y="100863"/>
                    <a:pt x="24258" y="100952"/>
                  </a:cubicBezTo>
                  <a:cubicBezTo>
                    <a:pt x="24447" y="101041"/>
                    <a:pt x="24634" y="101136"/>
                    <a:pt x="24818" y="101237"/>
                  </a:cubicBezTo>
                  <a:cubicBezTo>
                    <a:pt x="25001" y="101338"/>
                    <a:pt x="25181" y="101444"/>
                    <a:pt x="25358" y="101557"/>
                  </a:cubicBezTo>
                  <a:cubicBezTo>
                    <a:pt x="25535" y="101669"/>
                    <a:pt x="25708" y="101787"/>
                    <a:pt x="25878" y="101910"/>
                  </a:cubicBezTo>
                  <a:cubicBezTo>
                    <a:pt x="26047" y="102033"/>
                    <a:pt x="26213" y="102161"/>
                    <a:pt x="26374" y="102295"/>
                  </a:cubicBezTo>
                  <a:cubicBezTo>
                    <a:pt x="26536" y="102428"/>
                    <a:pt x="26693" y="102567"/>
                    <a:pt x="26845" y="102710"/>
                  </a:cubicBezTo>
                  <a:cubicBezTo>
                    <a:pt x="26998" y="102854"/>
                    <a:pt x="27146" y="103002"/>
                    <a:pt x="27290" y="103155"/>
                  </a:cubicBezTo>
                  <a:cubicBezTo>
                    <a:pt x="27433" y="103307"/>
                    <a:pt x="27572" y="103464"/>
                    <a:pt x="27705" y="103626"/>
                  </a:cubicBezTo>
                  <a:cubicBezTo>
                    <a:pt x="27839" y="103787"/>
                    <a:pt x="27967" y="103953"/>
                    <a:pt x="28090" y="104122"/>
                  </a:cubicBezTo>
                  <a:cubicBezTo>
                    <a:pt x="28213" y="104292"/>
                    <a:pt x="28331" y="104465"/>
                    <a:pt x="28443" y="104642"/>
                  </a:cubicBezTo>
                  <a:cubicBezTo>
                    <a:pt x="28556" y="104819"/>
                    <a:pt x="28662" y="104999"/>
                    <a:pt x="28763" y="105182"/>
                  </a:cubicBezTo>
                  <a:cubicBezTo>
                    <a:pt x="28864" y="105366"/>
                    <a:pt x="28959" y="105553"/>
                    <a:pt x="29048" y="105742"/>
                  </a:cubicBezTo>
                  <a:cubicBezTo>
                    <a:pt x="29137" y="105932"/>
                    <a:pt x="29221" y="106124"/>
                    <a:pt x="29298" y="106319"/>
                  </a:cubicBezTo>
                  <a:cubicBezTo>
                    <a:pt x="29375" y="106514"/>
                    <a:pt x="29446" y="106711"/>
                    <a:pt x="29511" y="106910"/>
                  </a:cubicBezTo>
                  <a:cubicBezTo>
                    <a:pt x="29575" y="107109"/>
                    <a:pt x="29634" y="107310"/>
                    <a:pt x="29686" y="107513"/>
                  </a:cubicBezTo>
                  <a:cubicBezTo>
                    <a:pt x="29738" y="107716"/>
                    <a:pt x="29784" y="107920"/>
                    <a:pt x="29823" y="108126"/>
                  </a:cubicBezTo>
                  <a:cubicBezTo>
                    <a:pt x="29862" y="108332"/>
                    <a:pt x="29895" y="108539"/>
                    <a:pt x="29921" y="108747"/>
                  </a:cubicBezTo>
                  <a:cubicBezTo>
                    <a:pt x="29947" y="108954"/>
                    <a:pt x="29967" y="109163"/>
                    <a:pt x="29980" y="109372"/>
                  </a:cubicBezTo>
                  <a:cubicBezTo>
                    <a:pt x="29993" y="109581"/>
                    <a:pt x="30000" y="109791"/>
                    <a:pt x="30000" y="110000"/>
                  </a:cubicBezTo>
                  <a:lnTo>
                    <a:pt x="30000" y="120000"/>
                  </a:lnTo>
                  <a:cubicBezTo>
                    <a:pt x="30000" y="120419"/>
                    <a:pt x="29987" y="120838"/>
                    <a:pt x="29961" y="121256"/>
                  </a:cubicBezTo>
                  <a:cubicBezTo>
                    <a:pt x="29934" y="121674"/>
                    <a:pt x="29895" y="122091"/>
                    <a:pt x="29842" y="122507"/>
                  </a:cubicBezTo>
                  <a:cubicBezTo>
                    <a:pt x="29790" y="122922"/>
                    <a:pt x="29724" y="123336"/>
                    <a:pt x="29646" y="123748"/>
                  </a:cubicBezTo>
                  <a:cubicBezTo>
                    <a:pt x="29567" y="124159"/>
                    <a:pt x="29476" y="124568"/>
                    <a:pt x="29372" y="124974"/>
                  </a:cubicBezTo>
                  <a:cubicBezTo>
                    <a:pt x="29267" y="125380"/>
                    <a:pt x="29151" y="125782"/>
                    <a:pt x="29021" y="126180"/>
                  </a:cubicBezTo>
                  <a:cubicBezTo>
                    <a:pt x="28892" y="126579"/>
                    <a:pt x="28750" y="126973"/>
                    <a:pt x="28596" y="127362"/>
                  </a:cubicBezTo>
                  <a:cubicBezTo>
                    <a:pt x="28441" y="127752"/>
                    <a:pt x="28275" y="128137"/>
                    <a:pt x="28097" y="128516"/>
                  </a:cubicBezTo>
                  <a:cubicBezTo>
                    <a:pt x="27918" y="128895"/>
                    <a:pt x="27728" y="129268"/>
                    <a:pt x="27526" y="129635"/>
                  </a:cubicBezTo>
                  <a:cubicBezTo>
                    <a:pt x="27324" y="130002"/>
                    <a:pt x="27111" y="130363"/>
                    <a:pt x="26887" y="130717"/>
                  </a:cubicBezTo>
                  <a:cubicBezTo>
                    <a:pt x="26662" y="131070"/>
                    <a:pt x="26427" y="131417"/>
                    <a:pt x="26180" y="131756"/>
                  </a:cubicBezTo>
                  <a:cubicBezTo>
                    <a:pt x="25934" y="132095"/>
                    <a:pt x="25677" y="132426"/>
                    <a:pt x="25410" y="132748"/>
                  </a:cubicBezTo>
                  <a:cubicBezTo>
                    <a:pt x="25143" y="133071"/>
                    <a:pt x="24866" y="133386"/>
                    <a:pt x="24579" y="133691"/>
                  </a:cubicBezTo>
                  <a:cubicBezTo>
                    <a:pt x="24293" y="133996"/>
                    <a:pt x="23996" y="134293"/>
                    <a:pt x="23691" y="134579"/>
                  </a:cubicBezTo>
                  <a:cubicBezTo>
                    <a:pt x="23386" y="134866"/>
                    <a:pt x="23071" y="135143"/>
                    <a:pt x="22748" y="135410"/>
                  </a:cubicBezTo>
                  <a:cubicBezTo>
                    <a:pt x="22426" y="135677"/>
                    <a:pt x="22095" y="135934"/>
                    <a:pt x="21756" y="136180"/>
                  </a:cubicBezTo>
                  <a:cubicBezTo>
                    <a:pt x="21417" y="136427"/>
                    <a:pt x="21070" y="136662"/>
                    <a:pt x="20717" y="136887"/>
                  </a:cubicBezTo>
                  <a:cubicBezTo>
                    <a:pt x="20363" y="137111"/>
                    <a:pt x="20002" y="137324"/>
                    <a:pt x="19635" y="137526"/>
                  </a:cubicBezTo>
                  <a:cubicBezTo>
                    <a:pt x="19268" y="137728"/>
                    <a:pt x="18895" y="137918"/>
                    <a:pt x="18516" y="138097"/>
                  </a:cubicBezTo>
                  <a:cubicBezTo>
                    <a:pt x="18137" y="138275"/>
                    <a:pt x="17752" y="138441"/>
                    <a:pt x="17362" y="138596"/>
                  </a:cubicBezTo>
                  <a:cubicBezTo>
                    <a:pt x="16973" y="138750"/>
                    <a:pt x="16579" y="138892"/>
                    <a:pt x="16180" y="139021"/>
                  </a:cubicBezTo>
                  <a:cubicBezTo>
                    <a:pt x="15782" y="139151"/>
                    <a:pt x="15380" y="139267"/>
                    <a:pt x="14974" y="139372"/>
                  </a:cubicBezTo>
                  <a:cubicBezTo>
                    <a:pt x="14568" y="139476"/>
                    <a:pt x="14159" y="139567"/>
                    <a:pt x="13748" y="139646"/>
                  </a:cubicBezTo>
                  <a:cubicBezTo>
                    <a:pt x="13336" y="139724"/>
                    <a:pt x="12922" y="139790"/>
                    <a:pt x="12507" y="139842"/>
                  </a:cubicBezTo>
                  <a:cubicBezTo>
                    <a:pt x="12091" y="139895"/>
                    <a:pt x="11674" y="139934"/>
                    <a:pt x="11256" y="139961"/>
                  </a:cubicBezTo>
                  <a:cubicBezTo>
                    <a:pt x="10838" y="139987"/>
                    <a:pt x="10419" y="140000"/>
                    <a:pt x="10000" y="140000"/>
                  </a:cubicBezTo>
                  <a:cubicBezTo>
                    <a:pt x="9791" y="140000"/>
                    <a:pt x="9581" y="140007"/>
                    <a:pt x="9372" y="140020"/>
                  </a:cubicBezTo>
                  <a:cubicBezTo>
                    <a:pt x="9163" y="140033"/>
                    <a:pt x="8954" y="140053"/>
                    <a:pt x="8747" y="140079"/>
                  </a:cubicBezTo>
                  <a:cubicBezTo>
                    <a:pt x="8539" y="140105"/>
                    <a:pt x="8332" y="140138"/>
                    <a:pt x="8126" y="140177"/>
                  </a:cubicBezTo>
                  <a:cubicBezTo>
                    <a:pt x="7920" y="140216"/>
                    <a:pt x="7716" y="140262"/>
                    <a:pt x="7513" y="140314"/>
                  </a:cubicBezTo>
                  <a:cubicBezTo>
                    <a:pt x="7310" y="140366"/>
                    <a:pt x="7109" y="140425"/>
                    <a:pt x="6910" y="140489"/>
                  </a:cubicBezTo>
                  <a:cubicBezTo>
                    <a:pt x="6711" y="140554"/>
                    <a:pt x="6514" y="140625"/>
                    <a:pt x="6319" y="140702"/>
                  </a:cubicBezTo>
                  <a:cubicBezTo>
                    <a:pt x="6124" y="140779"/>
                    <a:pt x="5932" y="140863"/>
                    <a:pt x="5742" y="140952"/>
                  </a:cubicBezTo>
                  <a:cubicBezTo>
                    <a:pt x="5553" y="141041"/>
                    <a:pt x="5366" y="141136"/>
                    <a:pt x="5182" y="141237"/>
                  </a:cubicBezTo>
                  <a:cubicBezTo>
                    <a:pt x="4999" y="141338"/>
                    <a:pt x="4819" y="141444"/>
                    <a:pt x="4642" y="141557"/>
                  </a:cubicBezTo>
                  <a:cubicBezTo>
                    <a:pt x="4465" y="141669"/>
                    <a:pt x="4292" y="141787"/>
                    <a:pt x="4122" y="141910"/>
                  </a:cubicBezTo>
                  <a:cubicBezTo>
                    <a:pt x="3953" y="142033"/>
                    <a:pt x="3787" y="142161"/>
                    <a:pt x="3626" y="142295"/>
                  </a:cubicBezTo>
                  <a:cubicBezTo>
                    <a:pt x="3464" y="142428"/>
                    <a:pt x="3307" y="142567"/>
                    <a:pt x="3155" y="142710"/>
                  </a:cubicBezTo>
                  <a:cubicBezTo>
                    <a:pt x="3002" y="142854"/>
                    <a:pt x="2854" y="143002"/>
                    <a:pt x="2710" y="143155"/>
                  </a:cubicBezTo>
                  <a:cubicBezTo>
                    <a:pt x="2567" y="143307"/>
                    <a:pt x="2428" y="143464"/>
                    <a:pt x="2295" y="143626"/>
                  </a:cubicBezTo>
                  <a:cubicBezTo>
                    <a:pt x="2161" y="143787"/>
                    <a:pt x="2033" y="143953"/>
                    <a:pt x="1910" y="144122"/>
                  </a:cubicBezTo>
                  <a:cubicBezTo>
                    <a:pt x="1787" y="144292"/>
                    <a:pt x="1669" y="144465"/>
                    <a:pt x="1557" y="144642"/>
                  </a:cubicBezTo>
                  <a:cubicBezTo>
                    <a:pt x="1444" y="144819"/>
                    <a:pt x="1338" y="144999"/>
                    <a:pt x="1237" y="145182"/>
                  </a:cubicBezTo>
                  <a:cubicBezTo>
                    <a:pt x="1136" y="145366"/>
                    <a:pt x="1041" y="145553"/>
                    <a:pt x="952" y="145742"/>
                  </a:cubicBezTo>
                  <a:cubicBezTo>
                    <a:pt x="863" y="145932"/>
                    <a:pt x="779" y="146124"/>
                    <a:pt x="702" y="146319"/>
                  </a:cubicBezTo>
                  <a:cubicBezTo>
                    <a:pt x="625" y="146514"/>
                    <a:pt x="554" y="146711"/>
                    <a:pt x="489" y="146910"/>
                  </a:cubicBezTo>
                  <a:cubicBezTo>
                    <a:pt x="425" y="147109"/>
                    <a:pt x="366" y="147310"/>
                    <a:pt x="314" y="147513"/>
                  </a:cubicBezTo>
                  <a:cubicBezTo>
                    <a:pt x="262" y="147716"/>
                    <a:pt x="216" y="147920"/>
                    <a:pt x="177" y="148126"/>
                  </a:cubicBezTo>
                  <a:cubicBezTo>
                    <a:pt x="138" y="148332"/>
                    <a:pt x="105" y="148539"/>
                    <a:pt x="79" y="148747"/>
                  </a:cubicBezTo>
                  <a:cubicBezTo>
                    <a:pt x="53" y="148954"/>
                    <a:pt x="33" y="149163"/>
                    <a:pt x="20" y="149372"/>
                  </a:cubicBezTo>
                  <a:cubicBezTo>
                    <a:pt x="7" y="149581"/>
                    <a:pt x="0" y="149791"/>
                    <a:pt x="0" y="150000"/>
                  </a:cubicBezTo>
                  <a:lnTo>
                    <a:pt x="0" y="170000"/>
                  </a:lnTo>
                  <a:cubicBezTo>
                    <a:pt x="0" y="170209"/>
                    <a:pt x="7" y="170419"/>
                    <a:pt x="20" y="170628"/>
                  </a:cubicBezTo>
                  <a:cubicBezTo>
                    <a:pt x="33" y="170837"/>
                    <a:pt x="53" y="171046"/>
                    <a:pt x="79" y="171253"/>
                  </a:cubicBezTo>
                  <a:cubicBezTo>
                    <a:pt x="105" y="171461"/>
                    <a:pt x="138" y="171668"/>
                    <a:pt x="177" y="171874"/>
                  </a:cubicBezTo>
                  <a:cubicBezTo>
                    <a:pt x="216" y="172080"/>
                    <a:pt x="262" y="172284"/>
                    <a:pt x="314" y="172487"/>
                  </a:cubicBezTo>
                  <a:cubicBezTo>
                    <a:pt x="366" y="172690"/>
                    <a:pt x="425" y="172891"/>
                    <a:pt x="489" y="173090"/>
                  </a:cubicBezTo>
                  <a:cubicBezTo>
                    <a:pt x="554" y="173289"/>
                    <a:pt x="625" y="173486"/>
                    <a:pt x="702" y="173681"/>
                  </a:cubicBezTo>
                  <a:cubicBezTo>
                    <a:pt x="779" y="173876"/>
                    <a:pt x="863" y="174068"/>
                    <a:pt x="952" y="174258"/>
                  </a:cubicBezTo>
                  <a:cubicBezTo>
                    <a:pt x="1041" y="174447"/>
                    <a:pt x="1136" y="174634"/>
                    <a:pt x="1237" y="174818"/>
                  </a:cubicBezTo>
                  <a:cubicBezTo>
                    <a:pt x="1338" y="175001"/>
                    <a:pt x="1444" y="175181"/>
                    <a:pt x="1557" y="175358"/>
                  </a:cubicBezTo>
                  <a:cubicBezTo>
                    <a:pt x="1669" y="175535"/>
                    <a:pt x="1787" y="175708"/>
                    <a:pt x="1910" y="175878"/>
                  </a:cubicBezTo>
                  <a:cubicBezTo>
                    <a:pt x="2033" y="176047"/>
                    <a:pt x="2161" y="176213"/>
                    <a:pt x="2295" y="176374"/>
                  </a:cubicBezTo>
                  <a:cubicBezTo>
                    <a:pt x="2428" y="176536"/>
                    <a:pt x="2567" y="176693"/>
                    <a:pt x="2710" y="176845"/>
                  </a:cubicBezTo>
                  <a:cubicBezTo>
                    <a:pt x="2854" y="176998"/>
                    <a:pt x="3002" y="177146"/>
                    <a:pt x="3155" y="177290"/>
                  </a:cubicBezTo>
                  <a:cubicBezTo>
                    <a:pt x="3307" y="177433"/>
                    <a:pt x="3464" y="177572"/>
                    <a:pt x="3626" y="177705"/>
                  </a:cubicBezTo>
                  <a:cubicBezTo>
                    <a:pt x="3787" y="177839"/>
                    <a:pt x="3953" y="177967"/>
                    <a:pt x="4122" y="178090"/>
                  </a:cubicBezTo>
                  <a:cubicBezTo>
                    <a:pt x="4292" y="178213"/>
                    <a:pt x="4465" y="178331"/>
                    <a:pt x="4642" y="178443"/>
                  </a:cubicBezTo>
                  <a:cubicBezTo>
                    <a:pt x="4819" y="178556"/>
                    <a:pt x="4999" y="178662"/>
                    <a:pt x="5182" y="178763"/>
                  </a:cubicBezTo>
                  <a:cubicBezTo>
                    <a:pt x="5366" y="178864"/>
                    <a:pt x="5553" y="178959"/>
                    <a:pt x="5742" y="179048"/>
                  </a:cubicBezTo>
                  <a:cubicBezTo>
                    <a:pt x="5932" y="179137"/>
                    <a:pt x="6124" y="179221"/>
                    <a:pt x="6319" y="179298"/>
                  </a:cubicBezTo>
                  <a:cubicBezTo>
                    <a:pt x="6514" y="179375"/>
                    <a:pt x="6711" y="179446"/>
                    <a:pt x="6910" y="179511"/>
                  </a:cubicBezTo>
                  <a:cubicBezTo>
                    <a:pt x="7109" y="179575"/>
                    <a:pt x="7310" y="179634"/>
                    <a:pt x="7513" y="179686"/>
                  </a:cubicBezTo>
                  <a:cubicBezTo>
                    <a:pt x="7716" y="179738"/>
                    <a:pt x="7920" y="179784"/>
                    <a:pt x="8126" y="179823"/>
                  </a:cubicBezTo>
                  <a:cubicBezTo>
                    <a:pt x="8332" y="179862"/>
                    <a:pt x="8539" y="179895"/>
                    <a:pt x="8747" y="179921"/>
                  </a:cubicBezTo>
                  <a:cubicBezTo>
                    <a:pt x="8954" y="179947"/>
                    <a:pt x="9163" y="179967"/>
                    <a:pt x="9372" y="179980"/>
                  </a:cubicBezTo>
                  <a:cubicBezTo>
                    <a:pt x="9581" y="179993"/>
                    <a:pt x="9791" y="180000"/>
                    <a:pt x="10000" y="180000"/>
                  </a:cubicBezTo>
                  <a:cubicBezTo>
                    <a:pt x="11257" y="180000"/>
                    <a:pt x="12513" y="179961"/>
                    <a:pt x="13767" y="179882"/>
                  </a:cubicBezTo>
                  <a:cubicBezTo>
                    <a:pt x="15022" y="179803"/>
                    <a:pt x="16273" y="179684"/>
                    <a:pt x="17520" y="179527"/>
                  </a:cubicBezTo>
                  <a:cubicBezTo>
                    <a:pt x="18767" y="179369"/>
                    <a:pt x="20008" y="179173"/>
                    <a:pt x="21243" y="178937"/>
                  </a:cubicBezTo>
                  <a:cubicBezTo>
                    <a:pt x="22477" y="178702"/>
                    <a:pt x="23704" y="178428"/>
                    <a:pt x="24921" y="178115"/>
                  </a:cubicBezTo>
                  <a:cubicBezTo>
                    <a:pt x="26139" y="177802"/>
                    <a:pt x="27346" y="177452"/>
                    <a:pt x="28541" y="177063"/>
                  </a:cubicBezTo>
                  <a:cubicBezTo>
                    <a:pt x="29736" y="176675"/>
                    <a:pt x="30919" y="176249"/>
                    <a:pt x="32087" y="175787"/>
                  </a:cubicBezTo>
                  <a:cubicBezTo>
                    <a:pt x="33256" y="175324"/>
                    <a:pt x="34410" y="174825"/>
                    <a:pt x="35547" y="174290"/>
                  </a:cubicBezTo>
                  <a:cubicBezTo>
                    <a:pt x="36684" y="173755"/>
                    <a:pt x="37804" y="173184"/>
                    <a:pt x="38905" y="172578"/>
                  </a:cubicBezTo>
                  <a:cubicBezTo>
                    <a:pt x="40007" y="171973"/>
                    <a:pt x="41089" y="171333"/>
                    <a:pt x="42150" y="170660"/>
                  </a:cubicBezTo>
                  <a:cubicBezTo>
                    <a:pt x="43211" y="169986"/>
                    <a:pt x="44250" y="169280"/>
                    <a:pt x="45267" y="168541"/>
                  </a:cubicBezTo>
                  <a:cubicBezTo>
                    <a:pt x="46284" y="167802"/>
                    <a:pt x="47277" y="167032"/>
                    <a:pt x="48245" y="166231"/>
                  </a:cubicBezTo>
                  <a:cubicBezTo>
                    <a:pt x="49214" y="165430"/>
                    <a:pt x="50157" y="164598"/>
                    <a:pt x="51073" y="163738"/>
                  </a:cubicBezTo>
                  <a:cubicBezTo>
                    <a:pt x="51989" y="162878"/>
                    <a:pt x="52878" y="161989"/>
                    <a:pt x="53738" y="161073"/>
                  </a:cubicBezTo>
                  <a:cubicBezTo>
                    <a:pt x="54598" y="160157"/>
                    <a:pt x="55430" y="159214"/>
                    <a:pt x="56231" y="158245"/>
                  </a:cubicBezTo>
                  <a:cubicBezTo>
                    <a:pt x="57032" y="157277"/>
                    <a:pt x="57802" y="156284"/>
                    <a:pt x="58541" y="155267"/>
                  </a:cubicBezTo>
                  <a:cubicBezTo>
                    <a:pt x="59280" y="154250"/>
                    <a:pt x="59986" y="153211"/>
                    <a:pt x="60660" y="152150"/>
                  </a:cubicBezTo>
                  <a:cubicBezTo>
                    <a:pt x="61333" y="151089"/>
                    <a:pt x="61973" y="150007"/>
                    <a:pt x="62578" y="148905"/>
                  </a:cubicBezTo>
                  <a:cubicBezTo>
                    <a:pt x="63184" y="147804"/>
                    <a:pt x="63755" y="146684"/>
                    <a:pt x="64290" y="145547"/>
                  </a:cubicBezTo>
                  <a:cubicBezTo>
                    <a:pt x="64825" y="144410"/>
                    <a:pt x="65324" y="143256"/>
                    <a:pt x="65787" y="142087"/>
                  </a:cubicBezTo>
                  <a:cubicBezTo>
                    <a:pt x="66249" y="140919"/>
                    <a:pt x="66675" y="139736"/>
                    <a:pt x="67063" y="138541"/>
                  </a:cubicBezTo>
                  <a:cubicBezTo>
                    <a:pt x="67452" y="137346"/>
                    <a:pt x="67802" y="136139"/>
                    <a:pt x="68115" y="134921"/>
                  </a:cubicBezTo>
                  <a:cubicBezTo>
                    <a:pt x="68428" y="133704"/>
                    <a:pt x="68702" y="132477"/>
                    <a:pt x="68937" y="131243"/>
                  </a:cubicBezTo>
                  <a:cubicBezTo>
                    <a:pt x="69173" y="130008"/>
                    <a:pt x="69369" y="128767"/>
                    <a:pt x="69527" y="127520"/>
                  </a:cubicBezTo>
                  <a:cubicBezTo>
                    <a:pt x="69684" y="126273"/>
                    <a:pt x="69803" y="125022"/>
                    <a:pt x="69882" y="123767"/>
                  </a:cubicBezTo>
                  <a:cubicBezTo>
                    <a:pt x="69961" y="122513"/>
                    <a:pt x="70000" y="121257"/>
                    <a:pt x="70000" y="120000"/>
                  </a:cubicBezTo>
                  <a:lnTo>
                    <a:pt x="70000" y="20000"/>
                  </a:lnTo>
                  <a:cubicBezTo>
                    <a:pt x="70000" y="19581"/>
                    <a:pt x="69987" y="19162"/>
                    <a:pt x="69961" y="18744"/>
                  </a:cubicBezTo>
                  <a:cubicBezTo>
                    <a:pt x="69934" y="18326"/>
                    <a:pt x="69895" y="17909"/>
                    <a:pt x="69842" y="17493"/>
                  </a:cubicBezTo>
                  <a:cubicBezTo>
                    <a:pt x="69790" y="17078"/>
                    <a:pt x="69724" y="16664"/>
                    <a:pt x="69646" y="16252"/>
                  </a:cubicBezTo>
                  <a:cubicBezTo>
                    <a:pt x="69567" y="15841"/>
                    <a:pt x="69476" y="15432"/>
                    <a:pt x="69372" y="15026"/>
                  </a:cubicBezTo>
                  <a:cubicBezTo>
                    <a:pt x="69267" y="14620"/>
                    <a:pt x="69151" y="14218"/>
                    <a:pt x="69021" y="13820"/>
                  </a:cubicBezTo>
                  <a:cubicBezTo>
                    <a:pt x="68892" y="13421"/>
                    <a:pt x="68750" y="13027"/>
                    <a:pt x="68596" y="12638"/>
                  </a:cubicBezTo>
                  <a:cubicBezTo>
                    <a:pt x="68441" y="12248"/>
                    <a:pt x="68275" y="11863"/>
                    <a:pt x="68097" y="11484"/>
                  </a:cubicBezTo>
                  <a:cubicBezTo>
                    <a:pt x="67918" y="11105"/>
                    <a:pt x="67728" y="10732"/>
                    <a:pt x="67526" y="10365"/>
                  </a:cubicBezTo>
                  <a:cubicBezTo>
                    <a:pt x="67324" y="9998"/>
                    <a:pt x="67111" y="9637"/>
                    <a:pt x="66887" y="9283"/>
                  </a:cubicBezTo>
                  <a:cubicBezTo>
                    <a:pt x="66662" y="8930"/>
                    <a:pt x="66427" y="8583"/>
                    <a:pt x="66180" y="8244"/>
                  </a:cubicBezTo>
                  <a:cubicBezTo>
                    <a:pt x="65934" y="7905"/>
                    <a:pt x="65677" y="7574"/>
                    <a:pt x="65410" y="7252"/>
                  </a:cubicBezTo>
                  <a:cubicBezTo>
                    <a:pt x="65143" y="6929"/>
                    <a:pt x="64866" y="6614"/>
                    <a:pt x="64579" y="6309"/>
                  </a:cubicBezTo>
                  <a:cubicBezTo>
                    <a:pt x="64293" y="6004"/>
                    <a:pt x="63996" y="5707"/>
                    <a:pt x="63691" y="5421"/>
                  </a:cubicBezTo>
                  <a:cubicBezTo>
                    <a:pt x="63386" y="5134"/>
                    <a:pt x="63071" y="4857"/>
                    <a:pt x="62748" y="4590"/>
                  </a:cubicBezTo>
                  <a:cubicBezTo>
                    <a:pt x="62426" y="4323"/>
                    <a:pt x="62095" y="4066"/>
                    <a:pt x="61756" y="3820"/>
                  </a:cubicBezTo>
                  <a:cubicBezTo>
                    <a:pt x="61417" y="3573"/>
                    <a:pt x="61070" y="3338"/>
                    <a:pt x="60717" y="3113"/>
                  </a:cubicBezTo>
                  <a:cubicBezTo>
                    <a:pt x="60363" y="2889"/>
                    <a:pt x="60002" y="2676"/>
                    <a:pt x="59635" y="2474"/>
                  </a:cubicBezTo>
                  <a:cubicBezTo>
                    <a:pt x="59268" y="2272"/>
                    <a:pt x="58895" y="2082"/>
                    <a:pt x="58516" y="1903"/>
                  </a:cubicBezTo>
                  <a:cubicBezTo>
                    <a:pt x="58137" y="1725"/>
                    <a:pt x="57752" y="1559"/>
                    <a:pt x="57362" y="1404"/>
                  </a:cubicBezTo>
                  <a:cubicBezTo>
                    <a:pt x="56973" y="1250"/>
                    <a:pt x="56579" y="1108"/>
                    <a:pt x="56180" y="979"/>
                  </a:cubicBezTo>
                  <a:cubicBezTo>
                    <a:pt x="55782" y="849"/>
                    <a:pt x="55380" y="733"/>
                    <a:pt x="54974" y="628"/>
                  </a:cubicBezTo>
                  <a:cubicBezTo>
                    <a:pt x="54568" y="524"/>
                    <a:pt x="54159" y="433"/>
                    <a:pt x="53748" y="354"/>
                  </a:cubicBezTo>
                  <a:cubicBezTo>
                    <a:pt x="53336" y="276"/>
                    <a:pt x="52922" y="210"/>
                    <a:pt x="52507" y="158"/>
                  </a:cubicBezTo>
                  <a:cubicBezTo>
                    <a:pt x="52091" y="105"/>
                    <a:pt x="51674" y="66"/>
                    <a:pt x="51256" y="39"/>
                  </a:cubicBezTo>
                  <a:cubicBezTo>
                    <a:pt x="50838" y="13"/>
                    <a:pt x="50419" y="0"/>
                    <a:pt x="5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quote-part-2"/>
            <p:cNvSpPr/>
            <p:nvPr/>
          </p:nvSpPr>
          <p:spPr>
            <a:xfrm>
              <a:off x="30000" y="30000"/>
              <a:ext cx="70000" cy="180000"/>
            </a:xfrm>
            <a:custGeom>
              <a:avLst/>
              <a:gdLst/>
              <a:ahLst/>
              <a:cxnLst/>
              <a:rect l="0" t="0" r="r" b="b"/>
              <a:pathLst>
                <a:path w="70000" h="180000">
                  <a:moveTo>
                    <a:pt x="20000" y="0"/>
                  </a:move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80000"/>
                  </a:lnTo>
                  <a:cubicBezTo>
                    <a:pt x="0" y="80419"/>
                    <a:pt x="13" y="80838"/>
                    <a:pt x="39" y="81256"/>
                  </a:cubicBezTo>
                  <a:cubicBezTo>
                    <a:pt x="66" y="81674"/>
                    <a:pt x="105" y="82091"/>
                    <a:pt x="158" y="82507"/>
                  </a:cubicBezTo>
                  <a:cubicBezTo>
                    <a:pt x="210" y="82922"/>
                    <a:pt x="276" y="83336"/>
                    <a:pt x="354" y="83748"/>
                  </a:cubicBezTo>
                  <a:cubicBezTo>
                    <a:pt x="433" y="84159"/>
                    <a:pt x="524" y="84568"/>
                    <a:pt x="628" y="84974"/>
                  </a:cubicBezTo>
                  <a:cubicBezTo>
                    <a:pt x="733" y="85380"/>
                    <a:pt x="849" y="85782"/>
                    <a:pt x="979" y="86180"/>
                  </a:cubicBezTo>
                  <a:cubicBezTo>
                    <a:pt x="1108" y="86579"/>
                    <a:pt x="1250" y="86973"/>
                    <a:pt x="1404" y="87362"/>
                  </a:cubicBezTo>
                  <a:cubicBezTo>
                    <a:pt x="1559" y="87752"/>
                    <a:pt x="1725" y="88137"/>
                    <a:pt x="1903" y="88516"/>
                  </a:cubicBezTo>
                  <a:cubicBezTo>
                    <a:pt x="2082" y="88895"/>
                    <a:pt x="2272" y="89268"/>
                    <a:pt x="2474" y="89635"/>
                  </a:cubicBezTo>
                  <a:cubicBezTo>
                    <a:pt x="2676" y="90002"/>
                    <a:pt x="2889" y="90363"/>
                    <a:pt x="3113" y="90717"/>
                  </a:cubicBezTo>
                  <a:cubicBezTo>
                    <a:pt x="3338" y="91070"/>
                    <a:pt x="3573" y="91417"/>
                    <a:pt x="3820" y="91756"/>
                  </a:cubicBezTo>
                  <a:cubicBezTo>
                    <a:pt x="4066" y="92095"/>
                    <a:pt x="4323" y="92426"/>
                    <a:pt x="4590" y="92748"/>
                  </a:cubicBezTo>
                  <a:cubicBezTo>
                    <a:pt x="4857" y="93071"/>
                    <a:pt x="5134" y="93386"/>
                    <a:pt x="5421" y="93691"/>
                  </a:cubicBezTo>
                  <a:cubicBezTo>
                    <a:pt x="5707" y="93996"/>
                    <a:pt x="6004" y="94293"/>
                    <a:pt x="6309" y="94579"/>
                  </a:cubicBezTo>
                  <a:cubicBezTo>
                    <a:pt x="6614" y="94866"/>
                    <a:pt x="6929" y="95143"/>
                    <a:pt x="7252" y="95410"/>
                  </a:cubicBezTo>
                  <a:cubicBezTo>
                    <a:pt x="7574" y="95677"/>
                    <a:pt x="7905" y="95934"/>
                    <a:pt x="8244" y="96180"/>
                  </a:cubicBezTo>
                  <a:cubicBezTo>
                    <a:pt x="8583" y="96427"/>
                    <a:pt x="8930" y="96662"/>
                    <a:pt x="9283" y="96887"/>
                  </a:cubicBezTo>
                  <a:cubicBezTo>
                    <a:pt x="9637" y="97111"/>
                    <a:pt x="9998" y="97324"/>
                    <a:pt x="10365" y="97526"/>
                  </a:cubicBezTo>
                  <a:cubicBezTo>
                    <a:pt x="10732" y="97728"/>
                    <a:pt x="11105" y="97918"/>
                    <a:pt x="11484" y="98097"/>
                  </a:cubicBezTo>
                  <a:cubicBezTo>
                    <a:pt x="11863" y="98275"/>
                    <a:pt x="12248" y="98441"/>
                    <a:pt x="12638" y="98596"/>
                  </a:cubicBezTo>
                  <a:cubicBezTo>
                    <a:pt x="13027" y="98750"/>
                    <a:pt x="13421" y="98892"/>
                    <a:pt x="13820" y="99021"/>
                  </a:cubicBezTo>
                  <a:cubicBezTo>
                    <a:pt x="14218" y="99151"/>
                    <a:pt x="14620" y="99267"/>
                    <a:pt x="15026" y="99372"/>
                  </a:cubicBezTo>
                  <a:cubicBezTo>
                    <a:pt x="15432" y="99476"/>
                    <a:pt x="15841" y="99567"/>
                    <a:pt x="16252" y="99646"/>
                  </a:cubicBezTo>
                  <a:cubicBezTo>
                    <a:pt x="16664" y="99724"/>
                    <a:pt x="17078" y="99790"/>
                    <a:pt x="17493" y="99842"/>
                  </a:cubicBezTo>
                  <a:cubicBezTo>
                    <a:pt x="17909" y="99895"/>
                    <a:pt x="18326" y="99934"/>
                    <a:pt x="18744" y="99961"/>
                  </a:cubicBezTo>
                  <a:cubicBezTo>
                    <a:pt x="19162" y="99987"/>
                    <a:pt x="19581" y="100000"/>
                    <a:pt x="20000" y="100000"/>
                  </a:cubicBezTo>
                  <a:cubicBezTo>
                    <a:pt x="20209" y="100000"/>
                    <a:pt x="20419" y="100007"/>
                    <a:pt x="20628" y="100020"/>
                  </a:cubicBezTo>
                  <a:cubicBezTo>
                    <a:pt x="20837" y="100033"/>
                    <a:pt x="21046" y="100053"/>
                    <a:pt x="21253" y="100079"/>
                  </a:cubicBezTo>
                  <a:cubicBezTo>
                    <a:pt x="21461" y="100105"/>
                    <a:pt x="21668" y="100138"/>
                    <a:pt x="21874" y="100177"/>
                  </a:cubicBezTo>
                  <a:cubicBezTo>
                    <a:pt x="22080" y="100216"/>
                    <a:pt x="22284" y="100262"/>
                    <a:pt x="22487" y="100314"/>
                  </a:cubicBezTo>
                  <a:cubicBezTo>
                    <a:pt x="22690" y="100366"/>
                    <a:pt x="22891" y="100425"/>
                    <a:pt x="23090" y="100489"/>
                  </a:cubicBezTo>
                  <a:cubicBezTo>
                    <a:pt x="23289" y="100554"/>
                    <a:pt x="23486" y="100625"/>
                    <a:pt x="23681" y="100702"/>
                  </a:cubicBezTo>
                  <a:cubicBezTo>
                    <a:pt x="23876" y="100779"/>
                    <a:pt x="24068" y="100863"/>
                    <a:pt x="24258" y="100952"/>
                  </a:cubicBezTo>
                  <a:cubicBezTo>
                    <a:pt x="24447" y="101041"/>
                    <a:pt x="24634" y="101136"/>
                    <a:pt x="24818" y="101237"/>
                  </a:cubicBezTo>
                  <a:cubicBezTo>
                    <a:pt x="25001" y="101338"/>
                    <a:pt x="25181" y="101444"/>
                    <a:pt x="25358" y="101557"/>
                  </a:cubicBezTo>
                  <a:cubicBezTo>
                    <a:pt x="25535" y="101669"/>
                    <a:pt x="25708" y="101787"/>
                    <a:pt x="25878" y="101910"/>
                  </a:cubicBezTo>
                  <a:cubicBezTo>
                    <a:pt x="26047" y="102033"/>
                    <a:pt x="26213" y="102161"/>
                    <a:pt x="26374" y="102295"/>
                  </a:cubicBezTo>
                  <a:cubicBezTo>
                    <a:pt x="26536" y="102428"/>
                    <a:pt x="26693" y="102567"/>
                    <a:pt x="26845" y="102710"/>
                  </a:cubicBezTo>
                  <a:cubicBezTo>
                    <a:pt x="26998" y="102854"/>
                    <a:pt x="27146" y="103002"/>
                    <a:pt x="27290" y="103155"/>
                  </a:cubicBezTo>
                  <a:cubicBezTo>
                    <a:pt x="27433" y="103307"/>
                    <a:pt x="27572" y="103464"/>
                    <a:pt x="27705" y="103626"/>
                  </a:cubicBezTo>
                  <a:cubicBezTo>
                    <a:pt x="27839" y="103787"/>
                    <a:pt x="27967" y="103953"/>
                    <a:pt x="28090" y="104122"/>
                  </a:cubicBezTo>
                  <a:cubicBezTo>
                    <a:pt x="28213" y="104292"/>
                    <a:pt x="28331" y="104465"/>
                    <a:pt x="28443" y="104642"/>
                  </a:cubicBezTo>
                  <a:cubicBezTo>
                    <a:pt x="28556" y="104819"/>
                    <a:pt x="28662" y="104999"/>
                    <a:pt x="28763" y="105182"/>
                  </a:cubicBezTo>
                  <a:cubicBezTo>
                    <a:pt x="28864" y="105366"/>
                    <a:pt x="28959" y="105553"/>
                    <a:pt x="29048" y="105742"/>
                  </a:cubicBezTo>
                  <a:cubicBezTo>
                    <a:pt x="29137" y="105932"/>
                    <a:pt x="29221" y="106124"/>
                    <a:pt x="29298" y="106319"/>
                  </a:cubicBezTo>
                  <a:cubicBezTo>
                    <a:pt x="29375" y="106514"/>
                    <a:pt x="29446" y="106711"/>
                    <a:pt x="29511" y="106910"/>
                  </a:cubicBezTo>
                  <a:cubicBezTo>
                    <a:pt x="29575" y="107109"/>
                    <a:pt x="29634" y="107310"/>
                    <a:pt x="29686" y="107513"/>
                  </a:cubicBezTo>
                  <a:cubicBezTo>
                    <a:pt x="29738" y="107716"/>
                    <a:pt x="29784" y="107920"/>
                    <a:pt x="29823" y="108126"/>
                  </a:cubicBezTo>
                  <a:cubicBezTo>
                    <a:pt x="29862" y="108332"/>
                    <a:pt x="29895" y="108539"/>
                    <a:pt x="29921" y="108747"/>
                  </a:cubicBezTo>
                  <a:cubicBezTo>
                    <a:pt x="29947" y="108954"/>
                    <a:pt x="29967" y="109163"/>
                    <a:pt x="29980" y="109372"/>
                  </a:cubicBezTo>
                  <a:cubicBezTo>
                    <a:pt x="29993" y="109581"/>
                    <a:pt x="30000" y="109791"/>
                    <a:pt x="30000" y="110000"/>
                  </a:cubicBezTo>
                  <a:lnTo>
                    <a:pt x="30000" y="120000"/>
                  </a:lnTo>
                  <a:cubicBezTo>
                    <a:pt x="30000" y="120419"/>
                    <a:pt x="29987" y="120838"/>
                    <a:pt x="29961" y="121256"/>
                  </a:cubicBezTo>
                  <a:cubicBezTo>
                    <a:pt x="29934" y="121674"/>
                    <a:pt x="29895" y="122091"/>
                    <a:pt x="29842" y="122507"/>
                  </a:cubicBezTo>
                  <a:cubicBezTo>
                    <a:pt x="29790" y="122922"/>
                    <a:pt x="29724" y="123336"/>
                    <a:pt x="29646" y="123748"/>
                  </a:cubicBezTo>
                  <a:cubicBezTo>
                    <a:pt x="29567" y="124159"/>
                    <a:pt x="29476" y="124568"/>
                    <a:pt x="29372" y="124974"/>
                  </a:cubicBezTo>
                  <a:cubicBezTo>
                    <a:pt x="29267" y="125380"/>
                    <a:pt x="29151" y="125782"/>
                    <a:pt x="29021" y="126180"/>
                  </a:cubicBezTo>
                  <a:cubicBezTo>
                    <a:pt x="28892" y="126579"/>
                    <a:pt x="28750" y="126973"/>
                    <a:pt x="28596" y="127362"/>
                  </a:cubicBezTo>
                  <a:cubicBezTo>
                    <a:pt x="28441" y="127752"/>
                    <a:pt x="28275" y="128137"/>
                    <a:pt x="28097" y="128516"/>
                  </a:cubicBezTo>
                  <a:cubicBezTo>
                    <a:pt x="27918" y="128895"/>
                    <a:pt x="27728" y="129268"/>
                    <a:pt x="27526" y="129635"/>
                  </a:cubicBezTo>
                  <a:cubicBezTo>
                    <a:pt x="27324" y="130002"/>
                    <a:pt x="27111" y="130363"/>
                    <a:pt x="26887" y="130717"/>
                  </a:cubicBezTo>
                  <a:cubicBezTo>
                    <a:pt x="26662" y="131070"/>
                    <a:pt x="26427" y="131417"/>
                    <a:pt x="26180" y="131756"/>
                  </a:cubicBezTo>
                  <a:cubicBezTo>
                    <a:pt x="25934" y="132095"/>
                    <a:pt x="25677" y="132426"/>
                    <a:pt x="25410" y="132748"/>
                  </a:cubicBezTo>
                  <a:cubicBezTo>
                    <a:pt x="25143" y="133071"/>
                    <a:pt x="24866" y="133386"/>
                    <a:pt x="24579" y="133691"/>
                  </a:cubicBezTo>
                  <a:cubicBezTo>
                    <a:pt x="24293" y="133996"/>
                    <a:pt x="23996" y="134293"/>
                    <a:pt x="23691" y="134579"/>
                  </a:cubicBezTo>
                  <a:cubicBezTo>
                    <a:pt x="23386" y="134866"/>
                    <a:pt x="23071" y="135143"/>
                    <a:pt x="22748" y="135410"/>
                  </a:cubicBezTo>
                  <a:cubicBezTo>
                    <a:pt x="22426" y="135677"/>
                    <a:pt x="22095" y="135934"/>
                    <a:pt x="21756" y="136180"/>
                  </a:cubicBezTo>
                  <a:cubicBezTo>
                    <a:pt x="21417" y="136427"/>
                    <a:pt x="21070" y="136662"/>
                    <a:pt x="20717" y="136887"/>
                  </a:cubicBezTo>
                  <a:cubicBezTo>
                    <a:pt x="20363" y="137111"/>
                    <a:pt x="20002" y="137324"/>
                    <a:pt x="19635" y="137526"/>
                  </a:cubicBezTo>
                  <a:cubicBezTo>
                    <a:pt x="19268" y="137728"/>
                    <a:pt x="18895" y="137918"/>
                    <a:pt x="18516" y="138097"/>
                  </a:cubicBezTo>
                  <a:cubicBezTo>
                    <a:pt x="18137" y="138275"/>
                    <a:pt x="17752" y="138441"/>
                    <a:pt x="17362" y="138596"/>
                  </a:cubicBezTo>
                  <a:cubicBezTo>
                    <a:pt x="16973" y="138750"/>
                    <a:pt x="16579" y="138892"/>
                    <a:pt x="16180" y="139021"/>
                  </a:cubicBezTo>
                  <a:cubicBezTo>
                    <a:pt x="15782" y="139151"/>
                    <a:pt x="15380" y="139267"/>
                    <a:pt x="14974" y="139372"/>
                  </a:cubicBezTo>
                  <a:cubicBezTo>
                    <a:pt x="14568" y="139476"/>
                    <a:pt x="14159" y="139567"/>
                    <a:pt x="13748" y="139646"/>
                  </a:cubicBezTo>
                  <a:cubicBezTo>
                    <a:pt x="13336" y="139724"/>
                    <a:pt x="12922" y="139790"/>
                    <a:pt x="12507" y="139842"/>
                  </a:cubicBezTo>
                  <a:cubicBezTo>
                    <a:pt x="12091" y="139895"/>
                    <a:pt x="11674" y="139934"/>
                    <a:pt x="11256" y="139961"/>
                  </a:cubicBezTo>
                  <a:cubicBezTo>
                    <a:pt x="10838" y="139987"/>
                    <a:pt x="10419" y="140000"/>
                    <a:pt x="10000" y="140000"/>
                  </a:cubicBezTo>
                  <a:cubicBezTo>
                    <a:pt x="9791" y="140000"/>
                    <a:pt x="9581" y="140007"/>
                    <a:pt x="9372" y="140020"/>
                  </a:cubicBezTo>
                  <a:cubicBezTo>
                    <a:pt x="9163" y="140033"/>
                    <a:pt x="8954" y="140053"/>
                    <a:pt x="8747" y="140079"/>
                  </a:cubicBezTo>
                  <a:cubicBezTo>
                    <a:pt x="8539" y="140105"/>
                    <a:pt x="8332" y="140138"/>
                    <a:pt x="8126" y="140177"/>
                  </a:cubicBezTo>
                  <a:cubicBezTo>
                    <a:pt x="7920" y="140216"/>
                    <a:pt x="7716" y="140262"/>
                    <a:pt x="7513" y="140314"/>
                  </a:cubicBezTo>
                  <a:cubicBezTo>
                    <a:pt x="7310" y="140366"/>
                    <a:pt x="7109" y="140425"/>
                    <a:pt x="6910" y="140489"/>
                  </a:cubicBezTo>
                  <a:cubicBezTo>
                    <a:pt x="6711" y="140554"/>
                    <a:pt x="6514" y="140625"/>
                    <a:pt x="6319" y="140702"/>
                  </a:cubicBezTo>
                  <a:cubicBezTo>
                    <a:pt x="6124" y="140779"/>
                    <a:pt x="5932" y="140863"/>
                    <a:pt x="5742" y="140952"/>
                  </a:cubicBezTo>
                  <a:cubicBezTo>
                    <a:pt x="5553" y="141041"/>
                    <a:pt x="5366" y="141136"/>
                    <a:pt x="5182" y="141237"/>
                  </a:cubicBezTo>
                  <a:cubicBezTo>
                    <a:pt x="4999" y="141338"/>
                    <a:pt x="4819" y="141444"/>
                    <a:pt x="4642" y="141557"/>
                  </a:cubicBezTo>
                  <a:cubicBezTo>
                    <a:pt x="4465" y="141669"/>
                    <a:pt x="4292" y="141787"/>
                    <a:pt x="4122" y="141910"/>
                  </a:cubicBezTo>
                  <a:cubicBezTo>
                    <a:pt x="3953" y="142033"/>
                    <a:pt x="3787" y="142161"/>
                    <a:pt x="3626" y="142295"/>
                  </a:cubicBezTo>
                  <a:cubicBezTo>
                    <a:pt x="3464" y="142428"/>
                    <a:pt x="3307" y="142567"/>
                    <a:pt x="3155" y="142710"/>
                  </a:cubicBezTo>
                  <a:cubicBezTo>
                    <a:pt x="3002" y="142854"/>
                    <a:pt x="2854" y="143002"/>
                    <a:pt x="2710" y="143155"/>
                  </a:cubicBezTo>
                  <a:cubicBezTo>
                    <a:pt x="2567" y="143307"/>
                    <a:pt x="2428" y="143464"/>
                    <a:pt x="2295" y="143626"/>
                  </a:cubicBezTo>
                  <a:cubicBezTo>
                    <a:pt x="2161" y="143787"/>
                    <a:pt x="2033" y="143953"/>
                    <a:pt x="1910" y="144122"/>
                  </a:cubicBezTo>
                  <a:cubicBezTo>
                    <a:pt x="1787" y="144292"/>
                    <a:pt x="1669" y="144465"/>
                    <a:pt x="1557" y="144642"/>
                  </a:cubicBezTo>
                  <a:cubicBezTo>
                    <a:pt x="1444" y="144819"/>
                    <a:pt x="1338" y="144999"/>
                    <a:pt x="1237" y="145182"/>
                  </a:cubicBezTo>
                  <a:cubicBezTo>
                    <a:pt x="1136" y="145366"/>
                    <a:pt x="1041" y="145553"/>
                    <a:pt x="952" y="145742"/>
                  </a:cubicBezTo>
                  <a:cubicBezTo>
                    <a:pt x="863" y="145932"/>
                    <a:pt x="779" y="146124"/>
                    <a:pt x="702" y="146319"/>
                  </a:cubicBezTo>
                  <a:cubicBezTo>
                    <a:pt x="625" y="146514"/>
                    <a:pt x="554" y="146711"/>
                    <a:pt x="489" y="146910"/>
                  </a:cubicBezTo>
                  <a:cubicBezTo>
                    <a:pt x="425" y="147109"/>
                    <a:pt x="366" y="147310"/>
                    <a:pt x="314" y="147513"/>
                  </a:cubicBezTo>
                  <a:cubicBezTo>
                    <a:pt x="262" y="147716"/>
                    <a:pt x="216" y="147920"/>
                    <a:pt x="177" y="148126"/>
                  </a:cubicBezTo>
                  <a:cubicBezTo>
                    <a:pt x="138" y="148332"/>
                    <a:pt x="105" y="148539"/>
                    <a:pt x="79" y="148747"/>
                  </a:cubicBezTo>
                  <a:cubicBezTo>
                    <a:pt x="53" y="148954"/>
                    <a:pt x="33" y="149163"/>
                    <a:pt x="20" y="149372"/>
                  </a:cubicBezTo>
                  <a:cubicBezTo>
                    <a:pt x="7" y="149581"/>
                    <a:pt x="0" y="149791"/>
                    <a:pt x="0" y="150000"/>
                  </a:cubicBezTo>
                  <a:lnTo>
                    <a:pt x="0" y="170000"/>
                  </a:lnTo>
                  <a:cubicBezTo>
                    <a:pt x="0" y="170209"/>
                    <a:pt x="7" y="170419"/>
                    <a:pt x="20" y="170628"/>
                  </a:cubicBezTo>
                  <a:cubicBezTo>
                    <a:pt x="33" y="170837"/>
                    <a:pt x="53" y="171046"/>
                    <a:pt x="79" y="171253"/>
                  </a:cubicBezTo>
                  <a:cubicBezTo>
                    <a:pt x="105" y="171461"/>
                    <a:pt x="138" y="171668"/>
                    <a:pt x="177" y="171874"/>
                  </a:cubicBezTo>
                  <a:cubicBezTo>
                    <a:pt x="216" y="172080"/>
                    <a:pt x="262" y="172284"/>
                    <a:pt x="314" y="172487"/>
                  </a:cubicBezTo>
                  <a:cubicBezTo>
                    <a:pt x="366" y="172690"/>
                    <a:pt x="425" y="172891"/>
                    <a:pt x="489" y="173090"/>
                  </a:cubicBezTo>
                  <a:cubicBezTo>
                    <a:pt x="554" y="173289"/>
                    <a:pt x="625" y="173486"/>
                    <a:pt x="702" y="173681"/>
                  </a:cubicBezTo>
                  <a:cubicBezTo>
                    <a:pt x="779" y="173876"/>
                    <a:pt x="863" y="174068"/>
                    <a:pt x="952" y="174258"/>
                  </a:cubicBezTo>
                  <a:cubicBezTo>
                    <a:pt x="1041" y="174447"/>
                    <a:pt x="1136" y="174634"/>
                    <a:pt x="1237" y="174818"/>
                  </a:cubicBezTo>
                  <a:cubicBezTo>
                    <a:pt x="1338" y="175001"/>
                    <a:pt x="1444" y="175181"/>
                    <a:pt x="1557" y="175358"/>
                  </a:cubicBezTo>
                  <a:cubicBezTo>
                    <a:pt x="1669" y="175535"/>
                    <a:pt x="1787" y="175708"/>
                    <a:pt x="1910" y="175878"/>
                  </a:cubicBezTo>
                  <a:cubicBezTo>
                    <a:pt x="2033" y="176047"/>
                    <a:pt x="2161" y="176213"/>
                    <a:pt x="2295" y="176374"/>
                  </a:cubicBezTo>
                  <a:cubicBezTo>
                    <a:pt x="2428" y="176536"/>
                    <a:pt x="2567" y="176693"/>
                    <a:pt x="2710" y="176845"/>
                  </a:cubicBezTo>
                  <a:cubicBezTo>
                    <a:pt x="2854" y="176998"/>
                    <a:pt x="3002" y="177146"/>
                    <a:pt x="3155" y="177290"/>
                  </a:cubicBezTo>
                  <a:cubicBezTo>
                    <a:pt x="3307" y="177433"/>
                    <a:pt x="3464" y="177572"/>
                    <a:pt x="3626" y="177705"/>
                  </a:cubicBezTo>
                  <a:cubicBezTo>
                    <a:pt x="3787" y="177839"/>
                    <a:pt x="3953" y="177967"/>
                    <a:pt x="4122" y="178090"/>
                  </a:cubicBezTo>
                  <a:cubicBezTo>
                    <a:pt x="4292" y="178213"/>
                    <a:pt x="4465" y="178331"/>
                    <a:pt x="4642" y="178443"/>
                  </a:cubicBezTo>
                  <a:cubicBezTo>
                    <a:pt x="4819" y="178556"/>
                    <a:pt x="4999" y="178662"/>
                    <a:pt x="5182" y="178763"/>
                  </a:cubicBezTo>
                  <a:cubicBezTo>
                    <a:pt x="5366" y="178864"/>
                    <a:pt x="5553" y="178959"/>
                    <a:pt x="5742" y="179048"/>
                  </a:cubicBezTo>
                  <a:cubicBezTo>
                    <a:pt x="5932" y="179137"/>
                    <a:pt x="6124" y="179221"/>
                    <a:pt x="6319" y="179298"/>
                  </a:cubicBezTo>
                  <a:cubicBezTo>
                    <a:pt x="6514" y="179375"/>
                    <a:pt x="6711" y="179446"/>
                    <a:pt x="6910" y="179511"/>
                  </a:cubicBezTo>
                  <a:cubicBezTo>
                    <a:pt x="7109" y="179575"/>
                    <a:pt x="7310" y="179634"/>
                    <a:pt x="7513" y="179686"/>
                  </a:cubicBezTo>
                  <a:cubicBezTo>
                    <a:pt x="7716" y="179738"/>
                    <a:pt x="7920" y="179784"/>
                    <a:pt x="8126" y="179823"/>
                  </a:cubicBezTo>
                  <a:cubicBezTo>
                    <a:pt x="8332" y="179862"/>
                    <a:pt x="8539" y="179895"/>
                    <a:pt x="8747" y="179921"/>
                  </a:cubicBezTo>
                  <a:cubicBezTo>
                    <a:pt x="8954" y="179947"/>
                    <a:pt x="9163" y="179967"/>
                    <a:pt x="9372" y="179980"/>
                  </a:cubicBezTo>
                  <a:cubicBezTo>
                    <a:pt x="9581" y="179993"/>
                    <a:pt x="9791" y="180000"/>
                    <a:pt x="10000" y="180000"/>
                  </a:cubicBezTo>
                  <a:cubicBezTo>
                    <a:pt x="11257" y="180000"/>
                    <a:pt x="12513" y="179961"/>
                    <a:pt x="13767" y="179882"/>
                  </a:cubicBezTo>
                  <a:cubicBezTo>
                    <a:pt x="15022" y="179803"/>
                    <a:pt x="16273" y="179684"/>
                    <a:pt x="17520" y="179527"/>
                  </a:cubicBezTo>
                  <a:cubicBezTo>
                    <a:pt x="18767" y="179369"/>
                    <a:pt x="20008" y="179173"/>
                    <a:pt x="21243" y="178937"/>
                  </a:cubicBezTo>
                  <a:cubicBezTo>
                    <a:pt x="22477" y="178702"/>
                    <a:pt x="23704" y="178428"/>
                    <a:pt x="24921" y="178115"/>
                  </a:cubicBezTo>
                  <a:cubicBezTo>
                    <a:pt x="26139" y="177802"/>
                    <a:pt x="27346" y="177452"/>
                    <a:pt x="28541" y="177063"/>
                  </a:cubicBezTo>
                  <a:cubicBezTo>
                    <a:pt x="29736" y="176675"/>
                    <a:pt x="30919" y="176249"/>
                    <a:pt x="32087" y="175787"/>
                  </a:cubicBezTo>
                  <a:cubicBezTo>
                    <a:pt x="33256" y="175324"/>
                    <a:pt x="34410" y="174825"/>
                    <a:pt x="35547" y="174290"/>
                  </a:cubicBezTo>
                  <a:cubicBezTo>
                    <a:pt x="36684" y="173755"/>
                    <a:pt x="37804" y="173184"/>
                    <a:pt x="38905" y="172578"/>
                  </a:cubicBezTo>
                  <a:cubicBezTo>
                    <a:pt x="40007" y="171973"/>
                    <a:pt x="41089" y="171333"/>
                    <a:pt x="42150" y="170660"/>
                  </a:cubicBezTo>
                  <a:cubicBezTo>
                    <a:pt x="43211" y="169986"/>
                    <a:pt x="44250" y="169280"/>
                    <a:pt x="45267" y="168541"/>
                  </a:cubicBezTo>
                  <a:cubicBezTo>
                    <a:pt x="46284" y="167802"/>
                    <a:pt x="47277" y="167032"/>
                    <a:pt x="48245" y="166231"/>
                  </a:cubicBezTo>
                  <a:cubicBezTo>
                    <a:pt x="49214" y="165430"/>
                    <a:pt x="50157" y="164598"/>
                    <a:pt x="51073" y="163738"/>
                  </a:cubicBezTo>
                  <a:cubicBezTo>
                    <a:pt x="51989" y="162878"/>
                    <a:pt x="52878" y="161989"/>
                    <a:pt x="53738" y="161073"/>
                  </a:cubicBezTo>
                  <a:cubicBezTo>
                    <a:pt x="54598" y="160157"/>
                    <a:pt x="55430" y="159214"/>
                    <a:pt x="56231" y="158245"/>
                  </a:cubicBezTo>
                  <a:cubicBezTo>
                    <a:pt x="57032" y="157277"/>
                    <a:pt x="57802" y="156284"/>
                    <a:pt x="58541" y="155267"/>
                  </a:cubicBezTo>
                  <a:cubicBezTo>
                    <a:pt x="59280" y="154250"/>
                    <a:pt x="59986" y="153211"/>
                    <a:pt x="60660" y="152150"/>
                  </a:cubicBezTo>
                  <a:cubicBezTo>
                    <a:pt x="61333" y="151089"/>
                    <a:pt x="61973" y="150007"/>
                    <a:pt x="62578" y="148905"/>
                  </a:cubicBezTo>
                  <a:cubicBezTo>
                    <a:pt x="63184" y="147804"/>
                    <a:pt x="63755" y="146684"/>
                    <a:pt x="64290" y="145547"/>
                  </a:cubicBezTo>
                  <a:cubicBezTo>
                    <a:pt x="64825" y="144410"/>
                    <a:pt x="65324" y="143256"/>
                    <a:pt x="65787" y="142087"/>
                  </a:cubicBezTo>
                  <a:cubicBezTo>
                    <a:pt x="66249" y="140919"/>
                    <a:pt x="66675" y="139736"/>
                    <a:pt x="67063" y="138541"/>
                  </a:cubicBezTo>
                  <a:cubicBezTo>
                    <a:pt x="67452" y="137346"/>
                    <a:pt x="67802" y="136139"/>
                    <a:pt x="68115" y="134921"/>
                  </a:cubicBezTo>
                  <a:cubicBezTo>
                    <a:pt x="68428" y="133704"/>
                    <a:pt x="68702" y="132477"/>
                    <a:pt x="68937" y="131243"/>
                  </a:cubicBezTo>
                  <a:cubicBezTo>
                    <a:pt x="69173" y="130008"/>
                    <a:pt x="69369" y="128767"/>
                    <a:pt x="69527" y="127520"/>
                  </a:cubicBezTo>
                  <a:cubicBezTo>
                    <a:pt x="69684" y="126273"/>
                    <a:pt x="69803" y="125022"/>
                    <a:pt x="69882" y="123767"/>
                  </a:cubicBezTo>
                  <a:cubicBezTo>
                    <a:pt x="69961" y="122513"/>
                    <a:pt x="70000" y="121257"/>
                    <a:pt x="70000" y="120000"/>
                  </a:cubicBezTo>
                  <a:lnTo>
                    <a:pt x="70000" y="20000"/>
                  </a:lnTo>
                  <a:cubicBezTo>
                    <a:pt x="70000" y="19581"/>
                    <a:pt x="69987" y="19162"/>
                    <a:pt x="69961" y="18744"/>
                  </a:cubicBezTo>
                  <a:cubicBezTo>
                    <a:pt x="69934" y="18326"/>
                    <a:pt x="69895" y="17909"/>
                    <a:pt x="69842" y="17493"/>
                  </a:cubicBezTo>
                  <a:cubicBezTo>
                    <a:pt x="69790" y="17078"/>
                    <a:pt x="69724" y="16664"/>
                    <a:pt x="69646" y="16252"/>
                  </a:cubicBezTo>
                  <a:cubicBezTo>
                    <a:pt x="69567" y="15841"/>
                    <a:pt x="69476" y="15432"/>
                    <a:pt x="69372" y="15026"/>
                  </a:cubicBezTo>
                  <a:cubicBezTo>
                    <a:pt x="69267" y="14620"/>
                    <a:pt x="69151" y="14218"/>
                    <a:pt x="69021" y="13820"/>
                  </a:cubicBezTo>
                  <a:cubicBezTo>
                    <a:pt x="68892" y="13421"/>
                    <a:pt x="68750" y="13027"/>
                    <a:pt x="68596" y="12638"/>
                  </a:cubicBezTo>
                  <a:cubicBezTo>
                    <a:pt x="68441" y="12248"/>
                    <a:pt x="68275" y="11863"/>
                    <a:pt x="68097" y="11484"/>
                  </a:cubicBezTo>
                  <a:cubicBezTo>
                    <a:pt x="67918" y="11105"/>
                    <a:pt x="67728" y="10732"/>
                    <a:pt x="67526" y="10365"/>
                  </a:cubicBezTo>
                  <a:cubicBezTo>
                    <a:pt x="67324" y="9998"/>
                    <a:pt x="67111" y="9637"/>
                    <a:pt x="66887" y="9283"/>
                  </a:cubicBezTo>
                  <a:cubicBezTo>
                    <a:pt x="66662" y="8930"/>
                    <a:pt x="66427" y="8583"/>
                    <a:pt x="66180" y="8244"/>
                  </a:cubicBezTo>
                  <a:cubicBezTo>
                    <a:pt x="65934" y="7905"/>
                    <a:pt x="65677" y="7574"/>
                    <a:pt x="65410" y="7252"/>
                  </a:cubicBezTo>
                  <a:cubicBezTo>
                    <a:pt x="65143" y="6929"/>
                    <a:pt x="64866" y="6614"/>
                    <a:pt x="64579" y="6309"/>
                  </a:cubicBezTo>
                  <a:cubicBezTo>
                    <a:pt x="64293" y="6004"/>
                    <a:pt x="63996" y="5707"/>
                    <a:pt x="63691" y="5421"/>
                  </a:cubicBezTo>
                  <a:cubicBezTo>
                    <a:pt x="63386" y="5134"/>
                    <a:pt x="63071" y="4857"/>
                    <a:pt x="62748" y="4590"/>
                  </a:cubicBezTo>
                  <a:cubicBezTo>
                    <a:pt x="62426" y="4323"/>
                    <a:pt x="62095" y="4066"/>
                    <a:pt x="61756" y="3820"/>
                  </a:cubicBezTo>
                  <a:cubicBezTo>
                    <a:pt x="61417" y="3573"/>
                    <a:pt x="61070" y="3338"/>
                    <a:pt x="60717" y="3113"/>
                  </a:cubicBezTo>
                  <a:cubicBezTo>
                    <a:pt x="60363" y="2889"/>
                    <a:pt x="60002" y="2676"/>
                    <a:pt x="59635" y="2474"/>
                  </a:cubicBezTo>
                  <a:cubicBezTo>
                    <a:pt x="59268" y="2272"/>
                    <a:pt x="58895" y="2082"/>
                    <a:pt x="58516" y="1903"/>
                  </a:cubicBezTo>
                  <a:cubicBezTo>
                    <a:pt x="58137" y="1725"/>
                    <a:pt x="57752" y="1559"/>
                    <a:pt x="57362" y="1404"/>
                  </a:cubicBezTo>
                  <a:cubicBezTo>
                    <a:pt x="56973" y="1250"/>
                    <a:pt x="56579" y="1108"/>
                    <a:pt x="56180" y="979"/>
                  </a:cubicBezTo>
                  <a:cubicBezTo>
                    <a:pt x="55782" y="849"/>
                    <a:pt x="55380" y="733"/>
                    <a:pt x="54974" y="628"/>
                  </a:cubicBezTo>
                  <a:cubicBezTo>
                    <a:pt x="54568" y="524"/>
                    <a:pt x="54159" y="433"/>
                    <a:pt x="53748" y="354"/>
                  </a:cubicBezTo>
                  <a:cubicBezTo>
                    <a:pt x="53336" y="276"/>
                    <a:pt x="52922" y="210"/>
                    <a:pt x="52507" y="158"/>
                  </a:cubicBezTo>
                  <a:cubicBezTo>
                    <a:pt x="52091" y="105"/>
                    <a:pt x="51674" y="66"/>
                    <a:pt x="51256" y="39"/>
                  </a:cubicBezTo>
                  <a:cubicBezTo>
                    <a:pt x="50838" y="13"/>
                    <a:pt x="50419" y="0"/>
                    <a:pt x="5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0" name="probe-lucide-search" descr="search — Cole Bemis; Lucide contributors; preserve the bundled full upstream license. Source: https://github.com/lucide-icons/lucide/blob/20aef31db93fe4d9f398dbb15b120d99c48eef95/icons/search.svg; SVG SHA256: 283d371c2e433817bb9c0c8310caa6c77fa4177c0f4f1168d9c83b97af7389dc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1" name="probe-lucide-search-part-1"/>
            <p:cNvSpPr/>
            <p:nvPr/>
          </p:nvSpPr>
          <p:spPr>
            <a:xfrm>
              <a:off x="166600" y="166600"/>
              <a:ext cx="43400" cy="43400"/>
            </a:xfrm>
            <a:custGeom>
              <a:avLst/>
              <a:gdLst/>
              <a:ahLst/>
              <a:cxnLst/>
              <a:rect l="0" t="0" r="r" b="b"/>
              <a:pathLst>
                <a:path w="43400" h="43400">
                  <a:moveTo>
                    <a:pt x="43400" y="434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probe-lucide-search-part-2"/>
            <p:cNvSpPr/>
            <p:nvPr/>
          </p:nvSpPr>
          <p:spPr>
            <a:xfrm>
              <a:off x="30000" y="30000"/>
              <a:ext cx="160000" cy="160000"/>
            </a:xfrm>
            <a:custGeom>
              <a:avLst/>
              <a:gdLst/>
              <a:ahLst/>
              <a:cxnLst/>
              <a:rect l="0" t="0" r="r" b="b"/>
              <a:pathLst>
                <a:path w="160000" h="160000">
                  <a:moveTo>
                    <a:pt x="160000" y="80000"/>
                  </a:moveTo>
                  <a:cubicBezTo>
                    <a:pt x="160000" y="81676"/>
                    <a:pt x="159947" y="83351"/>
                    <a:pt x="159842" y="85023"/>
                  </a:cubicBezTo>
                  <a:cubicBezTo>
                    <a:pt x="159737" y="86696"/>
                    <a:pt x="159579" y="88364"/>
                    <a:pt x="159369" y="90027"/>
                  </a:cubicBezTo>
                  <a:cubicBezTo>
                    <a:pt x="159159" y="91689"/>
                    <a:pt x="158897" y="93345"/>
                    <a:pt x="158583" y="94991"/>
                  </a:cubicBezTo>
                  <a:cubicBezTo>
                    <a:pt x="158269" y="96636"/>
                    <a:pt x="157903" y="98272"/>
                    <a:pt x="157487" y="99895"/>
                  </a:cubicBezTo>
                  <a:cubicBezTo>
                    <a:pt x="157070" y="101518"/>
                    <a:pt x="156602" y="103128"/>
                    <a:pt x="156085" y="104721"/>
                  </a:cubicBezTo>
                  <a:cubicBezTo>
                    <a:pt x="155567" y="106315"/>
                    <a:pt x="154999" y="107892"/>
                    <a:pt x="154382" y="109450"/>
                  </a:cubicBezTo>
                  <a:cubicBezTo>
                    <a:pt x="153765" y="111008"/>
                    <a:pt x="153100" y="112546"/>
                    <a:pt x="152386" y="114062"/>
                  </a:cubicBezTo>
                  <a:cubicBezTo>
                    <a:pt x="151673" y="115579"/>
                    <a:pt x="150912" y="117072"/>
                    <a:pt x="150105" y="118540"/>
                  </a:cubicBezTo>
                  <a:cubicBezTo>
                    <a:pt x="149297" y="120009"/>
                    <a:pt x="148444" y="121451"/>
                    <a:pt x="147546" y="122866"/>
                  </a:cubicBezTo>
                  <a:cubicBezTo>
                    <a:pt x="146648" y="124281"/>
                    <a:pt x="145706" y="125667"/>
                    <a:pt x="144721" y="127023"/>
                  </a:cubicBezTo>
                  <a:cubicBezTo>
                    <a:pt x="143736" y="128378"/>
                    <a:pt x="142709" y="129703"/>
                    <a:pt x="141641" y="130994"/>
                  </a:cubicBezTo>
                  <a:cubicBezTo>
                    <a:pt x="140573" y="132285"/>
                    <a:pt x="139465" y="133542"/>
                    <a:pt x="138317" y="134764"/>
                  </a:cubicBezTo>
                  <a:cubicBezTo>
                    <a:pt x="137170" y="135985"/>
                    <a:pt x="135985" y="137170"/>
                    <a:pt x="134764" y="138317"/>
                  </a:cubicBezTo>
                  <a:cubicBezTo>
                    <a:pt x="133542" y="139465"/>
                    <a:pt x="132285" y="140573"/>
                    <a:pt x="130994" y="141641"/>
                  </a:cubicBezTo>
                  <a:cubicBezTo>
                    <a:pt x="129703" y="142709"/>
                    <a:pt x="128378" y="143736"/>
                    <a:pt x="127023" y="144721"/>
                  </a:cubicBezTo>
                  <a:cubicBezTo>
                    <a:pt x="125667" y="145706"/>
                    <a:pt x="124281" y="146648"/>
                    <a:pt x="122866" y="147546"/>
                  </a:cubicBezTo>
                  <a:cubicBezTo>
                    <a:pt x="121451" y="148444"/>
                    <a:pt x="120009" y="149297"/>
                    <a:pt x="118540" y="150105"/>
                  </a:cubicBezTo>
                  <a:cubicBezTo>
                    <a:pt x="117072" y="150912"/>
                    <a:pt x="115579" y="151673"/>
                    <a:pt x="114062" y="152386"/>
                  </a:cubicBezTo>
                  <a:cubicBezTo>
                    <a:pt x="112546" y="153100"/>
                    <a:pt x="111008" y="153765"/>
                    <a:pt x="109450" y="154382"/>
                  </a:cubicBezTo>
                  <a:cubicBezTo>
                    <a:pt x="107892" y="154999"/>
                    <a:pt x="106315" y="155567"/>
                    <a:pt x="104721" y="156085"/>
                  </a:cubicBezTo>
                  <a:cubicBezTo>
                    <a:pt x="103128" y="156602"/>
                    <a:pt x="101518" y="157070"/>
                    <a:pt x="99895" y="157487"/>
                  </a:cubicBezTo>
                  <a:cubicBezTo>
                    <a:pt x="98272" y="157903"/>
                    <a:pt x="96636" y="158269"/>
                    <a:pt x="94991" y="158583"/>
                  </a:cubicBezTo>
                  <a:cubicBezTo>
                    <a:pt x="93345" y="158897"/>
                    <a:pt x="91689" y="159159"/>
                    <a:pt x="90027" y="159369"/>
                  </a:cubicBezTo>
                  <a:cubicBezTo>
                    <a:pt x="88364" y="159579"/>
                    <a:pt x="86696" y="159737"/>
                    <a:pt x="85023" y="159842"/>
                  </a:cubicBezTo>
                  <a:cubicBezTo>
                    <a:pt x="83351" y="159947"/>
                    <a:pt x="81676" y="160000"/>
                    <a:pt x="80000" y="160000"/>
                  </a:cubicBezTo>
                  <a:cubicBezTo>
                    <a:pt x="78324" y="160000"/>
                    <a:pt x="76649" y="159947"/>
                    <a:pt x="74977" y="159842"/>
                  </a:cubicBezTo>
                  <a:cubicBezTo>
                    <a:pt x="73304" y="159737"/>
                    <a:pt x="71636" y="159579"/>
                    <a:pt x="69973" y="159369"/>
                  </a:cubicBezTo>
                  <a:cubicBezTo>
                    <a:pt x="68311" y="159159"/>
                    <a:pt x="66655" y="158897"/>
                    <a:pt x="65009" y="158583"/>
                  </a:cubicBezTo>
                  <a:cubicBezTo>
                    <a:pt x="63364" y="158269"/>
                    <a:pt x="61728" y="157903"/>
                    <a:pt x="60105" y="157487"/>
                  </a:cubicBezTo>
                  <a:cubicBezTo>
                    <a:pt x="58482" y="157070"/>
                    <a:pt x="56872" y="156602"/>
                    <a:pt x="55279" y="156085"/>
                  </a:cubicBezTo>
                  <a:cubicBezTo>
                    <a:pt x="53685" y="155567"/>
                    <a:pt x="52108" y="154999"/>
                    <a:pt x="50550" y="154382"/>
                  </a:cubicBezTo>
                  <a:cubicBezTo>
                    <a:pt x="48992" y="153765"/>
                    <a:pt x="47454" y="153100"/>
                    <a:pt x="45938" y="152386"/>
                  </a:cubicBezTo>
                  <a:cubicBezTo>
                    <a:pt x="44421" y="151673"/>
                    <a:pt x="42928" y="150912"/>
                    <a:pt x="41460" y="150105"/>
                  </a:cubicBezTo>
                  <a:cubicBezTo>
                    <a:pt x="39991" y="149297"/>
                    <a:pt x="38549" y="148444"/>
                    <a:pt x="37134" y="147546"/>
                  </a:cubicBezTo>
                  <a:cubicBezTo>
                    <a:pt x="35719" y="146648"/>
                    <a:pt x="34333" y="145706"/>
                    <a:pt x="32977" y="144721"/>
                  </a:cubicBezTo>
                  <a:cubicBezTo>
                    <a:pt x="31622" y="143736"/>
                    <a:pt x="30297" y="142709"/>
                    <a:pt x="29006" y="141641"/>
                  </a:cubicBezTo>
                  <a:cubicBezTo>
                    <a:pt x="27715" y="140573"/>
                    <a:pt x="26458" y="139465"/>
                    <a:pt x="25236" y="138317"/>
                  </a:cubicBezTo>
                  <a:cubicBezTo>
                    <a:pt x="24015" y="137170"/>
                    <a:pt x="22830" y="135985"/>
                    <a:pt x="21683" y="134764"/>
                  </a:cubicBezTo>
                  <a:cubicBezTo>
                    <a:pt x="20535" y="133542"/>
                    <a:pt x="19427" y="132285"/>
                    <a:pt x="18359" y="130994"/>
                  </a:cubicBezTo>
                  <a:cubicBezTo>
                    <a:pt x="17291" y="129703"/>
                    <a:pt x="16264" y="128378"/>
                    <a:pt x="15279" y="127023"/>
                  </a:cubicBezTo>
                  <a:cubicBezTo>
                    <a:pt x="14294" y="125667"/>
                    <a:pt x="13352" y="124281"/>
                    <a:pt x="12454" y="122866"/>
                  </a:cubicBezTo>
                  <a:cubicBezTo>
                    <a:pt x="11556" y="121451"/>
                    <a:pt x="10703" y="120009"/>
                    <a:pt x="9895" y="118540"/>
                  </a:cubicBezTo>
                  <a:cubicBezTo>
                    <a:pt x="9088" y="117072"/>
                    <a:pt x="8327" y="115579"/>
                    <a:pt x="7614" y="114062"/>
                  </a:cubicBezTo>
                  <a:cubicBezTo>
                    <a:pt x="6900" y="112546"/>
                    <a:pt x="6235" y="111008"/>
                    <a:pt x="5618" y="109450"/>
                  </a:cubicBezTo>
                  <a:cubicBezTo>
                    <a:pt x="5001" y="107892"/>
                    <a:pt x="4433" y="106315"/>
                    <a:pt x="3915" y="104721"/>
                  </a:cubicBezTo>
                  <a:cubicBezTo>
                    <a:pt x="3398" y="103128"/>
                    <a:pt x="2930" y="101518"/>
                    <a:pt x="2513" y="99895"/>
                  </a:cubicBezTo>
                  <a:cubicBezTo>
                    <a:pt x="2097" y="98272"/>
                    <a:pt x="1731" y="96636"/>
                    <a:pt x="1417" y="94991"/>
                  </a:cubicBezTo>
                  <a:cubicBezTo>
                    <a:pt x="1103" y="93345"/>
                    <a:pt x="841" y="91689"/>
                    <a:pt x="631" y="90027"/>
                  </a:cubicBezTo>
                  <a:cubicBezTo>
                    <a:pt x="421" y="88364"/>
                    <a:pt x="263" y="86696"/>
                    <a:pt x="158" y="85023"/>
                  </a:cubicBezTo>
                  <a:cubicBezTo>
                    <a:pt x="53" y="83351"/>
                    <a:pt x="0" y="81676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3" name="probe-noto-emoji_u1f4a1" descr="Noto Emoji artwork by Google; Apache License 2.0; preserve full bundled license. Source: https://github.com/googlefonts/noto-emoji/blob/e20cbc2bbec1926686be9f9bee7d1d2cfa1fea0e/2D/svg/emoji_u1f4a1.svg; SVG SHA256: 4c3d9c210c03271ebe63b9f86ab3e9a33d36483ed5920e116d7efed6c095def7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1280000" cy="1280000"/>
          </a:xfrm>
        </p:grpSpPr>
        <p:sp>
          <p:nvSpPr>
            <p:cNvPr id="34" name="probe-noto-emoji_u1f4a1-part-1"/>
            <p:cNvSpPr/>
            <p:nvPr/>
          </p:nvSpPr>
          <p:spPr>
            <a:xfrm>
              <a:off x="519100" y="1097400"/>
              <a:ext cx="241800" cy="142600"/>
            </a:xfrm>
            <a:custGeom>
              <a:avLst/>
              <a:gdLst/>
              <a:ahLst/>
              <a:cxnLst/>
              <a:rect l="0" t="0" r="r" b="b"/>
              <a:pathLst>
                <a:path w="241800" h="142600">
                  <a:moveTo>
                    <a:pt x="241800" y="71300"/>
                  </a:moveTo>
                  <a:cubicBezTo>
                    <a:pt x="241800" y="72793"/>
                    <a:pt x="241720" y="74286"/>
                    <a:pt x="241561" y="75777"/>
                  </a:cubicBezTo>
                  <a:cubicBezTo>
                    <a:pt x="241402" y="77267"/>
                    <a:pt x="241164" y="78755"/>
                    <a:pt x="240847" y="80236"/>
                  </a:cubicBezTo>
                  <a:cubicBezTo>
                    <a:pt x="240529" y="81718"/>
                    <a:pt x="240133" y="83193"/>
                    <a:pt x="239659" y="84660"/>
                  </a:cubicBezTo>
                  <a:cubicBezTo>
                    <a:pt x="239184" y="86127"/>
                    <a:pt x="238631" y="87585"/>
                    <a:pt x="238002" y="89032"/>
                  </a:cubicBezTo>
                  <a:cubicBezTo>
                    <a:pt x="237372" y="90478"/>
                    <a:pt x="236665" y="91913"/>
                    <a:pt x="235883" y="93333"/>
                  </a:cubicBezTo>
                  <a:cubicBezTo>
                    <a:pt x="235100" y="94753"/>
                    <a:pt x="234242" y="96159"/>
                    <a:pt x="233310" y="97547"/>
                  </a:cubicBezTo>
                  <a:cubicBezTo>
                    <a:pt x="232378" y="98936"/>
                    <a:pt x="231372" y="100307"/>
                    <a:pt x="230294" y="101658"/>
                  </a:cubicBezTo>
                  <a:cubicBezTo>
                    <a:pt x="229215" y="103009"/>
                    <a:pt x="228065" y="104340"/>
                    <a:pt x="226845" y="105649"/>
                  </a:cubicBezTo>
                  <a:cubicBezTo>
                    <a:pt x="225626" y="106958"/>
                    <a:pt x="224336" y="108244"/>
                    <a:pt x="222979" y="109504"/>
                  </a:cubicBezTo>
                  <a:cubicBezTo>
                    <a:pt x="221622" y="110765"/>
                    <a:pt x="220199" y="112001"/>
                    <a:pt x="218710" y="113209"/>
                  </a:cubicBezTo>
                  <a:cubicBezTo>
                    <a:pt x="217222" y="114417"/>
                    <a:pt x="215669" y="115598"/>
                    <a:pt x="214055" y="116748"/>
                  </a:cubicBezTo>
                  <a:cubicBezTo>
                    <a:pt x="212441" y="117899"/>
                    <a:pt x="210766" y="119020"/>
                    <a:pt x="209032" y="120108"/>
                  </a:cubicBezTo>
                  <a:cubicBezTo>
                    <a:pt x="207299" y="121197"/>
                    <a:pt x="205508" y="122253"/>
                    <a:pt x="203662" y="123275"/>
                  </a:cubicBezTo>
                  <a:cubicBezTo>
                    <a:pt x="201816" y="124298"/>
                    <a:pt x="199916" y="125286"/>
                    <a:pt x="197965" y="126238"/>
                  </a:cubicBezTo>
                  <a:cubicBezTo>
                    <a:pt x="196013" y="127190"/>
                    <a:pt x="194012" y="128105"/>
                    <a:pt x="191963" y="128983"/>
                  </a:cubicBezTo>
                  <a:cubicBezTo>
                    <a:pt x="189915" y="129861"/>
                    <a:pt x="187820" y="130700"/>
                    <a:pt x="185681" y="131501"/>
                  </a:cubicBezTo>
                  <a:cubicBezTo>
                    <a:pt x="183543" y="132301"/>
                    <a:pt x="181363" y="133061"/>
                    <a:pt x="179144" y="133781"/>
                  </a:cubicBezTo>
                  <a:cubicBezTo>
                    <a:pt x="176925" y="134500"/>
                    <a:pt x="174668" y="135178"/>
                    <a:pt x="172377" y="135814"/>
                  </a:cubicBezTo>
                  <a:cubicBezTo>
                    <a:pt x="170085" y="136450"/>
                    <a:pt x="167761" y="137043"/>
                    <a:pt x="165406" y="137593"/>
                  </a:cubicBezTo>
                  <a:cubicBezTo>
                    <a:pt x="163052" y="138143"/>
                    <a:pt x="160669" y="138649"/>
                    <a:pt x="158260" y="139110"/>
                  </a:cubicBezTo>
                  <a:cubicBezTo>
                    <a:pt x="155852" y="139572"/>
                    <a:pt x="153419" y="139989"/>
                    <a:pt x="150967" y="140360"/>
                  </a:cubicBezTo>
                  <a:cubicBezTo>
                    <a:pt x="148514" y="140731"/>
                    <a:pt x="146042" y="141057"/>
                    <a:pt x="143554" y="141337"/>
                  </a:cubicBezTo>
                  <a:cubicBezTo>
                    <a:pt x="141067" y="141617"/>
                    <a:pt x="138565" y="141851"/>
                    <a:pt x="136053" y="142038"/>
                  </a:cubicBezTo>
                  <a:cubicBezTo>
                    <a:pt x="133540" y="142225"/>
                    <a:pt x="131019" y="142366"/>
                    <a:pt x="128491" y="142459"/>
                  </a:cubicBezTo>
                  <a:cubicBezTo>
                    <a:pt x="125964" y="142553"/>
                    <a:pt x="123432" y="142600"/>
                    <a:pt x="120900" y="142600"/>
                  </a:cubicBezTo>
                  <a:cubicBezTo>
                    <a:pt x="118368" y="142600"/>
                    <a:pt x="115836" y="142553"/>
                    <a:pt x="113309" y="142459"/>
                  </a:cubicBezTo>
                  <a:cubicBezTo>
                    <a:pt x="110781" y="142366"/>
                    <a:pt x="108260" y="142225"/>
                    <a:pt x="105747" y="142038"/>
                  </a:cubicBezTo>
                  <a:cubicBezTo>
                    <a:pt x="103235" y="141851"/>
                    <a:pt x="100733" y="141617"/>
                    <a:pt x="98246" y="141337"/>
                  </a:cubicBezTo>
                  <a:cubicBezTo>
                    <a:pt x="95758" y="141057"/>
                    <a:pt x="93286" y="140731"/>
                    <a:pt x="90833" y="140360"/>
                  </a:cubicBezTo>
                  <a:cubicBezTo>
                    <a:pt x="88381" y="139989"/>
                    <a:pt x="85948" y="139572"/>
                    <a:pt x="83540" y="139110"/>
                  </a:cubicBezTo>
                  <a:cubicBezTo>
                    <a:pt x="81131" y="138649"/>
                    <a:pt x="78748" y="138143"/>
                    <a:pt x="76394" y="137593"/>
                  </a:cubicBezTo>
                  <a:cubicBezTo>
                    <a:pt x="74039" y="137043"/>
                    <a:pt x="71715" y="136450"/>
                    <a:pt x="69423" y="135814"/>
                  </a:cubicBezTo>
                  <a:cubicBezTo>
                    <a:pt x="67132" y="135178"/>
                    <a:pt x="64875" y="134500"/>
                    <a:pt x="62656" y="133781"/>
                  </a:cubicBezTo>
                  <a:cubicBezTo>
                    <a:pt x="60437" y="133061"/>
                    <a:pt x="58257" y="132301"/>
                    <a:pt x="56119" y="131501"/>
                  </a:cubicBezTo>
                  <a:cubicBezTo>
                    <a:pt x="53980" y="130700"/>
                    <a:pt x="51885" y="129861"/>
                    <a:pt x="49837" y="128983"/>
                  </a:cubicBezTo>
                  <a:cubicBezTo>
                    <a:pt x="47788" y="128105"/>
                    <a:pt x="45787" y="127190"/>
                    <a:pt x="43835" y="126238"/>
                  </a:cubicBezTo>
                  <a:cubicBezTo>
                    <a:pt x="41884" y="125286"/>
                    <a:pt x="39984" y="124298"/>
                    <a:pt x="38138" y="123275"/>
                  </a:cubicBezTo>
                  <a:cubicBezTo>
                    <a:pt x="36292" y="122253"/>
                    <a:pt x="34501" y="121197"/>
                    <a:pt x="32768" y="120108"/>
                  </a:cubicBezTo>
                  <a:cubicBezTo>
                    <a:pt x="31034" y="119020"/>
                    <a:pt x="29359" y="117899"/>
                    <a:pt x="27745" y="116748"/>
                  </a:cubicBezTo>
                  <a:cubicBezTo>
                    <a:pt x="26131" y="115598"/>
                    <a:pt x="24578" y="114417"/>
                    <a:pt x="23090" y="113209"/>
                  </a:cubicBezTo>
                  <a:cubicBezTo>
                    <a:pt x="21601" y="112001"/>
                    <a:pt x="20178" y="110765"/>
                    <a:pt x="18821" y="109504"/>
                  </a:cubicBezTo>
                  <a:cubicBezTo>
                    <a:pt x="17464" y="108244"/>
                    <a:pt x="16174" y="106958"/>
                    <a:pt x="14955" y="105649"/>
                  </a:cubicBezTo>
                  <a:cubicBezTo>
                    <a:pt x="13735" y="104340"/>
                    <a:pt x="12585" y="103009"/>
                    <a:pt x="11506" y="101658"/>
                  </a:cubicBezTo>
                  <a:cubicBezTo>
                    <a:pt x="10428" y="100307"/>
                    <a:pt x="9422" y="98936"/>
                    <a:pt x="8490" y="97547"/>
                  </a:cubicBezTo>
                  <a:cubicBezTo>
                    <a:pt x="7558" y="96159"/>
                    <a:pt x="6700" y="94753"/>
                    <a:pt x="5917" y="93333"/>
                  </a:cubicBezTo>
                  <a:cubicBezTo>
                    <a:pt x="5135" y="91913"/>
                    <a:pt x="4428" y="90478"/>
                    <a:pt x="3798" y="89032"/>
                  </a:cubicBezTo>
                  <a:cubicBezTo>
                    <a:pt x="3169" y="87585"/>
                    <a:pt x="2616" y="86127"/>
                    <a:pt x="2141" y="84660"/>
                  </a:cubicBezTo>
                  <a:cubicBezTo>
                    <a:pt x="1667" y="83193"/>
                    <a:pt x="1271" y="81718"/>
                    <a:pt x="953" y="80236"/>
                  </a:cubicBezTo>
                  <a:cubicBezTo>
                    <a:pt x="636" y="78755"/>
                    <a:pt x="398" y="77267"/>
                    <a:pt x="239" y="75777"/>
                  </a:cubicBezTo>
                  <a:cubicBezTo>
                    <a:pt x="80" y="74286"/>
                    <a:pt x="0" y="72793"/>
                    <a:pt x="0" y="71300"/>
                  </a:cubicBezTo>
                  <a:cubicBezTo>
                    <a:pt x="0" y="69807"/>
                    <a:pt x="80" y="68314"/>
                    <a:pt x="239" y="66823"/>
                  </a:cubicBezTo>
                  <a:cubicBezTo>
                    <a:pt x="398" y="65333"/>
                    <a:pt x="636" y="63845"/>
                    <a:pt x="953" y="62364"/>
                  </a:cubicBezTo>
                  <a:cubicBezTo>
                    <a:pt x="1271" y="60882"/>
                    <a:pt x="1667" y="59407"/>
                    <a:pt x="2141" y="57940"/>
                  </a:cubicBezTo>
                  <a:cubicBezTo>
                    <a:pt x="2616" y="56473"/>
                    <a:pt x="3169" y="55015"/>
                    <a:pt x="3798" y="53568"/>
                  </a:cubicBezTo>
                  <a:cubicBezTo>
                    <a:pt x="4428" y="52122"/>
                    <a:pt x="5135" y="50687"/>
                    <a:pt x="5917" y="49267"/>
                  </a:cubicBezTo>
                  <a:cubicBezTo>
                    <a:pt x="6700" y="47847"/>
                    <a:pt x="7558" y="46441"/>
                    <a:pt x="8490" y="45053"/>
                  </a:cubicBezTo>
                  <a:cubicBezTo>
                    <a:pt x="9422" y="43664"/>
                    <a:pt x="10428" y="42293"/>
                    <a:pt x="11506" y="40942"/>
                  </a:cubicBezTo>
                  <a:cubicBezTo>
                    <a:pt x="12585" y="39591"/>
                    <a:pt x="13735" y="38260"/>
                    <a:pt x="14955" y="36951"/>
                  </a:cubicBezTo>
                  <a:cubicBezTo>
                    <a:pt x="16174" y="35642"/>
                    <a:pt x="17464" y="34356"/>
                    <a:pt x="18821" y="33096"/>
                  </a:cubicBezTo>
                  <a:cubicBezTo>
                    <a:pt x="20178" y="31835"/>
                    <a:pt x="21601" y="30599"/>
                    <a:pt x="23090" y="29391"/>
                  </a:cubicBezTo>
                  <a:cubicBezTo>
                    <a:pt x="24578" y="28183"/>
                    <a:pt x="26131" y="27002"/>
                    <a:pt x="27745" y="25852"/>
                  </a:cubicBezTo>
                  <a:cubicBezTo>
                    <a:pt x="29359" y="24701"/>
                    <a:pt x="31034" y="23580"/>
                    <a:pt x="32768" y="22492"/>
                  </a:cubicBezTo>
                  <a:cubicBezTo>
                    <a:pt x="34501" y="21403"/>
                    <a:pt x="36292" y="20347"/>
                    <a:pt x="38138" y="19325"/>
                  </a:cubicBezTo>
                  <a:cubicBezTo>
                    <a:pt x="39984" y="18302"/>
                    <a:pt x="41884" y="17314"/>
                    <a:pt x="43835" y="16362"/>
                  </a:cubicBezTo>
                  <a:cubicBezTo>
                    <a:pt x="45787" y="15410"/>
                    <a:pt x="47788" y="14495"/>
                    <a:pt x="49837" y="13617"/>
                  </a:cubicBezTo>
                  <a:cubicBezTo>
                    <a:pt x="51885" y="12739"/>
                    <a:pt x="53980" y="11900"/>
                    <a:pt x="56119" y="11099"/>
                  </a:cubicBezTo>
                  <a:cubicBezTo>
                    <a:pt x="58257" y="10299"/>
                    <a:pt x="60437" y="9539"/>
                    <a:pt x="62656" y="8819"/>
                  </a:cubicBezTo>
                  <a:cubicBezTo>
                    <a:pt x="64875" y="8100"/>
                    <a:pt x="67132" y="7422"/>
                    <a:pt x="69423" y="6786"/>
                  </a:cubicBezTo>
                  <a:cubicBezTo>
                    <a:pt x="71715" y="6150"/>
                    <a:pt x="74039" y="5557"/>
                    <a:pt x="76394" y="5007"/>
                  </a:cubicBezTo>
                  <a:cubicBezTo>
                    <a:pt x="78748" y="4457"/>
                    <a:pt x="81131" y="3951"/>
                    <a:pt x="83540" y="3490"/>
                  </a:cubicBezTo>
                  <a:cubicBezTo>
                    <a:pt x="85948" y="3028"/>
                    <a:pt x="88381" y="2611"/>
                    <a:pt x="90833" y="2240"/>
                  </a:cubicBezTo>
                  <a:cubicBezTo>
                    <a:pt x="93286" y="1869"/>
                    <a:pt x="95758" y="1543"/>
                    <a:pt x="98246" y="1263"/>
                  </a:cubicBezTo>
                  <a:cubicBezTo>
                    <a:pt x="100733" y="983"/>
                    <a:pt x="103235" y="749"/>
                    <a:pt x="105747" y="562"/>
                  </a:cubicBezTo>
                  <a:cubicBezTo>
                    <a:pt x="108260" y="375"/>
                    <a:pt x="110781" y="234"/>
                    <a:pt x="113309" y="141"/>
                  </a:cubicBezTo>
                  <a:cubicBezTo>
                    <a:pt x="115836" y="47"/>
                    <a:pt x="118368" y="0"/>
                    <a:pt x="120900" y="0"/>
                  </a:cubicBezTo>
                  <a:cubicBezTo>
                    <a:pt x="123432" y="0"/>
                    <a:pt x="125964" y="47"/>
                    <a:pt x="128491" y="141"/>
                  </a:cubicBezTo>
                  <a:cubicBezTo>
                    <a:pt x="131019" y="234"/>
                    <a:pt x="133540" y="375"/>
                    <a:pt x="136053" y="562"/>
                  </a:cubicBezTo>
                  <a:cubicBezTo>
                    <a:pt x="138565" y="749"/>
                    <a:pt x="141067" y="983"/>
                    <a:pt x="143554" y="1263"/>
                  </a:cubicBezTo>
                  <a:cubicBezTo>
                    <a:pt x="146042" y="1543"/>
                    <a:pt x="148514" y="1869"/>
                    <a:pt x="150967" y="2240"/>
                  </a:cubicBezTo>
                  <a:cubicBezTo>
                    <a:pt x="153419" y="2611"/>
                    <a:pt x="155852" y="3028"/>
                    <a:pt x="158260" y="3490"/>
                  </a:cubicBezTo>
                  <a:cubicBezTo>
                    <a:pt x="160669" y="3951"/>
                    <a:pt x="163052" y="4457"/>
                    <a:pt x="165406" y="5007"/>
                  </a:cubicBezTo>
                  <a:cubicBezTo>
                    <a:pt x="167761" y="5557"/>
                    <a:pt x="170085" y="6150"/>
                    <a:pt x="172377" y="6786"/>
                  </a:cubicBezTo>
                  <a:cubicBezTo>
                    <a:pt x="174668" y="7422"/>
                    <a:pt x="176925" y="8100"/>
                    <a:pt x="179144" y="8819"/>
                  </a:cubicBezTo>
                  <a:cubicBezTo>
                    <a:pt x="181363" y="9539"/>
                    <a:pt x="183543" y="10299"/>
                    <a:pt x="185681" y="11099"/>
                  </a:cubicBezTo>
                  <a:cubicBezTo>
                    <a:pt x="187820" y="11900"/>
                    <a:pt x="189915" y="12739"/>
                    <a:pt x="191963" y="13617"/>
                  </a:cubicBezTo>
                  <a:cubicBezTo>
                    <a:pt x="194012" y="14495"/>
                    <a:pt x="196013" y="15410"/>
                    <a:pt x="197965" y="16362"/>
                  </a:cubicBezTo>
                  <a:cubicBezTo>
                    <a:pt x="199916" y="17314"/>
                    <a:pt x="201816" y="18302"/>
                    <a:pt x="203662" y="19325"/>
                  </a:cubicBezTo>
                  <a:cubicBezTo>
                    <a:pt x="205508" y="20347"/>
                    <a:pt x="207299" y="21403"/>
                    <a:pt x="209032" y="22492"/>
                  </a:cubicBezTo>
                  <a:cubicBezTo>
                    <a:pt x="210766" y="23580"/>
                    <a:pt x="212441" y="24701"/>
                    <a:pt x="214055" y="25852"/>
                  </a:cubicBezTo>
                  <a:cubicBezTo>
                    <a:pt x="215669" y="27002"/>
                    <a:pt x="217222" y="28183"/>
                    <a:pt x="218710" y="29391"/>
                  </a:cubicBezTo>
                  <a:cubicBezTo>
                    <a:pt x="220199" y="30599"/>
                    <a:pt x="221622" y="31835"/>
                    <a:pt x="222979" y="33096"/>
                  </a:cubicBezTo>
                  <a:cubicBezTo>
                    <a:pt x="224336" y="34356"/>
                    <a:pt x="225626" y="35642"/>
                    <a:pt x="226845" y="36951"/>
                  </a:cubicBezTo>
                  <a:cubicBezTo>
                    <a:pt x="228065" y="38260"/>
                    <a:pt x="229215" y="39591"/>
                    <a:pt x="230294" y="40942"/>
                  </a:cubicBezTo>
                  <a:cubicBezTo>
                    <a:pt x="231372" y="42293"/>
                    <a:pt x="232378" y="43664"/>
                    <a:pt x="233310" y="45053"/>
                  </a:cubicBezTo>
                  <a:cubicBezTo>
                    <a:pt x="234242" y="46441"/>
                    <a:pt x="235100" y="47847"/>
                    <a:pt x="235883" y="49267"/>
                  </a:cubicBezTo>
                  <a:cubicBezTo>
                    <a:pt x="236665" y="50687"/>
                    <a:pt x="237372" y="52122"/>
                    <a:pt x="238002" y="53568"/>
                  </a:cubicBezTo>
                  <a:cubicBezTo>
                    <a:pt x="238631" y="55015"/>
                    <a:pt x="239184" y="56473"/>
                    <a:pt x="239659" y="57940"/>
                  </a:cubicBezTo>
                  <a:cubicBezTo>
                    <a:pt x="240133" y="59407"/>
                    <a:pt x="240529" y="60882"/>
                    <a:pt x="240847" y="62364"/>
                  </a:cubicBezTo>
                  <a:cubicBezTo>
                    <a:pt x="241164" y="63845"/>
                    <a:pt x="241402" y="65333"/>
                    <a:pt x="241561" y="66823"/>
                  </a:cubicBezTo>
                  <a:cubicBezTo>
                    <a:pt x="241720" y="68314"/>
                    <a:pt x="241800" y="69807"/>
                    <a:pt x="241800" y="71300"/>
                  </a:cubicBezTo>
                  <a:close/>
                </a:path>
              </a:pathLst>
            </a:custGeom>
            <a:solidFill>
              <a:srgbClr val="424242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" name="probe-noto-emoji_u1f4a1-part-2"/>
            <p:cNvSpPr/>
            <p:nvPr/>
          </p:nvSpPr>
          <p:spPr>
            <a:xfrm>
              <a:off x="258200" y="40000"/>
              <a:ext cx="763400" cy="858400"/>
            </a:xfrm>
            <a:custGeom>
              <a:avLst/>
              <a:gdLst/>
              <a:ahLst/>
              <a:cxnLst/>
              <a:rect l="0" t="0" r="r" b="b"/>
              <a:pathLst>
                <a:path w="763400" h="858400">
                  <a:moveTo>
                    <a:pt x="381800" y="0"/>
                  </a:moveTo>
                  <a:cubicBezTo>
                    <a:pt x="171000" y="0"/>
                    <a:pt x="0" y="156700"/>
                    <a:pt x="0" y="349900"/>
                  </a:cubicBezTo>
                  <a:cubicBezTo>
                    <a:pt x="0" y="400300"/>
                    <a:pt x="15200" y="454200"/>
                    <a:pt x="37500" y="501700"/>
                  </a:cubicBezTo>
                  <a:cubicBezTo>
                    <a:pt x="68800" y="568500"/>
                    <a:pt x="102900" y="617900"/>
                    <a:pt x="112900" y="636100"/>
                  </a:cubicBezTo>
                  <a:cubicBezTo>
                    <a:pt x="140700" y="686700"/>
                    <a:pt x="136700" y="740000"/>
                    <a:pt x="144400" y="773400"/>
                  </a:cubicBezTo>
                  <a:cubicBezTo>
                    <a:pt x="158900" y="835800"/>
                    <a:pt x="202300" y="858400"/>
                    <a:pt x="381700" y="858400"/>
                  </a:cubicBezTo>
                  <a:cubicBezTo>
                    <a:pt x="561100" y="858400"/>
                    <a:pt x="599700" y="836900"/>
                    <a:pt x="615800" y="779400"/>
                  </a:cubicBezTo>
                  <a:cubicBezTo>
                    <a:pt x="626800" y="740300"/>
                    <a:pt x="616100" y="697600"/>
                    <a:pt x="643800" y="647100"/>
                  </a:cubicBezTo>
                  <a:cubicBezTo>
                    <a:pt x="653800" y="628900"/>
                    <a:pt x="694500" y="568600"/>
                    <a:pt x="725900" y="501700"/>
                  </a:cubicBezTo>
                  <a:cubicBezTo>
                    <a:pt x="748200" y="454200"/>
                    <a:pt x="763400" y="400300"/>
                    <a:pt x="763400" y="349900"/>
                  </a:cubicBezTo>
                  <a:cubicBezTo>
                    <a:pt x="763600" y="156700"/>
                    <a:pt x="592600" y="0"/>
                    <a:pt x="381800" y="0"/>
                  </a:cubicBezTo>
                  <a:close/>
                </a:path>
              </a:pathLst>
            </a:custGeom>
            <a:solidFill>
              <a:srgbClr val="FFD6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" name="probe-noto-emoji_u1f4a1-part-3"/>
            <p:cNvSpPr/>
            <p:nvPr/>
          </p:nvSpPr>
          <p:spPr>
            <a:xfrm>
              <a:off x="420600" y="816700"/>
              <a:ext cx="438800" cy="89200"/>
            </a:xfrm>
            <a:custGeom>
              <a:avLst/>
              <a:gdLst/>
              <a:ahLst/>
              <a:cxnLst/>
              <a:rect l="0" t="0" r="r" b="b"/>
              <a:pathLst>
                <a:path w="438800" h="89200">
                  <a:moveTo>
                    <a:pt x="438800" y="44600"/>
                  </a:moveTo>
                  <a:cubicBezTo>
                    <a:pt x="438800" y="45534"/>
                    <a:pt x="438656" y="46468"/>
                    <a:pt x="438367" y="47400"/>
                  </a:cubicBezTo>
                  <a:cubicBezTo>
                    <a:pt x="438079" y="48333"/>
                    <a:pt x="437646" y="49263"/>
                    <a:pt x="437070" y="50190"/>
                  </a:cubicBezTo>
                  <a:cubicBezTo>
                    <a:pt x="436494" y="51117"/>
                    <a:pt x="435775" y="52040"/>
                    <a:pt x="434914" y="52957"/>
                  </a:cubicBezTo>
                  <a:cubicBezTo>
                    <a:pt x="434053" y="53875"/>
                    <a:pt x="433050" y="54787"/>
                    <a:pt x="431907" y="55692"/>
                  </a:cubicBezTo>
                  <a:cubicBezTo>
                    <a:pt x="430764" y="56596"/>
                    <a:pt x="429482" y="57494"/>
                    <a:pt x="428062" y="58382"/>
                  </a:cubicBezTo>
                  <a:cubicBezTo>
                    <a:pt x="426642" y="59271"/>
                    <a:pt x="425085" y="60150"/>
                    <a:pt x="423393" y="61018"/>
                  </a:cubicBezTo>
                  <a:cubicBezTo>
                    <a:pt x="421701" y="61887"/>
                    <a:pt x="419876" y="62744"/>
                    <a:pt x="417919" y="63590"/>
                  </a:cubicBezTo>
                  <a:cubicBezTo>
                    <a:pt x="415962" y="64435"/>
                    <a:pt x="413876" y="65268"/>
                    <a:pt x="411662" y="66086"/>
                  </a:cubicBezTo>
                  <a:cubicBezTo>
                    <a:pt x="409448" y="66905"/>
                    <a:pt x="407108" y="67709"/>
                    <a:pt x="404646" y="68498"/>
                  </a:cubicBezTo>
                  <a:cubicBezTo>
                    <a:pt x="402183" y="69287"/>
                    <a:pt x="399599" y="70059"/>
                    <a:pt x="396898" y="70815"/>
                  </a:cubicBezTo>
                  <a:cubicBezTo>
                    <a:pt x="394197" y="71571"/>
                    <a:pt x="391380" y="72309"/>
                    <a:pt x="388451" y="73029"/>
                  </a:cubicBezTo>
                  <a:cubicBezTo>
                    <a:pt x="385521" y="73749"/>
                    <a:pt x="382482" y="74450"/>
                    <a:pt x="379336" y="75131"/>
                  </a:cubicBezTo>
                  <a:cubicBezTo>
                    <a:pt x="376190" y="75812"/>
                    <a:pt x="372940" y="76473"/>
                    <a:pt x="369590" y="77112"/>
                  </a:cubicBezTo>
                  <a:cubicBezTo>
                    <a:pt x="366240" y="77751"/>
                    <a:pt x="362792" y="78369"/>
                    <a:pt x="359251" y="78965"/>
                  </a:cubicBezTo>
                  <a:cubicBezTo>
                    <a:pt x="355710" y="79560"/>
                    <a:pt x="352078" y="80133"/>
                    <a:pt x="348360" y="80682"/>
                  </a:cubicBezTo>
                  <a:cubicBezTo>
                    <a:pt x="344642" y="81231"/>
                    <a:pt x="340840" y="81756"/>
                    <a:pt x="336960" y="82257"/>
                  </a:cubicBezTo>
                  <a:cubicBezTo>
                    <a:pt x="333080" y="82758"/>
                    <a:pt x="329124" y="83233"/>
                    <a:pt x="325097" y="83683"/>
                  </a:cubicBezTo>
                  <a:cubicBezTo>
                    <a:pt x="321070" y="84133"/>
                    <a:pt x="316974" y="84558"/>
                    <a:pt x="312816" y="84955"/>
                  </a:cubicBezTo>
                  <a:cubicBezTo>
                    <a:pt x="308658" y="85353"/>
                    <a:pt x="304439" y="85724"/>
                    <a:pt x="300167" y="86068"/>
                  </a:cubicBezTo>
                  <a:cubicBezTo>
                    <a:pt x="295894" y="86412"/>
                    <a:pt x="291569" y="86728"/>
                    <a:pt x="287198" y="87017"/>
                  </a:cubicBezTo>
                  <a:cubicBezTo>
                    <a:pt x="282828" y="87306"/>
                    <a:pt x="278414" y="87566"/>
                    <a:pt x="273963" y="87799"/>
                  </a:cubicBezTo>
                  <a:cubicBezTo>
                    <a:pt x="269511" y="88031"/>
                    <a:pt x="265026" y="88235"/>
                    <a:pt x="260511" y="88410"/>
                  </a:cubicBezTo>
                  <a:cubicBezTo>
                    <a:pt x="255997" y="88585"/>
                    <a:pt x="251457" y="88731"/>
                    <a:pt x="246898" y="88848"/>
                  </a:cubicBezTo>
                  <a:cubicBezTo>
                    <a:pt x="242339" y="88965"/>
                    <a:pt x="237763" y="89053"/>
                    <a:pt x="233176" y="89112"/>
                  </a:cubicBezTo>
                  <a:cubicBezTo>
                    <a:pt x="228590" y="89171"/>
                    <a:pt x="223995" y="89200"/>
                    <a:pt x="219400" y="89200"/>
                  </a:cubicBezTo>
                  <a:cubicBezTo>
                    <a:pt x="214805" y="89200"/>
                    <a:pt x="210210" y="89171"/>
                    <a:pt x="205624" y="89112"/>
                  </a:cubicBezTo>
                  <a:cubicBezTo>
                    <a:pt x="201037" y="89053"/>
                    <a:pt x="196461" y="88965"/>
                    <a:pt x="191902" y="88848"/>
                  </a:cubicBezTo>
                  <a:cubicBezTo>
                    <a:pt x="187343" y="88731"/>
                    <a:pt x="182803" y="88585"/>
                    <a:pt x="178289" y="88410"/>
                  </a:cubicBezTo>
                  <a:cubicBezTo>
                    <a:pt x="173774" y="88235"/>
                    <a:pt x="169289" y="88031"/>
                    <a:pt x="164837" y="87799"/>
                  </a:cubicBezTo>
                  <a:cubicBezTo>
                    <a:pt x="160386" y="87566"/>
                    <a:pt x="155972" y="87306"/>
                    <a:pt x="151602" y="87017"/>
                  </a:cubicBezTo>
                  <a:cubicBezTo>
                    <a:pt x="147231" y="86728"/>
                    <a:pt x="142906" y="86412"/>
                    <a:pt x="138633" y="86068"/>
                  </a:cubicBezTo>
                  <a:cubicBezTo>
                    <a:pt x="134361" y="85724"/>
                    <a:pt x="130142" y="85353"/>
                    <a:pt x="125984" y="84955"/>
                  </a:cubicBezTo>
                  <a:cubicBezTo>
                    <a:pt x="121826" y="84558"/>
                    <a:pt x="117730" y="84133"/>
                    <a:pt x="113703" y="83683"/>
                  </a:cubicBezTo>
                  <a:cubicBezTo>
                    <a:pt x="109676" y="83233"/>
                    <a:pt x="105720" y="82758"/>
                    <a:pt x="101840" y="82257"/>
                  </a:cubicBezTo>
                  <a:cubicBezTo>
                    <a:pt x="97960" y="81756"/>
                    <a:pt x="94158" y="81231"/>
                    <a:pt x="90440" y="80682"/>
                  </a:cubicBezTo>
                  <a:cubicBezTo>
                    <a:pt x="86722" y="80133"/>
                    <a:pt x="83090" y="79560"/>
                    <a:pt x="79549" y="78965"/>
                  </a:cubicBezTo>
                  <a:cubicBezTo>
                    <a:pt x="76008" y="78369"/>
                    <a:pt x="72560" y="77751"/>
                    <a:pt x="69210" y="77112"/>
                  </a:cubicBezTo>
                  <a:cubicBezTo>
                    <a:pt x="65860" y="76473"/>
                    <a:pt x="62610" y="75812"/>
                    <a:pt x="59464" y="75131"/>
                  </a:cubicBezTo>
                  <a:cubicBezTo>
                    <a:pt x="56318" y="74450"/>
                    <a:pt x="53279" y="73749"/>
                    <a:pt x="50349" y="73029"/>
                  </a:cubicBezTo>
                  <a:cubicBezTo>
                    <a:pt x="47420" y="72309"/>
                    <a:pt x="44603" y="71571"/>
                    <a:pt x="41902" y="70815"/>
                  </a:cubicBezTo>
                  <a:cubicBezTo>
                    <a:pt x="39201" y="70059"/>
                    <a:pt x="36617" y="69287"/>
                    <a:pt x="34154" y="68498"/>
                  </a:cubicBezTo>
                  <a:cubicBezTo>
                    <a:pt x="31692" y="67709"/>
                    <a:pt x="29352" y="66905"/>
                    <a:pt x="27138" y="66086"/>
                  </a:cubicBezTo>
                  <a:cubicBezTo>
                    <a:pt x="24924" y="65268"/>
                    <a:pt x="22838" y="64435"/>
                    <a:pt x="20881" y="63590"/>
                  </a:cubicBezTo>
                  <a:cubicBezTo>
                    <a:pt x="18924" y="62744"/>
                    <a:pt x="17099" y="61887"/>
                    <a:pt x="15407" y="61018"/>
                  </a:cubicBezTo>
                  <a:cubicBezTo>
                    <a:pt x="13715" y="60150"/>
                    <a:pt x="12158" y="59271"/>
                    <a:pt x="10738" y="58382"/>
                  </a:cubicBezTo>
                  <a:cubicBezTo>
                    <a:pt x="9318" y="57494"/>
                    <a:pt x="8036" y="56596"/>
                    <a:pt x="6893" y="55692"/>
                  </a:cubicBezTo>
                  <a:cubicBezTo>
                    <a:pt x="5750" y="54787"/>
                    <a:pt x="4747" y="53875"/>
                    <a:pt x="3886" y="52957"/>
                  </a:cubicBezTo>
                  <a:cubicBezTo>
                    <a:pt x="3025" y="52040"/>
                    <a:pt x="2306" y="51117"/>
                    <a:pt x="1730" y="50190"/>
                  </a:cubicBezTo>
                  <a:cubicBezTo>
                    <a:pt x="1154" y="49263"/>
                    <a:pt x="721" y="48333"/>
                    <a:pt x="433" y="47400"/>
                  </a:cubicBezTo>
                  <a:cubicBezTo>
                    <a:pt x="144" y="46468"/>
                    <a:pt x="0" y="45534"/>
                    <a:pt x="0" y="44600"/>
                  </a:cubicBezTo>
                  <a:cubicBezTo>
                    <a:pt x="0" y="43666"/>
                    <a:pt x="144" y="42732"/>
                    <a:pt x="433" y="41800"/>
                  </a:cubicBezTo>
                  <a:cubicBezTo>
                    <a:pt x="721" y="40867"/>
                    <a:pt x="1154" y="39937"/>
                    <a:pt x="1730" y="39010"/>
                  </a:cubicBezTo>
                  <a:cubicBezTo>
                    <a:pt x="2306" y="38083"/>
                    <a:pt x="3025" y="37160"/>
                    <a:pt x="3886" y="36243"/>
                  </a:cubicBezTo>
                  <a:cubicBezTo>
                    <a:pt x="4747" y="35325"/>
                    <a:pt x="5750" y="34413"/>
                    <a:pt x="6893" y="33508"/>
                  </a:cubicBezTo>
                  <a:cubicBezTo>
                    <a:pt x="8036" y="32604"/>
                    <a:pt x="9318" y="31706"/>
                    <a:pt x="10738" y="30818"/>
                  </a:cubicBezTo>
                  <a:cubicBezTo>
                    <a:pt x="12158" y="29929"/>
                    <a:pt x="13715" y="29050"/>
                    <a:pt x="15407" y="28182"/>
                  </a:cubicBezTo>
                  <a:cubicBezTo>
                    <a:pt x="17099" y="27313"/>
                    <a:pt x="18924" y="26456"/>
                    <a:pt x="20881" y="25610"/>
                  </a:cubicBezTo>
                  <a:cubicBezTo>
                    <a:pt x="22838" y="24765"/>
                    <a:pt x="24924" y="23932"/>
                    <a:pt x="27138" y="23114"/>
                  </a:cubicBezTo>
                  <a:cubicBezTo>
                    <a:pt x="29352" y="22295"/>
                    <a:pt x="31692" y="21491"/>
                    <a:pt x="34154" y="20702"/>
                  </a:cubicBezTo>
                  <a:cubicBezTo>
                    <a:pt x="36617" y="19913"/>
                    <a:pt x="39201" y="19141"/>
                    <a:pt x="41902" y="18385"/>
                  </a:cubicBezTo>
                  <a:cubicBezTo>
                    <a:pt x="44603" y="17629"/>
                    <a:pt x="47420" y="16891"/>
                    <a:pt x="50349" y="16171"/>
                  </a:cubicBezTo>
                  <a:cubicBezTo>
                    <a:pt x="53279" y="15451"/>
                    <a:pt x="56318" y="14750"/>
                    <a:pt x="59464" y="14069"/>
                  </a:cubicBezTo>
                  <a:cubicBezTo>
                    <a:pt x="62610" y="13388"/>
                    <a:pt x="65860" y="12727"/>
                    <a:pt x="69210" y="12088"/>
                  </a:cubicBezTo>
                  <a:cubicBezTo>
                    <a:pt x="72560" y="11449"/>
                    <a:pt x="76008" y="10831"/>
                    <a:pt x="79549" y="10235"/>
                  </a:cubicBezTo>
                  <a:cubicBezTo>
                    <a:pt x="83090" y="9640"/>
                    <a:pt x="86722" y="9067"/>
                    <a:pt x="90440" y="8518"/>
                  </a:cubicBezTo>
                  <a:cubicBezTo>
                    <a:pt x="94158" y="7969"/>
                    <a:pt x="97960" y="7444"/>
                    <a:pt x="101840" y="6943"/>
                  </a:cubicBezTo>
                  <a:cubicBezTo>
                    <a:pt x="105720" y="6442"/>
                    <a:pt x="109676" y="5967"/>
                    <a:pt x="113703" y="5517"/>
                  </a:cubicBezTo>
                  <a:cubicBezTo>
                    <a:pt x="117730" y="5067"/>
                    <a:pt x="121826" y="4642"/>
                    <a:pt x="125984" y="4245"/>
                  </a:cubicBezTo>
                  <a:cubicBezTo>
                    <a:pt x="130142" y="3847"/>
                    <a:pt x="134361" y="3476"/>
                    <a:pt x="138633" y="3132"/>
                  </a:cubicBezTo>
                  <a:cubicBezTo>
                    <a:pt x="142906" y="2788"/>
                    <a:pt x="147231" y="2472"/>
                    <a:pt x="151602" y="2183"/>
                  </a:cubicBezTo>
                  <a:cubicBezTo>
                    <a:pt x="155972" y="1894"/>
                    <a:pt x="160386" y="1634"/>
                    <a:pt x="164837" y="1401"/>
                  </a:cubicBezTo>
                  <a:cubicBezTo>
                    <a:pt x="169289" y="1169"/>
                    <a:pt x="173774" y="965"/>
                    <a:pt x="178289" y="790"/>
                  </a:cubicBezTo>
                  <a:cubicBezTo>
                    <a:pt x="182803" y="615"/>
                    <a:pt x="187343" y="469"/>
                    <a:pt x="191902" y="352"/>
                  </a:cubicBezTo>
                  <a:cubicBezTo>
                    <a:pt x="196461" y="235"/>
                    <a:pt x="201037" y="147"/>
                    <a:pt x="205624" y="88"/>
                  </a:cubicBezTo>
                  <a:cubicBezTo>
                    <a:pt x="210210" y="29"/>
                    <a:pt x="214805" y="0"/>
                    <a:pt x="219400" y="0"/>
                  </a:cubicBezTo>
                  <a:cubicBezTo>
                    <a:pt x="223995" y="0"/>
                    <a:pt x="228590" y="29"/>
                    <a:pt x="233176" y="88"/>
                  </a:cubicBezTo>
                  <a:cubicBezTo>
                    <a:pt x="237763" y="147"/>
                    <a:pt x="242339" y="235"/>
                    <a:pt x="246898" y="352"/>
                  </a:cubicBezTo>
                  <a:cubicBezTo>
                    <a:pt x="251457" y="469"/>
                    <a:pt x="255997" y="615"/>
                    <a:pt x="260511" y="790"/>
                  </a:cubicBezTo>
                  <a:cubicBezTo>
                    <a:pt x="265026" y="965"/>
                    <a:pt x="269511" y="1169"/>
                    <a:pt x="273963" y="1401"/>
                  </a:cubicBezTo>
                  <a:cubicBezTo>
                    <a:pt x="278414" y="1634"/>
                    <a:pt x="282828" y="1894"/>
                    <a:pt x="287198" y="2183"/>
                  </a:cubicBezTo>
                  <a:cubicBezTo>
                    <a:pt x="291569" y="2472"/>
                    <a:pt x="295894" y="2788"/>
                    <a:pt x="300167" y="3132"/>
                  </a:cubicBezTo>
                  <a:cubicBezTo>
                    <a:pt x="304439" y="3476"/>
                    <a:pt x="308658" y="3847"/>
                    <a:pt x="312816" y="4245"/>
                  </a:cubicBezTo>
                  <a:cubicBezTo>
                    <a:pt x="316974" y="4642"/>
                    <a:pt x="321070" y="5067"/>
                    <a:pt x="325097" y="5517"/>
                  </a:cubicBezTo>
                  <a:cubicBezTo>
                    <a:pt x="329124" y="5967"/>
                    <a:pt x="333080" y="6442"/>
                    <a:pt x="336960" y="6943"/>
                  </a:cubicBezTo>
                  <a:cubicBezTo>
                    <a:pt x="340840" y="7444"/>
                    <a:pt x="344642" y="7969"/>
                    <a:pt x="348360" y="8518"/>
                  </a:cubicBezTo>
                  <a:cubicBezTo>
                    <a:pt x="352078" y="9067"/>
                    <a:pt x="355710" y="9640"/>
                    <a:pt x="359251" y="10235"/>
                  </a:cubicBezTo>
                  <a:cubicBezTo>
                    <a:pt x="362792" y="10831"/>
                    <a:pt x="366240" y="11449"/>
                    <a:pt x="369590" y="12088"/>
                  </a:cubicBezTo>
                  <a:cubicBezTo>
                    <a:pt x="372940" y="12727"/>
                    <a:pt x="376190" y="13388"/>
                    <a:pt x="379336" y="14069"/>
                  </a:cubicBezTo>
                  <a:cubicBezTo>
                    <a:pt x="382482" y="14750"/>
                    <a:pt x="385521" y="15451"/>
                    <a:pt x="388451" y="16171"/>
                  </a:cubicBezTo>
                  <a:cubicBezTo>
                    <a:pt x="391380" y="16891"/>
                    <a:pt x="394197" y="17629"/>
                    <a:pt x="396898" y="18385"/>
                  </a:cubicBezTo>
                  <a:cubicBezTo>
                    <a:pt x="399599" y="19141"/>
                    <a:pt x="402183" y="19913"/>
                    <a:pt x="404646" y="20702"/>
                  </a:cubicBezTo>
                  <a:cubicBezTo>
                    <a:pt x="407108" y="21491"/>
                    <a:pt x="409448" y="22295"/>
                    <a:pt x="411662" y="23114"/>
                  </a:cubicBezTo>
                  <a:cubicBezTo>
                    <a:pt x="413876" y="23932"/>
                    <a:pt x="415962" y="24765"/>
                    <a:pt x="417919" y="25610"/>
                  </a:cubicBezTo>
                  <a:cubicBezTo>
                    <a:pt x="419876" y="26456"/>
                    <a:pt x="421701" y="27313"/>
                    <a:pt x="423393" y="28182"/>
                  </a:cubicBezTo>
                  <a:cubicBezTo>
                    <a:pt x="425085" y="29050"/>
                    <a:pt x="426642" y="29929"/>
                    <a:pt x="428062" y="30818"/>
                  </a:cubicBezTo>
                  <a:cubicBezTo>
                    <a:pt x="429482" y="31706"/>
                    <a:pt x="430764" y="32604"/>
                    <a:pt x="431907" y="33508"/>
                  </a:cubicBezTo>
                  <a:cubicBezTo>
                    <a:pt x="433050" y="34413"/>
                    <a:pt x="434053" y="35325"/>
                    <a:pt x="434914" y="36243"/>
                  </a:cubicBezTo>
                  <a:cubicBezTo>
                    <a:pt x="435775" y="37160"/>
                    <a:pt x="436494" y="38083"/>
                    <a:pt x="437070" y="39010"/>
                  </a:cubicBezTo>
                  <a:cubicBezTo>
                    <a:pt x="437646" y="39937"/>
                    <a:pt x="438079" y="40867"/>
                    <a:pt x="438367" y="41800"/>
                  </a:cubicBezTo>
                  <a:cubicBezTo>
                    <a:pt x="438656" y="42732"/>
                    <a:pt x="438800" y="43666"/>
                    <a:pt x="438800" y="44600"/>
                  </a:cubicBezTo>
                  <a:close/>
                </a:path>
              </a:pathLst>
            </a:custGeom>
            <a:solidFill>
              <a:srgbClr val="B265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7" name="probe-noto-emoji_u1f4a1-part-4"/>
            <p:cNvSpPr/>
            <p:nvPr/>
          </p:nvSpPr>
          <p:spPr>
            <a:xfrm>
              <a:off x="420600" y="816700"/>
              <a:ext cx="438800" cy="89200"/>
            </a:xfrm>
            <a:custGeom>
              <a:avLst/>
              <a:gdLst/>
              <a:ahLst/>
              <a:cxnLst/>
              <a:rect l="0" t="0" r="r" b="b"/>
              <a:pathLst>
                <a:path w="438800" h="89200">
                  <a:moveTo>
                    <a:pt x="438800" y="44600"/>
                  </a:moveTo>
                  <a:cubicBezTo>
                    <a:pt x="438800" y="45534"/>
                    <a:pt x="438656" y="46468"/>
                    <a:pt x="438367" y="47400"/>
                  </a:cubicBezTo>
                  <a:cubicBezTo>
                    <a:pt x="438079" y="48333"/>
                    <a:pt x="437646" y="49263"/>
                    <a:pt x="437070" y="50190"/>
                  </a:cubicBezTo>
                  <a:cubicBezTo>
                    <a:pt x="436494" y="51117"/>
                    <a:pt x="435775" y="52040"/>
                    <a:pt x="434914" y="52957"/>
                  </a:cubicBezTo>
                  <a:cubicBezTo>
                    <a:pt x="434053" y="53875"/>
                    <a:pt x="433050" y="54787"/>
                    <a:pt x="431907" y="55692"/>
                  </a:cubicBezTo>
                  <a:cubicBezTo>
                    <a:pt x="430764" y="56596"/>
                    <a:pt x="429482" y="57494"/>
                    <a:pt x="428062" y="58382"/>
                  </a:cubicBezTo>
                  <a:cubicBezTo>
                    <a:pt x="426642" y="59271"/>
                    <a:pt x="425085" y="60150"/>
                    <a:pt x="423393" y="61018"/>
                  </a:cubicBezTo>
                  <a:cubicBezTo>
                    <a:pt x="421701" y="61887"/>
                    <a:pt x="419876" y="62744"/>
                    <a:pt x="417919" y="63590"/>
                  </a:cubicBezTo>
                  <a:cubicBezTo>
                    <a:pt x="415962" y="64435"/>
                    <a:pt x="413876" y="65268"/>
                    <a:pt x="411662" y="66086"/>
                  </a:cubicBezTo>
                  <a:cubicBezTo>
                    <a:pt x="409448" y="66905"/>
                    <a:pt x="407108" y="67709"/>
                    <a:pt x="404646" y="68498"/>
                  </a:cubicBezTo>
                  <a:cubicBezTo>
                    <a:pt x="402183" y="69287"/>
                    <a:pt x="399599" y="70059"/>
                    <a:pt x="396898" y="70815"/>
                  </a:cubicBezTo>
                  <a:cubicBezTo>
                    <a:pt x="394197" y="71571"/>
                    <a:pt x="391380" y="72309"/>
                    <a:pt x="388451" y="73029"/>
                  </a:cubicBezTo>
                  <a:cubicBezTo>
                    <a:pt x="385521" y="73749"/>
                    <a:pt x="382482" y="74450"/>
                    <a:pt x="379336" y="75131"/>
                  </a:cubicBezTo>
                  <a:cubicBezTo>
                    <a:pt x="376190" y="75812"/>
                    <a:pt x="372940" y="76473"/>
                    <a:pt x="369590" y="77112"/>
                  </a:cubicBezTo>
                  <a:cubicBezTo>
                    <a:pt x="366240" y="77751"/>
                    <a:pt x="362792" y="78369"/>
                    <a:pt x="359251" y="78965"/>
                  </a:cubicBezTo>
                  <a:cubicBezTo>
                    <a:pt x="355710" y="79560"/>
                    <a:pt x="352078" y="80133"/>
                    <a:pt x="348360" y="80682"/>
                  </a:cubicBezTo>
                  <a:cubicBezTo>
                    <a:pt x="344642" y="81231"/>
                    <a:pt x="340840" y="81756"/>
                    <a:pt x="336960" y="82257"/>
                  </a:cubicBezTo>
                  <a:cubicBezTo>
                    <a:pt x="333080" y="82758"/>
                    <a:pt x="329124" y="83233"/>
                    <a:pt x="325097" y="83683"/>
                  </a:cubicBezTo>
                  <a:cubicBezTo>
                    <a:pt x="321070" y="84133"/>
                    <a:pt x="316974" y="84558"/>
                    <a:pt x="312816" y="84955"/>
                  </a:cubicBezTo>
                  <a:cubicBezTo>
                    <a:pt x="308658" y="85353"/>
                    <a:pt x="304439" y="85724"/>
                    <a:pt x="300167" y="86068"/>
                  </a:cubicBezTo>
                  <a:cubicBezTo>
                    <a:pt x="295894" y="86412"/>
                    <a:pt x="291569" y="86728"/>
                    <a:pt x="287198" y="87017"/>
                  </a:cubicBezTo>
                  <a:cubicBezTo>
                    <a:pt x="282828" y="87306"/>
                    <a:pt x="278414" y="87566"/>
                    <a:pt x="273963" y="87799"/>
                  </a:cubicBezTo>
                  <a:cubicBezTo>
                    <a:pt x="269511" y="88031"/>
                    <a:pt x="265026" y="88235"/>
                    <a:pt x="260511" y="88410"/>
                  </a:cubicBezTo>
                  <a:cubicBezTo>
                    <a:pt x="255997" y="88585"/>
                    <a:pt x="251457" y="88731"/>
                    <a:pt x="246898" y="88848"/>
                  </a:cubicBezTo>
                  <a:cubicBezTo>
                    <a:pt x="242339" y="88965"/>
                    <a:pt x="237763" y="89053"/>
                    <a:pt x="233176" y="89112"/>
                  </a:cubicBezTo>
                  <a:cubicBezTo>
                    <a:pt x="228590" y="89171"/>
                    <a:pt x="223995" y="89200"/>
                    <a:pt x="219400" y="89200"/>
                  </a:cubicBezTo>
                  <a:cubicBezTo>
                    <a:pt x="214805" y="89200"/>
                    <a:pt x="210210" y="89171"/>
                    <a:pt x="205624" y="89112"/>
                  </a:cubicBezTo>
                  <a:cubicBezTo>
                    <a:pt x="201037" y="89053"/>
                    <a:pt x="196461" y="88965"/>
                    <a:pt x="191902" y="88848"/>
                  </a:cubicBezTo>
                  <a:cubicBezTo>
                    <a:pt x="187343" y="88731"/>
                    <a:pt x="182803" y="88585"/>
                    <a:pt x="178289" y="88410"/>
                  </a:cubicBezTo>
                  <a:cubicBezTo>
                    <a:pt x="173774" y="88235"/>
                    <a:pt x="169289" y="88031"/>
                    <a:pt x="164837" y="87799"/>
                  </a:cubicBezTo>
                  <a:cubicBezTo>
                    <a:pt x="160386" y="87566"/>
                    <a:pt x="155972" y="87306"/>
                    <a:pt x="151602" y="87017"/>
                  </a:cubicBezTo>
                  <a:cubicBezTo>
                    <a:pt x="147231" y="86728"/>
                    <a:pt x="142906" y="86412"/>
                    <a:pt x="138633" y="86068"/>
                  </a:cubicBezTo>
                  <a:cubicBezTo>
                    <a:pt x="134361" y="85724"/>
                    <a:pt x="130142" y="85353"/>
                    <a:pt x="125984" y="84955"/>
                  </a:cubicBezTo>
                  <a:cubicBezTo>
                    <a:pt x="121826" y="84558"/>
                    <a:pt x="117730" y="84133"/>
                    <a:pt x="113703" y="83683"/>
                  </a:cubicBezTo>
                  <a:cubicBezTo>
                    <a:pt x="109676" y="83233"/>
                    <a:pt x="105720" y="82758"/>
                    <a:pt x="101840" y="82257"/>
                  </a:cubicBezTo>
                  <a:cubicBezTo>
                    <a:pt x="97960" y="81756"/>
                    <a:pt x="94158" y="81231"/>
                    <a:pt x="90440" y="80682"/>
                  </a:cubicBezTo>
                  <a:cubicBezTo>
                    <a:pt x="86722" y="80133"/>
                    <a:pt x="83090" y="79560"/>
                    <a:pt x="79549" y="78965"/>
                  </a:cubicBezTo>
                  <a:cubicBezTo>
                    <a:pt x="76008" y="78369"/>
                    <a:pt x="72560" y="77751"/>
                    <a:pt x="69210" y="77112"/>
                  </a:cubicBezTo>
                  <a:cubicBezTo>
                    <a:pt x="65860" y="76473"/>
                    <a:pt x="62610" y="75812"/>
                    <a:pt x="59464" y="75131"/>
                  </a:cubicBezTo>
                  <a:cubicBezTo>
                    <a:pt x="56318" y="74450"/>
                    <a:pt x="53279" y="73749"/>
                    <a:pt x="50349" y="73029"/>
                  </a:cubicBezTo>
                  <a:cubicBezTo>
                    <a:pt x="47420" y="72309"/>
                    <a:pt x="44603" y="71571"/>
                    <a:pt x="41902" y="70815"/>
                  </a:cubicBezTo>
                  <a:cubicBezTo>
                    <a:pt x="39201" y="70059"/>
                    <a:pt x="36617" y="69287"/>
                    <a:pt x="34154" y="68498"/>
                  </a:cubicBezTo>
                  <a:cubicBezTo>
                    <a:pt x="31692" y="67709"/>
                    <a:pt x="29352" y="66905"/>
                    <a:pt x="27138" y="66086"/>
                  </a:cubicBezTo>
                  <a:cubicBezTo>
                    <a:pt x="24924" y="65268"/>
                    <a:pt x="22838" y="64435"/>
                    <a:pt x="20881" y="63590"/>
                  </a:cubicBezTo>
                  <a:cubicBezTo>
                    <a:pt x="18924" y="62744"/>
                    <a:pt x="17099" y="61887"/>
                    <a:pt x="15407" y="61018"/>
                  </a:cubicBezTo>
                  <a:cubicBezTo>
                    <a:pt x="13715" y="60150"/>
                    <a:pt x="12158" y="59271"/>
                    <a:pt x="10738" y="58382"/>
                  </a:cubicBezTo>
                  <a:cubicBezTo>
                    <a:pt x="9318" y="57494"/>
                    <a:pt x="8036" y="56596"/>
                    <a:pt x="6893" y="55692"/>
                  </a:cubicBezTo>
                  <a:cubicBezTo>
                    <a:pt x="5750" y="54787"/>
                    <a:pt x="4747" y="53875"/>
                    <a:pt x="3886" y="52957"/>
                  </a:cubicBezTo>
                  <a:cubicBezTo>
                    <a:pt x="3025" y="52040"/>
                    <a:pt x="2306" y="51117"/>
                    <a:pt x="1730" y="50190"/>
                  </a:cubicBezTo>
                  <a:cubicBezTo>
                    <a:pt x="1154" y="49263"/>
                    <a:pt x="721" y="48333"/>
                    <a:pt x="433" y="47400"/>
                  </a:cubicBezTo>
                  <a:cubicBezTo>
                    <a:pt x="144" y="46468"/>
                    <a:pt x="0" y="45534"/>
                    <a:pt x="0" y="44600"/>
                  </a:cubicBezTo>
                  <a:cubicBezTo>
                    <a:pt x="0" y="43666"/>
                    <a:pt x="144" y="42732"/>
                    <a:pt x="433" y="41800"/>
                  </a:cubicBezTo>
                  <a:cubicBezTo>
                    <a:pt x="721" y="40867"/>
                    <a:pt x="1154" y="39937"/>
                    <a:pt x="1730" y="39010"/>
                  </a:cubicBezTo>
                  <a:cubicBezTo>
                    <a:pt x="2306" y="38083"/>
                    <a:pt x="3025" y="37160"/>
                    <a:pt x="3886" y="36243"/>
                  </a:cubicBezTo>
                  <a:cubicBezTo>
                    <a:pt x="4747" y="35325"/>
                    <a:pt x="5750" y="34413"/>
                    <a:pt x="6893" y="33508"/>
                  </a:cubicBezTo>
                  <a:cubicBezTo>
                    <a:pt x="8036" y="32604"/>
                    <a:pt x="9318" y="31706"/>
                    <a:pt x="10738" y="30818"/>
                  </a:cubicBezTo>
                  <a:cubicBezTo>
                    <a:pt x="12158" y="29929"/>
                    <a:pt x="13715" y="29050"/>
                    <a:pt x="15407" y="28182"/>
                  </a:cubicBezTo>
                  <a:cubicBezTo>
                    <a:pt x="17099" y="27313"/>
                    <a:pt x="18924" y="26456"/>
                    <a:pt x="20881" y="25610"/>
                  </a:cubicBezTo>
                  <a:cubicBezTo>
                    <a:pt x="22838" y="24765"/>
                    <a:pt x="24924" y="23932"/>
                    <a:pt x="27138" y="23114"/>
                  </a:cubicBezTo>
                  <a:cubicBezTo>
                    <a:pt x="29352" y="22295"/>
                    <a:pt x="31692" y="21491"/>
                    <a:pt x="34154" y="20702"/>
                  </a:cubicBezTo>
                  <a:cubicBezTo>
                    <a:pt x="36617" y="19913"/>
                    <a:pt x="39201" y="19141"/>
                    <a:pt x="41902" y="18385"/>
                  </a:cubicBezTo>
                  <a:cubicBezTo>
                    <a:pt x="44603" y="17629"/>
                    <a:pt x="47420" y="16891"/>
                    <a:pt x="50349" y="16171"/>
                  </a:cubicBezTo>
                  <a:cubicBezTo>
                    <a:pt x="53279" y="15451"/>
                    <a:pt x="56318" y="14750"/>
                    <a:pt x="59464" y="14069"/>
                  </a:cubicBezTo>
                  <a:cubicBezTo>
                    <a:pt x="62610" y="13388"/>
                    <a:pt x="65860" y="12727"/>
                    <a:pt x="69210" y="12088"/>
                  </a:cubicBezTo>
                  <a:cubicBezTo>
                    <a:pt x="72560" y="11449"/>
                    <a:pt x="76008" y="10831"/>
                    <a:pt x="79549" y="10235"/>
                  </a:cubicBezTo>
                  <a:cubicBezTo>
                    <a:pt x="83090" y="9640"/>
                    <a:pt x="86722" y="9067"/>
                    <a:pt x="90440" y="8518"/>
                  </a:cubicBezTo>
                  <a:cubicBezTo>
                    <a:pt x="94158" y="7969"/>
                    <a:pt x="97960" y="7444"/>
                    <a:pt x="101840" y="6943"/>
                  </a:cubicBezTo>
                  <a:cubicBezTo>
                    <a:pt x="105720" y="6442"/>
                    <a:pt x="109676" y="5967"/>
                    <a:pt x="113703" y="5517"/>
                  </a:cubicBezTo>
                  <a:cubicBezTo>
                    <a:pt x="117730" y="5067"/>
                    <a:pt x="121826" y="4642"/>
                    <a:pt x="125984" y="4245"/>
                  </a:cubicBezTo>
                  <a:cubicBezTo>
                    <a:pt x="130142" y="3847"/>
                    <a:pt x="134361" y="3476"/>
                    <a:pt x="138633" y="3132"/>
                  </a:cubicBezTo>
                  <a:cubicBezTo>
                    <a:pt x="142906" y="2788"/>
                    <a:pt x="147231" y="2472"/>
                    <a:pt x="151602" y="2183"/>
                  </a:cubicBezTo>
                  <a:cubicBezTo>
                    <a:pt x="155972" y="1894"/>
                    <a:pt x="160386" y="1634"/>
                    <a:pt x="164837" y="1401"/>
                  </a:cubicBezTo>
                  <a:cubicBezTo>
                    <a:pt x="169289" y="1169"/>
                    <a:pt x="173774" y="965"/>
                    <a:pt x="178289" y="790"/>
                  </a:cubicBezTo>
                  <a:cubicBezTo>
                    <a:pt x="182803" y="615"/>
                    <a:pt x="187343" y="469"/>
                    <a:pt x="191902" y="352"/>
                  </a:cubicBezTo>
                  <a:cubicBezTo>
                    <a:pt x="196461" y="235"/>
                    <a:pt x="201037" y="147"/>
                    <a:pt x="205624" y="88"/>
                  </a:cubicBezTo>
                  <a:cubicBezTo>
                    <a:pt x="210210" y="29"/>
                    <a:pt x="214805" y="0"/>
                    <a:pt x="219400" y="0"/>
                  </a:cubicBezTo>
                  <a:cubicBezTo>
                    <a:pt x="223995" y="0"/>
                    <a:pt x="228590" y="29"/>
                    <a:pt x="233176" y="88"/>
                  </a:cubicBezTo>
                  <a:cubicBezTo>
                    <a:pt x="237763" y="147"/>
                    <a:pt x="242339" y="235"/>
                    <a:pt x="246898" y="352"/>
                  </a:cubicBezTo>
                  <a:cubicBezTo>
                    <a:pt x="251457" y="469"/>
                    <a:pt x="255997" y="615"/>
                    <a:pt x="260511" y="790"/>
                  </a:cubicBezTo>
                  <a:cubicBezTo>
                    <a:pt x="265026" y="965"/>
                    <a:pt x="269511" y="1169"/>
                    <a:pt x="273963" y="1401"/>
                  </a:cubicBezTo>
                  <a:cubicBezTo>
                    <a:pt x="278414" y="1634"/>
                    <a:pt x="282828" y="1894"/>
                    <a:pt x="287198" y="2183"/>
                  </a:cubicBezTo>
                  <a:cubicBezTo>
                    <a:pt x="291569" y="2472"/>
                    <a:pt x="295894" y="2788"/>
                    <a:pt x="300167" y="3132"/>
                  </a:cubicBezTo>
                  <a:cubicBezTo>
                    <a:pt x="304439" y="3476"/>
                    <a:pt x="308658" y="3847"/>
                    <a:pt x="312816" y="4245"/>
                  </a:cubicBezTo>
                  <a:cubicBezTo>
                    <a:pt x="316974" y="4642"/>
                    <a:pt x="321070" y="5067"/>
                    <a:pt x="325097" y="5517"/>
                  </a:cubicBezTo>
                  <a:cubicBezTo>
                    <a:pt x="329124" y="5967"/>
                    <a:pt x="333080" y="6442"/>
                    <a:pt x="336960" y="6943"/>
                  </a:cubicBezTo>
                  <a:cubicBezTo>
                    <a:pt x="340840" y="7444"/>
                    <a:pt x="344642" y="7969"/>
                    <a:pt x="348360" y="8518"/>
                  </a:cubicBezTo>
                  <a:cubicBezTo>
                    <a:pt x="352078" y="9067"/>
                    <a:pt x="355710" y="9640"/>
                    <a:pt x="359251" y="10235"/>
                  </a:cubicBezTo>
                  <a:cubicBezTo>
                    <a:pt x="362792" y="10831"/>
                    <a:pt x="366240" y="11449"/>
                    <a:pt x="369590" y="12088"/>
                  </a:cubicBezTo>
                  <a:cubicBezTo>
                    <a:pt x="372940" y="12727"/>
                    <a:pt x="376190" y="13388"/>
                    <a:pt x="379336" y="14069"/>
                  </a:cubicBezTo>
                  <a:cubicBezTo>
                    <a:pt x="382482" y="14750"/>
                    <a:pt x="385521" y="15451"/>
                    <a:pt x="388451" y="16171"/>
                  </a:cubicBezTo>
                  <a:cubicBezTo>
                    <a:pt x="391380" y="16891"/>
                    <a:pt x="394197" y="17629"/>
                    <a:pt x="396898" y="18385"/>
                  </a:cubicBezTo>
                  <a:cubicBezTo>
                    <a:pt x="399599" y="19141"/>
                    <a:pt x="402183" y="19913"/>
                    <a:pt x="404646" y="20702"/>
                  </a:cubicBezTo>
                  <a:cubicBezTo>
                    <a:pt x="407108" y="21491"/>
                    <a:pt x="409448" y="22295"/>
                    <a:pt x="411662" y="23114"/>
                  </a:cubicBezTo>
                  <a:cubicBezTo>
                    <a:pt x="413876" y="23932"/>
                    <a:pt x="415962" y="24765"/>
                    <a:pt x="417919" y="25610"/>
                  </a:cubicBezTo>
                  <a:cubicBezTo>
                    <a:pt x="419876" y="26456"/>
                    <a:pt x="421701" y="27313"/>
                    <a:pt x="423393" y="28182"/>
                  </a:cubicBezTo>
                  <a:cubicBezTo>
                    <a:pt x="425085" y="29050"/>
                    <a:pt x="426642" y="29929"/>
                    <a:pt x="428062" y="30818"/>
                  </a:cubicBezTo>
                  <a:cubicBezTo>
                    <a:pt x="429482" y="31706"/>
                    <a:pt x="430764" y="32604"/>
                    <a:pt x="431907" y="33508"/>
                  </a:cubicBezTo>
                  <a:cubicBezTo>
                    <a:pt x="433050" y="34413"/>
                    <a:pt x="434053" y="35325"/>
                    <a:pt x="434914" y="36243"/>
                  </a:cubicBezTo>
                  <a:cubicBezTo>
                    <a:pt x="435775" y="37160"/>
                    <a:pt x="436494" y="38083"/>
                    <a:pt x="437070" y="39010"/>
                  </a:cubicBezTo>
                  <a:cubicBezTo>
                    <a:pt x="437646" y="39937"/>
                    <a:pt x="438079" y="40867"/>
                    <a:pt x="438367" y="41800"/>
                  </a:cubicBezTo>
                  <a:cubicBezTo>
                    <a:pt x="438656" y="42732"/>
                    <a:pt x="438800" y="43666"/>
                    <a:pt x="438800" y="44600"/>
                  </a:cubicBezTo>
                  <a:close/>
                </a:path>
              </a:pathLst>
            </a:custGeom>
            <a:solidFill>
              <a:srgbClr val="B265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8" name="probe-noto-emoji_u1f4a1-part-5"/>
            <p:cNvSpPr/>
            <p:nvPr/>
          </p:nvSpPr>
          <p:spPr>
            <a:xfrm>
              <a:off x="480100" y="840700"/>
              <a:ext cx="319800" cy="41200"/>
            </a:xfrm>
            <a:custGeom>
              <a:avLst/>
              <a:gdLst/>
              <a:ahLst/>
              <a:cxnLst/>
              <a:rect l="0" t="0" r="r" b="b"/>
              <a:pathLst>
                <a:path w="319800" h="41200">
                  <a:moveTo>
                    <a:pt x="319800" y="20600"/>
                  </a:moveTo>
                  <a:cubicBezTo>
                    <a:pt x="319800" y="21031"/>
                    <a:pt x="319695" y="21463"/>
                    <a:pt x="319484" y="21893"/>
                  </a:cubicBezTo>
                  <a:cubicBezTo>
                    <a:pt x="319274" y="22324"/>
                    <a:pt x="318959" y="22754"/>
                    <a:pt x="318539" y="23182"/>
                  </a:cubicBezTo>
                  <a:cubicBezTo>
                    <a:pt x="318119" y="23610"/>
                    <a:pt x="317595" y="24036"/>
                    <a:pt x="316968" y="24460"/>
                  </a:cubicBezTo>
                  <a:cubicBezTo>
                    <a:pt x="316340" y="24884"/>
                    <a:pt x="315609" y="25305"/>
                    <a:pt x="314776" y="25723"/>
                  </a:cubicBezTo>
                  <a:cubicBezTo>
                    <a:pt x="313944" y="26141"/>
                    <a:pt x="313009" y="26555"/>
                    <a:pt x="311974" y="26966"/>
                  </a:cubicBezTo>
                  <a:cubicBezTo>
                    <a:pt x="310939" y="27376"/>
                    <a:pt x="309804" y="27782"/>
                    <a:pt x="308571" y="28183"/>
                  </a:cubicBezTo>
                  <a:cubicBezTo>
                    <a:pt x="307338" y="28585"/>
                    <a:pt x="306008" y="28981"/>
                    <a:pt x="304582" y="29371"/>
                  </a:cubicBezTo>
                  <a:cubicBezTo>
                    <a:pt x="303156" y="29761"/>
                    <a:pt x="301635" y="30146"/>
                    <a:pt x="300021" y="30524"/>
                  </a:cubicBezTo>
                  <a:cubicBezTo>
                    <a:pt x="298408" y="30902"/>
                    <a:pt x="296703" y="31274"/>
                    <a:pt x="294908" y="31638"/>
                  </a:cubicBezTo>
                  <a:cubicBezTo>
                    <a:pt x="293113" y="32002"/>
                    <a:pt x="291230" y="32359"/>
                    <a:pt x="289262" y="32708"/>
                  </a:cubicBezTo>
                  <a:cubicBezTo>
                    <a:pt x="287293" y="33057"/>
                    <a:pt x="285240" y="33398"/>
                    <a:pt x="283105" y="33731"/>
                  </a:cubicBezTo>
                  <a:cubicBezTo>
                    <a:pt x="280970" y="34063"/>
                    <a:pt x="278755" y="34387"/>
                    <a:pt x="276462" y="34702"/>
                  </a:cubicBezTo>
                  <a:cubicBezTo>
                    <a:pt x="274169" y="35016"/>
                    <a:pt x="271801" y="35321"/>
                    <a:pt x="269359" y="35617"/>
                  </a:cubicBezTo>
                  <a:cubicBezTo>
                    <a:pt x="266918" y="35912"/>
                    <a:pt x="264405" y="36198"/>
                    <a:pt x="261824" y="36473"/>
                  </a:cubicBezTo>
                  <a:cubicBezTo>
                    <a:pt x="259243" y="36748"/>
                    <a:pt x="256596" y="37012"/>
                    <a:pt x="253887" y="37266"/>
                  </a:cubicBezTo>
                  <a:cubicBezTo>
                    <a:pt x="251177" y="37519"/>
                    <a:pt x="248407" y="37762"/>
                    <a:pt x="245579" y="37993"/>
                  </a:cubicBezTo>
                  <a:cubicBezTo>
                    <a:pt x="242751" y="38224"/>
                    <a:pt x="239867" y="38444"/>
                    <a:pt x="236932" y="38652"/>
                  </a:cubicBezTo>
                  <a:cubicBezTo>
                    <a:pt x="233997" y="38860"/>
                    <a:pt x="231013" y="39056"/>
                    <a:pt x="227982" y="39239"/>
                  </a:cubicBezTo>
                  <a:cubicBezTo>
                    <a:pt x="224952" y="39423"/>
                    <a:pt x="221877" y="39595"/>
                    <a:pt x="218763" y="39753"/>
                  </a:cubicBezTo>
                  <a:cubicBezTo>
                    <a:pt x="215649" y="39912"/>
                    <a:pt x="212497" y="40058"/>
                    <a:pt x="209312" y="40192"/>
                  </a:cubicBezTo>
                  <a:cubicBezTo>
                    <a:pt x="206127" y="40325"/>
                    <a:pt x="202910" y="40446"/>
                    <a:pt x="199666" y="40553"/>
                  </a:cubicBezTo>
                  <a:cubicBezTo>
                    <a:pt x="196422" y="40660"/>
                    <a:pt x="193152" y="40754"/>
                    <a:pt x="189862" y="40835"/>
                  </a:cubicBezTo>
                  <a:cubicBezTo>
                    <a:pt x="186572" y="40916"/>
                    <a:pt x="183264" y="40983"/>
                    <a:pt x="179941" y="41038"/>
                  </a:cubicBezTo>
                  <a:cubicBezTo>
                    <a:pt x="176618" y="41092"/>
                    <a:pt x="173283" y="41132"/>
                    <a:pt x="169940" y="41159"/>
                  </a:cubicBezTo>
                  <a:cubicBezTo>
                    <a:pt x="166598" y="41186"/>
                    <a:pt x="163249" y="41200"/>
                    <a:pt x="159900" y="41200"/>
                  </a:cubicBezTo>
                  <a:cubicBezTo>
                    <a:pt x="156551" y="41200"/>
                    <a:pt x="153202" y="41186"/>
                    <a:pt x="149860" y="41159"/>
                  </a:cubicBezTo>
                  <a:cubicBezTo>
                    <a:pt x="146517" y="41132"/>
                    <a:pt x="143182" y="41092"/>
                    <a:pt x="139859" y="41038"/>
                  </a:cubicBezTo>
                  <a:cubicBezTo>
                    <a:pt x="136536" y="40983"/>
                    <a:pt x="133228" y="40916"/>
                    <a:pt x="129938" y="40835"/>
                  </a:cubicBezTo>
                  <a:cubicBezTo>
                    <a:pt x="126648" y="40754"/>
                    <a:pt x="123378" y="40660"/>
                    <a:pt x="120134" y="40553"/>
                  </a:cubicBezTo>
                  <a:cubicBezTo>
                    <a:pt x="116890" y="40446"/>
                    <a:pt x="113673" y="40325"/>
                    <a:pt x="110488" y="40192"/>
                  </a:cubicBezTo>
                  <a:cubicBezTo>
                    <a:pt x="107303" y="40058"/>
                    <a:pt x="104151" y="39912"/>
                    <a:pt x="101037" y="39753"/>
                  </a:cubicBezTo>
                  <a:cubicBezTo>
                    <a:pt x="97923" y="39595"/>
                    <a:pt x="94848" y="39423"/>
                    <a:pt x="91818" y="39239"/>
                  </a:cubicBezTo>
                  <a:cubicBezTo>
                    <a:pt x="88787" y="39056"/>
                    <a:pt x="85803" y="38860"/>
                    <a:pt x="82868" y="38652"/>
                  </a:cubicBezTo>
                  <a:cubicBezTo>
                    <a:pt x="79933" y="38444"/>
                    <a:pt x="77049" y="38224"/>
                    <a:pt x="74221" y="37993"/>
                  </a:cubicBezTo>
                  <a:cubicBezTo>
                    <a:pt x="71393" y="37762"/>
                    <a:pt x="68623" y="37519"/>
                    <a:pt x="65913" y="37266"/>
                  </a:cubicBezTo>
                  <a:cubicBezTo>
                    <a:pt x="63204" y="37012"/>
                    <a:pt x="60557" y="36748"/>
                    <a:pt x="57976" y="36473"/>
                  </a:cubicBezTo>
                  <a:cubicBezTo>
                    <a:pt x="55395" y="36198"/>
                    <a:pt x="52882" y="35912"/>
                    <a:pt x="50441" y="35617"/>
                  </a:cubicBezTo>
                  <a:cubicBezTo>
                    <a:pt x="47999" y="35321"/>
                    <a:pt x="45631" y="35016"/>
                    <a:pt x="43338" y="34702"/>
                  </a:cubicBezTo>
                  <a:cubicBezTo>
                    <a:pt x="41045" y="34387"/>
                    <a:pt x="38830" y="34063"/>
                    <a:pt x="36695" y="33731"/>
                  </a:cubicBezTo>
                  <a:cubicBezTo>
                    <a:pt x="34560" y="33398"/>
                    <a:pt x="32507" y="33057"/>
                    <a:pt x="30538" y="32708"/>
                  </a:cubicBezTo>
                  <a:cubicBezTo>
                    <a:pt x="28570" y="32359"/>
                    <a:pt x="26687" y="32002"/>
                    <a:pt x="24892" y="31638"/>
                  </a:cubicBezTo>
                  <a:cubicBezTo>
                    <a:pt x="23097" y="31274"/>
                    <a:pt x="21392" y="30902"/>
                    <a:pt x="19779" y="30524"/>
                  </a:cubicBezTo>
                  <a:cubicBezTo>
                    <a:pt x="18165" y="30146"/>
                    <a:pt x="16644" y="29761"/>
                    <a:pt x="15218" y="29371"/>
                  </a:cubicBezTo>
                  <a:cubicBezTo>
                    <a:pt x="13792" y="28981"/>
                    <a:pt x="12462" y="28585"/>
                    <a:pt x="11229" y="28183"/>
                  </a:cubicBezTo>
                  <a:cubicBezTo>
                    <a:pt x="9996" y="27782"/>
                    <a:pt x="8861" y="27376"/>
                    <a:pt x="7826" y="26966"/>
                  </a:cubicBezTo>
                  <a:cubicBezTo>
                    <a:pt x="6791" y="26555"/>
                    <a:pt x="5856" y="26141"/>
                    <a:pt x="5024" y="25723"/>
                  </a:cubicBezTo>
                  <a:cubicBezTo>
                    <a:pt x="4191" y="25305"/>
                    <a:pt x="3460" y="24884"/>
                    <a:pt x="2832" y="24460"/>
                  </a:cubicBezTo>
                  <a:cubicBezTo>
                    <a:pt x="2205" y="24036"/>
                    <a:pt x="1681" y="23610"/>
                    <a:pt x="1261" y="23182"/>
                  </a:cubicBezTo>
                  <a:cubicBezTo>
                    <a:pt x="841" y="22754"/>
                    <a:pt x="526" y="22324"/>
                    <a:pt x="316" y="21893"/>
                  </a:cubicBezTo>
                  <a:cubicBezTo>
                    <a:pt x="105" y="21463"/>
                    <a:pt x="0" y="21031"/>
                    <a:pt x="0" y="20600"/>
                  </a:cubicBezTo>
                  <a:cubicBezTo>
                    <a:pt x="0" y="20169"/>
                    <a:pt x="105" y="19737"/>
                    <a:pt x="316" y="19307"/>
                  </a:cubicBezTo>
                  <a:cubicBezTo>
                    <a:pt x="526" y="18876"/>
                    <a:pt x="841" y="18446"/>
                    <a:pt x="1261" y="18018"/>
                  </a:cubicBezTo>
                  <a:cubicBezTo>
                    <a:pt x="1681" y="17590"/>
                    <a:pt x="2205" y="17164"/>
                    <a:pt x="2832" y="16740"/>
                  </a:cubicBezTo>
                  <a:cubicBezTo>
                    <a:pt x="3460" y="16316"/>
                    <a:pt x="4191" y="15895"/>
                    <a:pt x="5024" y="15477"/>
                  </a:cubicBezTo>
                  <a:cubicBezTo>
                    <a:pt x="5856" y="15059"/>
                    <a:pt x="6791" y="14645"/>
                    <a:pt x="7826" y="14234"/>
                  </a:cubicBezTo>
                  <a:cubicBezTo>
                    <a:pt x="8861" y="13824"/>
                    <a:pt x="9996" y="13418"/>
                    <a:pt x="11229" y="13017"/>
                  </a:cubicBezTo>
                  <a:cubicBezTo>
                    <a:pt x="12462" y="12615"/>
                    <a:pt x="13792" y="12219"/>
                    <a:pt x="15218" y="11829"/>
                  </a:cubicBezTo>
                  <a:cubicBezTo>
                    <a:pt x="16644" y="11439"/>
                    <a:pt x="18165" y="11054"/>
                    <a:pt x="19779" y="10676"/>
                  </a:cubicBezTo>
                  <a:cubicBezTo>
                    <a:pt x="21392" y="10298"/>
                    <a:pt x="23097" y="9926"/>
                    <a:pt x="24892" y="9562"/>
                  </a:cubicBezTo>
                  <a:cubicBezTo>
                    <a:pt x="26687" y="9198"/>
                    <a:pt x="28570" y="8841"/>
                    <a:pt x="30538" y="8492"/>
                  </a:cubicBezTo>
                  <a:cubicBezTo>
                    <a:pt x="32507" y="8143"/>
                    <a:pt x="34560" y="7802"/>
                    <a:pt x="36695" y="7469"/>
                  </a:cubicBezTo>
                  <a:cubicBezTo>
                    <a:pt x="38830" y="7137"/>
                    <a:pt x="41045" y="6813"/>
                    <a:pt x="43338" y="6498"/>
                  </a:cubicBezTo>
                  <a:cubicBezTo>
                    <a:pt x="45631" y="6184"/>
                    <a:pt x="47999" y="5879"/>
                    <a:pt x="50441" y="5583"/>
                  </a:cubicBezTo>
                  <a:cubicBezTo>
                    <a:pt x="52882" y="5288"/>
                    <a:pt x="55395" y="5002"/>
                    <a:pt x="57976" y="4727"/>
                  </a:cubicBezTo>
                  <a:cubicBezTo>
                    <a:pt x="60557" y="4452"/>
                    <a:pt x="63204" y="4188"/>
                    <a:pt x="65913" y="3934"/>
                  </a:cubicBezTo>
                  <a:cubicBezTo>
                    <a:pt x="68623" y="3681"/>
                    <a:pt x="71393" y="3438"/>
                    <a:pt x="74221" y="3207"/>
                  </a:cubicBezTo>
                  <a:cubicBezTo>
                    <a:pt x="77049" y="2976"/>
                    <a:pt x="79933" y="2756"/>
                    <a:pt x="82868" y="2548"/>
                  </a:cubicBezTo>
                  <a:cubicBezTo>
                    <a:pt x="85803" y="2340"/>
                    <a:pt x="88787" y="2144"/>
                    <a:pt x="91818" y="1961"/>
                  </a:cubicBezTo>
                  <a:cubicBezTo>
                    <a:pt x="94848" y="1777"/>
                    <a:pt x="97923" y="1605"/>
                    <a:pt x="101037" y="1447"/>
                  </a:cubicBezTo>
                  <a:cubicBezTo>
                    <a:pt x="104151" y="1288"/>
                    <a:pt x="107303" y="1142"/>
                    <a:pt x="110488" y="1008"/>
                  </a:cubicBezTo>
                  <a:cubicBezTo>
                    <a:pt x="113673" y="875"/>
                    <a:pt x="116890" y="754"/>
                    <a:pt x="120134" y="647"/>
                  </a:cubicBezTo>
                  <a:cubicBezTo>
                    <a:pt x="123378" y="540"/>
                    <a:pt x="126648" y="446"/>
                    <a:pt x="129938" y="365"/>
                  </a:cubicBezTo>
                  <a:cubicBezTo>
                    <a:pt x="133228" y="284"/>
                    <a:pt x="136536" y="217"/>
                    <a:pt x="139859" y="162"/>
                  </a:cubicBezTo>
                  <a:cubicBezTo>
                    <a:pt x="143182" y="108"/>
                    <a:pt x="146517" y="68"/>
                    <a:pt x="149860" y="41"/>
                  </a:cubicBezTo>
                  <a:cubicBezTo>
                    <a:pt x="153202" y="14"/>
                    <a:pt x="156551" y="0"/>
                    <a:pt x="159900" y="0"/>
                  </a:cubicBezTo>
                  <a:cubicBezTo>
                    <a:pt x="163249" y="0"/>
                    <a:pt x="166598" y="14"/>
                    <a:pt x="169940" y="41"/>
                  </a:cubicBezTo>
                  <a:cubicBezTo>
                    <a:pt x="173283" y="68"/>
                    <a:pt x="176618" y="108"/>
                    <a:pt x="179941" y="162"/>
                  </a:cubicBezTo>
                  <a:cubicBezTo>
                    <a:pt x="183264" y="217"/>
                    <a:pt x="186572" y="284"/>
                    <a:pt x="189862" y="365"/>
                  </a:cubicBezTo>
                  <a:cubicBezTo>
                    <a:pt x="193152" y="446"/>
                    <a:pt x="196422" y="540"/>
                    <a:pt x="199666" y="647"/>
                  </a:cubicBezTo>
                  <a:cubicBezTo>
                    <a:pt x="202910" y="754"/>
                    <a:pt x="206127" y="875"/>
                    <a:pt x="209312" y="1008"/>
                  </a:cubicBezTo>
                  <a:cubicBezTo>
                    <a:pt x="212497" y="1142"/>
                    <a:pt x="215649" y="1288"/>
                    <a:pt x="218763" y="1447"/>
                  </a:cubicBezTo>
                  <a:cubicBezTo>
                    <a:pt x="221877" y="1605"/>
                    <a:pt x="224952" y="1777"/>
                    <a:pt x="227982" y="1961"/>
                  </a:cubicBezTo>
                  <a:cubicBezTo>
                    <a:pt x="231013" y="2144"/>
                    <a:pt x="233997" y="2340"/>
                    <a:pt x="236932" y="2548"/>
                  </a:cubicBezTo>
                  <a:cubicBezTo>
                    <a:pt x="239867" y="2756"/>
                    <a:pt x="242751" y="2976"/>
                    <a:pt x="245579" y="3207"/>
                  </a:cubicBezTo>
                  <a:cubicBezTo>
                    <a:pt x="248407" y="3438"/>
                    <a:pt x="251177" y="3681"/>
                    <a:pt x="253887" y="3934"/>
                  </a:cubicBezTo>
                  <a:cubicBezTo>
                    <a:pt x="256596" y="4188"/>
                    <a:pt x="259243" y="4452"/>
                    <a:pt x="261824" y="4727"/>
                  </a:cubicBezTo>
                  <a:cubicBezTo>
                    <a:pt x="264405" y="5002"/>
                    <a:pt x="266918" y="5288"/>
                    <a:pt x="269359" y="5583"/>
                  </a:cubicBezTo>
                  <a:cubicBezTo>
                    <a:pt x="271801" y="5879"/>
                    <a:pt x="274169" y="6184"/>
                    <a:pt x="276462" y="6498"/>
                  </a:cubicBezTo>
                  <a:cubicBezTo>
                    <a:pt x="278755" y="6813"/>
                    <a:pt x="280970" y="7137"/>
                    <a:pt x="283105" y="7469"/>
                  </a:cubicBezTo>
                  <a:cubicBezTo>
                    <a:pt x="285240" y="7802"/>
                    <a:pt x="287293" y="8143"/>
                    <a:pt x="289262" y="8492"/>
                  </a:cubicBezTo>
                  <a:cubicBezTo>
                    <a:pt x="291230" y="8841"/>
                    <a:pt x="293113" y="9198"/>
                    <a:pt x="294908" y="9562"/>
                  </a:cubicBezTo>
                  <a:cubicBezTo>
                    <a:pt x="296703" y="9926"/>
                    <a:pt x="298408" y="10298"/>
                    <a:pt x="300021" y="10676"/>
                  </a:cubicBezTo>
                  <a:cubicBezTo>
                    <a:pt x="301635" y="11054"/>
                    <a:pt x="303156" y="11439"/>
                    <a:pt x="304582" y="11829"/>
                  </a:cubicBezTo>
                  <a:cubicBezTo>
                    <a:pt x="306008" y="12219"/>
                    <a:pt x="307338" y="12615"/>
                    <a:pt x="308571" y="13017"/>
                  </a:cubicBezTo>
                  <a:cubicBezTo>
                    <a:pt x="309804" y="13418"/>
                    <a:pt x="310939" y="13824"/>
                    <a:pt x="311974" y="14234"/>
                  </a:cubicBezTo>
                  <a:cubicBezTo>
                    <a:pt x="313009" y="14645"/>
                    <a:pt x="313944" y="15059"/>
                    <a:pt x="314776" y="15477"/>
                  </a:cubicBezTo>
                  <a:cubicBezTo>
                    <a:pt x="315609" y="15895"/>
                    <a:pt x="316340" y="16316"/>
                    <a:pt x="316968" y="16740"/>
                  </a:cubicBezTo>
                  <a:cubicBezTo>
                    <a:pt x="317595" y="17164"/>
                    <a:pt x="318119" y="17590"/>
                    <a:pt x="318539" y="18018"/>
                  </a:cubicBezTo>
                  <a:cubicBezTo>
                    <a:pt x="318959" y="18446"/>
                    <a:pt x="319274" y="18876"/>
                    <a:pt x="319484" y="19307"/>
                  </a:cubicBezTo>
                  <a:cubicBezTo>
                    <a:pt x="319695" y="19737"/>
                    <a:pt x="319800" y="20169"/>
                    <a:pt x="319800" y="20600"/>
                  </a:cubicBezTo>
                  <a:close/>
                </a:path>
              </a:pathLst>
            </a:custGeom>
            <a:solidFill>
              <a:srgbClr val="FFA0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9" name="probe-noto-emoji_u1f4a1-part-6"/>
            <p:cNvSpPr/>
            <p:nvPr/>
          </p:nvSpPr>
          <p:spPr>
            <a:xfrm>
              <a:off x="516725" y="567700"/>
              <a:ext cx="68375" cy="337700"/>
            </a:xfrm>
            <a:custGeom>
              <a:avLst/>
              <a:gdLst/>
              <a:ahLst/>
              <a:cxnLst/>
              <a:rect l="0" t="0" r="r" b="b"/>
              <a:pathLst>
                <a:path w="68375" h="337700">
                  <a:moveTo>
                    <a:pt x="16275" y="0"/>
                  </a:moveTo>
                  <a:cubicBezTo>
                    <a:pt x="10075" y="15600"/>
                    <a:pt x="-6025" y="47700"/>
                    <a:pt x="2375" y="62100"/>
                  </a:cubicBezTo>
                  <a:cubicBezTo>
                    <a:pt x="21875" y="95600"/>
                    <a:pt x="68375" y="107600"/>
                    <a:pt x="68375" y="138400"/>
                  </a:cubicBezTo>
                  <a:cubicBezTo>
                    <a:pt x="68375" y="185400"/>
                    <a:pt x="34175" y="337700"/>
                    <a:pt x="34175" y="337700"/>
                  </a:cubicBezTo>
                </a:path>
              </a:pathLst>
            </a:custGeom>
            <a:noFill/>
            <a:ln w="16073" cap="flat">
              <a:solidFill>
                <a:srgbClr val="B26500"/>
              </a:solidFill>
              <a:prstDash val="solid"/>
              <a:miter/>
            </a:ln>
          </p:spPr>
        </p:sp>
        <p:sp>
          <p:nvSpPr>
            <p:cNvPr id="40" name="probe-noto-emoji_u1f4a1-part-7"/>
            <p:cNvSpPr/>
            <p:nvPr/>
          </p:nvSpPr>
          <p:spPr>
            <a:xfrm>
              <a:off x="688398" y="562100"/>
              <a:ext cx="67149" cy="343400"/>
            </a:xfrm>
            <a:custGeom>
              <a:avLst/>
              <a:gdLst/>
              <a:ahLst/>
              <a:cxnLst/>
              <a:rect l="0" t="0" r="r" b="b"/>
              <a:pathLst>
                <a:path w="67149" h="343400">
                  <a:moveTo>
                    <a:pt x="51902" y="0"/>
                  </a:moveTo>
                  <a:cubicBezTo>
                    <a:pt x="51902" y="0"/>
                    <a:pt x="74302" y="48000"/>
                    <a:pt x="64802" y="69500"/>
                  </a:cubicBezTo>
                  <a:cubicBezTo>
                    <a:pt x="57702" y="85500"/>
                    <a:pt x="15002" y="111300"/>
                    <a:pt x="9502" y="115600"/>
                  </a:cubicBezTo>
                  <a:cubicBezTo>
                    <a:pt x="-15998" y="135600"/>
                    <a:pt x="17902" y="343400"/>
                    <a:pt x="17902" y="343400"/>
                  </a:cubicBezTo>
                </a:path>
              </a:pathLst>
            </a:custGeom>
            <a:noFill/>
            <a:ln w="16073" cap="flat">
              <a:solidFill>
                <a:srgbClr val="B26500"/>
              </a:solidFill>
              <a:prstDash val="solid"/>
              <a:miter/>
            </a:ln>
          </p:spPr>
        </p:sp>
        <p:sp>
          <p:nvSpPr>
            <p:cNvPr id="41" name="probe-noto-emoji_u1f4a1-part-8"/>
            <p:cNvSpPr/>
            <p:nvPr/>
          </p:nvSpPr>
          <p:spPr>
            <a:xfrm>
              <a:off x="513534" y="352098"/>
              <a:ext cx="253004" cy="241644"/>
            </a:xfrm>
            <a:custGeom>
              <a:avLst/>
              <a:gdLst/>
              <a:ahLst/>
              <a:cxnLst/>
              <a:rect l="0" t="0" r="r" b="b"/>
              <a:pathLst>
                <a:path w="253004" h="241644">
                  <a:moveTo>
                    <a:pt x="19466" y="215602"/>
                  </a:moveTo>
                  <a:cubicBezTo>
                    <a:pt x="53866" y="147602"/>
                    <a:pt x="71566" y="-7598"/>
                    <a:pt x="27866" y="302"/>
                  </a:cubicBezTo>
                  <a:cubicBezTo>
                    <a:pt x="-45834" y="13602"/>
                    <a:pt x="44966" y="268602"/>
                    <a:pt x="89666" y="239302"/>
                  </a:cubicBezTo>
                  <a:cubicBezTo>
                    <a:pt x="134366" y="210002"/>
                    <a:pt x="189766" y="802"/>
                    <a:pt x="121766" y="2"/>
                  </a:cubicBezTo>
                  <a:cubicBezTo>
                    <a:pt x="53766" y="-798"/>
                    <a:pt x="126366" y="266602"/>
                    <a:pt x="172566" y="236902"/>
                  </a:cubicBezTo>
                  <a:cubicBezTo>
                    <a:pt x="209066" y="213402"/>
                    <a:pt x="298166" y="302"/>
                    <a:pt x="224966" y="302"/>
                  </a:cubicBezTo>
                  <a:cubicBezTo>
                    <a:pt x="162666" y="302"/>
                    <a:pt x="226866" y="210002"/>
                    <a:pt x="226866" y="210002"/>
                  </a:cubicBezTo>
                </a:path>
              </a:pathLst>
            </a:custGeom>
            <a:noFill/>
            <a:ln w="16073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2" name="probe-noto-emoji_u1f4a1-part-9"/>
            <p:cNvSpPr/>
            <p:nvPr/>
          </p:nvSpPr>
          <p:spPr>
            <a:xfrm>
              <a:off x="420588" y="870600"/>
              <a:ext cx="438899" cy="322700"/>
            </a:xfrm>
            <a:custGeom>
              <a:avLst/>
              <a:gdLst/>
              <a:ahLst/>
              <a:cxnLst/>
              <a:rect l="0" t="0" r="r" b="b"/>
              <a:pathLst>
                <a:path w="438899" h="322700">
                  <a:moveTo>
                    <a:pt x="438312" y="0"/>
                  </a:moveTo>
                  <a:cubicBezTo>
                    <a:pt x="438312" y="0"/>
                    <a:pt x="380712" y="27800"/>
                    <a:pt x="219412" y="27800"/>
                  </a:cubicBezTo>
                  <a:cubicBezTo>
                    <a:pt x="58112" y="27800"/>
                    <a:pt x="512" y="0"/>
                    <a:pt x="512" y="0"/>
                  </a:cubicBezTo>
                  <a:cubicBezTo>
                    <a:pt x="512" y="0"/>
                    <a:pt x="-3088" y="51400"/>
                    <a:pt x="8812" y="74700"/>
                  </a:cubicBezTo>
                  <a:cubicBezTo>
                    <a:pt x="23112" y="102700"/>
                    <a:pt x="34112" y="112400"/>
                    <a:pt x="34112" y="112400"/>
                  </a:cubicBezTo>
                  <a:lnTo>
                    <a:pt x="40112" y="140900"/>
                  </a:lnTo>
                  <a:lnTo>
                    <a:pt x="37712" y="148400"/>
                  </a:lnTo>
                  <a:cubicBezTo>
                    <a:pt x="34612" y="158200"/>
                    <a:pt x="36812" y="169000"/>
                    <a:pt x="43712" y="176700"/>
                  </a:cubicBezTo>
                  <a:lnTo>
                    <a:pt x="48912" y="182500"/>
                  </a:lnTo>
                  <a:lnTo>
                    <a:pt x="54712" y="209900"/>
                  </a:lnTo>
                  <a:lnTo>
                    <a:pt x="52712" y="215400"/>
                  </a:lnTo>
                  <a:cubicBezTo>
                    <a:pt x="48912" y="225900"/>
                    <a:pt x="51512" y="237600"/>
                    <a:pt x="59312" y="245600"/>
                  </a:cubicBezTo>
                  <a:lnTo>
                    <a:pt x="63112" y="249500"/>
                  </a:lnTo>
                  <a:lnTo>
                    <a:pt x="67812" y="271900"/>
                  </a:lnTo>
                  <a:cubicBezTo>
                    <a:pt x="67812" y="271900"/>
                    <a:pt x="91612" y="322700"/>
                    <a:pt x="219412" y="322700"/>
                  </a:cubicBezTo>
                  <a:cubicBezTo>
                    <a:pt x="347212" y="322700"/>
                    <a:pt x="371012" y="271900"/>
                    <a:pt x="371012" y="271900"/>
                  </a:cubicBezTo>
                  <a:lnTo>
                    <a:pt x="371412" y="270000"/>
                  </a:lnTo>
                  <a:lnTo>
                    <a:pt x="374012" y="267400"/>
                  </a:lnTo>
                  <a:cubicBezTo>
                    <a:pt x="379212" y="262300"/>
                    <a:pt x="380912" y="254700"/>
                    <a:pt x="378412" y="247900"/>
                  </a:cubicBezTo>
                  <a:lnTo>
                    <a:pt x="376912" y="244000"/>
                  </a:lnTo>
                  <a:lnTo>
                    <a:pt x="383112" y="214400"/>
                  </a:lnTo>
                  <a:lnTo>
                    <a:pt x="394012" y="202900"/>
                  </a:lnTo>
                  <a:cubicBezTo>
                    <a:pt x="399412" y="197200"/>
                    <a:pt x="400612" y="188800"/>
                    <a:pt x="397112" y="181800"/>
                  </a:cubicBezTo>
                  <a:lnTo>
                    <a:pt x="392112" y="171900"/>
                  </a:lnTo>
                  <a:lnTo>
                    <a:pt x="398412" y="142200"/>
                  </a:lnTo>
                  <a:lnTo>
                    <a:pt x="402412" y="139100"/>
                  </a:lnTo>
                  <a:cubicBezTo>
                    <a:pt x="408312" y="132600"/>
                    <a:pt x="408412" y="122800"/>
                    <a:pt x="405812" y="116100"/>
                  </a:cubicBezTo>
                  <a:cubicBezTo>
                    <a:pt x="403812" y="110800"/>
                    <a:pt x="405412" y="104800"/>
                    <a:pt x="409512" y="100900"/>
                  </a:cubicBezTo>
                  <a:cubicBezTo>
                    <a:pt x="415812" y="94900"/>
                    <a:pt x="423912" y="85800"/>
                    <a:pt x="429912" y="74500"/>
                  </a:cubicBezTo>
                  <a:cubicBezTo>
                    <a:pt x="442212" y="51600"/>
                    <a:pt x="438312" y="0"/>
                    <a:pt x="438312" y="0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43" name="probe-noto-emoji_u1f4a1-part-10"/>
            <p:cNvSpPr/>
            <p:nvPr/>
          </p:nvSpPr>
          <p:spPr>
            <a:xfrm>
              <a:off x="454700" y="976218"/>
              <a:ext cx="329689" cy="35482"/>
            </a:xfrm>
            <a:custGeom>
              <a:avLst/>
              <a:gdLst/>
              <a:ahLst/>
              <a:cxnLst/>
              <a:rect l="0" t="0" r="r" b="b"/>
              <a:pathLst>
                <a:path w="329689" h="35482">
                  <a:moveTo>
                    <a:pt x="0" y="6782"/>
                  </a:moveTo>
                  <a:lnTo>
                    <a:pt x="5400" y="35482"/>
                  </a:lnTo>
                  <a:cubicBezTo>
                    <a:pt x="63600" y="35182"/>
                    <a:pt x="141300" y="38082"/>
                    <a:pt x="290400" y="14382"/>
                  </a:cubicBezTo>
                  <a:cubicBezTo>
                    <a:pt x="317300" y="8282"/>
                    <a:pt x="349600" y="-3818"/>
                    <a:pt x="313900" y="1182"/>
                  </a:cubicBezTo>
                  <a:cubicBezTo>
                    <a:pt x="313900" y="1082"/>
                    <a:pt x="177000" y="14182"/>
                    <a:pt x="0" y="6782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44" name="probe-noto-emoji_u1f4a1-part-11"/>
            <p:cNvSpPr/>
            <p:nvPr/>
          </p:nvSpPr>
          <p:spPr>
            <a:xfrm>
              <a:off x="468900" y="1012800"/>
              <a:ext cx="349500" cy="67900"/>
            </a:xfrm>
            <a:custGeom>
              <a:avLst/>
              <a:gdLst/>
              <a:ahLst/>
              <a:cxnLst/>
              <a:rect l="0" t="0" r="r" b="b"/>
              <a:pathLst>
                <a:path w="349500" h="67900">
                  <a:moveTo>
                    <a:pt x="5800" y="67900"/>
                  </a:moveTo>
                  <a:cubicBezTo>
                    <a:pt x="70200" y="66800"/>
                    <a:pt x="201800" y="60400"/>
                    <a:pt x="343200" y="29700"/>
                  </a:cubicBezTo>
                  <a:lnTo>
                    <a:pt x="349500" y="0"/>
                  </a:lnTo>
                  <a:cubicBezTo>
                    <a:pt x="201600" y="33600"/>
                    <a:pt x="62500" y="39600"/>
                    <a:pt x="0" y="40400"/>
                  </a:cubicBezTo>
                  <a:lnTo>
                    <a:pt x="5800" y="67900"/>
                  </a:ln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45" name="probe-noto-emoji_u1f4a1-part-12"/>
            <p:cNvSpPr/>
            <p:nvPr/>
          </p:nvSpPr>
          <p:spPr>
            <a:xfrm>
              <a:off x="483400" y="1084900"/>
              <a:ext cx="319700" cy="121000"/>
            </a:xfrm>
            <a:custGeom>
              <a:avLst/>
              <a:gdLst/>
              <a:ahLst/>
              <a:cxnLst/>
              <a:rect l="0" t="0" r="r" b="b"/>
              <a:pathLst>
                <a:path w="319700" h="121000">
                  <a:moveTo>
                    <a:pt x="319700" y="0"/>
                  </a:moveTo>
                  <a:cubicBezTo>
                    <a:pt x="188800" y="28400"/>
                    <a:pt x="66300" y="35700"/>
                    <a:pt x="0" y="37300"/>
                  </a:cubicBezTo>
                  <a:lnTo>
                    <a:pt x="4300" y="57700"/>
                  </a:lnTo>
                  <a:cubicBezTo>
                    <a:pt x="4300" y="57700"/>
                    <a:pt x="6400" y="121000"/>
                    <a:pt x="155900" y="121000"/>
                  </a:cubicBezTo>
                  <a:cubicBezTo>
                    <a:pt x="305400" y="121000"/>
                    <a:pt x="307500" y="57700"/>
                    <a:pt x="307500" y="57700"/>
                  </a:cubicBezTo>
                  <a:cubicBezTo>
                    <a:pt x="307500" y="57700"/>
                    <a:pt x="243700" y="75900"/>
                    <a:pt x="165200" y="67000"/>
                  </a:cubicBezTo>
                  <a:cubicBezTo>
                    <a:pt x="157200" y="66100"/>
                    <a:pt x="157100" y="55400"/>
                    <a:pt x="165100" y="54400"/>
                  </a:cubicBezTo>
                  <a:cubicBezTo>
                    <a:pt x="212000" y="48200"/>
                    <a:pt x="268000" y="39000"/>
                    <a:pt x="313500" y="29600"/>
                  </a:cubicBezTo>
                  <a:lnTo>
                    <a:pt x="319700" y="0"/>
                  </a:ln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46" name="probe-noto-emoji_u1f4a1-part-13"/>
            <p:cNvSpPr/>
            <p:nvPr/>
          </p:nvSpPr>
          <p:spPr>
            <a:xfrm>
              <a:off x="421800" y="870600"/>
              <a:ext cx="436400" cy="27800"/>
            </a:xfrm>
            <a:custGeom>
              <a:avLst/>
              <a:gdLst/>
              <a:ahLst/>
              <a:cxnLst/>
              <a:rect l="0" t="0" r="r" b="b"/>
              <a:pathLst>
                <a:path w="436400" h="27800">
                  <a:moveTo>
                    <a:pt x="0" y="0"/>
                  </a:moveTo>
                  <a:cubicBezTo>
                    <a:pt x="0" y="0"/>
                    <a:pt x="64600" y="27800"/>
                    <a:pt x="217600" y="27800"/>
                  </a:cubicBezTo>
                  <a:cubicBezTo>
                    <a:pt x="370600" y="27800"/>
                    <a:pt x="436400" y="0"/>
                    <a:pt x="436400" y="0"/>
                  </a:cubicBezTo>
                </a:path>
              </a:pathLst>
            </a:custGeom>
            <a:noFill/>
            <a:ln w="32124" cap="rnd">
              <a:solidFill>
                <a:srgbClr val="82AEC0"/>
              </a:solidFill>
              <a:prstDash val="solid"/>
              <a:miter/>
            </a:ln>
          </p:spPr>
        </p:sp>
        <p:sp>
          <p:nvSpPr>
            <p:cNvPr id="47" name="probe-noto-emoji_u1f4a1-part-14"/>
            <p:cNvSpPr/>
            <p:nvPr/>
          </p:nvSpPr>
          <p:spPr>
            <a:xfrm>
              <a:off x="328824" y="98842"/>
              <a:ext cx="293718" cy="325544"/>
            </a:xfrm>
            <a:custGeom>
              <a:avLst/>
              <a:gdLst/>
              <a:ahLst/>
              <a:cxnLst/>
              <a:rect l="0" t="0" r="r" b="b"/>
              <a:pathLst>
                <a:path w="293718" h="325544">
                  <a:moveTo>
                    <a:pt x="169976" y="4358"/>
                  </a:moveTo>
                  <a:cubicBezTo>
                    <a:pt x="209076" y="-5242"/>
                    <a:pt x="249976" y="-442"/>
                    <a:pt x="277976" y="33558"/>
                  </a:cubicBezTo>
                  <a:cubicBezTo>
                    <a:pt x="285876" y="43158"/>
                    <a:pt x="291976" y="54558"/>
                    <a:pt x="293376" y="66958"/>
                  </a:cubicBezTo>
                  <a:cubicBezTo>
                    <a:pt x="296176" y="90858"/>
                    <a:pt x="281376" y="113458"/>
                    <a:pt x="263776" y="130058"/>
                  </a:cubicBezTo>
                  <a:cubicBezTo>
                    <a:pt x="213576" y="177458"/>
                    <a:pt x="142276" y="200458"/>
                    <a:pt x="109876" y="265858"/>
                  </a:cubicBezTo>
                  <a:cubicBezTo>
                    <a:pt x="102276" y="281158"/>
                    <a:pt x="96276" y="297658"/>
                    <a:pt x="84676" y="310158"/>
                  </a:cubicBezTo>
                  <a:cubicBezTo>
                    <a:pt x="73076" y="322658"/>
                    <a:pt x="53776" y="330258"/>
                    <a:pt x="38676" y="322258"/>
                  </a:cubicBezTo>
                  <a:cubicBezTo>
                    <a:pt x="30676" y="318058"/>
                    <a:pt x="25176" y="310158"/>
                    <a:pt x="20676" y="302258"/>
                  </a:cubicBezTo>
                  <a:cubicBezTo>
                    <a:pt x="-7724" y="251658"/>
                    <a:pt x="-5624" y="187158"/>
                    <a:pt x="19376" y="134758"/>
                  </a:cubicBezTo>
                  <a:cubicBezTo>
                    <a:pt x="46876" y="77358"/>
                    <a:pt x="107176" y="19758"/>
                    <a:pt x="169976" y="4358"/>
                  </a:cubicBezTo>
                  <a:close/>
                </a:path>
              </a:pathLst>
            </a:custGeom>
            <a:solidFill>
              <a:srgbClr val="FFFF8D"/>
            </a:solidFill>
            <a:ln w="8037" cap="flat">
              <a:noFill/>
              <a:prstDash val="solid"/>
              <a:miter/>
            </a:ln>
          </p:spPr>
        </p:sp>
        <p:sp>
          <p:nvSpPr>
            <p:cNvPr id="48" name="probe-noto-emoji_u1f4a1-part-15"/>
            <p:cNvSpPr/>
            <p:nvPr/>
          </p:nvSpPr>
          <p:spPr>
            <a:xfrm>
              <a:off x="459447" y="898447"/>
              <a:ext cx="361209" cy="46853"/>
            </a:xfrm>
            <a:custGeom>
              <a:avLst/>
              <a:gdLst/>
              <a:ahLst/>
              <a:cxnLst/>
              <a:rect l="0" t="0" r="r" b="b"/>
              <a:pathLst>
                <a:path w="361209" h="46853">
                  <a:moveTo>
                    <a:pt x="5053" y="20853"/>
                  </a:moveTo>
                  <a:cubicBezTo>
                    <a:pt x="-3747" y="16853"/>
                    <a:pt x="-247" y="3653"/>
                    <a:pt x="9353" y="4353"/>
                  </a:cubicBezTo>
                  <a:cubicBezTo>
                    <a:pt x="41553" y="6853"/>
                    <a:pt x="96353" y="9953"/>
                    <a:pt x="168853" y="9953"/>
                  </a:cubicBezTo>
                  <a:cubicBezTo>
                    <a:pt x="245253" y="9953"/>
                    <a:pt x="312453" y="4253"/>
                    <a:pt x="351653" y="53"/>
                  </a:cubicBezTo>
                  <a:cubicBezTo>
                    <a:pt x="361353" y="-947"/>
                    <a:pt x="365053" y="12353"/>
                    <a:pt x="356153" y="16453"/>
                  </a:cubicBezTo>
                  <a:cubicBezTo>
                    <a:pt x="325953" y="30653"/>
                    <a:pt x="270653" y="46853"/>
                    <a:pt x="175853" y="46853"/>
                  </a:cubicBezTo>
                  <a:cubicBezTo>
                    <a:pt x="83353" y="46853"/>
                    <a:pt x="32353" y="33153"/>
                    <a:pt x="5053" y="20853"/>
                  </a:cubicBezTo>
                  <a:close/>
                </a:path>
              </a:pathLst>
            </a:custGeom>
            <a:solidFill>
              <a:srgbClr val="FFD6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49" name="probe-noto-emoji_u1f4a1-part-16"/>
            <p:cNvSpPr/>
            <p:nvPr/>
          </p:nvSpPr>
          <p:spPr>
            <a:xfrm>
              <a:off x="500837" y="1010977"/>
              <a:ext cx="100303" cy="41333"/>
            </a:xfrm>
            <a:custGeom>
              <a:avLst/>
              <a:gdLst/>
              <a:ahLst/>
              <a:cxnLst/>
              <a:rect l="0" t="0" r="r" b="b"/>
              <a:pathLst>
                <a:path w="100303" h="41333">
                  <a:moveTo>
                    <a:pt x="18563" y="9323"/>
                  </a:moveTo>
                  <a:cubicBezTo>
                    <a:pt x="11863" y="11723"/>
                    <a:pt x="4963" y="15023"/>
                    <a:pt x="1563" y="21223"/>
                  </a:cubicBezTo>
                  <a:cubicBezTo>
                    <a:pt x="363" y="23523"/>
                    <a:pt x="-337" y="26123"/>
                    <a:pt x="163" y="28723"/>
                  </a:cubicBezTo>
                  <a:cubicBezTo>
                    <a:pt x="963" y="32523"/>
                    <a:pt x="4463" y="35223"/>
                    <a:pt x="7963" y="36923"/>
                  </a:cubicBezTo>
                  <a:cubicBezTo>
                    <a:pt x="14963" y="40323"/>
                    <a:pt x="22863" y="41223"/>
                    <a:pt x="30563" y="41323"/>
                  </a:cubicBezTo>
                  <a:cubicBezTo>
                    <a:pt x="46463" y="41523"/>
                    <a:pt x="62263" y="38523"/>
                    <a:pt x="77963" y="35523"/>
                  </a:cubicBezTo>
                  <a:cubicBezTo>
                    <a:pt x="82663" y="34623"/>
                    <a:pt x="87463" y="33723"/>
                    <a:pt x="91663" y="31423"/>
                  </a:cubicBezTo>
                  <a:cubicBezTo>
                    <a:pt x="95863" y="29123"/>
                    <a:pt x="99463" y="25223"/>
                    <a:pt x="100163" y="20523"/>
                  </a:cubicBezTo>
                  <a:cubicBezTo>
                    <a:pt x="101163" y="14223"/>
                    <a:pt x="96663" y="8123"/>
                    <a:pt x="91163" y="5123"/>
                  </a:cubicBezTo>
                  <a:cubicBezTo>
                    <a:pt x="72163" y="-5377"/>
                    <a:pt x="37763" y="2423"/>
                    <a:pt x="18563" y="9323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50" name="probe-noto-emoji_u1f4a1-part-17"/>
            <p:cNvSpPr/>
            <p:nvPr/>
          </p:nvSpPr>
          <p:spPr>
            <a:xfrm>
              <a:off x="515737" y="1076945"/>
              <a:ext cx="100303" cy="41264"/>
            </a:xfrm>
            <a:custGeom>
              <a:avLst/>
              <a:gdLst/>
              <a:ahLst/>
              <a:cxnLst/>
              <a:rect l="0" t="0" r="r" b="b"/>
              <a:pathLst>
                <a:path w="100303" h="41264">
                  <a:moveTo>
                    <a:pt x="18563" y="9255"/>
                  </a:moveTo>
                  <a:cubicBezTo>
                    <a:pt x="11863" y="11655"/>
                    <a:pt x="4963" y="14955"/>
                    <a:pt x="1563" y="21155"/>
                  </a:cubicBezTo>
                  <a:cubicBezTo>
                    <a:pt x="363" y="23455"/>
                    <a:pt x="-337" y="26055"/>
                    <a:pt x="163" y="28655"/>
                  </a:cubicBezTo>
                  <a:cubicBezTo>
                    <a:pt x="963" y="32455"/>
                    <a:pt x="4463" y="35155"/>
                    <a:pt x="7963" y="36855"/>
                  </a:cubicBezTo>
                  <a:cubicBezTo>
                    <a:pt x="14963" y="40255"/>
                    <a:pt x="22863" y="41155"/>
                    <a:pt x="30563" y="41255"/>
                  </a:cubicBezTo>
                  <a:cubicBezTo>
                    <a:pt x="46463" y="41455"/>
                    <a:pt x="62263" y="38455"/>
                    <a:pt x="77963" y="35455"/>
                  </a:cubicBezTo>
                  <a:cubicBezTo>
                    <a:pt x="82663" y="34555"/>
                    <a:pt x="87463" y="33655"/>
                    <a:pt x="91663" y="31355"/>
                  </a:cubicBezTo>
                  <a:cubicBezTo>
                    <a:pt x="95863" y="29055"/>
                    <a:pt x="99463" y="25155"/>
                    <a:pt x="100163" y="20455"/>
                  </a:cubicBezTo>
                  <a:cubicBezTo>
                    <a:pt x="101163" y="14155"/>
                    <a:pt x="96663" y="8055"/>
                    <a:pt x="91163" y="5055"/>
                  </a:cubicBezTo>
                  <a:cubicBezTo>
                    <a:pt x="72163" y="-5345"/>
                    <a:pt x="37663" y="2455"/>
                    <a:pt x="18563" y="9255"/>
                  </a:cubicBezTo>
                  <a:close/>
                </a:path>
              </a:pathLst>
            </a:custGeom>
            <a:solidFill>
              <a:srgbClr val="94D1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51" name="probe-noto-emoji_u1f4a1-part-18"/>
            <p:cNvSpPr/>
            <p:nvPr/>
          </p:nvSpPr>
          <p:spPr>
            <a:xfrm>
              <a:off x="412875" y="738970"/>
              <a:ext cx="124068" cy="103352"/>
            </a:xfrm>
            <a:custGeom>
              <a:avLst/>
              <a:gdLst/>
              <a:ahLst/>
              <a:cxnLst/>
              <a:rect l="0" t="0" r="r" b="b"/>
              <a:pathLst>
                <a:path w="124068" h="103352">
                  <a:moveTo>
                    <a:pt x="87225" y="103030"/>
                  </a:moveTo>
                  <a:cubicBezTo>
                    <a:pt x="96325" y="103930"/>
                    <a:pt x="105925" y="103130"/>
                    <a:pt x="113625" y="98230"/>
                  </a:cubicBezTo>
                  <a:cubicBezTo>
                    <a:pt x="121325" y="93330"/>
                    <a:pt x="126225" y="83330"/>
                    <a:pt x="123125" y="74730"/>
                  </a:cubicBezTo>
                  <a:cubicBezTo>
                    <a:pt x="121525" y="70230"/>
                    <a:pt x="118025" y="66630"/>
                    <a:pt x="114625" y="63230"/>
                  </a:cubicBezTo>
                  <a:cubicBezTo>
                    <a:pt x="107125" y="55830"/>
                    <a:pt x="99625" y="48430"/>
                    <a:pt x="92225" y="41030"/>
                  </a:cubicBezTo>
                  <a:cubicBezTo>
                    <a:pt x="83925" y="32730"/>
                    <a:pt x="75625" y="24530"/>
                    <a:pt x="66625" y="17030"/>
                  </a:cubicBezTo>
                  <a:cubicBezTo>
                    <a:pt x="52725" y="5430"/>
                    <a:pt x="34025" y="-5470"/>
                    <a:pt x="15725" y="3030"/>
                  </a:cubicBezTo>
                  <a:cubicBezTo>
                    <a:pt x="125" y="10230"/>
                    <a:pt x="-3575" y="24430"/>
                    <a:pt x="3325" y="39330"/>
                  </a:cubicBezTo>
                  <a:cubicBezTo>
                    <a:pt x="18025" y="70630"/>
                    <a:pt x="52225" y="99430"/>
                    <a:pt x="87225" y="103030"/>
                  </a:cubicBezTo>
                  <a:close/>
                </a:path>
              </a:pathLst>
            </a:custGeom>
            <a:solidFill>
              <a:srgbClr val="FFFF8D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52" name="probe-noto-emoji_u1f4c8" descr="Noto Emoji artwork by Google; Apache License 2.0; preserve full bundled license. Source: https://github.com/googlefonts/noto-emoji/blob/e20cbc2bbec1926686be9f9bee7d1d2cfa1fea0e/2D/svg/emoji_u1f4c8.svg; SVG SHA256: 8db1bf08b9b98f025b6be0e0cefe7f650753aab7800965e51fd02f3f429e6844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1280000" cy="1280000"/>
          </a:xfrm>
        </p:grpSpPr>
        <p:sp>
          <p:nvSpPr>
            <p:cNvPr id="53" name="probe-noto-emoji_u1f4c8-part-1"/>
            <p:cNvSpPr/>
            <p:nvPr/>
          </p:nvSpPr>
          <p:spPr>
            <a:xfrm>
              <a:off x="40000" y="40000"/>
              <a:ext cx="1200000" cy="1200000"/>
            </a:xfrm>
            <a:custGeom>
              <a:avLst/>
              <a:gdLst/>
              <a:ahLst/>
              <a:cxnLst/>
              <a:rect l="0" t="0" r="r" b="b"/>
              <a:pathLst>
                <a:path w="1200000" h="1200000">
                  <a:moveTo>
                    <a:pt x="0" y="0"/>
                  </a:moveTo>
                  <a:lnTo>
                    <a:pt x="1200000" y="0"/>
                  </a:lnTo>
                  <a:lnTo>
                    <a:pt x="1200000" y="1200000"/>
                  </a:lnTo>
                  <a:lnTo>
                    <a:pt x="0" y="1200000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54" name="probe-noto-emoji_u1f4c8-part-2"/>
            <p:cNvSpPr/>
            <p:nvPr/>
          </p:nvSpPr>
          <p:spPr>
            <a:xfrm>
              <a:off x="247000" y="42000"/>
              <a:ext cx="10" cy="1196000"/>
            </a:xfrm>
            <a:custGeom>
              <a:avLst/>
              <a:gdLst/>
              <a:ahLst/>
              <a:cxnLst/>
              <a:rect l="0" t="0" r="r" b="b"/>
              <a:pathLst>
                <a:path w="10" h="1196000">
                  <a:moveTo>
                    <a:pt x="0" y="0"/>
                  </a:moveTo>
                  <a:lnTo>
                    <a:pt x="0" y="1196000"/>
                  </a:lnTo>
                </a:path>
              </a:pathLst>
            </a:custGeom>
            <a:noFill/>
            <a:ln w="16018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55" name="probe-noto-emoji_u1f4c8-part-3"/>
            <p:cNvSpPr/>
            <p:nvPr/>
          </p:nvSpPr>
          <p:spPr>
            <a:xfrm>
              <a:off x="443500" y="42000"/>
              <a:ext cx="10" cy="1196000"/>
            </a:xfrm>
            <a:custGeom>
              <a:avLst/>
              <a:gdLst/>
              <a:ahLst/>
              <a:cxnLst/>
              <a:rect l="0" t="0" r="r" b="b"/>
              <a:pathLst>
                <a:path w="10" h="1196000">
                  <a:moveTo>
                    <a:pt x="0" y="0"/>
                  </a:moveTo>
                  <a:lnTo>
                    <a:pt x="0" y="1196000"/>
                  </a:lnTo>
                </a:path>
              </a:pathLst>
            </a:custGeom>
            <a:noFill/>
            <a:ln w="16018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56" name="probe-noto-emoji_u1f4c8-part-4"/>
            <p:cNvSpPr/>
            <p:nvPr/>
          </p:nvSpPr>
          <p:spPr>
            <a:xfrm>
              <a:off x="640000" y="42000"/>
              <a:ext cx="10" cy="1196000"/>
            </a:xfrm>
            <a:custGeom>
              <a:avLst/>
              <a:gdLst/>
              <a:ahLst/>
              <a:cxnLst/>
              <a:rect l="0" t="0" r="r" b="b"/>
              <a:pathLst>
                <a:path w="10" h="1196000">
                  <a:moveTo>
                    <a:pt x="0" y="0"/>
                  </a:moveTo>
                  <a:lnTo>
                    <a:pt x="0" y="1196000"/>
                  </a:lnTo>
                </a:path>
              </a:pathLst>
            </a:custGeom>
            <a:noFill/>
            <a:ln w="16018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57" name="probe-noto-emoji_u1f4c8-part-5"/>
            <p:cNvSpPr/>
            <p:nvPr/>
          </p:nvSpPr>
          <p:spPr>
            <a:xfrm>
              <a:off x="836500" y="42000"/>
              <a:ext cx="10" cy="1196000"/>
            </a:xfrm>
            <a:custGeom>
              <a:avLst/>
              <a:gdLst/>
              <a:ahLst/>
              <a:cxnLst/>
              <a:rect l="0" t="0" r="r" b="b"/>
              <a:pathLst>
                <a:path w="10" h="1196000">
                  <a:moveTo>
                    <a:pt x="0" y="0"/>
                  </a:moveTo>
                  <a:lnTo>
                    <a:pt x="0" y="1196000"/>
                  </a:lnTo>
                </a:path>
              </a:pathLst>
            </a:custGeom>
            <a:noFill/>
            <a:ln w="16018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58" name="probe-noto-emoji_u1f4c8-part-6"/>
            <p:cNvSpPr/>
            <p:nvPr/>
          </p:nvSpPr>
          <p:spPr>
            <a:xfrm>
              <a:off x="1033000" y="42000"/>
              <a:ext cx="10" cy="1196000"/>
            </a:xfrm>
            <a:custGeom>
              <a:avLst/>
              <a:gdLst/>
              <a:ahLst/>
              <a:cxnLst/>
              <a:rect l="0" t="0" r="r" b="b"/>
              <a:pathLst>
                <a:path w="10" h="1196000">
                  <a:moveTo>
                    <a:pt x="0" y="0"/>
                  </a:moveTo>
                  <a:lnTo>
                    <a:pt x="0" y="1196000"/>
                  </a:lnTo>
                </a:path>
              </a:pathLst>
            </a:custGeom>
            <a:noFill/>
            <a:ln w="16018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59" name="probe-noto-emoji_u1f4c8-part-7"/>
            <p:cNvSpPr/>
            <p:nvPr/>
          </p:nvSpPr>
          <p:spPr>
            <a:xfrm>
              <a:off x="41500" y="246600"/>
              <a:ext cx="1196500" cy="10"/>
            </a:xfrm>
            <a:custGeom>
              <a:avLst/>
              <a:gdLst/>
              <a:ahLst/>
              <a:cxnLst/>
              <a:rect l="0" t="0" r="r" b="b"/>
              <a:pathLst>
                <a:path w="1196500" h="10">
                  <a:moveTo>
                    <a:pt x="11965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60" name="probe-noto-emoji_u1f4c8-part-8"/>
            <p:cNvSpPr/>
            <p:nvPr/>
          </p:nvSpPr>
          <p:spPr>
            <a:xfrm>
              <a:off x="41600" y="443300"/>
              <a:ext cx="1196500" cy="10"/>
            </a:xfrm>
            <a:custGeom>
              <a:avLst/>
              <a:gdLst/>
              <a:ahLst/>
              <a:cxnLst/>
              <a:rect l="0" t="0" r="r" b="b"/>
              <a:pathLst>
                <a:path w="1196500" h="10">
                  <a:moveTo>
                    <a:pt x="11965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61" name="probe-noto-emoji_u1f4c8-part-9"/>
            <p:cNvSpPr/>
            <p:nvPr/>
          </p:nvSpPr>
          <p:spPr>
            <a:xfrm>
              <a:off x="41700" y="640000"/>
              <a:ext cx="1196600" cy="10"/>
            </a:xfrm>
            <a:custGeom>
              <a:avLst/>
              <a:gdLst/>
              <a:ahLst/>
              <a:cxnLst/>
              <a:rect l="0" t="0" r="r" b="b"/>
              <a:pathLst>
                <a:path w="1196600" h="10">
                  <a:moveTo>
                    <a:pt x="11966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62" name="probe-noto-emoji_u1f4c8-part-10"/>
            <p:cNvSpPr/>
            <p:nvPr/>
          </p:nvSpPr>
          <p:spPr>
            <a:xfrm>
              <a:off x="41900" y="836700"/>
              <a:ext cx="1196500" cy="10"/>
            </a:xfrm>
            <a:custGeom>
              <a:avLst/>
              <a:gdLst/>
              <a:ahLst/>
              <a:cxnLst/>
              <a:rect l="0" t="0" r="r" b="b"/>
              <a:pathLst>
                <a:path w="1196500" h="10">
                  <a:moveTo>
                    <a:pt x="11965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63" name="probe-noto-emoji_u1f4c8-part-11"/>
            <p:cNvSpPr/>
            <p:nvPr/>
          </p:nvSpPr>
          <p:spPr>
            <a:xfrm>
              <a:off x="42000" y="1033400"/>
              <a:ext cx="1196500" cy="10"/>
            </a:xfrm>
            <a:custGeom>
              <a:avLst/>
              <a:gdLst/>
              <a:ahLst/>
              <a:cxnLst/>
              <a:rect l="0" t="0" r="r" b="b"/>
              <a:pathLst>
                <a:path w="1196500" h="10">
                  <a:moveTo>
                    <a:pt x="11965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64" name="probe-noto-emoji_u1f4c8-part-12"/>
            <p:cNvSpPr/>
            <p:nvPr/>
          </p:nvSpPr>
          <p:spPr>
            <a:xfrm>
              <a:off x="50200" y="51100"/>
              <a:ext cx="1180300" cy="1179000"/>
            </a:xfrm>
            <a:custGeom>
              <a:avLst/>
              <a:gdLst/>
              <a:ahLst/>
              <a:cxnLst/>
              <a:rect l="0" t="0" r="r" b="b"/>
              <a:pathLst>
                <a:path w="1180300" h="1179000">
                  <a:moveTo>
                    <a:pt x="800" y="1178700"/>
                  </a:moveTo>
                  <a:lnTo>
                    <a:pt x="0" y="1117100"/>
                  </a:lnTo>
                  <a:lnTo>
                    <a:pt x="269200" y="631900"/>
                  </a:lnTo>
                  <a:lnTo>
                    <a:pt x="506200" y="851000"/>
                  </a:lnTo>
                  <a:lnTo>
                    <a:pt x="1144000" y="0"/>
                  </a:lnTo>
                  <a:lnTo>
                    <a:pt x="1178900" y="0"/>
                  </a:lnTo>
                  <a:lnTo>
                    <a:pt x="1180300" y="51600"/>
                  </a:lnTo>
                  <a:lnTo>
                    <a:pt x="514300" y="940200"/>
                  </a:lnTo>
                  <a:lnTo>
                    <a:pt x="284100" y="727400"/>
                  </a:lnTo>
                  <a:lnTo>
                    <a:pt x="34300" y="1179000"/>
                  </a:lnTo>
                  <a:close/>
                </a:path>
              </a:pathLst>
            </a:custGeom>
            <a:solidFill>
              <a:srgbClr val="E53935"/>
            </a:solidFill>
            <a:ln w="8037" cap="flat">
              <a:noFill/>
              <a:prstDash val="solid"/>
              <a:miter/>
            </a:ln>
          </p:spPr>
        </p:sp>
        <p:sp>
          <p:nvSpPr>
            <p:cNvPr id="65" name="probe-noto-emoji_u1f4c8-part-13"/>
            <p:cNvSpPr/>
            <p:nvPr/>
          </p:nvSpPr>
          <p:spPr>
            <a:xfrm>
              <a:off x="40000" y="40000"/>
              <a:ext cx="1200000" cy="1200000"/>
            </a:xfrm>
            <a:custGeom>
              <a:avLst/>
              <a:gdLst/>
              <a:ahLst/>
              <a:cxnLst/>
              <a:rect l="0" t="0" r="r" b="b"/>
              <a:pathLst>
                <a:path w="1200000" h="1200000">
                  <a:moveTo>
                    <a:pt x="1180100" y="19900"/>
                  </a:moveTo>
                  <a:lnTo>
                    <a:pt x="1180100" y="1180000"/>
                  </a:lnTo>
                  <a:lnTo>
                    <a:pt x="19900" y="1180000"/>
                  </a:lnTo>
                  <a:lnTo>
                    <a:pt x="19900" y="19900"/>
                  </a:lnTo>
                  <a:lnTo>
                    <a:pt x="1180100" y="19900"/>
                  </a:lnTo>
                  <a:moveTo>
                    <a:pt x="1200000" y="0"/>
                  </a:moveTo>
                  <a:lnTo>
                    <a:pt x="0" y="0"/>
                  </a:lnTo>
                  <a:lnTo>
                    <a:pt x="0" y="1200000"/>
                  </a:lnTo>
                  <a:lnTo>
                    <a:pt x="1200000" y="1200000"/>
                  </a:lnTo>
                  <a:lnTo>
                    <a:pt x="1200000" y="0"/>
                  </a:lnTo>
                  <a:lnTo>
                    <a:pt x="1200000" y="0"/>
                  </a:lnTo>
                  <a:close/>
                </a:path>
              </a:pathLst>
            </a:custGeom>
            <a:solidFill>
              <a:srgbClr val="B0BEC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66" name="probe-noto-emoji_u1f4ca" descr="Noto Emoji artwork by Google; Apache License 2.0; preserve full bundled license. Source: https://github.com/googlefonts/noto-emoji/blob/e20cbc2bbec1926686be9f9bee7d1d2cfa1fea0e/2D/svg/emoji_u1f4ca.svg; SVG SHA256: d8d539afef021684f2ec56b0ddd40c1a363c699ed883fac9179b05858f312e4d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1280000" cy="1280000"/>
          </a:xfrm>
        </p:grpSpPr>
        <p:sp>
          <p:nvSpPr>
            <p:cNvPr id="67" name="probe-noto-emoji_u1f4ca-part-1"/>
            <p:cNvSpPr/>
            <p:nvPr/>
          </p:nvSpPr>
          <p:spPr>
            <a:xfrm>
              <a:off x="40000" y="40000"/>
              <a:ext cx="1200000" cy="1200000"/>
            </a:xfrm>
            <a:custGeom>
              <a:avLst/>
              <a:gdLst/>
              <a:ahLst/>
              <a:cxnLst/>
              <a:rect l="0" t="0" r="r" b="b"/>
              <a:pathLst>
                <a:path w="1200000" h="1200000">
                  <a:moveTo>
                    <a:pt x="0" y="0"/>
                  </a:moveTo>
                  <a:lnTo>
                    <a:pt x="1200000" y="0"/>
                  </a:lnTo>
                  <a:lnTo>
                    <a:pt x="1200000" y="1200000"/>
                  </a:lnTo>
                  <a:lnTo>
                    <a:pt x="0" y="1200000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68" name="probe-noto-emoji_u1f4ca-part-2"/>
            <p:cNvSpPr/>
            <p:nvPr/>
          </p:nvSpPr>
          <p:spPr>
            <a:xfrm>
              <a:off x="55700" y="243500"/>
              <a:ext cx="1184300" cy="10"/>
            </a:xfrm>
            <a:custGeom>
              <a:avLst/>
              <a:gdLst/>
              <a:ahLst/>
              <a:cxnLst/>
              <a:rect l="0" t="0" r="r" b="b"/>
              <a:pathLst>
                <a:path w="1184300" h="10">
                  <a:moveTo>
                    <a:pt x="11843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69" name="probe-noto-emoji_u1f4ca-part-3"/>
            <p:cNvSpPr/>
            <p:nvPr/>
          </p:nvSpPr>
          <p:spPr>
            <a:xfrm>
              <a:off x="54700" y="436700"/>
              <a:ext cx="1185300" cy="10"/>
            </a:xfrm>
            <a:custGeom>
              <a:avLst/>
              <a:gdLst/>
              <a:ahLst/>
              <a:cxnLst/>
              <a:rect l="0" t="0" r="r" b="b"/>
              <a:pathLst>
                <a:path w="1185300" h="10">
                  <a:moveTo>
                    <a:pt x="11853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70" name="probe-noto-emoji_u1f4ca-part-4"/>
            <p:cNvSpPr/>
            <p:nvPr/>
          </p:nvSpPr>
          <p:spPr>
            <a:xfrm>
              <a:off x="53600" y="629900"/>
              <a:ext cx="1186400" cy="10"/>
            </a:xfrm>
            <a:custGeom>
              <a:avLst/>
              <a:gdLst/>
              <a:ahLst/>
              <a:cxnLst/>
              <a:rect l="0" t="0" r="r" b="b"/>
              <a:pathLst>
                <a:path w="1186400" h="10">
                  <a:moveTo>
                    <a:pt x="11864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71" name="probe-noto-emoji_u1f4ca-part-5"/>
            <p:cNvSpPr/>
            <p:nvPr/>
          </p:nvSpPr>
          <p:spPr>
            <a:xfrm>
              <a:off x="52600" y="823100"/>
              <a:ext cx="1187400" cy="10"/>
            </a:xfrm>
            <a:custGeom>
              <a:avLst/>
              <a:gdLst/>
              <a:ahLst/>
              <a:cxnLst/>
              <a:rect l="0" t="0" r="r" b="b"/>
              <a:pathLst>
                <a:path w="1187400" h="10">
                  <a:moveTo>
                    <a:pt x="11874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72" name="probe-noto-emoji_u1f4ca-part-6"/>
            <p:cNvSpPr/>
            <p:nvPr/>
          </p:nvSpPr>
          <p:spPr>
            <a:xfrm>
              <a:off x="51500" y="1016400"/>
              <a:ext cx="1188500" cy="10"/>
            </a:xfrm>
            <a:custGeom>
              <a:avLst/>
              <a:gdLst/>
              <a:ahLst/>
              <a:cxnLst/>
              <a:rect l="0" t="0" r="r" b="b"/>
              <a:pathLst>
                <a:path w="1188500" h="10">
                  <a:moveTo>
                    <a:pt x="1188500" y="0"/>
                  </a:moveTo>
                  <a:lnTo>
                    <a:pt x="0" y="0"/>
                  </a:lnTo>
                </a:path>
              </a:pathLst>
            </a:custGeom>
            <a:noFill/>
            <a:ln w="16073" cap="flat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73" name="probe-noto-emoji_u1f4ca-part-7"/>
            <p:cNvSpPr/>
            <p:nvPr/>
          </p:nvSpPr>
          <p:spPr>
            <a:xfrm>
              <a:off x="218900" y="529200"/>
              <a:ext cx="168300" cy="689900"/>
            </a:xfrm>
            <a:custGeom>
              <a:avLst/>
              <a:gdLst/>
              <a:ahLst/>
              <a:cxnLst/>
              <a:rect l="0" t="0" r="r" b="b"/>
              <a:pathLst>
                <a:path w="168300" h="689900">
                  <a:moveTo>
                    <a:pt x="168300" y="689900"/>
                  </a:moveTo>
                  <a:lnTo>
                    <a:pt x="0" y="689900"/>
                  </a:lnTo>
                  <a:lnTo>
                    <a:pt x="0" y="24600"/>
                  </a:lnTo>
                  <a:cubicBezTo>
                    <a:pt x="0" y="11000"/>
                    <a:pt x="11000" y="0"/>
                    <a:pt x="24600" y="0"/>
                  </a:cubicBezTo>
                  <a:lnTo>
                    <a:pt x="143700" y="0"/>
                  </a:lnTo>
                  <a:cubicBezTo>
                    <a:pt x="157300" y="0"/>
                    <a:pt x="168300" y="11000"/>
                    <a:pt x="168300" y="24600"/>
                  </a:cubicBezTo>
                  <a:lnTo>
                    <a:pt x="168300" y="689900"/>
                  </a:lnTo>
                  <a:close/>
                </a:path>
              </a:pathLst>
            </a:custGeom>
            <a:solidFill>
              <a:srgbClr val="9CCC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4" name="probe-noto-emoji_u1f4ca-part-8"/>
            <p:cNvSpPr/>
            <p:nvPr/>
          </p:nvSpPr>
          <p:spPr>
            <a:xfrm>
              <a:off x="555800" y="723800"/>
              <a:ext cx="168400" cy="495300"/>
            </a:xfrm>
            <a:custGeom>
              <a:avLst/>
              <a:gdLst/>
              <a:ahLst/>
              <a:cxnLst/>
              <a:rect l="0" t="0" r="r" b="b"/>
              <a:pathLst>
                <a:path w="168400" h="495300">
                  <a:moveTo>
                    <a:pt x="168400" y="495300"/>
                  </a:moveTo>
                  <a:lnTo>
                    <a:pt x="0" y="495300"/>
                  </a:lnTo>
                  <a:lnTo>
                    <a:pt x="0" y="24600"/>
                  </a:lnTo>
                  <a:cubicBezTo>
                    <a:pt x="0" y="11000"/>
                    <a:pt x="11000" y="0"/>
                    <a:pt x="24600" y="0"/>
                  </a:cubicBezTo>
                  <a:lnTo>
                    <a:pt x="143700" y="0"/>
                  </a:lnTo>
                  <a:cubicBezTo>
                    <a:pt x="157300" y="0"/>
                    <a:pt x="168300" y="11000"/>
                    <a:pt x="168300" y="24600"/>
                  </a:cubicBezTo>
                  <a:lnTo>
                    <a:pt x="168300" y="495300"/>
                  </a:lnTo>
                  <a:close/>
                </a:path>
              </a:pathLst>
            </a:custGeom>
            <a:solidFill>
              <a:srgbClr val="F44336"/>
            </a:solidFill>
            <a:ln w="8037" cap="flat">
              <a:noFill/>
              <a:prstDash val="solid"/>
              <a:miter/>
            </a:ln>
          </p:spPr>
        </p:sp>
        <p:sp>
          <p:nvSpPr>
            <p:cNvPr id="75" name="probe-noto-emoji_u1f4ca-part-9"/>
            <p:cNvSpPr/>
            <p:nvPr/>
          </p:nvSpPr>
          <p:spPr>
            <a:xfrm>
              <a:off x="892700" y="234000"/>
              <a:ext cx="168300" cy="985100"/>
            </a:xfrm>
            <a:custGeom>
              <a:avLst/>
              <a:gdLst/>
              <a:ahLst/>
              <a:cxnLst/>
              <a:rect l="0" t="0" r="r" b="b"/>
              <a:pathLst>
                <a:path w="168300" h="985100">
                  <a:moveTo>
                    <a:pt x="143700" y="985100"/>
                  </a:moveTo>
                  <a:lnTo>
                    <a:pt x="24600" y="985100"/>
                  </a:lnTo>
                  <a:cubicBezTo>
                    <a:pt x="11000" y="985100"/>
                    <a:pt x="0" y="974100"/>
                    <a:pt x="0" y="960500"/>
                  </a:cubicBezTo>
                  <a:lnTo>
                    <a:pt x="0" y="24600"/>
                  </a:lnTo>
                  <a:cubicBezTo>
                    <a:pt x="0" y="11000"/>
                    <a:pt x="11000" y="0"/>
                    <a:pt x="24600" y="0"/>
                  </a:cubicBezTo>
                  <a:lnTo>
                    <a:pt x="143700" y="0"/>
                  </a:lnTo>
                  <a:cubicBezTo>
                    <a:pt x="157300" y="0"/>
                    <a:pt x="168300" y="11000"/>
                    <a:pt x="168300" y="24600"/>
                  </a:cubicBezTo>
                  <a:lnTo>
                    <a:pt x="168300" y="960500"/>
                  </a:lnTo>
                  <a:cubicBezTo>
                    <a:pt x="168300" y="974100"/>
                    <a:pt x="157300" y="985100"/>
                    <a:pt x="143700" y="985100"/>
                  </a:cubicBezTo>
                  <a:close/>
                </a:path>
              </a:pathLst>
            </a:custGeom>
            <a:solidFill>
              <a:srgbClr val="0091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76" name="probe-noto-emoji_u1f4ca-part-10"/>
            <p:cNvSpPr/>
            <p:nvPr/>
          </p:nvSpPr>
          <p:spPr>
            <a:xfrm>
              <a:off x="40000" y="40000"/>
              <a:ext cx="1200000" cy="1200000"/>
            </a:xfrm>
            <a:custGeom>
              <a:avLst/>
              <a:gdLst/>
              <a:ahLst/>
              <a:cxnLst/>
              <a:rect l="0" t="0" r="r" b="b"/>
              <a:pathLst>
                <a:path w="1200000" h="1200000">
                  <a:moveTo>
                    <a:pt x="1200000" y="1160000"/>
                  </a:moveTo>
                  <a:lnTo>
                    <a:pt x="40000" y="1160000"/>
                  </a:lnTo>
                  <a:lnTo>
                    <a:pt x="40000" y="0"/>
                  </a:lnTo>
                  <a:lnTo>
                    <a:pt x="0" y="0"/>
                  </a:lnTo>
                  <a:lnTo>
                    <a:pt x="0" y="1200000"/>
                  </a:lnTo>
                  <a:lnTo>
                    <a:pt x="1200000" y="1200000"/>
                  </a:lnTo>
                  <a:close/>
                </a:path>
              </a:pathLst>
            </a:custGeom>
            <a:solidFill>
              <a:srgbClr val="B0BEC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7" name="probe-noto-emoji_u1f4ca-part-11"/>
            <p:cNvSpPr/>
            <p:nvPr/>
          </p:nvSpPr>
          <p:spPr>
            <a:xfrm>
              <a:off x="40000" y="40000"/>
              <a:ext cx="1200000" cy="1200000"/>
            </a:xfrm>
            <a:custGeom>
              <a:avLst/>
              <a:gdLst/>
              <a:ahLst/>
              <a:cxnLst/>
              <a:rect l="0" t="0" r="r" b="b"/>
              <a:pathLst>
                <a:path w="1200000" h="1200000">
                  <a:moveTo>
                    <a:pt x="1180000" y="20000"/>
                  </a:moveTo>
                  <a:lnTo>
                    <a:pt x="1180000" y="1180000"/>
                  </a:lnTo>
                  <a:lnTo>
                    <a:pt x="20000" y="1180000"/>
                  </a:lnTo>
                  <a:lnTo>
                    <a:pt x="20000" y="20000"/>
                  </a:lnTo>
                  <a:lnTo>
                    <a:pt x="1180000" y="20000"/>
                  </a:lnTo>
                  <a:moveTo>
                    <a:pt x="1200000" y="0"/>
                  </a:moveTo>
                  <a:lnTo>
                    <a:pt x="0" y="0"/>
                  </a:lnTo>
                  <a:lnTo>
                    <a:pt x="0" y="1200000"/>
                  </a:lnTo>
                  <a:lnTo>
                    <a:pt x="1200000" y="1200000"/>
                  </a:lnTo>
                  <a:lnTo>
                    <a:pt x="1200000" y="0"/>
                  </a:lnTo>
                  <a:lnTo>
                    <a:pt x="1200000" y="0"/>
                  </a:lnTo>
                  <a:close/>
                </a:path>
              </a:pathLst>
            </a:custGeom>
            <a:solidFill>
              <a:srgbClr val="B0BEC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78" name="probe-noto-emoji_u1f4cb" descr="Noto Emoji artwork by Google; Apache License 2.0; preserve full bundled license. Source: https://github.com/googlefonts/noto-emoji/blob/e20cbc2bbec1926686be9f9bee7d1d2cfa1fea0e/2D/svg/emoji_u1f4cb.svg; SVG SHA256: 49f751608441c42c47142d76d3cd184cf74e8285311315d7bf2dedcaa7a52704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1280000" cy="1280000"/>
          </a:xfrm>
        </p:grpSpPr>
        <p:sp>
          <p:nvSpPr>
            <p:cNvPr id="79" name="probe-noto-emoji_u1f4cb-part-1"/>
            <p:cNvSpPr/>
            <p:nvPr/>
          </p:nvSpPr>
          <p:spPr>
            <a:xfrm>
              <a:off x="186400" y="160300"/>
              <a:ext cx="907200" cy="1060300"/>
            </a:xfrm>
            <a:custGeom>
              <a:avLst/>
              <a:gdLst/>
              <a:ahLst/>
              <a:cxnLst/>
              <a:rect l="0" t="0" r="r" b="b"/>
              <a:pathLst>
                <a:path w="907200" h="1060300">
                  <a:moveTo>
                    <a:pt x="0" y="982200"/>
                  </a:moveTo>
                  <a:lnTo>
                    <a:pt x="832700" y="0"/>
                  </a:lnTo>
                  <a:cubicBezTo>
                    <a:pt x="859000" y="0"/>
                    <a:pt x="907200" y="2400"/>
                    <a:pt x="907200" y="67400"/>
                  </a:cubicBezTo>
                  <a:lnTo>
                    <a:pt x="907200" y="1012700"/>
                  </a:lnTo>
                  <a:cubicBezTo>
                    <a:pt x="907200" y="1039000"/>
                    <a:pt x="885900" y="1060300"/>
                    <a:pt x="859600" y="1060300"/>
                  </a:cubicBezTo>
                  <a:lnTo>
                    <a:pt x="57800" y="1060300"/>
                  </a:lnTo>
                  <a:cubicBezTo>
                    <a:pt x="31500" y="1060400"/>
                    <a:pt x="0" y="1036800"/>
                    <a:pt x="0" y="982200"/>
                  </a:cubicBezTo>
                  <a:close/>
                </a:path>
              </a:pathLst>
            </a:custGeom>
            <a:solidFill>
              <a:srgbClr val="A15D38"/>
            </a:solidFill>
            <a:ln w="8037" cap="flat">
              <a:noFill/>
              <a:prstDash val="solid"/>
              <a:miter/>
            </a:ln>
          </p:spPr>
        </p:sp>
        <p:sp>
          <p:nvSpPr>
            <p:cNvPr id="80" name="probe-noto-emoji_u1f4cb-part-2"/>
            <p:cNvSpPr/>
            <p:nvPr/>
          </p:nvSpPr>
          <p:spPr>
            <a:xfrm>
              <a:off x="186400" y="160000"/>
              <a:ext cx="876600" cy="1029200"/>
            </a:xfrm>
            <a:custGeom>
              <a:avLst/>
              <a:gdLst/>
              <a:ahLst/>
              <a:cxnLst/>
              <a:rect l="0" t="0" r="r" b="b"/>
              <a:pathLst>
                <a:path w="876600" h="1029200">
                  <a:moveTo>
                    <a:pt x="0" y="983800"/>
                  </a:moveTo>
                  <a:lnTo>
                    <a:pt x="0" y="45400"/>
                  </a:lnTo>
                  <a:cubicBezTo>
                    <a:pt x="0" y="20300"/>
                    <a:pt x="20300" y="0"/>
                    <a:pt x="45400" y="0"/>
                  </a:cubicBezTo>
                  <a:lnTo>
                    <a:pt x="831200" y="0"/>
                  </a:lnTo>
                  <a:cubicBezTo>
                    <a:pt x="856300" y="0"/>
                    <a:pt x="876600" y="20300"/>
                    <a:pt x="876600" y="45400"/>
                  </a:cubicBezTo>
                  <a:lnTo>
                    <a:pt x="876600" y="983800"/>
                  </a:lnTo>
                  <a:cubicBezTo>
                    <a:pt x="876600" y="1008900"/>
                    <a:pt x="856300" y="1029200"/>
                    <a:pt x="831200" y="1029200"/>
                  </a:cubicBezTo>
                  <a:lnTo>
                    <a:pt x="45400" y="1029200"/>
                  </a:lnTo>
                  <a:cubicBezTo>
                    <a:pt x="20300" y="1029200"/>
                    <a:pt x="0" y="1008900"/>
                    <a:pt x="0" y="983800"/>
                  </a:cubicBezTo>
                  <a:close/>
                </a:path>
              </a:pathLst>
            </a:custGeom>
            <a:solidFill>
              <a:srgbClr val="BA793E"/>
            </a:solidFill>
            <a:ln w="8037" cap="flat">
              <a:noFill/>
              <a:prstDash val="solid"/>
              <a:miter/>
            </a:ln>
          </p:spPr>
        </p:sp>
        <p:sp>
          <p:nvSpPr>
            <p:cNvPr id="81" name="probe-noto-emoji_u1f4cb-part-3"/>
            <p:cNvSpPr/>
            <p:nvPr/>
          </p:nvSpPr>
          <p:spPr>
            <a:xfrm>
              <a:off x="284500" y="226800"/>
              <a:ext cx="691000" cy="893200"/>
            </a:xfrm>
            <a:custGeom>
              <a:avLst/>
              <a:gdLst/>
              <a:ahLst/>
              <a:cxnLst/>
              <a:rect l="0" t="0" r="r" b="b"/>
              <a:pathLst>
                <a:path w="691000" h="893200">
                  <a:moveTo>
                    <a:pt x="0" y="869800"/>
                  </a:moveTo>
                  <a:lnTo>
                    <a:pt x="0" y="23400"/>
                  </a:lnTo>
                  <a:cubicBezTo>
                    <a:pt x="0" y="10500"/>
                    <a:pt x="10500" y="0"/>
                    <a:pt x="23400" y="0"/>
                  </a:cubicBezTo>
                  <a:lnTo>
                    <a:pt x="667600" y="0"/>
                  </a:lnTo>
                  <a:cubicBezTo>
                    <a:pt x="680500" y="0"/>
                    <a:pt x="691000" y="10500"/>
                    <a:pt x="691000" y="23400"/>
                  </a:cubicBezTo>
                  <a:lnTo>
                    <a:pt x="691000" y="869800"/>
                  </a:lnTo>
                  <a:cubicBezTo>
                    <a:pt x="691000" y="882700"/>
                    <a:pt x="680500" y="893200"/>
                    <a:pt x="667600" y="893200"/>
                  </a:cubicBezTo>
                  <a:lnTo>
                    <a:pt x="23400" y="893200"/>
                  </a:lnTo>
                  <a:cubicBezTo>
                    <a:pt x="10500" y="893200"/>
                    <a:pt x="0" y="882800"/>
                    <a:pt x="0" y="86980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2" name="probe-noto-emoji_u1f4cb-part-4"/>
            <p:cNvSpPr/>
            <p:nvPr/>
          </p:nvSpPr>
          <p:spPr>
            <a:xfrm>
              <a:off x="386500" y="543600"/>
              <a:ext cx="487000" cy="10"/>
            </a:xfrm>
            <a:custGeom>
              <a:avLst/>
              <a:gdLst/>
              <a:ahLst/>
              <a:cxnLst/>
              <a:rect l="0" t="0" r="r" b="b"/>
              <a:pathLst>
                <a:path w="487000" h="10">
                  <a:moveTo>
                    <a:pt x="0" y="0"/>
                  </a:moveTo>
                  <a:lnTo>
                    <a:pt x="487000" y="0"/>
                  </a:lnTo>
                </a:path>
              </a:pathLst>
            </a:custGeom>
            <a:noFill/>
            <a:ln w="24110" cap="rnd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83" name="probe-noto-emoji_u1f4cb-part-5"/>
            <p:cNvSpPr/>
            <p:nvPr/>
          </p:nvSpPr>
          <p:spPr>
            <a:xfrm>
              <a:off x="386500" y="429100"/>
              <a:ext cx="487000" cy="10"/>
            </a:xfrm>
            <a:custGeom>
              <a:avLst/>
              <a:gdLst/>
              <a:ahLst/>
              <a:cxnLst/>
              <a:rect l="0" t="0" r="r" b="b"/>
              <a:pathLst>
                <a:path w="487000" h="10">
                  <a:moveTo>
                    <a:pt x="0" y="0"/>
                  </a:moveTo>
                  <a:lnTo>
                    <a:pt x="487000" y="0"/>
                  </a:lnTo>
                </a:path>
              </a:pathLst>
            </a:custGeom>
            <a:noFill/>
            <a:ln w="24110" cap="rnd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84" name="probe-noto-emoji_u1f4cb-part-6"/>
            <p:cNvSpPr/>
            <p:nvPr/>
          </p:nvSpPr>
          <p:spPr>
            <a:xfrm>
              <a:off x="386500" y="658100"/>
              <a:ext cx="487000" cy="10"/>
            </a:xfrm>
            <a:custGeom>
              <a:avLst/>
              <a:gdLst/>
              <a:ahLst/>
              <a:cxnLst/>
              <a:rect l="0" t="0" r="r" b="b"/>
              <a:pathLst>
                <a:path w="487000" h="10">
                  <a:moveTo>
                    <a:pt x="0" y="0"/>
                  </a:moveTo>
                  <a:lnTo>
                    <a:pt x="487000" y="0"/>
                  </a:lnTo>
                </a:path>
              </a:pathLst>
            </a:custGeom>
            <a:noFill/>
            <a:ln w="24110" cap="rnd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85" name="probe-noto-emoji_u1f4cb-part-7"/>
            <p:cNvSpPr/>
            <p:nvPr/>
          </p:nvSpPr>
          <p:spPr>
            <a:xfrm>
              <a:off x="386500" y="772700"/>
              <a:ext cx="487000" cy="10"/>
            </a:xfrm>
            <a:custGeom>
              <a:avLst/>
              <a:gdLst/>
              <a:ahLst/>
              <a:cxnLst/>
              <a:rect l="0" t="0" r="r" b="b"/>
              <a:pathLst>
                <a:path w="487000" h="10">
                  <a:moveTo>
                    <a:pt x="0" y="0"/>
                  </a:moveTo>
                  <a:lnTo>
                    <a:pt x="487000" y="0"/>
                  </a:lnTo>
                </a:path>
              </a:pathLst>
            </a:custGeom>
            <a:noFill/>
            <a:ln w="24110" cap="rnd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86" name="probe-noto-emoji_u1f4cb-part-8"/>
            <p:cNvSpPr/>
            <p:nvPr/>
          </p:nvSpPr>
          <p:spPr>
            <a:xfrm>
              <a:off x="386500" y="887200"/>
              <a:ext cx="487000" cy="10"/>
            </a:xfrm>
            <a:custGeom>
              <a:avLst/>
              <a:gdLst/>
              <a:ahLst/>
              <a:cxnLst/>
              <a:rect l="0" t="0" r="r" b="b"/>
              <a:pathLst>
                <a:path w="487000" h="10">
                  <a:moveTo>
                    <a:pt x="0" y="0"/>
                  </a:moveTo>
                  <a:lnTo>
                    <a:pt x="487000" y="0"/>
                  </a:lnTo>
                </a:path>
              </a:pathLst>
            </a:custGeom>
            <a:noFill/>
            <a:ln w="24110" cap="rnd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87" name="probe-noto-emoji_u1f4cb-part-9"/>
            <p:cNvSpPr/>
            <p:nvPr/>
          </p:nvSpPr>
          <p:spPr>
            <a:xfrm>
              <a:off x="386500" y="1001700"/>
              <a:ext cx="208300" cy="10"/>
            </a:xfrm>
            <a:custGeom>
              <a:avLst/>
              <a:gdLst/>
              <a:ahLst/>
              <a:cxnLst/>
              <a:rect l="0" t="0" r="r" b="b"/>
              <a:pathLst>
                <a:path w="208300" h="10">
                  <a:moveTo>
                    <a:pt x="0" y="0"/>
                  </a:moveTo>
                  <a:lnTo>
                    <a:pt x="208300" y="0"/>
                  </a:lnTo>
                </a:path>
              </a:pathLst>
            </a:custGeom>
            <a:noFill/>
            <a:ln w="24110" cap="rnd">
              <a:solidFill>
                <a:srgbClr val="B0BEC5"/>
              </a:solidFill>
              <a:prstDash val="solid"/>
              <a:miter/>
            </a:ln>
          </p:spPr>
        </p:sp>
        <p:sp>
          <p:nvSpPr>
            <p:cNvPr id="88" name="probe-noto-emoji_u1f4cb-part-10"/>
            <p:cNvSpPr/>
            <p:nvPr/>
          </p:nvSpPr>
          <p:spPr>
            <a:xfrm>
              <a:off x="729500" y="160300"/>
              <a:ext cx="139800" cy="123700"/>
            </a:xfrm>
            <a:custGeom>
              <a:avLst/>
              <a:gdLst/>
              <a:ahLst/>
              <a:cxnLst/>
              <a:rect l="0" t="0" r="r" b="b"/>
              <a:pathLst>
                <a:path w="139800" h="123700">
                  <a:moveTo>
                    <a:pt x="139800" y="123700"/>
                  </a:moveTo>
                  <a:lnTo>
                    <a:pt x="139800" y="0"/>
                  </a:lnTo>
                  <a:lnTo>
                    <a:pt x="0" y="0"/>
                  </a:lnTo>
                  <a:lnTo>
                    <a:pt x="87100" y="123700"/>
                  </a:lnTo>
                  <a:close/>
                </a:path>
              </a:pathLst>
            </a:custGeom>
            <a:solidFill>
              <a:srgbClr val="212121">
                <a:alpha val="35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4cb-part-11"/>
            <p:cNvSpPr/>
            <p:nvPr/>
          </p:nvSpPr>
          <p:spPr>
            <a:xfrm>
              <a:off x="394199" y="40783"/>
              <a:ext cx="475001" cy="268469"/>
            </a:xfrm>
            <a:custGeom>
              <a:avLst/>
              <a:gdLst/>
              <a:ahLst/>
              <a:cxnLst/>
              <a:rect l="0" t="0" r="r" b="b"/>
              <a:pathLst>
                <a:path w="475001" h="268469">
                  <a:moveTo>
                    <a:pt x="385901" y="124117"/>
                  </a:moveTo>
                  <a:lnTo>
                    <a:pt x="353701" y="123617"/>
                  </a:lnTo>
                  <a:cubicBezTo>
                    <a:pt x="332301" y="123617"/>
                    <a:pt x="328301" y="104617"/>
                    <a:pt x="327501" y="100617"/>
                  </a:cubicBezTo>
                  <a:cubicBezTo>
                    <a:pt x="326401" y="95417"/>
                    <a:pt x="325001" y="83917"/>
                    <a:pt x="324401" y="79317"/>
                  </a:cubicBezTo>
                  <a:cubicBezTo>
                    <a:pt x="319001" y="34417"/>
                    <a:pt x="303601" y="6817"/>
                    <a:pt x="247501" y="417"/>
                  </a:cubicBezTo>
                  <a:cubicBezTo>
                    <a:pt x="198901" y="-5083"/>
                    <a:pt x="164001" y="44817"/>
                    <a:pt x="164001" y="92417"/>
                  </a:cubicBezTo>
                  <a:cubicBezTo>
                    <a:pt x="164001" y="92517"/>
                    <a:pt x="164001" y="92717"/>
                    <a:pt x="164001" y="92817"/>
                  </a:cubicBezTo>
                  <a:cubicBezTo>
                    <a:pt x="164101" y="114317"/>
                    <a:pt x="147801" y="132317"/>
                    <a:pt x="126301" y="132317"/>
                  </a:cubicBezTo>
                  <a:cubicBezTo>
                    <a:pt x="126301" y="132317"/>
                    <a:pt x="63501" y="121617"/>
                    <a:pt x="18601" y="173017"/>
                  </a:cubicBezTo>
                  <a:cubicBezTo>
                    <a:pt x="10201" y="182617"/>
                    <a:pt x="101" y="222217"/>
                    <a:pt x="1" y="233317"/>
                  </a:cubicBezTo>
                  <a:cubicBezTo>
                    <a:pt x="-199" y="264217"/>
                    <a:pt x="26501" y="268317"/>
                    <a:pt x="35801" y="268417"/>
                  </a:cubicBezTo>
                  <a:cubicBezTo>
                    <a:pt x="77601" y="268717"/>
                    <a:pt x="418101" y="267617"/>
                    <a:pt x="450701" y="267617"/>
                  </a:cubicBezTo>
                  <a:cubicBezTo>
                    <a:pt x="464101" y="267617"/>
                    <a:pt x="475001" y="256717"/>
                    <a:pt x="475001" y="243317"/>
                  </a:cubicBezTo>
                  <a:lnTo>
                    <a:pt x="475001" y="225217"/>
                  </a:lnTo>
                  <a:cubicBezTo>
                    <a:pt x="475101" y="173817"/>
                    <a:pt x="437201" y="124117"/>
                    <a:pt x="385901" y="124117"/>
                  </a:cubicBezTo>
                  <a:close/>
                  <a:moveTo>
                    <a:pt x="244701" y="126817"/>
                  </a:moveTo>
                  <a:cubicBezTo>
                    <a:pt x="226201" y="126817"/>
                    <a:pt x="211201" y="111817"/>
                    <a:pt x="211201" y="93317"/>
                  </a:cubicBezTo>
                  <a:cubicBezTo>
                    <a:pt x="211201" y="74817"/>
                    <a:pt x="226201" y="59817"/>
                    <a:pt x="244701" y="59817"/>
                  </a:cubicBezTo>
                  <a:cubicBezTo>
                    <a:pt x="263201" y="59817"/>
                    <a:pt x="278201" y="74817"/>
                    <a:pt x="278201" y="93317"/>
                  </a:cubicBezTo>
                  <a:cubicBezTo>
                    <a:pt x="278201" y="111817"/>
                    <a:pt x="263201" y="126817"/>
                    <a:pt x="244701" y="126817"/>
                  </a:cubicBezTo>
                  <a:close/>
                </a:path>
              </a:pathLst>
            </a:custGeom>
            <a:solidFill>
              <a:srgbClr val="2F7889"/>
            </a:solidFill>
            <a:ln w="8037" cap="flat">
              <a:noFill/>
              <a:prstDash val="solid"/>
              <a:miter/>
            </a:ln>
          </p:spPr>
        </p:sp>
        <p:sp>
          <p:nvSpPr>
            <p:cNvPr id="90" name="probe-noto-emoji_u1f4cb-part-12"/>
            <p:cNvSpPr/>
            <p:nvPr/>
          </p:nvSpPr>
          <p:spPr>
            <a:xfrm>
              <a:off x="394000" y="39305"/>
              <a:ext cx="460600" cy="255895"/>
            </a:xfrm>
            <a:custGeom>
              <a:avLst/>
              <a:gdLst/>
              <a:ahLst/>
              <a:cxnLst/>
              <a:rect l="0" t="0" r="r" b="b"/>
              <a:pathLst>
                <a:path w="460600" h="255895">
                  <a:moveTo>
                    <a:pt x="367800" y="120595"/>
                  </a:moveTo>
                  <a:lnTo>
                    <a:pt x="348400" y="120595"/>
                  </a:lnTo>
                  <a:cubicBezTo>
                    <a:pt x="327000" y="120595"/>
                    <a:pt x="318400" y="103795"/>
                    <a:pt x="315700" y="97995"/>
                  </a:cubicBezTo>
                  <a:cubicBezTo>
                    <a:pt x="311800" y="89495"/>
                    <a:pt x="310700" y="72195"/>
                    <a:pt x="310000" y="67595"/>
                  </a:cubicBezTo>
                  <a:cubicBezTo>
                    <a:pt x="304400" y="32295"/>
                    <a:pt x="274900" y="4295"/>
                    <a:pt x="239400" y="495"/>
                  </a:cubicBezTo>
                  <a:cubicBezTo>
                    <a:pt x="190800" y="-4805"/>
                    <a:pt x="149600" y="33195"/>
                    <a:pt x="149600" y="80695"/>
                  </a:cubicBezTo>
                  <a:cubicBezTo>
                    <a:pt x="149600" y="80795"/>
                    <a:pt x="149600" y="80995"/>
                    <a:pt x="149600" y="81095"/>
                  </a:cubicBezTo>
                  <a:cubicBezTo>
                    <a:pt x="149700" y="102595"/>
                    <a:pt x="133400" y="120595"/>
                    <a:pt x="111900" y="120595"/>
                  </a:cubicBezTo>
                  <a:lnTo>
                    <a:pt x="92900" y="120595"/>
                  </a:lnTo>
                  <a:cubicBezTo>
                    <a:pt x="41600" y="120595"/>
                    <a:pt x="0" y="162195"/>
                    <a:pt x="0" y="213495"/>
                  </a:cubicBezTo>
                  <a:lnTo>
                    <a:pt x="0" y="231595"/>
                  </a:lnTo>
                  <a:cubicBezTo>
                    <a:pt x="0" y="244995"/>
                    <a:pt x="10900" y="255895"/>
                    <a:pt x="24300" y="255895"/>
                  </a:cubicBezTo>
                  <a:lnTo>
                    <a:pt x="436300" y="255895"/>
                  </a:lnTo>
                  <a:cubicBezTo>
                    <a:pt x="449700" y="255895"/>
                    <a:pt x="460600" y="244995"/>
                    <a:pt x="460600" y="231595"/>
                  </a:cubicBezTo>
                  <a:lnTo>
                    <a:pt x="460600" y="213495"/>
                  </a:lnTo>
                  <a:cubicBezTo>
                    <a:pt x="460700" y="162195"/>
                    <a:pt x="419100" y="120595"/>
                    <a:pt x="367800" y="120595"/>
                  </a:cubicBezTo>
                  <a:close/>
                  <a:moveTo>
                    <a:pt x="230300" y="115195"/>
                  </a:moveTo>
                  <a:cubicBezTo>
                    <a:pt x="211800" y="115195"/>
                    <a:pt x="196800" y="100195"/>
                    <a:pt x="196800" y="81695"/>
                  </a:cubicBezTo>
                  <a:cubicBezTo>
                    <a:pt x="196800" y="63195"/>
                    <a:pt x="211800" y="48195"/>
                    <a:pt x="230300" y="48195"/>
                  </a:cubicBezTo>
                  <a:cubicBezTo>
                    <a:pt x="248800" y="48195"/>
                    <a:pt x="263800" y="63195"/>
                    <a:pt x="263800" y="81695"/>
                  </a:cubicBezTo>
                  <a:cubicBezTo>
                    <a:pt x="263800" y="100195"/>
                    <a:pt x="248800" y="115195"/>
                    <a:pt x="230300" y="115195"/>
                  </a:cubicBezTo>
                  <a:close/>
                </a:path>
              </a:pathLst>
            </a:custGeom>
            <a:solidFill>
              <a:srgbClr val="82AEC0"/>
            </a:solidFill>
            <a:ln w="8037" cap="flat">
              <a:noFill/>
              <a:prstDash val="solid"/>
              <a:miter/>
            </a:ln>
          </p:spPr>
        </p:sp>
        <p:sp>
          <p:nvSpPr>
            <p:cNvPr id="91" name="probe-noto-emoji_u1f4cb-part-13"/>
            <p:cNvSpPr/>
            <p:nvPr/>
          </p:nvSpPr>
          <p:spPr>
            <a:xfrm>
              <a:off x="435848" y="170500"/>
              <a:ext cx="368245" cy="49900"/>
            </a:xfrm>
            <a:custGeom>
              <a:avLst/>
              <a:gdLst/>
              <a:ahLst/>
              <a:cxnLst/>
              <a:rect l="0" t="0" r="r" b="b"/>
              <a:pathLst>
                <a:path w="368245" h="49900">
                  <a:moveTo>
                    <a:pt x="353852" y="49900"/>
                  </a:moveTo>
                  <a:lnTo>
                    <a:pt x="13052" y="49900"/>
                  </a:lnTo>
                  <a:cubicBezTo>
                    <a:pt x="52" y="49900"/>
                    <a:pt x="-3348" y="42600"/>
                    <a:pt x="3352" y="31500"/>
                  </a:cubicBezTo>
                  <a:cubicBezTo>
                    <a:pt x="13152" y="15400"/>
                    <a:pt x="36552" y="4800"/>
                    <a:pt x="56552" y="4800"/>
                  </a:cubicBezTo>
                  <a:cubicBezTo>
                    <a:pt x="99952" y="4800"/>
                    <a:pt x="256552" y="0"/>
                    <a:pt x="311652" y="0"/>
                  </a:cubicBezTo>
                  <a:cubicBezTo>
                    <a:pt x="338552" y="0"/>
                    <a:pt x="352552" y="9000"/>
                    <a:pt x="364252" y="24000"/>
                  </a:cubicBezTo>
                  <a:cubicBezTo>
                    <a:pt x="372552" y="34800"/>
                    <a:pt x="367352" y="49900"/>
                    <a:pt x="353852" y="49900"/>
                  </a:cubicBezTo>
                  <a:close/>
                </a:path>
              </a:pathLst>
            </a:custGeom>
            <a:solidFill>
              <a:srgbClr val="B9E4EA"/>
            </a:solidFill>
            <a:ln w="8037" cap="flat">
              <a:noFill/>
              <a:prstDash val="solid"/>
              <a:miter/>
            </a:ln>
          </p:spPr>
        </p:sp>
        <p:sp>
          <p:nvSpPr>
            <p:cNvPr id="92" name="probe-noto-emoji_u1f4cb-part-14"/>
            <p:cNvSpPr/>
            <p:nvPr/>
          </p:nvSpPr>
          <p:spPr>
            <a:xfrm>
              <a:off x="569800" y="65500"/>
              <a:ext cx="27100" cy="29300"/>
            </a:xfrm>
            <a:custGeom>
              <a:avLst/>
              <a:gdLst/>
              <a:ahLst/>
              <a:cxnLst/>
              <a:rect l="0" t="0" r="r" b="b"/>
              <a:pathLst>
                <a:path w="27100" h="29300">
                  <a:moveTo>
                    <a:pt x="0" y="29300"/>
                  </a:moveTo>
                  <a:cubicBezTo>
                    <a:pt x="5600" y="6500"/>
                    <a:pt x="27100" y="0"/>
                    <a:pt x="27100" y="0"/>
                  </a:cubicBezTo>
                </a:path>
              </a:pathLst>
            </a:custGeom>
            <a:noFill/>
            <a:ln w="17010" cap="rnd">
              <a:solidFill>
                <a:srgbClr val="B9E4EA"/>
              </a:solidFill>
              <a:prstDash val="solid"/>
              <a:miter/>
            </a:ln>
          </p:spPr>
        </p:sp>
      </p:grpSp>
      <p:grpSp>
        <p:nvGrpSpPr>
          <p:cNvPr id="93" name="probe-tabler-book" descr="book — Tabler contributors; preserve the bundled full upstream license. Source: https://github.com/tabler/tabler-icons/blob/a4ce1404bc6d24d3c365afe7b258d6bf6f48d62d/icons/filled/book.svg; SVG SHA256: ca8391ffe555866c1ba0eec2720440406fa5fceff9f7c7a887032e4c750a9976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94" name="probe-tabler-book-part-1"/>
            <p:cNvSpPr/>
            <p:nvPr/>
          </p:nvSpPr>
          <p:spPr>
            <a:xfrm>
              <a:off x="20000" y="37938"/>
              <a:ext cx="200000" cy="162062"/>
            </a:xfrm>
            <a:custGeom>
              <a:avLst/>
              <a:gdLst/>
              <a:ahLst/>
              <a:cxnLst/>
              <a:rect l="0" t="0" r="r" b="b"/>
              <a:pathLst>
                <a:path w="200000" h="162062">
                  <a:moveTo>
                    <a:pt x="195000" y="13402"/>
                  </a:moveTo>
                  <a:cubicBezTo>
                    <a:pt x="195179" y="13505"/>
                    <a:pt x="195354" y="13614"/>
                    <a:pt x="195526" y="13728"/>
                  </a:cubicBezTo>
                  <a:cubicBezTo>
                    <a:pt x="195698" y="13842"/>
                    <a:pt x="195867" y="13962"/>
                    <a:pt x="196032" y="14086"/>
                  </a:cubicBezTo>
                  <a:cubicBezTo>
                    <a:pt x="196196" y="14211"/>
                    <a:pt x="196357" y="14340"/>
                    <a:pt x="196514" y="14475"/>
                  </a:cubicBezTo>
                  <a:cubicBezTo>
                    <a:pt x="196670" y="14609"/>
                    <a:pt x="196823" y="14748"/>
                    <a:pt x="196971" y="14892"/>
                  </a:cubicBezTo>
                  <a:cubicBezTo>
                    <a:pt x="197119" y="15036"/>
                    <a:pt x="197262" y="15185"/>
                    <a:pt x="197401" y="15337"/>
                  </a:cubicBezTo>
                  <a:cubicBezTo>
                    <a:pt x="197540" y="15490"/>
                    <a:pt x="197674" y="15647"/>
                    <a:pt x="197803" y="15808"/>
                  </a:cubicBezTo>
                  <a:cubicBezTo>
                    <a:pt x="197932" y="15969"/>
                    <a:pt x="198056" y="16134"/>
                    <a:pt x="198175" y="16303"/>
                  </a:cubicBezTo>
                  <a:cubicBezTo>
                    <a:pt x="198294" y="16472"/>
                    <a:pt x="198408" y="16644"/>
                    <a:pt x="198516" y="16820"/>
                  </a:cubicBezTo>
                  <a:cubicBezTo>
                    <a:pt x="198624" y="16996"/>
                    <a:pt x="198727" y="17175"/>
                    <a:pt x="198824" y="17357"/>
                  </a:cubicBezTo>
                  <a:cubicBezTo>
                    <a:pt x="198921" y="17539"/>
                    <a:pt x="199013" y="17725"/>
                    <a:pt x="199098" y="17912"/>
                  </a:cubicBezTo>
                  <a:cubicBezTo>
                    <a:pt x="199184" y="18100"/>
                    <a:pt x="199264" y="18291"/>
                    <a:pt x="199338" y="18483"/>
                  </a:cubicBezTo>
                  <a:cubicBezTo>
                    <a:pt x="199411" y="18676"/>
                    <a:pt x="199479" y="18871"/>
                    <a:pt x="199541" y="19068"/>
                  </a:cubicBezTo>
                  <a:cubicBezTo>
                    <a:pt x="199603" y="19265"/>
                    <a:pt x="199659" y="19464"/>
                    <a:pt x="199708" y="19664"/>
                  </a:cubicBezTo>
                  <a:cubicBezTo>
                    <a:pt x="199758" y="19865"/>
                    <a:pt x="199801" y="20067"/>
                    <a:pt x="199838" y="20270"/>
                  </a:cubicBezTo>
                  <a:cubicBezTo>
                    <a:pt x="199875" y="20473"/>
                    <a:pt x="199906" y="20677"/>
                    <a:pt x="199930" y="20882"/>
                  </a:cubicBezTo>
                  <a:lnTo>
                    <a:pt x="200000" y="22062"/>
                  </a:lnTo>
                  <a:lnTo>
                    <a:pt x="200000" y="152062"/>
                  </a:lnTo>
                  <a:cubicBezTo>
                    <a:pt x="200000" y="152267"/>
                    <a:pt x="199994" y="152473"/>
                    <a:pt x="199981" y="152678"/>
                  </a:cubicBezTo>
                  <a:cubicBezTo>
                    <a:pt x="199968" y="152883"/>
                    <a:pt x="199949" y="153087"/>
                    <a:pt x="199924" y="153291"/>
                  </a:cubicBezTo>
                  <a:cubicBezTo>
                    <a:pt x="199899" y="153495"/>
                    <a:pt x="199867" y="153698"/>
                    <a:pt x="199830" y="153900"/>
                  </a:cubicBezTo>
                  <a:cubicBezTo>
                    <a:pt x="199792" y="154101"/>
                    <a:pt x="199748" y="154302"/>
                    <a:pt x="199698" y="154501"/>
                  </a:cubicBezTo>
                  <a:cubicBezTo>
                    <a:pt x="199648" y="154700"/>
                    <a:pt x="199592" y="154898"/>
                    <a:pt x="199529" y="155094"/>
                  </a:cubicBezTo>
                  <a:cubicBezTo>
                    <a:pt x="199467" y="155289"/>
                    <a:pt x="199399" y="155483"/>
                    <a:pt x="199325" y="155674"/>
                  </a:cubicBezTo>
                  <a:cubicBezTo>
                    <a:pt x="199250" y="155866"/>
                    <a:pt x="199170" y="156055"/>
                    <a:pt x="199085" y="156242"/>
                  </a:cubicBezTo>
                  <a:cubicBezTo>
                    <a:pt x="198999" y="156428"/>
                    <a:pt x="198907" y="156612"/>
                    <a:pt x="198810" y="156793"/>
                  </a:cubicBezTo>
                  <a:cubicBezTo>
                    <a:pt x="198713" y="156974"/>
                    <a:pt x="198610" y="157152"/>
                    <a:pt x="198502" y="157326"/>
                  </a:cubicBezTo>
                  <a:cubicBezTo>
                    <a:pt x="198394" y="157501"/>
                    <a:pt x="198281" y="157672"/>
                    <a:pt x="198162" y="157840"/>
                  </a:cubicBezTo>
                  <a:cubicBezTo>
                    <a:pt x="198043" y="158007"/>
                    <a:pt x="197919" y="158171"/>
                    <a:pt x="197791" y="158331"/>
                  </a:cubicBezTo>
                  <a:cubicBezTo>
                    <a:pt x="197662" y="158491"/>
                    <a:pt x="197528" y="158647"/>
                    <a:pt x="197390" y="158799"/>
                  </a:cubicBezTo>
                  <a:cubicBezTo>
                    <a:pt x="197252" y="158951"/>
                    <a:pt x="197109" y="159098"/>
                    <a:pt x="196961" y="159241"/>
                  </a:cubicBezTo>
                  <a:cubicBezTo>
                    <a:pt x="196814" y="159384"/>
                    <a:pt x="196662" y="159522"/>
                    <a:pt x="196506" y="159656"/>
                  </a:cubicBezTo>
                  <a:cubicBezTo>
                    <a:pt x="196350" y="159790"/>
                    <a:pt x="196190" y="159918"/>
                    <a:pt x="196026" y="160042"/>
                  </a:cubicBezTo>
                  <a:cubicBezTo>
                    <a:pt x="195862" y="160166"/>
                    <a:pt x="195695" y="160284"/>
                    <a:pt x="195524" y="160398"/>
                  </a:cubicBezTo>
                  <a:cubicBezTo>
                    <a:pt x="195352" y="160511"/>
                    <a:pt x="195178" y="160619"/>
                    <a:pt x="195000" y="160722"/>
                  </a:cubicBezTo>
                  <a:cubicBezTo>
                    <a:pt x="194822" y="160825"/>
                    <a:pt x="194641" y="160922"/>
                    <a:pt x="194457" y="161013"/>
                  </a:cubicBezTo>
                  <a:cubicBezTo>
                    <a:pt x="194273" y="161105"/>
                    <a:pt x="194087" y="161191"/>
                    <a:pt x="193898" y="161271"/>
                  </a:cubicBezTo>
                  <a:cubicBezTo>
                    <a:pt x="193709" y="161351"/>
                    <a:pt x="193517" y="161425"/>
                    <a:pt x="193323" y="161493"/>
                  </a:cubicBezTo>
                  <a:cubicBezTo>
                    <a:pt x="193130" y="161562"/>
                    <a:pt x="192934" y="161624"/>
                    <a:pt x="192737" y="161680"/>
                  </a:cubicBezTo>
                  <a:cubicBezTo>
                    <a:pt x="192539" y="161736"/>
                    <a:pt x="192340" y="161786"/>
                    <a:pt x="192139" y="161830"/>
                  </a:cubicBezTo>
                  <a:cubicBezTo>
                    <a:pt x="191939" y="161874"/>
                    <a:pt x="191737" y="161912"/>
                    <a:pt x="191534" y="161943"/>
                  </a:cubicBezTo>
                  <a:cubicBezTo>
                    <a:pt x="191331" y="161975"/>
                    <a:pt x="191127" y="162000"/>
                    <a:pt x="190923" y="162019"/>
                  </a:cubicBezTo>
                  <a:cubicBezTo>
                    <a:pt x="190718" y="162038"/>
                    <a:pt x="190513" y="162051"/>
                    <a:pt x="190308" y="162057"/>
                  </a:cubicBezTo>
                  <a:cubicBezTo>
                    <a:pt x="190103" y="162063"/>
                    <a:pt x="189897" y="162063"/>
                    <a:pt x="189692" y="162057"/>
                  </a:cubicBezTo>
                  <a:cubicBezTo>
                    <a:pt x="189487" y="162051"/>
                    <a:pt x="189282" y="162038"/>
                    <a:pt x="189077" y="162019"/>
                  </a:cubicBezTo>
                  <a:cubicBezTo>
                    <a:pt x="188873" y="162000"/>
                    <a:pt x="188669" y="161975"/>
                    <a:pt x="188466" y="161943"/>
                  </a:cubicBezTo>
                  <a:cubicBezTo>
                    <a:pt x="188263" y="161912"/>
                    <a:pt x="188061" y="161874"/>
                    <a:pt x="187861" y="161830"/>
                  </a:cubicBezTo>
                  <a:cubicBezTo>
                    <a:pt x="187660" y="161786"/>
                    <a:pt x="187461" y="161736"/>
                    <a:pt x="187263" y="161680"/>
                  </a:cubicBezTo>
                  <a:cubicBezTo>
                    <a:pt x="187066" y="161624"/>
                    <a:pt x="186870" y="161562"/>
                    <a:pt x="186676" y="161493"/>
                  </a:cubicBezTo>
                  <a:cubicBezTo>
                    <a:pt x="186483" y="161425"/>
                    <a:pt x="186291" y="161351"/>
                    <a:pt x="186102" y="161271"/>
                  </a:cubicBezTo>
                  <a:cubicBezTo>
                    <a:pt x="185913" y="161191"/>
                    <a:pt x="185726" y="161105"/>
                    <a:pt x="185543" y="161013"/>
                  </a:cubicBezTo>
                  <a:cubicBezTo>
                    <a:pt x="185359" y="160922"/>
                    <a:pt x="185178" y="160825"/>
                    <a:pt x="185000" y="160722"/>
                  </a:cubicBezTo>
                  <a:cubicBezTo>
                    <a:pt x="183591" y="159908"/>
                    <a:pt x="182157" y="159138"/>
                    <a:pt x="180700" y="158411"/>
                  </a:cubicBezTo>
                  <a:cubicBezTo>
                    <a:pt x="179244" y="157685"/>
                    <a:pt x="177766" y="157003"/>
                    <a:pt x="176268" y="156367"/>
                  </a:cubicBezTo>
                  <a:cubicBezTo>
                    <a:pt x="174770" y="155731"/>
                    <a:pt x="173253" y="155140"/>
                    <a:pt x="171719" y="154597"/>
                  </a:cubicBezTo>
                  <a:cubicBezTo>
                    <a:pt x="170185" y="154053"/>
                    <a:pt x="168634" y="153556"/>
                    <a:pt x="167070" y="153107"/>
                  </a:cubicBezTo>
                  <a:cubicBezTo>
                    <a:pt x="165506" y="152658"/>
                    <a:pt x="163928" y="152257"/>
                    <a:pt x="162339" y="151904"/>
                  </a:cubicBezTo>
                  <a:cubicBezTo>
                    <a:pt x="160751" y="151551"/>
                    <a:pt x="159151" y="151247"/>
                    <a:pt x="157544" y="150992"/>
                  </a:cubicBezTo>
                  <a:cubicBezTo>
                    <a:pt x="155937" y="150737"/>
                    <a:pt x="154322" y="150530"/>
                    <a:pt x="152702" y="150374"/>
                  </a:cubicBezTo>
                  <a:cubicBezTo>
                    <a:pt x="151082" y="150217"/>
                    <a:pt x="149458" y="150110"/>
                    <a:pt x="147831" y="150052"/>
                  </a:cubicBezTo>
                  <a:cubicBezTo>
                    <a:pt x="146205" y="149994"/>
                    <a:pt x="144577" y="149986"/>
                    <a:pt x="142950" y="150028"/>
                  </a:cubicBezTo>
                  <a:cubicBezTo>
                    <a:pt x="141323" y="150069"/>
                    <a:pt x="139698" y="150161"/>
                    <a:pt x="138076" y="150301"/>
                  </a:cubicBezTo>
                  <a:cubicBezTo>
                    <a:pt x="136455" y="150442"/>
                    <a:pt x="134838" y="150632"/>
                    <a:pt x="133228" y="150872"/>
                  </a:cubicBezTo>
                  <a:cubicBezTo>
                    <a:pt x="131619" y="151111"/>
                    <a:pt x="130017" y="151400"/>
                    <a:pt x="128424" y="151737"/>
                  </a:cubicBezTo>
                  <a:cubicBezTo>
                    <a:pt x="126832" y="152074"/>
                    <a:pt x="125251" y="152459"/>
                    <a:pt x="123682" y="152893"/>
                  </a:cubicBezTo>
                  <a:cubicBezTo>
                    <a:pt x="122113" y="153327"/>
                    <a:pt x="120558" y="153808"/>
                    <a:pt x="119019" y="154337"/>
                  </a:cubicBezTo>
                  <a:cubicBezTo>
                    <a:pt x="117480" y="154865"/>
                    <a:pt x="115957" y="155440"/>
                    <a:pt x="114453" y="156062"/>
                  </a:cubicBezTo>
                  <a:cubicBezTo>
                    <a:pt x="112948" y="156683"/>
                    <a:pt x="111464" y="157350"/>
                    <a:pt x="110000" y="158062"/>
                  </a:cubicBezTo>
                  <a:lnTo>
                    <a:pt x="110000" y="6322"/>
                  </a:lnTo>
                  <a:cubicBezTo>
                    <a:pt x="111835" y="5637"/>
                    <a:pt x="113689" y="5006"/>
                    <a:pt x="115560" y="4429"/>
                  </a:cubicBezTo>
                  <a:cubicBezTo>
                    <a:pt x="117432" y="3853"/>
                    <a:pt x="119320" y="3332"/>
                    <a:pt x="121222" y="2866"/>
                  </a:cubicBezTo>
                  <a:cubicBezTo>
                    <a:pt x="123124" y="2401"/>
                    <a:pt x="125040" y="1991"/>
                    <a:pt x="126966" y="1638"/>
                  </a:cubicBezTo>
                  <a:cubicBezTo>
                    <a:pt x="128892" y="1285"/>
                    <a:pt x="130828" y="989"/>
                    <a:pt x="132772" y="749"/>
                  </a:cubicBezTo>
                  <a:cubicBezTo>
                    <a:pt x="134716" y="510"/>
                    <a:pt x="136666" y="328"/>
                    <a:pt x="138620" y="203"/>
                  </a:cubicBezTo>
                  <a:cubicBezTo>
                    <a:pt x="140575" y="78"/>
                    <a:pt x="142532" y="11"/>
                    <a:pt x="144491" y="1"/>
                  </a:cubicBezTo>
                  <a:cubicBezTo>
                    <a:pt x="146449" y="-9"/>
                    <a:pt x="148407" y="39"/>
                    <a:pt x="150362" y="144"/>
                  </a:cubicBezTo>
                  <a:cubicBezTo>
                    <a:pt x="152318" y="249"/>
                    <a:pt x="154270" y="412"/>
                    <a:pt x="156216" y="632"/>
                  </a:cubicBezTo>
                  <a:cubicBezTo>
                    <a:pt x="158162" y="852"/>
                    <a:pt x="160101" y="1129"/>
                    <a:pt x="162031" y="1462"/>
                  </a:cubicBezTo>
                  <a:cubicBezTo>
                    <a:pt x="163960" y="1796"/>
                    <a:pt x="165880" y="2186"/>
                    <a:pt x="167786" y="2633"/>
                  </a:cubicBezTo>
                  <a:cubicBezTo>
                    <a:pt x="169693" y="3079"/>
                    <a:pt x="171586" y="3581"/>
                    <a:pt x="173464" y="4139"/>
                  </a:cubicBezTo>
                  <a:cubicBezTo>
                    <a:pt x="175341" y="4696"/>
                    <a:pt x="177201" y="5309"/>
                    <a:pt x="179043" y="5976"/>
                  </a:cubicBezTo>
                  <a:cubicBezTo>
                    <a:pt x="180884" y="6643"/>
                    <a:pt x="182705" y="7363"/>
                    <a:pt x="184504" y="8137"/>
                  </a:cubicBezTo>
                  <a:cubicBezTo>
                    <a:pt x="186303" y="8911"/>
                    <a:pt x="188079" y="9737"/>
                    <a:pt x="189829" y="10615"/>
                  </a:cubicBezTo>
                  <a:cubicBezTo>
                    <a:pt x="191580" y="11493"/>
                    <a:pt x="193304" y="12423"/>
                    <a:pt x="195000" y="13402"/>
                  </a:cubicBezTo>
                  <a:moveTo>
                    <a:pt x="90000" y="6332"/>
                  </a:moveTo>
                  <a:lnTo>
                    <a:pt x="90010" y="158072"/>
                  </a:lnTo>
                  <a:cubicBezTo>
                    <a:pt x="88510" y="157342"/>
                    <a:pt x="86987" y="156659"/>
                    <a:pt x="85444" y="156024"/>
                  </a:cubicBezTo>
                  <a:cubicBezTo>
                    <a:pt x="83902" y="155388"/>
                    <a:pt x="82339" y="154802"/>
                    <a:pt x="80760" y="154264"/>
                  </a:cubicBezTo>
                  <a:cubicBezTo>
                    <a:pt x="79180" y="153727"/>
                    <a:pt x="77584" y="153239"/>
                    <a:pt x="75974" y="152802"/>
                  </a:cubicBezTo>
                  <a:cubicBezTo>
                    <a:pt x="74364" y="152364"/>
                    <a:pt x="72741" y="151977"/>
                    <a:pt x="71106" y="151641"/>
                  </a:cubicBezTo>
                  <a:cubicBezTo>
                    <a:pt x="69472" y="151305"/>
                    <a:pt x="67828" y="151020"/>
                    <a:pt x="66176" y="150787"/>
                  </a:cubicBezTo>
                  <a:cubicBezTo>
                    <a:pt x="64524" y="150554"/>
                    <a:pt x="62865" y="150372"/>
                    <a:pt x="61201" y="150243"/>
                  </a:cubicBezTo>
                  <a:cubicBezTo>
                    <a:pt x="59538" y="150113"/>
                    <a:pt x="57871" y="150036"/>
                    <a:pt x="56203" y="150011"/>
                  </a:cubicBezTo>
                  <a:cubicBezTo>
                    <a:pt x="54534" y="149986"/>
                    <a:pt x="52866" y="150013"/>
                    <a:pt x="51199" y="150092"/>
                  </a:cubicBezTo>
                  <a:cubicBezTo>
                    <a:pt x="49533" y="150171"/>
                    <a:pt x="47869" y="150302"/>
                    <a:pt x="46210" y="150485"/>
                  </a:cubicBezTo>
                  <a:cubicBezTo>
                    <a:pt x="44552" y="150669"/>
                    <a:pt x="42900" y="150904"/>
                    <a:pt x="41256" y="151190"/>
                  </a:cubicBezTo>
                  <a:cubicBezTo>
                    <a:pt x="39613" y="151477"/>
                    <a:pt x="37978" y="151814"/>
                    <a:pt x="36356" y="152203"/>
                  </a:cubicBezTo>
                  <a:cubicBezTo>
                    <a:pt x="34733" y="152592"/>
                    <a:pt x="33123" y="153031"/>
                    <a:pt x="31528" y="153521"/>
                  </a:cubicBezTo>
                  <a:cubicBezTo>
                    <a:pt x="29933" y="154010"/>
                    <a:pt x="28354" y="154549"/>
                    <a:pt x="26792" y="155137"/>
                  </a:cubicBezTo>
                  <a:cubicBezTo>
                    <a:pt x="25231" y="155725"/>
                    <a:pt x="23688" y="156362"/>
                    <a:pt x="22167" y="157047"/>
                  </a:cubicBezTo>
                  <a:cubicBezTo>
                    <a:pt x="20645" y="157732"/>
                    <a:pt x="19146" y="158464"/>
                    <a:pt x="17670" y="159242"/>
                  </a:cubicBezTo>
                  <a:lnTo>
                    <a:pt x="14400" y="161042"/>
                  </a:lnTo>
                  <a:lnTo>
                    <a:pt x="13370" y="161482"/>
                  </a:lnTo>
                  <a:lnTo>
                    <a:pt x="12880" y="161642"/>
                  </a:lnTo>
                  <a:lnTo>
                    <a:pt x="11780" y="161902"/>
                  </a:lnTo>
                  <a:lnTo>
                    <a:pt x="11170" y="162002"/>
                  </a:lnTo>
                  <a:lnTo>
                    <a:pt x="10000" y="162062"/>
                  </a:lnTo>
                  <a:lnTo>
                    <a:pt x="9580" y="162062"/>
                  </a:lnTo>
                  <a:lnTo>
                    <a:pt x="8480" y="161942"/>
                  </a:lnTo>
                  <a:lnTo>
                    <a:pt x="7710" y="161802"/>
                  </a:lnTo>
                  <a:lnTo>
                    <a:pt x="6630" y="161482"/>
                  </a:lnTo>
                  <a:lnTo>
                    <a:pt x="5370" y="160922"/>
                  </a:lnTo>
                  <a:lnTo>
                    <a:pt x="4420" y="160362"/>
                  </a:lnTo>
                  <a:lnTo>
                    <a:pt x="3530" y="159692"/>
                  </a:lnTo>
                  <a:lnTo>
                    <a:pt x="2930" y="159132"/>
                  </a:lnTo>
                  <a:lnTo>
                    <a:pt x="2200" y="158312"/>
                  </a:lnTo>
                  <a:lnTo>
                    <a:pt x="1560" y="157422"/>
                  </a:lnTo>
                  <a:lnTo>
                    <a:pt x="1340" y="157062"/>
                  </a:lnTo>
                  <a:lnTo>
                    <a:pt x="1020" y="156462"/>
                  </a:lnTo>
                  <a:lnTo>
                    <a:pt x="580" y="155432"/>
                  </a:lnTo>
                  <a:lnTo>
                    <a:pt x="420" y="154942"/>
                  </a:lnTo>
                  <a:lnTo>
                    <a:pt x="160" y="153842"/>
                  </a:lnTo>
                  <a:lnTo>
                    <a:pt x="60" y="153232"/>
                  </a:lnTo>
                  <a:lnTo>
                    <a:pt x="20" y="152742"/>
                  </a:lnTo>
                  <a:lnTo>
                    <a:pt x="0" y="22062"/>
                  </a:lnTo>
                  <a:cubicBezTo>
                    <a:pt x="0" y="21857"/>
                    <a:pt x="6" y="21651"/>
                    <a:pt x="19" y="21446"/>
                  </a:cubicBezTo>
                  <a:cubicBezTo>
                    <a:pt x="32" y="21242"/>
                    <a:pt x="51" y="21037"/>
                    <a:pt x="76" y="20833"/>
                  </a:cubicBezTo>
                  <a:cubicBezTo>
                    <a:pt x="101" y="20629"/>
                    <a:pt x="133" y="20426"/>
                    <a:pt x="170" y="20225"/>
                  </a:cubicBezTo>
                  <a:cubicBezTo>
                    <a:pt x="208" y="20023"/>
                    <a:pt x="252" y="19822"/>
                    <a:pt x="302" y="19623"/>
                  </a:cubicBezTo>
                  <a:cubicBezTo>
                    <a:pt x="352" y="19424"/>
                    <a:pt x="408" y="19226"/>
                    <a:pt x="471" y="19031"/>
                  </a:cubicBezTo>
                  <a:cubicBezTo>
                    <a:pt x="533" y="18835"/>
                    <a:pt x="601" y="18641"/>
                    <a:pt x="675" y="18450"/>
                  </a:cubicBezTo>
                  <a:cubicBezTo>
                    <a:pt x="750" y="18258"/>
                    <a:pt x="830" y="18069"/>
                    <a:pt x="915" y="17883"/>
                  </a:cubicBezTo>
                  <a:cubicBezTo>
                    <a:pt x="1001" y="17696"/>
                    <a:pt x="1093" y="17512"/>
                    <a:pt x="1190" y="17331"/>
                  </a:cubicBezTo>
                  <a:cubicBezTo>
                    <a:pt x="1287" y="17150"/>
                    <a:pt x="1390" y="16972"/>
                    <a:pt x="1498" y="16798"/>
                  </a:cubicBezTo>
                  <a:cubicBezTo>
                    <a:pt x="1606" y="16623"/>
                    <a:pt x="1719" y="16452"/>
                    <a:pt x="1838" y="16284"/>
                  </a:cubicBezTo>
                  <a:cubicBezTo>
                    <a:pt x="1957" y="16117"/>
                    <a:pt x="2081" y="15953"/>
                    <a:pt x="2209" y="15793"/>
                  </a:cubicBezTo>
                  <a:cubicBezTo>
                    <a:pt x="2338" y="15633"/>
                    <a:pt x="2472" y="15477"/>
                    <a:pt x="2610" y="15325"/>
                  </a:cubicBezTo>
                  <a:cubicBezTo>
                    <a:pt x="2748" y="15174"/>
                    <a:pt x="2891" y="15026"/>
                    <a:pt x="3039" y="14883"/>
                  </a:cubicBezTo>
                  <a:cubicBezTo>
                    <a:pt x="3186" y="14740"/>
                    <a:pt x="3338" y="14602"/>
                    <a:pt x="3494" y="14468"/>
                  </a:cubicBezTo>
                  <a:cubicBezTo>
                    <a:pt x="3650" y="14335"/>
                    <a:pt x="3810" y="14206"/>
                    <a:pt x="3974" y="14082"/>
                  </a:cubicBezTo>
                  <a:cubicBezTo>
                    <a:pt x="4138" y="13958"/>
                    <a:pt x="4305" y="13840"/>
                    <a:pt x="4476" y="13726"/>
                  </a:cubicBezTo>
                  <a:cubicBezTo>
                    <a:pt x="4648" y="13613"/>
                    <a:pt x="4822" y="13505"/>
                    <a:pt x="5000" y="13402"/>
                  </a:cubicBezTo>
                  <a:cubicBezTo>
                    <a:pt x="6696" y="12423"/>
                    <a:pt x="8420" y="11494"/>
                    <a:pt x="10171" y="10616"/>
                  </a:cubicBezTo>
                  <a:cubicBezTo>
                    <a:pt x="11921" y="9738"/>
                    <a:pt x="13697" y="8912"/>
                    <a:pt x="15496" y="8138"/>
                  </a:cubicBezTo>
                  <a:cubicBezTo>
                    <a:pt x="17295" y="7365"/>
                    <a:pt x="19117" y="6644"/>
                    <a:pt x="20958" y="5978"/>
                  </a:cubicBezTo>
                  <a:cubicBezTo>
                    <a:pt x="22799" y="5311"/>
                    <a:pt x="24660" y="4699"/>
                    <a:pt x="26537" y="4141"/>
                  </a:cubicBezTo>
                  <a:cubicBezTo>
                    <a:pt x="28415" y="3584"/>
                    <a:pt x="30308" y="3082"/>
                    <a:pt x="32215" y="2636"/>
                  </a:cubicBezTo>
                  <a:cubicBezTo>
                    <a:pt x="34121" y="2190"/>
                    <a:pt x="36041" y="1800"/>
                    <a:pt x="37971" y="1466"/>
                  </a:cubicBezTo>
                  <a:cubicBezTo>
                    <a:pt x="39900" y="1133"/>
                    <a:pt x="41839" y="856"/>
                    <a:pt x="43785" y="637"/>
                  </a:cubicBezTo>
                  <a:cubicBezTo>
                    <a:pt x="45731" y="417"/>
                    <a:pt x="47683" y="255"/>
                    <a:pt x="49639" y="150"/>
                  </a:cubicBezTo>
                  <a:cubicBezTo>
                    <a:pt x="51594" y="45"/>
                    <a:pt x="53552" y="-3"/>
                    <a:pt x="55511" y="7"/>
                  </a:cubicBezTo>
                  <a:cubicBezTo>
                    <a:pt x="57469" y="17"/>
                    <a:pt x="59426" y="85"/>
                    <a:pt x="61381" y="210"/>
                  </a:cubicBezTo>
                  <a:cubicBezTo>
                    <a:pt x="63335" y="335"/>
                    <a:pt x="65285" y="517"/>
                    <a:pt x="67229" y="757"/>
                  </a:cubicBezTo>
                  <a:cubicBezTo>
                    <a:pt x="69172" y="996"/>
                    <a:pt x="71108" y="1293"/>
                    <a:pt x="73035" y="1646"/>
                  </a:cubicBezTo>
                  <a:cubicBezTo>
                    <a:pt x="74961" y="1999"/>
                    <a:pt x="76876" y="2409"/>
                    <a:pt x="78778" y="2875"/>
                  </a:cubicBezTo>
                  <a:cubicBezTo>
                    <a:pt x="80680" y="3341"/>
                    <a:pt x="82568" y="3862"/>
                    <a:pt x="84440" y="4439"/>
                  </a:cubicBezTo>
                  <a:cubicBezTo>
                    <a:pt x="86311" y="5015"/>
                    <a:pt x="88166" y="5647"/>
                    <a:pt x="90000" y="6332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95" name="probe-tabler-file-text" descr="file-text — Tabler contributors; preserve the bundled full upstream license. Source: https://github.com/tabler/tabler-icons/blob/a4ce1404bc6d24d3c365afe7b258d6bf6f48d62d/icons/filled/file-text.svg; SVG SHA256: 087a3830505495565caf49430b1464f1c6bd550f4d0bb29114012f869684279b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96" name="probe-tabler-file-text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80000" y="0"/>
                  </a:moveTo>
                  <a:lnTo>
                    <a:pt x="81170" y="70"/>
                  </a:lnTo>
                  <a:cubicBezTo>
                    <a:pt x="81371" y="94"/>
                    <a:pt x="81571" y="124"/>
                    <a:pt x="81771" y="159"/>
                  </a:cubicBezTo>
                  <a:cubicBezTo>
                    <a:pt x="81970" y="195"/>
                    <a:pt x="82168" y="237"/>
                    <a:pt x="82365" y="285"/>
                  </a:cubicBezTo>
                  <a:cubicBezTo>
                    <a:pt x="82561" y="333"/>
                    <a:pt x="82757" y="387"/>
                    <a:pt x="82950" y="447"/>
                  </a:cubicBezTo>
                  <a:cubicBezTo>
                    <a:pt x="83143" y="506"/>
                    <a:pt x="83335" y="572"/>
                    <a:pt x="83524" y="643"/>
                  </a:cubicBezTo>
                  <a:cubicBezTo>
                    <a:pt x="83714" y="715"/>
                    <a:pt x="83901" y="792"/>
                    <a:pt x="84086" y="874"/>
                  </a:cubicBezTo>
                  <a:cubicBezTo>
                    <a:pt x="84271" y="957"/>
                    <a:pt x="84453" y="1046"/>
                    <a:pt x="84632" y="1139"/>
                  </a:cubicBezTo>
                  <a:cubicBezTo>
                    <a:pt x="84812" y="1233"/>
                    <a:pt x="84988" y="1332"/>
                    <a:pt x="85161" y="1437"/>
                  </a:cubicBezTo>
                  <a:cubicBezTo>
                    <a:pt x="85335" y="1541"/>
                    <a:pt x="85505" y="1651"/>
                    <a:pt x="85672" y="1766"/>
                  </a:cubicBezTo>
                  <a:cubicBezTo>
                    <a:pt x="85838" y="1881"/>
                    <a:pt x="86002" y="2001"/>
                    <a:pt x="86161" y="2125"/>
                  </a:cubicBezTo>
                  <a:cubicBezTo>
                    <a:pt x="86321" y="2250"/>
                    <a:pt x="86476" y="2380"/>
                    <a:pt x="86628" y="2514"/>
                  </a:cubicBezTo>
                  <a:cubicBezTo>
                    <a:pt x="86779" y="2648"/>
                    <a:pt x="86927" y="2787"/>
                    <a:pt x="87070" y="2930"/>
                  </a:cubicBezTo>
                  <a:cubicBezTo>
                    <a:pt x="87213" y="3073"/>
                    <a:pt x="87352" y="3221"/>
                    <a:pt x="87486" y="3372"/>
                  </a:cubicBezTo>
                  <a:cubicBezTo>
                    <a:pt x="87620" y="3524"/>
                    <a:pt x="87750" y="3679"/>
                    <a:pt x="87875" y="3839"/>
                  </a:cubicBezTo>
                  <a:cubicBezTo>
                    <a:pt x="87999" y="3998"/>
                    <a:pt x="88119" y="4162"/>
                    <a:pt x="88234" y="4328"/>
                  </a:cubicBezTo>
                  <a:cubicBezTo>
                    <a:pt x="88349" y="4495"/>
                    <a:pt x="88459" y="4665"/>
                    <a:pt x="88563" y="4839"/>
                  </a:cubicBezTo>
                  <a:cubicBezTo>
                    <a:pt x="88668" y="5012"/>
                    <a:pt x="88767" y="5188"/>
                    <a:pt x="88861" y="5368"/>
                  </a:cubicBezTo>
                  <a:cubicBezTo>
                    <a:pt x="88954" y="5547"/>
                    <a:pt x="89043" y="5729"/>
                    <a:pt x="89126" y="5914"/>
                  </a:cubicBezTo>
                  <a:cubicBezTo>
                    <a:pt x="89208" y="6099"/>
                    <a:pt x="89285" y="6286"/>
                    <a:pt x="89357" y="6476"/>
                  </a:cubicBezTo>
                  <a:cubicBezTo>
                    <a:pt x="89428" y="6665"/>
                    <a:pt x="89494" y="6857"/>
                    <a:pt x="89553" y="7050"/>
                  </a:cubicBezTo>
                  <a:cubicBezTo>
                    <a:pt x="89613" y="7243"/>
                    <a:pt x="89667" y="7439"/>
                    <a:pt x="89715" y="7635"/>
                  </a:cubicBezTo>
                  <a:cubicBezTo>
                    <a:pt x="89763" y="7832"/>
                    <a:pt x="89805" y="8030"/>
                    <a:pt x="89841" y="8229"/>
                  </a:cubicBezTo>
                  <a:cubicBezTo>
                    <a:pt x="89876" y="8429"/>
                    <a:pt x="89906" y="8629"/>
                    <a:pt x="89930" y="8830"/>
                  </a:cubicBezTo>
                  <a:lnTo>
                    <a:pt x="90000" y="10000"/>
                  </a:lnTo>
                  <a:lnTo>
                    <a:pt x="90000" y="50000"/>
                  </a:lnTo>
                  <a:lnTo>
                    <a:pt x="90050" y="51500"/>
                  </a:lnTo>
                  <a:cubicBezTo>
                    <a:pt x="90081" y="51910"/>
                    <a:pt x="90124" y="52318"/>
                    <a:pt x="90180" y="52726"/>
                  </a:cubicBezTo>
                  <a:cubicBezTo>
                    <a:pt x="90236" y="53133"/>
                    <a:pt x="90305" y="53538"/>
                    <a:pt x="90386" y="53941"/>
                  </a:cubicBezTo>
                  <a:cubicBezTo>
                    <a:pt x="90467" y="54344"/>
                    <a:pt x="90560" y="54744"/>
                    <a:pt x="90665" y="55141"/>
                  </a:cubicBezTo>
                  <a:cubicBezTo>
                    <a:pt x="90771" y="55538"/>
                    <a:pt x="90889" y="55932"/>
                    <a:pt x="91019" y="56322"/>
                  </a:cubicBezTo>
                  <a:cubicBezTo>
                    <a:pt x="91149" y="56712"/>
                    <a:pt x="91290" y="57097"/>
                    <a:pt x="91444" y="57478"/>
                  </a:cubicBezTo>
                  <a:cubicBezTo>
                    <a:pt x="91598" y="57860"/>
                    <a:pt x="91763" y="58236"/>
                    <a:pt x="91940" y="58607"/>
                  </a:cubicBezTo>
                  <a:cubicBezTo>
                    <a:pt x="92117" y="58978"/>
                    <a:pt x="92305" y="59343"/>
                    <a:pt x="92504" y="59702"/>
                  </a:cubicBezTo>
                  <a:cubicBezTo>
                    <a:pt x="92703" y="60062"/>
                    <a:pt x="92914" y="60415"/>
                    <a:pt x="93135" y="60761"/>
                  </a:cubicBezTo>
                  <a:cubicBezTo>
                    <a:pt x="93356" y="61108"/>
                    <a:pt x="93588" y="61447"/>
                    <a:pt x="93830" y="61779"/>
                  </a:cubicBezTo>
                  <a:cubicBezTo>
                    <a:pt x="94072" y="62111"/>
                    <a:pt x="94324" y="62436"/>
                    <a:pt x="94586" y="62752"/>
                  </a:cubicBezTo>
                  <a:cubicBezTo>
                    <a:pt x="94848" y="63069"/>
                    <a:pt x="95119" y="63377"/>
                    <a:pt x="95400" y="63677"/>
                  </a:cubicBezTo>
                  <a:cubicBezTo>
                    <a:pt x="95681" y="63977"/>
                    <a:pt x="95971" y="64268"/>
                    <a:pt x="96270" y="64550"/>
                  </a:cubicBezTo>
                  <a:cubicBezTo>
                    <a:pt x="96569" y="64832"/>
                    <a:pt x="96877" y="65105"/>
                    <a:pt x="97192" y="65368"/>
                  </a:cubicBezTo>
                  <a:cubicBezTo>
                    <a:pt x="97508" y="65631"/>
                    <a:pt x="97832" y="65884"/>
                    <a:pt x="98163" y="66127"/>
                  </a:cubicBezTo>
                  <a:cubicBezTo>
                    <a:pt x="98495" y="66370"/>
                    <a:pt x="98833" y="66603"/>
                    <a:pt x="99179" y="66825"/>
                  </a:cubicBezTo>
                  <a:cubicBezTo>
                    <a:pt x="99525" y="67047"/>
                    <a:pt x="99877" y="67259"/>
                    <a:pt x="100236" y="67459"/>
                  </a:cubicBezTo>
                  <a:cubicBezTo>
                    <a:pt x="100594" y="67660"/>
                    <a:pt x="100959" y="67849"/>
                    <a:pt x="101329" y="68027"/>
                  </a:cubicBezTo>
                  <a:cubicBezTo>
                    <a:pt x="101700" y="68205"/>
                    <a:pt x="102076" y="68372"/>
                    <a:pt x="102456" y="68526"/>
                  </a:cubicBezTo>
                  <a:cubicBezTo>
                    <a:pt x="102837" y="68681"/>
                    <a:pt x="103222" y="68824"/>
                    <a:pt x="103612" y="68956"/>
                  </a:cubicBezTo>
                  <a:cubicBezTo>
                    <a:pt x="104001" y="69087"/>
                    <a:pt x="104394" y="69206"/>
                    <a:pt x="104791" y="69313"/>
                  </a:cubicBezTo>
                  <a:cubicBezTo>
                    <a:pt x="105188" y="69420"/>
                    <a:pt x="105588" y="69514"/>
                    <a:pt x="105990" y="69596"/>
                  </a:cubicBezTo>
                  <a:cubicBezTo>
                    <a:pt x="106393" y="69679"/>
                    <a:pt x="106798" y="69749"/>
                    <a:pt x="107205" y="69806"/>
                  </a:cubicBezTo>
                  <a:cubicBezTo>
                    <a:pt x="107612" y="69863"/>
                    <a:pt x="108020" y="69908"/>
                    <a:pt x="108430" y="69940"/>
                  </a:cubicBezTo>
                  <a:lnTo>
                    <a:pt x="110000" y="70000"/>
                  </a:lnTo>
                  <a:lnTo>
                    <a:pt x="150000" y="70000"/>
                  </a:lnTo>
                  <a:lnTo>
                    <a:pt x="151170" y="70070"/>
                  </a:lnTo>
                  <a:cubicBezTo>
                    <a:pt x="151371" y="70094"/>
                    <a:pt x="151571" y="70124"/>
                    <a:pt x="151771" y="70159"/>
                  </a:cubicBezTo>
                  <a:cubicBezTo>
                    <a:pt x="151970" y="70195"/>
                    <a:pt x="152168" y="70237"/>
                    <a:pt x="152365" y="70285"/>
                  </a:cubicBezTo>
                  <a:cubicBezTo>
                    <a:pt x="152561" y="70333"/>
                    <a:pt x="152757" y="70387"/>
                    <a:pt x="152950" y="70447"/>
                  </a:cubicBezTo>
                  <a:cubicBezTo>
                    <a:pt x="153143" y="70506"/>
                    <a:pt x="153335" y="70572"/>
                    <a:pt x="153524" y="70643"/>
                  </a:cubicBezTo>
                  <a:cubicBezTo>
                    <a:pt x="153714" y="70715"/>
                    <a:pt x="153901" y="70792"/>
                    <a:pt x="154086" y="70874"/>
                  </a:cubicBezTo>
                  <a:cubicBezTo>
                    <a:pt x="154271" y="70957"/>
                    <a:pt x="154453" y="71046"/>
                    <a:pt x="154632" y="71139"/>
                  </a:cubicBezTo>
                  <a:cubicBezTo>
                    <a:pt x="154812" y="71233"/>
                    <a:pt x="154988" y="71332"/>
                    <a:pt x="155161" y="71437"/>
                  </a:cubicBezTo>
                  <a:cubicBezTo>
                    <a:pt x="155335" y="71541"/>
                    <a:pt x="155505" y="71651"/>
                    <a:pt x="155672" y="71766"/>
                  </a:cubicBezTo>
                  <a:cubicBezTo>
                    <a:pt x="155838" y="71881"/>
                    <a:pt x="156002" y="72001"/>
                    <a:pt x="156161" y="72125"/>
                  </a:cubicBezTo>
                  <a:cubicBezTo>
                    <a:pt x="156321" y="72250"/>
                    <a:pt x="156476" y="72380"/>
                    <a:pt x="156628" y="72514"/>
                  </a:cubicBezTo>
                  <a:cubicBezTo>
                    <a:pt x="156779" y="72648"/>
                    <a:pt x="156927" y="72787"/>
                    <a:pt x="157070" y="72930"/>
                  </a:cubicBezTo>
                  <a:cubicBezTo>
                    <a:pt x="157213" y="73073"/>
                    <a:pt x="157352" y="73221"/>
                    <a:pt x="157486" y="73372"/>
                  </a:cubicBezTo>
                  <a:cubicBezTo>
                    <a:pt x="157620" y="73524"/>
                    <a:pt x="157750" y="73679"/>
                    <a:pt x="157875" y="73839"/>
                  </a:cubicBezTo>
                  <a:cubicBezTo>
                    <a:pt x="157999" y="73998"/>
                    <a:pt x="158119" y="74162"/>
                    <a:pt x="158234" y="74328"/>
                  </a:cubicBezTo>
                  <a:cubicBezTo>
                    <a:pt x="158349" y="74495"/>
                    <a:pt x="158459" y="74665"/>
                    <a:pt x="158563" y="74839"/>
                  </a:cubicBezTo>
                  <a:cubicBezTo>
                    <a:pt x="158668" y="75012"/>
                    <a:pt x="158767" y="75188"/>
                    <a:pt x="158861" y="75368"/>
                  </a:cubicBezTo>
                  <a:cubicBezTo>
                    <a:pt x="158954" y="75547"/>
                    <a:pt x="159043" y="75729"/>
                    <a:pt x="159126" y="75914"/>
                  </a:cubicBezTo>
                  <a:cubicBezTo>
                    <a:pt x="159208" y="76099"/>
                    <a:pt x="159285" y="76286"/>
                    <a:pt x="159357" y="76476"/>
                  </a:cubicBezTo>
                  <a:cubicBezTo>
                    <a:pt x="159428" y="76665"/>
                    <a:pt x="159494" y="76857"/>
                    <a:pt x="159553" y="77050"/>
                  </a:cubicBezTo>
                  <a:cubicBezTo>
                    <a:pt x="159613" y="77243"/>
                    <a:pt x="159667" y="77439"/>
                    <a:pt x="159715" y="77635"/>
                  </a:cubicBezTo>
                  <a:cubicBezTo>
                    <a:pt x="159763" y="77832"/>
                    <a:pt x="159805" y="78030"/>
                    <a:pt x="159841" y="78229"/>
                  </a:cubicBezTo>
                  <a:cubicBezTo>
                    <a:pt x="159876" y="78429"/>
                    <a:pt x="159906" y="78629"/>
                    <a:pt x="159930" y="78830"/>
                  </a:cubicBezTo>
                  <a:lnTo>
                    <a:pt x="160000" y="80000"/>
                  </a:lnTo>
                  <a:lnTo>
                    <a:pt x="160000" y="170000"/>
                  </a:lnTo>
                  <a:cubicBezTo>
                    <a:pt x="160000" y="170605"/>
                    <a:pt x="159982" y="171210"/>
                    <a:pt x="159945" y="171813"/>
                  </a:cubicBezTo>
                  <a:cubicBezTo>
                    <a:pt x="159909" y="172417"/>
                    <a:pt x="159854" y="173020"/>
                    <a:pt x="159781" y="173620"/>
                  </a:cubicBezTo>
                  <a:cubicBezTo>
                    <a:pt x="159708" y="174221"/>
                    <a:pt x="159617" y="174819"/>
                    <a:pt x="159508" y="175414"/>
                  </a:cubicBezTo>
                  <a:cubicBezTo>
                    <a:pt x="159399" y="176009"/>
                    <a:pt x="159272" y="176600"/>
                    <a:pt x="159127" y="177188"/>
                  </a:cubicBezTo>
                  <a:cubicBezTo>
                    <a:pt x="158982" y="177775"/>
                    <a:pt x="158819" y="178358"/>
                    <a:pt x="158639" y="178935"/>
                  </a:cubicBezTo>
                  <a:cubicBezTo>
                    <a:pt x="158459" y="179513"/>
                    <a:pt x="158261" y="180085"/>
                    <a:pt x="158047" y="180650"/>
                  </a:cubicBezTo>
                  <a:cubicBezTo>
                    <a:pt x="157832" y="181216"/>
                    <a:pt x="157600" y="181775"/>
                    <a:pt x="157352" y="182326"/>
                  </a:cubicBezTo>
                  <a:cubicBezTo>
                    <a:pt x="157103" y="182878"/>
                    <a:pt x="156838" y="183421"/>
                    <a:pt x="156557" y="183957"/>
                  </a:cubicBezTo>
                  <a:cubicBezTo>
                    <a:pt x="156275" y="184492"/>
                    <a:pt x="155978" y="185019"/>
                    <a:pt x="155664" y="185537"/>
                  </a:cubicBezTo>
                  <a:cubicBezTo>
                    <a:pt x="155351" y="186054"/>
                    <a:pt x="155022" y="186562"/>
                    <a:pt x="154678" y="187060"/>
                  </a:cubicBezTo>
                  <a:cubicBezTo>
                    <a:pt x="154334" y="187557"/>
                    <a:pt x="153976" y="188044"/>
                    <a:pt x="153602" y="188520"/>
                  </a:cubicBezTo>
                  <a:cubicBezTo>
                    <a:pt x="153229" y="188996"/>
                    <a:pt x="152841" y="189461"/>
                    <a:pt x="152440" y="189913"/>
                  </a:cubicBezTo>
                  <a:cubicBezTo>
                    <a:pt x="152038" y="190366"/>
                    <a:pt x="151623" y="190806"/>
                    <a:pt x="151195" y="191233"/>
                  </a:cubicBezTo>
                  <a:cubicBezTo>
                    <a:pt x="150767" y="191661"/>
                    <a:pt x="150326" y="192075"/>
                    <a:pt x="149873" y="192476"/>
                  </a:cubicBezTo>
                  <a:cubicBezTo>
                    <a:pt x="149420" y="192876"/>
                    <a:pt x="148954" y="193263"/>
                    <a:pt x="148478" y="193636"/>
                  </a:cubicBezTo>
                  <a:cubicBezTo>
                    <a:pt x="148001" y="194008"/>
                    <a:pt x="147514" y="194366"/>
                    <a:pt x="147015" y="194710"/>
                  </a:cubicBezTo>
                  <a:cubicBezTo>
                    <a:pt x="146517" y="195053"/>
                    <a:pt x="146009" y="195381"/>
                    <a:pt x="145491" y="195693"/>
                  </a:cubicBezTo>
                  <a:cubicBezTo>
                    <a:pt x="144973" y="196005"/>
                    <a:pt x="144445" y="196302"/>
                    <a:pt x="143909" y="196582"/>
                  </a:cubicBezTo>
                  <a:cubicBezTo>
                    <a:pt x="143373" y="196863"/>
                    <a:pt x="142829" y="197127"/>
                    <a:pt x="142277" y="197375"/>
                  </a:cubicBezTo>
                  <a:cubicBezTo>
                    <a:pt x="141725" y="197622"/>
                    <a:pt x="141166" y="197853"/>
                    <a:pt x="140600" y="198067"/>
                  </a:cubicBezTo>
                  <a:cubicBezTo>
                    <a:pt x="140034" y="198280"/>
                    <a:pt x="139462" y="198477"/>
                    <a:pt x="138884" y="198656"/>
                  </a:cubicBezTo>
                  <a:cubicBezTo>
                    <a:pt x="138306" y="198835"/>
                    <a:pt x="137723" y="198997"/>
                    <a:pt x="137136" y="199141"/>
                  </a:cubicBezTo>
                  <a:cubicBezTo>
                    <a:pt x="136548" y="199285"/>
                    <a:pt x="135956" y="199411"/>
                    <a:pt x="135361" y="199519"/>
                  </a:cubicBezTo>
                  <a:cubicBezTo>
                    <a:pt x="134766" y="199627"/>
                    <a:pt x="134168" y="199717"/>
                    <a:pt x="133567" y="199789"/>
                  </a:cubicBezTo>
                  <a:cubicBezTo>
                    <a:pt x="132967" y="199861"/>
                    <a:pt x="132364" y="199915"/>
                    <a:pt x="131760" y="199950"/>
                  </a:cubicBezTo>
                  <a:lnTo>
                    <a:pt x="130000" y="200000"/>
                  </a:lnTo>
                  <a:lnTo>
                    <a:pt x="30000" y="200000"/>
                  </a:lnTo>
                  <a:cubicBezTo>
                    <a:pt x="29395" y="200000"/>
                    <a:pt x="28790" y="199982"/>
                    <a:pt x="28187" y="199945"/>
                  </a:cubicBezTo>
                  <a:cubicBezTo>
                    <a:pt x="27583" y="199909"/>
                    <a:pt x="26980" y="199854"/>
                    <a:pt x="26380" y="199781"/>
                  </a:cubicBezTo>
                  <a:cubicBezTo>
                    <a:pt x="25779" y="199708"/>
                    <a:pt x="25181" y="199617"/>
                    <a:pt x="24586" y="199508"/>
                  </a:cubicBezTo>
                  <a:cubicBezTo>
                    <a:pt x="23991" y="199399"/>
                    <a:pt x="23400" y="199272"/>
                    <a:pt x="22812" y="199127"/>
                  </a:cubicBezTo>
                  <a:cubicBezTo>
                    <a:pt x="22225" y="198982"/>
                    <a:pt x="21642" y="198819"/>
                    <a:pt x="21065" y="198639"/>
                  </a:cubicBezTo>
                  <a:cubicBezTo>
                    <a:pt x="20487" y="198459"/>
                    <a:pt x="19915" y="198261"/>
                    <a:pt x="19350" y="198047"/>
                  </a:cubicBezTo>
                  <a:cubicBezTo>
                    <a:pt x="18784" y="197832"/>
                    <a:pt x="18225" y="197600"/>
                    <a:pt x="17674" y="197352"/>
                  </a:cubicBezTo>
                  <a:cubicBezTo>
                    <a:pt x="17122" y="197103"/>
                    <a:pt x="16579" y="196838"/>
                    <a:pt x="16043" y="196557"/>
                  </a:cubicBezTo>
                  <a:cubicBezTo>
                    <a:pt x="15508" y="196275"/>
                    <a:pt x="14981" y="195978"/>
                    <a:pt x="14463" y="195664"/>
                  </a:cubicBezTo>
                  <a:cubicBezTo>
                    <a:pt x="13946" y="195351"/>
                    <a:pt x="13438" y="195022"/>
                    <a:pt x="12940" y="194678"/>
                  </a:cubicBezTo>
                  <a:cubicBezTo>
                    <a:pt x="12443" y="194334"/>
                    <a:pt x="11956" y="193976"/>
                    <a:pt x="11480" y="193602"/>
                  </a:cubicBezTo>
                  <a:cubicBezTo>
                    <a:pt x="11004" y="193229"/>
                    <a:pt x="10539" y="192841"/>
                    <a:pt x="10087" y="192440"/>
                  </a:cubicBezTo>
                  <a:cubicBezTo>
                    <a:pt x="9634" y="192038"/>
                    <a:pt x="9194" y="191623"/>
                    <a:pt x="8767" y="191195"/>
                  </a:cubicBezTo>
                  <a:cubicBezTo>
                    <a:pt x="8339" y="190767"/>
                    <a:pt x="7925" y="190326"/>
                    <a:pt x="7524" y="189873"/>
                  </a:cubicBezTo>
                  <a:cubicBezTo>
                    <a:pt x="7124" y="189420"/>
                    <a:pt x="6737" y="188954"/>
                    <a:pt x="6364" y="188478"/>
                  </a:cubicBezTo>
                  <a:cubicBezTo>
                    <a:pt x="5992" y="188001"/>
                    <a:pt x="5634" y="187514"/>
                    <a:pt x="5290" y="187015"/>
                  </a:cubicBezTo>
                  <a:cubicBezTo>
                    <a:pt x="4947" y="186517"/>
                    <a:pt x="4619" y="186009"/>
                    <a:pt x="4307" y="185491"/>
                  </a:cubicBezTo>
                  <a:cubicBezTo>
                    <a:pt x="3995" y="184973"/>
                    <a:pt x="3698" y="184445"/>
                    <a:pt x="3418" y="183909"/>
                  </a:cubicBezTo>
                  <a:cubicBezTo>
                    <a:pt x="3137" y="183373"/>
                    <a:pt x="2873" y="182829"/>
                    <a:pt x="2625" y="182277"/>
                  </a:cubicBezTo>
                  <a:cubicBezTo>
                    <a:pt x="2378" y="181725"/>
                    <a:pt x="2147" y="181166"/>
                    <a:pt x="1933" y="180600"/>
                  </a:cubicBezTo>
                  <a:cubicBezTo>
                    <a:pt x="1720" y="180034"/>
                    <a:pt x="1523" y="179462"/>
                    <a:pt x="1344" y="178884"/>
                  </a:cubicBezTo>
                  <a:cubicBezTo>
                    <a:pt x="1165" y="178306"/>
                    <a:pt x="1003" y="177723"/>
                    <a:pt x="859" y="177136"/>
                  </a:cubicBezTo>
                  <a:cubicBezTo>
                    <a:pt x="715" y="176548"/>
                    <a:pt x="589" y="175956"/>
                    <a:pt x="481" y="175361"/>
                  </a:cubicBezTo>
                  <a:cubicBezTo>
                    <a:pt x="373" y="174766"/>
                    <a:pt x="283" y="174168"/>
                    <a:pt x="211" y="173567"/>
                  </a:cubicBezTo>
                  <a:cubicBezTo>
                    <a:pt x="139" y="172967"/>
                    <a:pt x="85" y="172364"/>
                    <a:pt x="50" y="171760"/>
                  </a:cubicBezTo>
                  <a:lnTo>
                    <a:pt x="0" y="170000"/>
                  </a:lnTo>
                  <a:lnTo>
                    <a:pt x="0" y="30000"/>
                  </a:lnTo>
                  <a:cubicBezTo>
                    <a:pt x="0" y="29395"/>
                    <a:pt x="18" y="28790"/>
                    <a:pt x="55" y="28187"/>
                  </a:cubicBezTo>
                  <a:cubicBezTo>
                    <a:pt x="91" y="27583"/>
                    <a:pt x="146" y="26980"/>
                    <a:pt x="219" y="26380"/>
                  </a:cubicBezTo>
                  <a:cubicBezTo>
                    <a:pt x="292" y="25779"/>
                    <a:pt x="383" y="25181"/>
                    <a:pt x="492" y="24586"/>
                  </a:cubicBezTo>
                  <a:cubicBezTo>
                    <a:pt x="601" y="23991"/>
                    <a:pt x="728" y="23400"/>
                    <a:pt x="873" y="22812"/>
                  </a:cubicBezTo>
                  <a:cubicBezTo>
                    <a:pt x="1018" y="22225"/>
                    <a:pt x="1181" y="21642"/>
                    <a:pt x="1361" y="21065"/>
                  </a:cubicBezTo>
                  <a:cubicBezTo>
                    <a:pt x="1541" y="20487"/>
                    <a:pt x="1739" y="19915"/>
                    <a:pt x="1953" y="19350"/>
                  </a:cubicBezTo>
                  <a:cubicBezTo>
                    <a:pt x="2168" y="18784"/>
                    <a:pt x="2400" y="18225"/>
                    <a:pt x="2648" y="17674"/>
                  </a:cubicBezTo>
                  <a:cubicBezTo>
                    <a:pt x="2897" y="17122"/>
                    <a:pt x="3162" y="16579"/>
                    <a:pt x="3443" y="16043"/>
                  </a:cubicBezTo>
                  <a:cubicBezTo>
                    <a:pt x="3725" y="15508"/>
                    <a:pt x="4022" y="14981"/>
                    <a:pt x="4336" y="14463"/>
                  </a:cubicBezTo>
                  <a:cubicBezTo>
                    <a:pt x="4649" y="13946"/>
                    <a:pt x="4978" y="13438"/>
                    <a:pt x="5322" y="12940"/>
                  </a:cubicBezTo>
                  <a:cubicBezTo>
                    <a:pt x="5666" y="12443"/>
                    <a:pt x="6024" y="11956"/>
                    <a:pt x="6398" y="11480"/>
                  </a:cubicBezTo>
                  <a:cubicBezTo>
                    <a:pt x="6771" y="11004"/>
                    <a:pt x="7159" y="10539"/>
                    <a:pt x="7560" y="10087"/>
                  </a:cubicBezTo>
                  <a:cubicBezTo>
                    <a:pt x="7962" y="9634"/>
                    <a:pt x="8377" y="9194"/>
                    <a:pt x="8805" y="8767"/>
                  </a:cubicBezTo>
                  <a:cubicBezTo>
                    <a:pt x="9233" y="8339"/>
                    <a:pt x="9674" y="7925"/>
                    <a:pt x="10127" y="7524"/>
                  </a:cubicBezTo>
                  <a:cubicBezTo>
                    <a:pt x="10580" y="7124"/>
                    <a:pt x="11046" y="6737"/>
                    <a:pt x="11522" y="6364"/>
                  </a:cubicBezTo>
                  <a:cubicBezTo>
                    <a:pt x="11999" y="5992"/>
                    <a:pt x="12486" y="5634"/>
                    <a:pt x="12985" y="5290"/>
                  </a:cubicBezTo>
                  <a:cubicBezTo>
                    <a:pt x="13483" y="4947"/>
                    <a:pt x="13991" y="4619"/>
                    <a:pt x="14509" y="4307"/>
                  </a:cubicBezTo>
                  <a:cubicBezTo>
                    <a:pt x="15027" y="3995"/>
                    <a:pt x="15555" y="3698"/>
                    <a:pt x="16091" y="3418"/>
                  </a:cubicBezTo>
                  <a:cubicBezTo>
                    <a:pt x="16627" y="3137"/>
                    <a:pt x="17171" y="2873"/>
                    <a:pt x="17723" y="2625"/>
                  </a:cubicBezTo>
                  <a:cubicBezTo>
                    <a:pt x="18275" y="2378"/>
                    <a:pt x="18834" y="2147"/>
                    <a:pt x="19400" y="1933"/>
                  </a:cubicBezTo>
                  <a:cubicBezTo>
                    <a:pt x="19966" y="1720"/>
                    <a:pt x="20538" y="1523"/>
                    <a:pt x="21116" y="1344"/>
                  </a:cubicBezTo>
                  <a:cubicBezTo>
                    <a:pt x="21694" y="1165"/>
                    <a:pt x="22277" y="1003"/>
                    <a:pt x="22864" y="859"/>
                  </a:cubicBezTo>
                  <a:cubicBezTo>
                    <a:pt x="23452" y="715"/>
                    <a:pt x="24044" y="589"/>
                    <a:pt x="24639" y="481"/>
                  </a:cubicBezTo>
                  <a:cubicBezTo>
                    <a:pt x="25234" y="373"/>
                    <a:pt x="25832" y="283"/>
                    <a:pt x="26433" y="211"/>
                  </a:cubicBezTo>
                  <a:cubicBezTo>
                    <a:pt x="27033" y="139"/>
                    <a:pt x="27636" y="85"/>
                    <a:pt x="28240" y="50"/>
                  </a:cubicBezTo>
                  <a:lnTo>
                    <a:pt x="30000" y="0"/>
                  </a:lnTo>
                  <a:close/>
                  <a:moveTo>
                    <a:pt x="110000" y="140000"/>
                  </a:moveTo>
                  <a:lnTo>
                    <a:pt x="50000" y="140000"/>
                  </a:lnTo>
                  <a:cubicBezTo>
                    <a:pt x="49791" y="140000"/>
                    <a:pt x="49581" y="140007"/>
                    <a:pt x="49372" y="140020"/>
                  </a:cubicBezTo>
                  <a:cubicBezTo>
                    <a:pt x="49163" y="140033"/>
                    <a:pt x="48954" y="140053"/>
                    <a:pt x="48747" y="140079"/>
                  </a:cubicBezTo>
                  <a:cubicBezTo>
                    <a:pt x="48539" y="140105"/>
                    <a:pt x="48332" y="140138"/>
                    <a:pt x="48126" y="140177"/>
                  </a:cubicBezTo>
                  <a:cubicBezTo>
                    <a:pt x="47920" y="140216"/>
                    <a:pt x="47716" y="140262"/>
                    <a:pt x="47513" y="140314"/>
                  </a:cubicBezTo>
                  <a:cubicBezTo>
                    <a:pt x="47310" y="140366"/>
                    <a:pt x="47109" y="140425"/>
                    <a:pt x="46910" y="140489"/>
                  </a:cubicBezTo>
                  <a:cubicBezTo>
                    <a:pt x="46711" y="140554"/>
                    <a:pt x="46514" y="140625"/>
                    <a:pt x="46319" y="140702"/>
                  </a:cubicBezTo>
                  <a:cubicBezTo>
                    <a:pt x="46124" y="140779"/>
                    <a:pt x="45932" y="140863"/>
                    <a:pt x="45742" y="140952"/>
                  </a:cubicBezTo>
                  <a:cubicBezTo>
                    <a:pt x="45553" y="141041"/>
                    <a:pt x="45366" y="141136"/>
                    <a:pt x="45182" y="141237"/>
                  </a:cubicBezTo>
                  <a:cubicBezTo>
                    <a:pt x="44999" y="141338"/>
                    <a:pt x="44819" y="141444"/>
                    <a:pt x="44642" y="141557"/>
                  </a:cubicBezTo>
                  <a:cubicBezTo>
                    <a:pt x="44465" y="141669"/>
                    <a:pt x="44292" y="141787"/>
                    <a:pt x="44122" y="141910"/>
                  </a:cubicBezTo>
                  <a:cubicBezTo>
                    <a:pt x="43953" y="142033"/>
                    <a:pt x="43787" y="142161"/>
                    <a:pt x="43626" y="142295"/>
                  </a:cubicBezTo>
                  <a:cubicBezTo>
                    <a:pt x="43464" y="142428"/>
                    <a:pt x="43307" y="142567"/>
                    <a:pt x="43155" y="142710"/>
                  </a:cubicBezTo>
                  <a:cubicBezTo>
                    <a:pt x="43002" y="142854"/>
                    <a:pt x="42854" y="143002"/>
                    <a:pt x="42710" y="143155"/>
                  </a:cubicBezTo>
                  <a:cubicBezTo>
                    <a:pt x="42567" y="143307"/>
                    <a:pt x="42428" y="143464"/>
                    <a:pt x="42295" y="143626"/>
                  </a:cubicBezTo>
                  <a:cubicBezTo>
                    <a:pt x="42161" y="143787"/>
                    <a:pt x="42033" y="143953"/>
                    <a:pt x="41910" y="144122"/>
                  </a:cubicBezTo>
                  <a:cubicBezTo>
                    <a:pt x="41787" y="144292"/>
                    <a:pt x="41669" y="144465"/>
                    <a:pt x="41557" y="144642"/>
                  </a:cubicBezTo>
                  <a:cubicBezTo>
                    <a:pt x="41444" y="144819"/>
                    <a:pt x="41338" y="144999"/>
                    <a:pt x="41237" y="145182"/>
                  </a:cubicBezTo>
                  <a:cubicBezTo>
                    <a:pt x="41136" y="145366"/>
                    <a:pt x="41041" y="145553"/>
                    <a:pt x="40952" y="145742"/>
                  </a:cubicBezTo>
                  <a:cubicBezTo>
                    <a:pt x="40863" y="145932"/>
                    <a:pt x="40779" y="146124"/>
                    <a:pt x="40702" y="146319"/>
                  </a:cubicBezTo>
                  <a:cubicBezTo>
                    <a:pt x="40625" y="146514"/>
                    <a:pt x="40554" y="146711"/>
                    <a:pt x="40489" y="146910"/>
                  </a:cubicBezTo>
                  <a:cubicBezTo>
                    <a:pt x="40425" y="147109"/>
                    <a:pt x="40366" y="147310"/>
                    <a:pt x="40314" y="147513"/>
                  </a:cubicBezTo>
                  <a:cubicBezTo>
                    <a:pt x="40262" y="147716"/>
                    <a:pt x="40216" y="147920"/>
                    <a:pt x="40177" y="148126"/>
                  </a:cubicBezTo>
                  <a:cubicBezTo>
                    <a:pt x="40138" y="148332"/>
                    <a:pt x="40105" y="148539"/>
                    <a:pt x="40079" y="148747"/>
                  </a:cubicBezTo>
                  <a:cubicBezTo>
                    <a:pt x="40053" y="148954"/>
                    <a:pt x="40033" y="149163"/>
                    <a:pt x="40020" y="149372"/>
                  </a:cubicBezTo>
                  <a:cubicBezTo>
                    <a:pt x="40007" y="149581"/>
                    <a:pt x="40000" y="149791"/>
                    <a:pt x="40000" y="150000"/>
                  </a:cubicBezTo>
                  <a:cubicBezTo>
                    <a:pt x="40000" y="150209"/>
                    <a:pt x="40007" y="150419"/>
                    <a:pt x="40020" y="150628"/>
                  </a:cubicBezTo>
                  <a:cubicBezTo>
                    <a:pt x="40033" y="150837"/>
                    <a:pt x="40053" y="151046"/>
                    <a:pt x="40079" y="151253"/>
                  </a:cubicBezTo>
                  <a:cubicBezTo>
                    <a:pt x="40105" y="151461"/>
                    <a:pt x="40138" y="151668"/>
                    <a:pt x="40177" y="151874"/>
                  </a:cubicBezTo>
                  <a:cubicBezTo>
                    <a:pt x="40216" y="152080"/>
                    <a:pt x="40262" y="152284"/>
                    <a:pt x="40314" y="152487"/>
                  </a:cubicBezTo>
                  <a:cubicBezTo>
                    <a:pt x="40366" y="152690"/>
                    <a:pt x="40425" y="152891"/>
                    <a:pt x="40489" y="153090"/>
                  </a:cubicBezTo>
                  <a:cubicBezTo>
                    <a:pt x="40554" y="153289"/>
                    <a:pt x="40625" y="153486"/>
                    <a:pt x="40702" y="153681"/>
                  </a:cubicBezTo>
                  <a:cubicBezTo>
                    <a:pt x="40779" y="153876"/>
                    <a:pt x="40863" y="154068"/>
                    <a:pt x="40952" y="154258"/>
                  </a:cubicBezTo>
                  <a:cubicBezTo>
                    <a:pt x="41041" y="154447"/>
                    <a:pt x="41136" y="154634"/>
                    <a:pt x="41237" y="154818"/>
                  </a:cubicBezTo>
                  <a:cubicBezTo>
                    <a:pt x="41338" y="155001"/>
                    <a:pt x="41444" y="155181"/>
                    <a:pt x="41557" y="155358"/>
                  </a:cubicBezTo>
                  <a:cubicBezTo>
                    <a:pt x="41669" y="155535"/>
                    <a:pt x="41787" y="155708"/>
                    <a:pt x="41910" y="155878"/>
                  </a:cubicBezTo>
                  <a:cubicBezTo>
                    <a:pt x="42033" y="156047"/>
                    <a:pt x="42161" y="156213"/>
                    <a:pt x="42295" y="156374"/>
                  </a:cubicBezTo>
                  <a:cubicBezTo>
                    <a:pt x="42428" y="156536"/>
                    <a:pt x="42567" y="156693"/>
                    <a:pt x="42710" y="156845"/>
                  </a:cubicBezTo>
                  <a:cubicBezTo>
                    <a:pt x="42854" y="156998"/>
                    <a:pt x="43002" y="157146"/>
                    <a:pt x="43155" y="157290"/>
                  </a:cubicBezTo>
                  <a:cubicBezTo>
                    <a:pt x="43307" y="157433"/>
                    <a:pt x="43464" y="157572"/>
                    <a:pt x="43626" y="157705"/>
                  </a:cubicBezTo>
                  <a:cubicBezTo>
                    <a:pt x="43787" y="157839"/>
                    <a:pt x="43953" y="157967"/>
                    <a:pt x="44122" y="158090"/>
                  </a:cubicBezTo>
                  <a:cubicBezTo>
                    <a:pt x="44292" y="158213"/>
                    <a:pt x="44465" y="158331"/>
                    <a:pt x="44642" y="158443"/>
                  </a:cubicBezTo>
                  <a:cubicBezTo>
                    <a:pt x="44819" y="158556"/>
                    <a:pt x="44999" y="158662"/>
                    <a:pt x="45182" y="158763"/>
                  </a:cubicBezTo>
                  <a:cubicBezTo>
                    <a:pt x="45366" y="158864"/>
                    <a:pt x="45553" y="158959"/>
                    <a:pt x="45742" y="159048"/>
                  </a:cubicBezTo>
                  <a:cubicBezTo>
                    <a:pt x="45932" y="159137"/>
                    <a:pt x="46124" y="159221"/>
                    <a:pt x="46319" y="159298"/>
                  </a:cubicBezTo>
                  <a:cubicBezTo>
                    <a:pt x="46514" y="159375"/>
                    <a:pt x="46711" y="159446"/>
                    <a:pt x="46910" y="159511"/>
                  </a:cubicBezTo>
                  <a:cubicBezTo>
                    <a:pt x="47109" y="159575"/>
                    <a:pt x="47310" y="159634"/>
                    <a:pt x="47513" y="159686"/>
                  </a:cubicBezTo>
                  <a:cubicBezTo>
                    <a:pt x="47716" y="159738"/>
                    <a:pt x="47920" y="159784"/>
                    <a:pt x="48126" y="159823"/>
                  </a:cubicBezTo>
                  <a:cubicBezTo>
                    <a:pt x="48332" y="159862"/>
                    <a:pt x="48539" y="159895"/>
                    <a:pt x="48747" y="159921"/>
                  </a:cubicBezTo>
                  <a:cubicBezTo>
                    <a:pt x="48954" y="159947"/>
                    <a:pt x="49163" y="159967"/>
                    <a:pt x="49372" y="159980"/>
                  </a:cubicBezTo>
                  <a:cubicBezTo>
                    <a:pt x="49581" y="159993"/>
                    <a:pt x="49791" y="160000"/>
                    <a:pt x="50000" y="160000"/>
                  </a:cubicBezTo>
                  <a:lnTo>
                    <a:pt x="110000" y="160000"/>
                  </a:lnTo>
                  <a:cubicBezTo>
                    <a:pt x="110209" y="160000"/>
                    <a:pt x="110419" y="159993"/>
                    <a:pt x="110628" y="159980"/>
                  </a:cubicBezTo>
                  <a:cubicBezTo>
                    <a:pt x="110837" y="159967"/>
                    <a:pt x="111046" y="159947"/>
                    <a:pt x="111253" y="159921"/>
                  </a:cubicBezTo>
                  <a:cubicBezTo>
                    <a:pt x="111461" y="159895"/>
                    <a:pt x="111668" y="159862"/>
                    <a:pt x="111874" y="159823"/>
                  </a:cubicBezTo>
                  <a:cubicBezTo>
                    <a:pt x="112080" y="159784"/>
                    <a:pt x="112284" y="159738"/>
                    <a:pt x="112487" y="159686"/>
                  </a:cubicBezTo>
                  <a:cubicBezTo>
                    <a:pt x="112690" y="159634"/>
                    <a:pt x="112891" y="159575"/>
                    <a:pt x="113090" y="159511"/>
                  </a:cubicBezTo>
                  <a:cubicBezTo>
                    <a:pt x="113289" y="159446"/>
                    <a:pt x="113486" y="159375"/>
                    <a:pt x="113681" y="159298"/>
                  </a:cubicBezTo>
                  <a:cubicBezTo>
                    <a:pt x="113876" y="159221"/>
                    <a:pt x="114068" y="159137"/>
                    <a:pt x="114258" y="159048"/>
                  </a:cubicBezTo>
                  <a:cubicBezTo>
                    <a:pt x="114447" y="158959"/>
                    <a:pt x="114634" y="158864"/>
                    <a:pt x="114818" y="158763"/>
                  </a:cubicBezTo>
                  <a:cubicBezTo>
                    <a:pt x="115001" y="158662"/>
                    <a:pt x="115181" y="158556"/>
                    <a:pt x="115358" y="158443"/>
                  </a:cubicBezTo>
                  <a:cubicBezTo>
                    <a:pt x="115535" y="158331"/>
                    <a:pt x="115708" y="158213"/>
                    <a:pt x="115878" y="158090"/>
                  </a:cubicBezTo>
                  <a:cubicBezTo>
                    <a:pt x="116047" y="157967"/>
                    <a:pt x="116213" y="157839"/>
                    <a:pt x="116374" y="157705"/>
                  </a:cubicBezTo>
                  <a:cubicBezTo>
                    <a:pt x="116536" y="157572"/>
                    <a:pt x="116693" y="157433"/>
                    <a:pt x="116845" y="157290"/>
                  </a:cubicBezTo>
                  <a:cubicBezTo>
                    <a:pt x="116998" y="157146"/>
                    <a:pt x="117146" y="156998"/>
                    <a:pt x="117290" y="156845"/>
                  </a:cubicBezTo>
                  <a:cubicBezTo>
                    <a:pt x="117433" y="156693"/>
                    <a:pt x="117572" y="156536"/>
                    <a:pt x="117705" y="156374"/>
                  </a:cubicBezTo>
                  <a:cubicBezTo>
                    <a:pt x="117839" y="156213"/>
                    <a:pt x="117967" y="156047"/>
                    <a:pt x="118090" y="155878"/>
                  </a:cubicBezTo>
                  <a:cubicBezTo>
                    <a:pt x="118213" y="155708"/>
                    <a:pt x="118331" y="155535"/>
                    <a:pt x="118443" y="155358"/>
                  </a:cubicBezTo>
                  <a:cubicBezTo>
                    <a:pt x="118556" y="155181"/>
                    <a:pt x="118662" y="155001"/>
                    <a:pt x="118763" y="154818"/>
                  </a:cubicBezTo>
                  <a:cubicBezTo>
                    <a:pt x="118864" y="154634"/>
                    <a:pt x="118959" y="154447"/>
                    <a:pt x="119048" y="154258"/>
                  </a:cubicBezTo>
                  <a:cubicBezTo>
                    <a:pt x="119137" y="154068"/>
                    <a:pt x="119221" y="153876"/>
                    <a:pt x="119298" y="153681"/>
                  </a:cubicBezTo>
                  <a:cubicBezTo>
                    <a:pt x="119375" y="153486"/>
                    <a:pt x="119446" y="153289"/>
                    <a:pt x="119511" y="153090"/>
                  </a:cubicBezTo>
                  <a:cubicBezTo>
                    <a:pt x="119575" y="152891"/>
                    <a:pt x="119634" y="152690"/>
                    <a:pt x="119686" y="152487"/>
                  </a:cubicBezTo>
                  <a:cubicBezTo>
                    <a:pt x="119738" y="152284"/>
                    <a:pt x="119784" y="152080"/>
                    <a:pt x="119823" y="151874"/>
                  </a:cubicBezTo>
                  <a:cubicBezTo>
                    <a:pt x="119862" y="151668"/>
                    <a:pt x="119895" y="151461"/>
                    <a:pt x="119921" y="151253"/>
                  </a:cubicBezTo>
                  <a:cubicBezTo>
                    <a:pt x="119947" y="151046"/>
                    <a:pt x="119967" y="150837"/>
                    <a:pt x="119980" y="150628"/>
                  </a:cubicBezTo>
                  <a:cubicBezTo>
                    <a:pt x="119993" y="150419"/>
                    <a:pt x="120000" y="150209"/>
                    <a:pt x="120000" y="150000"/>
                  </a:cubicBezTo>
                  <a:cubicBezTo>
                    <a:pt x="120000" y="149791"/>
                    <a:pt x="119993" y="149581"/>
                    <a:pt x="119980" y="149372"/>
                  </a:cubicBezTo>
                  <a:cubicBezTo>
                    <a:pt x="119967" y="149163"/>
                    <a:pt x="119947" y="148954"/>
                    <a:pt x="119921" y="148747"/>
                  </a:cubicBezTo>
                  <a:cubicBezTo>
                    <a:pt x="119895" y="148539"/>
                    <a:pt x="119862" y="148332"/>
                    <a:pt x="119823" y="148126"/>
                  </a:cubicBezTo>
                  <a:cubicBezTo>
                    <a:pt x="119784" y="147920"/>
                    <a:pt x="119738" y="147716"/>
                    <a:pt x="119686" y="147513"/>
                  </a:cubicBezTo>
                  <a:cubicBezTo>
                    <a:pt x="119634" y="147310"/>
                    <a:pt x="119575" y="147109"/>
                    <a:pt x="119511" y="146910"/>
                  </a:cubicBezTo>
                  <a:cubicBezTo>
                    <a:pt x="119446" y="146711"/>
                    <a:pt x="119375" y="146514"/>
                    <a:pt x="119298" y="146319"/>
                  </a:cubicBezTo>
                  <a:cubicBezTo>
                    <a:pt x="119221" y="146124"/>
                    <a:pt x="119137" y="145932"/>
                    <a:pt x="119048" y="145742"/>
                  </a:cubicBezTo>
                  <a:cubicBezTo>
                    <a:pt x="118959" y="145553"/>
                    <a:pt x="118864" y="145366"/>
                    <a:pt x="118763" y="145182"/>
                  </a:cubicBezTo>
                  <a:cubicBezTo>
                    <a:pt x="118662" y="144999"/>
                    <a:pt x="118556" y="144819"/>
                    <a:pt x="118443" y="144642"/>
                  </a:cubicBezTo>
                  <a:cubicBezTo>
                    <a:pt x="118331" y="144465"/>
                    <a:pt x="118213" y="144292"/>
                    <a:pt x="118090" y="144122"/>
                  </a:cubicBezTo>
                  <a:cubicBezTo>
                    <a:pt x="117967" y="143953"/>
                    <a:pt x="117839" y="143787"/>
                    <a:pt x="117705" y="143626"/>
                  </a:cubicBezTo>
                  <a:cubicBezTo>
                    <a:pt x="117572" y="143464"/>
                    <a:pt x="117433" y="143307"/>
                    <a:pt x="117290" y="143155"/>
                  </a:cubicBezTo>
                  <a:cubicBezTo>
                    <a:pt x="117146" y="143002"/>
                    <a:pt x="116998" y="142854"/>
                    <a:pt x="116845" y="142710"/>
                  </a:cubicBezTo>
                  <a:cubicBezTo>
                    <a:pt x="116693" y="142567"/>
                    <a:pt x="116536" y="142428"/>
                    <a:pt x="116374" y="142295"/>
                  </a:cubicBezTo>
                  <a:cubicBezTo>
                    <a:pt x="116213" y="142161"/>
                    <a:pt x="116047" y="142033"/>
                    <a:pt x="115878" y="141910"/>
                  </a:cubicBezTo>
                  <a:cubicBezTo>
                    <a:pt x="115708" y="141787"/>
                    <a:pt x="115535" y="141669"/>
                    <a:pt x="115358" y="141557"/>
                  </a:cubicBezTo>
                  <a:cubicBezTo>
                    <a:pt x="115181" y="141444"/>
                    <a:pt x="115001" y="141338"/>
                    <a:pt x="114818" y="141237"/>
                  </a:cubicBezTo>
                  <a:cubicBezTo>
                    <a:pt x="114634" y="141136"/>
                    <a:pt x="114447" y="141041"/>
                    <a:pt x="114258" y="140952"/>
                  </a:cubicBezTo>
                  <a:cubicBezTo>
                    <a:pt x="114068" y="140863"/>
                    <a:pt x="113876" y="140779"/>
                    <a:pt x="113681" y="140702"/>
                  </a:cubicBezTo>
                  <a:cubicBezTo>
                    <a:pt x="113486" y="140625"/>
                    <a:pt x="113289" y="140554"/>
                    <a:pt x="113090" y="140489"/>
                  </a:cubicBezTo>
                  <a:cubicBezTo>
                    <a:pt x="112891" y="140425"/>
                    <a:pt x="112690" y="140366"/>
                    <a:pt x="112487" y="140314"/>
                  </a:cubicBezTo>
                  <a:cubicBezTo>
                    <a:pt x="112284" y="140262"/>
                    <a:pt x="112080" y="140216"/>
                    <a:pt x="111874" y="140177"/>
                  </a:cubicBezTo>
                  <a:cubicBezTo>
                    <a:pt x="111668" y="140138"/>
                    <a:pt x="111461" y="140105"/>
                    <a:pt x="111253" y="140079"/>
                  </a:cubicBezTo>
                  <a:cubicBezTo>
                    <a:pt x="111046" y="140053"/>
                    <a:pt x="110837" y="140033"/>
                    <a:pt x="110628" y="140020"/>
                  </a:cubicBezTo>
                  <a:cubicBezTo>
                    <a:pt x="110419" y="140007"/>
                    <a:pt x="110209" y="140000"/>
                    <a:pt x="110000" y="140000"/>
                  </a:cubicBezTo>
                  <a:moveTo>
                    <a:pt x="110000" y="100000"/>
                  </a:moveTo>
                  <a:lnTo>
                    <a:pt x="50000" y="100000"/>
                  </a:lnTo>
                  <a:cubicBezTo>
                    <a:pt x="49791" y="100000"/>
                    <a:pt x="49581" y="100007"/>
                    <a:pt x="49372" y="100020"/>
                  </a:cubicBezTo>
                  <a:cubicBezTo>
                    <a:pt x="49163" y="100033"/>
                    <a:pt x="48954" y="100053"/>
                    <a:pt x="48747" y="100079"/>
                  </a:cubicBezTo>
                  <a:cubicBezTo>
                    <a:pt x="48539" y="100105"/>
                    <a:pt x="48332" y="100138"/>
                    <a:pt x="48126" y="100177"/>
                  </a:cubicBezTo>
                  <a:cubicBezTo>
                    <a:pt x="47920" y="100216"/>
                    <a:pt x="47716" y="100262"/>
                    <a:pt x="47513" y="100314"/>
                  </a:cubicBezTo>
                  <a:cubicBezTo>
                    <a:pt x="47310" y="100366"/>
                    <a:pt x="47109" y="100425"/>
                    <a:pt x="46910" y="100489"/>
                  </a:cubicBezTo>
                  <a:cubicBezTo>
                    <a:pt x="46711" y="100554"/>
                    <a:pt x="46514" y="100625"/>
                    <a:pt x="46319" y="100702"/>
                  </a:cubicBezTo>
                  <a:cubicBezTo>
                    <a:pt x="46124" y="100779"/>
                    <a:pt x="45932" y="100863"/>
                    <a:pt x="45742" y="100952"/>
                  </a:cubicBezTo>
                  <a:cubicBezTo>
                    <a:pt x="45553" y="101041"/>
                    <a:pt x="45366" y="101136"/>
                    <a:pt x="45182" y="101237"/>
                  </a:cubicBezTo>
                  <a:cubicBezTo>
                    <a:pt x="44999" y="101338"/>
                    <a:pt x="44819" y="101444"/>
                    <a:pt x="44642" y="101557"/>
                  </a:cubicBezTo>
                  <a:cubicBezTo>
                    <a:pt x="44465" y="101669"/>
                    <a:pt x="44292" y="101787"/>
                    <a:pt x="44122" y="101910"/>
                  </a:cubicBezTo>
                  <a:cubicBezTo>
                    <a:pt x="43953" y="102033"/>
                    <a:pt x="43787" y="102161"/>
                    <a:pt x="43626" y="102295"/>
                  </a:cubicBezTo>
                  <a:cubicBezTo>
                    <a:pt x="43464" y="102428"/>
                    <a:pt x="43307" y="102567"/>
                    <a:pt x="43155" y="102710"/>
                  </a:cubicBezTo>
                  <a:cubicBezTo>
                    <a:pt x="43002" y="102854"/>
                    <a:pt x="42854" y="103002"/>
                    <a:pt x="42710" y="103155"/>
                  </a:cubicBezTo>
                  <a:cubicBezTo>
                    <a:pt x="42567" y="103307"/>
                    <a:pt x="42428" y="103464"/>
                    <a:pt x="42295" y="103626"/>
                  </a:cubicBezTo>
                  <a:cubicBezTo>
                    <a:pt x="42161" y="103787"/>
                    <a:pt x="42033" y="103953"/>
                    <a:pt x="41910" y="104122"/>
                  </a:cubicBezTo>
                  <a:cubicBezTo>
                    <a:pt x="41787" y="104292"/>
                    <a:pt x="41669" y="104465"/>
                    <a:pt x="41557" y="104642"/>
                  </a:cubicBezTo>
                  <a:cubicBezTo>
                    <a:pt x="41444" y="104819"/>
                    <a:pt x="41338" y="104999"/>
                    <a:pt x="41237" y="105182"/>
                  </a:cubicBezTo>
                  <a:cubicBezTo>
                    <a:pt x="41136" y="105366"/>
                    <a:pt x="41041" y="105553"/>
                    <a:pt x="40952" y="105742"/>
                  </a:cubicBezTo>
                  <a:cubicBezTo>
                    <a:pt x="40863" y="105932"/>
                    <a:pt x="40779" y="106124"/>
                    <a:pt x="40702" y="106319"/>
                  </a:cubicBezTo>
                  <a:cubicBezTo>
                    <a:pt x="40625" y="106514"/>
                    <a:pt x="40554" y="106711"/>
                    <a:pt x="40489" y="106910"/>
                  </a:cubicBezTo>
                  <a:cubicBezTo>
                    <a:pt x="40425" y="107109"/>
                    <a:pt x="40366" y="107310"/>
                    <a:pt x="40314" y="107513"/>
                  </a:cubicBezTo>
                  <a:cubicBezTo>
                    <a:pt x="40262" y="107716"/>
                    <a:pt x="40216" y="107920"/>
                    <a:pt x="40177" y="108126"/>
                  </a:cubicBezTo>
                  <a:cubicBezTo>
                    <a:pt x="40138" y="108332"/>
                    <a:pt x="40105" y="108539"/>
                    <a:pt x="40079" y="108747"/>
                  </a:cubicBezTo>
                  <a:cubicBezTo>
                    <a:pt x="40053" y="108954"/>
                    <a:pt x="40033" y="109163"/>
                    <a:pt x="40020" y="109372"/>
                  </a:cubicBezTo>
                  <a:cubicBezTo>
                    <a:pt x="40007" y="109581"/>
                    <a:pt x="40000" y="109791"/>
                    <a:pt x="40000" y="110000"/>
                  </a:cubicBezTo>
                  <a:cubicBezTo>
                    <a:pt x="40000" y="110209"/>
                    <a:pt x="40007" y="110419"/>
                    <a:pt x="40020" y="110628"/>
                  </a:cubicBezTo>
                  <a:cubicBezTo>
                    <a:pt x="40033" y="110837"/>
                    <a:pt x="40053" y="111046"/>
                    <a:pt x="40079" y="111253"/>
                  </a:cubicBezTo>
                  <a:cubicBezTo>
                    <a:pt x="40105" y="111461"/>
                    <a:pt x="40138" y="111668"/>
                    <a:pt x="40177" y="111874"/>
                  </a:cubicBezTo>
                  <a:cubicBezTo>
                    <a:pt x="40216" y="112080"/>
                    <a:pt x="40262" y="112284"/>
                    <a:pt x="40314" y="112487"/>
                  </a:cubicBezTo>
                  <a:cubicBezTo>
                    <a:pt x="40366" y="112690"/>
                    <a:pt x="40425" y="112891"/>
                    <a:pt x="40489" y="113090"/>
                  </a:cubicBezTo>
                  <a:cubicBezTo>
                    <a:pt x="40554" y="113289"/>
                    <a:pt x="40625" y="113486"/>
                    <a:pt x="40702" y="113681"/>
                  </a:cubicBezTo>
                  <a:cubicBezTo>
                    <a:pt x="40779" y="113876"/>
                    <a:pt x="40863" y="114068"/>
                    <a:pt x="40952" y="114258"/>
                  </a:cubicBezTo>
                  <a:cubicBezTo>
                    <a:pt x="41041" y="114447"/>
                    <a:pt x="41136" y="114634"/>
                    <a:pt x="41237" y="114818"/>
                  </a:cubicBezTo>
                  <a:cubicBezTo>
                    <a:pt x="41338" y="115001"/>
                    <a:pt x="41444" y="115181"/>
                    <a:pt x="41557" y="115358"/>
                  </a:cubicBezTo>
                  <a:cubicBezTo>
                    <a:pt x="41669" y="115535"/>
                    <a:pt x="41787" y="115708"/>
                    <a:pt x="41910" y="115878"/>
                  </a:cubicBezTo>
                  <a:cubicBezTo>
                    <a:pt x="42033" y="116047"/>
                    <a:pt x="42161" y="116213"/>
                    <a:pt x="42295" y="116374"/>
                  </a:cubicBezTo>
                  <a:cubicBezTo>
                    <a:pt x="42428" y="116536"/>
                    <a:pt x="42567" y="116693"/>
                    <a:pt x="42710" y="116845"/>
                  </a:cubicBezTo>
                  <a:cubicBezTo>
                    <a:pt x="42854" y="116998"/>
                    <a:pt x="43002" y="117146"/>
                    <a:pt x="43155" y="117290"/>
                  </a:cubicBezTo>
                  <a:cubicBezTo>
                    <a:pt x="43307" y="117433"/>
                    <a:pt x="43464" y="117572"/>
                    <a:pt x="43626" y="117705"/>
                  </a:cubicBezTo>
                  <a:cubicBezTo>
                    <a:pt x="43787" y="117839"/>
                    <a:pt x="43953" y="117967"/>
                    <a:pt x="44122" y="118090"/>
                  </a:cubicBezTo>
                  <a:cubicBezTo>
                    <a:pt x="44292" y="118213"/>
                    <a:pt x="44465" y="118331"/>
                    <a:pt x="44642" y="118443"/>
                  </a:cubicBezTo>
                  <a:cubicBezTo>
                    <a:pt x="44819" y="118556"/>
                    <a:pt x="44999" y="118662"/>
                    <a:pt x="45182" y="118763"/>
                  </a:cubicBezTo>
                  <a:cubicBezTo>
                    <a:pt x="45366" y="118864"/>
                    <a:pt x="45553" y="118959"/>
                    <a:pt x="45742" y="119048"/>
                  </a:cubicBezTo>
                  <a:cubicBezTo>
                    <a:pt x="45932" y="119137"/>
                    <a:pt x="46124" y="119221"/>
                    <a:pt x="46319" y="119298"/>
                  </a:cubicBezTo>
                  <a:cubicBezTo>
                    <a:pt x="46514" y="119375"/>
                    <a:pt x="46711" y="119446"/>
                    <a:pt x="46910" y="119511"/>
                  </a:cubicBezTo>
                  <a:cubicBezTo>
                    <a:pt x="47109" y="119575"/>
                    <a:pt x="47310" y="119634"/>
                    <a:pt x="47513" y="119686"/>
                  </a:cubicBezTo>
                  <a:cubicBezTo>
                    <a:pt x="47716" y="119738"/>
                    <a:pt x="47920" y="119784"/>
                    <a:pt x="48126" y="119823"/>
                  </a:cubicBezTo>
                  <a:cubicBezTo>
                    <a:pt x="48332" y="119862"/>
                    <a:pt x="48539" y="119895"/>
                    <a:pt x="48747" y="119921"/>
                  </a:cubicBezTo>
                  <a:cubicBezTo>
                    <a:pt x="48954" y="119947"/>
                    <a:pt x="49163" y="119967"/>
                    <a:pt x="49372" y="119980"/>
                  </a:cubicBezTo>
                  <a:cubicBezTo>
                    <a:pt x="49581" y="119993"/>
                    <a:pt x="49791" y="120000"/>
                    <a:pt x="50000" y="120000"/>
                  </a:cubicBezTo>
                  <a:lnTo>
                    <a:pt x="110000" y="120000"/>
                  </a:lnTo>
                  <a:cubicBezTo>
                    <a:pt x="110209" y="120000"/>
                    <a:pt x="110419" y="119993"/>
                    <a:pt x="110628" y="119980"/>
                  </a:cubicBezTo>
                  <a:cubicBezTo>
                    <a:pt x="110837" y="119967"/>
                    <a:pt x="111046" y="119947"/>
                    <a:pt x="111253" y="119921"/>
                  </a:cubicBezTo>
                  <a:cubicBezTo>
                    <a:pt x="111461" y="119895"/>
                    <a:pt x="111668" y="119862"/>
                    <a:pt x="111874" y="119823"/>
                  </a:cubicBezTo>
                  <a:cubicBezTo>
                    <a:pt x="112080" y="119784"/>
                    <a:pt x="112284" y="119738"/>
                    <a:pt x="112487" y="119686"/>
                  </a:cubicBezTo>
                  <a:cubicBezTo>
                    <a:pt x="112690" y="119634"/>
                    <a:pt x="112891" y="119575"/>
                    <a:pt x="113090" y="119511"/>
                  </a:cubicBezTo>
                  <a:cubicBezTo>
                    <a:pt x="113289" y="119446"/>
                    <a:pt x="113486" y="119375"/>
                    <a:pt x="113681" y="119298"/>
                  </a:cubicBezTo>
                  <a:cubicBezTo>
                    <a:pt x="113876" y="119221"/>
                    <a:pt x="114068" y="119137"/>
                    <a:pt x="114258" y="119048"/>
                  </a:cubicBezTo>
                  <a:cubicBezTo>
                    <a:pt x="114447" y="118959"/>
                    <a:pt x="114634" y="118864"/>
                    <a:pt x="114818" y="118763"/>
                  </a:cubicBezTo>
                  <a:cubicBezTo>
                    <a:pt x="115001" y="118662"/>
                    <a:pt x="115181" y="118556"/>
                    <a:pt x="115358" y="118443"/>
                  </a:cubicBezTo>
                  <a:cubicBezTo>
                    <a:pt x="115535" y="118331"/>
                    <a:pt x="115708" y="118213"/>
                    <a:pt x="115878" y="118090"/>
                  </a:cubicBezTo>
                  <a:cubicBezTo>
                    <a:pt x="116047" y="117967"/>
                    <a:pt x="116213" y="117839"/>
                    <a:pt x="116374" y="117705"/>
                  </a:cubicBezTo>
                  <a:cubicBezTo>
                    <a:pt x="116536" y="117572"/>
                    <a:pt x="116693" y="117433"/>
                    <a:pt x="116845" y="117290"/>
                  </a:cubicBezTo>
                  <a:cubicBezTo>
                    <a:pt x="116998" y="117146"/>
                    <a:pt x="117146" y="116998"/>
                    <a:pt x="117290" y="116845"/>
                  </a:cubicBezTo>
                  <a:cubicBezTo>
                    <a:pt x="117433" y="116693"/>
                    <a:pt x="117572" y="116536"/>
                    <a:pt x="117705" y="116374"/>
                  </a:cubicBezTo>
                  <a:cubicBezTo>
                    <a:pt x="117839" y="116213"/>
                    <a:pt x="117967" y="116047"/>
                    <a:pt x="118090" y="115878"/>
                  </a:cubicBezTo>
                  <a:cubicBezTo>
                    <a:pt x="118213" y="115708"/>
                    <a:pt x="118331" y="115535"/>
                    <a:pt x="118443" y="115358"/>
                  </a:cubicBezTo>
                  <a:cubicBezTo>
                    <a:pt x="118556" y="115181"/>
                    <a:pt x="118662" y="115001"/>
                    <a:pt x="118763" y="114818"/>
                  </a:cubicBezTo>
                  <a:cubicBezTo>
                    <a:pt x="118864" y="114634"/>
                    <a:pt x="118959" y="114447"/>
                    <a:pt x="119048" y="114258"/>
                  </a:cubicBezTo>
                  <a:cubicBezTo>
                    <a:pt x="119137" y="114068"/>
                    <a:pt x="119221" y="113876"/>
                    <a:pt x="119298" y="113681"/>
                  </a:cubicBezTo>
                  <a:cubicBezTo>
                    <a:pt x="119375" y="113486"/>
                    <a:pt x="119446" y="113289"/>
                    <a:pt x="119511" y="113090"/>
                  </a:cubicBezTo>
                  <a:cubicBezTo>
                    <a:pt x="119575" y="112891"/>
                    <a:pt x="119634" y="112690"/>
                    <a:pt x="119686" y="112487"/>
                  </a:cubicBezTo>
                  <a:cubicBezTo>
                    <a:pt x="119738" y="112284"/>
                    <a:pt x="119784" y="112080"/>
                    <a:pt x="119823" y="111874"/>
                  </a:cubicBezTo>
                  <a:cubicBezTo>
                    <a:pt x="119862" y="111668"/>
                    <a:pt x="119895" y="111461"/>
                    <a:pt x="119921" y="111253"/>
                  </a:cubicBezTo>
                  <a:cubicBezTo>
                    <a:pt x="119947" y="111046"/>
                    <a:pt x="119967" y="110837"/>
                    <a:pt x="119980" y="110628"/>
                  </a:cubicBezTo>
                  <a:cubicBezTo>
                    <a:pt x="119993" y="110419"/>
                    <a:pt x="120000" y="110209"/>
                    <a:pt x="120000" y="110000"/>
                  </a:cubicBezTo>
                  <a:cubicBezTo>
                    <a:pt x="120000" y="109791"/>
                    <a:pt x="119993" y="109581"/>
                    <a:pt x="119980" y="109372"/>
                  </a:cubicBezTo>
                  <a:cubicBezTo>
                    <a:pt x="119967" y="109163"/>
                    <a:pt x="119947" y="108954"/>
                    <a:pt x="119921" y="108747"/>
                  </a:cubicBezTo>
                  <a:cubicBezTo>
                    <a:pt x="119895" y="108539"/>
                    <a:pt x="119862" y="108332"/>
                    <a:pt x="119823" y="108126"/>
                  </a:cubicBezTo>
                  <a:cubicBezTo>
                    <a:pt x="119784" y="107920"/>
                    <a:pt x="119738" y="107716"/>
                    <a:pt x="119686" y="107513"/>
                  </a:cubicBezTo>
                  <a:cubicBezTo>
                    <a:pt x="119634" y="107310"/>
                    <a:pt x="119575" y="107109"/>
                    <a:pt x="119511" y="106910"/>
                  </a:cubicBezTo>
                  <a:cubicBezTo>
                    <a:pt x="119446" y="106711"/>
                    <a:pt x="119375" y="106514"/>
                    <a:pt x="119298" y="106319"/>
                  </a:cubicBezTo>
                  <a:cubicBezTo>
                    <a:pt x="119221" y="106124"/>
                    <a:pt x="119137" y="105932"/>
                    <a:pt x="119048" y="105742"/>
                  </a:cubicBezTo>
                  <a:cubicBezTo>
                    <a:pt x="118959" y="105553"/>
                    <a:pt x="118864" y="105366"/>
                    <a:pt x="118763" y="105182"/>
                  </a:cubicBezTo>
                  <a:cubicBezTo>
                    <a:pt x="118662" y="104999"/>
                    <a:pt x="118556" y="104819"/>
                    <a:pt x="118443" y="104642"/>
                  </a:cubicBezTo>
                  <a:cubicBezTo>
                    <a:pt x="118331" y="104465"/>
                    <a:pt x="118213" y="104292"/>
                    <a:pt x="118090" y="104122"/>
                  </a:cubicBezTo>
                  <a:cubicBezTo>
                    <a:pt x="117967" y="103953"/>
                    <a:pt x="117839" y="103787"/>
                    <a:pt x="117705" y="103626"/>
                  </a:cubicBezTo>
                  <a:cubicBezTo>
                    <a:pt x="117572" y="103464"/>
                    <a:pt x="117433" y="103307"/>
                    <a:pt x="117290" y="103155"/>
                  </a:cubicBezTo>
                  <a:cubicBezTo>
                    <a:pt x="117146" y="103002"/>
                    <a:pt x="116998" y="102854"/>
                    <a:pt x="116845" y="102710"/>
                  </a:cubicBezTo>
                  <a:cubicBezTo>
                    <a:pt x="116693" y="102567"/>
                    <a:pt x="116536" y="102428"/>
                    <a:pt x="116374" y="102295"/>
                  </a:cubicBezTo>
                  <a:cubicBezTo>
                    <a:pt x="116213" y="102161"/>
                    <a:pt x="116047" y="102033"/>
                    <a:pt x="115878" y="101910"/>
                  </a:cubicBezTo>
                  <a:cubicBezTo>
                    <a:pt x="115708" y="101787"/>
                    <a:pt x="115535" y="101669"/>
                    <a:pt x="115358" y="101557"/>
                  </a:cubicBezTo>
                  <a:cubicBezTo>
                    <a:pt x="115181" y="101444"/>
                    <a:pt x="115001" y="101338"/>
                    <a:pt x="114818" y="101237"/>
                  </a:cubicBezTo>
                  <a:cubicBezTo>
                    <a:pt x="114634" y="101136"/>
                    <a:pt x="114447" y="101041"/>
                    <a:pt x="114258" y="100952"/>
                  </a:cubicBezTo>
                  <a:cubicBezTo>
                    <a:pt x="114068" y="100863"/>
                    <a:pt x="113876" y="100779"/>
                    <a:pt x="113681" y="100702"/>
                  </a:cubicBezTo>
                  <a:cubicBezTo>
                    <a:pt x="113486" y="100625"/>
                    <a:pt x="113289" y="100554"/>
                    <a:pt x="113090" y="100489"/>
                  </a:cubicBezTo>
                  <a:cubicBezTo>
                    <a:pt x="112891" y="100425"/>
                    <a:pt x="112690" y="100366"/>
                    <a:pt x="112487" y="100314"/>
                  </a:cubicBezTo>
                  <a:cubicBezTo>
                    <a:pt x="112284" y="100262"/>
                    <a:pt x="112080" y="100216"/>
                    <a:pt x="111874" y="100177"/>
                  </a:cubicBezTo>
                  <a:cubicBezTo>
                    <a:pt x="111668" y="100138"/>
                    <a:pt x="111461" y="100105"/>
                    <a:pt x="111253" y="100079"/>
                  </a:cubicBezTo>
                  <a:cubicBezTo>
                    <a:pt x="111046" y="100053"/>
                    <a:pt x="110837" y="100033"/>
                    <a:pt x="110628" y="100020"/>
                  </a:cubicBezTo>
                  <a:cubicBezTo>
                    <a:pt x="110419" y="100007"/>
                    <a:pt x="110209" y="100000"/>
                    <a:pt x="110000" y="100000"/>
                  </a:cubicBezTo>
                  <a:moveTo>
                    <a:pt x="60000" y="60000"/>
                  </a:moveTo>
                  <a:lnTo>
                    <a:pt x="50000" y="60000"/>
                  </a:lnTo>
                  <a:cubicBezTo>
                    <a:pt x="49791" y="60000"/>
                    <a:pt x="49581" y="60007"/>
                    <a:pt x="49372" y="60020"/>
                  </a:cubicBezTo>
                  <a:cubicBezTo>
                    <a:pt x="49163" y="60033"/>
                    <a:pt x="48954" y="60053"/>
                    <a:pt x="48747" y="60079"/>
                  </a:cubicBezTo>
                  <a:cubicBezTo>
                    <a:pt x="48539" y="60105"/>
                    <a:pt x="48332" y="60138"/>
                    <a:pt x="48126" y="60177"/>
                  </a:cubicBezTo>
                  <a:cubicBezTo>
                    <a:pt x="47920" y="60216"/>
                    <a:pt x="47716" y="60262"/>
                    <a:pt x="47513" y="60314"/>
                  </a:cubicBezTo>
                  <a:cubicBezTo>
                    <a:pt x="47310" y="60366"/>
                    <a:pt x="47109" y="60425"/>
                    <a:pt x="46910" y="60489"/>
                  </a:cubicBezTo>
                  <a:cubicBezTo>
                    <a:pt x="46711" y="60554"/>
                    <a:pt x="46514" y="60625"/>
                    <a:pt x="46319" y="60702"/>
                  </a:cubicBezTo>
                  <a:cubicBezTo>
                    <a:pt x="46124" y="60779"/>
                    <a:pt x="45932" y="60863"/>
                    <a:pt x="45742" y="60952"/>
                  </a:cubicBezTo>
                  <a:cubicBezTo>
                    <a:pt x="45553" y="61041"/>
                    <a:pt x="45366" y="61136"/>
                    <a:pt x="45182" y="61237"/>
                  </a:cubicBezTo>
                  <a:cubicBezTo>
                    <a:pt x="44999" y="61338"/>
                    <a:pt x="44819" y="61444"/>
                    <a:pt x="44642" y="61557"/>
                  </a:cubicBezTo>
                  <a:cubicBezTo>
                    <a:pt x="44465" y="61669"/>
                    <a:pt x="44292" y="61787"/>
                    <a:pt x="44122" y="61910"/>
                  </a:cubicBezTo>
                  <a:cubicBezTo>
                    <a:pt x="43953" y="62033"/>
                    <a:pt x="43787" y="62161"/>
                    <a:pt x="43626" y="62295"/>
                  </a:cubicBezTo>
                  <a:cubicBezTo>
                    <a:pt x="43464" y="62428"/>
                    <a:pt x="43307" y="62567"/>
                    <a:pt x="43155" y="62710"/>
                  </a:cubicBezTo>
                  <a:cubicBezTo>
                    <a:pt x="43002" y="62854"/>
                    <a:pt x="42854" y="63002"/>
                    <a:pt x="42710" y="63155"/>
                  </a:cubicBezTo>
                  <a:cubicBezTo>
                    <a:pt x="42567" y="63307"/>
                    <a:pt x="42428" y="63464"/>
                    <a:pt x="42295" y="63626"/>
                  </a:cubicBezTo>
                  <a:cubicBezTo>
                    <a:pt x="42161" y="63787"/>
                    <a:pt x="42033" y="63953"/>
                    <a:pt x="41910" y="64122"/>
                  </a:cubicBezTo>
                  <a:cubicBezTo>
                    <a:pt x="41787" y="64292"/>
                    <a:pt x="41669" y="64465"/>
                    <a:pt x="41557" y="64642"/>
                  </a:cubicBezTo>
                  <a:cubicBezTo>
                    <a:pt x="41444" y="64819"/>
                    <a:pt x="41338" y="64999"/>
                    <a:pt x="41237" y="65182"/>
                  </a:cubicBezTo>
                  <a:cubicBezTo>
                    <a:pt x="41136" y="65366"/>
                    <a:pt x="41041" y="65553"/>
                    <a:pt x="40952" y="65742"/>
                  </a:cubicBezTo>
                  <a:cubicBezTo>
                    <a:pt x="40863" y="65932"/>
                    <a:pt x="40779" y="66124"/>
                    <a:pt x="40702" y="66319"/>
                  </a:cubicBezTo>
                  <a:cubicBezTo>
                    <a:pt x="40625" y="66514"/>
                    <a:pt x="40554" y="66711"/>
                    <a:pt x="40489" y="66910"/>
                  </a:cubicBezTo>
                  <a:cubicBezTo>
                    <a:pt x="40425" y="67109"/>
                    <a:pt x="40366" y="67310"/>
                    <a:pt x="40314" y="67513"/>
                  </a:cubicBezTo>
                  <a:cubicBezTo>
                    <a:pt x="40262" y="67716"/>
                    <a:pt x="40216" y="67920"/>
                    <a:pt x="40177" y="68126"/>
                  </a:cubicBezTo>
                  <a:cubicBezTo>
                    <a:pt x="40138" y="68332"/>
                    <a:pt x="40105" y="68539"/>
                    <a:pt x="40079" y="68747"/>
                  </a:cubicBezTo>
                  <a:cubicBezTo>
                    <a:pt x="40053" y="68954"/>
                    <a:pt x="40033" y="69163"/>
                    <a:pt x="40020" y="69372"/>
                  </a:cubicBezTo>
                  <a:cubicBezTo>
                    <a:pt x="40007" y="69581"/>
                    <a:pt x="40000" y="69791"/>
                    <a:pt x="40000" y="70000"/>
                  </a:cubicBezTo>
                  <a:cubicBezTo>
                    <a:pt x="40000" y="70209"/>
                    <a:pt x="40007" y="70419"/>
                    <a:pt x="40020" y="70628"/>
                  </a:cubicBezTo>
                  <a:cubicBezTo>
                    <a:pt x="40033" y="70837"/>
                    <a:pt x="40053" y="71046"/>
                    <a:pt x="40079" y="71253"/>
                  </a:cubicBezTo>
                  <a:cubicBezTo>
                    <a:pt x="40105" y="71461"/>
                    <a:pt x="40138" y="71668"/>
                    <a:pt x="40177" y="71874"/>
                  </a:cubicBezTo>
                  <a:cubicBezTo>
                    <a:pt x="40216" y="72080"/>
                    <a:pt x="40262" y="72284"/>
                    <a:pt x="40314" y="72487"/>
                  </a:cubicBezTo>
                  <a:cubicBezTo>
                    <a:pt x="40366" y="72690"/>
                    <a:pt x="40425" y="72891"/>
                    <a:pt x="40489" y="73090"/>
                  </a:cubicBezTo>
                  <a:cubicBezTo>
                    <a:pt x="40554" y="73289"/>
                    <a:pt x="40625" y="73486"/>
                    <a:pt x="40702" y="73681"/>
                  </a:cubicBezTo>
                  <a:cubicBezTo>
                    <a:pt x="40779" y="73876"/>
                    <a:pt x="40863" y="74068"/>
                    <a:pt x="40952" y="74258"/>
                  </a:cubicBezTo>
                  <a:cubicBezTo>
                    <a:pt x="41041" y="74447"/>
                    <a:pt x="41136" y="74634"/>
                    <a:pt x="41237" y="74818"/>
                  </a:cubicBezTo>
                  <a:cubicBezTo>
                    <a:pt x="41338" y="75001"/>
                    <a:pt x="41444" y="75181"/>
                    <a:pt x="41557" y="75358"/>
                  </a:cubicBezTo>
                  <a:cubicBezTo>
                    <a:pt x="41669" y="75535"/>
                    <a:pt x="41787" y="75708"/>
                    <a:pt x="41910" y="75878"/>
                  </a:cubicBezTo>
                  <a:cubicBezTo>
                    <a:pt x="42033" y="76047"/>
                    <a:pt x="42161" y="76213"/>
                    <a:pt x="42295" y="76374"/>
                  </a:cubicBezTo>
                  <a:cubicBezTo>
                    <a:pt x="42428" y="76536"/>
                    <a:pt x="42567" y="76693"/>
                    <a:pt x="42710" y="76845"/>
                  </a:cubicBezTo>
                  <a:cubicBezTo>
                    <a:pt x="42854" y="76998"/>
                    <a:pt x="43002" y="77146"/>
                    <a:pt x="43155" y="77290"/>
                  </a:cubicBezTo>
                  <a:cubicBezTo>
                    <a:pt x="43307" y="77433"/>
                    <a:pt x="43464" y="77572"/>
                    <a:pt x="43626" y="77705"/>
                  </a:cubicBezTo>
                  <a:cubicBezTo>
                    <a:pt x="43787" y="77839"/>
                    <a:pt x="43953" y="77967"/>
                    <a:pt x="44122" y="78090"/>
                  </a:cubicBezTo>
                  <a:cubicBezTo>
                    <a:pt x="44292" y="78213"/>
                    <a:pt x="44465" y="78331"/>
                    <a:pt x="44642" y="78443"/>
                  </a:cubicBezTo>
                  <a:cubicBezTo>
                    <a:pt x="44819" y="78556"/>
                    <a:pt x="44999" y="78662"/>
                    <a:pt x="45182" y="78763"/>
                  </a:cubicBezTo>
                  <a:cubicBezTo>
                    <a:pt x="45366" y="78864"/>
                    <a:pt x="45553" y="78959"/>
                    <a:pt x="45742" y="79048"/>
                  </a:cubicBezTo>
                  <a:cubicBezTo>
                    <a:pt x="45932" y="79137"/>
                    <a:pt x="46124" y="79221"/>
                    <a:pt x="46319" y="79298"/>
                  </a:cubicBezTo>
                  <a:cubicBezTo>
                    <a:pt x="46514" y="79375"/>
                    <a:pt x="46711" y="79446"/>
                    <a:pt x="46910" y="79511"/>
                  </a:cubicBezTo>
                  <a:cubicBezTo>
                    <a:pt x="47109" y="79575"/>
                    <a:pt x="47310" y="79634"/>
                    <a:pt x="47513" y="79686"/>
                  </a:cubicBezTo>
                  <a:cubicBezTo>
                    <a:pt x="47716" y="79738"/>
                    <a:pt x="47920" y="79784"/>
                    <a:pt x="48126" y="79823"/>
                  </a:cubicBezTo>
                  <a:cubicBezTo>
                    <a:pt x="48332" y="79862"/>
                    <a:pt x="48539" y="79895"/>
                    <a:pt x="48747" y="79921"/>
                  </a:cubicBezTo>
                  <a:cubicBezTo>
                    <a:pt x="48954" y="79947"/>
                    <a:pt x="49163" y="79967"/>
                    <a:pt x="49372" y="79980"/>
                  </a:cubicBezTo>
                  <a:cubicBezTo>
                    <a:pt x="49581" y="79993"/>
                    <a:pt x="49791" y="80000"/>
                    <a:pt x="50000" y="80000"/>
                  </a:cubicBezTo>
                  <a:lnTo>
                    <a:pt x="60000" y="80000"/>
                  </a:lnTo>
                  <a:cubicBezTo>
                    <a:pt x="60209" y="80000"/>
                    <a:pt x="60419" y="79993"/>
                    <a:pt x="60628" y="79980"/>
                  </a:cubicBezTo>
                  <a:cubicBezTo>
                    <a:pt x="60837" y="79967"/>
                    <a:pt x="61046" y="79947"/>
                    <a:pt x="61253" y="79921"/>
                  </a:cubicBezTo>
                  <a:cubicBezTo>
                    <a:pt x="61461" y="79895"/>
                    <a:pt x="61668" y="79862"/>
                    <a:pt x="61874" y="79823"/>
                  </a:cubicBezTo>
                  <a:cubicBezTo>
                    <a:pt x="62080" y="79784"/>
                    <a:pt x="62284" y="79738"/>
                    <a:pt x="62487" y="79686"/>
                  </a:cubicBezTo>
                  <a:cubicBezTo>
                    <a:pt x="62690" y="79634"/>
                    <a:pt x="62891" y="79575"/>
                    <a:pt x="63090" y="79511"/>
                  </a:cubicBezTo>
                  <a:cubicBezTo>
                    <a:pt x="63289" y="79446"/>
                    <a:pt x="63486" y="79375"/>
                    <a:pt x="63681" y="79298"/>
                  </a:cubicBezTo>
                  <a:cubicBezTo>
                    <a:pt x="63876" y="79221"/>
                    <a:pt x="64068" y="79137"/>
                    <a:pt x="64258" y="79048"/>
                  </a:cubicBezTo>
                  <a:cubicBezTo>
                    <a:pt x="64447" y="78959"/>
                    <a:pt x="64634" y="78864"/>
                    <a:pt x="64818" y="78763"/>
                  </a:cubicBezTo>
                  <a:cubicBezTo>
                    <a:pt x="65001" y="78662"/>
                    <a:pt x="65181" y="78556"/>
                    <a:pt x="65358" y="78443"/>
                  </a:cubicBezTo>
                  <a:cubicBezTo>
                    <a:pt x="65535" y="78331"/>
                    <a:pt x="65708" y="78213"/>
                    <a:pt x="65878" y="78090"/>
                  </a:cubicBezTo>
                  <a:cubicBezTo>
                    <a:pt x="66047" y="77967"/>
                    <a:pt x="66213" y="77839"/>
                    <a:pt x="66374" y="77705"/>
                  </a:cubicBezTo>
                  <a:cubicBezTo>
                    <a:pt x="66536" y="77572"/>
                    <a:pt x="66693" y="77433"/>
                    <a:pt x="66845" y="77290"/>
                  </a:cubicBezTo>
                  <a:cubicBezTo>
                    <a:pt x="66998" y="77146"/>
                    <a:pt x="67146" y="76998"/>
                    <a:pt x="67290" y="76845"/>
                  </a:cubicBezTo>
                  <a:cubicBezTo>
                    <a:pt x="67433" y="76693"/>
                    <a:pt x="67572" y="76536"/>
                    <a:pt x="67705" y="76374"/>
                  </a:cubicBezTo>
                  <a:cubicBezTo>
                    <a:pt x="67839" y="76213"/>
                    <a:pt x="67967" y="76047"/>
                    <a:pt x="68090" y="75878"/>
                  </a:cubicBezTo>
                  <a:cubicBezTo>
                    <a:pt x="68213" y="75708"/>
                    <a:pt x="68331" y="75535"/>
                    <a:pt x="68443" y="75358"/>
                  </a:cubicBezTo>
                  <a:cubicBezTo>
                    <a:pt x="68556" y="75181"/>
                    <a:pt x="68662" y="75001"/>
                    <a:pt x="68763" y="74818"/>
                  </a:cubicBezTo>
                  <a:cubicBezTo>
                    <a:pt x="68864" y="74634"/>
                    <a:pt x="68959" y="74447"/>
                    <a:pt x="69048" y="74258"/>
                  </a:cubicBezTo>
                  <a:cubicBezTo>
                    <a:pt x="69137" y="74068"/>
                    <a:pt x="69221" y="73876"/>
                    <a:pt x="69298" y="73681"/>
                  </a:cubicBezTo>
                  <a:cubicBezTo>
                    <a:pt x="69375" y="73486"/>
                    <a:pt x="69446" y="73289"/>
                    <a:pt x="69511" y="73090"/>
                  </a:cubicBezTo>
                  <a:cubicBezTo>
                    <a:pt x="69575" y="72891"/>
                    <a:pt x="69634" y="72690"/>
                    <a:pt x="69686" y="72487"/>
                  </a:cubicBezTo>
                  <a:cubicBezTo>
                    <a:pt x="69738" y="72284"/>
                    <a:pt x="69784" y="72080"/>
                    <a:pt x="69823" y="71874"/>
                  </a:cubicBezTo>
                  <a:cubicBezTo>
                    <a:pt x="69862" y="71668"/>
                    <a:pt x="69895" y="71461"/>
                    <a:pt x="69921" y="71253"/>
                  </a:cubicBezTo>
                  <a:cubicBezTo>
                    <a:pt x="69947" y="71046"/>
                    <a:pt x="69967" y="70837"/>
                    <a:pt x="69980" y="70628"/>
                  </a:cubicBezTo>
                  <a:cubicBezTo>
                    <a:pt x="69993" y="70419"/>
                    <a:pt x="70000" y="70209"/>
                    <a:pt x="70000" y="70000"/>
                  </a:cubicBezTo>
                  <a:cubicBezTo>
                    <a:pt x="70000" y="69791"/>
                    <a:pt x="69993" y="69581"/>
                    <a:pt x="69980" y="69372"/>
                  </a:cubicBezTo>
                  <a:cubicBezTo>
                    <a:pt x="69967" y="69163"/>
                    <a:pt x="69947" y="68954"/>
                    <a:pt x="69921" y="68747"/>
                  </a:cubicBezTo>
                  <a:cubicBezTo>
                    <a:pt x="69895" y="68539"/>
                    <a:pt x="69862" y="68332"/>
                    <a:pt x="69823" y="68126"/>
                  </a:cubicBezTo>
                  <a:cubicBezTo>
                    <a:pt x="69784" y="67920"/>
                    <a:pt x="69738" y="67716"/>
                    <a:pt x="69686" y="67513"/>
                  </a:cubicBezTo>
                  <a:cubicBezTo>
                    <a:pt x="69634" y="67310"/>
                    <a:pt x="69575" y="67109"/>
                    <a:pt x="69511" y="66910"/>
                  </a:cubicBezTo>
                  <a:cubicBezTo>
                    <a:pt x="69446" y="66711"/>
                    <a:pt x="69375" y="66514"/>
                    <a:pt x="69298" y="66319"/>
                  </a:cubicBezTo>
                  <a:cubicBezTo>
                    <a:pt x="69221" y="66124"/>
                    <a:pt x="69137" y="65932"/>
                    <a:pt x="69048" y="65742"/>
                  </a:cubicBezTo>
                  <a:cubicBezTo>
                    <a:pt x="68959" y="65553"/>
                    <a:pt x="68864" y="65366"/>
                    <a:pt x="68763" y="65182"/>
                  </a:cubicBezTo>
                  <a:cubicBezTo>
                    <a:pt x="68662" y="64999"/>
                    <a:pt x="68556" y="64819"/>
                    <a:pt x="68443" y="64642"/>
                  </a:cubicBezTo>
                  <a:cubicBezTo>
                    <a:pt x="68331" y="64465"/>
                    <a:pt x="68213" y="64292"/>
                    <a:pt x="68090" y="64122"/>
                  </a:cubicBezTo>
                  <a:cubicBezTo>
                    <a:pt x="67967" y="63953"/>
                    <a:pt x="67839" y="63787"/>
                    <a:pt x="67705" y="63626"/>
                  </a:cubicBezTo>
                  <a:cubicBezTo>
                    <a:pt x="67572" y="63464"/>
                    <a:pt x="67433" y="63307"/>
                    <a:pt x="67290" y="63155"/>
                  </a:cubicBezTo>
                  <a:cubicBezTo>
                    <a:pt x="67146" y="63002"/>
                    <a:pt x="66998" y="62854"/>
                    <a:pt x="66845" y="62710"/>
                  </a:cubicBezTo>
                  <a:cubicBezTo>
                    <a:pt x="66693" y="62567"/>
                    <a:pt x="66536" y="62428"/>
                    <a:pt x="66374" y="62295"/>
                  </a:cubicBezTo>
                  <a:cubicBezTo>
                    <a:pt x="66213" y="62161"/>
                    <a:pt x="66047" y="62033"/>
                    <a:pt x="65878" y="61910"/>
                  </a:cubicBezTo>
                  <a:cubicBezTo>
                    <a:pt x="65708" y="61787"/>
                    <a:pt x="65535" y="61669"/>
                    <a:pt x="65358" y="61557"/>
                  </a:cubicBezTo>
                  <a:cubicBezTo>
                    <a:pt x="65181" y="61444"/>
                    <a:pt x="65001" y="61338"/>
                    <a:pt x="64818" y="61237"/>
                  </a:cubicBezTo>
                  <a:cubicBezTo>
                    <a:pt x="64634" y="61136"/>
                    <a:pt x="64447" y="61041"/>
                    <a:pt x="64258" y="60952"/>
                  </a:cubicBezTo>
                  <a:cubicBezTo>
                    <a:pt x="64068" y="60863"/>
                    <a:pt x="63876" y="60779"/>
                    <a:pt x="63681" y="60702"/>
                  </a:cubicBezTo>
                  <a:cubicBezTo>
                    <a:pt x="63486" y="60625"/>
                    <a:pt x="63289" y="60554"/>
                    <a:pt x="63090" y="60489"/>
                  </a:cubicBezTo>
                  <a:cubicBezTo>
                    <a:pt x="62891" y="60425"/>
                    <a:pt x="62690" y="60366"/>
                    <a:pt x="62487" y="60314"/>
                  </a:cubicBezTo>
                  <a:cubicBezTo>
                    <a:pt x="62284" y="60262"/>
                    <a:pt x="62080" y="60216"/>
                    <a:pt x="61874" y="60177"/>
                  </a:cubicBezTo>
                  <a:cubicBezTo>
                    <a:pt x="61668" y="60138"/>
                    <a:pt x="61461" y="60105"/>
                    <a:pt x="61253" y="60079"/>
                  </a:cubicBezTo>
                  <a:cubicBezTo>
                    <a:pt x="61046" y="60053"/>
                    <a:pt x="60837" y="60033"/>
                    <a:pt x="60628" y="60020"/>
                  </a:cubicBezTo>
                  <a:cubicBezTo>
                    <a:pt x="60419" y="60007"/>
                    <a:pt x="60209" y="60000"/>
                    <a:pt x="60000" y="60000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97" name="probe-tabler-file-text-part-2"/>
            <p:cNvSpPr/>
            <p:nvPr/>
          </p:nvSpPr>
          <p:spPr>
            <a:xfrm>
              <a:off x="149990" y="29990"/>
              <a:ext cx="40010" cy="40010"/>
            </a:xfrm>
            <a:custGeom>
              <a:avLst/>
              <a:gdLst/>
              <a:ahLst/>
              <a:cxnLst/>
              <a:rect l="0" t="0" r="r" b="b"/>
              <a:pathLst>
                <a:path w="40010" h="40010">
                  <a:moveTo>
                    <a:pt x="40010" y="40010"/>
                  </a:moveTo>
                  <a:lnTo>
                    <a:pt x="10" y="400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98" name="probe-lucide-alarm-clock" descr="alarm-clock — Lucide Icons and Contributors; preserve the bundled full upstream license. Source: https://github.com/lucide-icons/lucide/blob/20aef31db93fe4d9f398dbb15b120d99c48eef95/icons/alarm-clock.svg; SVG SHA256: 28b99c01c718b004fbeb35afd06a7deb5d854ae81d4dc31fe043c8074353d45d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99" name="probe-lucide-alarm-clock-part-1"/>
            <p:cNvSpPr/>
            <p:nvPr/>
          </p:nvSpPr>
          <p:spPr>
            <a:xfrm>
              <a:off x="40000" y="50000"/>
              <a:ext cx="160000" cy="160000"/>
            </a:xfrm>
            <a:custGeom>
              <a:avLst/>
              <a:gdLst/>
              <a:ahLst/>
              <a:cxnLst/>
              <a:rect l="0" t="0" r="r" b="b"/>
              <a:pathLst>
                <a:path w="160000" h="160000">
                  <a:moveTo>
                    <a:pt x="160000" y="80000"/>
                  </a:moveTo>
                  <a:cubicBezTo>
                    <a:pt x="160000" y="81676"/>
                    <a:pt x="159947" y="83351"/>
                    <a:pt x="159842" y="85023"/>
                  </a:cubicBezTo>
                  <a:cubicBezTo>
                    <a:pt x="159737" y="86696"/>
                    <a:pt x="159579" y="88364"/>
                    <a:pt x="159369" y="90027"/>
                  </a:cubicBezTo>
                  <a:cubicBezTo>
                    <a:pt x="159159" y="91689"/>
                    <a:pt x="158897" y="93345"/>
                    <a:pt x="158583" y="94991"/>
                  </a:cubicBezTo>
                  <a:cubicBezTo>
                    <a:pt x="158269" y="96636"/>
                    <a:pt x="157903" y="98272"/>
                    <a:pt x="157487" y="99895"/>
                  </a:cubicBezTo>
                  <a:cubicBezTo>
                    <a:pt x="157070" y="101518"/>
                    <a:pt x="156602" y="103128"/>
                    <a:pt x="156085" y="104721"/>
                  </a:cubicBezTo>
                  <a:cubicBezTo>
                    <a:pt x="155567" y="106315"/>
                    <a:pt x="154999" y="107892"/>
                    <a:pt x="154382" y="109450"/>
                  </a:cubicBezTo>
                  <a:cubicBezTo>
                    <a:pt x="153765" y="111008"/>
                    <a:pt x="153100" y="112546"/>
                    <a:pt x="152386" y="114062"/>
                  </a:cubicBezTo>
                  <a:cubicBezTo>
                    <a:pt x="151673" y="115579"/>
                    <a:pt x="150912" y="117072"/>
                    <a:pt x="150105" y="118540"/>
                  </a:cubicBezTo>
                  <a:cubicBezTo>
                    <a:pt x="149297" y="120009"/>
                    <a:pt x="148444" y="121451"/>
                    <a:pt x="147546" y="122866"/>
                  </a:cubicBezTo>
                  <a:cubicBezTo>
                    <a:pt x="146648" y="124281"/>
                    <a:pt x="145706" y="125667"/>
                    <a:pt x="144721" y="127023"/>
                  </a:cubicBezTo>
                  <a:cubicBezTo>
                    <a:pt x="143736" y="128378"/>
                    <a:pt x="142709" y="129703"/>
                    <a:pt x="141641" y="130994"/>
                  </a:cubicBezTo>
                  <a:cubicBezTo>
                    <a:pt x="140573" y="132285"/>
                    <a:pt x="139465" y="133542"/>
                    <a:pt x="138317" y="134764"/>
                  </a:cubicBezTo>
                  <a:cubicBezTo>
                    <a:pt x="137170" y="135985"/>
                    <a:pt x="135985" y="137170"/>
                    <a:pt x="134764" y="138317"/>
                  </a:cubicBezTo>
                  <a:cubicBezTo>
                    <a:pt x="133542" y="139465"/>
                    <a:pt x="132285" y="140573"/>
                    <a:pt x="130994" y="141641"/>
                  </a:cubicBezTo>
                  <a:cubicBezTo>
                    <a:pt x="129703" y="142709"/>
                    <a:pt x="128378" y="143736"/>
                    <a:pt x="127023" y="144721"/>
                  </a:cubicBezTo>
                  <a:cubicBezTo>
                    <a:pt x="125667" y="145706"/>
                    <a:pt x="124281" y="146648"/>
                    <a:pt x="122866" y="147546"/>
                  </a:cubicBezTo>
                  <a:cubicBezTo>
                    <a:pt x="121451" y="148444"/>
                    <a:pt x="120009" y="149297"/>
                    <a:pt x="118540" y="150105"/>
                  </a:cubicBezTo>
                  <a:cubicBezTo>
                    <a:pt x="117072" y="150912"/>
                    <a:pt x="115579" y="151673"/>
                    <a:pt x="114062" y="152386"/>
                  </a:cubicBezTo>
                  <a:cubicBezTo>
                    <a:pt x="112546" y="153100"/>
                    <a:pt x="111008" y="153765"/>
                    <a:pt x="109450" y="154382"/>
                  </a:cubicBezTo>
                  <a:cubicBezTo>
                    <a:pt x="107892" y="154999"/>
                    <a:pt x="106315" y="155567"/>
                    <a:pt x="104721" y="156085"/>
                  </a:cubicBezTo>
                  <a:cubicBezTo>
                    <a:pt x="103128" y="156602"/>
                    <a:pt x="101518" y="157070"/>
                    <a:pt x="99895" y="157487"/>
                  </a:cubicBezTo>
                  <a:cubicBezTo>
                    <a:pt x="98272" y="157903"/>
                    <a:pt x="96636" y="158269"/>
                    <a:pt x="94991" y="158583"/>
                  </a:cubicBezTo>
                  <a:cubicBezTo>
                    <a:pt x="93345" y="158897"/>
                    <a:pt x="91689" y="159159"/>
                    <a:pt x="90027" y="159369"/>
                  </a:cubicBezTo>
                  <a:cubicBezTo>
                    <a:pt x="88364" y="159579"/>
                    <a:pt x="86696" y="159737"/>
                    <a:pt x="85023" y="159842"/>
                  </a:cubicBezTo>
                  <a:cubicBezTo>
                    <a:pt x="83351" y="159947"/>
                    <a:pt x="81676" y="160000"/>
                    <a:pt x="80000" y="160000"/>
                  </a:cubicBezTo>
                  <a:cubicBezTo>
                    <a:pt x="78324" y="160000"/>
                    <a:pt x="76649" y="159947"/>
                    <a:pt x="74977" y="159842"/>
                  </a:cubicBezTo>
                  <a:cubicBezTo>
                    <a:pt x="73304" y="159737"/>
                    <a:pt x="71636" y="159579"/>
                    <a:pt x="69973" y="159369"/>
                  </a:cubicBezTo>
                  <a:cubicBezTo>
                    <a:pt x="68311" y="159159"/>
                    <a:pt x="66655" y="158897"/>
                    <a:pt x="65009" y="158583"/>
                  </a:cubicBezTo>
                  <a:cubicBezTo>
                    <a:pt x="63364" y="158269"/>
                    <a:pt x="61728" y="157903"/>
                    <a:pt x="60105" y="157487"/>
                  </a:cubicBezTo>
                  <a:cubicBezTo>
                    <a:pt x="58482" y="157070"/>
                    <a:pt x="56872" y="156602"/>
                    <a:pt x="55279" y="156085"/>
                  </a:cubicBezTo>
                  <a:cubicBezTo>
                    <a:pt x="53685" y="155567"/>
                    <a:pt x="52108" y="154999"/>
                    <a:pt x="50550" y="154382"/>
                  </a:cubicBezTo>
                  <a:cubicBezTo>
                    <a:pt x="48992" y="153765"/>
                    <a:pt x="47454" y="153100"/>
                    <a:pt x="45938" y="152386"/>
                  </a:cubicBezTo>
                  <a:cubicBezTo>
                    <a:pt x="44421" y="151673"/>
                    <a:pt x="42928" y="150912"/>
                    <a:pt x="41460" y="150105"/>
                  </a:cubicBezTo>
                  <a:cubicBezTo>
                    <a:pt x="39991" y="149297"/>
                    <a:pt x="38549" y="148444"/>
                    <a:pt x="37134" y="147546"/>
                  </a:cubicBezTo>
                  <a:cubicBezTo>
                    <a:pt x="35719" y="146648"/>
                    <a:pt x="34333" y="145706"/>
                    <a:pt x="32977" y="144721"/>
                  </a:cubicBezTo>
                  <a:cubicBezTo>
                    <a:pt x="31622" y="143736"/>
                    <a:pt x="30297" y="142709"/>
                    <a:pt x="29006" y="141641"/>
                  </a:cubicBezTo>
                  <a:cubicBezTo>
                    <a:pt x="27715" y="140573"/>
                    <a:pt x="26458" y="139465"/>
                    <a:pt x="25236" y="138317"/>
                  </a:cubicBezTo>
                  <a:cubicBezTo>
                    <a:pt x="24015" y="137170"/>
                    <a:pt x="22830" y="135985"/>
                    <a:pt x="21683" y="134764"/>
                  </a:cubicBezTo>
                  <a:cubicBezTo>
                    <a:pt x="20535" y="133542"/>
                    <a:pt x="19427" y="132285"/>
                    <a:pt x="18359" y="130994"/>
                  </a:cubicBezTo>
                  <a:cubicBezTo>
                    <a:pt x="17291" y="129703"/>
                    <a:pt x="16264" y="128378"/>
                    <a:pt x="15279" y="127023"/>
                  </a:cubicBezTo>
                  <a:cubicBezTo>
                    <a:pt x="14294" y="125667"/>
                    <a:pt x="13352" y="124281"/>
                    <a:pt x="12454" y="122866"/>
                  </a:cubicBezTo>
                  <a:cubicBezTo>
                    <a:pt x="11556" y="121451"/>
                    <a:pt x="10703" y="120009"/>
                    <a:pt x="9895" y="118540"/>
                  </a:cubicBezTo>
                  <a:cubicBezTo>
                    <a:pt x="9088" y="117072"/>
                    <a:pt x="8327" y="115579"/>
                    <a:pt x="7614" y="114062"/>
                  </a:cubicBezTo>
                  <a:cubicBezTo>
                    <a:pt x="6900" y="112546"/>
                    <a:pt x="6235" y="111008"/>
                    <a:pt x="5618" y="109450"/>
                  </a:cubicBezTo>
                  <a:cubicBezTo>
                    <a:pt x="5001" y="107892"/>
                    <a:pt x="4433" y="106315"/>
                    <a:pt x="3915" y="104721"/>
                  </a:cubicBezTo>
                  <a:cubicBezTo>
                    <a:pt x="3398" y="103128"/>
                    <a:pt x="2930" y="101518"/>
                    <a:pt x="2513" y="99895"/>
                  </a:cubicBezTo>
                  <a:cubicBezTo>
                    <a:pt x="2097" y="98272"/>
                    <a:pt x="1731" y="96636"/>
                    <a:pt x="1417" y="94991"/>
                  </a:cubicBezTo>
                  <a:cubicBezTo>
                    <a:pt x="1103" y="93345"/>
                    <a:pt x="841" y="91689"/>
                    <a:pt x="631" y="90027"/>
                  </a:cubicBezTo>
                  <a:cubicBezTo>
                    <a:pt x="421" y="88364"/>
                    <a:pt x="263" y="86696"/>
                    <a:pt x="158" y="85023"/>
                  </a:cubicBezTo>
                  <a:cubicBezTo>
                    <a:pt x="53" y="83351"/>
                    <a:pt x="0" y="81676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0" name="probe-lucide-alarm-clock-part-2"/>
            <p:cNvSpPr/>
            <p:nvPr/>
          </p:nvSpPr>
          <p:spPr>
            <a:xfrm>
              <a:off x="120000" y="90000"/>
              <a:ext cx="20000" cy="60000"/>
            </a:xfrm>
            <a:custGeom>
              <a:avLst/>
              <a:gdLst/>
              <a:ahLst/>
              <a:cxnLst/>
              <a:rect l="0" t="0" r="r" b="b"/>
              <a:pathLst>
                <a:path w="20000" h="60000">
                  <a:moveTo>
                    <a:pt x="0" y="0"/>
                  </a:moveTo>
                  <a:lnTo>
                    <a:pt x="0" y="40000"/>
                  </a:lnTo>
                  <a:lnTo>
                    <a:pt x="2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1" name="probe-lucide-alarm-clock-part-3"/>
            <p:cNvSpPr/>
            <p:nvPr/>
          </p:nvSpPr>
          <p:spPr>
            <a:xfrm>
              <a:off x="20000" y="30000"/>
              <a:ext cx="30000" cy="3000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2" name="probe-lucide-alarm-clock-part-4"/>
            <p:cNvSpPr/>
            <p:nvPr/>
          </p:nvSpPr>
          <p:spPr>
            <a:xfrm>
              <a:off x="190000" y="30000"/>
              <a:ext cx="30000" cy="3000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3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3" name="probe-lucide-alarm-clock-part-5"/>
            <p:cNvSpPr/>
            <p:nvPr/>
          </p:nvSpPr>
          <p:spPr>
            <a:xfrm>
              <a:off x="40000" y="187000"/>
              <a:ext cx="23800" cy="23000"/>
            </a:xfrm>
            <a:custGeom>
              <a:avLst/>
              <a:gdLst/>
              <a:ahLst/>
              <a:cxnLst/>
              <a:rect l="0" t="0" r="r" b="b"/>
              <a:pathLst>
                <a:path w="23800" h="23000">
                  <a:moveTo>
                    <a:pt x="23800" y="0"/>
                  </a:moveTo>
                  <a:lnTo>
                    <a:pt x="0" y="23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4" name="probe-lucide-alarm-clock-part-6"/>
            <p:cNvSpPr/>
            <p:nvPr/>
          </p:nvSpPr>
          <p:spPr>
            <a:xfrm>
              <a:off x="176400" y="186700"/>
              <a:ext cx="23600" cy="23300"/>
            </a:xfrm>
            <a:custGeom>
              <a:avLst/>
              <a:gdLst/>
              <a:ahLst/>
              <a:cxnLst/>
              <a:rect l="0" t="0" r="r" b="b"/>
              <a:pathLst>
                <a:path w="23600" h="23300">
                  <a:moveTo>
                    <a:pt x="0" y="0"/>
                  </a:moveTo>
                  <a:lnTo>
                    <a:pt x="23600" y="233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5" name="probe-lucide-calendar-check" descr="calendar-check — Lucide Icons and Contributors; preserve the bundled full upstream license. Source: https://github.com/lucide-icons/lucide/blob/20aef31db93fe4d9f398dbb15b120d99c48eef95/icons/calendar-check.svg; SVG SHA256: 952b6b26c7a29e845e06f7ab1618cbbc809298e62639ae456acb1cd6da8d942e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106" name="probe-lucide-calendar-check-part-1"/>
            <p:cNvSpPr/>
            <p:nvPr/>
          </p:nvSpPr>
          <p:spPr>
            <a:xfrm>
              <a:off x="8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7" name="probe-lucide-calendar-check-part-2"/>
            <p:cNvSpPr/>
            <p:nvPr/>
          </p:nvSpPr>
          <p:spPr>
            <a:xfrm>
              <a:off x="16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8" name="probe-lucide-calendar-check-part-3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20000" y="0"/>
                  </a:moveTo>
                  <a:lnTo>
                    <a:pt x="160000" y="0"/>
                  </a:lnTo>
                  <a:cubicBezTo>
                    <a:pt x="160419" y="0"/>
                    <a:pt x="160838" y="13"/>
                    <a:pt x="161256" y="39"/>
                  </a:cubicBezTo>
                  <a:cubicBezTo>
                    <a:pt x="161674" y="66"/>
                    <a:pt x="162091" y="105"/>
                    <a:pt x="162507" y="158"/>
                  </a:cubicBezTo>
                  <a:cubicBezTo>
                    <a:pt x="162922" y="210"/>
                    <a:pt x="163336" y="276"/>
                    <a:pt x="163748" y="354"/>
                  </a:cubicBezTo>
                  <a:cubicBezTo>
                    <a:pt x="164159" y="433"/>
                    <a:pt x="164568" y="524"/>
                    <a:pt x="164974" y="628"/>
                  </a:cubicBezTo>
                  <a:cubicBezTo>
                    <a:pt x="165380" y="733"/>
                    <a:pt x="165782" y="849"/>
                    <a:pt x="166180" y="979"/>
                  </a:cubicBezTo>
                  <a:cubicBezTo>
                    <a:pt x="166579" y="1108"/>
                    <a:pt x="166973" y="1250"/>
                    <a:pt x="167362" y="1404"/>
                  </a:cubicBezTo>
                  <a:cubicBezTo>
                    <a:pt x="167752" y="1559"/>
                    <a:pt x="168137" y="1725"/>
                    <a:pt x="168516" y="1903"/>
                  </a:cubicBezTo>
                  <a:cubicBezTo>
                    <a:pt x="168895" y="2082"/>
                    <a:pt x="169268" y="2272"/>
                    <a:pt x="169635" y="2474"/>
                  </a:cubicBezTo>
                  <a:cubicBezTo>
                    <a:pt x="170002" y="2676"/>
                    <a:pt x="170363" y="2889"/>
                    <a:pt x="170717" y="3113"/>
                  </a:cubicBezTo>
                  <a:cubicBezTo>
                    <a:pt x="171070" y="3338"/>
                    <a:pt x="171417" y="3573"/>
                    <a:pt x="171756" y="3820"/>
                  </a:cubicBezTo>
                  <a:cubicBezTo>
                    <a:pt x="172095" y="4066"/>
                    <a:pt x="172426" y="4323"/>
                    <a:pt x="172748" y="4590"/>
                  </a:cubicBezTo>
                  <a:cubicBezTo>
                    <a:pt x="173071" y="4857"/>
                    <a:pt x="173386" y="5134"/>
                    <a:pt x="173691" y="5421"/>
                  </a:cubicBezTo>
                  <a:cubicBezTo>
                    <a:pt x="173996" y="5707"/>
                    <a:pt x="174293" y="6004"/>
                    <a:pt x="174579" y="6309"/>
                  </a:cubicBezTo>
                  <a:cubicBezTo>
                    <a:pt x="174866" y="6614"/>
                    <a:pt x="175143" y="6929"/>
                    <a:pt x="175410" y="7252"/>
                  </a:cubicBezTo>
                  <a:cubicBezTo>
                    <a:pt x="175677" y="7574"/>
                    <a:pt x="175934" y="7905"/>
                    <a:pt x="176180" y="8244"/>
                  </a:cubicBezTo>
                  <a:cubicBezTo>
                    <a:pt x="176427" y="8583"/>
                    <a:pt x="176662" y="8930"/>
                    <a:pt x="176887" y="9283"/>
                  </a:cubicBezTo>
                  <a:cubicBezTo>
                    <a:pt x="177111" y="9637"/>
                    <a:pt x="177324" y="9998"/>
                    <a:pt x="177526" y="10365"/>
                  </a:cubicBezTo>
                  <a:cubicBezTo>
                    <a:pt x="177728" y="10732"/>
                    <a:pt x="177918" y="11105"/>
                    <a:pt x="178097" y="11484"/>
                  </a:cubicBezTo>
                  <a:cubicBezTo>
                    <a:pt x="178275" y="11863"/>
                    <a:pt x="178441" y="12248"/>
                    <a:pt x="178596" y="12638"/>
                  </a:cubicBezTo>
                  <a:cubicBezTo>
                    <a:pt x="178750" y="13027"/>
                    <a:pt x="178892" y="13421"/>
                    <a:pt x="179021" y="13820"/>
                  </a:cubicBezTo>
                  <a:cubicBezTo>
                    <a:pt x="179151" y="14218"/>
                    <a:pt x="179267" y="14620"/>
                    <a:pt x="179372" y="15026"/>
                  </a:cubicBezTo>
                  <a:cubicBezTo>
                    <a:pt x="179476" y="15432"/>
                    <a:pt x="179567" y="15841"/>
                    <a:pt x="179646" y="16252"/>
                  </a:cubicBezTo>
                  <a:cubicBezTo>
                    <a:pt x="179724" y="16664"/>
                    <a:pt x="179790" y="17078"/>
                    <a:pt x="179842" y="17493"/>
                  </a:cubicBezTo>
                  <a:cubicBezTo>
                    <a:pt x="179895" y="17909"/>
                    <a:pt x="179934" y="18326"/>
                    <a:pt x="179961" y="18744"/>
                  </a:cubicBezTo>
                  <a:cubicBezTo>
                    <a:pt x="179987" y="19162"/>
                    <a:pt x="180000" y="19581"/>
                    <a:pt x="180000" y="20000"/>
                  </a:cubicBezTo>
                  <a:lnTo>
                    <a:pt x="180000" y="160000"/>
                  </a:lnTo>
                  <a:cubicBezTo>
                    <a:pt x="180000" y="160419"/>
                    <a:pt x="179987" y="160838"/>
                    <a:pt x="179961" y="161256"/>
                  </a:cubicBezTo>
                  <a:cubicBezTo>
                    <a:pt x="179934" y="161674"/>
                    <a:pt x="179895" y="162091"/>
                    <a:pt x="179842" y="162507"/>
                  </a:cubicBezTo>
                  <a:cubicBezTo>
                    <a:pt x="179790" y="162922"/>
                    <a:pt x="179724" y="163336"/>
                    <a:pt x="179646" y="163748"/>
                  </a:cubicBezTo>
                  <a:cubicBezTo>
                    <a:pt x="179567" y="164159"/>
                    <a:pt x="179476" y="164568"/>
                    <a:pt x="179372" y="164974"/>
                  </a:cubicBezTo>
                  <a:cubicBezTo>
                    <a:pt x="179267" y="165380"/>
                    <a:pt x="179151" y="165782"/>
                    <a:pt x="179021" y="166180"/>
                  </a:cubicBezTo>
                  <a:cubicBezTo>
                    <a:pt x="178892" y="166579"/>
                    <a:pt x="178750" y="166973"/>
                    <a:pt x="178596" y="167362"/>
                  </a:cubicBezTo>
                  <a:cubicBezTo>
                    <a:pt x="178441" y="167752"/>
                    <a:pt x="178275" y="168137"/>
                    <a:pt x="178097" y="168516"/>
                  </a:cubicBezTo>
                  <a:cubicBezTo>
                    <a:pt x="177918" y="168895"/>
                    <a:pt x="177728" y="169268"/>
                    <a:pt x="177526" y="169635"/>
                  </a:cubicBezTo>
                  <a:cubicBezTo>
                    <a:pt x="177324" y="170002"/>
                    <a:pt x="177111" y="170363"/>
                    <a:pt x="176887" y="170717"/>
                  </a:cubicBezTo>
                  <a:cubicBezTo>
                    <a:pt x="176662" y="171070"/>
                    <a:pt x="176427" y="171417"/>
                    <a:pt x="176180" y="171756"/>
                  </a:cubicBezTo>
                  <a:cubicBezTo>
                    <a:pt x="175934" y="172095"/>
                    <a:pt x="175677" y="172426"/>
                    <a:pt x="175410" y="172748"/>
                  </a:cubicBezTo>
                  <a:cubicBezTo>
                    <a:pt x="175143" y="173071"/>
                    <a:pt x="174866" y="173386"/>
                    <a:pt x="174579" y="173691"/>
                  </a:cubicBezTo>
                  <a:cubicBezTo>
                    <a:pt x="174293" y="173996"/>
                    <a:pt x="173996" y="174293"/>
                    <a:pt x="173691" y="174579"/>
                  </a:cubicBezTo>
                  <a:cubicBezTo>
                    <a:pt x="173386" y="174866"/>
                    <a:pt x="173071" y="175143"/>
                    <a:pt x="172748" y="175410"/>
                  </a:cubicBezTo>
                  <a:cubicBezTo>
                    <a:pt x="172426" y="175677"/>
                    <a:pt x="172095" y="175934"/>
                    <a:pt x="171756" y="176180"/>
                  </a:cubicBezTo>
                  <a:cubicBezTo>
                    <a:pt x="171417" y="176427"/>
                    <a:pt x="171070" y="176662"/>
                    <a:pt x="170717" y="176887"/>
                  </a:cubicBezTo>
                  <a:cubicBezTo>
                    <a:pt x="170363" y="177111"/>
                    <a:pt x="170002" y="177324"/>
                    <a:pt x="169635" y="177526"/>
                  </a:cubicBezTo>
                  <a:cubicBezTo>
                    <a:pt x="169268" y="177728"/>
                    <a:pt x="168895" y="177918"/>
                    <a:pt x="168516" y="178097"/>
                  </a:cubicBezTo>
                  <a:cubicBezTo>
                    <a:pt x="168137" y="178275"/>
                    <a:pt x="167752" y="178441"/>
                    <a:pt x="167362" y="178596"/>
                  </a:cubicBezTo>
                  <a:cubicBezTo>
                    <a:pt x="166973" y="178750"/>
                    <a:pt x="166579" y="178892"/>
                    <a:pt x="166180" y="179021"/>
                  </a:cubicBezTo>
                  <a:cubicBezTo>
                    <a:pt x="165782" y="179151"/>
                    <a:pt x="165380" y="179267"/>
                    <a:pt x="164974" y="179372"/>
                  </a:cubicBezTo>
                  <a:cubicBezTo>
                    <a:pt x="164568" y="179476"/>
                    <a:pt x="164159" y="179567"/>
                    <a:pt x="163748" y="179646"/>
                  </a:cubicBezTo>
                  <a:cubicBezTo>
                    <a:pt x="163336" y="179724"/>
                    <a:pt x="162922" y="179790"/>
                    <a:pt x="162507" y="179842"/>
                  </a:cubicBezTo>
                  <a:cubicBezTo>
                    <a:pt x="162091" y="179895"/>
                    <a:pt x="161674" y="179934"/>
                    <a:pt x="161256" y="179961"/>
                  </a:cubicBezTo>
                  <a:cubicBezTo>
                    <a:pt x="160838" y="179987"/>
                    <a:pt x="160419" y="180000"/>
                    <a:pt x="16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9" name="probe-lucide-calendar-check-part-4"/>
            <p:cNvSpPr/>
            <p:nvPr/>
          </p:nvSpPr>
          <p:spPr>
            <a:xfrm>
              <a:off x="30000" y="9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0" name="probe-lucide-calendar-check-part-5"/>
            <p:cNvSpPr/>
            <p:nvPr/>
          </p:nvSpPr>
          <p:spPr>
            <a:xfrm>
              <a:off x="90000" y="13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1" name="probe-lucide-calendar-clock" descr="calendar-clock — Lucide Icons and Contributors; preserve the bundled full upstream license. Source: https://github.com/lucide-icons/lucide/blob/20aef31db93fe4d9f398dbb15b120d99c48eef95/icons/calendar-clock.svg; SVG SHA256: 864c14f4f305bcfb3796b86bdfd21e5218ced8eccb6ccf42f799fe1283bcbb2c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112" name="probe-lucide-calendar-clock-part-1"/>
            <p:cNvSpPr/>
            <p:nvPr/>
          </p:nvSpPr>
          <p:spPr>
            <a:xfrm>
              <a:off x="160000" y="140000"/>
              <a:ext cx="16000" cy="32000"/>
            </a:xfrm>
            <a:custGeom>
              <a:avLst/>
              <a:gdLst/>
              <a:ahLst/>
              <a:cxnLst/>
              <a:rect l="0" t="0" r="r" b="b"/>
              <a:pathLst>
                <a:path w="16000" h="32000">
                  <a:moveTo>
                    <a:pt x="0" y="0"/>
                  </a:moveTo>
                  <a:lnTo>
                    <a:pt x="0" y="22000"/>
                  </a:lnTo>
                  <a:lnTo>
                    <a:pt x="16000" y="32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3" name="probe-lucide-calendar-clock-part-2"/>
            <p:cNvSpPr/>
            <p:nvPr/>
          </p:nvSpPr>
          <p:spPr>
            <a:xfrm>
              <a:off x="16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4" name="probe-lucide-calendar-clock-part-3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180000" y="43380"/>
                  </a:moveTo>
                  <a:lnTo>
                    <a:pt x="180000" y="20000"/>
                  </a:lnTo>
                  <a:cubicBezTo>
                    <a:pt x="180000" y="19581"/>
                    <a:pt x="179987" y="19162"/>
                    <a:pt x="179961" y="18744"/>
                  </a:cubicBezTo>
                  <a:cubicBezTo>
                    <a:pt x="179934" y="18326"/>
                    <a:pt x="179895" y="17909"/>
                    <a:pt x="179842" y="17493"/>
                  </a:cubicBezTo>
                  <a:cubicBezTo>
                    <a:pt x="179790" y="17078"/>
                    <a:pt x="179724" y="16664"/>
                    <a:pt x="179646" y="16252"/>
                  </a:cubicBezTo>
                  <a:cubicBezTo>
                    <a:pt x="179567" y="15841"/>
                    <a:pt x="179476" y="15432"/>
                    <a:pt x="179372" y="15026"/>
                  </a:cubicBezTo>
                  <a:cubicBezTo>
                    <a:pt x="179267" y="14620"/>
                    <a:pt x="179151" y="14218"/>
                    <a:pt x="179021" y="13820"/>
                  </a:cubicBezTo>
                  <a:cubicBezTo>
                    <a:pt x="178892" y="13421"/>
                    <a:pt x="178750" y="13027"/>
                    <a:pt x="178596" y="12638"/>
                  </a:cubicBezTo>
                  <a:cubicBezTo>
                    <a:pt x="178441" y="12248"/>
                    <a:pt x="178275" y="11863"/>
                    <a:pt x="178097" y="11484"/>
                  </a:cubicBezTo>
                  <a:cubicBezTo>
                    <a:pt x="177918" y="11105"/>
                    <a:pt x="177728" y="10732"/>
                    <a:pt x="177526" y="10365"/>
                  </a:cubicBezTo>
                  <a:cubicBezTo>
                    <a:pt x="177324" y="9998"/>
                    <a:pt x="177111" y="9637"/>
                    <a:pt x="176887" y="9283"/>
                  </a:cubicBezTo>
                  <a:cubicBezTo>
                    <a:pt x="176662" y="8930"/>
                    <a:pt x="176427" y="8583"/>
                    <a:pt x="176180" y="8244"/>
                  </a:cubicBezTo>
                  <a:cubicBezTo>
                    <a:pt x="175934" y="7905"/>
                    <a:pt x="175677" y="7574"/>
                    <a:pt x="175410" y="7252"/>
                  </a:cubicBezTo>
                  <a:cubicBezTo>
                    <a:pt x="175143" y="6929"/>
                    <a:pt x="174866" y="6614"/>
                    <a:pt x="174579" y="6309"/>
                  </a:cubicBezTo>
                  <a:cubicBezTo>
                    <a:pt x="174293" y="6004"/>
                    <a:pt x="173996" y="5707"/>
                    <a:pt x="173691" y="5421"/>
                  </a:cubicBezTo>
                  <a:cubicBezTo>
                    <a:pt x="173386" y="5134"/>
                    <a:pt x="173071" y="4857"/>
                    <a:pt x="172748" y="4590"/>
                  </a:cubicBezTo>
                  <a:cubicBezTo>
                    <a:pt x="172426" y="4323"/>
                    <a:pt x="172095" y="4066"/>
                    <a:pt x="171756" y="3820"/>
                  </a:cubicBezTo>
                  <a:cubicBezTo>
                    <a:pt x="171417" y="3573"/>
                    <a:pt x="171070" y="3338"/>
                    <a:pt x="170717" y="3113"/>
                  </a:cubicBezTo>
                  <a:cubicBezTo>
                    <a:pt x="170363" y="2889"/>
                    <a:pt x="170002" y="2676"/>
                    <a:pt x="169635" y="2474"/>
                  </a:cubicBezTo>
                  <a:cubicBezTo>
                    <a:pt x="169268" y="2272"/>
                    <a:pt x="168895" y="2082"/>
                    <a:pt x="168516" y="1903"/>
                  </a:cubicBezTo>
                  <a:cubicBezTo>
                    <a:pt x="168137" y="1725"/>
                    <a:pt x="167752" y="1559"/>
                    <a:pt x="167362" y="1404"/>
                  </a:cubicBezTo>
                  <a:cubicBezTo>
                    <a:pt x="166973" y="1250"/>
                    <a:pt x="166579" y="1108"/>
                    <a:pt x="166180" y="979"/>
                  </a:cubicBezTo>
                  <a:cubicBezTo>
                    <a:pt x="165782" y="849"/>
                    <a:pt x="165380" y="733"/>
                    <a:pt x="164974" y="628"/>
                  </a:cubicBezTo>
                  <a:cubicBezTo>
                    <a:pt x="164568" y="524"/>
                    <a:pt x="164159" y="433"/>
                    <a:pt x="163748" y="354"/>
                  </a:cubicBezTo>
                  <a:cubicBezTo>
                    <a:pt x="163336" y="276"/>
                    <a:pt x="162922" y="210"/>
                    <a:pt x="162507" y="158"/>
                  </a:cubicBezTo>
                  <a:cubicBezTo>
                    <a:pt x="162091" y="105"/>
                    <a:pt x="161674" y="66"/>
                    <a:pt x="161256" y="39"/>
                  </a:cubicBezTo>
                  <a:cubicBezTo>
                    <a:pt x="160838" y="13"/>
                    <a:pt x="160419" y="0"/>
                    <a:pt x="160000" y="0"/>
                  </a:cubicBezTo>
                  <a:lnTo>
                    <a:pt x="20000" y="0"/>
                  </a:ln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43380" y="1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5" name="probe-lucide-calendar-clock-part-4"/>
            <p:cNvSpPr/>
            <p:nvPr/>
          </p:nvSpPr>
          <p:spPr>
            <a:xfrm>
              <a:off x="30000" y="90000"/>
              <a:ext cx="58590" cy="10"/>
            </a:xfrm>
            <a:custGeom>
              <a:avLst/>
              <a:gdLst/>
              <a:ahLst/>
              <a:cxnLst/>
              <a:rect l="0" t="0" r="r" b="b"/>
              <a:pathLst>
                <a:path w="58590" h="10">
                  <a:moveTo>
                    <a:pt x="0" y="0"/>
                  </a:moveTo>
                  <a:lnTo>
                    <a:pt x="5859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6" name="probe-lucide-calendar-clock-part-5"/>
            <p:cNvSpPr/>
            <p:nvPr/>
          </p:nvSpPr>
          <p:spPr>
            <a:xfrm>
              <a:off x="8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7" name="probe-lucide-calendar-clock-part-6"/>
            <p:cNvSpPr/>
            <p:nvPr/>
          </p:nvSpPr>
          <p:spPr>
            <a:xfrm>
              <a:off x="100000" y="100000"/>
              <a:ext cx="120000" cy="120000"/>
            </a:xfrm>
            <a:custGeom>
              <a:avLst/>
              <a:gdLst/>
              <a:ahLst/>
              <a:cxnLst/>
              <a:rect l="0" t="0" r="r" b="b"/>
              <a:pathLst>
                <a:path w="120000" h="120000">
                  <a:moveTo>
                    <a:pt x="120000" y="60000"/>
                  </a:moveTo>
                  <a:cubicBezTo>
                    <a:pt x="120000" y="61257"/>
                    <a:pt x="119961" y="62513"/>
                    <a:pt x="119882" y="63767"/>
                  </a:cubicBezTo>
                  <a:cubicBezTo>
                    <a:pt x="119803" y="65022"/>
                    <a:pt x="119684" y="66273"/>
                    <a:pt x="119527" y="67520"/>
                  </a:cubicBezTo>
                  <a:cubicBezTo>
                    <a:pt x="119369" y="68767"/>
                    <a:pt x="119173" y="70008"/>
                    <a:pt x="118937" y="71243"/>
                  </a:cubicBezTo>
                  <a:cubicBezTo>
                    <a:pt x="118702" y="72477"/>
                    <a:pt x="118428" y="73704"/>
                    <a:pt x="118115" y="74921"/>
                  </a:cubicBezTo>
                  <a:cubicBezTo>
                    <a:pt x="117802" y="76139"/>
                    <a:pt x="117452" y="77346"/>
                    <a:pt x="117063" y="78541"/>
                  </a:cubicBezTo>
                  <a:cubicBezTo>
                    <a:pt x="116675" y="79736"/>
                    <a:pt x="116249" y="80919"/>
                    <a:pt x="115787" y="82087"/>
                  </a:cubicBezTo>
                  <a:cubicBezTo>
                    <a:pt x="115324" y="83256"/>
                    <a:pt x="114825" y="84410"/>
                    <a:pt x="114290" y="85547"/>
                  </a:cubicBezTo>
                  <a:cubicBezTo>
                    <a:pt x="113755" y="86684"/>
                    <a:pt x="113184" y="87804"/>
                    <a:pt x="112578" y="88905"/>
                  </a:cubicBezTo>
                  <a:cubicBezTo>
                    <a:pt x="111973" y="90007"/>
                    <a:pt x="111333" y="91089"/>
                    <a:pt x="110660" y="92150"/>
                  </a:cubicBezTo>
                  <a:cubicBezTo>
                    <a:pt x="109986" y="93211"/>
                    <a:pt x="109280" y="94250"/>
                    <a:pt x="108541" y="95267"/>
                  </a:cubicBezTo>
                  <a:cubicBezTo>
                    <a:pt x="107802" y="96284"/>
                    <a:pt x="107032" y="97277"/>
                    <a:pt x="106231" y="98245"/>
                  </a:cubicBezTo>
                  <a:cubicBezTo>
                    <a:pt x="105430" y="99214"/>
                    <a:pt x="104598" y="100157"/>
                    <a:pt x="103738" y="101073"/>
                  </a:cubicBezTo>
                  <a:cubicBezTo>
                    <a:pt x="102878" y="101989"/>
                    <a:pt x="101989" y="102878"/>
                    <a:pt x="101073" y="103738"/>
                  </a:cubicBezTo>
                  <a:cubicBezTo>
                    <a:pt x="100157" y="104598"/>
                    <a:pt x="99214" y="105430"/>
                    <a:pt x="98245" y="106231"/>
                  </a:cubicBezTo>
                  <a:cubicBezTo>
                    <a:pt x="97277" y="107032"/>
                    <a:pt x="96284" y="107802"/>
                    <a:pt x="95267" y="108541"/>
                  </a:cubicBezTo>
                  <a:cubicBezTo>
                    <a:pt x="94250" y="109280"/>
                    <a:pt x="93211" y="109986"/>
                    <a:pt x="92150" y="110660"/>
                  </a:cubicBezTo>
                  <a:cubicBezTo>
                    <a:pt x="91089" y="111333"/>
                    <a:pt x="90007" y="111973"/>
                    <a:pt x="88905" y="112578"/>
                  </a:cubicBezTo>
                  <a:cubicBezTo>
                    <a:pt x="87804" y="113184"/>
                    <a:pt x="86684" y="113755"/>
                    <a:pt x="85547" y="114290"/>
                  </a:cubicBezTo>
                  <a:cubicBezTo>
                    <a:pt x="84410" y="114825"/>
                    <a:pt x="83256" y="115324"/>
                    <a:pt x="82087" y="115787"/>
                  </a:cubicBezTo>
                  <a:cubicBezTo>
                    <a:pt x="80919" y="116249"/>
                    <a:pt x="79736" y="116675"/>
                    <a:pt x="78541" y="117063"/>
                  </a:cubicBezTo>
                  <a:cubicBezTo>
                    <a:pt x="77346" y="117452"/>
                    <a:pt x="76139" y="117802"/>
                    <a:pt x="74921" y="118115"/>
                  </a:cubicBezTo>
                  <a:cubicBezTo>
                    <a:pt x="73704" y="118428"/>
                    <a:pt x="72477" y="118702"/>
                    <a:pt x="71243" y="118937"/>
                  </a:cubicBezTo>
                  <a:cubicBezTo>
                    <a:pt x="70008" y="119173"/>
                    <a:pt x="68767" y="119369"/>
                    <a:pt x="67520" y="119527"/>
                  </a:cubicBezTo>
                  <a:cubicBezTo>
                    <a:pt x="66273" y="119684"/>
                    <a:pt x="65022" y="119803"/>
                    <a:pt x="63767" y="119882"/>
                  </a:cubicBezTo>
                  <a:cubicBezTo>
                    <a:pt x="62513" y="119961"/>
                    <a:pt x="61257" y="120000"/>
                    <a:pt x="60000" y="120000"/>
                  </a:cubicBezTo>
                  <a:cubicBezTo>
                    <a:pt x="58743" y="120000"/>
                    <a:pt x="57487" y="119961"/>
                    <a:pt x="56233" y="119882"/>
                  </a:cubicBezTo>
                  <a:cubicBezTo>
                    <a:pt x="54978" y="119803"/>
                    <a:pt x="53727" y="119684"/>
                    <a:pt x="52480" y="119527"/>
                  </a:cubicBezTo>
                  <a:cubicBezTo>
                    <a:pt x="51233" y="119369"/>
                    <a:pt x="49992" y="119173"/>
                    <a:pt x="48757" y="118937"/>
                  </a:cubicBezTo>
                  <a:cubicBezTo>
                    <a:pt x="47523" y="118702"/>
                    <a:pt x="46296" y="118428"/>
                    <a:pt x="45079" y="118115"/>
                  </a:cubicBezTo>
                  <a:cubicBezTo>
                    <a:pt x="43861" y="117802"/>
                    <a:pt x="42654" y="117452"/>
                    <a:pt x="41459" y="117063"/>
                  </a:cubicBezTo>
                  <a:cubicBezTo>
                    <a:pt x="40264" y="116675"/>
                    <a:pt x="39081" y="116249"/>
                    <a:pt x="37913" y="115787"/>
                  </a:cubicBezTo>
                  <a:cubicBezTo>
                    <a:pt x="36744" y="115324"/>
                    <a:pt x="35590" y="114825"/>
                    <a:pt x="34453" y="114290"/>
                  </a:cubicBezTo>
                  <a:cubicBezTo>
                    <a:pt x="33316" y="113755"/>
                    <a:pt x="32196" y="113184"/>
                    <a:pt x="31095" y="112578"/>
                  </a:cubicBezTo>
                  <a:cubicBezTo>
                    <a:pt x="29993" y="111973"/>
                    <a:pt x="28911" y="111333"/>
                    <a:pt x="27850" y="110660"/>
                  </a:cubicBezTo>
                  <a:cubicBezTo>
                    <a:pt x="26789" y="109986"/>
                    <a:pt x="25750" y="109280"/>
                    <a:pt x="24733" y="108541"/>
                  </a:cubicBezTo>
                  <a:cubicBezTo>
                    <a:pt x="23716" y="107802"/>
                    <a:pt x="22723" y="107032"/>
                    <a:pt x="21755" y="106231"/>
                  </a:cubicBezTo>
                  <a:cubicBezTo>
                    <a:pt x="20786" y="105430"/>
                    <a:pt x="19843" y="104598"/>
                    <a:pt x="18927" y="103738"/>
                  </a:cubicBezTo>
                  <a:cubicBezTo>
                    <a:pt x="18011" y="102878"/>
                    <a:pt x="17122" y="101989"/>
                    <a:pt x="16262" y="101073"/>
                  </a:cubicBezTo>
                  <a:cubicBezTo>
                    <a:pt x="15402" y="100157"/>
                    <a:pt x="14570" y="99214"/>
                    <a:pt x="13769" y="98245"/>
                  </a:cubicBezTo>
                  <a:cubicBezTo>
                    <a:pt x="12968" y="97277"/>
                    <a:pt x="12198" y="96284"/>
                    <a:pt x="11459" y="95267"/>
                  </a:cubicBezTo>
                  <a:cubicBezTo>
                    <a:pt x="10720" y="94250"/>
                    <a:pt x="10014" y="93211"/>
                    <a:pt x="9340" y="92150"/>
                  </a:cubicBezTo>
                  <a:cubicBezTo>
                    <a:pt x="8667" y="91089"/>
                    <a:pt x="8027" y="90007"/>
                    <a:pt x="7422" y="88905"/>
                  </a:cubicBezTo>
                  <a:cubicBezTo>
                    <a:pt x="6816" y="87804"/>
                    <a:pt x="6245" y="86684"/>
                    <a:pt x="5710" y="85547"/>
                  </a:cubicBezTo>
                  <a:cubicBezTo>
                    <a:pt x="5175" y="84410"/>
                    <a:pt x="4676" y="83256"/>
                    <a:pt x="4213" y="82087"/>
                  </a:cubicBezTo>
                  <a:cubicBezTo>
                    <a:pt x="3751" y="80919"/>
                    <a:pt x="3325" y="79736"/>
                    <a:pt x="2937" y="78541"/>
                  </a:cubicBezTo>
                  <a:cubicBezTo>
                    <a:pt x="2548" y="77346"/>
                    <a:pt x="2198" y="76139"/>
                    <a:pt x="1885" y="74921"/>
                  </a:cubicBezTo>
                  <a:cubicBezTo>
                    <a:pt x="1572" y="73704"/>
                    <a:pt x="1298" y="72477"/>
                    <a:pt x="1063" y="71243"/>
                  </a:cubicBezTo>
                  <a:cubicBezTo>
                    <a:pt x="827" y="70008"/>
                    <a:pt x="631" y="68767"/>
                    <a:pt x="473" y="67520"/>
                  </a:cubicBezTo>
                  <a:cubicBezTo>
                    <a:pt x="316" y="66273"/>
                    <a:pt x="197" y="65022"/>
                    <a:pt x="118" y="63767"/>
                  </a:cubicBezTo>
                  <a:cubicBezTo>
                    <a:pt x="39" y="62513"/>
                    <a:pt x="0" y="61257"/>
                    <a:pt x="0" y="60000"/>
                  </a:cubicBezTo>
                  <a:cubicBezTo>
                    <a:pt x="0" y="58743"/>
                    <a:pt x="39" y="57487"/>
                    <a:pt x="118" y="56233"/>
                  </a:cubicBezTo>
                  <a:cubicBezTo>
                    <a:pt x="197" y="54978"/>
                    <a:pt x="316" y="53727"/>
                    <a:pt x="473" y="52480"/>
                  </a:cubicBezTo>
                  <a:cubicBezTo>
                    <a:pt x="631" y="51233"/>
                    <a:pt x="827" y="49992"/>
                    <a:pt x="1063" y="48757"/>
                  </a:cubicBezTo>
                  <a:cubicBezTo>
                    <a:pt x="1298" y="47523"/>
                    <a:pt x="1572" y="46296"/>
                    <a:pt x="1885" y="45079"/>
                  </a:cubicBezTo>
                  <a:cubicBezTo>
                    <a:pt x="2198" y="43861"/>
                    <a:pt x="2548" y="42654"/>
                    <a:pt x="2937" y="41459"/>
                  </a:cubicBezTo>
                  <a:cubicBezTo>
                    <a:pt x="3325" y="40264"/>
                    <a:pt x="3751" y="39081"/>
                    <a:pt x="4213" y="37913"/>
                  </a:cubicBezTo>
                  <a:cubicBezTo>
                    <a:pt x="4676" y="36744"/>
                    <a:pt x="5175" y="35590"/>
                    <a:pt x="5710" y="34453"/>
                  </a:cubicBezTo>
                  <a:cubicBezTo>
                    <a:pt x="6245" y="33316"/>
                    <a:pt x="6816" y="32196"/>
                    <a:pt x="7422" y="31095"/>
                  </a:cubicBezTo>
                  <a:cubicBezTo>
                    <a:pt x="8027" y="29993"/>
                    <a:pt x="8667" y="28911"/>
                    <a:pt x="9340" y="27850"/>
                  </a:cubicBezTo>
                  <a:cubicBezTo>
                    <a:pt x="10014" y="26789"/>
                    <a:pt x="10720" y="25750"/>
                    <a:pt x="11459" y="24733"/>
                  </a:cubicBezTo>
                  <a:cubicBezTo>
                    <a:pt x="12198" y="23716"/>
                    <a:pt x="12968" y="22723"/>
                    <a:pt x="13769" y="21755"/>
                  </a:cubicBezTo>
                  <a:cubicBezTo>
                    <a:pt x="14570" y="20786"/>
                    <a:pt x="15402" y="19843"/>
                    <a:pt x="16262" y="18927"/>
                  </a:cubicBezTo>
                  <a:cubicBezTo>
                    <a:pt x="17122" y="18011"/>
                    <a:pt x="18011" y="17122"/>
                    <a:pt x="18927" y="16262"/>
                  </a:cubicBezTo>
                  <a:cubicBezTo>
                    <a:pt x="19843" y="15402"/>
                    <a:pt x="20786" y="14570"/>
                    <a:pt x="21755" y="13769"/>
                  </a:cubicBezTo>
                  <a:cubicBezTo>
                    <a:pt x="22723" y="12968"/>
                    <a:pt x="23716" y="12198"/>
                    <a:pt x="24733" y="11459"/>
                  </a:cubicBezTo>
                  <a:cubicBezTo>
                    <a:pt x="25750" y="10720"/>
                    <a:pt x="26789" y="10014"/>
                    <a:pt x="27850" y="9340"/>
                  </a:cubicBezTo>
                  <a:cubicBezTo>
                    <a:pt x="28911" y="8667"/>
                    <a:pt x="29993" y="8027"/>
                    <a:pt x="31095" y="7422"/>
                  </a:cubicBezTo>
                  <a:cubicBezTo>
                    <a:pt x="32196" y="6816"/>
                    <a:pt x="33316" y="6245"/>
                    <a:pt x="34453" y="5710"/>
                  </a:cubicBezTo>
                  <a:cubicBezTo>
                    <a:pt x="35590" y="5175"/>
                    <a:pt x="36744" y="4676"/>
                    <a:pt x="37913" y="4213"/>
                  </a:cubicBezTo>
                  <a:cubicBezTo>
                    <a:pt x="39081" y="3751"/>
                    <a:pt x="40264" y="3325"/>
                    <a:pt x="41459" y="2937"/>
                  </a:cubicBezTo>
                  <a:cubicBezTo>
                    <a:pt x="42654" y="2548"/>
                    <a:pt x="43861" y="2198"/>
                    <a:pt x="45079" y="1885"/>
                  </a:cubicBezTo>
                  <a:cubicBezTo>
                    <a:pt x="46296" y="1572"/>
                    <a:pt x="47523" y="1298"/>
                    <a:pt x="48757" y="1063"/>
                  </a:cubicBezTo>
                  <a:cubicBezTo>
                    <a:pt x="49992" y="827"/>
                    <a:pt x="51233" y="631"/>
                    <a:pt x="52480" y="473"/>
                  </a:cubicBezTo>
                  <a:cubicBezTo>
                    <a:pt x="53727" y="316"/>
                    <a:pt x="54978" y="197"/>
                    <a:pt x="56233" y="118"/>
                  </a:cubicBezTo>
                  <a:cubicBezTo>
                    <a:pt x="57487" y="39"/>
                    <a:pt x="58743" y="0"/>
                    <a:pt x="60000" y="0"/>
                  </a:cubicBezTo>
                  <a:cubicBezTo>
                    <a:pt x="61257" y="0"/>
                    <a:pt x="62513" y="39"/>
                    <a:pt x="63767" y="118"/>
                  </a:cubicBezTo>
                  <a:cubicBezTo>
                    <a:pt x="65022" y="197"/>
                    <a:pt x="66273" y="316"/>
                    <a:pt x="67520" y="473"/>
                  </a:cubicBezTo>
                  <a:cubicBezTo>
                    <a:pt x="68767" y="631"/>
                    <a:pt x="70008" y="827"/>
                    <a:pt x="71243" y="1063"/>
                  </a:cubicBezTo>
                  <a:cubicBezTo>
                    <a:pt x="72477" y="1298"/>
                    <a:pt x="73704" y="1572"/>
                    <a:pt x="74921" y="1885"/>
                  </a:cubicBezTo>
                  <a:cubicBezTo>
                    <a:pt x="76139" y="2198"/>
                    <a:pt x="77346" y="2548"/>
                    <a:pt x="78541" y="2937"/>
                  </a:cubicBezTo>
                  <a:cubicBezTo>
                    <a:pt x="79736" y="3325"/>
                    <a:pt x="80919" y="3751"/>
                    <a:pt x="82087" y="4213"/>
                  </a:cubicBezTo>
                  <a:cubicBezTo>
                    <a:pt x="83256" y="4676"/>
                    <a:pt x="84410" y="5175"/>
                    <a:pt x="85547" y="5710"/>
                  </a:cubicBezTo>
                  <a:cubicBezTo>
                    <a:pt x="86684" y="6245"/>
                    <a:pt x="87804" y="6816"/>
                    <a:pt x="88905" y="7422"/>
                  </a:cubicBezTo>
                  <a:cubicBezTo>
                    <a:pt x="90007" y="8027"/>
                    <a:pt x="91089" y="8667"/>
                    <a:pt x="92150" y="9340"/>
                  </a:cubicBezTo>
                  <a:cubicBezTo>
                    <a:pt x="93211" y="10014"/>
                    <a:pt x="94250" y="10720"/>
                    <a:pt x="95267" y="11459"/>
                  </a:cubicBezTo>
                  <a:cubicBezTo>
                    <a:pt x="96284" y="12198"/>
                    <a:pt x="97277" y="12968"/>
                    <a:pt x="98245" y="13769"/>
                  </a:cubicBezTo>
                  <a:cubicBezTo>
                    <a:pt x="99214" y="14570"/>
                    <a:pt x="100157" y="15402"/>
                    <a:pt x="101073" y="16262"/>
                  </a:cubicBezTo>
                  <a:cubicBezTo>
                    <a:pt x="101989" y="17122"/>
                    <a:pt x="102878" y="18011"/>
                    <a:pt x="103738" y="18927"/>
                  </a:cubicBezTo>
                  <a:cubicBezTo>
                    <a:pt x="104598" y="19843"/>
                    <a:pt x="105430" y="20786"/>
                    <a:pt x="106231" y="21755"/>
                  </a:cubicBezTo>
                  <a:cubicBezTo>
                    <a:pt x="107032" y="22723"/>
                    <a:pt x="107802" y="23716"/>
                    <a:pt x="108541" y="24733"/>
                  </a:cubicBezTo>
                  <a:cubicBezTo>
                    <a:pt x="109280" y="25750"/>
                    <a:pt x="109986" y="26789"/>
                    <a:pt x="110660" y="27850"/>
                  </a:cubicBezTo>
                  <a:cubicBezTo>
                    <a:pt x="111333" y="28911"/>
                    <a:pt x="111973" y="29993"/>
                    <a:pt x="112578" y="31095"/>
                  </a:cubicBezTo>
                  <a:cubicBezTo>
                    <a:pt x="113184" y="32196"/>
                    <a:pt x="113755" y="33316"/>
                    <a:pt x="114290" y="34453"/>
                  </a:cubicBezTo>
                  <a:cubicBezTo>
                    <a:pt x="114825" y="35590"/>
                    <a:pt x="115324" y="36744"/>
                    <a:pt x="115787" y="37913"/>
                  </a:cubicBezTo>
                  <a:cubicBezTo>
                    <a:pt x="116249" y="39081"/>
                    <a:pt x="116675" y="40264"/>
                    <a:pt x="117063" y="41459"/>
                  </a:cubicBezTo>
                  <a:cubicBezTo>
                    <a:pt x="117452" y="42654"/>
                    <a:pt x="117802" y="43861"/>
                    <a:pt x="118115" y="45079"/>
                  </a:cubicBezTo>
                  <a:cubicBezTo>
                    <a:pt x="118428" y="46296"/>
                    <a:pt x="118702" y="47523"/>
                    <a:pt x="118937" y="48757"/>
                  </a:cubicBezTo>
                  <a:cubicBezTo>
                    <a:pt x="119173" y="49992"/>
                    <a:pt x="119369" y="51233"/>
                    <a:pt x="119527" y="52480"/>
                  </a:cubicBezTo>
                  <a:cubicBezTo>
                    <a:pt x="119684" y="53727"/>
                    <a:pt x="119803" y="54978"/>
                    <a:pt x="119882" y="56233"/>
                  </a:cubicBezTo>
                  <a:cubicBezTo>
                    <a:pt x="119961" y="57487"/>
                    <a:pt x="120000" y="58743"/>
                    <a:pt x="120000" y="6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8" name="probe-lucide-calendar-days" descr="calendar-days — Lucide Icons and Contributors; preserve the bundled full upstream license. Source: https://github.com/lucide-icons/lucide/blob/20aef31db93fe4d9f398dbb15b120d99c48eef95/icons/calendar-days.svg; SVG SHA256: 9330eb8d7c4989e97b6361314abbf02953243c602874725c9e58ceca00da3bd7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119" name="probe-lucide-calendar-days-part-1"/>
            <p:cNvSpPr/>
            <p:nvPr/>
          </p:nvSpPr>
          <p:spPr>
            <a:xfrm>
              <a:off x="8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0" name="probe-lucide-calendar-days-part-2"/>
            <p:cNvSpPr/>
            <p:nvPr/>
          </p:nvSpPr>
          <p:spPr>
            <a:xfrm>
              <a:off x="16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1" name="probe-lucide-calendar-days-part-3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20000" y="0"/>
                  </a:moveTo>
                  <a:lnTo>
                    <a:pt x="160000" y="0"/>
                  </a:lnTo>
                  <a:cubicBezTo>
                    <a:pt x="160419" y="0"/>
                    <a:pt x="160838" y="13"/>
                    <a:pt x="161256" y="39"/>
                  </a:cubicBezTo>
                  <a:cubicBezTo>
                    <a:pt x="161674" y="66"/>
                    <a:pt x="162091" y="105"/>
                    <a:pt x="162507" y="158"/>
                  </a:cubicBezTo>
                  <a:cubicBezTo>
                    <a:pt x="162922" y="210"/>
                    <a:pt x="163336" y="276"/>
                    <a:pt x="163748" y="354"/>
                  </a:cubicBezTo>
                  <a:cubicBezTo>
                    <a:pt x="164159" y="433"/>
                    <a:pt x="164568" y="524"/>
                    <a:pt x="164974" y="628"/>
                  </a:cubicBezTo>
                  <a:cubicBezTo>
                    <a:pt x="165380" y="733"/>
                    <a:pt x="165782" y="849"/>
                    <a:pt x="166180" y="979"/>
                  </a:cubicBezTo>
                  <a:cubicBezTo>
                    <a:pt x="166579" y="1108"/>
                    <a:pt x="166973" y="1250"/>
                    <a:pt x="167362" y="1404"/>
                  </a:cubicBezTo>
                  <a:cubicBezTo>
                    <a:pt x="167752" y="1559"/>
                    <a:pt x="168137" y="1725"/>
                    <a:pt x="168516" y="1903"/>
                  </a:cubicBezTo>
                  <a:cubicBezTo>
                    <a:pt x="168895" y="2082"/>
                    <a:pt x="169268" y="2272"/>
                    <a:pt x="169635" y="2474"/>
                  </a:cubicBezTo>
                  <a:cubicBezTo>
                    <a:pt x="170002" y="2676"/>
                    <a:pt x="170363" y="2889"/>
                    <a:pt x="170717" y="3113"/>
                  </a:cubicBezTo>
                  <a:cubicBezTo>
                    <a:pt x="171070" y="3338"/>
                    <a:pt x="171417" y="3573"/>
                    <a:pt x="171756" y="3820"/>
                  </a:cubicBezTo>
                  <a:cubicBezTo>
                    <a:pt x="172095" y="4066"/>
                    <a:pt x="172426" y="4323"/>
                    <a:pt x="172748" y="4590"/>
                  </a:cubicBezTo>
                  <a:cubicBezTo>
                    <a:pt x="173071" y="4857"/>
                    <a:pt x="173386" y="5134"/>
                    <a:pt x="173691" y="5421"/>
                  </a:cubicBezTo>
                  <a:cubicBezTo>
                    <a:pt x="173996" y="5707"/>
                    <a:pt x="174293" y="6004"/>
                    <a:pt x="174579" y="6309"/>
                  </a:cubicBezTo>
                  <a:cubicBezTo>
                    <a:pt x="174866" y="6614"/>
                    <a:pt x="175143" y="6929"/>
                    <a:pt x="175410" y="7252"/>
                  </a:cubicBezTo>
                  <a:cubicBezTo>
                    <a:pt x="175677" y="7574"/>
                    <a:pt x="175934" y="7905"/>
                    <a:pt x="176180" y="8244"/>
                  </a:cubicBezTo>
                  <a:cubicBezTo>
                    <a:pt x="176427" y="8583"/>
                    <a:pt x="176662" y="8930"/>
                    <a:pt x="176887" y="9283"/>
                  </a:cubicBezTo>
                  <a:cubicBezTo>
                    <a:pt x="177111" y="9637"/>
                    <a:pt x="177324" y="9998"/>
                    <a:pt x="177526" y="10365"/>
                  </a:cubicBezTo>
                  <a:cubicBezTo>
                    <a:pt x="177728" y="10732"/>
                    <a:pt x="177918" y="11105"/>
                    <a:pt x="178097" y="11484"/>
                  </a:cubicBezTo>
                  <a:cubicBezTo>
                    <a:pt x="178275" y="11863"/>
                    <a:pt x="178441" y="12248"/>
                    <a:pt x="178596" y="12638"/>
                  </a:cubicBezTo>
                  <a:cubicBezTo>
                    <a:pt x="178750" y="13027"/>
                    <a:pt x="178892" y="13421"/>
                    <a:pt x="179021" y="13820"/>
                  </a:cubicBezTo>
                  <a:cubicBezTo>
                    <a:pt x="179151" y="14218"/>
                    <a:pt x="179267" y="14620"/>
                    <a:pt x="179372" y="15026"/>
                  </a:cubicBezTo>
                  <a:cubicBezTo>
                    <a:pt x="179476" y="15432"/>
                    <a:pt x="179567" y="15841"/>
                    <a:pt x="179646" y="16252"/>
                  </a:cubicBezTo>
                  <a:cubicBezTo>
                    <a:pt x="179724" y="16664"/>
                    <a:pt x="179790" y="17078"/>
                    <a:pt x="179842" y="17493"/>
                  </a:cubicBezTo>
                  <a:cubicBezTo>
                    <a:pt x="179895" y="17909"/>
                    <a:pt x="179934" y="18326"/>
                    <a:pt x="179961" y="18744"/>
                  </a:cubicBezTo>
                  <a:cubicBezTo>
                    <a:pt x="179987" y="19162"/>
                    <a:pt x="180000" y="19581"/>
                    <a:pt x="180000" y="20000"/>
                  </a:cubicBezTo>
                  <a:lnTo>
                    <a:pt x="180000" y="160000"/>
                  </a:lnTo>
                  <a:cubicBezTo>
                    <a:pt x="180000" y="160419"/>
                    <a:pt x="179987" y="160838"/>
                    <a:pt x="179961" y="161256"/>
                  </a:cubicBezTo>
                  <a:cubicBezTo>
                    <a:pt x="179934" y="161674"/>
                    <a:pt x="179895" y="162091"/>
                    <a:pt x="179842" y="162507"/>
                  </a:cubicBezTo>
                  <a:cubicBezTo>
                    <a:pt x="179790" y="162922"/>
                    <a:pt x="179724" y="163336"/>
                    <a:pt x="179646" y="163748"/>
                  </a:cubicBezTo>
                  <a:cubicBezTo>
                    <a:pt x="179567" y="164159"/>
                    <a:pt x="179476" y="164568"/>
                    <a:pt x="179372" y="164974"/>
                  </a:cubicBezTo>
                  <a:cubicBezTo>
                    <a:pt x="179267" y="165380"/>
                    <a:pt x="179151" y="165782"/>
                    <a:pt x="179021" y="166180"/>
                  </a:cubicBezTo>
                  <a:cubicBezTo>
                    <a:pt x="178892" y="166579"/>
                    <a:pt x="178750" y="166973"/>
                    <a:pt x="178596" y="167362"/>
                  </a:cubicBezTo>
                  <a:cubicBezTo>
                    <a:pt x="178441" y="167752"/>
                    <a:pt x="178275" y="168137"/>
                    <a:pt x="178097" y="168516"/>
                  </a:cubicBezTo>
                  <a:cubicBezTo>
                    <a:pt x="177918" y="168895"/>
                    <a:pt x="177728" y="169268"/>
                    <a:pt x="177526" y="169635"/>
                  </a:cubicBezTo>
                  <a:cubicBezTo>
                    <a:pt x="177324" y="170002"/>
                    <a:pt x="177111" y="170363"/>
                    <a:pt x="176887" y="170717"/>
                  </a:cubicBezTo>
                  <a:cubicBezTo>
                    <a:pt x="176662" y="171070"/>
                    <a:pt x="176427" y="171417"/>
                    <a:pt x="176180" y="171756"/>
                  </a:cubicBezTo>
                  <a:cubicBezTo>
                    <a:pt x="175934" y="172095"/>
                    <a:pt x="175677" y="172426"/>
                    <a:pt x="175410" y="172748"/>
                  </a:cubicBezTo>
                  <a:cubicBezTo>
                    <a:pt x="175143" y="173071"/>
                    <a:pt x="174866" y="173386"/>
                    <a:pt x="174579" y="173691"/>
                  </a:cubicBezTo>
                  <a:cubicBezTo>
                    <a:pt x="174293" y="173996"/>
                    <a:pt x="173996" y="174293"/>
                    <a:pt x="173691" y="174579"/>
                  </a:cubicBezTo>
                  <a:cubicBezTo>
                    <a:pt x="173386" y="174866"/>
                    <a:pt x="173071" y="175143"/>
                    <a:pt x="172748" y="175410"/>
                  </a:cubicBezTo>
                  <a:cubicBezTo>
                    <a:pt x="172426" y="175677"/>
                    <a:pt x="172095" y="175934"/>
                    <a:pt x="171756" y="176180"/>
                  </a:cubicBezTo>
                  <a:cubicBezTo>
                    <a:pt x="171417" y="176427"/>
                    <a:pt x="171070" y="176662"/>
                    <a:pt x="170717" y="176887"/>
                  </a:cubicBezTo>
                  <a:cubicBezTo>
                    <a:pt x="170363" y="177111"/>
                    <a:pt x="170002" y="177324"/>
                    <a:pt x="169635" y="177526"/>
                  </a:cubicBezTo>
                  <a:cubicBezTo>
                    <a:pt x="169268" y="177728"/>
                    <a:pt x="168895" y="177918"/>
                    <a:pt x="168516" y="178097"/>
                  </a:cubicBezTo>
                  <a:cubicBezTo>
                    <a:pt x="168137" y="178275"/>
                    <a:pt x="167752" y="178441"/>
                    <a:pt x="167362" y="178596"/>
                  </a:cubicBezTo>
                  <a:cubicBezTo>
                    <a:pt x="166973" y="178750"/>
                    <a:pt x="166579" y="178892"/>
                    <a:pt x="166180" y="179021"/>
                  </a:cubicBezTo>
                  <a:cubicBezTo>
                    <a:pt x="165782" y="179151"/>
                    <a:pt x="165380" y="179267"/>
                    <a:pt x="164974" y="179372"/>
                  </a:cubicBezTo>
                  <a:cubicBezTo>
                    <a:pt x="164568" y="179476"/>
                    <a:pt x="164159" y="179567"/>
                    <a:pt x="163748" y="179646"/>
                  </a:cubicBezTo>
                  <a:cubicBezTo>
                    <a:pt x="163336" y="179724"/>
                    <a:pt x="162922" y="179790"/>
                    <a:pt x="162507" y="179842"/>
                  </a:cubicBezTo>
                  <a:cubicBezTo>
                    <a:pt x="162091" y="179895"/>
                    <a:pt x="161674" y="179934"/>
                    <a:pt x="161256" y="179961"/>
                  </a:cubicBezTo>
                  <a:cubicBezTo>
                    <a:pt x="160838" y="179987"/>
                    <a:pt x="160419" y="180000"/>
                    <a:pt x="16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2" name="probe-lucide-calendar-days-part-4"/>
            <p:cNvSpPr/>
            <p:nvPr/>
          </p:nvSpPr>
          <p:spPr>
            <a:xfrm>
              <a:off x="30000" y="9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3" name="probe-lucide-calendar-days-part-5"/>
            <p:cNvSpPr/>
            <p:nvPr/>
          </p:nvSpPr>
          <p:spPr>
            <a:xfrm>
              <a:off x="80000" y="13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4" name="probe-lucide-calendar-days-part-6"/>
            <p:cNvSpPr/>
            <p:nvPr/>
          </p:nvSpPr>
          <p:spPr>
            <a:xfrm>
              <a:off x="120000" y="13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5" name="probe-lucide-calendar-days-part-7"/>
            <p:cNvSpPr/>
            <p:nvPr/>
          </p:nvSpPr>
          <p:spPr>
            <a:xfrm>
              <a:off x="160000" y="13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6" name="probe-lucide-calendar-days-part-8"/>
            <p:cNvSpPr/>
            <p:nvPr/>
          </p:nvSpPr>
          <p:spPr>
            <a:xfrm>
              <a:off x="80000" y="17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7" name="probe-lucide-calendar-days-part-9"/>
            <p:cNvSpPr/>
            <p:nvPr/>
          </p:nvSpPr>
          <p:spPr>
            <a:xfrm>
              <a:off x="120000" y="17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8" name="probe-lucide-calendar-days-part-10"/>
            <p:cNvSpPr/>
            <p:nvPr/>
          </p:nvSpPr>
          <p:spPr>
            <a:xfrm>
              <a:off x="160000" y="17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29" name="probe-lucide-calendar-range" descr="calendar-range — Lucide Icons and Contributors; preserve the bundled full upstream license. Source: https://github.com/lucide-icons/lucide/blob/20aef31db93fe4d9f398dbb15b120d99c48eef95/icons/calendar-range.svg; SVG SHA256: 463ca3022a9f22cf5022b1bccddef1b3189a8e942d0ba661d7dbda9a85a1cdab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130" name="probe-lucide-calendar-range-part-1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20000" y="0"/>
                  </a:moveTo>
                  <a:lnTo>
                    <a:pt x="160000" y="0"/>
                  </a:lnTo>
                  <a:cubicBezTo>
                    <a:pt x="160419" y="0"/>
                    <a:pt x="160838" y="13"/>
                    <a:pt x="161256" y="39"/>
                  </a:cubicBezTo>
                  <a:cubicBezTo>
                    <a:pt x="161674" y="66"/>
                    <a:pt x="162091" y="105"/>
                    <a:pt x="162507" y="158"/>
                  </a:cubicBezTo>
                  <a:cubicBezTo>
                    <a:pt x="162922" y="210"/>
                    <a:pt x="163336" y="276"/>
                    <a:pt x="163748" y="354"/>
                  </a:cubicBezTo>
                  <a:cubicBezTo>
                    <a:pt x="164159" y="433"/>
                    <a:pt x="164568" y="524"/>
                    <a:pt x="164974" y="628"/>
                  </a:cubicBezTo>
                  <a:cubicBezTo>
                    <a:pt x="165380" y="733"/>
                    <a:pt x="165782" y="849"/>
                    <a:pt x="166180" y="979"/>
                  </a:cubicBezTo>
                  <a:cubicBezTo>
                    <a:pt x="166579" y="1108"/>
                    <a:pt x="166973" y="1250"/>
                    <a:pt x="167362" y="1404"/>
                  </a:cubicBezTo>
                  <a:cubicBezTo>
                    <a:pt x="167752" y="1559"/>
                    <a:pt x="168137" y="1725"/>
                    <a:pt x="168516" y="1903"/>
                  </a:cubicBezTo>
                  <a:cubicBezTo>
                    <a:pt x="168895" y="2082"/>
                    <a:pt x="169268" y="2272"/>
                    <a:pt x="169635" y="2474"/>
                  </a:cubicBezTo>
                  <a:cubicBezTo>
                    <a:pt x="170002" y="2676"/>
                    <a:pt x="170363" y="2889"/>
                    <a:pt x="170717" y="3113"/>
                  </a:cubicBezTo>
                  <a:cubicBezTo>
                    <a:pt x="171070" y="3338"/>
                    <a:pt x="171417" y="3573"/>
                    <a:pt x="171756" y="3820"/>
                  </a:cubicBezTo>
                  <a:cubicBezTo>
                    <a:pt x="172095" y="4066"/>
                    <a:pt x="172426" y="4323"/>
                    <a:pt x="172748" y="4590"/>
                  </a:cubicBezTo>
                  <a:cubicBezTo>
                    <a:pt x="173071" y="4857"/>
                    <a:pt x="173386" y="5134"/>
                    <a:pt x="173691" y="5421"/>
                  </a:cubicBezTo>
                  <a:cubicBezTo>
                    <a:pt x="173996" y="5707"/>
                    <a:pt x="174293" y="6004"/>
                    <a:pt x="174579" y="6309"/>
                  </a:cubicBezTo>
                  <a:cubicBezTo>
                    <a:pt x="174866" y="6614"/>
                    <a:pt x="175143" y="6929"/>
                    <a:pt x="175410" y="7252"/>
                  </a:cubicBezTo>
                  <a:cubicBezTo>
                    <a:pt x="175677" y="7574"/>
                    <a:pt x="175934" y="7905"/>
                    <a:pt x="176180" y="8244"/>
                  </a:cubicBezTo>
                  <a:cubicBezTo>
                    <a:pt x="176427" y="8583"/>
                    <a:pt x="176662" y="8930"/>
                    <a:pt x="176887" y="9283"/>
                  </a:cubicBezTo>
                  <a:cubicBezTo>
                    <a:pt x="177111" y="9637"/>
                    <a:pt x="177324" y="9998"/>
                    <a:pt x="177526" y="10365"/>
                  </a:cubicBezTo>
                  <a:cubicBezTo>
                    <a:pt x="177728" y="10732"/>
                    <a:pt x="177918" y="11105"/>
                    <a:pt x="178097" y="11484"/>
                  </a:cubicBezTo>
                  <a:cubicBezTo>
                    <a:pt x="178275" y="11863"/>
                    <a:pt x="178441" y="12248"/>
                    <a:pt x="178596" y="12638"/>
                  </a:cubicBezTo>
                  <a:cubicBezTo>
                    <a:pt x="178750" y="13027"/>
                    <a:pt x="178892" y="13421"/>
                    <a:pt x="179021" y="13820"/>
                  </a:cubicBezTo>
                  <a:cubicBezTo>
                    <a:pt x="179151" y="14218"/>
                    <a:pt x="179267" y="14620"/>
                    <a:pt x="179372" y="15026"/>
                  </a:cubicBezTo>
                  <a:cubicBezTo>
                    <a:pt x="179476" y="15432"/>
                    <a:pt x="179567" y="15841"/>
                    <a:pt x="179646" y="16252"/>
                  </a:cubicBezTo>
                  <a:cubicBezTo>
                    <a:pt x="179724" y="16664"/>
                    <a:pt x="179790" y="17078"/>
                    <a:pt x="179842" y="17493"/>
                  </a:cubicBezTo>
                  <a:cubicBezTo>
                    <a:pt x="179895" y="17909"/>
                    <a:pt x="179934" y="18326"/>
                    <a:pt x="179961" y="18744"/>
                  </a:cubicBezTo>
                  <a:cubicBezTo>
                    <a:pt x="179987" y="19162"/>
                    <a:pt x="180000" y="19581"/>
                    <a:pt x="180000" y="20000"/>
                  </a:cubicBezTo>
                  <a:lnTo>
                    <a:pt x="180000" y="160000"/>
                  </a:lnTo>
                  <a:cubicBezTo>
                    <a:pt x="180000" y="160419"/>
                    <a:pt x="179987" y="160838"/>
                    <a:pt x="179961" y="161256"/>
                  </a:cubicBezTo>
                  <a:cubicBezTo>
                    <a:pt x="179934" y="161674"/>
                    <a:pt x="179895" y="162091"/>
                    <a:pt x="179842" y="162507"/>
                  </a:cubicBezTo>
                  <a:cubicBezTo>
                    <a:pt x="179790" y="162922"/>
                    <a:pt x="179724" y="163336"/>
                    <a:pt x="179646" y="163748"/>
                  </a:cubicBezTo>
                  <a:cubicBezTo>
                    <a:pt x="179567" y="164159"/>
                    <a:pt x="179476" y="164568"/>
                    <a:pt x="179372" y="164974"/>
                  </a:cubicBezTo>
                  <a:cubicBezTo>
                    <a:pt x="179267" y="165380"/>
                    <a:pt x="179151" y="165782"/>
                    <a:pt x="179021" y="166180"/>
                  </a:cubicBezTo>
                  <a:cubicBezTo>
                    <a:pt x="178892" y="166579"/>
                    <a:pt x="178750" y="166973"/>
                    <a:pt x="178596" y="167362"/>
                  </a:cubicBezTo>
                  <a:cubicBezTo>
                    <a:pt x="178441" y="167752"/>
                    <a:pt x="178275" y="168137"/>
                    <a:pt x="178097" y="168516"/>
                  </a:cubicBezTo>
                  <a:cubicBezTo>
                    <a:pt x="177918" y="168895"/>
                    <a:pt x="177728" y="169268"/>
                    <a:pt x="177526" y="169635"/>
                  </a:cubicBezTo>
                  <a:cubicBezTo>
                    <a:pt x="177324" y="170002"/>
                    <a:pt x="177111" y="170363"/>
                    <a:pt x="176887" y="170717"/>
                  </a:cubicBezTo>
                  <a:cubicBezTo>
                    <a:pt x="176662" y="171070"/>
                    <a:pt x="176427" y="171417"/>
                    <a:pt x="176180" y="171756"/>
                  </a:cubicBezTo>
                  <a:cubicBezTo>
                    <a:pt x="175934" y="172095"/>
                    <a:pt x="175677" y="172426"/>
                    <a:pt x="175410" y="172748"/>
                  </a:cubicBezTo>
                  <a:cubicBezTo>
                    <a:pt x="175143" y="173071"/>
                    <a:pt x="174866" y="173386"/>
                    <a:pt x="174579" y="173691"/>
                  </a:cubicBezTo>
                  <a:cubicBezTo>
                    <a:pt x="174293" y="173996"/>
                    <a:pt x="173996" y="174293"/>
                    <a:pt x="173691" y="174579"/>
                  </a:cubicBezTo>
                  <a:cubicBezTo>
                    <a:pt x="173386" y="174866"/>
                    <a:pt x="173071" y="175143"/>
                    <a:pt x="172748" y="175410"/>
                  </a:cubicBezTo>
                  <a:cubicBezTo>
                    <a:pt x="172426" y="175677"/>
                    <a:pt x="172095" y="175934"/>
                    <a:pt x="171756" y="176180"/>
                  </a:cubicBezTo>
                  <a:cubicBezTo>
                    <a:pt x="171417" y="176427"/>
                    <a:pt x="171070" y="176662"/>
                    <a:pt x="170717" y="176887"/>
                  </a:cubicBezTo>
                  <a:cubicBezTo>
                    <a:pt x="170363" y="177111"/>
                    <a:pt x="170002" y="177324"/>
                    <a:pt x="169635" y="177526"/>
                  </a:cubicBezTo>
                  <a:cubicBezTo>
                    <a:pt x="169268" y="177728"/>
                    <a:pt x="168895" y="177918"/>
                    <a:pt x="168516" y="178097"/>
                  </a:cubicBezTo>
                  <a:cubicBezTo>
                    <a:pt x="168137" y="178275"/>
                    <a:pt x="167752" y="178441"/>
                    <a:pt x="167362" y="178596"/>
                  </a:cubicBezTo>
                  <a:cubicBezTo>
                    <a:pt x="166973" y="178750"/>
                    <a:pt x="166579" y="178892"/>
                    <a:pt x="166180" y="179021"/>
                  </a:cubicBezTo>
                  <a:cubicBezTo>
                    <a:pt x="165782" y="179151"/>
                    <a:pt x="165380" y="179267"/>
                    <a:pt x="164974" y="179372"/>
                  </a:cubicBezTo>
                  <a:cubicBezTo>
                    <a:pt x="164568" y="179476"/>
                    <a:pt x="164159" y="179567"/>
                    <a:pt x="163748" y="179646"/>
                  </a:cubicBezTo>
                  <a:cubicBezTo>
                    <a:pt x="163336" y="179724"/>
                    <a:pt x="162922" y="179790"/>
                    <a:pt x="162507" y="179842"/>
                  </a:cubicBezTo>
                  <a:cubicBezTo>
                    <a:pt x="162091" y="179895"/>
                    <a:pt x="161674" y="179934"/>
                    <a:pt x="161256" y="179961"/>
                  </a:cubicBezTo>
                  <a:cubicBezTo>
                    <a:pt x="160838" y="179987"/>
                    <a:pt x="160419" y="180000"/>
                    <a:pt x="16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1" name="probe-lucide-calendar-range-part-2"/>
            <p:cNvSpPr/>
            <p:nvPr/>
          </p:nvSpPr>
          <p:spPr>
            <a:xfrm>
              <a:off x="16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2" name="probe-lucide-calendar-range-part-3"/>
            <p:cNvSpPr/>
            <p:nvPr/>
          </p:nvSpPr>
          <p:spPr>
            <a:xfrm>
              <a:off x="30000" y="90000"/>
              <a:ext cx="180000" cy="10"/>
            </a:xfrm>
            <a:custGeom>
              <a:avLst/>
              <a:gdLst/>
              <a:ahLst/>
              <a:cxnLst/>
              <a:rect l="0" t="0" r="r" b="b"/>
              <a:pathLst>
                <a:path w="180000" h="1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3" name="probe-lucide-calendar-range-part-4"/>
            <p:cNvSpPr/>
            <p:nvPr/>
          </p:nvSpPr>
          <p:spPr>
            <a:xfrm>
              <a:off x="80000" y="2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4" name="probe-lucide-calendar-range-part-5"/>
            <p:cNvSpPr/>
            <p:nvPr/>
          </p:nvSpPr>
          <p:spPr>
            <a:xfrm>
              <a:off x="110000" y="13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6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5" name="probe-lucide-calendar-range-part-6"/>
            <p:cNvSpPr/>
            <p:nvPr/>
          </p:nvSpPr>
          <p:spPr>
            <a:xfrm>
              <a:off x="70000" y="17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6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6" name="probe-lucide-calendar-range-part-7"/>
            <p:cNvSpPr/>
            <p:nvPr/>
          </p:nvSpPr>
          <p:spPr>
            <a:xfrm>
              <a:off x="70000" y="13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7" name="probe-lucide-calendar-range-part-8"/>
            <p:cNvSpPr/>
            <p:nvPr/>
          </p:nvSpPr>
          <p:spPr>
            <a:xfrm>
              <a:off x="170000" y="17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38" name="probe-lucide-clipboard-list" descr="clipboard-list — Lucide Icons and Contributors; preserve the bundled full upstream license. Source: https://github.com/lucide-icons/lucide/blob/20aef31db93fe4d9f398dbb15b120d99c48eef95/icons/clipboard-list.svg; SVG SHA256: 2b91abc2e8ee8ba4c2e0f77d506a47a7a9774b0d4de3fa4b27e822a6376ab892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139" name="probe-lucide-clipboard-list-part-1"/>
            <p:cNvSpPr/>
            <p:nvPr/>
          </p:nvSpPr>
          <p:spPr>
            <a:xfrm>
              <a:off x="80000" y="20000"/>
              <a:ext cx="80000" cy="40000"/>
            </a:xfrm>
            <a:custGeom>
              <a:avLst/>
              <a:gdLst/>
              <a:ahLst/>
              <a:cxnLst/>
              <a:rect l="0" t="0" r="r" b="b"/>
              <a:pathLst>
                <a:path w="80000" h="40000">
                  <a:moveTo>
                    <a:pt x="10000" y="0"/>
                  </a:moveTo>
                  <a:lnTo>
                    <a:pt x="70000" y="0"/>
                  </a:lnTo>
                  <a:cubicBezTo>
                    <a:pt x="70209" y="0"/>
                    <a:pt x="70419" y="7"/>
                    <a:pt x="70628" y="20"/>
                  </a:cubicBezTo>
                  <a:cubicBezTo>
                    <a:pt x="70837" y="33"/>
                    <a:pt x="71046" y="53"/>
                    <a:pt x="71253" y="79"/>
                  </a:cubicBezTo>
                  <a:cubicBezTo>
                    <a:pt x="71461" y="105"/>
                    <a:pt x="71668" y="138"/>
                    <a:pt x="71874" y="177"/>
                  </a:cubicBezTo>
                  <a:cubicBezTo>
                    <a:pt x="72080" y="216"/>
                    <a:pt x="72284" y="262"/>
                    <a:pt x="72487" y="314"/>
                  </a:cubicBezTo>
                  <a:cubicBezTo>
                    <a:pt x="72690" y="366"/>
                    <a:pt x="72891" y="425"/>
                    <a:pt x="73090" y="489"/>
                  </a:cubicBezTo>
                  <a:cubicBezTo>
                    <a:pt x="73289" y="554"/>
                    <a:pt x="73486" y="625"/>
                    <a:pt x="73681" y="702"/>
                  </a:cubicBezTo>
                  <a:cubicBezTo>
                    <a:pt x="73876" y="779"/>
                    <a:pt x="74068" y="863"/>
                    <a:pt x="74258" y="952"/>
                  </a:cubicBezTo>
                  <a:cubicBezTo>
                    <a:pt x="74447" y="1041"/>
                    <a:pt x="74634" y="1136"/>
                    <a:pt x="74818" y="1237"/>
                  </a:cubicBezTo>
                  <a:cubicBezTo>
                    <a:pt x="75001" y="1338"/>
                    <a:pt x="75181" y="1444"/>
                    <a:pt x="75358" y="1557"/>
                  </a:cubicBezTo>
                  <a:cubicBezTo>
                    <a:pt x="75535" y="1669"/>
                    <a:pt x="75708" y="1787"/>
                    <a:pt x="75878" y="1910"/>
                  </a:cubicBezTo>
                  <a:cubicBezTo>
                    <a:pt x="76047" y="2033"/>
                    <a:pt x="76213" y="2161"/>
                    <a:pt x="76374" y="2295"/>
                  </a:cubicBezTo>
                  <a:cubicBezTo>
                    <a:pt x="76536" y="2428"/>
                    <a:pt x="76693" y="2567"/>
                    <a:pt x="76845" y="2710"/>
                  </a:cubicBezTo>
                  <a:cubicBezTo>
                    <a:pt x="76998" y="2854"/>
                    <a:pt x="77146" y="3002"/>
                    <a:pt x="77290" y="3155"/>
                  </a:cubicBezTo>
                  <a:cubicBezTo>
                    <a:pt x="77433" y="3307"/>
                    <a:pt x="77572" y="3464"/>
                    <a:pt x="77705" y="3626"/>
                  </a:cubicBezTo>
                  <a:cubicBezTo>
                    <a:pt x="77839" y="3787"/>
                    <a:pt x="77967" y="3953"/>
                    <a:pt x="78090" y="4122"/>
                  </a:cubicBezTo>
                  <a:cubicBezTo>
                    <a:pt x="78213" y="4292"/>
                    <a:pt x="78331" y="4465"/>
                    <a:pt x="78443" y="4642"/>
                  </a:cubicBezTo>
                  <a:cubicBezTo>
                    <a:pt x="78556" y="4819"/>
                    <a:pt x="78662" y="4999"/>
                    <a:pt x="78763" y="5182"/>
                  </a:cubicBezTo>
                  <a:cubicBezTo>
                    <a:pt x="78864" y="5366"/>
                    <a:pt x="78959" y="5553"/>
                    <a:pt x="79048" y="5742"/>
                  </a:cubicBezTo>
                  <a:cubicBezTo>
                    <a:pt x="79137" y="5932"/>
                    <a:pt x="79221" y="6124"/>
                    <a:pt x="79298" y="6319"/>
                  </a:cubicBezTo>
                  <a:cubicBezTo>
                    <a:pt x="79375" y="6514"/>
                    <a:pt x="79446" y="6711"/>
                    <a:pt x="79511" y="6910"/>
                  </a:cubicBezTo>
                  <a:cubicBezTo>
                    <a:pt x="79575" y="7109"/>
                    <a:pt x="79634" y="7310"/>
                    <a:pt x="79686" y="7513"/>
                  </a:cubicBezTo>
                  <a:cubicBezTo>
                    <a:pt x="79738" y="7716"/>
                    <a:pt x="79784" y="7920"/>
                    <a:pt x="79823" y="8126"/>
                  </a:cubicBezTo>
                  <a:cubicBezTo>
                    <a:pt x="79862" y="8332"/>
                    <a:pt x="79895" y="8539"/>
                    <a:pt x="79921" y="8747"/>
                  </a:cubicBezTo>
                  <a:cubicBezTo>
                    <a:pt x="79947" y="8954"/>
                    <a:pt x="79967" y="9163"/>
                    <a:pt x="79980" y="9372"/>
                  </a:cubicBezTo>
                  <a:cubicBezTo>
                    <a:pt x="79993" y="9581"/>
                    <a:pt x="80000" y="9791"/>
                    <a:pt x="80000" y="10000"/>
                  </a:cubicBezTo>
                  <a:lnTo>
                    <a:pt x="80000" y="30000"/>
                  </a:lnTo>
                  <a:cubicBezTo>
                    <a:pt x="80000" y="30209"/>
                    <a:pt x="79993" y="30419"/>
                    <a:pt x="79980" y="30628"/>
                  </a:cubicBezTo>
                  <a:cubicBezTo>
                    <a:pt x="79967" y="30837"/>
                    <a:pt x="79947" y="31046"/>
                    <a:pt x="79921" y="31253"/>
                  </a:cubicBezTo>
                  <a:cubicBezTo>
                    <a:pt x="79895" y="31461"/>
                    <a:pt x="79862" y="31668"/>
                    <a:pt x="79823" y="31874"/>
                  </a:cubicBezTo>
                  <a:cubicBezTo>
                    <a:pt x="79784" y="32080"/>
                    <a:pt x="79738" y="32284"/>
                    <a:pt x="79686" y="32487"/>
                  </a:cubicBezTo>
                  <a:cubicBezTo>
                    <a:pt x="79634" y="32690"/>
                    <a:pt x="79575" y="32891"/>
                    <a:pt x="79511" y="33090"/>
                  </a:cubicBezTo>
                  <a:cubicBezTo>
                    <a:pt x="79446" y="33289"/>
                    <a:pt x="79375" y="33486"/>
                    <a:pt x="79298" y="33681"/>
                  </a:cubicBezTo>
                  <a:cubicBezTo>
                    <a:pt x="79221" y="33876"/>
                    <a:pt x="79137" y="34068"/>
                    <a:pt x="79048" y="34258"/>
                  </a:cubicBezTo>
                  <a:cubicBezTo>
                    <a:pt x="78959" y="34447"/>
                    <a:pt x="78864" y="34634"/>
                    <a:pt x="78763" y="34818"/>
                  </a:cubicBezTo>
                  <a:cubicBezTo>
                    <a:pt x="78662" y="35001"/>
                    <a:pt x="78556" y="35181"/>
                    <a:pt x="78443" y="35358"/>
                  </a:cubicBezTo>
                  <a:cubicBezTo>
                    <a:pt x="78331" y="35535"/>
                    <a:pt x="78213" y="35708"/>
                    <a:pt x="78090" y="35878"/>
                  </a:cubicBezTo>
                  <a:cubicBezTo>
                    <a:pt x="77967" y="36047"/>
                    <a:pt x="77839" y="36213"/>
                    <a:pt x="77705" y="36374"/>
                  </a:cubicBezTo>
                  <a:cubicBezTo>
                    <a:pt x="77572" y="36536"/>
                    <a:pt x="77433" y="36693"/>
                    <a:pt x="77290" y="36845"/>
                  </a:cubicBezTo>
                  <a:cubicBezTo>
                    <a:pt x="77146" y="36998"/>
                    <a:pt x="76998" y="37146"/>
                    <a:pt x="76845" y="37290"/>
                  </a:cubicBezTo>
                  <a:cubicBezTo>
                    <a:pt x="76693" y="37433"/>
                    <a:pt x="76536" y="37572"/>
                    <a:pt x="76374" y="37705"/>
                  </a:cubicBezTo>
                  <a:cubicBezTo>
                    <a:pt x="76213" y="37839"/>
                    <a:pt x="76047" y="37967"/>
                    <a:pt x="75878" y="38090"/>
                  </a:cubicBezTo>
                  <a:cubicBezTo>
                    <a:pt x="75708" y="38213"/>
                    <a:pt x="75535" y="38331"/>
                    <a:pt x="75358" y="38443"/>
                  </a:cubicBezTo>
                  <a:cubicBezTo>
                    <a:pt x="75181" y="38556"/>
                    <a:pt x="75001" y="38662"/>
                    <a:pt x="74818" y="38763"/>
                  </a:cubicBezTo>
                  <a:cubicBezTo>
                    <a:pt x="74634" y="38864"/>
                    <a:pt x="74447" y="38959"/>
                    <a:pt x="74258" y="39048"/>
                  </a:cubicBezTo>
                  <a:cubicBezTo>
                    <a:pt x="74068" y="39137"/>
                    <a:pt x="73876" y="39221"/>
                    <a:pt x="73681" y="39298"/>
                  </a:cubicBezTo>
                  <a:cubicBezTo>
                    <a:pt x="73486" y="39375"/>
                    <a:pt x="73289" y="39446"/>
                    <a:pt x="73090" y="39511"/>
                  </a:cubicBezTo>
                  <a:cubicBezTo>
                    <a:pt x="72891" y="39575"/>
                    <a:pt x="72690" y="39634"/>
                    <a:pt x="72487" y="39686"/>
                  </a:cubicBezTo>
                  <a:cubicBezTo>
                    <a:pt x="72284" y="39738"/>
                    <a:pt x="72080" y="39784"/>
                    <a:pt x="71874" y="39823"/>
                  </a:cubicBezTo>
                  <a:cubicBezTo>
                    <a:pt x="71668" y="39862"/>
                    <a:pt x="71461" y="39895"/>
                    <a:pt x="71253" y="39921"/>
                  </a:cubicBezTo>
                  <a:cubicBezTo>
                    <a:pt x="71046" y="39947"/>
                    <a:pt x="70837" y="39967"/>
                    <a:pt x="70628" y="39980"/>
                  </a:cubicBezTo>
                  <a:cubicBezTo>
                    <a:pt x="70419" y="39993"/>
                    <a:pt x="70209" y="40000"/>
                    <a:pt x="70000" y="40000"/>
                  </a:cubicBezTo>
                  <a:lnTo>
                    <a:pt x="10000" y="40000"/>
                  </a:lnTo>
                  <a:cubicBezTo>
                    <a:pt x="9791" y="40000"/>
                    <a:pt x="9581" y="39993"/>
                    <a:pt x="9372" y="39980"/>
                  </a:cubicBezTo>
                  <a:cubicBezTo>
                    <a:pt x="9163" y="39967"/>
                    <a:pt x="8954" y="39947"/>
                    <a:pt x="8747" y="39921"/>
                  </a:cubicBezTo>
                  <a:cubicBezTo>
                    <a:pt x="8539" y="39895"/>
                    <a:pt x="8332" y="39862"/>
                    <a:pt x="8126" y="39823"/>
                  </a:cubicBezTo>
                  <a:cubicBezTo>
                    <a:pt x="7920" y="39784"/>
                    <a:pt x="7716" y="39738"/>
                    <a:pt x="7513" y="39686"/>
                  </a:cubicBezTo>
                  <a:cubicBezTo>
                    <a:pt x="7310" y="39634"/>
                    <a:pt x="7109" y="39575"/>
                    <a:pt x="6910" y="39511"/>
                  </a:cubicBezTo>
                  <a:cubicBezTo>
                    <a:pt x="6711" y="39446"/>
                    <a:pt x="6514" y="39375"/>
                    <a:pt x="6319" y="39298"/>
                  </a:cubicBezTo>
                  <a:cubicBezTo>
                    <a:pt x="6124" y="39221"/>
                    <a:pt x="5932" y="39137"/>
                    <a:pt x="5742" y="39048"/>
                  </a:cubicBezTo>
                  <a:cubicBezTo>
                    <a:pt x="5553" y="38959"/>
                    <a:pt x="5366" y="38864"/>
                    <a:pt x="5182" y="38763"/>
                  </a:cubicBezTo>
                  <a:cubicBezTo>
                    <a:pt x="4999" y="38662"/>
                    <a:pt x="4819" y="38556"/>
                    <a:pt x="4642" y="38443"/>
                  </a:cubicBezTo>
                  <a:cubicBezTo>
                    <a:pt x="4465" y="38331"/>
                    <a:pt x="4292" y="38213"/>
                    <a:pt x="4122" y="38090"/>
                  </a:cubicBezTo>
                  <a:cubicBezTo>
                    <a:pt x="3953" y="37967"/>
                    <a:pt x="3787" y="37839"/>
                    <a:pt x="3626" y="37705"/>
                  </a:cubicBezTo>
                  <a:cubicBezTo>
                    <a:pt x="3464" y="37572"/>
                    <a:pt x="3307" y="37433"/>
                    <a:pt x="3155" y="37290"/>
                  </a:cubicBezTo>
                  <a:cubicBezTo>
                    <a:pt x="3002" y="37146"/>
                    <a:pt x="2854" y="36998"/>
                    <a:pt x="2710" y="36845"/>
                  </a:cubicBezTo>
                  <a:cubicBezTo>
                    <a:pt x="2567" y="36693"/>
                    <a:pt x="2428" y="36536"/>
                    <a:pt x="2295" y="36374"/>
                  </a:cubicBezTo>
                  <a:cubicBezTo>
                    <a:pt x="2161" y="36213"/>
                    <a:pt x="2033" y="36047"/>
                    <a:pt x="1910" y="35878"/>
                  </a:cubicBezTo>
                  <a:cubicBezTo>
                    <a:pt x="1787" y="35708"/>
                    <a:pt x="1669" y="35535"/>
                    <a:pt x="1557" y="35358"/>
                  </a:cubicBezTo>
                  <a:cubicBezTo>
                    <a:pt x="1444" y="35181"/>
                    <a:pt x="1338" y="35001"/>
                    <a:pt x="1237" y="34818"/>
                  </a:cubicBezTo>
                  <a:cubicBezTo>
                    <a:pt x="1136" y="34634"/>
                    <a:pt x="1041" y="34447"/>
                    <a:pt x="952" y="34258"/>
                  </a:cubicBezTo>
                  <a:cubicBezTo>
                    <a:pt x="863" y="34068"/>
                    <a:pt x="779" y="33876"/>
                    <a:pt x="702" y="33681"/>
                  </a:cubicBezTo>
                  <a:cubicBezTo>
                    <a:pt x="625" y="33486"/>
                    <a:pt x="554" y="33289"/>
                    <a:pt x="489" y="33090"/>
                  </a:cubicBezTo>
                  <a:cubicBezTo>
                    <a:pt x="425" y="32891"/>
                    <a:pt x="366" y="32690"/>
                    <a:pt x="314" y="32487"/>
                  </a:cubicBezTo>
                  <a:cubicBezTo>
                    <a:pt x="262" y="32284"/>
                    <a:pt x="216" y="32080"/>
                    <a:pt x="177" y="31874"/>
                  </a:cubicBezTo>
                  <a:cubicBezTo>
                    <a:pt x="138" y="31668"/>
                    <a:pt x="105" y="31461"/>
                    <a:pt x="79" y="31253"/>
                  </a:cubicBezTo>
                  <a:cubicBezTo>
                    <a:pt x="53" y="31046"/>
                    <a:pt x="33" y="30837"/>
                    <a:pt x="20" y="30628"/>
                  </a:cubicBezTo>
                  <a:cubicBezTo>
                    <a:pt x="7" y="30419"/>
                    <a:pt x="0" y="30209"/>
                    <a:pt x="0" y="3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0" name="probe-lucide-clipboard-list-part-2"/>
            <p:cNvSpPr/>
            <p:nvPr/>
          </p:nvSpPr>
          <p:spPr>
            <a:xfrm>
              <a:off x="40000" y="40000"/>
              <a:ext cx="160000" cy="180000"/>
            </a:xfrm>
            <a:custGeom>
              <a:avLst/>
              <a:gdLst/>
              <a:ahLst/>
              <a:cxnLst/>
              <a:rect l="0" t="0" r="r" b="b"/>
              <a:pathLst>
                <a:path w="160000" h="180000">
                  <a:moveTo>
                    <a:pt x="1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60000"/>
                  </a:lnTo>
                  <a:cubicBezTo>
                    <a:pt x="160000" y="160419"/>
                    <a:pt x="159987" y="160838"/>
                    <a:pt x="159961" y="161256"/>
                  </a:cubicBezTo>
                  <a:cubicBezTo>
                    <a:pt x="159934" y="161674"/>
                    <a:pt x="159895" y="162091"/>
                    <a:pt x="159842" y="162507"/>
                  </a:cubicBezTo>
                  <a:cubicBezTo>
                    <a:pt x="159790" y="162922"/>
                    <a:pt x="159724" y="163336"/>
                    <a:pt x="159646" y="163748"/>
                  </a:cubicBezTo>
                  <a:cubicBezTo>
                    <a:pt x="159567" y="164159"/>
                    <a:pt x="159476" y="164568"/>
                    <a:pt x="159372" y="164974"/>
                  </a:cubicBezTo>
                  <a:cubicBezTo>
                    <a:pt x="159267" y="165380"/>
                    <a:pt x="159151" y="165782"/>
                    <a:pt x="159021" y="166180"/>
                  </a:cubicBezTo>
                  <a:cubicBezTo>
                    <a:pt x="158892" y="166579"/>
                    <a:pt x="158750" y="166973"/>
                    <a:pt x="158596" y="167362"/>
                  </a:cubicBezTo>
                  <a:cubicBezTo>
                    <a:pt x="158441" y="167752"/>
                    <a:pt x="158275" y="168137"/>
                    <a:pt x="158097" y="168516"/>
                  </a:cubicBezTo>
                  <a:cubicBezTo>
                    <a:pt x="157918" y="168895"/>
                    <a:pt x="157728" y="169268"/>
                    <a:pt x="157526" y="169635"/>
                  </a:cubicBezTo>
                  <a:cubicBezTo>
                    <a:pt x="157324" y="170002"/>
                    <a:pt x="157111" y="170363"/>
                    <a:pt x="156887" y="170717"/>
                  </a:cubicBezTo>
                  <a:cubicBezTo>
                    <a:pt x="156662" y="171070"/>
                    <a:pt x="156427" y="171417"/>
                    <a:pt x="156180" y="171756"/>
                  </a:cubicBezTo>
                  <a:cubicBezTo>
                    <a:pt x="155934" y="172095"/>
                    <a:pt x="155677" y="172426"/>
                    <a:pt x="155410" y="172748"/>
                  </a:cubicBezTo>
                  <a:cubicBezTo>
                    <a:pt x="155143" y="173071"/>
                    <a:pt x="154866" y="173386"/>
                    <a:pt x="154579" y="173691"/>
                  </a:cubicBezTo>
                  <a:cubicBezTo>
                    <a:pt x="154293" y="173996"/>
                    <a:pt x="153996" y="174293"/>
                    <a:pt x="153691" y="174579"/>
                  </a:cubicBezTo>
                  <a:cubicBezTo>
                    <a:pt x="153386" y="174866"/>
                    <a:pt x="153071" y="175143"/>
                    <a:pt x="152748" y="175410"/>
                  </a:cubicBezTo>
                  <a:cubicBezTo>
                    <a:pt x="152426" y="175677"/>
                    <a:pt x="152095" y="175934"/>
                    <a:pt x="151756" y="176180"/>
                  </a:cubicBezTo>
                  <a:cubicBezTo>
                    <a:pt x="151417" y="176427"/>
                    <a:pt x="151070" y="176662"/>
                    <a:pt x="150717" y="176887"/>
                  </a:cubicBezTo>
                  <a:cubicBezTo>
                    <a:pt x="150363" y="177111"/>
                    <a:pt x="150002" y="177324"/>
                    <a:pt x="149635" y="177526"/>
                  </a:cubicBezTo>
                  <a:cubicBezTo>
                    <a:pt x="149268" y="177728"/>
                    <a:pt x="148895" y="177918"/>
                    <a:pt x="148516" y="178097"/>
                  </a:cubicBezTo>
                  <a:cubicBezTo>
                    <a:pt x="148137" y="178275"/>
                    <a:pt x="147752" y="178441"/>
                    <a:pt x="147362" y="178596"/>
                  </a:cubicBezTo>
                  <a:cubicBezTo>
                    <a:pt x="146973" y="178750"/>
                    <a:pt x="146579" y="178892"/>
                    <a:pt x="146180" y="179021"/>
                  </a:cubicBezTo>
                  <a:cubicBezTo>
                    <a:pt x="145782" y="179151"/>
                    <a:pt x="145380" y="179267"/>
                    <a:pt x="144974" y="179372"/>
                  </a:cubicBezTo>
                  <a:cubicBezTo>
                    <a:pt x="144568" y="179476"/>
                    <a:pt x="144159" y="179567"/>
                    <a:pt x="143748" y="179646"/>
                  </a:cubicBezTo>
                  <a:cubicBezTo>
                    <a:pt x="143336" y="179724"/>
                    <a:pt x="142922" y="179790"/>
                    <a:pt x="142507" y="179842"/>
                  </a:cubicBezTo>
                  <a:cubicBezTo>
                    <a:pt x="142091" y="179895"/>
                    <a:pt x="141674" y="179934"/>
                    <a:pt x="141256" y="179961"/>
                  </a:cubicBezTo>
                  <a:cubicBezTo>
                    <a:pt x="140838" y="179987"/>
                    <a:pt x="140419" y="180000"/>
                    <a:pt x="14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1" name="probe-lucide-clipboard-list-part-3"/>
            <p:cNvSpPr/>
            <p:nvPr/>
          </p:nvSpPr>
          <p:spPr>
            <a:xfrm>
              <a:off x="120000" y="11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2" name="probe-lucide-clipboard-list-part-4"/>
            <p:cNvSpPr/>
            <p:nvPr/>
          </p:nvSpPr>
          <p:spPr>
            <a:xfrm>
              <a:off x="120000" y="16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3" name="probe-lucide-clipboard-list-part-5"/>
            <p:cNvSpPr/>
            <p:nvPr/>
          </p:nvSpPr>
          <p:spPr>
            <a:xfrm>
              <a:off x="80000" y="11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4" name="probe-lucide-clipboard-list-part-6"/>
            <p:cNvSpPr/>
            <p:nvPr/>
          </p:nvSpPr>
          <p:spPr>
            <a:xfrm>
              <a:off x="80000" y="16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45" name="probe-lucide-clock" descr="clock — Cole Bemis; Lucide contributors; preserve the bundled full upstream license. Source: https://github.com/lucide-icons/lucide/blob/20aef31db93fe4d9f398dbb15b120d99c48eef95/icons/clock.svg; SVG SHA256: e9d3e3acf4d1c280fcf8092293439dc0a4756a908ceb859de144b12451cd1cb9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146" name="probe-lucide-clock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7" name="probe-lucide-clock-part-2"/>
            <p:cNvSpPr/>
            <p:nvPr/>
          </p:nvSpPr>
          <p:spPr>
            <a:xfrm>
              <a:off x="120000" y="60000"/>
              <a:ext cx="40000" cy="80000"/>
            </a:xfrm>
            <a:custGeom>
              <a:avLst/>
              <a:gdLst/>
              <a:ahLst/>
              <a:cxnLst/>
              <a:rect l="0" t="0" r="r" b="b"/>
              <a:pathLst>
                <a:path w="40000" h="80000">
                  <a:moveTo>
                    <a:pt x="0" y="0"/>
                  </a:moveTo>
                  <a:lnTo>
                    <a:pt x="0" y="60000"/>
                  </a:lnTo>
                  <a:lnTo>
                    <a:pt x="4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48" name="probe-lucide-clock-3" descr="clock-3 — Lucide Icons and Contributors; preserve the bundled full upstream license. Source: https://github.com/lucide-icons/lucide/blob/20aef31db93fe4d9f398dbb15b120d99c48eef95/icons/clock-3.svg; SVG SHA256: 0e097d0b66278965fb53bc14900575d95f5c21b9cca932028bbb33294b56c9e2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49" name="probe-lucide-clock-3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0" name="probe-lucide-clock-3-part-2"/>
            <p:cNvSpPr/>
            <p:nvPr/>
          </p:nvSpPr>
          <p:spPr>
            <a:xfrm>
              <a:off x="120000" y="60000"/>
              <a:ext cx="40000" cy="60000"/>
            </a:xfrm>
            <a:custGeom>
              <a:avLst/>
              <a:gdLst/>
              <a:ahLst/>
              <a:cxnLst/>
              <a:rect l="0" t="0" r="r" b="b"/>
              <a:pathLst>
                <a:path w="40000" h="60000">
                  <a:moveTo>
                    <a:pt x="0" y="0"/>
                  </a:moveTo>
                  <a:lnTo>
                    <a:pt x="0" y="60000"/>
                  </a:lnTo>
                  <a:lnTo>
                    <a:pt x="4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51" name="probe-lucide-hourglass" descr="hourglass — Lucide Icons and Contributors; preserve the bundled full upstream license. Source: https://github.com/lucide-icons/lucide/blob/20aef31db93fe4d9f398dbb15b120d99c48eef95/icons/hourglass.svg; SVG SHA256: 76475d4ca3299fa243ef83de602b78621487daad45ca54fea2e3718bfba5ef2c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52" name="probe-lucide-hourglass-part-1"/>
            <p:cNvSpPr/>
            <p:nvPr/>
          </p:nvSpPr>
          <p:spPr>
            <a:xfrm>
              <a:off x="50000" y="220000"/>
              <a:ext cx="140000" cy="10"/>
            </a:xfrm>
            <a:custGeom>
              <a:avLst/>
              <a:gdLst/>
              <a:ahLst/>
              <a:cxnLst/>
              <a:rect l="0" t="0" r="r" b="b"/>
              <a:pathLst>
                <a:path w="140000" h="10">
                  <a:moveTo>
                    <a:pt x="0" y="0"/>
                  </a:move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3" name="probe-lucide-hourglass-part-2"/>
            <p:cNvSpPr/>
            <p:nvPr/>
          </p:nvSpPr>
          <p:spPr>
            <a:xfrm>
              <a:off x="50000" y="20000"/>
              <a:ext cx="140000" cy="10"/>
            </a:xfrm>
            <a:custGeom>
              <a:avLst/>
              <a:gdLst/>
              <a:ahLst/>
              <a:cxnLst/>
              <a:rect l="0" t="0" r="r" b="b"/>
              <a:pathLst>
                <a:path w="140000" h="10">
                  <a:moveTo>
                    <a:pt x="0" y="0"/>
                  </a:move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4" name="probe-lucide-hourglass-part-3"/>
            <p:cNvSpPr/>
            <p:nvPr/>
          </p:nvSpPr>
          <p:spPr>
            <a:xfrm>
              <a:off x="70000" y="120000"/>
              <a:ext cx="100000" cy="100000"/>
            </a:xfrm>
            <a:custGeom>
              <a:avLst/>
              <a:gdLst/>
              <a:ahLst/>
              <a:cxnLst/>
              <a:rect l="0" t="0" r="r" b="b"/>
              <a:pathLst>
                <a:path w="100000" h="100000">
                  <a:moveTo>
                    <a:pt x="100000" y="100000"/>
                  </a:moveTo>
                  <a:lnTo>
                    <a:pt x="100000" y="58280"/>
                  </a:lnTo>
                  <a:cubicBezTo>
                    <a:pt x="100000" y="57877"/>
                    <a:pt x="99988" y="57475"/>
                    <a:pt x="99963" y="57073"/>
                  </a:cubicBezTo>
                  <a:cubicBezTo>
                    <a:pt x="99939" y="56671"/>
                    <a:pt x="99902" y="56269"/>
                    <a:pt x="99854" y="55869"/>
                  </a:cubicBezTo>
                  <a:cubicBezTo>
                    <a:pt x="99805" y="55470"/>
                    <a:pt x="99744" y="55071"/>
                    <a:pt x="99672" y="54675"/>
                  </a:cubicBezTo>
                  <a:cubicBezTo>
                    <a:pt x="99599" y="54279"/>
                    <a:pt x="99514" y="53885"/>
                    <a:pt x="99418" y="53494"/>
                  </a:cubicBezTo>
                  <a:cubicBezTo>
                    <a:pt x="99321" y="53103"/>
                    <a:pt x="99213" y="52715"/>
                    <a:pt x="99093" y="52331"/>
                  </a:cubicBezTo>
                  <a:cubicBezTo>
                    <a:pt x="98973" y="51946"/>
                    <a:pt x="98842" y="51565"/>
                    <a:pt x="98699" y="51189"/>
                  </a:cubicBezTo>
                  <a:cubicBezTo>
                    <a:pt x="98556" y="50812"/>
                    <a:pt x="98402" y="50440"/>
                    <a:pt x="98237" y="50073"/>
                  </a:cubicBezTo>
                  <a:cubicBezTo>
                    <a:pt x="98071" y="49705"/>
                    <a:pt x="97895" y="49343"/>
                    <a:pt x="97707" y="48987"/>
                  </a:cubicBezTo>
                  <a:cubicBezTo>
                    <a:pt x="97520" y="48630"/>
                    <a:pt x="97322" y="48279"/>
                    <a:pt x="97114" y="47935"/>
                  </a:cubicBezTo>
                  <a:cubicBezTo>
                    <a:pt x="96905" y="47590"/>
                    <a:pt x="96687" y="47252"/>
                    <a:pt x="96458" y="46920"/>
                  </a:cubicBezTo>
                  <a:cubicBezTo>
                    <a:pt x="96229" y="46589"/>
                    <a:pt x="95990" y="46264"/>
                    <a:pt x="95742" y="45947"/>
                  </a:cubicBezTo>
                  <a:cubicBezTo>
                    <a:pt x="95493" y="45630"/>
                    <a:pt x="95235" y="45321"/>
                    <a:pt x="94968" y="45019"/>
                  </a:cubicBezTo>
                  <a:cubicBezTo>
                    <a:pt x="94701" y="44718"/>
                    <a:pt x="94425" y="44425"/>
                    <a:pt x="94140" y="44140"/>
                  </a:cubicBezTo>
                  <a:lnTo>
                    <a:pt x="50000" y="0"/>
                  </a:lnTo>
                  <a:lnTo>
                    <a:pt x="5860" y="44140"/>
                  </a:lnTo>
                  <a:cubicBezTo>
                    <a:pt x="5575" y="44425"/>
                    <a:pt x="5299" y="44718"/>
                    <a:pt x="5032" y="45019"/>
                  </a:cubicBezTo>
                  <a:cubicBezTo>
                    <a:pt x="4765" y="45321"/>
                    <a:pt x="4507" y="45630"/>
                    <a:pt x="4258" y="45947"/>
                  </a:cubicBezTo>
                  <a:cubicBezTo>
                    <a:pt x="4010" y="46264"/>
                    <a:pt x="3771" y="46589"/>
                    <a:pt x="3542" y="46920"/>
                  </a:cubicBezTo>
                  <a:cubicBezTo>
                    <a:pt x="3313" y="47252"/>
                    <a:pt x="3095" y="47590"/>
                    <a:pt x="2886" y="47935"/>
                  </a:cubicBezTo>
                  <a:cubicBezTo>
                    <a:pt x="2678" y="48279"/>
                    <a:pt x="2480" y="48630"/>
                    <a:pt x="2293" y="48987"/>
                  </a:cubicBezTo>
                  <a:cubicBezTo>
                    <a:pt x="2105" y="49343"/>
                    <a:pt x="1929" y="49705"/>
                    <a:pt x="1763" y="50073"/>
                  </a:cubicBezTo>
                  <a:cubicBezTo>
                    <a:pt x="1598" y="50440"/>
                    <a:pt x="1444" y="50812"/>
                    <a:pt x="1301" y="51189"/>
                  </a:cubicBezTo>
                  <a:cubicBezTo>
                    <a:pt x="1158" y="51565"/>
                    <a:pt x="1027" y="51946"/>
                    <a:pt x="907" y="52331"/>
                  </a:cubicBezTo>
                  <a:cubicBezTo>
                    <a:pt x="787" y="52715"/>
                    <a:pt x="679" y="53103"/>
                    <a:pt x="582" y="53494"/>
                  </a:cubicBezTo>
                  <a:cubicBezTo>
                    <a:pt x="486" y="53885"/>
                    <a:pt x="401" y="54279"/>
                    <a:pt x="328" y="54675"/>
                  </a:cubicBezTo>
                  <a:cubicBezTo>
                    <a:pt x="256" y="55071"/>
                    <a:pt x="195" y="55470"/>
                    <a:pt x="146" y="55869"/>
                  </a:cubicBezTo>
                  <a:cubicBezTo>
                    <a:pt x="98" y="56269"/>
                    <a:pt x="61" y="56671"/>
                    <a:pt x="37" y="57073"/>
                  </a:cubicBezTo>
                  <a:cubicBezTo>
                    <a:pt x="12" y="57475"/>
                    <a:pt x="0" y="57877"/>
                    <a:pt x="0" y="58280"/>
                  </a:cubicBez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5" name="probe-lucide-hourglass-part-4"/>
            <p:cNvSpPr/>
            <p:nvPr/>
          </p:nvSpPr>
          <p:spPr>
            <a:xfrm>
              <a:off x="70000" y="20000"/>
              <a:ext cx="100000" cy="100000"/>
            </a:xfrm>
            <a:custGeom>
              <a:avLst/>
              <a:gdLst/>
              <a:ahLst/>
              <a:cxnLst/>
              <a:rect l="0" t="0" r="r" b="b"/>
              <a:pathLst>
                <a:path w="100000" h="100000">
                  <a:moveTo>
                    <a:pt x="0" y="0"/>
                  </a:moveTo>
                  <a:lnTo>
                    <a:pt x="0" y="41720"/>
                  </a:lnTo>
                  <a:cubicBezTo>
                    <a:pt x="0" y="42123"/>
                    <a:pt x="12" y="42525"/>
                    <a:pt x="37" y="42927"/>
                  </a:cubicBezTo>
                  <a:cubicBezTo>
                    <a:pt x="61" y="43329"/>
                    <a:pt x="98" y="43731"/>
                    <a:pt x="146" y="44131"/>
                  </a:cubicBezTo>
                  <a:cubicBezTo>
                    <a:pt x="195" y="44530"/>
                    <a:pt x="256" y="44929"/>
                    <a:pt x="328" y="45325"/>
                  </a:cubicBezTo>
                  <a:cubicBezTo>
                    <a:pt x="401" y="45721"/>
                    <a:pt x="486" y="46115"/>
                    <a:pt x="582" y="46506"/>
                  </a:cubicBezTo>
                  <a:cubicBezTo>
                    <a:pt x="679" y="46897"/>
                    <a:pt x="787" y="47285"/>
                    <a:pt x="907" y="47669"/>
                  </a:cubicBezTo>
                  <a:cubicBezTo>
                    <a:pt x="1027" y="48054"/>
                    <a:pt x="1158" y="48435"/>
                    <a:pt x="1301" y="48811"/>
                  </a:cubicBezTo>
                  <a:cubicBezTo>
                    <a:pt x="1444" y="49188"/>
                    <a:pt x="1598" y="49560"/>
                    <a:pt x="1763" y="49927"/>
                  </a:cubicBezTo>
                  <a:cubicBezTo>
                    <a:pt x="1929" y="50295"/>
                    <a:pt x="2105" y="50657"/>
                    <a:pt x="2293" y="51013"/>
                  </a:cubicBezTo>
                  <a:cubicBezTo>
                    <a:pt x="2480" y="51370"/>
                    <a:pt x="2678" y="51721"/>
                    <a:pt x="2886" y="52065"/>
                  </a:cubicBezTo>
                  <a:cubicBezTo>
                    <a:pt x="3095" y="52410"/>
                    <a:pt x="3313" y="52748"/>
                    <a:pt x="3542" y="53080"/>
                  </a:cubicBezTo>
                  <a:cubicBezTo>
                    <a:pt x="3771" y="53411"/>
                    <a:pt x="4010" y="53736"/>
                    <a:pt x="4258" y="54053"/>
                  </a:cubicBezTo>
                  <a:cubicBezTo>
                    <a:pt x="4507" y="54370"/>
                    <a:pt x="4765" y="54679"/>
                    <a:pt x="5032" y="54981"/>
                  </a:cubicBezTo>
                  <a:cubicBezTo>
                    <a:pt x="5299" y="55282"/>
                    <a:pt x="5575" y="55575"/>
                    <a:pt x="5860" y="55860"/>
                  </a:cubicBezTo>
                  <a:lnTo>
                    <a:pt x="50000" y="100000"/>
                  </a:lnTo>
                  <a:lnTo>
                    <a:pt x="94140" y="55860"/>
                  </a:lnTo>
                  <a:cubicBezTo>
                    <a:pt x="94425" y="55575"/>
                    <a:pt x="94701" y="55282"/>
                    <a:pt x="94968" y="54981"/>
                  </a:cubicBezTo>
                  <a:cubicBezTo>
                    <a:pt x="95235" y="54679"/>
                    <a:pt x="95493" y="54370"/>
                    <a:pt x="95742" y="54053"/>
                  </a:cubicBezTo>
                  <a:cubicBezTo>
                    <a:pt x="95990" y="53736"/>
                    <a:pt x="96229" y="53411"/>
                    <a:pt x="96458" y="53080"/>
                  </a:cubicBezTo>
                  <a:cubicBezTo>
                    <a:pt x="96687" y="52748"/>
                    <a:pt x="96905" y="52410"/>
                    <a:pt x="97114" y="52065"/>
                  </a:cubicBezTo>
                  <a:cubicBezTo>
                    <a:pt x="97322" y="51721"/>
                    <a:pt x="97520" y="51370"/>
                    <a:pt x="97707" y="51013"/>
                  </a:cubicBezTo>
                  <a:cubicBezTo>
                    <a:pt x="97895" y="50657"/>
                    <a:pt x="98071" y="50295"/>
                    <a:pt x="98237" y="49927"/>
                  </a:cubicBezTo>
                  <a:cubicBezTo>
                    <a:pt x="98402" y="49560"/>
                    <a:pt x="98556" y="49188"/>
                    <a:pt x="98699" y="48811"/>
                  </a:cubicBezTo>
                  <a:cubicBezTo>
                    <a:pt x="98842" y="48435"/>
                    <a:pt x="98973" y="48054"/>
                    <a:pt x="99093" y="47669"/>
                  </a:cubicBezTo>
                  <a:cubicBezTo>
                    <a:pt x="99213" y="47285"/>
                    <a:pt x="99321" y="46897"/>
                    <a:pt x="99418" y="46506"/>
                  </a:cubicBezTo>
                  <a:cubicBezTo>
                    <a:pt x="99514" y="46115"/>
                    <a:pt x="99599" y="45721"/>
                    <a:pt x="99672" y="45325"/>
                  </a:cubicBezTo>
                  <a:cubicBezTo>
                    <a:pt x="99744" y="44929"/>
                    <a:pt x="99805" y="44530"/>
                    <a:pt x="99854" y="44131"/>
                  </a:cubicBezTo>
                  <a:cubicBezTo>
                    <a:pt x="99902" y="43731"/>
                    <a:pt x="99939" y="43329"/>
                    <a:pt x="99963" y="42927"/>
                  </a:cubicBezTo>
                  <a:cubicBezTo>
                    <a:pt x="99988" y="42525"/>
                    <a:pt x="100000" y="42123"/>
                    <a:pt x="100000" y="41720"/>
                  </a:cubicBezTo>
                  <a:lnTo>
                    <a:pt x="1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56" name="probe-lucide-list-ordered" descr="list-ordered — Lucide Icons and Contributors; preserve the bundled full upstream license. Source: https://github.com/lucide-icons/lucide/blob/20aef31db93fe4d9f398dbb15b120d99c48eef95/icons/list-ordered.svg; SVG SHA256: df549e10677b86c9a9f07c0c696b40a4937019212e73bc982a4e8dae7c557d8f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57" name="probe-lucide-list-ordered-part-1"/>
            <p:cNvSpPr/>
            <p:nvPr/>
          </p:nvSpPr>
          <p:spPr>
            <a:xfrm>
              <a:off x="110000" y="50000"/>
              <a:ext cx="100000" cy="10"/>
            </a:xfrm>
            <a:custGeom>
              <a:avLst/>
              <a:gdLst/>
              <a:ahLst/>
              <a:cxnLst/>
              <a:rect l="0" t="0" r="r" b="b"/>
              <a:pathLst>
                <a:path w="100000" h="10">
                  <a:moveTo>
                    <a:pt x="0" y="0"/>
                  </a:moveTo>
                  <a:lnTo>
                    <a:pt x="1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8" name="probe-lucide-list-ordered-part-2"/>
            <p:cNvSpPr/>
            <p:nvPr/>
          </p:nvSpPr>
          <p:spPr>
            <a:xfrm>
              <a:off x="110000" y="120000"/>
              <a:ext cx="100000" cy="10"/>
            </a:xfrm>
            <a:custGeom>
              <a:avLst/>
              <a:gdLst/>
              <a:ahLst/>
              <a:cxnLst/>
              <a:rect l="0" t="0" r="r" b="b"/>
              <a:pathLst>
                <a:path w="100000" h="10">
                  <a:moveTo>
                    <a:pt x="0" y="0"/>
                  </a:moveTo>
                  <a:lnTo>
                    <a:pt x="1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9" name="probe-lucide-list-ordered-part-3"/>
            <p:cNvSpPr/>
            <p:nvPr/>
          </p:nvSpPr>
          <p:spPr>
            <a:xfrm>
              <a:off x="110000" y="190000"/>
              <a:ext cx="100000" cy="10"/>
            </a:xfrm>
            <a:custGeom>
              <a:avLst/>
              <a:gdLst/>
              <a:ahLst/>
              <a:cxnLst/>
              <a:rect l="0" t="0" r="r" b="b"/>
              <a:pathLst>
                <a:path w="100000" h="10">
                  <a:moveTo>
                    <a:pt x="0" y="0"/>
                  </a:moveTo>
                  <a:lnTo>
                    <a:pt x="1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0" name="probe-lucide-list-ordered-part-4"/>
            <p:cNvSpPr/>
            <p:nvPr/>
          </p:nvSpPr>
          <p:spPr>
            <a:xfrm>
              <a:off x="40000" y="40000"/>
              <a:ext cx="10000" cy="50000"/>
            </a:xfrm>
            <a:custGeom>
              <a:avLst/>
              <a:gdLst/>
              <a:ahLst/>
              <a:cxnLst/>
              <a:rect l="0" t="0" r="r" b="b"/>
              <a:pathLst>
                <a:path w="10000" h="50000">
                  <a:moveTo>
                    <a:pt x="0" y="0"/>
                  </a:moveTo>
                  <a:lnTo>
                    <a:pt x="10000" y="0"/>
                  </a:lnTo>
                  <a:lnTo>
                    <a:pt x="1000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1" name="probe-lucide-list-ordered-part-5"/>
            <p:cNvSpPr/>
            <p:nvPr/>
          </p:nvSpPr>
          <p:spPr>
            <a:xfrm>
              <a:off x="40000" y="9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0" y="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2" name="probe-lucide-list-ordered-part-6"/>
            <p:cNvSpPr/>
            <p:nvPr/>
          </p:nvSpPr>
          <p:spPr>
            <a:xfrm>
              <a:off x="34000" y="149998"/>
              <a:ext cx="31000" cy="50002"/>
            </a:xfrm>
            <a:custGeom>
              <a:avLst/>
              <a:gdLst/>
              <a:ahLst/>
              <a:cxnLst/>
              <a:rect l="0" t="0" r="r" b="b"/>
              <a:pathLst>
                <a:path w="31000" h="50002">
                  <a:moveTo>
                    <a:pt x="31000" y="50002"/>
                  </a:moveTo>
                  <a:lnTo>
                    <a:pt x="0" y="50002"/>
                  </a:lnTo>
                  <a:cubicBezTo>
                    <a:pt x="0" y="40002"/>
                    <a:pt x="26000" y="30752"/>
                    <a:pt x="26000" y="15002"/>
                  </a:cubicBezTo>
                  <a:cubicBezTo>
                    <a:pt x="26000" y="14695"/>
                    <a:pt x="25991" y="14388"/>
                    <a:pt x="25972" y="14082"/>
                  </a:cubicBezTo>
                  <a:cubicBezTo>
                    <a:pt x="25953" y="13775"/>
                    <a:pt x="25925" y="13470"/>
                    <a:pt x="25887" y="13165"/>
                  </a:cubicBezTo>
                  <a:cubicBezTo>
                    <a:pt x="25850" y="12860"/>
                    <a:pt x="25803" y="12557"/>
                    <a:pt x="25747" y="12255"/>
                  </a:cubicBezTo>
                  <a:cubicBezTo>
                    <a:pt x="25691" y="11953"/>
                    <a:pt x="25625" y="11653"/>
                    <a:pt x="25551" y="11356"/>
                  </a:cubicBezTo>
                  <a:cubicBezTo>
                    <a:pt x="25476" y="11058"/>
                    <a:pt x="25392" y="10762"/>
                    <a:pt x="25300" y="10470"/>
                  </a:cubicBezTo>
                  <a:cubicBezTo>
                    <a:pt x="25207" y="10177"/>
                    <a:pt x="25105" y="9887"/>
                    <a:pt x="24995" y="9601"/>
                  </a:cubicBezTo>
                  <a:cubicBezTo>
                    <a:pt x="24884" y="9315"/>
                    <a:pt x="24765" y="9032"/>
                    <a:pt x="24637" y="8753"/>
                  </a:cubicBezTo>
                  <a:cubicBezTo>
                    <a:pt x="24509" y="8474"/>
                    <a:pt x="24373" y="8198"/>
                    <a:pt x="24228" y="7928"/>
                  </a:cubicBezTo>
                  <a:cubicBezTo>
                    <a:pt x="24083" y="7657"/>
                    <a:pt x="23930" y="7391"/>
                    <a:pt x="23769" y="7129"/>
                  </a:cubicBezTo>
                  <a:cubicBezTo>
                    <a:pt x="23608" y="6868"/>
                    <a:pt x="23439" y="6612"/>
                    <a:pt x="23262" y="6361"/>
                  </a:cubicBezTo>
                  <a:cubicBezTo>
                    <a:pt x="23086" y="6110"/>
                    <a:pt x="22901" y="5865"/>
                    <a:pt x="22709" y="5625"/>
                  </a:cubicBezTo>
                  <a:cubicBezTo>
                    <a:pt x="22517" y="5385"/>
                    <a:pt x="22318" y="5152"/>
                    <a:pt x="22112" y="4924"/>
                  </a:cubicBezTo>
                  <a:cubicBezTo>
                    <a:pt x="21906" y="4697"/>
                    <a:pt x="21693" y="4476"/>
                    <a:pt x="21473" y="4261"/>
                  </a:cubicBezTo>
                  <a:cubicBezTo>
                    <a:pt x="21253" y="4047"/>
                    <a:pt x="21027" y="3840"/>
                    <a:pt x="20794" y="3639"/>
                  </a:cubicBezTo>
                  <a:cubicBezTo>
                    <a:pt x="20562" y="3439"/>
                    <a:pt x="20323" y="3245"/>
                    <a:pt x="20079" y="3060"/>
                  </a:cubicBezTo>
                  <a:cubicBezTo>
                    <a:pt x="19835" y="2874"/>
                    <a:pt x="19585" y="2696"/>
                    <a:pt x="19329" y="2525"/>
                  </a:cubicBezTo>
                  <a:cubicBezTo>
                    <a:pt x="19074" y="2355"/>
                    <a:pt x="18814" y="2192"/>
                    <a:pt x="18548" y="2038"/>
                  </a:cubicBezTo>
                  <a:cubicBezTo>
                    <a:pt x="18283" y="1883"/>
                    <a:pt x="18013" y="1737"/>
                    <a:pt x="17739" y="1599"/>
                  </a:cubicBezTo>
                  <a:cubicBezTo>
                    <a:pt x="17465" y="1461"/>
                    <a:pt x="17186" y="1332"/>
                    <a:pt x="16904" y="1211"/>
                  </a:cubicBezTo>
                  <a:cubicBezTo>
                    <a:pt x="16622" y="1090"/>
                    <a:pt x="16336" y="978"/>
                    <a:pt x="16047" y="875"/>
                  </a:cubicBezTo>
                  <a:cubicBezTo>
                    <a:pt x="15758" y="771"/>
                    <a:pt x="15466" y="677"/>
                    <a:pt x="15171" y="592"/>
                  </a:cubicBezTo>
                  <a:cubicBezTo>
                    <a:pt x="14876" y="506"/>
                    <a:pt x="14579" y="430"/>
                    <a:pt x="14279" y="363"/>
                  </a:cubicBezTo>
                  <a:cubicBezTo>
                    <a:pt x="13980" y="296"/>
                    <a:pt x="13678" y="238"/>
                    <a:pt x="13375" y="189"/>
                  </a:cubicBezTo>
                  <a:cubicBezTo>
                    <a:pt x="13072" y="141"/>
                    <a:pt x="12767" y="101"/>
                    <a:pt x="12462" y="71"/>
                  </a:cubicBezTo>
                  <a:cubicBezTo>
                    <a:pt x="12156" y="41"/>
                    <a:pt x="11850" y="21"/>
                    <a:pt x="11543" y="10"/>
                  </a:cubicBezTo>
                  <a:cubicBezTo>
                    <a:pt x="11236" y="-1"/>
                    <a:pt x="10929" y="-3"/>
                    <a:pt x="10623" y="5"/>
                  </a:cubicBezTo>
                  <a:cubicBezTo>
                    <a:pt x="10316" y="12"/>
                    <a:pt x="10009" y="30"/>
                    <a:pt x="9703" y="56"/>
                  </a:cubicBezTo>
                  <a:cubicBezTo>
                    <a:pt x="9397" y="83"/>
                    <a:pt x="9093" y="119"/>
                    <a:pt x="8789" y="164"/>
                  </a:cubicBezTo>
                  <a:cubicBezTo>
                    <a:pt x="8485" y="209"/>
                    <a:pt x="8183" y="264"/>
                    <a:pt x="7883" y="327"/>
                  </a:cubicBezTo>
                  <a:cubicBezTo>
                    <a:pt x="7583" y="391"/>
                    <a:pt x="7284" y="464"/>
                    <a:pt x="6989" y="546"/>
                  </a:cubicBezTo>
                  <a:cubicBezTo>
                    <a:pt x="6693" y="628"/>
                    <a:pt x="6400" y="720"/>
                    <a:pt x="6109" y="820"/>
                  </a:cubicBezTo>
                  <a:cubicBezTo>
                    <a:pt x="5819" y="920"/>
                    <a:pt x="5532" y="1029"/>
                    <a:pt x="5249" y="1146"/>
                  </a:cubicBezTo>
                  <a:cubicBezTo>
                    <a:pt x="4965" y="1264"/>
                    <a:pt x="4685" y="1390"/>
                    <a:pt x="4410" y="1525"/>
                  </a:cubicBezTo>
                  <a:cubicBezTo>
                    <a:pt x="4134" y="1660"/>
                    <a:pt x="3862" y="1803"/>
                    <a:pt x="3595" y="1955"/>
                  </a:cubicBezTo>
                  <a:cubicBezTo>
                    <a:pt x="3328" y="2107"/>
                    <a:pt x="3066" y="2266"/>
                    <a:pt x="2809" y="2434"/>
                  </a:cubicBezTo>
                  <a:cubicBezTo>
                    <a:pt x="2552" y="2601"/>
                    <a:pt x="2300" y="2777"/>
                    <a:pt x="2054" y="2960"/>
                  </a:cubicBezTo>
                  <a:cubicBezTo>
                    <a:pt x="1807" y="3143"/>
                    <a:pt x="1566" y="3334"/>
                    <a:pt x="1332" y="3532"/>
                  </a:cubicBezTo>
                  <a:cubicBezTo>
                    <a:pt x="1097" y="3729"/>
                    <a:pt x="868" y="3934"/>
                    <a:pt x="646" y="4146"/>
                  </a:cubicBezTo>
                  <a:cubicBezTo>
                    <a:pt x="424" y="4358"/>
                    <a:pt x="209" y="4577"/>
                    <a:pt x="0" y="4802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63" name="probe-lucide-list-todo" descr="list-todo — Lucide Icons and Contributors; preserve the bundled full upstream license. Source: https://github.com/lucide-icons/lucide/blob/20aef31db93fe4d9f398dbb15b120d99c48eef95/icons/list-todo.svg; SVG SHA256: 8620dcb86d9d27e0eeebc627b6a0f995ff3bb0264fd3c12ad003401981771848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64" name="probe-lucide-list-todo-part-1"/>
            <p:cNvSpPr/>
            <p:nvPr/>
          </p:nvSpPr>
          <p:spPr>
            <a:xfrm>
              <a:off x="130000" y="5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5" name="probe-lucide-list-todo-part-2"/>
            <p:cNvSpPr/>
            <p:nvPr/>
          </p:nvSpPr>
          <p:spPr>
            <a:xfrm>
              <a:off x="130000" y="12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6" name="probe-lucide-list-todo-part-3"/>
            <p:cNvSpPr/>
            <p:nvPr/>
          </p:nvSpPr>
          <p:spPr>
            <a:xfrm>
              <a:off x="130000" y="19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7" name="probe-lucide-list-todo-part-4"/>
            <p:cNvSpPr/>
            <p:nvPr/>
          </p:nvSpPr>
          <p:spPr>
            <a:xfrm>
              <a:off x="30000" y="15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8" name="probe-lucide-list-todo-part-5"/>
            <p:cNvSpPr/>
            <p:nvPr/>
          </p:nvSpPr>
          <p:spPr>
            <a:xfrm>
              <a:off x="30000" y="4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lucide/timer-reset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tabler/calendar-event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tabler/clipboard-list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lucide/arrow-left-right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lucide/arrow-right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lucide/combine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lucide/git-branch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lucide/milestone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lucide/refresh-cw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lucide/repeat-2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lucide/shuffle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lucide/target</a:t>
            </a:r>
          </a:p>
        </p:txBody>
      </p:sp>
      <p:grpSp>
        <p:nvGrpSpPr>
          <p:cNvPr id="23" name="probe-lucide-timer-reset" descr="timer-reset — Lucide Icons and Contributors; preserve the bundled full upstream license. Source: https://github.com/lucide-icons/lucide/blob/20aef31db93fe4d9f398dbb15b120d99c48eef95/icons/timer-reset.svg; SVG SHA256: 274550fe1c1d141d2af88c614f94501c898e8d1b24deeba143dfb48bbc99f1f8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timer-reset-part-1"/>
            <p:cNvSpPr/>
            <p:nvPr/>
          </p:nvSpPr>
          <p:spPr>
            <a:xfrm>
              <a:off x="100000" y="2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timer-reset-part-2"/>
            <p:cNvSpPr/>
            <p:nvPr/>
          </p:nvSpPr>
          <p:spPr>
            <a:xfrm>
              <a:off x="12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timer-reset-part-3"/>
            <p:cNvSpPr/>
            <p:nvPr/>
          </p:nvSpPr>
          <p:spPr>
            <a:xfrm>
              <a:off x="40000" y="59998"/>
              <a:ext cx="159915" cy="160002"/>
            </a:xfrm>
            <a:custGeom>
              <a:avLst/>
              <a:gdLst/>
              <a:ahLst/>
              <a:cxnLst/>
              <a:rect l="0" t="0" r="r" b="b"/>
              <a:pathLst>
                <a:path w="159915" h="160002">
                  <a:moveTo>
                    <a:pt x="0" y="70002"/>
                  </a:moveTo>
                  <a:cubicBezTo>
                    <a:pt x="202" y="68400"/>
                    <a:pt x="452" y="66804"/>
                    <a:pt x="751" y="65217"/>
                  </a:cubicBezTo>
                  <a:cubicBezTo>
                    <a:pt x="1049" y="63630"/>
                    <a:pt x="1395" y="62052"/>
                    <a:pt x="1789" y="60486"/>
                  </a:cubicBezTo>
                  <a:cubicBezTo>
                    <a:pt x="2183" y="58920"/>
                    <a:pt x="2624" y="57366"/>
                    <a:pt x="3112" y="55827"/>
                  </a:cubicBezTo>
                  <a:cubicBezTo>
                    <a:pt x="3600" y="54287"/>
                    <a:pt x="4135" y="52763"/>
                    <a:pt x="4715" y="51256"/>
                  </a:cubicBezTo>
                  <a:cubicBezTo>
                    <a:pt x="5295" y="49749"/>
                    <a:pt x="5921" y="48260"/>
                    <a:pt x="6592" y="46790"/>
                  </a:cubicBezTo>
                  <a:cubicBezTo>
                    <a:pt x="7262" y="45321"/>
                    <a:pt x="7977" y="43873"/>
                    <a:pt x="8735" y="42447"/>
                  </a:cubicBezTo>
                  <a:cubicBezTo>
                    <a:pt x="9493" y="41021"/>
                    <a:pt x="10294" y="39618"/>
                    <a:pt x="11137" y="38240"/>
                  </a:cubicBezTo>
                  <a:cubicBezTo>
                    <a:pt x="11980" y="36863"/>
                    <a:pt x="12864" y="35511"/>
                    <a:pt x="13789" y="34187"/>
                  </a:cubicBezTo>
                  <a:cubicBezTo>
                    <a:pt x="14714" y="32864"/>
                    <a:pt x="15679" y="31568"/>
                    <a:pt x="16682" y="30302"/>
                  </a:cubicBezTo>
                  <a:cubicBezTo>
                    <a:pt x="17685" y="29037"/>
                    <a:pt x="18727" y="27802"/>
                    <a:pt x="19805" y="26599"/>
                  </a:cubicBezTo>
                  <a:cubicBezTo>
                    <a:pt x="20883" y="25397"/>
                    <a:pt x="21997" y="24227"/>
                    <a:pt x="23145" y="23092"/>
                  </a:cubicBezTo>
                  <a:cubicBezTo>
                    <a:pt x="24294" y="21957"/>
                    <a:pt x="25477" y="20857"/>
                    <a:pt x="26692" y="19794"/>
                  </a:cubicBezTo>
                  <a:cubicBezTo>
                    <a:pt x="27908" y="18730"/>
                    <a:pt x="29155" y="17704"/>
                    <a:pt x="30433" y="16716"/>
                  </a:cubicBezTo>
                  <a:cubicBezTo>
                    <a:pt x="31710" y="15728"/>
                    <a:pt x="33017" y="14779"/>
                    <a:pt x="34352" y="13870"/>
                  </a:cubicBezTo>
                  <a:cubicBezTo>
                    <a:pt x="35687" y="12961"/>
                    <a:pt x="37049" y="12093"/>
                    <a:pt x="38437" y="11267"/>
                  </a:cubicBezTo>
                  <a:cubicBezTo>
                    <a:pt x="39824" y="10441"/>
                    <a:pt x="41237" y="9656"/>
                    <a:pt x="42672" y="8915"/>
                  </a:cubicBezTo>
                  <a:cubicBezTo>
                    <a:pt x="44106" y="8175"/>
                    <a:pt x="45564" y="7477"/>
                    <a:pt x="47041" y="6825"/>
                  </a:cubicBezTo>
                  <a:cubicBezTo>
                    <a:pt x="48518" y="6172"/>
                    <a:pt x="50015" y="5564"/>
                    <a:pt x="51528" y="5002"/>
                  </a:cubicBezTo>
                  <a:cubicBezTo>
                    <a:pt x="53042" y="4440"/>
                    <a:pt x="54573" y="3924"/>
                    <a:pt x="56118" y="3454"/>
                  </a:cubicBezTo>
                  <a:cubicBezTo>
                    <a:pt x="57664" y="2985"/>
                    <a:pt x="59223" y="2562"/>
                    <a:pt x="60793" y="2187"/>
                  </a:cubicBezTo>
                  <a:cubicBezTo>
                    <a:pt x="62364" y="1812"/>
                    <a:pt x="63946" y="1485"/>
                    <a:pt x="65537" y="1206"/>
                  </a:cubicBezTo>
                  <a:cubicBezTo>
                    <a:pt x="67127" y="926"/>
                    <a:pt x="68726" y="695"/>
                    <a:pt x="70330" y="513"/>
                  </a:cubicBezTo>
                  <a:cubicBezTo>
                    <a:pt x="71935" y="330"/>
                    <a:pt x="73545" y="196"/>
                    <a:pt x="75157" y="111"/>
                  </a:cubicBezTo>
                  <a:cubicBezTo>
                    <a:pt x="76770" y="26"/>
                    <a:pt x="78385" y="-10"/>
                    <a:pt x="80000" y="2"/>
                  </a:cubicBezTo>
                  <a:cubicBezTo>
                    <a:pt x="81662" y="4"/>
                    <a:pt x="83323" y="58"/>
                    <a:pt x="84981" y="163"/>
                  </a:cubicBezTo>
                  <a:cubicBezTo>
                    <a:pt x="86640" y="268"/>
                    <a:pt x="88295" y="425"/>
                    <a:pt x="89943" y="633"/>
                  </a:cubicBezTo>
                  <a:cubicBezTo>
                    <a:pt x="91592" y="842"/>
                    <a:pt x="93234" y="1101"/>
                    <a:pt x="94866" y="1412"/>
                  </a:cubicBezTo>
                  <a:cubicBezTo>
                    <a:pt x="96499" y="1723"/>
                    <a:pt x="98121" y="2084"/>
                    <a:pt x="99731" y="2495"/>
                  </a:cubicBezTo>
                  <a:cubicBezTo>
                    <a:pt x="101341" y="2907"/>
                    <a:pt x="102938" y="3369"/>
                    <a:pt x="104519" y="3880"/>
                  </a:cubicBezTo>
                  <a:cubicBezTo>
                    <a:pt x="106100" y="4391"/>
                    <a:pt x="107665" y="4951"/>
                    <a:pt x="109211" y="5560"/>
                  </a:cubicBezTo>
                  <a:cubicBezTo>
                    <a:pt x="110758" y="6168"/>
                    <a:pt x="112285" y="6825"/>
                    <a:pt x="113790" y="7528"/>
                  </a:cubicBezTo>
                  <a:cubicBezTo>
                    <a:pt x="115295" y="8232"/>
                    <a:pt x="116779" y="8982"/>
                    <a:pt x="118237" y="9778"/>
                  </a:cubicBezTo>
                  <a:cubicBezTo>
                    <a:pt x="119696" y="10575"/>
                    <a:pt x="121130" y="11416"/>
                    <a:pt x="122536" y="12301"/>
                  </a:cubicBezTo>
                  <a:cubicBezTo>
                    <a:pt x="123942" y="13186"/>
                    <a:pt x="125320" y="14115"/>
                    <a:pt x="126669" y="15087"/>
                  </a:cubicBezTo>
                  <a:cubicBezTo>
                    <a:pt x="128017" y="16058"/>
                    <a:pt x="129335" y="17071"/>
                    <a:pt x="130620" y="18124"/>
                  </a:cubicBezTo>
                  <a:cubicBezTo>
                    <a:pt x="131906" y="19177"/>
                    <a:pt x="133158" y="20270"/>
                    <a:pt x="134375" y="21401"/>
                  </a:cubicBezTo>
                  <a:cubicBezTo>
                    <a:pt x="135593" y="22533"/>
                    <a:pt x="136774" y="23702"/>
                    <a:pt x="137919" y="24906"/>
                  </a:cubicBezTo>
                  <a:cubicBezTo>
                    <a:pt x="139063" y="26111"/>
                    <a:pt x="140170" y="27351"/>
                    <a:pt x="141237" y="28625"/>
                  </a:cubicBezTo>
                  <a:cubicBezTo>
                    <a:pt x="142304" y="29899"/>
                    <a:pt x="143331" y="31206"/>
                    <a:pt x="144317" y="32544"/>
                  </a:cubicBezTo>
                  <a:cubicBezTo>
                    <a:pt x="145303" y="33881"/>
                    <a:pt x="146247" y="35249"/>
                    <a:pt x="147148" y="36646"/>
                  </a:cubicBezTo>
                  <a:cubicBezTo>
                    <a:pt x="148048" y="38043"/>
                    <a:pt x="148905" y="39467"/>
                    <a:pt x="149717" y="40917"/>
                  </a:cubicBezTo>
                  <a:cubicBezTo>
                    <a:pt x="150529" y="42367"/>
                    <a:pt x="151295" y="43841"/>
                    <a:pt x="152015" y="45339"/>
                  </a:cubicBezTo>
                  <a:cubicBezTo>
                    <a:pt x="152735" y="46837"/>
                    <a:pt x="153409" y="48357"/>
                    <a:pt x="154034" y="49896"/>
                  </a:cubicBezTo>
                  <a:cubicBezTo>
                    <a:pt x="154659" y="51436"/>
                    <a:pt x="155236" y="52994"/>
                    <a:pt x="155765" y="54570"/>
                  </a:cubicBezTo>
                  <a:cubicBezTo>
                    <a:pt x="156293" y="56146"/>
                    <a:pt x="156772" y="57737"/>
                    <a:pt x="157201" y="59343"/>
                  </a:cubicBezTo>
                  <a:cubicBezTo>
                    <a:pt x="157630" y="60948"/>
                    <a:pt x="158009" y="62566"/>
                    <a:pt x="158338" y="64195"/>
                  </a:cubicBezTo>
                  <a:cubicBezTo>
                    <a:pt x="158666" y="65824"/>
                    <a:pt x="158944" y="67463"/>
                    <a:pt x="159170" y="69109"/>
                  </a:cubicBezTo>
                  <a:cubicBezTo>
                    <a:pt x="159396" y="70756"/>
                    <a:pt x="159571" y="72409"/>
                    <a:pt x="159694" y="74066"/>
                  </a:cubicBezTo>
                  <a:cubicBezTo>
                    <a:pt x="159818" y="75723"/>
                    <a:pt x="159889" y="77384"/>
                    <a:pt x="159909" y="79045"/>
                  </a:cubicBezTo>
                  <a:cubicBezTo>
                    <a:pt x="159929" y="80707"/>
                    <a:pt x="159897" y="82369"/>
                    <a:pt x="159814" y="84028"/>
                  </a:cubicBezTo>
                  <a:cubicBezTo>
                    <a:pt x="159730" y="85688"/>
                    <a:pt x="159595" y="87345"/>
                    <a:pt x="159408" y="88996"/>
                  </a:cubicBezTo>
                  <a:cubicBezTo>
                    <a:pt x="159221" y="90647"/>
                    <a:pt x="158983" y="92292"/>
                    <a:pt x="158694" y="93928"/>
                  </a:cubicBezTo>
                  <a:cubicBezTo>
                    <a:pt x="158404" y="95565"/>
                    <a:pt x="158064" y="97192"/>
                    <a:pt x="157674" y="98807"/>
                  </a:cubicBezTo>
                  <a:cubicBezTo>
                    <a:pt x="157283" y="100422"/>
                    <a:pt x="156842" y="102025"/>
                    <a:pt x="156352" y="103612"/>
                  </a:cubicBezTo>
                  <a:cubicBezTo>
                    <a:pt x="155861" y="105200"/>
                    <a:pt x="155321" y="106772"/>
                    <a:pt x="154733" y="108326"/>
                  </a:cubicBezTo>
                  <a:cubicBezTo>
                    <a:pt x="154145" y="109881"/>
                    <a:pt x="153508" y="111416"/>
                    <a:pt x="152824" y="112930"/>
                  </a:cubicBezTo>
                  <a:cubicBezTo>
                    <a:pt x="152140" y="114445"/>
                    <a:pt x="151409" y="115938"/>
                    <a:pt x="150632" y="117407"/>
                  </a:cubicBezTo>
                  <a:cubicBezTo>
                    <a:pt x="149855" y="118876"/>
                    <a:pt x="149033" y="120320"/>
                    <a:pt x="148166" y="121738"/>
                  </a:cubicBezTo>
                  <a:cubicBezTo>
                    <a:pt x="147299" y="123155"/>
                    <a:pt x="146388" y="124546"/>
                    <a:pt x="145434" y="125907"/>
                  </a:cubicBezTo>
                  <a:cubicBezTo>
                    <a:pt x="144481" y="127268"/>
                    <a:pt x="143485" y="128598"/>
                    <a:pt x="142449" y="129897"/>
                  </a:cubicBezTo>
                  <a:cubicBezTo>
                    <a:pt x="141412" y="131196"/>
                    <a:pt x="140336" y="132463"/>
                    <a:pt x="139221" y="133695"/>
                  </a:cubicBezTo>
                  <a:cubicBezTo>
                    <a:pt x="138105" y="134926"/>
                    <a:pt x="136952" y="136123"/>
                    <a:pt x="135762" y="137283"/>
                  </a:cubicBezTo>
                  <a:cubicBezTo>
                    <a:pt x="134572" y="138443"/>
                    <a:pt x="133346" y="139566"/>
                    <a:pt x="132087" y="140650"/>
                  </a:cubicBezTo>
                  <a:cubicBezTo>
                    <a:pt x="130827" y="141734"/>
                    <a:pt x="129534" y="142778"/>
                    <a:pt x="128209" y="143781"/>
                  </a:cubicBezTo>
                  <a:cubicBezTo>
                    <a:pt x="126884" y="144784"/>
                    <a:pt x="125528" y="145746"/>
                    <a:pt x="124144" y="146664"/>
                  </a:cubicBezTo>
                  <a:cubicBezTo>
                    <a:pt x="122759" y="147583"/>
                    <a:pt x="121346" y="148458"/>
                    <a:pt x="119907" y="149289"/>
                  </a:cubicBezTo>
                  <a:cubicBezTo>
                    <a:pt x="118468" y="150120"/>
                    <a:pt x="117003" y="150906"/>
                    <a:pt x="115515" y="151645"/>
                  </a:cubicBezTo>
                  <a:cubicBezTo>
                    <a:pt x="114027" y="152384"/>
                    <a:pt x="112516" y="153077"/>
                    <a:pt x="110984" y="153723"/>
                  </a:cubicBezTo>
                  <a:cubicBezTo>
                    <a:pt x="109453" y="154368"/>
                    <a:pt x="107902" y="154966"/>
                    <a:pt x="106333" y="155514"/>
                  </a:cubicBezTo>
                  <a:cubicBezTo>
                    <a:pt x="104765" y="156063"/>
                    <a:pt x="103180" y="156563"/>
                    <a:pt x="101580" y="157013"/>
                  </a:cubicBezTo>
                  <a:cubicBezTo>
                    <a:pt x="99980" y="157463"/>
                    <a:pt x="98367" y="157863"/>
                    <a:pt x="96743" y="158213"/>
                  </a:cubicBezTo>
                  <a:cubicBezTo>
                    <a:pt x="95118" y="158562"/>
                    <a:pt x="93483" y="158861"/>
                    <a:pt x="91840" y="159109"/>
                  </a:cubicBezTo>
                  <a:cubicBezTo>
                    <a:pt x="90196" y="159356"/>
                    <a:pt x="88546" y="159553"/>
                    <a:pt x="86891" y="159698"/>
                  </a:cubicBezTo>
                  <a:cubicBezTo>
                    <a:pt x="85235" y="159843"/>
                    <a:pt x="83576" y="159936"/>
                    <a:pt x="81914" y="159977"/>
                  </a:cubicBezTo>
                  <a:cubicBezTo>
                    <a:pt x="80253" y="160019"/>
                    <a:pt x="78591" y="160009"/>
                    <a:pt x="76930" y="159947"/>
                  </a:cubicBezTo>
                  <a:cubicBezTo>
                    <a:pt x="75270" y="159885"/>
                    <a:pt x="73612" y="159771"/>
                    <a:pt x="71958" y="159606"/>
                  </a:cubicBezTo>
                  <a:cubicBezTo>
                    <a:pt x="70305" y="159440"/>
                    <a:pt x="68657" y="159224"/>
                    <a:pt x="67017" y="158956"/>
                  </a:cubicBezTo>
                  <a:cubicBezTo>
                    <a:pt x="65377" y="158688"/>
                    <a:pt x="63745" y="158369"/>
                    <a:pt x="62125" y="157999"/>
                  </a:cubicBezTo>
                  <a:cubicBezTo>
                    <a:pt x="60505" y="157630"/>
                    <a:pt x="58897" y="157210"/>
                    <a:pt x="57303" y="156740"/>
                  </a:cubicBezTo>
                  <a:cubicBezTo>
                    <a:pt x="55709" y="156270"/>
                    <a:pt x="54130" y="155751"/>
                    <a:pt x="52568" y="155183"/>
                  </a:cubicBezTo>
                  <a:cubicBezTo>
                    <a:pt x="51006" y="154615"/>
                    <a:pt x="49463" y="153999"/>
                    <a:pt x="47940" y="153334"/>
                  </a:cubicBezTo>
                  <a:cubicBezTo>
                    <a:pt x="46416" y="152670"/>
                    <a:pt x="44914" y="151959"/>
                    <a:pt x="43435" y="151201"/>
                  </a:cubicBezTo>
                  <a:cubicBezTo>
                    <a:pt x="41956" y="150443"/>
                    <a:pt x="40501" y="149640"/>
                    <a:pt x="39073" y="148791"/>
                  </a:cubicBezTo>
                  <a:cubicBezTo>
                    <a:pt x="37644" y="147943"/>
                    <a:pt x="36242" y="147050"/>
                    <a:pt x="34868" y="146114"/>
                  </a:cubicBezTo>
                  <a:cubicBezTo>
                    <a:pt x="33495" y="145179"/>
                    <a:pt x="32151" y="144200"/>
                    <a:pt x="30839" y="143181"/>
                  </a:cubicBezTo>
                  <a:cubicBezTo>
                    <a:pt x="29527" y="142162"/>
                    <a:pt x="28246" y="141102"/>
                    <a:pt x="27000" y="140002"/>
                  </a:cubicBezTo>
                  <a:lnTo>
                    <a:pt x="0" y="116002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probe-lucide-timer-reset-part-4"/>
            <p:cNvSpPr/>
            <p:nvPr/>
          </p:nvSpPr>
          <p:spPr>
            <a:xfrm>
              <a:off x="40000" y="17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0"/>
                  </a:moveTo>
                  <a:lnTo>
                    <a:pt x="0" y="0"/>
                  </a:ln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8" name="probe-tabler-calendar" descr="calendar — Tabler contributors; preserve the bundled full upstream license. Source: https://github.com/tabler/tabler-icons/blob/a4ce1404bc6d24d3c365afe7b258d6bf6f48d62d/icons/filled/calendar.svg; SVG SHA256: 7739f100c1c2a673a0c802068fdbd693f27d05007be9351aa504292ecdde275a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9" name="probe-tabler-calendar-part-1"/>
            <p:cNvSpPr/>
            <p:nvPr/>
          </p:nvSpPr>
          <p:spPr>
            <a:xfrm>
              <a:off x="30000" y="20000"/>
              <a:ext cx="180000" cy="200000"/>
            </a:xfrm>
            <a:custGeom>
              <a:avLst/>
              <a:gdLst/>
              <a:ahLst/>
              <a:cxnLst/>
              <a:rect l="0" t="0" r="r" b="b"/>
              <a:pathLst>
                <a:path w="180000" h="200000">
                  <a:moveTo>
                    <a:pt x="130000" y="0"/>
                  </a:moveTo>
                  <a:cubicBezTo>
                    <a:pt x="130202" y="0"/>
                    <a:pt x="130404" y="6"/>
                    <a:pt x="130605" y="18"/>
                  </a:cubicBezTo>
                  <a:cubicBezTo>
                    <a:pt x="130807" y="31"/>
                    <a:pt x="131008" y="49"/>
                    <a:pt x="131208" y="73"/>
                  </a:cubicBezTo>
                  <a:cubicBezTo>
                    <a:pt x="131409" y="98"/>
                    <a:pt x="131608" y="128"/>
                    <a:pt x="131807" y="165"/>
                  </a:cubicBezTo>
                  <a:cubicBezTo>
                    <a:pt x="132005" y="201"/>
                    <a:pt x="132203" y="244"/>
                    <a:pt x="132399" y="292"/>
                  </a:cubicBezTo>
                  <a:cubicBezTo>
                    <a:pt x="132595" y="341"/>
                    <a:pt x="132789" y="395"/>
                    <a:pt x="132982" y="455"/>
                  </a:cubicBezTo>
                  <a:cubicBezTo>
                    <a:pt x="133174" y="516"/>
                    <a:pt x="133365" y="582"/>
                    <a:pt x="133554" y="653"/>
                  </a:cubicBezTo>
                  <a:cubicBezTo>
                    <a:pt x="133743" y="725"/>
                    <a:pt x="133929" y="803"/>
                    <a:pt x="134113" y="886"/>
                  </a:cubicBezTo>
                  <a:cubicBezTo>
                    <a:pt x="134297" y="969"/>
                    <a:pt x="134479" y="1057"/>
                    <a:pt x="134657" y="1151"/>
                  </a:cubicBezTo>
                  <a:cubicBezTo>
                    <a:pt x="134836" y="1245"/>
                    <a:pt x="135012" y="1345"/>
                    <a:pt x="135184" y="1450"/>
                  </a:cubicBezTo>
                  <a:cubicBezTo>
                    <a:pt x="135357" y="1554"/>
                    <a:pt x="135526" y="1664"/>
                    <a:pt x="135692" y="1779"/>
                  </a:cubicBezTo>
                  <a:cubicBezTo>
                    <a:pt x="135858" y="1894"/>
                    <a:pt x="136021" y="2014"/>
                    <a:pt x="136179" y="2139"/>
                  </a:cubicBezTo>
                  <a:cubicBezTo>
                    <a:pt x="136338" y="2263"/>
                    <a:pt x="136493" y="2393"/>
                    <a:pt x="136644" y="2527"/>
                  </a:cubicBezTo>
                  <a:cubicBezTo>
                    <a:pt x="136795" y="2661"/>
                    <a:pt x="136941" y="2800"/>
                    <a:pt x="137084" y="2943"/>
                  </a:cubicBezTo>
                  <a:cubicBezTo>
                    <a:pt x="137226" y="3086"/>
                    <a:pt x="137364" y="3233"/>
                    <a:pt x="137498" y="3385"/>
                  </a:cubicBezTo>
                  <a:cubicBezTo>
                    <a:pt x="137631" y="3536"/>
                    <a:pt x="137760" y="3692"/>
                    <a:pt x="137885" y="3851"/>
                  </a:cubicBezTo>
                  <a:cubicBezTo>
                    <a:pt x="138009" y="4010"/>
                    <a:pt x="138128" y="4173"/>
                    <a:pt x="138242" y="4339"/>
                  </a:cubicBezTo>
                  <a:cubicBezTo>
                    <a:pt x="138357" y="4506"/>
                    <a:pt x="138466" y="4676"/>
                    <a:pt x="138570" y="4849"/>
                  </a:cubicBezTo>
                  <a:cubicBezTo>
                    <a:pt x="138674" y="5022"/>
                    <a:pt x="138772" y="5198"/>
                    <a:pt x="138866" y="5377"/>
                  </a:cubicBezTo>
                  <a:cubicBezTo>
                    <a:pt x="138959" y="5556"/>
                    <a:pt x="139047" y="5738"/>
                    <a:pt x="139129" y="5922"/>
                  </a:cubicBezTo>
                  <a:cubicBezTo>
                    <a:pt x="139212" y="6106"/>
                    <a:pt x="139288" y="6293"/>
                    <a:pt x="139359" y="6482"/>
                  </a:cubicBezTo>
                  <a:cubicBezTo>
                    <a:pt x="139430" y="6671"/>
                    <a:pt x="139496" y="6862"/>
                    <a:pt x="139555" y="7055"/>
                  </a:cubicBezTo>
                  <a:cubicBezTo>
                    <a:pt x="139615" y="7248"/>
                    <a:pt x="139668" y="7442"/>
                    <a:pt x="139716" y="7639"/>
                  </a:cubicBezTo>
                  <a:cubicBezTo>
                    <a:pt x="139764" y="7835"/>
                    <a:pt x="139805" y="8032"/>
                    <a:pt x="139841" y="8231"/>
                  </a:cubicBezTo>
                  <a:cubicBezTo>
                    <a:pt x="139877" y="8430"/>
                    <a:pt x="139906" y="8630"/>
                    <a:pt x="139930" y="8830"/>
                  </a:cubicBezTo>
                  <a:lnTo>
                    <a:pt x="140000" y="10000"/>
                  </a:lnTo>
                  <a:lnTo>
                    <a:pt x="140000" y="20000"/>
                  </a:lnTo>
                  <a:lnTo>
                    <a:pt x="150000" y="20000"/>
                  </a:lnTo>
                  <a:cubicBezTo>
                    <a:pt x="150605" y="20000"/>
                    <a:pt x="151210" y="20018"/>
                    <a:pt x="151813" y="20055"/>
                  </a:cubicBezTo>
                  <a:cubicBezTo>
                    <a:pt x="152417" y="20091"/>
                    <a:pt x="153020" y="20146"/>
                    <a:pt x="153620" y="20219"/>
                  </a:cubicBezTo>
                  <a:cubicBezTo>
                    <a:pt x="154221" y="20292"/>
                    <a:pt x="154819" y="20383"/>
                    <a:pt x="155414" y="20492"/>
                  </a:cubicBezTo>
                  <a:cubicBezTo>
                    <a:pt x="156009" y="20601"/>
                    <a:pt x="156600" y="20728"/>
                    <a:pt x="157188" y="20873"/>
                  </a:cubicBezTo>
                  <a:cubicBezTo>
                    <a:pt x="157775" y="21018"/>
                    <a:pt x="158358" y="21181"/>
                    <a:pt x="158935" y="21361"/>
                  </a:cubicBezTo>
                  <a:cubicBezTo>
                    <a:pt x="159513" y="21541"/>
                    <a:pt x="160085" y="21739"/>
                    <a:pt x="160650" y="21953"/>
                  </a:cubicBezTo>
                  <a:cubicBezTo>
                    <a:pt x="161216" y="22168"/>
                    <a:pt x="161775" y="22400"/>
                    <a:pt x="162326" y="22648"/>
                  </a:cubicBezTo>
                  <a:cubicBezTo>
                    <a:pt x="162878" y="22897"/>
                    <a:pt x="163421" y="23162"/>
                    <a:pt x="163957" y="23443"/>
                  </a:cubicBezTo>
                  <a:cubicBezTo>
                    <a:pt x="164492" y="23725"/>
                    <a:pt x="165019" y="24022"/>
                    <a:pt x="165537" y="24336"/>
                  </a:cubicBezTo>
                  <a:cubicBezTo>
                    <a:pt x="166054" y="24649"/>
                    <a:pt x="166562" y="24978"/>
                    <a:pt x="167060" y="25322"/>
                  </a:cubicBezTo>
                  <a:cubicBezTo>
                    <a:pt x="167557" y="25666"/>
                    <a:pt x="168044" y="26024"/>
                    <a:pt x="168520" y="26398"/>
                  </a:cubicBezTo>
                  <a:cubicBezTo>
                    <a:pt x="168996" y="26771"/>
                    <a:pt x="169461" y="27159"/>
                    <a:pt x="169913" y="27560"/>
                  </a:cubicBezTo>
                  <a:cubicBezTo>
                    <a:pt x="170366" y="27962"/>
                    <a:pt x="170806" y="28377"/>
                    <a:pt x="171233" y="28805"/>
                  </a:cubicBezTo>
                  <a:cubicBezTo>
                    <a:pt x="171661" y="29233"/>
                    <a:pt x="172075" y="29674"/>
                    <a:pt x="172476" y="30127"/>
                  </a:cubicBezTo>
                  <a:cubicBezTo>
                    <a:pt x="172876" y="30580"/>
                    <a:pt x="173263" y="31046"/>
                    <a:pt x="173636" y="31522"/>
                  </a:cubicBezTo>
                  <a:cubicBezTo>
                    <a:pt x="174008" y="31999"/>
                    <a:pt x="174366" y="32486"/>
                    <a:pt x="174710" y="32985"/>
                  </a:cubicBezTo>
                  <a:cubicBezTo>
                    <a:pt x="175053" y="33483"/>
                    <a:pt x="175381" y="33991"/>
                    <a:pt x="175693" y="34509"/>
                  </a:cubicBezTo>
                  <a:cubicBezTo>
                    <a:pt x="176005" y="35027"/>
                    <a:pt x="176302" y="35555"/>
                    <a:pt x="176582" y="36091"/>
                  </a:cubicBezTo>
                  <a:cubicBezTo>
                    <a:pt x="176863" y="36627"/>
                    <a:pt x="177127" y="37171"/>
                    <a:pt x="177375" y="37723"/>
                  </a:cubicBezTo>
                  <a:cubicBezTo>
                    <a:pt x="177622" y="38275"/>
                    <a:pt x="177853" y="38834"/>
                    <a:pt x="178067" y="39400"/>
                  </a:cubicBezTo>
                  <a:cubicBezTo>
                    <a:pt x="178280" y="39966"/>
                    <a:pt x="178477" y="40538"/>
                    <a:pt x="178656" y="41116"/>
                  </a:cubicBezTo>
                  <a:cubicBezTo>
                    <a:pt x="178835" y="41694"/>
                    <a:pt x="178997" y="42277"/>
                    <a:pt x="179141" y="42864"/>
                  </a:cubicBezTo>
                  <a:cubicBezTo>
                    <a:pt x="179285" y="43452"/>
                    <a:pt x="179411" y="44044"/>
                    <a:pt x="179519" y="44639"/>
                  </a:cubicBezTo>
                  <a:cubicBezTo>
                    <a:pt x="179627" y="45234"/>
                    <a:pt x="179717" y="45832"/>
                    <a:pt x="179789" y="46433"/>
                  </a:cubicBezTo>
                  <a:cubicBezTo>
                    <a:pt x="179861" y="47033"/>
                    <a:pt x="179915" y="47636"/>
                    <a:pt x="179950" y="48240"/>
                  </a:cubicBezTo>
                  <a:lnTo>
                    <a:pt x="180000" y="50000"/>
                  </a:lnTo>
                  <a:lnTo>
                    <a:pt x="180000" y="170000"/>
                  </a:lnTo>
                  <a:cubicBezTo>
                    <a:pt x="180000" y="170605"/>
                    <a:pt x="179982" y="171210"/>
                    <a:pt x="179945" y="171813"/>
                  </a:cubicBezTo>
                  <a:cubicBezTo>
                    <a:pt x="179909" y="172417"/>
                    <a:pt x="179854" y="173020"/>
                    <a:pt x="179781" y="173620"/>
                  </a:cubicBezTo>
                  <a:cubicBezTo>
                    <a:pt x="179708" y="174221"/>
                    <a:pt x="179617" y="174819"/>
                    <a:pt x="179508" y="175414"/>
                  </a:cubicBezTo>
                  <a:cubicBezTo>
                    <a:pt x="179399" y="176009"/>
                    <a:pt x="179272" y="176600"/>
                    <a:pt x="179127" y="177188"/>
                  </a:cubicBezTo>
                  <a:cubicBezTo>
                    <a:pt x="178982" y="177775"/>
                    <a:pt x="178819" y="178358"/>
                    <a:pt x="178639" y="178935"/>
                  </a:cubicBezTo>
                  <a:cubicBezTo>
                    <a:pt x="178459" y="179513"/>
                    <a:pt x="178261" y="180085"/>
                    <a:pt x="178047" y="180650"/>
                  </a:cubicBezTo>
                  <a:cubicBezTo>
                    <a:pt x="177832" y="181216"/>
                    <a:pt x="177600" y="181775"/>
                    <a:pt x="177352" y="182326"/>
                  </a:cubicBezTo>
                  <a:cubicBezTo>
                    <a:pt x="177103" y="182878"/>
                    <a:pt x="176838" y="183421"/>
                    <a:pt x="176557" y="183957"/>
                  </a:cubicBezTo>
                  <a:cubicBezTo>
                    <a:pt x="176275" y="184492"/>
                    <a:pt x="175978" y="185019"/>
                    <a:pt x="175664" y="185537"/>
                  </a:cubicBezTo>
                  <a:cubicBezTo>
                    <a:pt x="175351" y="186054"/>
                    <a:pt x="175022" y="186562"/>
                    <a:pt x="174678" y="187060"/>
                  </a:cubicBezTo>
                  <a:cubicBezTo>
                    <a:pt x="174334" y="187557"/>
                    <a:pt x="173976" y="188044"/>
                    <a:pt x="173602" y="188520"/>
                  </a:cubicBezTo>
                  <a:cubicBezTo>
                    <a:pt x="173229" y="188996"/>
                    <a:pt x="172841" y="189461"/>
                    <a:pt x="172440" y="189913"/>
                  </a:cubicBezTo>
                  <a:cubicBezTo>
                    <a:pt x="172038" y="190366"/>
                    <a:pt x="171623" y="190806"/>
                    <a:pt x="171195" y="191233"/>
                  </a:cubicBezTo>
                  <a:cubicBezTo>
                    <a:pt x="170767" y="191661"/>
                    <a:pt x="170326" y="192075"/>
                    <a:pt x="169873" y="192476"/>
                  </a:cubicBezTo>
                  <a:cubicBezTo>
                    <a:pt x="169420" y="192876"/>
                    <a:pt x="168954" y="193263"/>
                    <a:pt x="168478" y="193636"/>
                  </a:cubicBezTo>
                  <a:cubicBezTo>
                    <a:pt x="168001" y="194008"/>
                    <a:pt x="167514" y="194366"/>
                    <a:pt x="167015" y="194710"/>
                  </a:cubicBezTo>
                  <a:cubicBezTo>
                    <a:pt x="166517" y="195053"/>
                    <a:pt x="166009" y="195381"/>
                    <a:pt x="165491" y="195693"/>
                  </a:cubicBezTo>
                  <a:cubicBezTo>
                    <a:pt x="164973" y="196005"/>
                    <a:pt x="164445" y="196302"/>
                    <a:pt x="163909" y="196582"/>
                  </a:cubicBezTo>
                  <a:cubicBezTo>
                    <a:pt x="163373" y="196863"/>
                    <a:pt x="162829" y="197127"/>
                    <a:pt x="162277" y="197375"/>
                  </a:cubicBezTo>
                  <a:cubicBezTo>
                    <a:pt x="161725" y="197622"/>
                    <a:pt x="161166" y="197853"/>
                    <a:pt x="160600" y="198067"/>
                  </a:cubicBezTo>
                  <a:cubicBezTo>
                    <a:pt x="160034" y="198280"/>
                    <a:pt x="159462" y="198477"/>
                    <a:pt x="158884" y="198656"/>
                  </a:cubicBezTo>
                  <a:cubicBezTo>
                    <a:pt x="158306" y="198835"/>
                    <a:pt x="157723" y="198997"/>
                    <a:pt x="157136" y="199141"/>
                  </a:cubicBezTo>
                  <a:cubicBezTo>
                    <a:pt x="156548" y="199285"/>
                    <a:pt x="155956" y="199411"/>
                    <a:pt x="155361" y="199519"/>
                  </a:cubicBezTo>
                  <a:cubicBezTo>
                    <a:pt x="154766" y="199627"/>
                    <a:pt x="154168" y="199717"/>
                    <a:pt x="153567" y="199789"/>
                  </a:cubicBezTo>
                  <a:cubicBezTo>
                    <a:pt x="152967" y="199861"/>
                    <a:pt x="152364" y="199915"/>
                    <a:pt x="151760" y="199950"/>
                  </a:cubicBezTo>
                  <a:lnTo>
                    <a:pt x="150000" y="200000"/>
                  </a:lnTo>
                  <a:lnTo>
                    <a:pt x="30000" y="200000"/>
                  </a:lnTo>
                  <a:cubicBezTo>
                    <a:pt x="29395" y="200000"/>
                    <a:pt x="28790" y="199982"/>
                    <a:pt x="28187" y="199945"/>
                  </a:cubicBezTo>
                  <a:cubicBezTo>
                    <a:pt x="27583" y="199909"/>
                    <a:pt x="26980" y="199854"/>
                    <a:pt x="26380" y="199781"/>
                  </a:cubicBezTo>
                  <a:cubicBezTo>
                    <a:pt x="25779" y="199708"/>
                    <a:pt x="25181" y="199617"/>
                    <a:pt x="24586" y="199508"/>
                  </a:cubicBezTo>
                  <a:cubicBezTo>
                    <a:pt x="23991" y="199399"/>
                    <a:pt x="23400" y="199272"/>
                    <a:pt x="22812" y="199127"/>
                  </a:cubicBezTo>
                  <a:cubicBezTo>
                    <a:pt x="22225" y="198982"/>
                    <a:pt x="21642" y="198819"/>
                    <a:pt x="21065" y="198639"/>
                  </a:cubicBezTo>
                  <a:cubicBezTo>
                    <a:pt x="20487" y="198459"/>
                    <a:pt x="19915" y="198261"/>
                    <a:pt x="19350" y="198047"/>
                  </a:cubicBezTo>
                  <a:cubicBezTo>
                    <a:pt x="18784" y="197832"/>
                    <a:pt x="18225" y="197600"/>
                    <a:pt x="17674" y="197352"/>
                  </a:cubicBezTo>
                  <a:cubicBezTo>
                    <a:pt x="17122" y="197103"/>
                    <a:pt x="16579" y="196838"/>
                    <a:pt x="16043" y="196557"/>
                  </a:cubicBezTo>
                  <a:cubicBezTo>
                    <a:pt x="15508" y="196275"/>
                    <a:pt x="14981" y="195978"/>
                    <a:pt x="14463" y="195664"/>
                  </a:cubicBezTo>
                  <a:cubicBezTo>
                    <a:pt x="13946" y="195351"/>
                    <a:pt x="13438" y="195022"/>
                    <a:pt x="12940" y="194678"/>
                  </a:cubicBezTo>
                  <a:cubicBezTo>
                    <a:pt x="12443" y="194334"/>
                    <a:pt x="11956" y="193976"/>
                    <a:pt x="11480" y="193602"/>
                  </a:cubicBezTo>
                  <a:cubicBezTo>
                    <a:pt x="11004" y="193229"/>
                    <a:pt x="10539" y="192841"/>
                    <a:pt x="10087" y="192440"/>
                  </a:cubicBezTo>
                  <a:cubicBezTo>
                    <a:pt x="9634" y="192038"/>
                    <a:pt x="9194" y="191623"/>
                    <a:pt x="8767" y="191195"/>
                  </a:cubicBezTo>
                  <a:cubicBezTo>
                    <a:pt x="8339" y="190767"/>
                    <a:pt x="7925" y="190326"/>
                    <a:pt x="7524" y="189873"/>
                  </a:cubicBezTo>
                  <a:cubicBezTo>
                    <a:pt x="7124" y="189420"/>
                    <a:pt x="6737" y="188954"/>
                    <a:pt x="6364" y="188478"/>
                  </a:cubicBezTo>
                  <a:cubicBezTo>
                    <a:pt x="5992" y="188001"/>
                    <a:pt x="5634" y="187514"/>
                    <a:pt x="5290" y="187015"/>
                  </a:cubicBezTo>
                  <a:cubicBezTo>
                    <a:pt x="4947" y="186517"/>
                    <a:pt x="4619" y="186009"/>
                    <a:pt x="4307" y="185491"/>
                  </a:cubicBezTo>
                  <a:cubicBezTo>
                    <a:pt x="3995" y="184973"/>
                    <a:pt x="3698" y="184445"/>
                    <a:pt x="3418" y="183909"/>
                  </a:cubicBezTo>
                  <a:cubicBezTo>
                    <a:pt x="3137" y="183373"/>
                    <a:pt x="2873" y="182829"/>
                    <a:pt x="2625" y="182277"/>
                  </a:cubicBezTo>
                  <a:cubicBezTo>
                    <a:pt x="2378" y="181725"/>
                    <a:pt x="2147" y="181166"/>
                    <a:pt x="1933" y="180600"/>
                  </a:cubicBezTo>
                  <a:cubicBezTo>
                    <a:pt x="1720" y="180034"/>
                    <a:pt x="1523" y="179462"/>
                    <a:pt x="1344" y="178884"/>
                  </a:cubicBezTo>
                  <a:cubicBezTo>
                    <a:pt x="1165" y="178306"/>
                    <a:pt x="1003" y="177723"/>
                    <a:pt x="859" y="177136"/>
                  </a:cubicBezTo>
                  <a:cubicBezTo>
                    <a:pt x="715" y="176548"/>
                    <a:pt x="589" y="175956"/>
                    <a:pt x="481" y="175361"/>
                  </a:cubicBezTo>
                  <a:cubicBezTo>
                    <a:pt x="373" y="174766"/>
                    <a:pt x="283" y="174168"/>
                    <a:pt x="211" y="173567"/>
                  </a:cubicBezTo>
                  <a:cubicBezTo>
                    <a:pt x="139" y="172967"/>
                    <a:pt x="85" y="172364"/>
                    <a:pt x="50" y="171760"/>
                  </a:cubicBezTo>
                  <a:lnTo>
                    <a:pt x="0" y="170000"/>
                  </a:lnTo>
                  <a:lnTo>
                    <a:pt x="0" y="50000"/>
                  </a:lnTo>
                  <a:cubicBezTo>
                    <a:pt x="0" y="49395"/>
                    <a:pt x="18" y="48790"/>
                    <a:pt x="55" y="48187"/>
                  </a:cubicBezTo>
                  <a:cubicBezTo>
                    <a:pt x="91" y="47583"/>
                    <a:pt x="146" y="46980"/>
                    <a:pt x="219" y="46380"/>
                  </a:cubicBezTo>
                  <a:cubicBezTo>
                    <a:pt x="292" y="45779"/>
                    <a:pt x="383" y="45181"/>
                    <a:pt x="492" y="44586"/>
                  </a:cubicBezTo>
                  <a:cubicBezTo>
                    <a:pt x="601" y="43991"/>
                    <a:pt x="728" y="43400"/>
                    <a:pt x="873" y="42812"/>
                  </a:cubicBezTo>
                  <a:cubicBezTo>
                    <a:pt x="1018" y="42225"/>
                    <a:pt x="1181" y="41642"/>
                    <a:pt x="1361" y="41065"/>
                  </a:cubicBezTo>
                  <a:cubicBezTo>
                    <a:pt x="1541" y="40487"/>
                    <a:pt x="1739" y="39915"/>
                    <a:pt x="1953" y="39350"/>
                  </a:cubicBezTo>
                  <a:cubicBezTo>
                    <a:pt x="2168" y="38784"/>
                    <a:pt x="2400" y="38225"/>
                    <a:pt x="2648" y="37674"/>
                  </a:cubicBezTo>
                  <a:cubicBezTo>
                    <a:pt x="2897" y="37122"/>
                    <a:pt x="3162" y="36579"/>
                    <a:pt x="3443" y="36043"/>
                  </a:cubicBezTo>
                  <a:cubicBezTo>
                    <a:pt x="3725" y="35508"/>
                    <a:pt x="4022" y="34981"/>
                    <a:pt x="4336" y="34463"/>
                  </a:cubicBezTo>
                  <a:cubicBezTo>
                    <a:pt x="4649" y="33946"/>
                    <a:pt x="4978" y="33438"/>
                    <a:pt x="5322" y="32940"/>
                  </a:cubicBezTo>
                  <a:cubicBezTo>
                    <a:pt x="5666" y="32443"/>
                    <a:pt x="6024" y="31956"/>
                    <a:pt x="6398" y="31480"/>
                  </a:cubicBezTo>
                  <a:cubicBezTo>
                    <a:pt x="6771" y="31004"/>
                    <a:pt x="7159" y="30539"/>
                    <a:pt x="7560" y="30087"/>
                  </a:cubicBezTo>
                  <a:cubicBezTo>
                    <a:pt x="7962" y="29634"/>
                    <a:pt x="8377" y="29194"/>
                    <a:pt x="8805" y="28767"/>
                  </a:cubicBezTo>
                  <a:cubicBezTo>
                    <a:pt x="9233" y="28339"/>
                    <a:pt x="9674" y="27925"/>
                    <a:pt x="10127" y="27524"/>
                  </a:cubicBezTo>
                  <a:cubicBezTo>
                    <a:pt x="10580" y="27124"/>
                    <a:pt x="11046" y="26737"/>
                    <a:pt x="11522" y="26364"/>
                  </a:cubicBezTo>
                  <a:cubicBezTo>
                    <a:pt x="11999" y="25992"/>
                    <a:pt x="12486" y="25634"/>
                    <a:pt x="12985" y="25290"/>
                  </a:cubicBezTo>
                  <a:cubicBezTo>
                    <a:pt x="13483" y="24947"/>
                    <a:pt x="13991" y="24619"/>
                    <a:pt x="14509" y="24307"/>
                  </a:cubicBezTo>
                  <a:cubicBezTo>
                    <a:pt x="15027" y="23995"/>
                    <a:pt x="15555" y="23698"/>
                    <a:pt x="16091" y="23418"/>
                  </a:cubicBezTo>
                  <a:cubicBezTo>
                    <a:pt x="16627" y="23137"/>
                    <a:pt x="17171" y="22873"/>
                    <a:pt x="17723" y="22625"/>
                  </a:cubicBezTo>
                  <a:cubicBezTo>
                    <a:pt x="18275" y="22378"/>
                    <a:pt x="18834" y="22147"/>
                    <a:pt x="19400" y="21933"/>
                  </a:cubicBezTo>
                  <a:cubicBezTo>
                    <a:pt x="19966" y="21720"/>
                    <a:pt x="20538" y="21523"/>
                    <a:pt x="21116" y="21344"/>
                  </a:cubicBezTo>
                  <a:cubicBezTo>
                    <a:pt x="21694" y="21165"/>
                    <a:pt x="22277" y="21003"/>
                    <a:pt x="22864" y="20859"/>
                  </a:cubicBezTo>
                  <a:cubicBezTo>
                    <a:pt x="23452" y="20715"/>
                    <a:pt x="24044" y="20589"/>
                    <a:pt x="24639" y="20481"/>
                  </a:cubicBezTo>
                  <a:cubicBezTo>
                    <a:pt x="25234" y="20373"/>
                    <a:pt x="25832" y="20283"/>
                    <a:pt x="26433" y="20211"/>
                  </a:cubicBezTo>
                  <a:cubicBezTo>
                    <a:pt x="27033" y="20139"/>
                    <a:pt x="27636" y="20085"/>
                    <a:pt x="28240" y="20050"/>
                  </a:cubicBezTo>
                  <a:lnTo>
                    <a:pt x="30000" y="20000"/>
                  </a:lnTo>
                  <a:lnTo>
                    <a:pt x="40000" y="20000"/>
                  </a:lnTo>
                  <a:lnTo>
                    <a:pt x="40000" y="10000"/>
                  </a:lnTo>
                  <a:cubicBezTo>
                    <a:pt x="40000" y="9794"/>
                    <a:pt x="40007" y="9589"/>
                    <a:pt x="40020" y="9384"/>
                  </a:cubicBezTo>
                  <a:cubicBezTo>
                    <a:pt x="40033" y="9178"/>
                    <a:pt x="40052" y="8974"/>
                    <a:pt x="40077" y="8770"/>
                  </a:cubicBezTo>
                  <a:cubicBezTo>
                    <a:pt x="40103" y="8566"/>
                    <a:pt x="40135" y="8363"/>
                    <a:pt x="40173" y="8160"/>
                  </a:cubicBezTo>
                  <a:cubicBezTo>
                    <a:pt x="40211" y="7958"/>
                    <a:pt x="40255" y="7758"/>
                    <a:pt x="40305" y="7558"/>
                  </a:cubicBezTo>
                  <a:cubicBezTo>
                    <a:pt x="40356" y="7359"/>
                    <a:pt x="40412" y="7161"/>
                    <a:pt x="40475" y="6965"/>
                  </a:cubicBezTo>
                  <a:cubicBezTo>
                    <a:pt x="40538" y="6770"/>
                    <a:pt x="40606" y="6576"/>
                    <a:pt x="40681" y="6384"/>
                  </a:cubicBezTo>
                  <a:cubicBezTo>
                    <a:pt x="40755" y="6193"/>
                    <a:pt x="40836" y="6003"/>
                    <a:pt x="40922" y="5817"/>
                  </a:cubicBezTo>
                  <a:cubicBezTo>
                    <a:pt x="41008" y="5630"/>
                    <a:pt x="41100" y="5446"/>
                    <a:pt x="41198" y="5265"/>
                  </a:cubicBezTo>
                  <a:cubicBezTo>
                    <a:pt x="41296" y="5084"/>
                    <a:pt x="41399" y="4906"/>
                    <a:pt x="41507" y="4732"/>
                  </a:cubicBezTo>
                  <a:cubicBezTo>
                    <a:pt x="41616" y="4557"/>
                    <a:pt x="41730" y="4386"/>
                    <a:pt x="41849" y="4218"/>
                  </a:cubicBezTo>
                  <a:cubicBezTo>
                    <a:pt x="41968" y="4051"/>
                    <a:pt x="42092" y="3887"/>
                    <a:pt x="42221" y="3727"/>
                  </a:cubicBezTo>
                  <a:cubicBezTo>
                    <a:pt x="42351" y="3567"/>
                    <a:pt x="42485" y="3411"/>
                    <a:pt x="42624" y="3259"/>
                  </a:cubicBezTo>
                  <a:cubicBezTo>
                    <a:pt x="42762" y="3108"/>
                    <a:pt x="42906" y="2960"/>
                    <a:pt x="43054" y="2817"/>
                  </a:cubicBezTo>
                  <a:cubicBezTo>
                    <a:pt x="43202" y="2675"/>
                    <a:pt x="43354" y="2536"/>
                    <a:pt x="43510" y="2403"/>
                  </a:cubicBezTo>
                  <a:cubicBezTo>
                    <a:pt x="43667" y="2270"/>
                    <a:pt x="43827" y="2141"/>
                    <a:pt x="43992" y="2017"/>
                  </a:cubicBezTo>
                  <a:cubicBezTo>
                    <a:pt x="44156" y="1894"/>
                    <a:pt x="44324" y="1775"/>
                    <a:pt x="44496" y="1662"/>
                  </a:cubicBezTo>
                  <a:cubicBezTo>
                    <a:pt x="44667" y="1549"/>
                    <a:pt x="44842" y="1441"/>
                    <a:pt x="45021" y="1339"/>
                  </a:cubicBezTo>
                  <a:cubicBezTo>
                    <a:pt x="45199" y="1237"/>
                    <a:pt x="45380" y="1140"/>
                    <a:pt x="45565" y="1048"/>
                  </a:cubicBezTo>
                  <a:cubicBezTo>
                    <a:pt x="45749" y="957"/>
                    <a:pt x="45936" y="872"/>
                    <a:pt x="46126" y="792"/>
                  </a:cubicBezTo>
                  <a:cubicBezTo>
                    <a:pt x="46315" y="712"/>
                    <a:pt x="46507" y="639"/>
                    <a:pt x="46701" y="571"/>
                  </a:cubicBezTo>
                  <a:cubicBezTo>
                    <a:pt x="46895" y="503"/>
                    <a:pt x="47091" y="441"/>
                    <a:pt x="47289" y="385"/>
                  </a:cubicBezTo>
                  <a:cubicBezTo>
                    <a:pt x="47487" y="330"/>
                    <a:pt x="47687" y="280"/>
                    <a:pt x="47888" y="237"/>
                  </a:cubicBezTo>
                  <a:cubicBezTo>
                    <a:pt x="48089" y="193"/>
                    <a:pt x="48291" y="156"/>
                    <a:pt x="48494" y="125"/>
                  </a:cubicBezTo>
                  <a:cubicBezTo>
                    <a:pt x="48697" y="94"/>
                    <a:pt x="48902" y="69"/>
                    <a:pt x="49106" y="51"/>
                  </a:cubicBezTo>
                  <a:cubicBezTo>
                    <a:pt x="49311" y="33"/>
                    <a:pt x="49517" y="21"/>
                    <a:pt x="49722" y="15"/>
                  </a:cubicBezTo>
                  <a:cubicBezTo>
                    <a:pt x="49928" y="9"/>
                    <a:pt x="50133" y="10"/>
                    <a:pt x="50339" y="17"/>
                  </a:cubicBezTo>
                  <a:cubicBezTo>
                    <a:pt x="50544" y="24"/>
                    <a:pt x="50749" y="37"/>
                    <a:pt x="50954" y="57"/>
                  </a:cubicBezTo>
                  <a:cubicBezTo>
                    <a:pt x="51159" y="76"/>
                    <a:pt x="51363" y="102"/>
                    <a:pt x="51566" y="134"/>
                  </a:cubicBezTo>
                  <a:cubicBezTo>
                    <a:pt x="51769" y="167"/>
                    <a:pt x="51971" y="205"/>
                    <a:pt x="52172" y="250"/>
                  </a:cubicBezTo>
                  <a:cubicBezTo>
                    <a:pt x="52372" y="294"/>
                    <a:pt x="52572" y="345"/>
                    <a:pt x="52769" y="402"/>
                  </a:cubicBezTo>
                  <a:cubicBezTo>
                    <a:pt x="52967" y="459"/>
                    <a:pt x="53162" y="522"/>
                    <a:pt x="53356" y="591"/>
                  </a:cubicBezTo>
                  <a:cubicBezTo>
                    <a:pt x="53550" y="660"/>
                    <a:pt x="53741" y="735"/>
                    <a:pt x="53930" y="816"/>
                  </a:cubicBezTo>
                  <a:cubicBezTo>
                    <a:pt x="54119" y="897"/>
                    <a:pt x="54306" y="983"/>
                    <a:pt x="54490" y="1076"/>
                  </a:cubicBezTo>
                  <a:cubicBezTo>
                    <a:pt x="54673" y="1168"/>
                    <a:pt x="54854" y="1266"/>
                    <a:pt x="55032" y="1369"/>
                  </a:cubicBezTo>
                  <a:cubicBezTo>
                    <a:pt x="55210" y="1473"/>
                    <a:pt x="55384" y="1582"/>
                    <a:pt x="55555" y="1696"/>
                  </a:cubicBezTo>
                  <a:cubicBezTo>
                    <a:pt x="55726" y="1810"/>
                    <a:pt x="55893" y="1930"/>
                    <a:pt x="56057" y="2054"/>
                  </a:cubicBezTo>
                  <a:cubicBezTo>
                    <a:pt x="56220" y="2179"/>
                    <a:pt x="56380" y="2308"/>
                    <a:pt x="56536" y="2443"/>
                  </a:cubicBezTo>
                  <a:cubicBezTo>
                    <a:pt x="56691" y="2577"/>
                    <a:pt x="56843" y="2716"/>
                    <a:pt x="56990" y="2860"/>
                  </a:cubicBezTo>
                  <a:cubicBezTo>
                    <a:pt x="57137" y="3003"/>
                    <a:pt x="57279" y="3152"/>
                    <a:pt x="57417" y="3304"/>
                  </a:cubicBezTo>
                  <a:cubicBezTo>
                    <a:pt x="57555" y="3457"/>
                    <a:pt x="57688" y="3613"/>
                    <a:pt x="57817" y="3774"/>
                  </a:cubicBezTo>
                  <a:cubicBezTo>
                    <a:pt x="57945" y="3935"/>
                    <a:pt x="58068" y="4099"/>
                    <a:pt x="58186" y="4268"/>
                  </a:cubicBezTo>
                  <a:cubicBezTo>
                    <a:pt x="58304" y="4436"/>
                    <a:pt x="58417" y="4608"/>
                    <a:pt x="58525" y="4783"/>
                  </a:cubicBezTo>
                  <a:cubicBezTo>
                    <a:pt x="58632" y="4959"/>
                    <a:pt x="58734" y="5137"/>
                    <a:pt x="58831" y="5319"/>
                  </a:cubicBezTo>
                  <a:cubicBezTo>
                    <a:pt x="58927" y="5500"/>
                    <a:pt x="59018" y="5685"/>
                    <a:pt x="59103" y="5872"/>
                  </a:cubicBezTo>
                  <a:cubicBezTo>
                    <a:pt x="59188" y="6059"/>
                    <a:pt x="59268" y="6249"/>
                    <a:pt x="59341" y="6441"/>
                  </a:cubicBezTo>
                  <a:cubicBezTo>
                    <a:pt x="59414" y="6633"/>
                    <a:pt x="59482" y="6827"/>
                    <a:pt x="59543" y="7023"/>
                  </a:cubicBezTo>
                  <a:cubicBezTo>
                    <a:pt x="59605" y="7220"/>
                    <a:pt x="59660" y="7418"/>
                    <a:pt x="59709" y="7617"/>
                  </a:cubicBezTo>
                  <a:cubicBezTo>
                    <a:pt x="59758" y="7817"/>
                    <a:pt x="59802" y="8018"/>
                    <a:pt x="59838" y="8220"/>
                  </a:cubicBezTo>
                  <a:cubicBezTo>
                    <a:pt x="59875" y="8422"/>
                    <a:pt x="59906" y="8626"/>
                    <a:pt x="59930" y="8830"/>
                  </a:cubicBezTo>
                  <a:lnTo>
                    <a:pt x="60000" y="10000"/>
                  </a:lnTo>
                  <a:lnTo>
                    <a:pt x="60000" y="20000"/>
                  </a:lnTo>
                  <a:lnTo>
                    <a:pt x="120000" y="20000"/>
                  </a:lnTo>
                  <a:lnTo>
                    <a:pt x="120000" y="10000"/>
                  </a:lnTo>
                  <a:cubicBezTo>
                    <a:pt x="120000" y="9791"/>
                    <a:pt x="120007" y="9581"/>
                    <a:pt x="120020" y="9372"/>
                  </a:cubicBezTo>
                  <a:cubicBezTo>
                    <a:pt x="120033" y="9163"/>
                    <a:pt x="120053" y="8954"/>
                    <a:pt x="120079" y="8747"/>
                  </a:cubicBezTo>
                  <a:cubicBezTo>
                    <a:pt x="120105" y="8539"/>
                    <a:pt x="120138" y="8332"/>
                    <a:pt x="120177" y="8126"/>
                  </a:cubicBezTo>
                  <a:cubicBezTo>
                    <a:pt x="120216" y="7920"/>
                    <a:pt x="120262" y="7716"/>
                    <a:pt x="120314" y="7513"/>
                  </a:cubicBezTo>
                  <a:cubicBezTo>
                    <a:pt x="120366" y="7310"/>
                    <a:pt x="120425" y="7109"/>
                    <a:pt x="120489" y="6910"/>
                  </a:cubicBezTo>
                  <a:cubicBezTo>
                    <a:pt x="120554" y="6711"/>
                    <a:pt x="120625" y="6514"/>
                    <a:pt x="120702" y="6319"/>
                  </a:cubicBezTo>
                  <a:cubicBezTo>
                    <a:pt x="120779" y="6124"/>
                    <a:pt x="120863" y="5932"/>
                    <a:pt x="120952" y="5742"/>
                  </a:cubicBezTo>
                  <a:cubicBezTo>
                    <a:pt x="121041" y="5553"/>
                    <a:pt x="121136" y="5366"/>
                    <a:pt x="121237" y="5182"/>
                  </a:cubicBezTo>
                  <a:cubicBezTo>
                    <a:pt x="121338" y="4999"/>
                    <a:pt x="121444" y="4819"/>
                    <a:pt x="121557" y="4642"/>
                  </a:cubicBezTo>
                  <a:cubicBezTo>
                    <a:pt x="121669" y="4465"/>
                    <a:pt x="121787" y="4292"/>
                    <a:pt x="121910" y="4122"/>
                  </a:cubicBezTo>
                  <a:cubicBezTo>
                    <a:pt x="122033" y="3953"/>
                    <a:pt x="122161" y="3787"/>
                    <a:pt x="122295" y="3626"/>
                  </a:cubicBezTo>
                  <a:cubicBezTo>
                    <a:pt x="122428" y="3464"/>
                    <a:pt x="122567" y="3307"/>
                    <a:pt x="122710" y="3155"/>
                  </a:cubicBezTo>
                  <a:cubicBezTo>
                    <a:pt x="122854" y="3002"/>
                    <a:pt x="123002" y="2854"/>
                    <a:pt x="123155" y="2710"/>
                  </a:cubicBezTo>
                  <a:cubicBezTo>
                    <a:pt x="123307" y="2567"/>
                    <a:pt x="123464" y="2428"/>
                    <a:pt x="123626" y="2295"/>
                  </a:cubicBezTo>
                  <a:cubicBezTo>
                    <a:pt x="123787" y="2161"/>
                    <a:pt x="123953" y="2033"/>
                    <a:pt x="124122" y="1910"/>
                  </a:cubicBezTo>
                  <a:cubicBezTo>
                    <a:pt x="124292" y="1787"/>
                    <a:pt x="124465" y="1669"/>
                    <a:pt x="124642" y="1557"/>
                  </a:cubicBezTo>
                  <a:cubicBezTo>
                    <a:pt x="124819" y="1444"/>
                    <a:pt x="124999" y="1338"/>
                    <a:pt x="125182" y="1237"/>
                  </a:cubicBezTo>
                  <a:cubicBezTo>
                    <a:pt x="125366" y="1136"/>
                    <a:pt x="125553" y="1041"/>
                    <a:pt x="125742" y="952"/>
                  </a:cubicBezTo>
                  <a:cubicBezTo>
                    <a:pt x="125932" y="863"/>
                    <a:pt x="126124" y="779"/>
                    <a:pt x="126319" y="702"/>
                  </a:cubicBezTo>
                  <a:cubicBezTo>
                    <a:pt x="126514" y="625"/>
                    <a:pt x="126711" y="554"/>
                    <a:pt x="126910" y="489"/>
                  </a:cubicBezTo>
                  <a:cubicBezTo>
                    <a:pt x="127109" y="425"/>
                    <a:pt x="127310" y="366"/>
                    <a:pt x="127513" y="314"/>
                  </a:cubicBezTo>
                  <a:cubicBezTo>
                    <a:pt x="127716" y="262"/>
                    <a:pt x="127920" y="216"/>
                    <a:pt x="128126" y="177"/>
                  </a:cubicBezTo>
                  <a:cubicBezTo>
                    <a:pt x="128332" y="138"/>
                    <a:pt x="128539" y="105"/>
                    <a:pt x="128747" y="79"/>
                  </a:cubicBezTo>
                  <a:cubicBezTo>
                    <a:pt x="128954" y="53"/>
                    <a:pt x="129163" y="33"/>
                    <a:pt x="129372" y="20"/>
                  </a:cubicBezTo>
                  <a:cubicBezTo>
                    <a:pt x="129581" y="7"/>
                    <a:pt x="129791" y="0"/>
                    <a:pt x="130000" y="0"/>
                  </a:cubicBezTo>
                  <a:close/>
                  <a:moveTo>
                    <a:pt x="160000" y="70000"/>
                  </a:moveTo>
                  <a:lnTo>
                    <a:pt x="20000" y="70000"/>
                  </a:lnTo>
                  <a:lnTo>
                    <a:pt x="20000" y="166250"/>
                  </a:lnTo>
                  <a:cubicBezTo>
                    <a:pt x="20000" y="173300"/>
                    <a:pt x="23860" y="179110"/>
                    <a:pt x="28830" y="179910"/>
                  </a:cubicBezTo>
                  <a:lnTo>
                    <a:pt x="30000" y="180000"/>
                  </a:lnTo>
                  <a:lnTo>
                    <a:pt x="150000" y="180000"/>
                  </a:lnTo>
                  <a:cubicBezTo>
                    <a:pt x="155130" y="180000"/>
                    <a:pt x="159360" y="174700"/>
                    <a:pt x="159930" y="167850"/>
                  </a:cubicBezTo>
                  <a:lnTo>
                    <a:pt x="160000" y="166250"/>
                  </a:lnTo>
                  <a:lnTo>
                    <a:pt x="160000" y="7000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30" name="probe-tabler-calendar-part-2"/>
            <p:cNvSpPr/>
            <p:nvPr/>
          </p:nvSpPr>
          <p:spPr>
            <a:xfrm>
              <a:off x="100011" y="120000"/>
              <a:ext cx="29989" cy="49989"/>
            </a:xfrm>
            <a:custGeom>
              <a:avLst/>
              <a:gdLst/>
              <a:ahLst/>
              <a:cxnLst/>
              <a:rect l="0" t="0" r="r" b="b"/>
              <a:pathLst>
                <a:path w="29989" h="49989">
                  <a:moveTo>
                    <a:pt x="19989" y="0"/>
                  </a:moveTo>
                  <a:cubicBezTo>
                    <a:pt x="20191" y="0"/>
                    <a:pt x="20393" y="6"/>
                    <a:pt x="20594" y="18"/>
                  </a:cubicBezTo>
                  <a:cubicBezTo>
                    <a:pt x="20796" y="31"/>
                    <a:pt x="20997" y="49"/>
                    <a:pt x="21197" y="73"/>
                  </a:cubicBezTo>
                  <a:cubicBezTo>
                    <a:pt x="21397" y="98"/>
                    <a:pt x="21597" y="128"/>
                    <a:pt x="21796" y="165"/>
                  </a:cubicBezTo>
                  <a:cubicBezTo>
                    <a:pt x="21994" y="201"/>
                    <a:pt x="22192" y="244"/>
                    <a:pt x="22388" y="292"/>
                  </a:cubicBezTo>
                  <a:cubicBezTo>
                    <a:pt x="22584" y="341"/>
                    <a:pt x="22778" y="395"/>
                    <a:pt x="22971" y="455"/>
                  </a:cubicBezTo>
                  <a:cubicBezTo>
                    <a:pt x="23163" y="516"/>
                    <a:pt x="23354" y="582"/>
                    <a:pt x="23543" y="653"/>
                  </a:cubicBezTo>
                  <a:cubicBezTo>
                    <a:pt x="23732" y="725"/>
                    <a:pt x="23918" y="803"/>
                    <a:pt x="24102" y="886"/>
                  </a:cubicBezTo>
                  <a:cubicBezTo>
                    <a:pt x="24286" y="969"/>
                    <a:pt x="24467" y="1057"/>
                    <a:pt x="24646" y="1151"/>
                  </a:cubicBezTo>
                  <a:cubicBezTo>
                    <a:pt x="24825" y="1245"/>
                    <a:pt x="25000" y="1345"/>
                    <a:pt x="25173" y="1450"/>
                  </a:cubicBezTo>
                  <a:cubicBezTo>
                    <a:pt x="25346" y="1554"/>
                    <a:pt x="25515" y="1664"/>
                    <a:pt x="25681" y="1779"/>
                  </a:cubicBezTo>
                  <a:cubicBezTo>
                    <a:pt x="25847" y="1894"/>
                    <a:pt x="26009" y="2014"/>
                    <a:pt x="26168" y="2139"/>
                  </a:cubicBezTo>
                  <a:cubicBezTo>
                    <a:pt x="26327" y="2263"/>
                    <a:pt x="26482" y="2393"/>
                    <a:pt x="26633" y="2527"/>
                  </a:cubicBezTo>
                  <a:cubicBezTo>
                    <a:pt x="26783" y="2661"/>
                    <a:pt x="26930" y="2800"/>
                    <a:pt x="27073" y="2943"/>
                  </a:cubicBezTo>
                  <a:cubicBezTo>
                    <a:pt x="27215" y="3086"/>
                    <a:pt x="27353" y="3233"/>
                    <a:pt x="27487" y="3385"/>
                  </a:cubicBezTo>
                  <a:cubicBezTo>
                    <a:pt x="27620" y="3536"/>
                    <a:pt x="27749" y="3692"/>
                    <a:pt x="27873" y="3851"/>
                  </a:cubicBezTo>
                  <a:cubicBezTo>
                    <a:pt x="27998" y="4010"/>
                    <a:pt x="28117" y="4173"/>
                    <a:pt x="28231" y="4339"/>
                  </a:cubicBezTo>
                  <a:cubicBezTo>
                    <a:pt x="28345" y="4506"/>
                    <a:pt x="28455" y="4676"/>
                    <a:pt x="28559" y="4849"/>
                  </a:cubicBezTo>
                  <a:cubicBezTo>
                    <a:pt x="28663" y="5022"/>
                    <a:pt x="28761" y="5198"/>
                    <a:pt x="28855" y="5377"/>
                  </a:cubicBezTo>
                  <a:cubicBezTo>
                    <a:pt x="28948" y="5556"/>
                    <a:pt x="29036" y="5738"/>
                    <a:pt x="29118" y="5922"/>
                  </a:cubicBezTo>
                  <a:cubicBezTo>
                    <a:pt x="29201" y="6106"/>
                    <a:pt x="29277" y="6293"/>
                    <a:pt x="29348" y="6482"/>
                  </a:cubicBezTo>
                  <a:cubicBezTo>
                    <a:pt x="29419" y="6671"/>
                    <a:pt x="29485" y="6862"/>
                    <a:pt x="29544" y="7055"/>
                  </a:cubicBezTo>
                  <a:cubicBezTo>
                    <a:pt x="29604" y="7248"/>
                    <a:pt x="29657" y="7442"/>
                    <a:pt x="29705" y="7639"/>
                  </a:cubicBezTo>
                  <a:cubicBezTo>
                    <a:pt x="29752" y="7835"/>
                    <a:pt x="29794" y="8032"/>
                    <a:pt x="29830" y="8231"/>
                  </a:cubicBezTo>
                  <a:cubicBezTo>
                    <a:pt x="29866" y="8430"/>
                    <a:pt x="29895" y="8630"/>
                    <a:pt x="29919" y="8830"/>
                  </a:cubicBezTo>
                  <a:lnTo>
                    <a:pt x="29989" y="10000"/>
                  </a:lnTo>
                  <a:lnTo>
                    <a:pt x="29989" y="40000"/>
                  </a:lnTo>
                  <a:cubicBezTo>
                    <a:pt x="29989" y="40206"/>
                    <a:pt x="29982" y="40411"/>
                    <a:pt x="29969" y="40616"/>
                  </a:cubicBezTo>
                  <a:cubicBezTo>
                    <a:pt x="29956" y="40822"/>
                    <a:pt x="29937" y="41026"/>
                    <a:pt x="29912" y="41230"/>
                  </a:cubicBezTo>
                  <a:cubicBezTo>
                    <a:pt x="29886" y="41434"/>
                    <a:pt x="29854" y="41637"/>
                    <a:pt x="29816" y="41840"/>
                  </a:cubicBezTo>
                  <a:cubicBezTo>
                    <a:pt x="29778" y="42042"/>
                    <a:pt x="29734" y="42242"/>
                    <a:pt x="29683" y="42442"/>
                  </a:cubicBezTo>
                  <a:cubicBezTo>
                    <a:pt x="29633" y="42641"/>
                    <a:pt x="29576" y="42839"/>
                    <a:pt x="29514" y="43035"/>
                  </a:cubicBezTo>
                  <a:cubicBezTo>
                    <a:pt x="29451" y="43230"/>
                    <a:pt x="29383" y="43424"/>
                    <a:pt x="29308" y="43616"/>
                  </a:cubicBezTo>
                  <a:cubicBezTo>
                    <a:pt x="29233" y="43807"/>
                    <a:pt x="29153" y="43997"/>
                    <a:pt x="29067" y="44183"/>
                  </a:cubicBezTo>
                  <a:cubicBezTo>
                    <a:pt x="28980" y="44370"/>
                    <a:pt x="28888" y="44554"/>
                    <a:pt x="28791" y="44735"/>
                  </a:cubicBezTo>
                  <a:cubicBezTo>
                    <a:pt x="28693" y="44916"/>
                    <a:pt x="28590" y="45094"/>
                    <a:pt x="28482" y="45268"/>
                  </a:cubicBezTo>
                  <a:cubicBezTo>
                    <a:pt x="28373" y="45443"/>
                    <a:pt x="28259" y="45614"/>
                    <a:pt x="28140" y="45782"/>
                  </a:cubicBezTo>
                  <a:cubicBezTo>
                    <a:pt x="28021" y="45949"/>
                    <a:pt x="27897" y="46113"/>
                    <a:pt x="27768" y="46273"/>
                  </a:cubicBezTo>
                  <a:cubicBezTo>
                    <a:pt x="27638" y="46433"/>
                    <a:pt x="27504" y="46589"/>
                    <a:pt x="27365" y="46741"/>
                  </a:cubicBezTo>
                  <a:cubicBezTo>
                    <a:pt x="27227" y="46892"/>
                    <a:pt x="27083" y="47040"/>
                    <a:pt x="26935" y="47183"/>
                  </a:cubicBezTo>
                  <a:cubicBezTo>
                    <a:pt x="26787" y="47325"/>
                    <a:pt x="26635" y="47464"/>
                    <a:pt x="26479" y="47597"/>
                  </a:cubicBezTo>
                  <a:cubicBezTo>
                    <a:pt x="26322" y="47730"/>
                    <a:pt x="26162" y="47859"/>
                    <a:pt x="25997" y="47983"/>
                  </a:cubicBezTo>
                  <a:cubicBezTo>
                    <a:pt x="25833" y="48106"/>
                    <a:pt x="25665" y="48225"/>
                    <a:pt x="25493" y="48338"/>
                  </a:cubicBezTo>
                  <a:cubicBezTo>
                    <a:pt x="25322" y="48451"/>
                    <a:pt x="25146" y="48559"/>
                    <a:pt x="24968" y="48661"/>
                  </a:cubicBezTo>
                  <a:cubicBezTo>
                    <a:pt x="24790" y="48763"/>
                    <a:pt x="24608" y="48860"/>
                    <a:pt x="24424" y="48952"/>
                  </a:cubicBezTo>
                  <a:cubicBezTo>
                    <a:pt x="24240" y="49043"/>
                    <a:pt x="24053" y="49128"/>
                    <a:pt x="23863" y="49208"/>
                  </a:cubicBezTo>
                  <a:cubicBezTo>
                    <a:pt x="23674" y="49288"/>
                    <a:pt x="23482" y="49361"/>
                    <a:pt x="23288" y="49429"/>
                  </a:cubicBezTo>
                  <a:cubicBezTo>
                    <a:pt x="23094" y="49497"/>
                    <a:pt x="22897" y="49559"/>
                    <a:pt x="22700" y="49615"/>
                  </a:cubicBezTo>
                  <a:cubicBezTo>
                    <a:pt x="22502" y="49670"/>
                    <a:pt x="22302" y="49720"/>
                    <a:pt x="22101" y="49763"/>
                  </a:cubicBezTo>
                  <a:cubicBezTo>
                    <a:pt x="21900" y="49807"/>
                    <a:pt x="21698" y="49844"/>
                    <a:pt x="21495" y="49875"/>
                  </a:cubicBezTo>
                  <a:cubicBezTo>
                    <a:pt x="21291" y="49906"/>
                    <a:pt x="21087" y="49931"/>
                    <a:pt x="20882" y="49949"/>
                  </a:cubicBezTo>
                  <a:cubicBezTo>
                    <a:pt x="20678" y="49967"/>
                    <a:pt x="20472" y="49979"/>
                    <a:pt x="20267" y="49985"/>
                  </a:cubicBezTo>
                  <a:cubicBezTo>
                    <a:pt x="20061" y="49991"/>
                    <a:pt x="19856" y="49990"/>
                    <a:pt x="19650" y="49983"/>
                  </a:cubicBezTo>
                  <a:cubicBezTo>
                    <a:pt x="19445" y="49976"/>
                    <a:pt x="19240" y="49963"/>
                    <a:pt x="19035" y="49943"/>
                  </a:cubicBezTo>
                  <a:cubicBezTo>
                    <a:pt x="18830" y="49924"/>
                    <a:pt x="18626" y="49898"/>
                    <a:pt x="18423" y="49866"/>
                  </a:cubicBezTo>
                  <a:cubicBezTo>
                    <a:pt x="18220" y="49833"/>
                    <a:pt x="18018" y="49795"/>
                    <a:pt x="17817" y="49750"/>
                  </a:cubicBezTo>
                  <a:cubicBezTo>
                    <a:pt x="17617" y="49706"/>
                    <a:pt x="17417" y="49655"/>
                    <a:pt x="17220" y="49598"/>
                  </a:cubicBezTo>
                  <a:cubicBezTo>
                    <a:pt x="17022" y="49541"/>
                    <a:pt x="16826" y="49478"/>
                    <a:pt x="16633" y="49409"/>
                  </a:cubicBezTo>
                  <a:cubicBezTo>
                    <a:pt x="16439" y="49340"/>
                    <a:pt x="16248" y="49265"/>
                    <a:pt x="16059" y="49184"/>
                  </a:cubicBezTo>
                  <a:cubicBezTo>
                    <a:pt x="15870" y="49103"/>
                    <a:pt x="15683" y="49017"/>
                    <a:pt x="15499" y="48924"/>
                  </a:cubicBezTo>
                  <a:cubicBezTo>
                    <a:pt x="15316" y="48832"/>
                    <a:pt x="15135" y="48734"/>
                    <a:pt x="14957" y="48631"/>
                  </a:cubicBezTo>
                  <a:cubicBezTo>
                    <a:pt x="14779" y="48527"/>
                    <a:pt x="14605" y="48418"/>
                    <a:pt x="14434" y="48304"/>
                  </a:cubicBezTo>
                  <a:cubicBezTo>
                    <a:pt x="14263" y="48190"/>
                    <a:pt x="14096" y="48070"/>
                    <a:pt x="13932" y="47946"/>
                  </a:cubicBezTo>
                  <a:cubicBezTo>
                    <a:pt x="13768" y="47821"/>
                    <a:pt x="13609" y="47692"/>
                    <a:pt x="13453" y="47557"/>
                  </a:cubicBezTo>
                  <a:cubicBezTo>
                    <a:pt x="13298" y="47423"/>
                    <a:pt x="13146" y="47284"/>
                    <a:pt x="12999" y="47140"/>
                  </a:cubicBezTo>
                  <a:cubicBezTo>
                    <a:pt x="12852" y="46997"/>
                    <a:pt x="12709" y="46848"/>
                    <a:pt x="12572" y="46696"/>
                  </a:cubicBezTo>
                  <a:cubicBezTo>
                    <a:pt x="12434" y="46543"/>
                    <a:pt x="12300" y="46387"/>
                    <a:pt x="12172" y="46226"/>
                  </a:cubicBezTo>
                  <a:cubicBezTo>
                    <a:pt x="12044" y="46065"/>
                    <a:pt x="11921" y="45901"/>
                    <a:pt x="11803" y="45732"/>
                  </a:cubicBezTo>
                  <a:cubicBezTo>
                    <a:pt x="11685" y="45564"/>
                    <a:pt x="11572" y="45392"/>
                    <a:pt x="11464" y="45217"/>
                  </a:cubicBezTo>
                  <a:cubicBezTo>
                    <a:pt x="11357" y="45041"/>
                    <a:pt x="11255" y="44863"/>
                    <a:pt x="11158" y="44681"/>
                  </a:cubicBezTo>
                  <a:cubicBezTo>
                    <a:pt x="11062" y="44500"/>
                    <a:pt x="10971" y="44315"/>
                    <a:pt x="10886" y="44128"/>
                  </a:cubicBezTo>
                  <a:cubicBezTo>
                    <a:pt x="10801" y="43941"/>
                    <a:pt x="10721" y="43751"/>
                    <a:pt x="10648" y="43559"/>
                  </a:cubicBezTo>
                  <a:cubicBezTo>
                    <a:pt x="10575" y="43367"/>
                    <a:pt x="10507" y="43173"/>
                    <a:pt x="10446" y="42977"/>
                  </a:cubicBezTo>
                  <a:cubicBezTo>
                    <a:pt x="10384" y="42780"/>
                    <a:pt x="10329" y="42582"/>
                    <a:pt x="10280" y="42383"/>
                  </a:cubicBezTo>
                  <a:cubicBezTo>
                    <a:pt x="10230" y="42183"/>
                    <a:pt x="10187" y="41982"/>
                    <a:pt x="10151" y="41780"/>
                  </a:cubicBezTo>
                  <a:cubicBezTo>
                    <a:pt x="10114" y="41578"/>
                    <a:pt x="10083" y="41374"/>
                    <a:pt x="10059" y="41170"/>
                  </a:cubicBezTo>
                  <a:lnTo>
                    <a:pt x="9989" y="40000"/>
                  </a:lnTo>
                  <a:lnTo>
                    <a:pt x="9989" y="20000"/>
                  </a:lnTo>
                  <a:cubicBezTo>
                    <a:pt x="9783" y="20000"/>
                    <a:pt x="9578" y="19993"/>
                    <a:pt x="9373" y="19980"/>
                  </a:cubicBezTo>
                  <a:cubicBezTo>
                    <a:pt x="9167" y="19967"/>
                    <a:pt x="8963" y="19948"/>
                    <a:pt x="8759" y="19923"/>
                  </a:cubicBezTo>
                  <a:cubicBezTo>
                    <a:pt x="8555" y="19897"/>
                    <a:pt x="8351" y="19865"/>
                    <a:pt x="8149" y="19827"/>
                  </a:cubicBezTo>
                  <a:cubicBezTo>
                    <a:pt x="7947" y="19789"/>
                    <a:pt x="7746" y="19745"/>
                    <a:pt x="7547" y="19695"/>
                  </a:cubicBezTo>
                  <a:cubicBezTo>
                    <a:pt x="7348" y="19644"/>
                    <a:pt x="7150" y="19588"/>
                    <a:pt x="6954" y="19525"/>
                  </a:cubicBezTo>
                  <a:cubicBezTo>
                    <a:pt x="6758" y="19462"/>
                    <a:pt x="6565" y="19394"/>
                    <a:pt x="6373" y="19319"/>
                  </a:cubicBezTo>
                  <a:cubicBezTo>
                    <a:pt x="6181" y="19245"/>
                    <a:pt x="5992" y="19164"/>
                    <a:pt x="5806" y="19078"/>
                  </a:cubicBezTo>
                  <a:cubicBezTo>
                    <a:pt x="5619" y="18992"/>
                    <a:pt x="5435" y="18900"/>
                    <a:pt x="5254" y="18802"/>
                  </a:cubicBezTo>
                  <a:cubicBezTo>
                    <a:pt x="5073" y="18704"/>
                    <a:pt x="4895" y="18601"/>
                    <a:pt x="4720" y="18493"/>
                  </a:cubicBezTo>
                  <a:cubicBezTo>
                    <a:pt x="4546" y="18384"/>
                    <a:pt x="4375" y="18270"/>
                    <a:pt x="4207" y="18151"/>
                  </a:cubicBezTo>
                  <a:cubicBezTo>
                    <a:pt x="4039" y="18032"/>
                    <a:pt x="3876" y="17908"/>
                    <a:pt x="3716" y="17779"/>
                  </a:cubicBezTo>
                  <a:cubicBezTo>
                    <a:pt x="3556" y="17649"/>
                    <a:pt x="3400" y="17515"/>
                    <a:pt x="3248" y="17376"/>
                  </a:cubicBezTo>
                  <a:cubicBezTo>
                    <a:pt x="3096" y="17238"/>
                    <a:pt x="2949" y="17094"/>
                    <a:pt x="2806" y="16946"/>
                  </a:cubicBezTo>
                  <a:cubicBezTo>
                    <a:pt x="2664" y="16798"/>
                    <a:pt x="2525" y="16646"/>
                    <a:pt x="2392" y="16490"/>
                  </a:cubicBezTo>
                  <a:cubicBezTo>
                    <a:pt x="2258" y="16333"/>
                    <a:pt x="2130" y="16173"/>
                    <a:pt x="2006" y="16008"/>
                  </a:cubicBezTo>
                  <a:cubicBezTo>
                    <a:pt x="1883" y="15844"/>
                    <a:pt x="1764" y="15676"/>
                    <a:pt x="1651" y="15504"/>
                  </a:cubicBezTo>
                  <a:cubicBezTo>
                    <a:pt x="1538" y="15333"/>
                    <a:pt x="1430" y="15158"/>
                    <a:pt x="1328" y="14979"/>
                  </a:cubicBezTo>
                  <a:cubicBezTo>
                    <a:pt x="1225" y="14801"/>
                    <a:pt x="1129" y="14620"/>
                    <a:pt x="1037" y="14435"/>
                  </a:cubicBezTo>
                  <a:cubicBezTo>
                    <a:pt x="946" y="14251"/>
                    <a:pt x="861" y="14064"/>
                    <a:pt x="781" y="13874"/>
                  </a:cubicBezTo>
                  <a:cubicBezTo>
                    <a:pt x="701" y="13685"/>
                    <a:pt x="628" y="13493"/>
                    <a:pt x="560" y="13299"/>
                  </a:cubicBezTo>
                  <a:cubicBezTo>
                    <a:pt x="492" y="13105"/>
                    <a:pt x="430" y="12909"/>
                    <a:pt x="374" y="12711"/>
                  </a:cubicBezTo>
                  <a:cubicBezTo>
                    <a:pt x="319" y="12513"/>
                    <a:pt x="269" y="12313"/>
                    <a:pt x="226" y="12112"/>
                  </a:cubicBezTo>
                  <a:cubicBezTo>
                    <a:pt x="182" y="11911"/>
                    <a:pt x="145" y="11709"/>
                    <a:pt x="114" y="11506"/>
                  </a:cubicBezTo>
                  <a:cubicBezTo>
                    <a:pt x="83" y="11303"/>
                    <a:pt x="58" y="11098"/>
                    <a:pt x="40" y="10894"/>
                  </a:cubicBezTo>
                  <a:cubicBezTo>
                    <a:pt x="22" y="10689"/>
                    <a:pt x="10" y="10483"/>
                    <a:pt x="4" y="10278"/>
                  </a:cubicBezTo>
                  <a:cubicBezTo>
                    <a:pt x="-2" y="10072"/>
                    <a:pt x="-1" y="9867"/>
                    <a:pt x="6" y="9661"/>
                  </a:cubicBezTo>
                  <a:cubicBezTo>
                    <a:pt x="13" y="9456"/>
                    <a:pt x="26" y="9251"/>
                    <a:pt x="46" y="9046"/>
                  </a:cubicBezTo>
                  <a:cubicBezTo>
                    <a:pt x="65" y="8841"/>
                    <a:pt x="91" y="8637"/>
                    <a:pt x="123" y="8434"/>
                  </a:cubicBezTo>
                  <a:cubicBezTo>
                    <a:pt x="156" y="8231"/>
                    <a:pt x="194" y="8029"/>
                    <a:pt x="239" y="7828"/>
                  </a:cubicBezTo>
                  <a:cubicBezTo>
                    <a:pt x="283" y="7628"/>
                    <a:pt x="334" y="7428"/>
                    <a:pt x="391" y="7231"/>
                  </a:cubicBezTo>
                  <a:cubicBezTo>
                    <a:pt x="448" y="7033"/>
                    <a:pt x="511" y="6838"/>
                    <a:pt x="580" y="6644"/>
                  </a:cubicBezTo>
                  <a:cubicBezTo>
                    <a:pt x="649" y="6450"/>
                    <a:pt x="724" y="6259"/>
                    <a:pt x="805" y="6070"/>
                  </a:cubicBezTo>
                  <a:cubicBezTo>
                    <a:pt x="886" y="5881"/>
                    <a:pt x="972" y="5694"/>
                    <a:pt x="1064" y="5510"/>
                  </a:cubicBezTo>
                  <a:cubicBezTo>
                    <a:pt x="1157" y="5327"/>
                    <a:pt x="1255" y="5146"/>
                    <a:pt x="1358" y="4968"/>
                  </a:cubicBezTo>
                  <a:cubicBezTo>
                    <a:pt x="1462" y="4790"/>
                    <a:pt x="1571" y="4616"/>
                    <a:pt x="1685" y="4445"/>
                  </a:cubicBezTo>
                  <a:cubicBezTo>
                    <a:pt x="1799" y="4274"/>
                    <a:pt x="1918" y="4107"/>
                    <a:pt x="2043" y="3943"/>
                  </a:cubicBezTo>
                  <a:cubicBezTo>
                    <a:pt x="2168" y="3780"/>
                    <a:pt x="2297" y="3620"/>
                    <a:pt x="2431" y="3464"/>
                  </a:cubicBezTo>
                  <a:cubicBezTo>
                    <a:pt x="2566" y="3309"/>
                    <a:pt x="2705" y="3157"/>
                    <a:pt x="2849" y="3010"/>
                  </a:cubicBezTo>
                  <a:cubicBezTo>
                    <a:pt x="2992" y="2863"/>
                    <a:pt x="3141" y="2721"/>
                    <a:pt x="3293" y="2583"/>
                  </a:cubicBezTo>
                  <a:cubicBezTo>
                    <a:pt x="3446" y="2445"/>
                    <a:pt x="3602" y="2312"/>
                    <a:pt x="3763" y="2183"/>
                  </a:cubicBezTo>
                  <a:cubicBezTo>
                    <a:pt x="3924" y="2055"/>
                    <a:pt x="4088" y="1932"/>
                    <a:pt x="4257" y="1814"/>
                  </a:cubicBezTo>
                  <a:cubicBezTo>
                    <a:pt x="4425" y="1696"/>
                    <a:pt x="4597" y="1583"/>
                    <a:pt x="4772" y="1475"/>
                  </a:cubicBezTo>
                  <a:cubicBezTo>
                    <a:pt x="4947" y="1368"/>
                    <a:pt x="5126" y="1266"/>
                    <a:pt x="5308" y="1169"/>
                  </a:cubicBezTo>
                  <a:cubicBezTo>
                    <a:pt x="5489" y="1073"/>
                    <a:pt x="5674" y="982"/>
                    <a:pt x="5861" y="897"/>
                  </a:cubicBezTo>
                  <a:cubicBezTo>
                    <a:pt x="6048" y="812"/>
                    <a:pt x="6238" y="732"/>
                    <a:pt x="6430" y="659"/>
                  </a:cubicBezTo>
                  <a:cubicBezTo>
                    <a:pt x="6622" y="586"/>
                    <a:pt x="6816" y="518"/>
                    <a:pt x="7012" y="457"/>
                  </a:cubicBezTo>
                  <a:cubicBezTo>
                    <a:pt x="7208" y="395"/>
                    <a:pt x="7406" y="340"/>
                    <a:pt x="7606" y="291"/>
                  </a:cubicBezTo>
                  <a:cubicBezTo>
                    <a:pt x="7806" y="242"/>
                    <a:pt x="8007" y="198"/>
                    <a:pt x="8209" y="162"/>
                  </a:cubicBezTo>
                  <a:cubicBezTo>
                    <a:pt x="8411" y="125"/>
                    <a:pt x="8615" y="94"/>
                    <a:pt x="8819" y="70"/>
                  </a:cubicBezTo>
                  <a:lnTo>
                    <a:pt x="9989" y="0"/>
                  </a:lnTo>
                  <a:lnTo>
                    <a:pt x="19989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1" name="probe-tabler-calendar-event" descr="calendar-event — Tabler contributors; preserve the bundled full upstream license. Source: https://github.com/tabler/tabler-icons/blob/a4ce1404bc6d24d3c365afe7b258d6bf6f48d62d/icons/filled/calendar-event.svg; SVG SHA256: 35a6a2e55269cfa05b14478f6e296fb2f7d879bfbf0abbd791a8cbde421b9c25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2" name="probe-tabler-calendar-event-part-1"/>
            <p:cNvSpPr/>
            <p:nvPr/>
          </p:nvSpPr>
          <p:spPr>
            <a:xfrm>
              <a:off x="30000" y="20000"/>
              <a:ext cx="180000" cy="200000"/>
            </a:xfrm>
            <a:custGeom>
              <a:avLst/>
              <a:gdLst/>
              <a:ahLst/>
              <a:cxnLst/>
              <a:rect l="0" t="0" r="r" b="b"/>
              <a:pathLst>
                <a:path w="180000" h="200000">
                  <a:moveTo>
                    <a:pt x="130000" y="0"/>
                  </a:moveTo>
                  <a:cubicBezTo>
                    <a:pt x="130202" y="0"/>
                    <a:pt x="130404" y="6"/>
                    <a:pt x="130605" y="18"/>
                  </a:cubicBezTo>
                  <a:cubicBezTo>
                    <a:pt x="130807" y="31"/>
                    <a:pt x="131008" y="49"/>
                    <a:pt x="131208" y="73"/>
                  </a:cubicBezTo>
                  <a:cubicBezTo>
                    <a:pt x="131409" y="98"/>
                    <a:pt x="131608" y="128"/>
                    <a:pt x="131807" y="165"/>
                  </a:cubicBezTo>
                  <a:cubicBezTo>
                    <a:pt x="132005" y="201"/>
                    <a:pt x="132203" y="244"/>
                    <a:pt x="132399" y="292"/>
                  </a:cubicBezTo>
                  <a:cubicBezTo>
                    <a:pt x="132595" y="341"/>
                    <a:pt x="132789" y="395"/>
                    <a:pt x="132982" y="455"/>
                  </a:cubicBezTo>
                  <a:cubicBezTo>
                    <a:pt x="133174" y="516"/>
                    <a:pt x="133365" y="582"/>
                    <a:pt x="133554" y="653"/>
                  </a:cubicBezTo>
                  <a:cubicBezTo>
                    <a:pt x="133743" y="725"/>
                    <a:pt x="133929" y="803"/>
                    <a:pt x="134113" y="886"/>
                  </a:cubicBezTo>
                  <a:cubicBezTo>
                    <a:pt x="134297" y="969"/>
                    <a:pt x="134479" y="1057"/>
                    <a:pt x="134657" y="1151"/>
                  </a:cubicBezTo>
                  <a:cubicBezTo>
                    <a:pt x="134836" y="1245"/>
                    <a:pt x="135012" y="1345"/>
                    <a:pt x="135184" y="1450"/>
                  </a:cubicBezTo>
                  <a:cubicBezTo>
                    <a:pt x="135357" y="1554"/>
                    <a:pt x="135526" y="1664"/>
                    <a:pt x="135692" y="1779"/>
                  </a:cubicBezTo>
                  <a:cubicBezTo>
                    <a:pt x="135858" y="1894"/>
                    <a:pt x="136021" y="2014"/>
                    <a:pt x="136179" y="2139"/>
                  </a:cubicBezTo>
                  <a:cubicBezTo>
                    <a:pt x="136338" y="2263"/>
                    <a:pt x="136493" y="2393"/>
                    <a:pt x="136644" y="2527"/>
                  </a:cubicBezTo>
                  <a:cubicBezTo>
                    <a:pt x="136795" y="2661"/>
                    <a:pt x="136941" y="2800"/>
                    <a:pt x="137084" y="2943"/>
                  </a:cubicBezTo>
                  <a:cubicBezTo>
                    <a:pt x="137226" y="3086"/>
                    <a:pt x="137364" y="3233"/>
                    <a:pt x="137498" y="3385"/>
                  </a:cubicBezTo>
                  <a:cubicBezTo>
                    <a:pt x="137631" y="3536"/>
                    <a:pt x="137760" y="3692"/>
                    <a:pt x="137885" y="3851"/>
                  </a:cubicBezTo>
                  <a:cubicBezTo>
                    <a:pt x="138009" y="4010"/>
                    <a:pt x="138128" y="4173"/>
                    <a:pt x="138242" y="4339"/>
                  </a:cubicBezTo>
                  <a:cubicBezTo>
                    <a:pt x="138357" y="4506"/>
                    <a:pt x="138466" y="4676"/>
                    <a:pt x="138570" y="4849"/>
                  </a:cubicBezTo>
                  <a:cubicBezTo>
                    <a:pt x="138674" y="5022"/>
                    <a:pt x="138772" y="5198"/>
                    <a:pt x="138866" y="5377"/>
                  </a:cubicBezTo>
                  <a:cubicBezTo>
                    <a:pt x="138959" y="5556"/>
                    <a:pt x="139047" y="5738"/>
                    <a:pt x="139129" y="5922"/>
                  </a:cubicBezTo>
                  <a:cubicBezTo>
                    <a:pt x="139212" y="6106"/>
                    <a:pt x="139288" y="6293"/>
                    <a:pt x="139359" y="6482"/>
                  </a:cubicBezTo>
                  <a:cubicBezTo>
                    <a:pt x="139430" y="6671"/>
                    <a:pt x="139496" y="6862"/>
                    <a:pt x="139555" y="7055"/>
                  </a:cubicBezTo>
                  <a:cubicBezTo>
                    <a:pt x="139615" y="7248"/>
                    <a:pt x="139668" y="7442"/>
                    <a:pt x="139716" y="7639"/>
                  </a:cubicBezTo>
                  <a:cubicBezTo>
                    <a:pt x="139764" y="7835"/>
                    <a:pt x="139805" y="8032"/>
                    <a:pt x="139841" y="8231"/>
                  </a:cubicBezTo>
                  <a:cubicBezTo>
                    <a:pt x="139877" y="8430"/>
                    <a:pt x="139906" y="8630"/>
                    <a:pt x="139930" y="8830"/>
                  </a:cubicBezTo>
                  <a:lnTo>
                    <a:pt x="140000" y="10000"/>
                  </a:lnTo>
                  <a:lnTo>
                    <a:pt x="140000" y="20000"/>
                  </a:lnTo>
                  <a:lnTo>
                    <a:pt x="150000" y="20000"/>
                  </a:lnTo>
                  <a:cubicBezTo>
                    <a:pt x="150605" y="20000"/>
                    <a:pt x="151210" y="20018"/>
                    <a:pt x="151813" y="20055"/>
                  </a:cubicBezTo>
                  <a:cubicBezTo>
                    <a:pt x="152417" y="20091"/>
                    <a:pt x="153020" y="20146"/>
                    <a:pt x="153620" y="20219"/>
                  </a:cubicBezTo>
                  <a:cubicBezTo>
                    <a:pt x="154221" y="20292"/>
                    <a:pt x="154819" y="20383"/>
                    <a:pt x="155414" y="20492"/>
                  </a:cubicBezTo>
                  <a:cubicBezTo>
                    <a:pt x="156009" y="20601"/>
                    <a:pt x="156600" y="20728"/>
                    <a:pt x="157188" y="20873"/>
                  </a:cubicBezTo>
                  <a:cubicBezTo>
                    <a:pt x="157775" y="21018"/>
                    <a:pt x="158358" y="21181"/>
                    <a:pt x="158935" y="21361"/>
                  </a:cubicBezTo>
                  <a:cubicBezTo>
                    <a:pt x="159513" y="21541"/>
                    <a:pt x="160085" y="21739"/>
                    <a:pt x="160650" y="21953"/>
                  </a:cubicBezTo>
                  <a:cubicBezTo>
                    <a:pt x="161216" y="22168"/>
                    <a:pt x="161775" y="22400"/>
                    <a:pt x="162326" y="22648"/>
                  </a:cubicBezTo>
                  <a:cubicBezTo>
                    <a:pt x="162878" y="22897"/>
                    <a:pt x="163421" y="23162"/>
                    <a:pt x="163957" y="23443"/>
                  </a:cubicBezTo>
                  <a:cubicBezTo>
                    <a:pt x="164492" y="23725"/>
                    <a:pt x="165019" y="24022"/>
                    <a:pt x="165537" y="24336"/>
                  </a:cubicBezTo>
                  <a:cubicBezTo>
                    <a:pt x="166054" y="24649"/>
                    <a:pt x="166562" y="24978"/>
                    <a:pt x="167060" y="25322"/>
                  </a:cubicBezTo>
                  <a:cubicBezTo>
                    <a:pt x="167557" y="25666"/>
                    <a:pt x="168044" y="26024"/>
                    <a:pt x="168520" y="26398"/>
                  </a:cubicBezTo>
                  <a:cubicBezTo>
                    <a:pt x="168996" y="26771"/>
                    <a:pt x="169461" y="27159"/>
                    <a:pt x="169913" y="27560"/>
                  </a:cubicBezTo>
                  <a:cubicBezTo>
                    <a:pt x="170366" y="27962"/>
                    <a:pt x="170806" y="28377"/>
                    <a:pt x="171233" y="28805"/>
                  </a:cubicBezTo>
                  <a:cubicBezTo>
                    <a:pt x="171661" y="29233"/>
                    <a:pt x="172075" y="29674"/>
                    <a:pt x="172476" y="30127"/>
                  </a:cubicBezTo>
                  <a:cubicBezTo>
                    <a:pt x="172876" y="30580"/>
                    <a:pt x="173263" y="31046"/>
                    <a:pt x="173636" y="31522"/>
                  </a:cubicBezTo>
                  <a:cubicBezTo>
                    <a:pt x="174008" y="31999"/>
                    <a:pt x="174366" y="32486"/>
                    <a:pt x="174710" y="32985"/>
                  </a:cubicBezTo>
                  <a:cubicBezTo>
                    <a:pt x="175053" y="33483"/>
                    <a:pt x="175381" y="33991"/>
                    <a:pt x="175693" y="34509"/>
                  </a:cubicBezTo>
                  <a:cubicBezTo>
                    <a:pt x="176005" y="35027"/>
                    <a:pt x="176302" y="35555"/>
                    <a:pt x="176582" y="36091"/>
                  </a:cubicBezTo>
                  <a:cubicBezTo>
                    <a:pt x="176863" y="36627"/>
                    <a:pt x="177127" y="37171"/>
                    <a:pt x="177375" y="37723"/>
                  </a:cubicBezTo>
                  <a:cubicBezTo>
                    <a:pt x="177622" y="38275"/>
                    <a:pt x="177853" y="38834"/>
                    <a:pt x="178067" y="39400"/>
                  </a:cubicBezTo>
                  <a:cubicBezTo>
                    <a:pt x="178280" y="39966"/>
                    <a:pt x="178477" y="40538"/>
                    <a:pt x="178656" y="41116"/>
                  </a:cubicBezTo>
                  <a:cubicBezTo>
                    <a:pt x="178835" y="41694"/>
                    <a:pt x="178997" y="42277"/>
                    <a:pt x="179141" y="42864"/>
                  </a:cubicBezTo>
                  <a:cubicBezTo>
                    <a:pt x="179285" y="43452"/>
                    <a:pt x="179411" y="44044"/>
                    <a:pt x="179519" y="44639"/>
                  </a:cubicBezTo>
                  <a:cubicBezTo>
                    <a:pt x="179627" y="45234"/>
                    <a:pt x="179717" y="45832"/>
                    <a:pt x="179789" y="46433"/>
                  </a:cubicBezTo>
                  <a:cubicBezTo>
                    <a:pt x="179861" y="47033"/>
                    <a:pt x="179915" y="47636"/>
                    <a:pt x="179950" y="48240"/>
                  </a:cubicBezTo>
                  <a:lnTo>
                    <a:pt x="180000" y="50000"/>
                  </a:lnTo>
                  <a:lnTo>
                    <a:pt x="180000" y="170000"/>
                  </a:lnTo>
                  <a:cubicBezTo>
                    <a:pt x="180000" y="170605"/>
                    <a:pt x="179982" y="171210"/>
                    <a:pt x="179945" y="171813"/>
                  </a:cubicBezTo>
                  <a:cubicBezTo>
                    <a:pt x="179909" y="172417"/>
                    <a:pt x="179854" y="173020"/>
                    <a:pt x="179781" y="173620"/>
                  </a:cubicBezTo>
                  <a:cubicBezTo>
                    <a:pt x="179708" y="174221"/>
                    <a:pt x="179617" y="174819"/>
                    <a:pt x="179508" y="175414"/>
                  </a:cubicBezTo>
                  <a:cubicBezTo>
                    <a:pt x="179399" y="176009"/>
                    <a:pt x="179272" y="176600"/>
                    <a:pt x="179127" y="177188"/>
                  </a:cubicBezTo>
                  <a:cubicBezTo>
                    <a:pt x="178982" y="177775"/>
                    <a:pt x="178819" y="178358"/>
                    <a:pt x="178639" y="178935"/>
                  </a:cubicBezTo>
                  <a:cubicBezTo>
                    <a:pt x="178459" y="179513"/>
                    <a:pt x="178261" y="180085"/>
                    <a:pt x="178047" y="180650"/>
                  </a:cubicBezTo>
                  <a:cubicBezTo>
                    <a:pt x="177832" y="181216"/>
                    <a:pt x="177600" y="181775"/>
                    <a:pt x="177352" y="182326"/>
                  </a:cubicBezTo>
                  <a:cubicBezTo>
                    <a:pt x="177103" y="182878"/>
                    <a:pt x="176838" y="183421"/>
                    <a:pt x="176557" y="183957"/>
                  </a:cubicBezTo>
                  <a:cubicBezTo>
                    <a:pt x="176275" y="184492"/>
                    <a:pt x="175978" y="185019"/>
                    <a:pt x="175664" y="185537"/>
                  </a:cubicBezTo>
                  <a:cubicBezTo>
                    <a:pt x="175351" y="186054"/>
                    <a:pt x="175022" y="186562"/>
                    <a:pt x="174678" y="187060"/>
                  </a:cubicBezTo>
                  <a:cubicBezTo>
                    <a:pt x="174334" y="187557"/>
                    <a:pt x="173976" y="188044"/>
                    <a:pt x="173602" y="188520"/>
                  </a:cubicBezTo>
                  <a:cubicBezTo>
                    <a:pt x="173229" y="188996"/>
                    <a:pt x="172841" y="189461"/>
                    <a:pt x="172440" y="189913"/>
                  </a:cubicBezTo>
                  <a:cubicBezTo>
                    <a:pt x="172038" y="190366"/>
                    <a:pt x="171623" y="190806"/>
                    <a:pt x="171195" y="191233"/>
                  </a:cubicBezTo>
                  <a:cubicBezTo>
                    <a:pt x="170767" y="191661"/>
                    <a:pt x="170326" y="192075"/>
                    <a:pt x="169873" y="192476"/>
                  </a:cubicBezTo>
                  <a:cubicBezTo>
                    <a:pt x="169420" y="192876"/>
                    <a:pt x="168954" y="193263"/>
                    <a:pt x="168478" y="193636"/>
                  </a:cubicBezTo>
                  <a:cubicBezTo>
                    <a:pt x="168001" y="194008"/>
                    <a:pt x="167514" y="194366"/>
                    <a:pt x="167015" y="194710"/>
                  </a:cubicBezTo>
                  <a:cubicBezTo>
                    <a:pt x="166517" y="195053"/>
                    <a:pt x="166009" y="195381"/>
                    <a:pt x="165491" y="195693"/>
                  </a:cubicBezTo>
                  <a:cubicBezTo>
                    <a:pt x="164973" y="196005"/>
                    <a:pt x="164445" y="196302"/>
                    <a:pt x="163909" y="196582"/>
                  </a:cubicBezTo>
                  <a:cubicBezTo>
                    <a:pt x="163373" y="196863"/>
                    <a:pt x="162829" y="197127"/>
                    <a:pt x="162277" y="197375"/>
                  </a:cubicBezTo>
                  <a:cubicBezTo>
                    <a:pt x="161725" y="197622"/>
                    <a:pt x="161166" y="197853"/>
                    <a:pt x="160600" y="198067"/>
                  </a:cubicBezTo>
                  <a:cubicBezTo>
                    <a:pt x="160034" y="198280"/>
                    <a:pt x="159462" y="198477"/>
                    <a:pt x="158884" y="198656"/>
                  </a:cubicBezTo>
                  <a:cubicBezTo>
                    <a:pt x="158306" y="198835"/>
                    <a:pt x="157723" y="198997"/>
                    <a:pt x="157136" y="199141"/>
                  </a:cubicBezTo>
                  <a:cubicBezTo>
                    <a:pt x="156548" y="199285"/>
                    <a:pt x="155956" y="199411"/>
                    <a:pt x="155361" y="199519"/>
                  </a:cubicBezTo>
                  <a:cubicBezTo>
                    <a:pt x="154766" y="199627"/>
                    <a:pt x="154168" y="199717"/>
                    <a:pt x="153567" y="199789"/>
                  </a:cubicBezTo>
                  <a:cubicBezTo>
                    <a:pt x="152967" y="199861"/>
                    <a:pt x="152364" y="199915"/>
                    <a:pt x="151760" y="199950"/>
                  </a:cubicBezTo>
                  <a:lnTo>
                    <a:pt x="150000" y="200000"/>
                  </a:lnTo>
                  <a:lnTo>
                    <a:pt x="30000" y="200000"/>
                  </a:lnTo>
                  <a:cubicBezTo>
                    <a:pt x="29395" y="200000"/>
                    <a:pt x="28790" y="199982"/>
                    <a:pt x="28187" y="199945"/>
                  </a:cubicBezTo>
                  <a:cubicBezTo>
                    <a:pt x="27583" y="199909"/>
                    <a:pt x="26980" y="199854"/>
                    <a:pt x="26380" y="199781"/>
                  </a:cubicBezTo>
                  <a:cubicBezTo>
                    <a:pt x="25779" y="199708"/>
                    <a:pt x="25181" y="199617"/>
                    <a:pt x="24586" y="199508"/>
                  </a:cubicBezTo>
                  <a:cubicBezTo>
                    <a:pt x="23991" y="199399"/>
                    <a:pt x="23400" y="199272"/>
                    <a:pt x="22812" y="199127"/>
                  </a:cubicBezTo>
                  <a:cubicBezTo>
                    <a:pt x="22225" y="198982"/>
                    <a:pt x="21642" y="198819"/>
                    <a:pt x="21065" y="198639"/>
                  </a:cubicBezTo>
                  <a:cubicBezTo>
                    <a:pt x="20487" y="198459"/>
                    <a:pt x="19915" y="198261"/>
                    <a:pt x="19350" y="198047"/>
                  </a:cubicBezTo>
                  <a:cubicBezTo>
                    <a:pt x="18784" y="197832"/>
                    <a:pt x="18225" y="197600"/>
                    <a:pt x="17674" y="197352"/>
                  </a:cubicBezTo>
                  <a:cubicBezTo>
                    <a:pt x="17122" y="197103"/>
                    <a:pt x="16579" y="196838"/>
                    <a:pt x="16043" y="196557"/>
                  </a:cubicBezTo>
                  <a:cubicBezTo>
                    <a:pt x="15508" y="196275"/>
                    <a:pt x="14981" y="195978"/>
                    <a:pt x="14463" y="195664"/>
                  </a:cubicBezTo>
                  <a:cubicBezTo>
                    <a:pt x="13946" y="195351"/>
                    <a:pt x="13438" y="195022"/>
                    <a:pt x="12940" y="194678"/>
                  </a:cubicBezTo>
                  <a:cubicBezTo>
                    <a:pt x="12443" y="194334"/>
                    <a:pt x="11956" y="193976"/>
                    <a:pt x="11480" y="193602"/>
                  </a:cubicBezTo>
                  <a:cubicBezTo>
                    <a:pt x="11004" y="193229"/>
                    <a:pt x="10539" y="192841"/>
                    <a:pt x="10087" y="192440"/>
                  </a:cubicBezTo>
                  <a:cubicBezTo>
                    <a:pt x="9634" y="192038"/>
                    <a:pt x="9194" y="191623"/>
                    <a:pt x="8767" y="191195"/>
                  </a:cubicBezTo>
                  <a:cubicBezTo>
                    <a:pt x="8339" y="190767"/>
                    <a:pt x="7925" y="190326"/>
                    <a:pt x="7524" y="189873"/>
                  </a:cubicBezTo>
                  <a:cubicBezTo>
                    <a:pt x="7124" y="189420"/>
                    <a:pt x="6737" y="188954"/>
                    <a:pt x="6364" y="188478"/>
                  </a:cubicBezTo>
                  <a:cubicBezTo>
                    <a:pt x="5992" y="188001"/>
                    <a:pt x="5634" y="187514"/>
                    <a:pt x="5290" y="187015"/>
                  </a:cubicBezTo>
                  <a:cubicBezTo>
                    <a:pt x="4947" y="186517"/>
                    <a:pt x="4619" y="186009"/>
                    <a:pt x="4307" y="185491"/>
                  </a:cubicBezTo>
                  <a:cubicBezTo>
                    <a:pt x="3995" y="184973"/>
                    <a:pt x="3698" y="184445"/>
                    <a:pt x="3418" y="183909"/>
                  </a:cubicBezTo>
                  <a:cubicBezTo>
                    <a:pt x="3137" y="183373"/>
                    <a:pt x="2873" y="182829"/>
                    <a:pt x="2625" y="182277"/>
                  </a:cubicBezTo>
                  <a:cubicBezTo>
                    <a:pt x="2378" y="181725"/>
                    <a:pt x="2147" y="181166"/>
                    <a:pt x="1933" y="180600"/>
                  </a:cubicBezTo>
                  <a:cubicBezTo>
                    <a:pt x="1720" y="180034"/>
                    <a:pt x="1523" y="179462"/>
                    <a:pt x="1344" y="178884"/>
                  </a:cubicBezTo>
                  <a:cubicBezTo>
                    <a:pt x="1165" y="178306"/>
                    <a:pt x="1003" y="177723"/>
                    <a:pt x="859" y="177136"/>
                  </a:cubicBezTo>
                  <a:cubicBezTo>
                    <a:pt x="715" y="176548"/>
                    <a:pt x="589" y="175956"/>
                    <a:pt x="481" y="175361"/>
                  </a:cubicBezTo>
                  <a:cubicBezTo>
                    <a:pt x="373" y="174766"/>
                    <a:pt x="283" y="174168"/>
                    <a:pt x="211" y="173567"/>
                  </a:cubicBezTo>
                  <a:cubicBezTo>
                    <a:pt x="139" y="172967"/>
                    <a:pt x="85" y="172364"/>
                    <a:pt x="50" y="171760"/>
                  </a:cubicBezTo>
                  <a:lnTo>
                    <a:pt x="0" y="170000"/>
                  </a:lnTo>
                  <a:lnTo>
                    <a:pt x="0" y="50000"/>
                  </a:lnTo>
                  <a:cubicBezTo>
                    <a:pt x="0" y="49395"/>
                    <a:pt x="18" y="48790"/>
                    <a:pt x="55" y="48187"/>
                  </a:cubicBezTo>
                  <a:cubicBezTo>
                    <a:pt x="91" y="47583"/>
                    <a:pt x="146" y="46980"/>
                    <a:pt x="219" y="46380"/>
                  </a:cubicBezTo>
                  <a:cubicBezTo>
                    <a:pt x="292" y="45779"/>
                    <a:pt x="383" y="45181"/>
                    <a:pt x="492" y="44586"/>
                  </a:cubicBezTo>
                  <a:cubicBezTo>
                    <a:pt x="601" y="43991"/>
                    <a:pt x="728" y="43400"/>
                    <a:pt x="873" y="42812"/>
                  </a:cubicBezTo>
                  <a:cubicBezTo>
                    <a:pt x="1018" y="42225"/>
                    <a:pt x="1181" y="41642"/>
                    <a:pt x="1361" y="41065"/>
                  </a:cubicBezTo>
                  <a:cubicBezTo>
                    <a:pt x="1541" y="40487"/>
                    <a:pt x="1739" y="39915"/>
                    <a:pt x="1953" y="39350"/>
                  </a:cubicBezTo>
                  <a:cubicBezTo>
                    <a:pt x="2168" y="38784"/>
                    <a:pt x="2400" y="38225"/>
                    <a:pt x="2648" y="37674"/>
                  </a:cubicBezTo>
                  <a:cubicBezTo>
                    <a:pt x="2897" y="37122"/>
                    <a:pt x="3162" y="36579"/>
                    <a:pt x="3443" y="36043"/>
                  </a:cubicBezTo>
                  <a:cubicBezTo>
                    <a:pt x="3725" y="35508"/>
                    <a:pt x="4022" y="34981"/>
                    <a:pt x="4336" y="34463"/>
                  </a:cubicBezTo>
                  <a:cubicBezTo>
                    <a:pt x="4649" y="33946"/>
                    <a:pt x="4978" y="33438"/>
                    <a:pt x="5322" y="32940"/>
                  </a:cubicBezTo>
                  <a:cubicBezTo>
                    <a:pt x="5666" y="32443"/>
                    <a:pt x="6024" y="31956"/>
                    <a:pt x="6398" y="31480"/>
                  </a:cubicBezTo>
                  <a:cubicBezTo>
                    <a:pt x="6771" y="31004"/>
                    <a:pt x="7159" y="30539"/>
                    <a:pt x="7560" y="30087"/>
                  </a:cubicBezTo>
                  <a:cubicBezTo>
                    <a:pt x="7962" y="29634"/>
                    <a:pt x="8377" y="29194"/>
                    <a:pt x="8805" y="28767"/>
                  </a:cubicBezTo>
                  <a:cubicBezTo>
                    <a:pt x="9233" y="28339"/>
                    <a:pt x="9674" y="27925"/>
                    <a:pt x="10127" y="27524"/>
                  </a:cubicBezTo>
                  <a:cubicBezTo>
                    <a:pt x="10580" y="27124"/>
                    <a:pt x="11046" y="26737"/>
                    <a:pt x="11522" y="26364"/>
                  </a:cubicBezTo>
                  <a:cubicBezTo>
                    <a:pt x="11999" y="25992"/>
                    <a:pt x="12486" y="25634"/>
                    <a:pt x="12985" y="25290"/>
                  </a:cubicBezTo>
                  <a:cubicBezTo>
                    <a:pt x="13483" y="24947"/>
                    <a:pt x="13991" y="24619"/>
                    <a:pt x="14509" y="24307"/>
                  </a:cubicBezTo>
                  <a:cubicBezTo>
                    <a:pt x="15027" y="23995"/>
                    <a:pt x="15555" y="23698"/>
                    <a:pt x="16091" y="23418"/>
                  </a:cubicBezTo>
                  <a:cubicBezTo>
                    <a:pt x="16627" y="23137"/>
                    <a:pt x="17171" y="22873"/>
                    <a:pt x="17723" y="22625"/>
                  </a:cubicBezTo>
                  <a:cubicBezTo>
                    <a:pt x="18275" y="22378"/>
                    <a:pt x="18834" y="22147"/>
                    <a:pt x="19400" y="21933"/>
                  </a:cubicBezTo>
                  <a:cubicBezTo>
                    <a:pt x="19966" y="21720"/>
                    <a:pt x="20538" y="21523"/>
                    <a:pt x="21116" y="21344"/>
                  </a:cubicBezTo>
                  <a:cubicBezTo>
                    <a:pt x="21694" y="21165"/>
                    <a:pt x="22277" y="21003"/>
                    <a:pt x="22864" y="20859"/>
                  </a:cubicBezTo>
                  <a:cubicBezTo>
                    <a:pt x="23452" y="20715"/>
                    <a:pt x="24044" y="20589"/>
                    <a:pt x="24639" y="20481"/>
                  </a:cubicBezTo>
                  <a:cubicBezTo>
                    <a:pt x="25234" y="20373"/>
                    <a:pt x="25832" y="20283"/>
                    <a:pt x="26433" y="20211"/>
                  </a:cubicBezTo>
                  <a:cubicBezTo>
                    <a:pt x="27033" y="20139"/>
                    <a:pt x="27636" y="20085"/>
                    <a:pt x="28240" y="20050"/>
                  </a:cubicBezTo>
                  <a:lnTo>
                    <a:pt x="30000" y="20000"/>
                  </a:lnTo>
                  <a:lnTo>
                    <a:pt x="40000" y="20000"/>
                  </a:lnTo>
                  <a:lnTo>
                    <a:pt x="40000" y="10000"/>
                  </a:lnTo>
                  <a:cubicBezTo>
                    <a:pt x="40000" y="9794"/>
                    <a:pt x="40007" y="9589"/>
                    <a:pt x="40020" y="9384"/>
                  </a:cubicBezTo>
                  <a:cubicBezTo>
                    <a:pt x="40033" y="9178"/>
                    <a:pt x="40052" y="8974"/>
                    <a:pt x="40077" y="8770"/>
                  </a:cubicBezTo>
                  <a:cubicBezTo>
                    <a:pt x="40103" y="8566"/>
                    <a:pt x="40135" y="8363"/>
                    <a:pt x="40173" y="8160"/>
                  </a:cubicBezTo>
                  <a:cubicBezTo>
                    <a:pt x="40211" y="7958"/>
                    <a:pt x="40255" y="7758"/>
                    <a:pt x="40305" y="7558"/>
                  </a:cubicBezTo>
                  <a:cubicBezTo>
                    <a:pt x="40356" y="7359"/>
                    <a:pt x="40412" y="7161"/>
                    <a:pt x="40475" y="6965"/>
                  </a:cubicBezTo>
                  <a:cubicBezTo>
                    <a:pt x="40538" y="6770"/>
                    <a:pt x="40606" y="6576"/>
                    <a:pt x="40681" y="6384"/>
                  </a:cubicBezTo>
                  <a:cubicBezTo>
                    <a:pt x="40755" y="6193"/>
                    <a:pt x="40836" y="6003"/>
                    <a:pt x="40922" y="5817"/>
                  </a:cubicBezTo>
                  <a:cubicBezTo>
                    <a:pt x="41008" y="5630"/>
                    <a:pt x="41100" y="5446"/>
                    <a:pt x="41198" y="5265"/>
                  </a:cubicBezTo>
                  <a:cubicBezTo>
                    <a:pt x="41296" y="5084"/>
                    <a:pt x="41399" y="4906"/>
                    <a:pt x="41507" y="4732"/>
                  </a:cubicBezTo>
                  <a:cubicBezTo>
                    <a:pt x="41616" y="4557"/>
                    <a:pt x="41730" y="4386"/>
                    <a:pt x="41849" y="4218"/>
                  </a:cubicBezTo>
                  <a:cubicBezTo>
                    <a:pt x="41968" y="4051"/>
                    <a:pt x="42092" y="3887"/>
                    <a:pt x="42221" y="3727"/>
                  </a:cubicBezTo>
                  <a:cubicBezTo>
                    <a:pt x="42351" y="3567"/>
                    <a:pt x="42485" y="3411"/>
                    <a:pt x="42624" y="3259"/>
                  </a:cubicBezTo>
                  <a:cubicBezTo>
                    <a:pt x="42762" y="3108"/>
                    <a:pt x="42906" y="2960"/>
                    <a:pt x="43054" y="2817"/>
                  </a:cubicBezTo>
                  <a:cubicBezTo>
                    <a:pt x="43202" y="2675"/>
                    <a:pt x="43354" y="2536"/>
                    <a:pt x="43510" y="2403"/>
                  </a:cubicBezTo>
                  <a:cubicBezTo>
                    <a:pt x="43667" y="2270"/>
                    <a:pt x="43827" y="2141"/>
                    <a:pt x="43992" y="2017"/>
                  </a:cubicBezTo>
                  <a:cubicBezTo>
                    <a:pt x="44156" y="1894"/>
                    <a:pt x="44324" y="1775"/>
                    <a:pt x="44496" y="1662"/>
                  </a:cubicBezTo>
                  <a:cubicBezTo>
                    <a:pt x="44667" y="1549"/>
                    <a:pt x="44842" y="1441"/>
                    <a:pt x="45021" y="1339"/>
                  </a:cubicBezTo>
                  <a:cubicBezTo>
                    <a:pt x="45199" y="1237"/>
                    <a:pt x="45380" y="1140"/>
                    <a:pt x="45565" y="1048"/>
                  </a:cubicBezTo>
                  <a:cubicBezTo>
                    <a:pt x="45749" y="957"/>
                    <a:pt x="45936" y="872"/>
                    <a:pt x="46126" y="792"/>
                  </a:cubicBezTo>
                  <a:cubicBezTo>
                    <a:pt x="46315" y="712"/>
                    <a:pt x="46507" y="639"/>
                    <a:pt x="46701" y="571"/>
                  </a:cubicBezTo>
                  <a:cubicBezTo>
                    <a:pt x="46895" y="503"/>
                    <a:pt x="47091" y="441"/>
                    <a:pt x="47289" y="385"/>
                  </a:cubicBezTo>
                  <a:cubicBezTo>
                    <a:pt x="47487" y="330"/>
                    <a:pt x="47687" y="280"/>
                    <a:pt x="47888" y="237"/>
                  </a:cubicBezTo>
                  <a:cubicBezTo>
                    <a:pt x="48089" y="193"/>
                    <a:pt x="48291" y="156"/>
                    <a:pt x="48494" y="125"/>
                  </a:cubicBezTo>
                  <a:cubicBezTo>
                    <a:pt x="48697" y="94"/>
                    <a:pt x="48902" y="69"/>
                    <a:pt x="49106" y="51"/>
                  </a:cubicBezTo>
                  <a:cubicBezTo>
                    <a:pt x="49311" y="33"/>
                    <a:pt x="49517" y="21"/>
                    <a:pt x="49722" y="15"/>
                  </a:cubicBezTo>
                  <a:cubicBezTo>
                    <a:pt x="49928" y="9"/>
                    <a:pt x="50133" y="10"/>
                    <a:pt x="50339" y="17"/>
                  </a:cubicBezTo>
                  <a:cubicBezTo>
                    <a:pt x="50544" y="24"/>
                    <a:pt x="50749" y="37"/>
                    <a:pt x="50954" y="57"/>
                  </a:cubicBezTo>
                  <a:cubicBezTo>
                    <a:pt x="51159" y="76"/>
                    <a:pt x="51363" y="102"/>
                    <a:pt x="51566" y="134"/>
                  </a:cubicBezTo>
                  <a:cubicBezTo>
                    <a:pt x="51769" y="167"/>
                    <a:pt x="51971" y="205"/>
                    <a:pt x="52172" y="250"/>
                  </a:cubicBezTo>
                  <a:cubicBezTo>
                    <a:pt x="52372" y="294"/>
                    <a:pt x="52572" y="345"/>
                    <a:pt x="52769" y="402"/>
                  </a:cubicBezTo>
                  <a:cubicBezTo>
                    <a:pt x="52967" y="459"/>
                    <a:pt x="53162" y="522"/>
                    <a:pt x="53356" y="591"/>
                  </a:cubicBezTo>
                  <a:cubicBezTo>
                    <a:pt x="53550" y="660"/>
                    <a:pt x="53741" y="735"/>
                    <a:pt x="53930" y="816"/>
                  </a:cubicBezTo>
                  <a:cubicBezTo>
                    <a:pt x="54119" y="897"/>
                    <a:pt x="54306" y="983"/>
                    <a:pt x="54490" y="1076"/>
                  </a:cubicBezTo>
                  <a:cubicBezTo>
                    <a:pt x="54673" y="1168"/>
                    <a:pt x="54854" y="1266"/>
                    <a:pt x="55032" y="1369"/>
                  </a:cubicBezTo>
                  <a:cubicBezTo>
                    <a:pt x="55210" y="1473"/>
                    <a:pt x="55384" y="1582"/>
                    <a:pt x="55555" y="1696"/>
                  </a:cubicBezTo>
                  <a:cubicBezTo>
                    <a:pt x="55726" y="1810"/>
                    <a:pt x="55893" y="1930"/>
                    <a:pt x="56057" y="2054"/>
                  </a:cubicBezTo>
                  <a:cubicBezTo>
                    <a:pt x="56220" y="2179"/>
                    <a:pt x="56380" y="2308"/>
                    <a:pt x="56536" y="2443"/>
                  </a:cubicBezTo>
                  <a:cubicBezTo>
                    <a:pt x="56691" y="2577"/>
                    <a:pt x="56843" y="2716"/>
                    <a:pt x="56990" y="2860"/>
                  </a:cubicBezTo>
                  <a:cubicBezTo>
                    <a:pt x="57137" y="3003"/>
                    <a:pt x="57279" y="3152"/>
                    <a:pt x="57417" y="3304"/>
                  </a:cubicBezTo>
                  <a:cubicBezTo>
                    <a:pt x="57555" y="3457"/>
                    <a:pt x="57688" y="3613"/>
                    <a:pt x="57817" y="3774"/>
                  </a:cubicBezTo>
                  <a:cubicBezTo>
                    <a:pt x="57945" y="3935"/>
                    <a:pt x="58068" y="4099"/>
                    <a:pt x="58186" y="4268"/>
                  </a:cubicBezTo>
                  <a:cubicBezTo>
                    <a:pt x="58304" y="4436"/>
                    <a:pt x="58417" y="4608"/>
                    <a:pt x="58525" y="4783"/>
                  </a:cubicBezTo>
                  <a:cubicBezTo>
                    <a:pt x="58632" y="4959"/>
                    <a:pt x="58734" y="5137"/>
                    <a:pt x="58831" y="5319"/>
                  </a:cubicBezTo>
                  <a:cubicBezTo>
                    <a:pt x="58927" y="5500"/>
                    <a:pt x="59018" y="5685"/>
                    <a:pt x="59103" y="5872"/>
                  </a:cubicBezTo>
                  <a:cubicBezTo>
                    <a:pt x="59188" y="6059"/>
                    <a:pt x="59268" y="6249"/>
                    <a:pt x="59341" y="6441"/>
                  </a:cubicBezTo>
                  <a:cubicBezTo>
                    <a:pt x="59414" y="6633"/>
                    <a:pt x="59482" y="6827"/>
                    <a:pt x="59543" y="7023"/>
                  </a:cubicBezTo>
                  <a:cubicBezTo>
                    <a:pt x="59605" y="7220"/>
                    <a:pt x="59660" y="7418"/>
                    <a:pt x="59709" y="7617"/>
                  </a:cubicBezTo>
                  <a:cubicBezTo>
                    <a:pt x="59758" y="7817"/>
                    <a:pt x="59802" y="8018"/>
                    <a:pt x="59838" y="8220"/>
                  </a:cubicBezTo>
                  <a:cubicBezTo>
                    <a:pt x="59875" y="8422"/>
                    <a:pt x="59906" y="8626"/>
                    <a:pt x="59930" y="8830"/>
                  </a:cubicBezTo>
                  <a:lnTo>
                    <a:pt x="60000" y="10000"/>
                  </a:lnTo>
                  <a:lnTo>
                    <a:pt x="60000" y="20000"/>
                  </a:lnTo>
                  <a:lnTo>
                    <a:pt x="120000" y="20000"/>
                  </a:lnTo>
                  <a:lnTo>
                    <a:pt x="120000" y="10000"/>
                  </a:lnTo>
                  <a:cubicBezTo>
                    <a:pt x="120000" y="9791"/>
                    <a:pt x="120007" y="9581"/>
                    <a:pt x="120020" y="9372"/>
                  </a:cubicBezTo>
                  <a:cubicBezTo>
                    <a:pt x="120033" y="9163"/>
                    <a:pt x="120053" y="8954"/>
                    <a:pt x="120079" y="8747"/>
                  </a:cubicBezTo>
                  <a:cubicBezTo>
                    <a:pt x="120105" y="8539"/>
                    <a:pt x="120138" y="8332"/>
                    <a:pt x="120177" y="8126"/>
                  </a:cubicBezTo>
                  <a:cubicBezTo>
                    <a:pt x="120216" y="7920"/>
                    <a:pt x="120262" y="7716"/>
                    <a:pt x="120314" y="7513"/>
                  </a:cubicBezTo>
                  <a:cubicBezTo>
                    <a:pt x="120366" y="7310"/>
                    <a:pt x="120425" y="7109"/>
                    <a:pt x="120489" y="6910"/>
                  </a:cubicBezTo>
                  <a:cubicBezTo>
                    <a:pt x="120554" y="6711"/>
                    <a:pt x="120625" y="6514"/>
                    <a:pt x="120702" y="6319"/>
                  </a:cubicBezTo>
                  <a:cubicBezTo>
                    <a:pt x="120779" y="6124"/>
                    <a:pt x="120863" y="5932"/>
                    <a:pt x="120952" y="5742"/>
                  </a:cubicBezTo>
                  <a:cubicBezTo>
                    <a:pt x="121041" y="5553"/>
                    <a:pt x="121136" y="5366"/>
                    <a:pt x="121237" y="5182"/>
                  </a:cubicBezTo>
                  <a:cubicBezTo>
                    <a:pt x="121338" y="4999"/>
                    <a:pt x="121444" y="4819"/>
                    <a:pt x="121557" y="4642"/>
                  </a:cubicBezTo>
                  <a:cubicBezTo>
                    <a:pt x="121669" y="4465"/>
                    <a:pt x="121787" y="4292"/>
                    <a:pt x="121910" y="4122"/>
                  </a:cubicBezTo>
                  <a:cubicBezTo>
                    <a:pt x="122033" y="3953"/>
                    <a:pt x="122161" y="3787"/>
                    <a:pt x="122295" y="3626"/>
                  </a:cubicBezTo>
                  <a:cubicBezTo>
                    <a:pt x="122428" y="3464"/>
                    <a:pt x="122567" y="3307"/>
                    <a:pt x="122710" y="3155"/>
                  </a:cubicBezTo>
                  <a:cubicBezTo>
                    <a:pt x="122854" y="3002"/>
                    <a:pt x="123002" y="2854"/>
                    <a:pt x="123155" y="2710"/>
                  </a:cubicBezTo>
                  <a:cubicBezTo>
                    <a:pt x="123307" y="2567"/>
                    <a:pt x="123464" y="2428"/>
                    <a:pt x="123626" y="2295"/>
                  </a:cubicBezTo>
                  <a:cubicBezTo>
                    <a:pt x="123787" y="2161"/>
                    <a:pt x="123953" y="2033"/>
                    <a:pt x="124122" y="1910"/>
                  </a:cubicBezTo>
                  <a:cubicBezTo>
                    <a:pt x="124292" y="1787"/>
                    <a:pt x="124465" y="1669"/>
                    <a:pt x="124642" y="1557"/>
                  </a:cubicBezTo>
                  <a:cubicBezTo>
                    <a:pt x="124819" y="1444"/>
                    <a:pt x="124999" y="1338"/>
                    <a:pt x="125182" y="1237"/>
                  </a:cubicBezTo>
                  <a:cubicBezTo>
                    <a:pt x="125366" y="1136"/>
                    <a:pt x="125553" y="1041"/>
                    <a:pt x="125742" y="952"/>
                  </a:cubicBezTo>
                  <a:cubicBezTo>
                    <a:pt x="125932" y="863"/>
                    <a:pt x="126124" y="779"/>
                    <a:pt x="126319" y="702"/>
                  </a:cubicBezTo>
                  <a:cubicBezTo>
                    <a:pt x="126514" y="625"/>
                    <a:pt x="126711" y="554"/>
                    <a:pt x="126910" y="489"/>
                  </a:cubicBezTo>
                  <a:cubicBezTo>
                    <a:pt x="127109" y="425"/>
                    <a:pt x="127310" y="366"/>
                    <a:pt x="127513" y="314"/>
                  </a:cubicBezTo>
                  <a:cubicBezTo>
                    <a:pt x="127716" y="262"/>
                    <a:pt x="127920" y="216"/>
                    <a:pt x="128126" y="177"/>
                  </a:cubicBezTo>
                  <a:cubicBezTo>
                    <a:pt x="128332" y="138"/>
                    <a:pt x="128539" y="105"/>
                    <a:pt x="128747" y="79"/>
                  </a:cubicBezTo>
                  <a:cubicBezTo>
                    <a:pt x="128954" y="53"/>
                    <a:pt x="129163" y="33"/>
                    <a:pt x="129372" y="20"/>
                  </a:cubicBezTo>
                  <a:cubicBezTo>
                    <a:pt x="129581" y="7"/>
                    <a:pt x="129791" y="0"/>
                    <a:pt x="130000" y="0"/>
                  </a:cubicBezTo>
                  <a:moveTo>
                    <a:pt x="160000" y="80000"/>
                  </a:moveTo>
                  <a:lnTo>
                    <a:pt x="20000" y="80000"/>
                  </a:lnTo>
                  <a:lnTo>
                    <a:pt x="20000" y="166250"/>
                  </a:lnTo>
                  <a:cubicBezTo>
                    <a:pt x="20000" y="173300"/>
                    <a:pt x="23860" y="179110"/>
                    <a:pt x="28830" y="179910"/>
                  </a:cubicBezTo>
                  <a:lnTo>
                    <a:pt x="30000" y="180000"/>
                  </a:lnTo>
                  <a:lnTo>
                    <a:pt x="150000" y="180000"/>
                  </a:lnTo>
                  <a:cubicBezTo>
                    <a:pt x="155130" y="180000"/>
                    <a:pt x="159360" y="174700"/>
                    <a:pt x="159930" y="167850"/>
                  </a:cubicBezTo>
                  <a:lnTo>
                    <a:pt x="160000" y="166250"/>
                  </a:lnTo>
                  <a:close/>
                  <a:moveTo>
                    <a:pt x="70000" y="120000"/>
                  </a:moveTo>
                  <a:cubicBezTo>
                    <a:pt x="70209" y="120000"/>
                    <a:pt x="70419" y="120007"/>
                    <a:pt x="70628" y="120020"/>
                  </a:cubicBezTo>
                  <a:cubicBezTo>
                    <a:pt x="70837" y="120033"/>
                    <a:pt x="71046" y="120053"/>
                    <a:pt x="71253" y="120079"/>
                  </a:cubicBezTo>
                  <a:cubicBezTo>
                    <a:pt x="71461" y="120105"/>
                    <a:pt x="71668" y="120138"/>
                    <a:pt x="71874" y="120177"/>
                  </a:cubicBezTo>
                  <a:cubicBezTo>
                    <a:pt x="72080" y="120216"/>
                    <a:pt x="72284" y="120262"/>
                    <a:pt x="72487" y="120314"/>
                  </a:cubicBezTo>
                  <a:cubicBezTo>
                    <a:pt x="72690" y="120366"/>
                    <a:pt x="72891" y="120425"/>
                    <a:pt x="73090" y="120489"/>
                  </a:cubicBezTo>
                  <a:cubicBezTo>
                    <a:pt x="73289" y="120554"/>
                    <a:pt x="73486" y="120625"/>
                    <a:pt x="73681" y="120702"/>
                  </a:cubicBezTo>
                  <a:cubicBezTo>
                    <a:pt x="73876" y="120779"/>
                    <a:pt x="74068" y="120863"/>
                    <a:pt x="74258" y="120952"/>
                  </a:cubicBezTo>
                  <a:cubicBezTo>
                    <a:pt x="74447" y="121041"/>
                    <a:pt x="74634" y="121136"/>
                    <a:pt x="74818" y="121237"/>
                  </a:cubicBezTo>
                  <a:cubicBezTo>
                    <a:pt x="75001" y="121338"/>
                    <a:pt x="75181" y="121444"/>
                    <a:pt x="75358" y="121557"/>
                  </a:cubicBezTo>
                  <a:cubicBezTo>
                    <a:pt x="75535" y="121669"/>
                    <a:pt x="75708" y="121787"/>
                    <a:pt x="75878" y="121910"/>
                  </a:cubicBezTo>
                  <a:cubicBezTo>
                    <a:pt x="76047" y="122033"/>
                    <a:pt x="76213" y="122161"/>
                    <a:pt x="76374" y="122295"/>
                  </a:cubicBezTo>
                  <a:cubicBezTo>
                    <a:pt x="76536" y="122428"/>
                    <a:pt x="76693" y="122567"/>
                    <a:pt x="76845" y="122710"/>
                  </a:cubicBezTo>
                  <a:cubicBezTo>
                    <a:pt x="76998" y="122854"/>
                    <a:pt x="77146" y="123002"/>
                    <a:pt x="77290" y="123155"/>
                  </a:cubicBezTo>
                  <a:cubicBezTo>
                    <a:pt x="77433" y="123307"/>
                    <a:pt x="77572" y="123464"/>
                    <a:pt x="77705" y="123626"/>
                  </a:cubicBezTo>
                  <a:cubicBezTo>
                    <a:pt x="77839" y="123787"/>
                    <a:pt x="77967" y="123953"/>
                    <a:pt x="78090" y="124122"/>
                  </a:cubicBezTo>
                  <a:cubicBezTo>
                    <a:pt x="78213" y="124292"/>
                    <a:pt x="78331" y="124465"/>
                    <a:pt x="78443" y="124642"/>
                  </a:cubicBezTo>
                  <a:cubicBezTo>
                    <a:pt x="78556" y="124819"/>
                    <a:pt x="78662" y="124999"/>
                    <a:pt x="78763" y="125182"/>
                  </a:cubicBezTo>
                  <a:cubicBezTo>
                    <a:pt x="78864" y="125366"/>
                    <a:pt x="78959" y="125553"/>
                    <a:pt x="79048" y="125742"/>
                  </a:cubicBezTo>
                  <a:cubicBezTo>
                    <a:pt x="79137" y="125932"/>
                    <a:pt x="79221" y="126124"/>
                    <a:pt x="79298" y="126319"/>
                  </a:cubicBezTo>
                  <a:cubicBezTo>
                    <a:pt x="79375" y="126514"/>
                    <a:pt x="79446" y="126711"/>
                    <a:pt x="79511" y="126910"/>
                  </a:cubicBezTo>
                  <a:cubicBezTo>
                    <a:pt x="79575" y="127109"/>
                    <a:pt x="79634" y="127310"/>
                    <a:pt x="79686" y="127513"/>
                  </a:cubicBezTo>
                  <a:cubicBezTo>
                    <a:pt x="79738" y="127716"/>
                    <a:pt x="79784" y="127920"/>
                    <a:pt x="79823" y="128126"/>
                  </a:cubicBezTo>
                  <a:cubicBezTo>
                    <a:pt x="79862" y="128332"/>
                    <a:pt x="79895" y="128539"/>
                    <a:pt x="79921" y="128747"/>
                  </a:cubicBezTo>
                  <a:cubicBezTo>
                    <a:pt x="79947" y="128954"/>
                    <a:pt x="79967" y="129163"/>
                    <a:pt x="79980" y="129372"/>
                  </a:cubicBezTo>
                  <a:cubicBezTo>
                    <a:pt x="79993" y="129581"/>
                    <a:pt x="80000" y="129791"/>
                    <a:pt x="80000" y="130000"/>
                  </a:cubicBezTo>
                  <a:lnTo>
                    <a:pt x="80000" y="150000"/>
                  </a:lnTo>
                  <a:cubicBezTo>
                    <a:pt x="80000" y="150209"/>
                    <a:pt x="79993" y="150419"/>
                    <a:pt x="79980" y="150628"/>
                  </a:cubicBezTo>
                  <a:cubicBezTo>
                    <a:pt x="79967" y="150837"/>
                    <a:pt x="79947" y="151046"/>
                    <a:pt x="79921" y="151253"/>
                  </a:cubicBezTo>
                  <a:cubicBezTo>
                    <a:pt x="79895" y="151461"/>
                    <a:pt x="79862" y="151668"/>
                    <a:pt x="79823" y="151874"/>
                  </a:cubicBezTo>
                  <a:cubicBezTo>
                    <a:pt x="79784" y="152080"/>
                    <a:pt x="79738" y="152284"/>
                    <a:pt x="79686" y="152487"/>
                  </a:cubicBezTo>
                  <a:cubicBezTo>
                    <a:pt x="79634" y="152690"/>
                    <a:pt x="79575" y="152891"/>
                    <a:pt x="79511" y="153090"/>
                  </a:cubicBezTo>
                  <a:cubicBezTo>
                    <a:pt x="79446" y="153289"/>
                    <a:pt x="79375" y="153486"/>
                    <a:pt x="79298" y="153681"/>
                  </a:cubicBezTo>
                  <a:cubicBezTo>
                    <a:pt x="79221" y="153876"/>
                    <a:pt x="79137" y="154068"/>
                    <a:pt x="79048" y="154258"/>
                  </a:cubicBezTo>
                  <a:cubicBezTo>
                    <a:pt x="78959" y="154447"/>
                    <a:pt x="78864" y="154634"/>
                    <a:pt x="78763" y="154818"/>
                  </a:cubicBezTo>
                  <a:cubicBezTo>
                    <a:pt x="78662" y="155001"/>
                    <a:pt x="78556" y="155181"/>
                    <a:pt x="78443" y="155358"/>
                  </a:cubicBezTo>
                  <a:cubicBezTo>
                    <a:pt x="78331" y="155535"/>
                    <a:pt x="78213" y="155708"/>
                    <a:pt x="78090" y="155878"/>
                  </a:cubicBezTo>
                  <a:cubicBezTo>
                    <a:pt x="77967" y="156047"/>
                    <a:pt x="77839" y="156213"/>
                    <a:pt x="77705" y="156374"/>
                  </a:cubicBezTo>
                  <a:cubicBezTo>
                    <a:pt x="77572" y="156536"/>
                    <a:pt x="77433" y="156693"/>
                    <a:pt x="77290" y="156845"/>
                  </a:cubicBezTo>
                  <a:cubicBezTo>
                    <a:pt x="77146" y="156998"/>
                    <a:pt x="76998" y="157146"/>
                    <a:pt x="76845" y="157290"/>
                  </a:cubicBezTo>
                  <a:cubicBezTo>
                    <a:pt x="76693" y="157433"/>
                    <a:pt x="76536" y="157572"/>
                    <a:pt x="76374" y="157705"/>
                  </a:cubicBezTo>
                  <a:cubicBezTo>
                    <a:pt x="76213" y="157839"/>
                    <a:pt x="76047" y="157967"/>
                    <a:pt x="75878" y="158090"/>
                  </a:cubicBezTo>
                  <a:cubicBezTo>
                    <a:pt x="75708" y="158213"/>
                    <a:pt x="75535" y="158331"/>
                    <a:pt x="75358" y="158443"/>
                  </a:cubicBezTo>
                  <a:cubicBezTo>
                    <a:pt x="75181" y="158556"/>
                    <a:pt x="75001" y="158662"/>
                    <a:pt x="74818" y="158763"/>
                  </a:cubicBezTo>
                  <a:cubicBezTo>
                    <a:pt x="74634" y="158864"/>
                    <a:pt x="74447" y="158959"/>
                    <a:pt x="74258" y="159048"/>
                  </a:cubicBezTo>
                  <a:cubicBezTo>
                    <a:pt x="74068" y="159137"/>
                    <a:pt x="73876" y="159221"/>
                    <a:pt x="73681" y="159298"/>
                  </a:cubicBezTo>
                  <a:cubicBezTo>
                    <a:pt x="73486" y="159375"/>
                    <a:pt x="73289" y="159446"/>
                    <a:pt x="73090" y="159511"/>
                  </a:cubicBezTo>
                  <a:cubicBezTo>
                    <a:pt x="72891" y="159575"/>
                    <a:pt x="72690" y="159634"/>
                    <a:pt x="72487" y="159686"/>
                  </a:cubicBezTo>
                  <a:cubicBezTo>
                    <a:pt x="72284" y="159738"/>
                    <a:pt x="72080" y="159784"/>
                    <a:pt x="71874" y="159823"/>
                  </a:cubicBezTo>
                  <a:cubicBezTo>
                    <a:pt x="71668" y="159862"/>
                    <a:pt x="71461" y="159895"/>
                    <a:pt x="71253" y="159921"/>
                  </a:cubicBezTo>
                  <a:cubicBezTo>
                    <a:pt x="71046" y="159947"/>
                    <a:pt x="70837" y="159967"/>
                    <a:pt x="70628" y="159980"/>
                  </a:cubicBezTo>
                  <a:cubicBezTo>
                    <a:pt x="70419" y="159993"/>
                    <a:pt x="70209" y="160000"/>
                    <a:pt x="70000" y="160000"/>
                  </a:cubicBezTo>
                  <a:lnTo>
                    <a:pt x="50000" y="160000"/>
                  </a:lnTo>
                  <a:cubicBezTo>
                    <a:pt x="49791" y="160000"/>
                    <a:pt x="49581" y="159993"/>
                    <a:pt x="49372" y="159980"/>
                  </a:cubicBezTo>
                  <a:cubicBezTo>
                    <a:pt x="49163" y="159967"/>
                    <a:pt x="48954" y="159947"/>
                    <a:pt x="48747" y="159921"/>
                  </a:cubicBezTo>
                  <a:cubicBezTo>
                    <a:pt x="48539" y="159895"/>
                    <a:pt x="48332" y="159862"/>
                    <a:pt x="48126" y="159823"/>
                  </a:cubicBezTo>
                  <a:cubicBezTo>
                    <a:pt x="47920" y="159784"/>
                    <a:pt x="47716" y="159738"/>
                    <a:pt x="47513" y="159686"/>
                  </a:cubicBezTo>
                  <a:cubicBezTo>
                    <a:pt x="47310" y="159634"/>
                    <a:pt x="47109" y="159575"/>
                    <a:pt x="46910" y="159511"/>
                  </a:cubicBezTo>
                  <a:cubicBezTo>
                    <a:pt x="46711" y="159446"/>
                    <a:pt x="46514" y="159375"/>
                    <a:pt x="46319" y="159298"/>
                  </a:cubicBezTo>
                  <a:cubicBezTo>
                    <a:pt x="46124" y="159221"/>
                    <a:pt x="45932" y="159137"/>
                    <a:pt x="45742" y="159048"/>
                  </a:cubicBezTo>
                  <a:cubicBezTo>
                    <a:pt x="45553" y="158959"/>
                    <a:pt x="45366" y="158864"/>
                    <a:pt x="45182" y="158763"/>
                  </a:cubicBezTo>
                  <a:cubicBezTo>
                    <a:pt x="44999" y="158662"/>
                    <a:pt x="44819" y="158556"/>
                    <a:pt x="44642" y="158443"/>
                  </a:cubicBezTo>
                  <a:cubicBezTo>
                    <a:pt x="44465" y="158331"/>
                    <a:pt x="44292" y="158213"/>
                    <a:pt x="44122" y="158090"/>
                  </a:cubicBezTo>
                  <a:cubicBezTo>
                    <a:pt x="43953" y="157967"/>
                    <a:pt x="43787" y="157839"/>
                    <a:pt x="43626" y="157705"/>
                  </a:cubicBezTo>
                  <a:cubicBezTo>
                    <a:pt x="43464" y="157572"/>
                    <a:pt x="43307" y="157433"/>
                    <a:pt x="43155" y="157290"/>
                  </a:cubicBezTo>
                  <a:cubicBezTo>
                    <a:pt x="43002" y="157146"/>
                    <a:pt x="42854" y="156998"/>
                    <a:pt x="42710" y="156845"/>
                  </a:cubicBezTo>
                  <a:cubicBezTo>
                    <a:pt x="42567" y="156693"/>
                    <a:pt x="42428" y="156536"/>
                    <a:pt x="42295" y="156374"/>
                  </a:cubicBezTo>
                  <a:cubicBezTo>
                    <a:pt x="42161" y="156213"/>
                    <a:pt x="42033" y="156047"/>
                    <a:pt x="41910" y="155878"/>
                  </a:cubicBezTo>
                  <a:cubicBezTo>
                    <a:pt x="41787" y="155708"/>
                    <a:pt x="41669" y="155535"/>
                    <a:pt x="41557" y="155358"/>
                  </a:cubicBezTo>
                  <a:cubicBezTo>
                    <a:pt x="41444" y="155181"/>
                    <a:pt x="41338" y="155001"/>
                    <a:pt x="41237" y="154818"/>
                  </a:cubicBezTo>
                  <a:cubicBezTo>
                    <a:pt x="41136" y="154634"/>
                    <a:pt x="41041" y="154447"/>
                    <a:pt x="40952" y="154258"/>
                  </a:cubicBezTo>
                  <a:cubicBezTo>
                    <a:pt x="40863" y="154068"/>
                    <a:pt x="40779" y="153876"/>
                    <a:pt x="40702" y="153681"/>
                  </a:cubicBezTo>
                  <a:cubicBezTo>
                    <a:pt x="40625" y="153486"/>
                    <a:pt x="40554" y="153289"/>
                    <a:pt x="40489" y="153090"/>
                  </a:cubicBezTo>
                  <a:cubicBezTo>
                    <a:pt x="40425" y="152891"/>
                    <a:pt x="40366" y="152690"/>
                    <a:pt x="40314" y="152487"/>
                  </a:cubicBezTo>
                  <a:cubicBezTo>
                    <a:pt x="40262" y="152284"/>
                    <a:pt x="40216" y="152080"/>
                    <a:pt x="40177" y="151874"/>
                  </a:cubicBezTo>
                  <a:cubicBezTo>
                    <a:pt x="40138" y="151668"/>
                    <a:pt x="40105" y="151461"/>
                    <a:pt x="40079" y="151253"/>
                  </a:cubicBezTo>
                  <a:cubicBezTo>
                    <a:pt x="40053" y="151046"/>
                    <a:pt x="40033" y="150837"/>
                    <a:pt x="40020" y="150628"/>
                  </a:cubicBezTo>
                  <a:cubicBezTo>
                    <a:pt x="40007" y="150419"/>
                    <a:pt x="40000" y="150209"/>
                    <a:pt x="40000" y="150000"/>
                  </a:cubicBezTo>
                  <a:lnTo>
                    <a:pt x="40000" y="130000"/>
                  </a:lnTo>
                  <a:cubicBezTo>
                    <a:pt x="40000" y="129791"/>
                    <a:pt x="40007" y="129581"/>
                    <a:pt x="40020" y="129372"/>
                  </a:cubicBezTo>
                  <a:cubicBezTo>
                    <a:pt x="40033" y="129163"/>
                    <a:pt x="40053" y="128954"/>
                    <a:pt x="40079" y="128747"/>
                  </a:cubicBezTo>
                  <a:cubicBezTo>
                    <a:pt x="40105" y="128539"/>
                    <a:pt x="40138" y="128332"/>
                    <a:pt x="40177" y="128126"/>
                  </a:cubicBezTo>
                  <a:cubicBezTo>
                    <a:pt x="40216" y="127920"/>
                    <a:pt x="40262" y="127716"/>
                    <a:pt x="40314" y="127513"/>
                  </a:cubicBezTo>
                  <a:cubicBezTo>
                    <a:pt x="40366" y="127310"/>
                    <a:pt x="40425" y="127109"/>
                    <a:pt x="40489" y="126910"/>
                  </a:cubicBezTo>
                  <a:cubicBezTo>
                    <a:pt x="40554" y="126711"/>
                    <a:pt x="40625" y="126514"/>
                    <a:pt x="40702" y="126319"/>
                  </a:cubicBezTo>
                  <a:cubicBezTo>
                    <a:pt x="40779" y="126124"/>
                    <a:pt x="40863" y="125932"/>
                    <a:pt x="40952" y="125742"/>
                  </a:cubicBezTo>
                  <a:cubicBezTo>
                    <a:pt x="41041" y="125553"/>
                    <a:pt x="41136" y="125366"/>
                    <a:pt x="41237" y="125182"/>
                  </a:cubicBezTo>
                  <a:cubicBezTo>
                    <a:pt x="41338" y="124999"/>
                    <a:pt x="41444" y="124819"/>
                    <a:pt x="41557" y="124642"/>
                  </a:cubicBezTo>
                  <a:cubicBezTo>
                    <a:pt x="41669" y="124465"/>
                    <a:pt x="41787" y="124292"/>
                    <a:pt x="41910" y="124122"/>
                  </a:cubicBezTo>
                  <a:cubicBezTo>
                    <a:pt x="42033" y="123953"/>
                    <a:pt x="42161" y="123787"/>
                    <a:pt x="42295" y="123626"/>
                  </a:cubicBezTo>
                  <a:cubicBezTo>
                    <a:pt x="42428" y="123464"/>
                    <a:pt x="42567" y="123307"/>
                    <a:pt x="42710" y="123155"/>
                  </a:cubicBezTo>
                  <a:cubicBezTo>
                    <a:pt x="42854" y="123002"/>
                    <a:pt x="43002" y="122854"/>
                    <a:pt x="43155" y="122710"/>
                  </a:cubicBezTo>
                  <a:cubicBezTo>
                    <a:pt x="43307" y="122567"/>
                    <a:pt x="43464" y="122428"/>
                    <a:pt x="43626" y="122295"/>
                  </a:cubicBezTo>
                  <a:cubicBezTo>
                    <a:pt x="43787" y="122161"/>
                    <a:pt x="43953" y="122033"/>
                    <a:pt x="44122" y="121910"/>
                  </a:cubicBezTo>
                  <a:cubicBezTo>
                    <a:pt x="44292" y="121787"/>
                    <a:pt x="44465" y="121669"/>
                    <a:pt x="44642" y="121557"/>
                  </a:cubicBezTo>
                  <a:cubicBezTo>
                    <a:pt x="44819" y="121444"/>
                    <a:pt x="44999" y="121338"/>
                    <a:pt x="45182" y="121237"/>
                  </a:cubicBezTo>
                  <a:cubicBezTo>
                    <a:pt x="45366" y="121136"/>
                    <a:pt x="45553" y="121041"/>
                    <a:pt x="45742" y="120952"/>
                  </a:cubicBezTo>
                  <a:cubicBezTo>
                    <a:pt x="45932" y="120863"/>
                    <a:pt x="46124" y="120779"/>
                    <a:pt x="46319" y="120702"/>
                  </a:cubicBezTo>
                  <a:cubicBezTo>
                    <a:pt x="46514" y="120625"/>
                    <a:pt x="46711" y="120554"/>
                    <a:pt x="46910" y="120489"/>
                  </a:cubicBezTo>
                  <a:cubicBezTo>
                    <a:pt x="47109" y="120425"/>
                    <a:pt x="47310" y="120366"/>
                    <a:pt x="47513" y="120314"/>
                  </a:cubicBezTo>
                  <a:cubicBezTo>
                    <a:pt x="47716" y="120262"/>
                    <a:pt x="47920" y="120216"/>
                    <a:pt x="48126" y="120177"/>
                  </a:cubicBezTo>
                  <a:cubicBezTo>
                    <a:pt x="48332" y="120138"/>
                    <a:pt x="48539" y="120105"/>
                    <a:pt x="48747" y="120079"/>
                  </a:cubicBezTo>
                  <a:cubicBezTo>
                    <a:pt x="48954" y="120053"/>
                    <a:pt x="49163" y="120033"/>
                    <a:pt x="49372" y="120020"/>
                  </a:cubicBezTo>
                  <a:cubicBezTo>
                    <a:pt x="49581" y="120007"/>
                    <a:pt x="49791" y="120000"/>
                    <a:pt x="50000" y="12000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3" name="probe-tabler-clipboard-list" descr="clipboard-list — Tabler contributors; preserve the bundled full upstream license. Source: https://github.com/tabler/tabler-icons/blob/a4ce1404bc6d24d3c365afe7b258d6bf6f48d62d/icons/filled/clipboard-list.svg; SVG SHA256: 8547c5bb730986455950a01a07b63f2bba5eda28c04c96f4204cf8c75ae475b8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4" name="probe-tabler-clipboard-list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139970" y="21700"/>
                  </a:moveTo>
                  <a:cubicBezTo>
                    <a:pt x="140551" y="21905"/>
                    <a:pt x="141126" y="22127"/>
                    <a:pt x="141693" y="22368"/>
                  </a:cubicBezTo>
                  <a:cubicBezTo>
                    <a:pt x="142261" y="22608"/>
                    <a:pt x="142821" y="22865"/>
                    <a:pt x="143372" y="23140"/>
                  </a:cubicBezTo>
                  <a:cubicBezTo>
                    <a:pt x="143924" y="23415"/>
                    <a:pt x="144467" y="23706"/>
                    <a:pt x="145000" y="24014"/>
                  </a:cubicBezTo>
                  <a:cubicBezTo>
                    <a:pt x="145534" y="24322"/>
                    <a:pt x="146058" y="24647"/>
                    <a:pt x="146571" y="24987"/>
                  </a:cubicBezTo>
                  <a:cubicBezTo>
                    <a:pt x="147085" y="25327"/>
                    <a:pt x="147588" y="25683"/>
                    <a:pt x="148080" y="26055"/>
                  </a:cubicBezTo>
                  <a:cubicBezTo>
                    <a:pt x="148571" y="26426"/>
                    <a:pt x="149051" y="26813"/>
                    <a:pt x="149519" y="27213"/>
                  </a:cubicBezTo>
                  <a:cubicBezTo>
                    <a:pt x="149987" y="27614"/>
                    <a:pt x="150443" y="28030"/>
                    <a:pt x="150885" y="28458"/>
                  </a:cubicBezTo>
                  <a:cubicBezTo>
                    <a:pt x="151327" y="28887"/>
                    <a:pt x="151756" y="29330"/>
                    <a:pt x="152171" y="29785"/>
                  </a:cubicBezTo>
                  <a:cubicBezTo>
                    <a:pt x="152586" y="30241"/>
                    <a:pt x="152987" y="30709"/>
                    <a:pt x="153374" y="31189"/>
                  </a:cubicBezTo>
                  <a:cubicBezTo>
                    <a:pt x="153760" y="31669"/>
                    <a:pt x="154131" y="32161"/>
                    <a:pt x="154487" y="32663"/>
                  </a:cubicBezTo>
                  <a:cubicBezTo>
                    <a:pt x="154843" y="33166"/>
                    <a:pt x="155184" y="33680"/>
                    <a:pt x="155508" y="34204"/>
                  </a:cubicBezTo>
                  <a:cubicBezTo>
                    <a:pt x="155832" y="34728"/>
                    <a:pt x="156140" y="35262"/>
                    <a:pt x="156432" y="35805"/>
                  </a:cubicBezTo>
                  <a:cubicBezTo>
                    <a:pt x="156723" y="36347"/>
                    <a:pt x="156998" y="36899"/>
                    <a:pt x="157255" y="37459"/>
                  </a:cubicBezTo>
                  <a:cubicBezTo>
                    <a:pt x="157513" y="38019"/>
                    <a:pt x="157753" y="38586"/>
                    <a:pt x="157975" y="39161"/>
                  </a:cubicBezTo>
                  <a:cubicBezTo>
                    <a:pt x="158198" y="39735"/>
                    <a:pt x="158403" y="40317"/>
                    <a:pt x="158589" y="40904"/>
                  </a:cubicBezTo>
                  <a:cubicBezTo>
                    <a:pt x="158776" y="41491"/>
                    <a:pt x="158945" y="42084"/>
                    <a:pt x="159095" y="42681"/>
                  </a:cubicBezTo>
                  <a:cubicBezTo>
                    <a:pt x="159245" y="43279"/>
                    <a:pt x="159377" y="43881"/>
                    <a:pt x="159490" y="44487"/>
                  </a:cubicBezTo>
                  <a:cubicBezTo>
                    <a:pt x="159603" y="45092"/>
                    <a:pt x="159698" y="45701"/>
                    <a:pt x="159773" y="46313"/>
                  </a:cubicBezTo>
                  <a:cubicBezTo>
                    <a:pt x="159849" y="46924"/>
                    <a:pt x="159906" y="47538"/>
                    <a:pt x="159943" y="48153"/>
                  </a:cubicBezTo>
                  <a:cubicBezTo>
                    <a:pt x="159981" y="48768"/>
                    <a:pt x="160000" y="49384"/>
                    <a:pt x="160000" y="50000"/>
                  </a:cubicBezTo>
                  <a:lnTo>
                    <a:pt x="160000" y="170000"/>
                  </a:lnTo>
                  <a:cubicBezTo>
                    <a:pt x="160000" y="170628"/>
                    <a:pt x="159980" y="171257"/>
                    <a:pt x="159941" y="171884"/>
                  </a:cubicBezTo>
                  <a:cubicBezTo>
                    <a:pt x="159901" y="172511"/>
                    <a:pt x="159842" y="173137"/>
                    <a:pt x="159763" y="173760"/>
                  </a:cubicBezTo>
                  <a:cubicBezTo>
                    <a:pt x="159685" y="174383"/>
                    <a:pt x="159586" y="175004"/>
                    <a:pt x="159469" y="175621"/>
                  </a:cubicBezTo>
                  <a:cubicBezTo>
                    <a:pt x="159351" y="176239"/>
                    <a:pt x="159214" y="176852"/>
                    <a:pt x="159057" y="177461"/>
                  </a:cubicBezTo>
                  <a:cubicBezTo>
                    <a:pt x="158901" y="178069"/>
                    <a:pt x="158726" y="178673"/>
                    <a:pt x="158532" y="179271"/>
                  </a:cubicBezTo>
                  <a:cubicBezTo>
                    <a:pt x="158338" y="179868"/>
                    <a:pt x="158125" y="180459"/>
                    <a:pt x="157893" y="181044"/>
                  </a:cubicBezTo>
                  <a:cubicBezTo>
                    <a:pt x="157662" y="181628"/>
                    <a:pt x="157412" y="182205"/>
                    <a:pt x="157145" y="182773"/>
                  </a:cubicBezTo>
                  <a:cubicBezTo>
                    <a:pt x="156877" y="183342"/>
                    <a:pt x="156592" y="183902"/>
                    <a:pt x="156289" y="184453"/>
                  </a:cubicBezTo>
                  <a:cubicBezTo>
                    <a:pt x="155986" y="185003"/>
                    <a:pt x="155667" y="185544"/>
                    <a:pt x="155330" y="186075"/>
                  </a:cubicBezTo>
                  <a:cubicBezTo>
                    <a:pt x="154993" y="186605"/>
                    <a:pt x="154640" y="187125"/>
                    <a:pt x="154271" y="187634"/>
                  </a:cubicBezTo>
                  <a:cubicBezTo>
                    <a:pt x="153901" y="188142"/>
                    <a:pt x="153516" y="188639"/>
                    <a:pt x="153115" y="189123"/>
                  </a:cubicBezTo>
                  <a:cubicBezTo>
                    <a:pt x="152715" y="189607"/>
                    <a:pt x="152299" y="190078"/>
                    <a:pt x="151869" y="190536"/>
                  </a:cubicBezTo>
                  <a:cubicBezTo>
                    <a:pt x="151439" y="190994"/>
                    <a:pt x="150994" y="191439"/>
                    <a:pt x="150536" y="191869"/>
                  </a:cubicBezTo>
                  <a:cubicBezTo>
                    <a:pt x="150078" y="192299"/>
                    <a:pt x="149607" y="192715"/>
                    <a:pt x="149123" y="193115"/>
                  </a:cubicBezTo>
                  <a:cubicBezTo>
                    <a:pt x="148639" y="193516"/>
                    <a:pt x="148142" y="193901"/>
                    <a:pt x="147634" y="194271"/>
                  </a:cubicBezTo>
                  <a:cubicBezTo>
                    <a:pt x="147125" y="194640"/>
                    <a:pt x="146605" y="194993"/>
                    <a:pt x="146075" y="195330"/>
                  </a:cubicBezTo>
                  <a:cubicBezTo>
                    <a:pt x="145544" y="195667"/>
                    <a:pt x="145003" y="195986"/>
                    <a:pt x="144453" y="196289"/>
                  </a:cubicBezTo>
                  <a:cubicBezTo>
                    <a:pt x="143902" y="196592"/>
                    <a:pt x="143342" y="196877"/>
                    <a:pt x="142773" y="197145"/>
                  </a:cubicBezTo>
                  <a:cubicBezTo>
                    <a:pt x="142205" y="197412"/>
                    <a:pt x="141628" y="197662"/>
                    <a:pt x="141044" y="197893"/>
                  </a:cubicBezTo>
                  <a:cubicBezTo>
                    <a:pt x="140459" y="198125"/>
                    <a:pt x="139868" y="198338"/>
                    <a:pt x="139271" y="198532"/>
                  </a:cubicBezTo>
                  <a:cubicBezTo>
                    <a:pt x="138673" y="198726"/>
                    <a:pt x="138069" y="198901"/>
                    <a:pt x="137461" y="199057"/>
                  </a:cubicBezTo>
                  <a:cubicBezTo>
                    <a:pt x="136852" y="199214"/>
                    <a:pt x="136239" y="199351"/>
                    <a:pt x="135621" y="199469"/>
                  </a:cubicBezTo>
                  <a:cubicBezTo>
                    <a:pt x="135004" y="199586"/>
                    <a:pt x="134383" y="199685"/>
                    <a:pt x="133760" y="199763"/>
                  </a:cubicBezTo>
                  <a:cubicBezTo>
                    <a:pt x="133137" y="199842"/>
                    <a:pt x="132511" y="199901"/>
                    <a:pt x="131884" y="199941"/>
                  </a:cubicBezTo>
                  <a:cubicBezTo>
                    <a:pt x="131257" y="199980"/>
                    <a:pt x="130628" y="200000"/>
                    <a:pt x="130000" y="200000"/>
                  </a:cubicBezTo>
                  <a:lnTo>
                    <a:pt x="30000" y="200000"/>
                  </a:lnTo>
                  <a:cubicBezTo>
                    <a:pt x="29372" y="200000"/>
                    <a:pt x="28743" y="199980"/>
                    <a:pt x="28116" y="199941"/>
                  </a:cubicBezTo>
                  <a:cubicBezTo>
                    <a:pt x="27489" y="199901"/>
                    <a:pt x="26863" y="199842"/>
                    <a:pt x="26240" y="199763"/>
                  </a:cubicBezTo>
                  <a:cubicBezTo>
                    <a:pt x="25617" y="199685"/>
                    <a:pt x="24996" y="199586"/>
                    <a:pt x="24379" y="199469"/>
                  </a:cubicBezTo>
                  <a:cubicBezTo>
                    <a:pt x="23761" y="199351"/>
                    <a:pt x="23148" y="199214"/>
                    <a:pt x="22539" y="199057"/>
                  </a:cubicBezTo>
                  <a:cubicBezTo>
                    <a:pt x="21931" y="198901"/>
                    <a:pt x="21327" y="198726"/>
                    <a:pt x="20729" y="198532"/>
                  </a:cubicBezTo>
                  <a:cubicBezTo>
                    <a:pt x="20132" y="198338"/>
                    <a:pt x="19541" y="198125"/>
                    <a:pt x="18956" y="197893"/>
                  </a:cubicBezTo>
                  <a:cubicBezTo>
                    <a:pt x="18372" y="197662"/>
                    <a:pt x="17795" y="197412"/>
                    <a:pt x="17227" y="197145"/>
                  </a:cubicBezTo>
                  <a:cubicBezTo>
                    <a:pt x="16658" y="196877"/>
                    <a:pt x="16098" y="196592"/>
                    <a:pt x="15547" y="196289"/>
                  </a:cubicBezTo>
                  <a:cubicBezTo>
                    <a:pt x="14997" y="195986"/>
                    <a:pt x="14456" y="195667"/>
                    <a:pt x="13925" y="195330"/>
                  </a:cubicBezTo>
                  <a:cubicBezTo>
                    <a:pt x="13395" y="194993"/>
                    <a:pt x="12875" y="194640"/>
                    <a:pt x="12366" y="194271"/>
                  </a:cubicBezTo>
                  <a:cubicBezTo>
                    <a:pt x="11858" y="193901"/>
                    <a:pt x="11361" y="193516"/>
                    <a:pt x="10877" y="193115"/>
                  </a:cubicBezTo>
                  <a:cubicBezTo>
                    <a:pt x="10393" y="192715"/>
                    <a:pt x="9922" y="192299"/>
                    <a:pt x="9464" y="191869"/>
                  </a:cubicBezTo>
                  <a:cubicBezTo>
                    <a:pt x="9006" y="191439"/>
                    <a:pt x="8561" y="190994"/>
                    <a:pt x="8131" y="190536"/>
                  </a:cubicBezTo>
                  <a:cubicBezTo>
                    <a:pt x="7701" y="190078"/>
                    <a:pt x="7285" y="189607"/>
                    <a:pt x="6885" y="189123"/>
                  </a:cubicBezTo>
                  <a:cubicBezTo>
                    <a:pt x="6484" y="188639"/>
                    <a:pt x="6099" y="188142"/>
                    <a:pt x="5729" y="187634"/>
                  </a:cubicBezTo>
                  <a:cubicBezTo>
                    <a:pt x="5360" y="187125"/>
                    <a:pt x="5007" y="186605"/>
                    <a:pt x="4670" y="186075"/>
                  </a:cubicBezTo>
                  <a:cubicBezTo>
                    <a:pt x="4333" y="185544"/>
                    <a:pt x="4014" y="185003"/>
                    <a:pt x="3711" y="184453"/>
                  </a:cubicBezTo>
                  <a:cubicBezTo>
                    <a:pt x="3408" y="183902"/>
                    <a:pt x="3123" y="183342"/>
                    <a:pt x="2855" y="182773"/>
                  </a:cubicBezTo>
                  <a:cubicBezTo>
                    <a:pt x="2588" y="182205"/>
                    <a:pt x="2338" y="181628"/>
                    <a:pt x="2107" y="181044"/>
                  </a:cubicBezTo>
                  <a:cubicBezTo>
                    <a:pt x="1875" y="180459"/>
                    <a:pt x="1662" y="179868"/>
                    <a:pt x="1468" y="179271"/>
                  </a:cubicBezTo>
                  <a:cubicBezTo>
                    <a:pt x="1274" y="178673"/>
                    <a:pt x="1099" y="178069"/>
                    <a:pt x="943" y="177461"/>
                  </a:cubicBezTo>
                  <a:cubicBezTo>
                    <a:pt x="786" y="176852"/>
                    <a:pt x="649" y="176239"/>
                    <a:pt x="531" y="175621"/>
                  </a:cubicBezTo>
                  <a:cubicBezTo>
                    <a:pt x="414" y="175004"/>
                    <a:pt x="315" y="174383"/>
                    <a:pt x="237" y="173760"/>
                  </a:cubicBezTo>
                  <a:cubicBezTo>
                    <a:pt x="158" y="173137"/>
                    <a:pt x="99" y="172511"/>
                    <a:pt x="59" y="171884"/>
                  </a:cubicBezTo>
                  <a:cubicBezTo>
                    <a:pt x="20" y="171257"/>
                    <a:pt x="0" y="170628"/>
                    <a:pt x="0" y="170000"/>
                  </a:cubicBezTo>
                  <a:lnTo>
                    <a:pt x="0" y="50000"/>
                  </a:lnTo>
                  <a:cubicBezTo>
                    <a:pt x="0" y="49384"/>
                    <a:pt x="19" y="48768"/>
                    <a:pt x="57" y="48153"/>
                  </a:cubicBezTo>
                  <a:cubicBezTo>
                    <a:pt x="94" y="47538"/>
                    <a:pt x="151" y="46924"/>
                    <a:pt x="227" y="46313"/>
                  </a:cubicBezTo>
                  <a:cubicBezTo>
                    <a:pt x="302" y="45701"/>
                    <a:pt x="397" y="45092"/>
                    <a:pt x="510" y="44487"/>
                  </a:cubicBezTo>
                  <a:cubicBezTo>
                    <a:pt x="623" y="43881"/>
                    <a:pt x="755" y="43279"/>
                    <a:pt x="905" y="42681"/>
                  </a:cubicBezTo>
                  <a:cubicBezTo>
                    <a:pt x="1055" y="42084"/>
                    <a:pt x="1224" y="41491"/>
                    <a:pt x="1411" y="40904"/>
                  </a:cubicBezTo>
                  <a:cubicBezTo>
                    <a:pt x="1597" y="40317"/>
                    <a:pt x="1802" y="39735"/>
                    <a:pt x="2025" y="39161"/>
                  </a:cubicBezTo>
                  <a:cubicBezTo>
                    <a:pt x="2247" y="38586"/>
                    <a:pt x="2487" y="38019"/>
                    <a:pt x="2745" y="37459"/>
                  </a:cubicBezTo>
                  <a:cubicBezTo>
                    <a:pt x="3002" y="36899"/>
                    <a:pt x="3277" y="36347"/>
                    <a:pt x="3568" y="35805"/>
                  </a:cubicBezTo>
                  <a:cubicBezTo>
                    <a:pt x="3860" y="35262"/>
                    <a:pt x="4168" y="34728"/>
                    <a:pt x="4492" y="34204"/>
                  </a:cubicBezTo>
                  <a:cubicBezTo>
                    <a:pt x="4816" y="33680"/>
                    <a:pt x="5157" y="33166"/>
                    <a:pt x="5513" y="32663"/>
                  </a:cubicBezTo>
                  <a:cubicBezTo>
                    <a:pt x="5869" y="32161"/>
                    <a:pt x="6240" y="31669"/>
                    <a:pt x="6626" y="31189"/>
                  </a:cubicBezTo>
                  <a:cubicBezTo>
                    <a:pt x="7013" y="30709"/>
                    <a:pt x="7414" y="30241"/>
                    <a:pt x="7829" y="29785"/>
                  </a:cubicBezTo>
                  <a:cubicBezTo>
                    <a:pt x="8244" y="29330"/>
                    <a:pt x="8673" y="28887"/>
                    <a:pt x="9115" y="28458"/>
                  </a:cubicBezTo>
                  <a:cubicBezTo>
                    <a:pt x="9557" y="28030"/>
                    <a:pt x="10013" y="27614"/>
                    <a:pt x="10481" y="27213"/>
                  </a:cubicBezTo>
                  <a:cubicBezTo>
                    <a:pt x="10949" y="26813"/>
                    <a:pt x="11429" y="26426"/>
                    <a:pt x="11920" y="26055"/>
                  </a:cubicBezTo>
                  <a:cubicBezTo>
                    <a:pt x="12412" y="25683"/>
                    <a:pt x="12915" y="25327"/>
                    <a:pt x="13429" y="24987"/>
                  </a:cubicBezTo>
                  <a:cubicBezTo>
                    <a:pt x="13942" y="24647"/>
                    <a:pt x="14466" y="24322"/>
                    <a:pt x="15000" y="24014"/>
                  </a:cubicBezTo>
                  <a:cubicBezTo>
                    <a:pt x="15533" y="23706"/>
                    <a:pt x="16076" y="23415"/>
                    <a:pt x="16628" y="23140"/>
                  </a:cubicBezTo>
                  <a:cubicBezTo>
                    <a:pt x="17179" y="22865"/>
                    <a:pt x="17739" y="22608"/>
                    <a:pt x="18307" y="22368"/>
                  </a:cubicBezTo>
                  <a:cubicBezTo>
                    <a:pt x="18874" y="22127"/>
                    <a:pt x="19449" y="21905"/>
                    <a:pt x="20030" y="21700"/>
                  </a:cubicBezTo>
                  <a:cubicBezTo>
                    <a:pt x="20065" y="22514"/>
                    <a:pt x="20124" y="23328"/>
                    <a:pt x="20209" y="24139"/>
                  </a:cubicBezTo>
                  <a:cubicBezTo>
                    <a:pt x="20293" y="24949"/>
                    <a:pt x="20402" y="25758"/>
                    <a:pt x="20536" y="26562"/>
                  </a:cubicBezTo>
                  <a:cubicBezTo>
                    <a:pt x="20669" y="27366"/>
                    <a:pt x="20828" y="28166"/>
                    <a:pt x="21010" y="28960"/>
                  </a:cubicBezTo>
                  <a:cubicBezTo>
                    <a:pt x="21193" y="29755"/>
                    <a:pt x="21400" y="30544"/>
                    <a:pt x="21631" y="31325"/>
                  </a:cubicBezTo>
                  <a:cubicBezTo>
                    <a:pt x="21861" y="32107"/>
                    <a:pt x="22116" y="32882"/>
                    <a:pt x="22394" y="33648"/>
                  </a:cubicBezTo>
                  <a:cubicBezTo>
                    <a:pt x="22672" y="34415"/>
                    <a:pt x="22974" y="35172"/>
                    <a:pt x="23298" y="35920"/>
                  </a:cubicBezTo>
                  <a:cubicBezTo>
                    <a:pt x="23623" y="36668"/>
                    <a:pt x="23970" y="37406"/>
                    <a:pt x="24340" y="38132"/>
                  </a:cubicBezTo>
                  <a:cubicBezTo>
                    <a:pt x="24709" y="38859"/>
                    <a:pt x="25101" y="39574"/>
                    <a:pt x="25514" y="40277"/>
                  </a:cubicBezTo>
                  <a:cubicBezTo>
                    <a:pt x="25927" y="40980"/>
                    <a:pt x="26362" y="41670"/>
                    <a:pt x="26818" y="42346"/>
                  </a:cubicBezTo>
                  <a:cubicBezTo>
                    <a:pt x="27273" y="43022"/>
                    <a:pt x="27749" y="43684"/>
                    <a:pt x="28245" y="44331"/>
                  </a:cubicBezTo>
                  <a:cubicBezTo>
                    <a:pt x="28741" y="44978"/>
                    <a:pt x="29256" y="45610"/>
                    <a:pt x="29791" y="46225"/>
                  </a:cubicBezTo>
                  <a:cubicBezTo>
                    <a:pt x="30325" y="46841"/>
                    <a:pt x="30878" y="47440"/>
                    <a:pt x="31450" y="48022"/>
                  </a:cubicBezTo>
                  <a:cubicBezTo>
                    <a:pt x="32021" y="48604"/>
                    <a:pt x="32609" y="49168"/>
                    <a:pt x="33215" y="49714"/>
                  </a:cubicBezTo>
                  <a:cubicBezTo>
                    <a:pt x="33821" y="50259"/>
                    <a:pt x="34443" y="50786"/>
                    <a:pt x="35081" y="51294"/>
                  </a:cubicBezTo>
                  <a:cubicBezTo>
                    <a:pt x="35718" y="51802"/>
                    <a:pt x="36372" y="52290"/>
                    <a:pt x="37039" y="52758"/>
                  </a:cubicBezTo>
                  <a:cubicBezTo>
                    <a:pt x="37707" y="53226"/>
                    <a:pt x="38389" y="53673"/>
                    <a:pt x="39084" y="54099"/>
                  </a:cubicBezTo>
                  <a:cubicBezTo>
                    <a:pt x="39778" y="54525"/>
                    <a:pt x="40486" y="54930"/>
                    <a:pt x="41206" y="55313"/>
                  </a:cubicBezTo>
                  <a:cubicBezTo>
                    <a:pt x="41926" y="55696"/>
                    <a:pt x="42657" y="56057"/>
                    <a:pt x="43399" y="56395"/>
                  </a:cubicBezTo>
                  <a:cubicBezTo>
                    <a:pt x="44140" y="56733"/>
                    <a:pt x="44892" y="57049"/>
                    <a:pt x="45653" y="57341"/>
                  </a:cubicBezTo>
                  <a:cubicBezTo>
                    <a:pt x="46414" y="57633"/>
                    <a:pt x="47184" y="57902"/>
                    <a:pt x="47962" y="58147"/>
                  </a:cubicBezTo>
                  <a:cubicBezTo>
                    <a:pt x="48739" y="58393"/>
                    <a:pt x="49524" y="58614"/>
                    <a:pt x="50315" y="58811"/>
                  </a:cubicBezTo>
                  <a:cubicBezTo>
                    <a:pt x="51106" y="59009"/>
                    <a:pt x="51903" y="59182"/>
                    <a:pt x="52704" y="59330"/>
                  </a:cubicBezTo>
                  <a:cubicBezTo>
                    <a:pt x="53506" y="59479"/>
                    <a:pt x="54312" y="59603"/>
                    <a:pt x="55121" y="59702"/>
                  </a:cubicBezTo>
                  <a:cubicBezTo>
                    <a:pt x="55930" y="59801"/>
                    <a:pt x="56742" y="59876"/>
                    <a:pt x="57556" y="59926"/>
                  </a:cubicBezTo>
                  <a:cubicBezTo>
                    <a:pt x="58370" y="59975"/>
                    <a:pt x="59185" y="60000"/>
                    <a:pt x="60000" y="60000"/>
                  </a:cubicBezTo>
                  <a:lnTo>
                    <a:pt x="100000" y="60000"/>
                  </a:lnTo>
                  <a:cubicBezTo>
                    <a:pt x="100817" y="60000"/>
                    <a:pt x="101633" y="59975"/>
                    <a:pt x="102448" y="59925"/>
                  </a:cubicBezTo>
                  <a:cubicBezTo>
                    <a:pt x="103264" y="59875"/>
                    <a:pt x="104077" y="59800"/>
                    <a:pt x="104888" y="59701"/>
                  </a:cubicBezTo>
                  <a:cubicBezTo>
                    <a:pt x="105698" y="59601"/>
                    <a:pt x="106506" y="59476"/>
                    <a:pt x="107309" y="59327"/>
                  </a:cubicBezTo>
                  <a:cubicBezTo>
                    <a:pt x="108112" y="59178"/>
                    <a:pt x="108910" y="59004"/>
                    <a:pt x="109702" y="58806"/>
                  </a:cubicBezTo>
                  <a:cubicBezTo>
                    <a:pt x="110494" y="58608"/>
                    <a:pt x="111281" y="58386"/>
                    <a:pt x="112059" y="58140"/>
                  </a:cubicBezTo>
                  <a:cubicBezTo>
                    <a:pt x="112838" y="57894"/>
                    <a:pt x="113609" y="57624"/>
                    <a:pt x="114371" y="57331"/>
                  </a:cubicBezTo>
                  <a:cubicBezTo>
                    <a:pt x="115133" y="57037"/>
                    <a:pt x="115886" y="56721"/>
                    <a:pt x="116629" y="56381"/>
                  </a:cubicBezTo>
                  <a:cubicBezTo>
                    <a:pt x="117372" y="56042"/>
                    <a:pt x="118104" y="55679"/>
                    <a:pt x="118825" y="55295"/>
                  </a:cubicBezTo>
                  <a:cubicBezTo>
                    <a:pt x="119546" y="54911"/>
                    <a:pt x="120254" y="54505"/>
                    <a:pt x="120950" y="54077"/>
                  </a:cubicBezTo>
                  <a:cubicBezTo>
                    <a:pt x="121646" y="53649"/>
                    <a:pt x="122328" y="53200"/>
                    <a:pt x="122997" y="52731"/>
                  </a:cubicBezTo>
                  <a:cubicBezTo>
                    <a:pt x="123665" y="52261"/>
                    <a:pt x="124319" y="51772"/>
                    <a:pt x="124957" y="51262"/>
                  </a:cubicBezTo>
                  <a:cubicBezTo>
                    <a:pt x="125595" y="50753"/>
                    <a:pt x="126218" y="50224"/>
                    <a:pt x="126824" y="49676"/>
                  </a:cubicBezTo>
                  <a:cubicBezTo>
                    <a:pt x="127430" y="49128"/>
                    <a:pt x="128019" y="48562"/>
                    <a:pt x="128590" y="47979"/>
                  </a:cubicBezTo>
                  <a:cubicBezTo>
                    <a:pt x="129161" y="47395"/>
                    <a:pt x="129715" y="46794"/>
                    <a:pt x="130249" y="46177"/>
                  </a:cubicBezTo>
                  <a:cubicBezTo>
                    <a:pt x="130783" y="45559"/>
                    <a:pt x="131299" y="44925"/>
                    <a:pt x="131795" y="44276"/>
                  </a:cubicBezTo>
                  <a:cubicBezTo>
                    <a:pt x="132290" y="43627"/>
                    <a:pt x="132766" y="42963"/>
                    <a:pt x="133221" y="42285"/>
                  </a:cubicBezTo>
                  <a:cubicBezTo>
                    <a:pt x="133676" y="41606"/>
                    <a:pt x="134110" y="40914"/>
                    <a:pt x="134523" y="40210"/>
                  </a:cubicBezTo>
                  <a:cubicBezTo>
                    <a:pt x="134935" y="39505"/>
                    <a:pt x="135326" y="38788"/>
                    <a:pt x="135695" y="38059"/>
                  </a:cubicBezTo>
                  <a:cubicBezTo>
                    <a:pt x="136064" y="37330"/>
                    <a:pt x="136410" y="36590"/>
                    <a:pt x="136733" y="35840"/>
                  </a:cubicBezTo>
                  <a:cubicBezTo>
                    <a:pt x="137057" y="35090"/>
                    <a:pt x="137357" y="34331"/>
                    <a:pt x="137634" y="33562"/>
                  </a:cubicBezTo>
                  <a:cubicBezTo>
                    <a:pt x="137911" y="32794"/>
                    <a:pt x="138164" y="32017"/>
                    <a:pt x="138394" y="31234"/>
                  </a:cubicBezTo>
                  <a:cubicBezTo>
                    <a:pt x="138623" y="30450"/>
                    <a:pt x="138828" y="29659"/>
                    <a:pt x="139009" y="28863"/>
                  </a:cubicBezTo>
                  <a:cubicBezTo>
                    <a:pt x="139190" y="28066"/>
                    <a:pt x="139347" y="27264"/>
                    <a:pt x="139479" y="26458"/>
                  </a:cubicBezTo>
                  <a:cubicBezTo>
                    <a:pt x="139611" y="25652"/>
                    <a:pt x="139718" y="24843"/>
                    <a:pt x="139800" y="24030"/>
                  </a:cubicBezTo>
                  <a:close/>
                  <a:moveTo>
                    <a:pt x="50100" y="130000"/>
                  </a:moveTo>
                  <a:lnTo>
                    <a:pt x="50000" y="130000"/>
                  </a:lnTo>
                  <a:cubicBezTo>
                    <a:pt x="49794" y="130000"/>
                    <a:pt x="49589" y="130007"/>
                    <a:pt x="49384" y="130020"/>
                  </a:cubicBezTo>
                  <a:cubicBezTo>
                    <a:pt x="49178" y="130033"/>
                    <a:pt x="48974" y="130052"/>
                    <a:pt x="48770" y="130077"/>
                  </a:cubicBezTo>
                  <a:cubicBezTo>
                    <a:pt x="48566" y="130103"/>
                    <a:pt x="48363" y="130135"/>
                    <a:pt x="48160" y="130173"/>
                  </a:cubicBezTo>
                  <a:cubicBezTo>
                    <a:pt x="47958" y="130211"/>
                    <a:pt x="47758" y="130255"/>
                    <a:pt x="47558" y="130305"/>
                  </a:cubicBezTo>
                  <a:cubicBezTo>
                    <a:pt x="47359" y="130356"/>
                    <a:pt x="47161" y="130412"/>
                    <a:pt x="46965" y="130475"/>
                  </a:cubicBezTo>
                  <a:cubicBezTo>
                    <a:pt x="46770" y="130538"/>
                    <a:pt x="46576" y="130606"/>
                    <a:pt x="46384" y="130681"/>
                  </a:cubicBezTo>
                  <a:cubicBezTo>
                    <a:pt x="46193" y="130755"/>
                    <a:pt x="46003" y="130836"/>
                    <a:pt x="45817" y="130922"/>
                  </a:cubicBezTo>
                  <a:cubicBezTo>
                    <a:pt x="45630" y="131008"/>
                    <a:pt x="45446" y="131100"/>
                    <a:pt x="45265" y="131198"/>
                  </a:cubicBezTo>
                  <a:cubicBezTo>
                    <a:pt x="45084" y="131296"/>
                    <a:pt x="44906" y="131399"/>
                    <a:pt x="44732" y="131507"/>
                  </a:cubicBezTo>
                  <a:cubicBezTo>
                    <a:pt x="44557" y="131616"/>
                    <a:pt x="44386" y="131730"/>
                    <a:pt x="44218" y="131849"/>
                  </a:cubicBezTo>
                  <a:cubicBezTo>
                    <a:pt x="44051" y="131968"/>
                    <a:pt x="43887" y="132092"/>
                    <a:pt x="43727" y="132221"/>
                  </a:cubicBezTo>
                  <a:cubicBezTo>
                    <a:pt x="43567" y="132351"/>
                    <a:pt x="43411" y="132485"/>
                    <a:pt x="43259" y="132624"/>
                  </a:cubicBezTo>
                  <a:cubicBezTo>
                    <a:pt x="43108" y="132762"/>
                    <a:pt x="42960" y="132906"/>
                    <a:pt x="42817" y="133054"/>
                  </a:cubicBezTo>
                  <a:cubicBezTo>
                    <a:pt x="42675" y="133202"/>
                    <a:pt x="42536" y="133354"/>
                    <a:pt x="42403" y="133510"/>
                  </a:cubicBezTo>
                  <a:cubicBezTo>
                    <a:pt x="42270" y="133667"/>
                    <a:pt x="42141" y="133827"/>
                    <a:pt x="42017" y="133992"/>
                  </a:cubicBezTo>
                  <a:cubicBezTo>
                    <a:pt x="41894" y="134156"/>
                    <a:pt x="41775" y="134324"/>
                    <a:pt x="41662" y="134496"/>
                  </a:cubicBezTo>
                  <a:cubicBezTo>
                    <a:pt x="41549" y="134667"/>
                    <a:pt x="41441" y="134842"/>
                    <a:pt x="41339" y="135021"/>
                  </a:cubicBezTo>
                  <a:cubicBezTo>
                    <a:pt x="41237" y="135199"/>
                    <a:pt x="41140" y="135380"/>
                    <a:pt x="41048" y="135565"/>
                  </a:cubicBezTo>
                  <a:cubicBezTo>
                    <a:pt x="40957" y="135749"/>
                    <a:pt x="40872" y="135936"/>
                    <a:pt x="40792" y="136126"/>
                  </a:cubicBezTo>
                  <a:cubicBezTo>
                    <a:pt x="40712" y="136315"/>
                    <a:pt x="40639" y="136507"/>
                    <a:pt x="40571" y="136701"/>
                  </a:cubicBezTo>
                  <a:cubicBezTo>
                    <a:pt x="40503" y="136895"/>
                    <a:pt x="40441" y="137091"/>
                    <a:pt x="40385" y="137289"/>
                  </a:cubicBezTo>
                  <a:cubicBezTo>
                    <a:pt x="40330" y="137487"/>
                    <a:pt x="40280" y="137687"/>
                    <a:pt x="40237" y="137888"/>
                  </a:cubicBezTo>
                  <a:cubicBezTo>
                    <a:pt x="40193" y="138089"/>
                    <a:pt x="40156" y="138291"/>
                    <a:pt x="40125" y="138494"/>
                  </a:cubicBezTo>
                  <a:cubicBezTo>
                    <a:pt x="40094" y="138697"/>
                    <a:pt x="40069" y="138902"/>
                    <a:pt x="40051" y="139106"/>
                  </a:cubicBezTo>
                  <a:cubicBezTo>
                    <a:pt x="40033" y="139311"/>
                    <a:pt x="40021" y="139517"/>
                    <a:pt x="40015" y="139722"/>
                  </a:cubicBezTo>
                  <a:cubicBezTo>
                    <a:pt x="40009" y="139928"/>
                    <a:pt x="40010" y="140133"/>
                    <a:pt x="40017" y="140339"/>
                  </a:cubicBezTo>
                  <a:cubicBezTo>
                    <a:pt x="40024" y="140544"/>
                    <a:pt x="40037" y="140749"/>
                    <a:pt x="40057" y="140954"/>
                  </a:cubicBezTo>
                  <a:cubicBezTo>
                    <a:pt x="40076" y="141159"/>
                    <a:pt x="40102" y="141363"/>
                    <a:pt x="40134" y="141566"/>
                  </a:cubicBezTo>
                  <a:cubicBezTo>
                    <a:pt x="40167" y="141769"/>
                    <a:pt x="40205" y="141971"/>
                    <a:pt x="40250" y="142172"/>
                  </a:cubicBezTo>
                  <a:cubicBezTo>
                    <a:pt x="40294" y="142372"/>
                    <a:pt x="40345" y="142572"/>
                    <a:pt x="40402" y="142769"/>
                  </a:cubicBezTo>
                  <a:cubicBezTo>
                    <a:pt x="40459" y="142967"/>
                    <a:pt x="40522" y="143162"/>
                    <a:pt x="40591" y="143356"/>
                  </a:cubicBezTo>
                  <a:cubicBezTo>
                    <a:pt x="40660" y="143550"/>
                    <a:pt x="40735" y="143741"/>
                    <a:pt x="40816" y="143930"/>
                  </a:cubicBezTo>
                  <a:cubicBezTo>
                    <a:pt x="40897" y="144119"/>
                    <a:pt x="40983" y="144306"/>
                    <a:pt x="41076" y="144490"/>
                  </a:cubicBezTo>
                  <a:cubicBezTo>
                    <a:pt x="41168" y="144673"/>
                    <a:pt x="41266" y="144854"/>
                    <a:pt x="41369" y="145032"/>
                  </a:cubicBezTo>
                  <a:cubicBezTo>
                    <a:pt x="41473" y="145210"/>
                    <a:pt x="41582" y="145384"/>
                    <a:pt x="41696" y="145555"/>
                  </a:cubicBezTo>
                  <a:cubicBezTo>
                    <a:pt x="41810" y="145726"/>
                    <a:pt x="41930" y="145893"/>
                    <a:pt x="42054" y="146057"/>
                  </a:cubicBezTo>
                  <a:cubicBezTo>
                    <a:pt x="42179" y="146220"/>
                    <a:pt x="42308" y="146380"/>
                    <a:pt x="42443" y="146536"/>
                  </a:cubicBezTo>
                  <a:cubicBezTo>
                    <a:pt x="42577" y="146691"/>
                    <a:pt x="42716" y="146843"/>
                    <a:pt x="42860" y="146990"/>
                  </a:cubicBezTo>
                  <a:cubicBezTo>
                    <a:pt x="43003" y="147137"/>
                    <a:pt x="43152" y="147279"/>
                    <a:pt x="43304" y="147417"/>
                  </a:cubicBezTo>
                  <a:cubicBezTo>
                    <a:pt x="43457" y="147555"/>
                    <a:pt x="43613" y="147688"/>
                    <a:pt x="43774" y="147817"/>
                  </a:cubicBezTo>
                  <a:cubicBezTo>
                    <a:pt x="43935" y="147945"/>
                    <a:pt x="44099" y="148068"/>
                    <a:pt x="44268" y="148186"/>
                  </a:cubicBezTo>
                  <a:cubicBezTo>
                    <a:pt x="44436" y="148304"/>
                    <a:pt x="44608" y="148417"/>
                    <a:pt x="44783" y="148525"/>
                  </a:cubicBezTo>
                  <a:cubicBezTo>
                    <a:pt x="44959" y="148632"/>
                    <a:pt x="45137" y="148734"/>
                    <a:pt x="45319" y="148831"/>
                  </a:cubicBezTo>
                  <a:cubicBezTo>
                    <a:pt x="45500" y="148927"/>
                    <a:pt x="45685" y="149018"/>
                    <a:pt x="45872" y="149103"/>
                  </a:cubicBezTo>
                  <a:cubicBezTo>
                    <a:pt x="46059" y="149188"/>
                    <a:pt x="46249" y="149268"/>
                    <a:pt x="46441" y="149341"/>
                  </a:cubicBezTo>
                  <a:cubicBezTo>
                    <a:pt x="46633" y="149414"/>
                    <a:pt x="46827" y="149482"/>
                    <a:pt x="47023" y="149543"/>
                  </a:cubicBezTo>
                  <a:cubicBezTo>
                    <a:pt x="47220" y="149605"/>
                    <a:pt x="47418" y="149660"/>
                    <a:pt x="47617" y="149709"/>
                  </a:cubicBezTo>
                  <a:cubicBezTo>
                    <a:pt x="47817" y="149758"/>
                    <a:pt x="48018" y="149802"/>
                    <a:pt x="48220" y="149838"/>
                  </a:cubicBezTo>
                  <a:cubicBezTo>
                    <a:pt x="48422" y="149875"/>
                    <a:pt x="48626" y="149906"/>
                    <a:pt x="48830" y="149930"/>
                  </a:cubicBezTo>
                  <a:lnTo>
                    <a:pt x="50100" y="150000"/>
                  </a:lnTo>
                  <a:cubicBezTo>
                    <a:pt x="50309" y="150000"/>
                    <a:pt x="50519" y="149993"/>
                    <a:pt x="50728" y="149980"/>
                  </a:cubicBezTo>
                  <a:cubicBezTo>
                    <a:pt x="50937" y="149967"/>
                    <a:pt x="51146" y="149947"/>
                    <a:pt x="51353" y="149921"/>
                  </a:cubicBezTo>
                  <a:cubicBezTo>
                    <a:pt x="51561" y="149895"/>
                    <a:pt x="51768" y="149862"/>
                    <a:pt x="51974" y="149823"/>
                  </a:cubicBezTo>
                  <a:cubicBezTo>
                    <a:pt x="52180" y="149784"/>
                    <a:pt x="52384" y="149738"/>
                    <a:pt x="52587" y="149686"/>
                  </a:cubicBezTo>
                  <a:cubicBezTo>
                    <a:pt x="52790" y="149634"/>
                    <a:pt x="52991" y="149575"/>
                    <a:pt x="53190" y="149511"/>
                  </a:cubicBezTo>
                  <a:cubicBezTo>
                    <a:pt x="53389" y="149446"/>
                    <a:pt x="53586" y="149375"/>
                    <a:pt x="53781" y="149298"/>
                  </a:cubicBezTo>
                  <a:cubicBezTo>
                    <a:pt x="53976" y="149221"/>
                    <a:pt x="54168" y="149137"/>
                    <a:pt x="54358" y="149048"/>
                  </a:cubicBezTo>
                  <a:cubicBezTo>
                    <a:pt x="54547" y="148959"/>
                    <a:pt x="54734" y="148864"/>
                    <a:pt x="54918" y="148763"/>
                  </a:cubicBezTo>
                  <a:cubicBezTo>
                    <a:pt x="55101" y="148662"/>
                    <a:pt x="55281" y="148556"/>
                    <a:pt x="55458" y="148443"/>
                  </a:cubicBezTo>
                  <a:cubicBezTo>
                    <a:pt x="55635" y="148331"/>
                    <a:pt x="55808" y="148213"/>
                    <a:pt x="55978" y="148090"/>
                  </a:cubicBezTo>
                  <a:cubicBezTo>
                    <a:pt x="56147" y="147967"/>
                    <a:pt x="56313" y="147839"/>
                    <a:pt x="56474" y="147705"/>
                  </a:cubicBezTo>
                  <a:cubicBezTo>
                    <a:pt x="56636" y="147572"/>
                    <a:pt x="56793" y="147433"/>
                    <a:pt x="56945" y="147290"/>
                  </a:cubicBezTo>
                  <a:cubicBezTo>
                    <a:pt x="57098" y="147146"/>
                    <a:pt x="57246" y="146998"/>
                    <a:pt x="57390" y="146845"/>
                  </a:cubicBezTo>
                  <a:cubicBezTo>
                    <a:pt x="57533" y="146693"/>
                    <a:pt x="57672" y="146536"/>
                    <a:pt x="57805" y="146374"/>
                  </a:cubicBezTo>
                  <a:cubicBezTo>
                    <a:pt x="57939" y="146213"/>
                    <a:pt x="58067" y="146047"/>
                    <a:pt x="58190" y="145878"/>
                  </a:cubicBezTo>
                  <a:cubicBezTo>
                    <a:pt x="58313" y="145708"/>
                    <a:pt x="58431" y="145535"/>
                    <a:pt x="58543" y="145358"/>
                  </a:cubicBezTo>
                  <a:cubicBezTo>
                    <a:pt x="58656" y="145181"/>
                    <a:pt x="58762" y="145001"/>
                    <a:pt x="58863" y="144818"/>
                  </a:cubicBezTo>
                  <a:cubicBezTo>
                    <a:pt x="58964" y="144634"/>
                    <a:pt x="59059" y="144447"/>
                    <a:pt x="59148" y="144258"/>
                  </a:cubicBezTo>
                  <a:cubicBezTo>
                    <a:pt x="59237" y="144068"/>
                    <a:pt x="59321" y="143876"/>
                    <a:pt x="59398" y="143681"/>
                  </a:cubicBezTo>
                  <a:cubicBezTo>
                    <a:pt x="59475" y="143486"/>
                    <a:pt x="59546" y="143289"/>
                    <a:pt x="59611" y="143090"/>
                  </a:cubicBezTo>
                  <a:cubicBezTo>
                    <a:pt x="59675" y="142891"/>
                    <a:pt x="59734" y="142690"/>
                    <a:pt x="59786" y="142487"/>
                  </a:cubicBezTo>
                  <a:cubicBezTo>
                    <a:pt x="59838" y="142284"/>
                    <a:pt x="59884" y="142080"/>
                    <a:pt x="59923" y="141874"/>
                  </a:cubicBezTo>
                  <a:cubicBezTo>
                    <a:pt x="59962" y="141668"/>
                    <a:pt x="59995" y="141461"/>
                    <a:pt x="60021" y="141253"/>
                  </a:cubicBezTo>
                  <a:cubicBezTo>
                    <a:pt x="60047" y="141046"/>
                    <a:pt x="60067" y="140837"/>
                    <a:pt x="60080" y="140628"/>
                  </a:cubicBezTo>
                  <a:cubicBezTo>
                    <a:pt x="60093" y="140419"/>
                    <a:pt x="60100" y="140209"/>
                    <a:pt x="60100" y="140000"/>
                  </a:cubicBezTo>
                  <a:cubicBezTo>
                    <a:pt x="60100" y="139791"/>
                    <a:pt x="60093" y="139581"/>
                    <a:pt x="60080" y="139372"/>
                  </a:cubicBezTo>
                  <a:cubicBezTo>
                    <a:pt x="60067" y="139163"/>
                    <a:pt x="60047" y="138954"/>
                    <a:pt x="60021" y="138747"/>
                  </a:cubicBezTo>
                  <a:cubicBezTo>
                    <a:pt x="59995" y="138539"/>
                    <a:pt x="59962" y="138332"/>
                    <a:pt x="59923" y="138126"/>
                  </a:cubicBezTo>
                  <a:cubicBezTo>
                    <a:pt x="59884" y="137920"/>
                    <a:pt x="59838" y="137716"/>
                    <a:pt x="59786" y="137513"/>
                  </a:cubicBezTo>
                  <a:cubicBezTo>
                    <a:pt x="59734" y="137310"/>
                    <a:pt x="59675" y="137109"/>
                    <a:pt x="59611" y="136910"/>
                  </a:cubicBezTo>
                  <a:cubicBezTo>
                    <a:pt x="59546" y="136711"/>
                    <a:pt x="59475" y="136514"/>
                    <a:pt x="59398" y="136319"/>
                  </a:cubicBezTo>
                  <a:cubicBezTo>
                    <a:pt x="59321" y="136124"/>
                    <a:pt x="59237" y="135932"/>
                    <a:pt x="59148" y="135742"/>
                  </a:cubicBezTo>
                  <a:cubicBezTo>
                    <a:pt x="59059" y="135553"/>
                    <a:pt x="58964" y="135366"/>
                    <a:pt x="58863" y="135182"/>
                  </a:cubicBezTo>
                  <a:cubicBezTo>
                    <a:pt x="58762" y="134999"/>
                    <a:pt x="58656" y="134819"/>
                    <a:pt x="58543" y="134642"/>
                  </a:cubicBezTo>
                  <a:cubicBezTo>
                    <a:pt x="58431" y="134465"/>
                    <a:pt x="58313" y="134292"/>
                    <a:pt x="58190" y="134122"/>
                  </a:cubicBezTo>
                  <a:cubicBezTo>
                    <a:pt x="58067" y="133953"/>
                    <a:pt x="57939" y="133787"/>
                    <a:pt x="57805" y="133626"/>
                  </a:cubicBezTo>
                  <a:cubicBezTo>
                    <a:pt x="57672" y="133464"/>
                    <a:pt x="57533" y="133307"/>
                    <a:pt x="57390" y="133155"/>
                  </a:cubicBezTo>
                  <a:cubicBezTo>
                    <a:pt x="57246" y="133002"/>
                    <a:pt x="57098" y="132854"/>
                    <a:pt x="56945" y="132710"/>
                  </a:cubicBezTo>
                  <a:cubicBezTo>
                    <a:pt x="56793" y="132567"/>
                    <a:pt x="56636" y="132428"/>
                    <a:pt x="56474" y="132295"/>
                  </a:cubicBezTo>
                  <a:cubicBezTo>
                    <a:pt x="56313" y="132161"/>
                    <a:pt x="56147" y="132033"/>
                    <a:pt x="55978" y="131910"/>
                  </a:cubicBezTo>
                  <a:cubicBezTo>
                    <a:pt x="55808" y="131787"/>
                    <a:pt x="55635" y="131669"/>
                    <a:pt x="55458" y="131557"/>
                  </a:cubicBezTo>
                  <a:cubicBezTo>
                    <a:pt x="55281" y="131444"/>
                    <a:pt x="55101" y="131338"/>
                    <a:pt x="54918" y="131237"/>
                  </a:cubicBezTo>
                  <a:cubicBezTo>
                    <a:pt x="54734" y="131136"/>
                    <a:pt x="54547" y="131041"/>
                    <a:pt x="54358" y="130952"/>
                  </a:cubicBezTo>
                  <a:cubicBezTo>
                    <a:pt x="54168" y="130863"/>
                    <a:pt x="53976" y="130779"/>
                    <a:pt x="53781" y="130702"/>
                  </a:cubicBezTo>
                  <a:cubicBezTo>
                    <a:pt x="53586" y="130625"/>
                    <a:pt x="53389" y="130554"/>
                    <a:pt x="53190" y="130489"/>
                  </a:cubicBezTo>
                  <a:cubicBezTo>
                    <a:pt x="52991" y="130425"/>
                    <a:pt x="52790" y="130366"/>
                    <a:pt x="52587" y="130314"/>
                  </a:cubicBezTo>
                  <a:cubicBezTo>
                    <a:pt x="52384" y="130262"/>
                    <a:pt x="52180" y="130216"/>
                    <a:pt x="51974" y="130177"/>
                  </a:cubicBezTo>
                  <a:cubicBezTo>
                    <a:pt x="51768" y="130138"/>
                    <a:pt x="51561" y="130105"/>
                    <a:pt x="51353" y="130079"/>
                  </a:cubicBezTo>
                  <a:cubicBezTo>
                    <a:pt x="51146" y="130053"/>
                    <a:pt x="50937" y="130033"/>
                    <a:pt x="50728" y="130020"/>
                  </a:cubicBezTo>
                  <a:cubicBezTo>
                    <a:pt x="50519" y="130007"/>
                    <a:pt x="50309" y="130000"/>
                    <a:pt x="50100" y="130000"/>
                  </a:cubicBezTo>
                  <a:moveTo>
                    <a:pt x="110000" y="130000"/>
                  </a:moveTo>
                  <a:lnTo>
                    <a:pt x="90000" y="130000"/>
                  </a:lnTo>
                  <a:cubicBezTo>
                    <a:pt x="89791" y="130000"/>
                    <a:pt x="89581" y="130007"/>
                    <a:pt x="89372" y="130020"/>
                  </a:cubicBezTo>
                  <a:cubicBezTo>
                    <a:pt x="89163" y="130033"/>
                    <a:pt x="88954" y="130053"/>
                    <a:pt x="88747" y="130079"/>
                  </a:cubicBezTo>
                  <a:cubicBezTo>
                    <a:pt x="88539" y="130105"/>
                    <a:pt x="88332" y="130138"/>
                    <a:pt x="88126" y="130177"/>
                  </a:cubicBezTo>
                  <a:cubicBezTo>
                    <a:pt x="87920" y="130216"/>
                    <a:pt x="87716" y="130262"/>
                    <a:pt x="87513" y="130314"/>
                  </a:cubicBezTo>
                  <a:cubicBezTo>
                    <a:pt x="87310" y="130366"/>
                    <a:pt x="87109" y="130425"/>
                    <a:pt x="86910" y="130489"/>
                  </a:cubicBezTo>
                  <a:cubicBezTo>
                    <a:pt x="86711" y="130554"/>
                    <a:pt x="86514" y="130625"/>
                    <a:pt x="86319" y="130702"/>
                  </a:cubicBezTo>
                  <a:cubicBezTo>
                    <a:pt x="86124" y="130779"/>
                    <a:pt x="85932" y="130863"/>
                    <a:pt x="85742" y="130952"/>
                  </a:cubicBezTo>
                  <a:cubicBezTo>
                    <a:pt x="85553" y="131041"/>
                    <a:pt x="85366" y="131136"/>
                    <a:pt x="85182" y="131237"/>
                  </a:cubicBezTo>
                  <a:cubicBezTo>
                    <a:pt x="84999" y="131338"/>
                    <a:pt x="84819" y="131444"/>
                    <a:pt x="84642" y="131557"/>
                  </a:cubicBezTo>
                  <a:cubicBezTo>
                    <a:pt x="84465" y="131669"/>
                    <a:pt x="84292" y="131787"/>
                    <a:pt x="84122" y="131910"/>
                  </a:cubicBezTo>
                  <a:cubicBezTo>
                    <a:pt x="83953" y="132033"/>
                    <a:pt x="83787" y="132161"/>
                    <a:pt x="83626" y="132295"/>
                  </a:cubicBezTo>
                  <a:cubicBezTo>
                    <a:pt x="83464" y="132428"/>
                    <a:pt x="83307" y="132567"/>
                    <a:pt x="83155" y="132710"/>
                  </a:cubicBezTo>
                  <a:cubicBezTo>
                    <a:pt x="83002" y="132854"/>
                    <a:pt x="82854" y="133002"/>
                    <a:pt x="82710" y="133155"/>
                  </a:cubicBezTo>
                  <a:cubicBezTo>
                    <a:pt x="82567" y="133307"/>
                    <a:pt x="82428" y="133464"/>
                    <a:pt x="82295" y="133626"/>
                  </a:cubicBezTo>
                  <a:cubicBezTo>
                    <a:pt x="82161" y="133787"/>
                    <a:pt x="82033" y="133953"/>
                    <a:pt x="81910" y="134122"/>
                  </a:cubicBezTo>
                  <a:cubicBezTo>
                    <a:pt x="81787" y="134292"/>
                    <a:pt x="81669" y="134465"/>
                    <a:pt x="81557" y="134642"/>
                  </a:cubicBezTo>
                  <a:cubicBezTo>
                    <a:pt x="81444" y="134819"/>
                    <a:pt x="81338" y="134999"/>
                    <a:pt x="81237" y="135182"/>
                  </a:cubicBezTo>
                  <a:cubicBezTo>
                    <a:pt x="81136" y="135366"/>
                    <a:pt x="81041" y="135553"/>
                    <a:pt x="80952" y="135742"/>
                  </a:cubicBezTo>
                  <a:cubicBezTo>
                    <a:pt x="80863" y="135932"/>
                    <a:pt x="80779" y="136124"/>
                    <a:pt x="80702" y="136319"/>
                  </a:cubicBezTo>
                  <a:cubicBezTo>
                    <a:pt x="80625" y="136514"/>
                    <a:pt x="80554" y="136711"/>
                    <a:pt x="80489" y="136910"/>
                  </a:cubicBezTo>
                  <a:cubicBezTo>
                    <a:pt x="80425" y="137109"/>
                    <a:pt x="80366" y="137310"/>
                    <a:pt x="80314" y="137513"/>
                  </a:cubicBezTo>
                  <a:cubicBezTo>
                    <a:pt x="80262" y="137716"/>
                    <a:pt x="80216" y="137920"/>
                    <a:pt x="80177" y="138126"/>
                  </a:cubicBezTo>
                  <a:cubicBezTo>
                    <a:pt x="80138" y="138332"/>
                    <a:pt x="80105" y="138539"/>
                    <a:pt x="80079" y="138747"/>
                  </a:cubicBezTo>
                  <a:cubicBezTo>
                    <a:pt x="80053" y="138954"/>
                    <a:pt x="80033" y="139163"/>
                    <a:pt x="80020" y="139372"/>
                  </a:cubicBezTo>
                  <a:cubicBezTo>
                    <a:pt x="80007" y="139581"/>
                    <a:pt x="80000" y="139791"/>
                    <a:pt x="80000" y="140000"/>
                  </a:cubicBezTo>
                  <a:cubicBezTo>
                    <a:pt x="80000" y="140209"/>
                    <a:pt x="80007" y="140419"/>
                    <a:pt x="80020" y="140628"/>
                  </a:cubicBezTo>
                  <a:cubicBezTo>
                    <a:pt x="80033" y="140837"/>
                    <a:pt x="80053" y="141046"/>
                    <a:pt x="80079" y="141253"/>
                  </a:cubicBezTo>
                  <a:cubicBezTo>
                    <a:pt x="80105" y="141461"/>
                    <a:pt x="80138" y="141668"/>
                    <a:pt x="80177" y="141874"/>
                  </a:cubicBezTo>
                  <a:cubicBezTo>
                    <a:pt x="80216" y="142080"/>
                    <a:pt x="80262" y="142284"/>
                    <a:pt x="80314" y="142487"/>
                  </a:cubicBezTo>
                  <a:cubicBezTo>
                    <a:pt x="80366" y="142690"/>
                    <a:pt x="80425" y="142891"/>
                    <a:pt x="80489" y="143090"/>
                  </a:cubicBezTo>
                  <a:cubicBezTo>
                    <a:pt x="80554" y="143289"/>
                    <a:pt x="80625" y="143486"/>
                    <a:pt x="80702" y="143681"/>
                  </a:cubicBezTo>
                  <a:cubicBezTo>
                    <a:pt x="80779" y="143876"/>
                    <a:pt x="80863" y="144068"/>
                    <a:pt x="80952" y="144258"/>
                  </a:cubicBezTo>
                  <a:cubicBezTo>
                    <a:pt x="81041" y="144447"/>
                    <a:pt x="81136" y="144634"/>
                    <a:pt x="81237" y="144818"/>
                  </a:cubicBezTo>
                  <a:cubicBezTo>
                    <a:pt x="81338" y="145001"/>
                    <a:pt x="81444" y="145181"/>
                    <a:pt x="81557" y="145358"/>
                  </a:cubicBezTo>
                  <a:cubicBezTo>
                    <a:pt x="81669" y="145535"/>
                    <a:pt x="81787" y="145708"/>
                    <a:pt x="81910" y="145878"/>
                  </a:cubicBezTo>
                  <a:cubicBezTo>
                    <a:pt x="82033" y="146047"/>
                    <a:pt x="82161" y="146213"/>
                    <a:pt x="82295" y="146374"/>
                  </a:cubicBezTo>
                  <a:cubicBezTo>
                    <a:pt x="82428" y="146536"/>
                    <a:pt x="82567" y="146693"/>
                    <a:pt x="82710" y="146845"/>
                  </a:cubicBezTo>
                  <a:cubicBezTo>
                    <a:pt x="82854" y="146998"/>
                    <a:pt x="83002" y="147146"/>
                    <a:pt x="83155" y="147290"/>
                  </a:cubicBezTo>
                  <a:cubicBezTo>
                    <a:pt x="83307" y="147433"/>
                    <a:pt x="83464" y="147572"/>
                    <a:pt x="83626" y="147705"/>
                  </a:cubicBezTo>
                  <a:cubicBezTo>
                    <a:pt x="83787" y="147839"/>
                    <a:pt x="83953" y="147967"/>
                    <a:pt x="84122" y="148090"/>
                  </a:cubicBezTo>
                  <a:cubicBezTo>
                    <a:pt x="84292" y="148213"/>
                    <a:pt x="84465" y="148331"/>
                    <a:pt x="84642" y="148443"/>
                  </a:cubicBezTo>
                  <a:cubicBezTo>
                    <a:pt x="84819" y="148556"/>
                    <a:pt x="84999" y="148662"/>
                    <a:pt x="85182" y="148763"/>
                  </a:cubicBezTo>
                  <a:cubicBezTo>
                    <a:pt x="85366" y="148864"/>
                    <a:pt x="85553" y="148959"/>
                    <a:pt x="85742" y="149048"/>
                  </a:cubicBezTo>
                  <a:cubicBezTo>
                    <a:pt x="85932" y="149137"/>
                    <a:pt x="86124" y="149221"/>
                    <a:pt x="86319" y="149298"/>
                  </a:cubicBezTo>
                  <a:cubicBezTo>
                    <a:pt x="86514" y="149375"/>
                    <a:pt x="86711" y="149446"/>
                    <a:pt x="86910" y="149511"/>
                  </a:cubicBezTo>
                  <a:cubicBezTo>
                    <a:pt x="87109" y="149575"/>
                    <a:pt x="87310" y="149634"/>
                    <a:pt x="87513" y="149686"/>
                  </a:cubicBezTo>
                  <a:cubicBezTo>
                    <a:pt x="87716" y="149738"/>
                    <a:pt x="87920" y="149784"/>
                    <a:pt x="88126" y="149823"/>
                  </a:cubicBezTo>
                  <a:cubicBezTo>
                    <a:pt x="88332" y="149862"/>
                    <a:pt x="88539" y="149895"/>
                    <a:pt x="88747" y="149921"/>
                  </a:cubicBezTo>
                  <a:cubicBezTo>
                    <a:pt x="88954" y="149947"/>
                    <a:pt x="89163" y="149967"/>
                    <a:pt x="89372" y="149980"/>
                  </a:cubicBezTo>
                  <a:cubicBezTo>
                    <a:pt x="89581" y="149993"/>
                    <a:pt x="89791" y="150000"/>
                    <a:pt x="90000" y="150000"/>
                  </a:cubicBezTo>
                  <a:lnTo>
                    <a:pt x="110000" y="150000"/>
                  </a:lnTo>
                  <a:cubicBezTo>
                    <a:pt x="110209" y="150000"/>
                    <a:pt x="110419" y="149993"/>
                    <a:pt x="110628" y="149980"/>
                  </a:cubicBezTo>
                  <a:cubicBezTo>
                    <a:pt x="110837" y="149967"/>
                    <a:pt x="111046" y="149947"/>
                    <a:pt x="111253" y="149921"/>
                  </a:cubicBezTo>
                  <a:cubicBezTo>
                    <a:pt x="111461" y="149895"/>
                    <a:pt x="111668" y="149862"/>
                    <a:pt x="111874" y="149823"/>
                  </a:cubicBezTo>
                  <a:cubicBezTo>
                    <a:pt x="112080" y="149784"/>
                    <a:pt x="112284" y="149738"/>
                    <a:pt x="112487" y="149686"/>
                  </a:cubicBezTo>
                  <a:cubicBezTo>
                    <a:pt x="112690" y="149634"/>
                    <a:pt x="112891" y="149575"/>
                    <a:pt x="113090" y="149511"/>
                  </a:cubicBezTo>
                  <a:cubicBezTo>
                    <a:pt x="113289" y="149446"/>
                    <a:pt x="113486" y="149375"/>
                    <a:pt x="113681" y="149298"/>
                  </a:cubicBezTo>
                  <a:cubicBezTo>
                    <a:pt x="113876" y="149221"/>
                    <a:pt x="114068" y="149137"/>
                    <a:pt x="114258" y="149048"/>
                  </a:cubicBezTo>
                  <a:cubicBezTo>
                    <a:pt x="114447" y="148959"/>
                    <a:pt x="114634" y="148864"/>
                    <a:pt x="114818" y="148763"/>
                  </a:cubicBezTo>
                  <a:cubicBezTo>
                    <a:pt x="115001" y="148662"/>
                    <a:pt x="115181" y="148556"/>
                    <a:pt x="115358" y="148443"/>
                  </a:cubicBezTo>
                  <a:cubicBezTo>
                    <a:pt x="115535" y="148331"/>
                    <a:pt x="115708" y="148213"/>
                    <a:pt x="115878" y="148090"/>
                  </a:cubicBezTo>
                  <a:cubicBezTo>
                    <a:pt x="116047" y="147967"/>
                    <a:pt x="116213" y="147839"/>
                    <a:pt x="116374" y="147705"/>
                  </a:cubicBezTo>
                  <a:cubicBezTo>
                    <a:pt x="116536" y="147572"/>
                    <a:pt x="116693" y="147433"/>
                    <a:pt x="116845" y="147290"/>
                  </a:cubicBezTo>
                  <a:cubicBezTo>
                    <a:pt x="116998" y="147146"/>
                    <a:pt x="117146" y="146998"/>
                    <a:pt x="117290" y="146845"/>
                  </a:cubicBezTo>
                  <a:cubicBezTo>
                    <a:pt x="117433" y="146693"/>
                    <a:pt x="117572" y="146536"/>
                    <a:pt x="117705" y="146374"/>
                  </a:cubicBezTo>
                  <a:cubicBezTo>
                    <a:pt x="117839" y="146213"/>
                    <a:pt x="117967" y="146047"/>
                    <a:pt x="118090" y="145878"/>
                  </a:cubicBezTo>
                  <a:cubicBezTo>
                    <a:pt x="118213" y="145708"/>
                    <a:pt x="118331" y="145535"/>
                    <a:pt x="118443" y="145358"/>
                  </a:cubicBezTo>
                  <a:cubicBezTo>
                    <a:pt x="118556" y="145181"/>
                    <a:pt x="118662" y="145001"/>
                    <a:pt x="118763" y="144818"/>
                  </a:cubicBezTo>
                  <a:cubicBezTo>
                    <a:pt x="118864" y="144634"/>
                    <a:pt x="118959" y="144447"/>
                    <a:pt x="119048" y="144258"/>
                  </a:cubicBezTo>
                  <a:cubicBezTo>
                    <a:pt x="119137" y="144068"/>
                    <a:pt x="119221" y="143876"/>
                    <a:pt x="119298" y="143681"/>
                  </a:cubicBezTo>
                  <a:cubicBezTo>
                    <a:pt x="119375" y="143486"/>
                    <a:pt x="119446" y="143289"/>
                    <a:pt x="119511" y="143090"/>
                  </a:cubicBezTo>
                  <a:cubicBezTo>
                    <a:pt x="119575" y="142891"/>
                    <a:pt x="119634" y="142690"/>
                    <a:pt x="119686" y="142487"/>
                  </a:cubicBezTo>
                  <a:cubicBezTo>
                    <a:pt x="119738" y="142284"/>
                    <a:pt x="119784" y="142080"/>
                    <a:pt x="119823" y="141874"/>
                  </a:cubicBezTo>
                  <a:cubicBezTo>
                    <a:pt x="119862" y="141668"/>
                    <a:pt x="119895" y="141461"/>
                    <a:pt x="119921" y="141253"/>
                  </a:cubicBezTo>
                  <a:cubicBezTo>
                    <a:pt x="119947" y="141046"/>
                    <a:pt x="119967" y="140837"/>
                    <a:pt x="119980" y="140628"/>
                  </a:cubicBezTo>
                  <a:cubicBezTo>
                    <a:pt x="119993" y="140419"/>
                    <a:pt x="120000" y="140209"/>
                    <a:pt x="120000" y="140000"/>
                  </a:cubicBezTo>
                  <a:cubicBezTo>
                    <a:pt x="120000" y="139791"/>
                    <a:pt x="119993" y="139581"/>
                    <a:pt x="119980" y="139372"/>
                  </a:cubicBezTo>
                  <a:cubicBezTo>
                    <a:pt x="119967" y="139163"/>
                    <a:pt x="119947" y="138954"/>
                    <a:pt x="119921" y="138747"/>
                  </a:cubicBezTo>
                  <a:cubicBezTo>
                    <a:pt x="119895" y="138539"/>
                    <a:pt x="119862" y="138332"/>
                    <a:pt x="119823" y="138126"/>
                  </a:cubicBezTo>
                  <a:cubicBezTo>
                    <a:pt x="119784" y="137920"/>
                    <a:pt x="119738" y="137716"/>
                    <a:pt x="119686" y="137513"/>
                  </a:cubicBezTo>
                  <a:cubicBezTo>
                    <a:pt x="119634" y="137310"/>
                    <a:pt x="119575" y="137109"/>
                    <a:pt x="119511" y="136910"/>
                  </a:cubicBezTo>
                  <a:cubicBezTo>
                    <a:pt x="119446" y="136711"/>
                    <a:pt x="119375" y="136514"/>
                    <a:pt x="119298" y="136319"/>
                  </a:cubicBezTo>
                  <a:cubicBezTo>
                    <a:pt x="119221" y="136124"/>
                    <a:pt x="119137" y="135932"/>
                    <a:pt x="119048" y="135742"/>
                  </a:cubicBezTo>
                  <a:cubicBezTo>
                    <a:pt x="118959" y="135553"/>
                    <a:pt x="118864" y="135366"/>
                    <a:pt x="118763" y="135182"/>
                  </a:cubicBezTo>
                  <a:cubicBezTo>
                    <a:pt x="118662" y="134999"/>
                    <a:pt x="118556" y="134819"/>
                    <a:pt x="118443" y="134642"/>
                  </a:cubicBezTo>
                  <a:cubicBezTo>
                    <a:pt x="118331" y="134465"/>
                    <a:pt x="118213" y="134292"/>
                    <a:pt x="118090" y="134122"/>
                  </a:cubicBezTo>
                  <a:cubicBezTo>
                    <a:pt x="117967" y="133953"/>
                    <a:pt x="117839" y="133787"/>
                    <a:pt x="117705" y="133626"/>
                  </a:cubicBezTo>
                  <a:cubicBezTo>
                    <a:pt x="117572" y="133464"/>
                    <a:pt x="117433" y="133307"/>
                    <a:pt x="117290" y="133155"/>
                  </a:cubicBezTo>
                  <a:cubicBezTo>
                    <a:pt x="117146" y="133002"/>
                    <a:pt x="116998" y="132854"/>
                    <a:pt x="116845" y="132710"/>
                  </a:cubicBezTo>
                  <a:cubicBezTo>
                    <a:pt x="116693" y="132567"/>
                    <a:pt x="116536" y="132428"/>
                    <a:pt x="116374" y="132295"/>
                  </a:cubicBezTo>
                  <a:cubicBezTo>
                    <a:pt x="116213" y="132161"/>
                    <a:pt x="116047" y="132033"/>
                    <a:pt x="115878" y="131910"/>
                  </a:cubicBezTo>
                  <a:cubicBezTo>
                    <a:pt x="115708" y="131787"/>
                    <a:pt x="115535" y="131669"/>
                    <a:pt x="115358" y="131557"/>
                  </a:cubicBezTo>
                  <a:cubicBezTo>
                    <a:pt x="115181" y="131444"/>
                    <a:pt x="115001" y="131338"/>
                    <a:pt x="114818" y="131237"/>
                  </a:cubicBezTo>
                  <a:cubicBezTo>
                    <a:pt x="114634" y="131136"/>
                    <a:pt x="114447" y="131041"/>
                    <a:pt x="114258" y="130952"/>
                  </a:cubicBezTo>
                  <a:cubicBezTo>
                    <a:pt x="114068" y="130863"/>
                    <a:pt x="113876" y="130779"/>
                    <a:pt x="113681" y="130702"/>
                  </a:cubicBezTo>
                  <a:cubicBezTo>
                    <a:pt x="113486" y="130625"/>
                    <a:pt x="113289" y="130554"/>
                    <a:pt x="113090" y="130489"/>
                  </a:cubicBezTo>
                  <a:cubicBezTo>
                    <a:pt x="112891" y="130425"/>
                    <a:pt x="112690" y="130366"/>
                    <a:pt x="112487" y="130314"/>
                  </a:cubicBezTo>
                  <a:cubicBezTo>
                    <a:pt x="112284" y="130262"/>
                    <a:pt x="112080" y="130216"/>
                    <a:pt x="111874" y="130177"/>
                  </a:cubicBezTo>
                  <a:cubicBezTo>
                    <a:pt x="111668" y="130138"/>
                    <a:pt x="111461" y="130105"/>
                    <a:pt x="111253" y="130079"/>
                  </a:cubicBezTo>
                  <a:cubicBezTo>
                    <a:pt x="111046" y="130053"/>
                    <a:pt x="110837" y="130033"/>
                    <a:pt x="110628" y="130020"/>
                  </a:cubicBezTo>
                  <a:cubicBezTo>
                    <a:pt x="110419" y="130007"/>
                    <a:pt x="110209" y="130000"/>
                    <a:pt x="110000" y="130000"/>
                  </a:cubicBezTo>
                  <a:moveTo>
                    <a:pt x="50100" y="90000"/>
                  </a:moveTo>
                  <a:lnTo>
                    <a:pt x="50000" y="90000"/>
                  </a:lnTo>
                  <a:cubicBezTo>
                    <a:pt x="49794" y="90000"/>
                    <a:pt x="49589" y="90007"/>
                    <a:pt x="49384" y="90020"/>
                  </a:cubicBezTo>
                  <a:cubicBezTo>
                    <a:pt x="49178" y="90033"/>
                    <a:pt x="48974" y="90052"/>
                    <a:pt x="48770" y="90077"/>
                  </a:cubicBezTo>
                  <a:cubicBezTo>
                    <a:pt x="48566" y="90103"/>
                    <a:pt x="48363" y="90135"/>
                    <a:pt x="48160" y="90173"/>
                  </a:cubicBezTo>
                  <a:cubicBezTo>
                    <a:pt x="47958" y="90211"/>
                    <a:pt x="47758" y="90255"/>
                    <a:pt x="47558" y="90305"/>
                  </a:cubicBezTo>
                  <a:cubicBezTo>
                    <a:pt x="47359" y="90356"/>
                    <a:pt x="47161" y="90412"/>
                    <a:pt x="46965" y="90475"/>
                  </a:cubicBezTo>
                  <a:cubicBezTo>
                    <a:pt x="46770" y="90538"/>
                    <a:pt x="46576" y="90606"/>
                    <a:pt x="46384" y="90681"/>
                  </a:cubicBezTo>
                  <a:cubicBezTo>
                    <a:pt x="46193" y="90755"/>
                    <a:pt x="46003" y="90836"/>
                    <a:pt x="45817" y="90922"/>
                  </a:cubicBezTo>
                  <a:cubicBezTo>
                    <a:pt x="45630" y="91008"/>
                    <a:pt x="45446" y="91100"/>
                    <a:pt x="45265" y="91198"/>
                  </a:cubicBezTo>
                  <a:cubicBezTo>
                    <a:pt x="45084" y="91296"/>
                    <a:pt x="44906" y="91399"/>
                    <a:pt x="44732" y="91507"/>
                  </a:cubicBezTo>
                  <a:cubicBezTo>
                    <a:pt x="44557" y="91616"/>
                    <a:pt x="44386" y="91730"/>
                    <a:pt x="44218" y="91849"/>
                  </a:cubicBezTo>
                  <a:cubicBezTo>
                    <a:pt x="44051" y="91968"/>
                    <a:pt x="43887" y="92092"/>
                    <a:pt x="43727" y="92221"/>
                  </a:cubicBezTo>
                  <a:cubicBezTo>
                    <a:pt x="43567" y="92351"/>
                    <a:pt x="43411" y="92485"/>
                    <a:pt x="43259" y="92624"/>
                  </a:cubicBezTo>
                  <a:cubicBezTo>
                    <a:pt x="43108" y="92762"/>
                    <a:pt x="42960" y="92906"/>
                    <a:pt x="42817" y="93054"/>
                  </a:cubicBezTo>
                  <a:cubicBezTo>
                    <a:pt x="42675" y="93202"/>
                    <a:pt x="42536" y="93354"/>
                    <a:pt x="42403" y="93510"/>
                  </a:cubicBezTo>
                  <a:cubicBezTo>
                    <a:pt x="42270" y="93667"/>
                    <a:pt x="42141" y="93827"/>
                    <a:pt x="42017" y="93992"/>
                  </a:cubicBezTo>
                  <a:cubicBezTo>
                    <a:pt x="41894" y="94156"/>
                    <a:pt x="41775" y="94324"/>
                    <a:pt x="41662" y="94496"/>
                  </a:cubicBezTo>
                  <a:cubicBezTo>
                    <a:pt x="41549" y="94667"/>
                    <a:pt x="41441" y="94842"/>
                    <a:pt x="41339" y="95021"/>
                  </a:cubicBezTo>
                  <a:cubicBezTo>
                    <a:pt x="41237" y="95199"/>
                    <a:pt x="41140" y="95380"/>
                    <a:pt x="41048" y="95565"/>
                  </a:cubicBezTo>
                  <a:cubicBezTo>
                    <a:pt x="40957" y="95749"/>
                    <a:pt x="40872" y="95936"/>
                    <a:pt x="40792" y="96126"/>
                  </a:cubicBezTo>
                  <a:cubicBezTo>
                    <a:pt x="40712" y="96315"/>
                    <a:pt x="40639" y="96507"/>
                    <a:pt x="40571" y="96701"/>
                  </a:cubicBezTo>
                  <a:cubicBezTo>
                    <a:pt x="40503" y="96895"/>
                    <a:pt x="40441" y="97091"/>
                    <a:pt x="40385" y="97289"/>
                  </a:cubicBezTo>
                  <a:cubicBezTo>
                    <a:pt x="40330" y="97487"/>
                    <a:pt x="40280" y="97687"/>
                    <a:pt x="40237" y="97888"/>
                  </a:cubicBezTo>
                  <a:cubicBezTo>
                    <a:pt x="40193" y="98089"/>
                    <a:pt x="40156" y="98291"/>
                    <a:pt x="40125" y="98494"/>
                  </a:cubicBezTo>
                  <a:cubicBezTo>
                    <a:pt x="40094" y="98697"/>
                    <a:pt x="40069" y="98902"/>
                    <a:pt x="40051" y="99106"/>
                  </a:cubicBezTo>
                  <a:cubicBezTo>
                    <a:pt x="40033" y="99311"/>
                    <a:pt x="40021" y="99517"/>
                    <a:pt x="40015" y="99722"/>
                  </a:cubicBezTo>
                  <a:cubicBezTo>
                    <a:pt x="40009" y="99928"/>
                    <a:pt x="40010" y="100133"/>
                    <a:pt x="40017" y="100339"/>
                  </a:cubicBezTo>
                  <a:cubicBezTo>
                    <a:pt x="40024" y="100544"/>
                    <a:pt x="40037" y="100749"/>
                    <a:pt x="40057" y="100954"/>
                  </a:cubicBezTo>
                  <a:cubicBezTo>
                    <a:pt x="40076" y="101159"/>
                    <a:pt x="40102" y="101363"/>
                    <a:pt x="40134" y="101566"/>
                  </a:cubicBezTo>
                  <a:cubicBezTo>
                    <a:pt x="40167" y="101769"/>
                    <a:pt x="40205" y="101971"/>
                    <a:pt x="40250" y="102172"/>
                  </a:cubicBezTo>
                  <a:cubicBezTo>
                    <a:pt x="40294" y="102372"/>
                    <a:pt x="40345" y="102572"/>
                    <a:pt x="40402" y="102769"/>
                  </a:cubicBezTo>
                  <a:cubicBezTo>
                    <a:pt x="40459" y="102967"/>
                    <a:pt x="40522" y="103162"/>
                    <a:pt x="40591" y="103356"/>
                  </a:cubicBezTo>
                  <a:cubicBezTo>
                    <a:pt x="40660" y="103550"/>
                    <a:pt x="40735" y="103741"/>
                    <a:pt x="40816" y="103930"/>
                  </a:cubicBezTo>
                  <a:cubicBezTo>
                    <a:pt x="40897" y="104119"/>
                    <a:pt x="40983" y="104306"/>
                    <a:pt x="41076" y="104490"/>
                  </a:cubicBezTo>
                  <a:cubicBezTo>
                    <a:pt x="41168" y="104673"/>
                    <a:pt x="41266" y="104854"/>
                    <a:pt x="41369" y="105032"/>
                  </a:cubicBezTo>
                  <a:cubicBezTo>
                    <a:pt x="41473" y="105210"/>
                    <a:pt x="41582" y="105384"/>
                    <a:pt x="41696" y="105555"/>
                  </a:cubicBezTo>
                  <a:cubicBezTo>
                    <a:pt x="41810" y="105726"/>
                    <a:pt x="41930" y="105893"/>
                    <a:pt x="42054" y="106057"/>
                  </a:cubicBezTo>
                  <a:cubicBezTo>
                    <a:pt x="42179" y="106220"/>
                    <a:pt x="42308" y="106380"/>
                    <a:pt x="42443" y="106536"/>
                  </a:cubicBezTo>
                  <a:cubicBezTo>
                    <a:pt x="42577" y="106691"/>
                    <a:pt x="42716" y="106843"/>
                    <a:pt x="42860" y="106990"/>
                  </a:cubicBezTo>
                  <a:cubicBezTo>
                    <a:pt x="43003" y="107137"/>
                    <a:pt x="43152" y="107279"/>
                    <a:pt x="43304" y="107417"/>
                  </a:cubicBezTo>
                  <a:cubicBezTo>
                    <a:pt x="43457" y="107555"/>
                    <a:pt x="43613" y="107688"/>
                    <a:pt x="43774" y="107817"/>
                  </a:cubicBezTo>
                  <a:cubicBezTo>
                    <a:pt x="43935" y="107945"/>
                    <a:pt x="44099" y="108068"/>
                    <a:pt x="44268" y="108186"/>
                  </a:cubicBezTo>
                  <a:cubicBezTo>
                    <a:pt x="44436" y="108304"/>
                    <a:pt x="44608" y="108417"/>
                    <a:pt x="44783" y="108525"/>
                  </a:cubicBezTo>
                  <a:cubicBezTo>
                    <a:pt x="44959" y="108632"/>
                    <a:pt x="45137" y="108734"/>
                    <a:pt x="45319" y="108831"/>
                  </a:cubicBezTo>
                  <a:cubicBezTo>
                    <a:pt x="45500" y="108927"/>
                    <a:pt x="45685" y="109018"/>
                    <a:pt x="45872" y="109103"/>
                  </a:cubicBezTo>
                  <a:cubicBezTo>
                    <a:pt x="46059" y="109188"/>
                    <a:pt x="46249" y="109268"/>
                    <a:pt x="46441" y="109341"/>
                  </a:cubicBezTo>
                  <a:cubicBezTo>
                    <a:pt x="46633" y="109414"/>
                    <a:pt x="46827" y="109482"/>
                    <a:pt x="47023" y="109543"/>
                  </a:cubicBezTo>
                  <a:cubicBezTo>
                    <a:pt x="47220" y="109605"/>
                    <a:pt x="47418" y="109660"/>
                    <a:pt x="47617" y="109709"/>
                  </a:cubicBezTo>
                  <a:cubicBezTo>
                    <a:pt x="47817" y="109758"/>
                    <a:pt x="48018" y="109802"/>
                    <a:pt x="48220" y="109838"/>
                  </a:cubicBezTo>
                  <a:cubicBezTo>
                    <a:pt x="48422" y="109875"/>
                    <a:pt x="48626" y="109906"/>
                    <a:pt x="48830" y="109930"/>
                  </a:cubicBezTo>
                  <a:lnTo>
                    <a:pt x="50100" y="110000"/>
                  </a:lnTo>
                  <a:cubicBezTo>
                    <a:pt x="50309" y="110000"/>
                    <a:pt x="50519" y="109993"/>
                    <a:pt x="50728" y="109980"/>
                  </a:cubicBezTo>
                  <a:cubicBezTo>
                    <a:pt x="50937" y="109967"/>
                    <a:pt x="51146" y="109947"/>
                    <a:pt x="51353" y="109921"/>
                  </a:cubicBezTo>
                  <a:cubicBezTo>
                    <a:pt x="51561" y="109895"/>
                    <a:pt x="51768" y="109862"/>
                    <a:pt x="51974" y="109823"/>
                  </a:cubicBezTo>
                  <a:cubicBezTo>
                    <a:pt x="52180" y="109784"/>
                    <a:pt x="52384" y="109738"/>
                    <a:pt x="52587" y="109686"/>
                  </a:cubicBezTo>
                  <a:cubicBezTo>
                    <a:pt x="52790" y="109634"/>
                    <a:pt x="52991" y="109575"/>
                    <a:pt x="53190" y="109511"/>
                  </a:cubicBezTo>
                  <a:cubicBezTo>
                    <a:pt x="53389" y="109446"/>
                    <a:pt x="53586" y="109375"/>
                    <a:pt x="53781" y="109298"/>
                  </a:cubicBezTo>
                  <a:cubicBezTo>
                    <a:pt x="53976" y="109221"/>
                    <a:pt x="54168" y="109137"/>
                    <a:pt x="54358" y="109048"/>
                  </a:cubicBezTo>
                  <a:cubicBezTo>
                    <a:pt x="54547" y="108959"/>
                    <a:pt x="54734" y="108864"/>
                    <a:pt x="54918" y="108763"/>
                  </a:cubicBezTo>
                  <a:cubicBezTo>
                    <a:pt x="55101" y="108662"/>
                    <a:pt x="55281" y="108556"/>
                    <a:pt x="55458" y="108443"/>
                  </a:cubicBezTo>
                  <a:cubicBezTo>
                    <a:pt x="55635" y="108331"/>
                    <a:pt x="55808" y="108213"/>
                    <a:pt x="55978" y="108090"/>
                  </a:cubicBezTo>
                  <a:cubicBezTo>
                    <a:pt x="56147" y="107967"/>
                    <a:pt x="56313" y="107839"/>
                    <a:pt x="56474" y="107705"/>
                  </a:cubicBezTo>
                  <a:cubicBezTo>
                    <a:pt x="56636" y="107572"/>
                    <a:pt x="56793" y="107433"/>
                    <a:pt x="56945" y="107290"/>
                  </a:cubicBezTo>
                  <a:cubicBezTo>
                    <a:pt x="57098" y="107146"/>
                    <a:pt x="57246" y="106998"/>
                    <a:pt x="57390" y="106845"/>
                  </a:cubicBezTo>
                  <a:cubicBezTo>
                    <a:pt x="57533" y="106693"/>
                    <a:pt x="57672" y="106536"/>
                    <a:pt x="57805" y="106374"/>
                  </a:cubicBezTo>
                  <a:cubicBezTo>
                    <a:pt x="57939" y="106213"/>
                    <a:pt x="58067" y="106047"/>
                    <a:pt x="58190" y="105878"/>
                  </a:cubicBezTo>
                  <a:cubicBezTo>
                    <a:pt x="58313" y="105708"/>
                    <a:pt x="58431" y="105535"/>
                    <a:pt x="58543" y="105358"/>
                  </a:cubicBezTo>
                  <a:cubicBezTo>
                    <a:pt x="58656" y="105181"/>
                    <a:pt x="58762" y="105001"/>
                    <a:pt x="58863" y="104818"/>
                  </a:cubicBezTo>
                  <a:cubicBezTo>
                    <a:pt x="58964" y="104634"/>
                    <a:pt x="59059" y="104447"/>
                    <a:pt x="59148" y="104258"/>
                  </a:cubicBezTo>
                  <a:cubicBezTo>
                    <a:pt x="59237" y="104068"/>
                    <a:pt x="59321" y="103876"/>
                    <a:pt x="59398" y="103681"/>
                  </a:cubicBezTo>
                  <a:cubicBezTo>
                    <a:pt x="59475" y="103486"/>
                    <a:pt x="59546" y="103289"/>
                    <a:pt x="59611" y="103090"/>
                  </a:cubicBezTo>
                  <a:cubicBezTo>
                    <a:pt x="59675" y="102891"/>
                    <a:pt x="59734" y="102690"/>
                    <a:pt x="59786" y="102487"/>
                  </a:cubicBezTo>
                  <a:cubicBezTo>
                    <a:pt x="59838" y="102284"/>
                    <a:pt x="59884" y="102080"/>
                    <a:pt x="59923" y="101874"/>
                  </a:cubicBezTo>
                  <a:cubicBezTo>
                    <a:pt x="59962" y="101668"/>
                    <a:pt x="59995" y="101461"/>
                    <a:pt x="60021" y="101253"/>
                  </a:cubicBezTo>
                  <a:cubicBezTo>
                    <a:pt x="60047" y="101046"/>
                    <a:pt x="60067" y="100837"/>
                    <a:pt x="60080" y="100628"/>
                  </a:cubicBezTo>
                  <a:cubicBezTo>
                    <a:pt x="60093" y="100419"/>
                    <a:pt x="60100" y="100209"/>
                    <a:pt x="60100" y="100000"/>
                  </a:cubicBezTo>
                  <a:cubicBezTo>
                    <a:pt x="60100" y="99791"/>
                    <a:pt x="60093" y="99581"/>
                    <a:pt x="60080" y="99372"/>
                  </a:cubicBezTo>
                  <a:cubicBezTo>
                    <a:pt x="60067" y="99163"/>
                    <a:pt x="60047" y="98954"/>
                    <a:pt x="60021" y="98747"/>
                  </a:cubicBezTo>
                  <a:cubicBezTo>
                    <a:pt x="59995" y="98539"/>
                    <a:pt x="59962" y="98332"/>
                    <a:pt x="59923" y="98126"/>
                  </a:cubicBezTo>
                  <a:cubicBezTo>
                    <a:pt x="59884" y="97920"/>
                    <a:pt x="59838" y="97716"/>
                    <a:pt x="59786" y="97513"/>
                  </a:cubicBezTo>
                  <a:cubicBezTo>
                    <a:pt x="59734" y="97310"/>
                    <a:pt x="59675" y="97109"/>
                    <a:pt x="59611" y="96910"/>
                  </a:cubicBezTo>
                  <a:cubicBezTo>
                    <a:pt x="59546" y="96711"/>
                    <a:pt x="59475" y="96514"/>
                    <a:pt x="59398" y="96319"/>
                  </a:cubicBezTo>
                  <a:cubicBezTo>
                    <a:pt x="59321" y="96124"/>
                    <a:pt x="59237" y="95932"/>
                    <a:pt x="59148" y="95742"/>
                  </a:cubicBezTo>
                  <a:cubicBezTo>
                    <a:pt x="59059" y="95553"/>
                    <a:pt x="58964" y="95366"/>
                    <a:pt x="58863" y="95182"/>
                  </a:cubicBezTo>
                  <a:cubicBezTo>
                    <a:pt x="58762" y="94999"/>
                    <a:pt x="58656" y="94819"/>
                    <a:pt x="58543" y="94642"/>
                  </a:cubicBezTo>
                  <a:cubicBezTo>
                    <a:pt x="58431" y="94465"/>
                    <a:pt x="58313" y="94292"/>
                    <a:pt x="58190" y="94122"/>
                  </a:cubicBezTo>
                  <a:cubicBezTo>
                    <a:pt x="58067" y="93953"/>
                    <a:pt x="57939" y="93787"/>
                    <a:pt x="57805" y="93626"/>
                  </a:cubicBezTo>
                  <a:cubicBezTo>
                    <a:pt x="57672" y="93464"/>
                    <a:pt x="57533" y="93307"/>
                    <a:pt x="57390" y="93155"/>
                  </a:cubicBezTo>
                  <a:cubicBezTo>
                    <a:pt x="57246" y="93002"/>
                    <a:pt x="57098" y="92854"/>
                    <a:pt x="56945" y="92710"/>
                  </a:cubicBezTo>
                  <a:cubicBezTo>
                    <a:pt x="56793" y="92567"/>
                    <a:pt x="56636" y="92428"/>
                    <a:pt x="56474" y="92295"/>
                  </a:cubicBezTo>
                  <a:cubicBezTo>
                    <a:pt x="56313" y="92161"/>
                    <a:pt x="56147" y="92033"/>
                    <a:pt x="55978" y="91910"/>
                  </a:cubicBezTo>
                  <a:cubicBezTo>
                    <a:pt x="55808" y="91787"/>
                    <a:pt x="55635" y="91669"/>
                    <a:pt x="55458" y="91557"/>
                  </a:cubicBezTo>
                  <a:cubicBezTo>
                    <a:pt x="55281" y="91444"/>
                    <a:pt x="55101" y="91338"/>
                    <a:pt x="54918" y="91237"/>
                  </a:cubicBezTo>
                  <a:cubicBezTo>
                    <a:pt x="54734" y="91136"/>
                    <a:pt x="54547" y="91041"/>
                    <a:pt x="54358" y="90952"/>
                  </a:cubicBezTo>
                  <a:cubicBezTo>
                    <a:pt x="54168" y="90863"/>
                    <a:pt x="53976" y="90779"/>
                    <a:pt x="53781" y="90702"/>
                  </a:cubicBezTo>
                  <a:cubicBezTo>
                    <a:pt x="53586" y="90625"/>
                    <a:pt x="53389" y="90554"/>
                    <a:pt x="53190" y="90489"/>
                  </a:cubicBezTo>
                  <a:cubicBezTo>
                    <a:pt x="52991" y="90425"/>
                    <a:pt x="52790" y="90366"/>
                    <a:pt x="52587" y="90314"/>
                  </a:cubicBezTo>
                  <a:cubicBezTo>
                    <a:pt x="52384" y="90262"/>
                    <a:pt x="52180" y="90216"/>
                    <a:pt x="51974" y="90177"/>
                  </a:cubicBezTo>
                  <a:cubicBezTo>
                    <a:pt x="51768" y="90138"/>
                    <a:pt x="51561" y="90105"/>
                    <a:pt x="51353" y="90079"/>
                  </a:cubicBezTo>
                  <a:cubicBezTo>
                    <a:pt x="51146" y="90053"/>
                    <a:pt x="50937" y="90033"/>
                    <a:pt x="50728" y="90020"/>
                  </a:cubicBezTo>
                  <a:cubicBezTo>
                    <a:pt x="50519" y="90007"/>
                    <a:pt x="50309" y="90000"/>
                    <a:pt x="50100" y="90000"/>
                  </a:cubicBezTo>
                  <a:moveTo>
                    <a:pt x="110000" y="90000"/>
                  </a:moveTo>
                  <a:lnTo>
                    <a:pt x="90000" y="90000"/>
                  </a:lnTo>
                  <a:cubicBezTo>
                    <a:pt x="89791" y="90000"/>
                    <a:pt x="89581" y="90007"/>
                    <a:pt x="89372" y="90020"/>
                  </a:cubicBezTo>
                  <a:cubicBezTo>
                    <a:pt x="89163" y="90033"/>
                    <a:pt x="88954" y="90053"/>
                    <a:pt x="88747" y="90079"/>
                  </a:cubicBezTo>
                  <a:cubicBezTo>
                    <a:pt x="88539" y="90105"/>
                    <a:pt x="88332" y="90138"/>
                    <a:pt x="88126" y="90177"/>
                  </a:cubicBezTo>
                  <a:cubicBezTo>
                    <a:pt x="87920" y="90216"/>
                    <a:pt x="87716" y="90262"/>
                    <a:pt x="87513" y="90314"/>
                  </a:cubicBezTo>
                  <a:cubicBezTo>
                    <a:pt x="87310" y="90366"/>
                    <a:pt x="87109" y="90425"/>
                    <a:pt x="86910" y="90489"/>
                  </a:cubicBezTo>
                  <a:cubicBezTo>
                    <a:pt x="86711" y="90554"/>
                    <a:pt x="86514" y="90625"/>
                    <a:pt x="86319" y="90702"/>
                  </a:cubicBezTo>
                  <a:cubicBezTo>
                    <a:pt x="86124" y="90779"/>
                    <a:pt x="85932" y="90863"/>
                    <a:pt x="85742" y="90952"/>
                  </a:cubicBezTo>
                  <a:cubicBezTo>
                    <a:pt x="85553" y="91041"/>
                    <a:pt x="85366" y="91136"/>
                    <a:pt x="85182" y="91237"/>
                  </a:cubicBezTo>
                  <a:cubicBezTo>
                    <a:pt x="84999" y="91338"/>
                    <a:pt x="84819" y="91444"/>
                    <a:pt x="84642" y="91557"/>
                  </a:cubicBezTo>
                  <a:cubicBezTo>
                    <a:pt x="84465" y="91669"/>
                    <a:pt x="84292" y="91787"/>
                    <a:pt x="84122" y="91910"/>
                  </a:cubicBezTo>
                  <a:cubicBezTo>
                    <a:pt x="83953" y="92033"/>
                    <a:pt x="83787" y="92161"/>
                    <a:pt x="83626" y="92295"/>
                  </a:cubicBezTo>
                  <a:cubicBezTo>
                    <a:pt x="83464" y="92428"/>
                    <a:pt x="83307" y="92567"/>
                    <a:pt x="83155" y="92710"/>
                  </a:cubicBezTo>
                  <a:cubicBezTo>
                    <a:pt x="83002" y="92854"/>
                    <a:pt x="82854" y="93002"/>
                    <a:pt x="82710" y="93155"/>
                  </a:cubicBezTo>
                  <a:cubicBezTo>
                    <a:pt x="82567" y="93307"/>
                    <a:pt x="82428" y="93464"/>
                    <a:pt x="82295" y="93626"/>
                  </a:cubicBezTo>
                  <a:cubicBezTo>
                    <a:pt x="82161" y="93787"/>
                    <a:pt x="82033" y="93953"/>
                    <a:pt x="81910" y="94122"/>
                  </a:cubicBezTo>
                  <a:cubicBezTo>
                    <a:pt x="81787" y="94292"/>
                    <a:pt x="81669" y="94465"/>
                    <a:pt x="81557" y="94642"/>
                  </a:cubicBezTo>
                  <a:cubicBezTo>
                    <a:pt x="81444" y="94819"/>
                    <a:pt x="81338" y="94999"/>
                    <a:pt x="81237" y="95182"/>
                  </a:cubicBezTo>
                  <a:cubicBezTo>
                    <a:pt x="81136" y="95366"/>
                    <a:pt x="81041" y="95553"/>
                    <a:pt x="80952" y="95742"/>
                  </a:cubicBezTo>
                  <a:cubicBezTo>
                    <a:pt x="80863" y="95932"/>
                    <a:pt x="80779" y="96124"/>
                    <a:pt x="80702" y="96319"/>
                  </a:cubicBezTo>
                  <a:cubicBezTo>
                    <a:pt x="80625" y="96514"/>
                    <a:pt x="80554" y="96711"/>
                    <a:pt x="80489" y="96910"/>
                  </a:cubicBezTo>
                  <a:cubicBezTo>
                    <a:pt x="80425" y="97109"/>
                    <a:pt x="80366" y="97310"/>
                    <a:pt x="80314" y="97513"/>
                  </a:cubicBezTo>
                  <a:cubicBezTo>
                    <a:pt x="80262" y="97716"/>
                    <a:pt x="80216" y="97920"/>
                    <a:pt x="80177" y="98126"/>
                  </a:cubicBezTo>
                  <a:cubicBezTo>
                    <a:pt x="80138" y="98332"/>
                    <a:pt x="80105" y="98539"/>
                    <a:pt x="80079" y="98747"/>
                  </a:cubicBezTo>
                  <a:cubicBezTo>
                    <a:pt x="80053" y="98954"/>
                    <a:pt x="80033" y="99163"/>
                    <a:pt x="80020" y="99372"/>
                  </a:cubicBezTo>
                  <a:cubicBezTo>
                    <a:pt x="80007" y="99581"/>
                    <a:pt x="80000" y="99791"/>
                    <a:pt x="80000" y="100000"/>
                  </a:cubicBezTo>
                  <a:cubicBezTo>
                    <a:pt x="80000" y="100209"/>
                    <a:pt x="80007" y="100419"/>
                    <a:pt x="80020" y="100628"/>
                  </a:cubicBezTo>
                  <a:cubicBezTo>
                    <a:pt x="80033" y="100837"/>
                    <a:pt x="80053" y="101046"/>
                    <a:pt x="80079" y="101253"/>
                  </a:cubicBezTo>
                  <a:cubicBezTo>
                    <a:pt x="80105" y="101461"/>
                    <a:pt x="80138" y="101668"/>
                    <a:pt x="80177" y="101874"/>
                  </a:cubicBezTo>
                  <a:cubicBezTo>
                    <a:pt x="80216" y="102080"/>
                    <a:pt x="80262" y="102284"/>
                    <a:pt x="80314" y="102487"/>
                  </a:cubicBezTo>
                  <a:cubicBezTo>
                    <a:pt x="80366" y="102690"/>
                    <a:pt x="80425" y="102891"/>
                    <a:pt x="80489" y="103090"/>
                  </a:cubicBezTo>
                  <a:cubicBezTo>
                    <a:pt x="80554" y="103289"/>
                    <a:pt x="80625" y="103486"/>
                    <a:pt x="80702" y="103681"/>
                  </a:cubicBezTo>
                  <a:cubicBezTo>
                    <a:pt x="80779" y="103876"/>
                    <a:pt x="80863" y="104068"/>
                    <a:pt x="80952" y="104258"/>
                  </a:cubicBezTo>
                  <a:cubicBezTo>
                    <a:pt x="81041" y="104447"/>
                    <a:pt x="81136" y="104634"/>
                    <a:pt x="81237" y="104818"/>
                  </a:cubicBezTo>
                  <a:cubicBezTo>
                    <a:pt x="81338" y="105001"/>
                    <a:pt x="81444" y="105181"/>
                    <a:pt x="81557" y="105358"/>
                  </a:cubicBezTo>
                  <a:cubicBezTo>
                    <a:pt x="81669" y="105535"/>
                    <a:pt x="81787" y="105708"/>
                    <a:pt x="81910" y="105878"/>
                  </a:cubicBezTo>
                  <a:cubicBezTo>
                    <a:pt x="82033" y="106047"/>
                    <a:pt x="82161" y="106213"/>
                    <a:pt x="82295" y="106374"/>
                  </a:cubicBezTo>
                  <a:cubicBezTo>
                    <a:pt x="82428" y="106536"/>
                    <a:pt x="82567" y="106693"/>
                    <a:pt x="82710" y="106845"/>
                  </a:cubicBezTo>
                  <a:cubicBezTo>
                    <a:pt x="82854" y="106998"/>
                    <a:pt x="83002" y="107146"/>
                    <a:pt x="83155" y="107290"/>
                  </a:cubicBezTo>
                  <a:cubicBezTo>
                    <a:pt x="83307" y="107433"/>
                    <a:pt x="83464" y="107572"/>
                    <a:pt x="83626" y="107705"/>
                  </a:cubicBezTo>
                  <a:cubicBezTo>
                    <a:pt x="83787" y="107839"/>
                    <a:pt x="83953" y="107967"/>
                    <a:pt x="84122" y="108090"/>
                  </a:cubicBezTo>
                  <a:cubicBezTo>
                    <a:pt x="84292" y="108213"/>
                    <a:pt x="84465" y="108331"/>
                    <a:pt x="84642" y="108443"/>
                  </a:cubicBezTo>
                  <a:cubicBezTo>
                    <a:pt x="84819" y="108556"/>
                    <a:pt x="84999" y="108662"/>
                    <a:pt x="85182" y="108763"/>
                  </a:cubicBezTo>
                  <a:cubicBezTo>
                    <a:pt x="85366" y="108864"/>
                    <a:pt x="85553" y="108959"/>
                    <a:pt x="85742" y="109048"/>
                  </a:cubicBezTo>
                  <a:cubicBezTo>
                    <a:pt x="85932" y="109137"/>
                    <a:pt x="86124" y="109221"/>
                    <a:pt x="86319" y="109298"/>
                  </a:cubicBezTo>
                  <a:cubicBezTo>
                    <a:pt x="86514" y="109375"/>
                    <a:pt x="86711" y="109446"/>
                    <a:pt x="86910" y="109511"/>
                  </a:cubicBezTo>
                  <a:cubicBezTo>
                    <a:pt x="87109" y="109575"/>
                    <a:pt x="87310" y="109634"/>
                    <a:pt x="87513" y="109686"/>
                  </a:cubicBezTo>
                  <a:cubicBezTo>
                    <a:pt x="87716" y="109738"/>
                    <a:pt x="87920" y="109784"/>
                    <a:pt x="88126" y="109823"/>
                  </a:cubicBezTo>
                  <a:cubicBezTo>
                    <a:pt x="88332" y="109862"/>
                    <a:pt x="88539" y="109895"/>
                    <a:pt x="88747" y="109921"/>
                  </a:cubicBezTo>
                  <a:cubicBezTo>
                    <a:pt x="88954" y="109947"/>
                    <a:pt x="89163" y="109967"/>
                    <a:pt x="89372" y="109980"/>
                  </a:cubicBezTo>
                  <a:cubicBezTo>
                    <a:pt x="89581" y="109993"/>
                    <a:pt x="89791" y="110000"/>
                    <a:pt x="90000" y="110000"/>
                  </a:cubicBezTo>
                  <a:lnTo>
                    <a:pt x="110000" y="110000"/>
                  </a:lnTo>
                  <a:cubicBezTo>
                    <a:pt x="110209" y="110000"/>
                    <a:pt x="110419" y="109993"/>
                    <a:pt x="110628" y="109980"/>
                  </a:cubicBezTo>
                  <a:cubicBezTo>
                    <a:pt x="110837" y="109967"/>
                    <a:pt x="111046" y="109947"/>
                    <a:pt x="111253" y="109921"/>
                  </a:cubicBezTo>
                  <a:cubicBezTo>
                    <a:pt x="111461" y="109895"/>
                    <a:pt x="111668" y="109862"/>
                    <a:pt x="111874" y="109823"/>
                  </a:cubicBezTo>
                  <a:cubicBezTo>
                    <a:pt x="112080" y="109784"/>
                    <a:pt x="112284" y="109738"/>
                    <a:pt x="112487" y="109686"/>
                  </a:cubicBezTo>
                  <a:cubicBezTo>
                    <a:pt x="112690" y="109634"/>
                    <a:pt x="112891" y="109575"/>
                    <a:pt x="113090" y="109511"/>
                  </a:cubicBezTo>
                  <a:cubicBezTo>
                    <a:pt x="113289" y="109446"/>
                    <a:pt x="113486" y="109375"/>
                    <a:pt x="113681" y="109298"/>
                  </a:cubicBezTo>
                  <a:cubicBezTo>
                    <a:pt x="113876" y="109221"/>
                    <a:pt x="114068" y="109137"/>
                    <a:pt x="114258" y="109048"/>
                  </a:cubicBezTo>
                  <a:cubicBezTo>
                    <a:pt x="114447" y="108959"/>
                    <a:pt x="114634" y="108864"/>
                    <a:pt x="114818" y="108763"/>
                  </a:cubicBezTo>
                  <a:cubicBezTo>
                    <a:pt x="115001" y="108662"/>
                    <a:pt x="115181" y="108556"/>
                    <a:pt x="115358" y="108443"/>
                  </a:cubicBezTo>
                  <a:cubicBezTo>
                    <a:pt x="115535" y="108331"/>
                    <a:pt x="115708" y="108213"/>
                    <a:pt x="115878" y="108090"/>
                  </a:cubicBezTo>
                  <a:cubicBezTo>
                    <a:pt x="116047" y="107967"/>
                    <a:pt x="116213" y="107839"/>
                    <a:pt x="116374" y="107705"/>
                  </a:cubicBezTo>
                  <a:cubicBezTo>
                    <a:pt x="116536" y="107572"/>
                    <a:pt x="116693" y="107433"/>
                    <a:pt x="116845" y="107290"/>
                  </a:cubicBezTo>
                  <a:cubicBezTo>
                    <a:pt x="116998" y="107146"/>
                    <a:pt x="117146" y="106998"/>
                    <a:pt x="117290" y="106845"/>
                  </a:cubicBezTo>
                  <a:cubicBezTo>
                    <a:pt x="117433" y="106693"/>
                    <a:pt x="117572" y="106536"/>
                    <a:pt x="117705" y="106374"/>
                  </a:cubicBezTo>
                  <a:cubicBezTo>
                    <a:pt x="117839" y="106213"/>
                    <a:pt x="117967" y="106047"/>
                    <a:pt x="118090" y="105878"/>
                  </a:cubicBezTo>
                  <a:cubicBezTo>
                    <a:pt x="118213" y="105708"/>
                    <a:pt x="118331" y="105535"/>
                    <a:pt x="118443" y="105358"/>
                  </a:cubicBezTo>
                  <a:cubicBezTo>
                    <a:pt x="118556" y="105181"/>
                    <a:pt x="118662" y="105001"/>
                    <a:pt x="118763" y="104818"/>
                  </a:cubicBezTo>
                  <a:cubicBezTo>
                    <a:pt x="118864" y="104634"/>
                    <a:pt x="118959" y="104447"/>
                    <a:pt x="119048" y="104258"/>
                  </a:cubicBezTo>
                  <a:cubicBezTo>
                    <a:pt x="119137" y="104068"/>
                    <a:pt x="119221" y="103876"/>
                    <a:pt x="119298" y="103681"/>
                  </a:cubicBezTo>
                  <a:cubicBezTo>
                    <a:pt x="119375" y="103486"/>
                    <a:pt x="119446" y="103289"/>
                    <a:pt x="119511" y="103090"/>
                  </a:cubicBezTo>
                  <a:cubicBezTo>
                    <a:pt x="119575" y="102891"/>
                    <a:pt x="119634" y="102690"/>
                    <a:pt x="119686" y="102487"/>
                  </a:cubicBezTo>
                  <a:cubicBezTo>
                    <a:pt x="119738" y="102284"/>
                    <a:pt x="119784" y="102080"/>
                    <a:pt x="119823" y="101874"/>
                  </a:cubicBezTo>
                  <a:cubicBezTo>
                    <a:pt x="119862" y="101668"/>
                    <a:pt x="119895" y="101461"/>
                    <a:pt x="119921" y="101253"/>
                  </a:cubicBezTo>
                  <a:cubicBezTo>
                    <a:pt x="119947" y="101046"/>
                    <a:pt x="119967" y="100837"/>
                    <a:pt x="119980" y="100628"/>
                  </a:cubicBezTo>
                  <a:cubicBezTo>
                    <a:pt x="119993" y="100419"/>
                    <a:pt x="120000" y="100209"/>
                    <a:pt x="120000" y="100000"/>
                  </a:cubicBezTo>
                  <a:cubicBezTo>
                    <a:pt x="120000" y="99791"/>
                    <a:pt x="119993" y="99581"/>
                    <a:pt x="119980" y="99372"/>
                  </a:cubicBezTo>
                  <a:cubicBezTo>
                    <a:pt x="119967" y="99163"/>
                    <a:pt x="119947" y="98954"/>
                    <a:pt x="119921" y="98747"/>
                  </a:cubicBezTo>
                  <a:cubicBezTo>
                    <a:pt x="119895" y="98539"/>
                    <a:pt x="119862" y="98332"/>
                    <a:pt x="119823" y="98126"/>
                  </a:cubicBezTo>
                  <a:cubicBezTo>
                    <a:pt x="119784" y="97920"/>
                    <a:pt x="119738" y="97716"/>
                    <a:pt x="119686" y="97513"/>
                  </a:cubicBezTo>
                  <a:cubicBezTo>
                    <a:pt x="119634" y="97310"/>
                    <a:pt x="119575" y="97109"/>
                    <a:pt x="119511" y="96910"/>
                  </a:cubicBezTo>
                  <a:cubicBezTo>
                    <a:pt x="119446" y="96711"/>
                    <a:pt x="119375" y="96514"/>
                    <a:pt x="119298" y="96319"/>
                  </a:cubicBezTo>
                  <a:cubicBezTo>
                    <a:pt x="119221" y="96124"/>
                    <a:pt x="119137" y="95932"/>
                    <a:pt x="119048" y="95742"/>
                  </a:cubicBezTo>
                  <a:cubicBezTo>
                    <a:pt x="118959" y="95553"/>
                    <a:pt x="118864" y="95366"/>
                    <a:pt x="118763" y="95182"/>
                  </a:cubicBezTo>
                  <a:cubicBezTo>
                    <a:pt x="118662" y="94999"/>
                    <a:pt x="118556" y="94819"/>
                    <a:pt x="118443" y="94642"/>
                  </a:cubicBezTo>
                  <a:cubicBezTo>
                    <a:pt x="118331" y="94465"/>
                    <a:pt x="118213" y="94292"/>
                    <a:pt x="118090" y="94122"/>
                  </a:cubicBezTo>
                  <a:cubicBezTo>
                    <a:pt x="117967" y="93953"/>
                    <a:pt x="117839" y="93787"/>
                    <a:pt x="117705" y="93626"/>
                  </a:cubicBezTo>
                  <a:cubicBezTo>
                    <a:pt x="117572" y="93464"/>
                    <a:pt x="117433" y="93307"/>
                    <a:pt x="117290" y="93155"/>
                  </a:cubicBezTo>
                  <a:cubicBezTo>
                    <a:pt x="117146" y="93002"/>
                    <a:pt x="116998" y="92854"/>
                    <a:pt x="116845" y="92710"/>
                  </a:cubicBezTo>
                  <a:cubicBezTo>
                    <a:pt x="116693" y="92567"/>
                    <a:pt x="116536" y="92428"/>
                    <a:pt x="116374" y="92295"/>
                  </a:cubicBezTo>
                  <a:cubicBezTo>
                    <a:pt x="116213" y="92161"/>
                    <a:pt x="116047" y="92033"/>
                    <a:pt x="115878" y="91910"/>
                  </a:cubicBezTo>
                  <a:cubicBezTo>
                    <a:pt x="115708" y="91787"/>
                    <a:pt x="115535" y="91669"/>
                    <a:pt x="115358" y="91557"/>
                  </a:cubicBezTo>
                  <a:cubicBezTo>
                    <a:pt x="115181" y="91444"/>
                    <a:pt x="115001" y="91338"/>
                    <a:pt x="114818" y="91237"/>
                  </a:cubicBezTo>
                  <a:cubicBezTo>
                    <a:pt x="114634" y="91136"/>
                    <a:pt x="114447" y="91041"/>
                    <a:pt x="114258" y="90952"/>
                  </a:cubicBezTo>
                  <a:cubicBezTo>
                    <a:pt x="114068" y="90863"/>
                    <a:pt x="113876" y="90779"/>
                    <a:pt x="113681" y="90702"/>
                  </a:cubicBezTo>
                  <a:cubicBezTo>
                    <a:pt x="113486" y="90625"/>
                    <a:pt x="113289" y="90554"/>
                    <a:pt x="113090" y="90489"/>
                  </a:cubicBezTo>
                  <a:cubicBezTo>
                    <a:pt x="112891" y="90425"/>
                    <a:pt x="112690" y="90366"/>
                    <a:pt x="112487" y="90314"/>
                  </a:cubicBezTo>
                  <a:cubicBezTo>
                    <a:pt x="112284" y="90262"/>
                    <a:pt x="112080" y="90216"/>
                    <a:pt x="111874" y="90177"/>
                  </a:cubicBezTo>
                  <a:cubicBezTo>
                    <a:pt x="111668" y="90138"/>
                    <a:pt x="111461" y="90105"/>
                    <a:pt x="111253" y="90079"/>
                  </a:cubicBezTo>
                  <a:cubicBezTo>
                    <a:pt x="111046" y="90053"/>
                    <a:pt x="110837" y="90033"/>
                    <a:pt x="110628" y="90020"/>
                  </a:cubicBezTo>
                  <a:cubicBezTo>
                    <a:pt x="110419" y="90007"/>
                    <a:pt x="110209" y="90000"/>
                    <a:pt x="110000" y="90000"/>
                  </a:cubicBezTo>
                  <a:moveTo>
                    <a:pt x="100000" y="0"/>
                  </a:moveTo>
                  <a:cubicBezTo>
                    <a:pt x="100419" y="0"/>
                    <a:pt x="100838" y="13"/>
                    <a:pt x="101256" y="39"/>
                  </a:cubicBezTo>
                  <a:cubicBezTo>
                    <a:pt x="101674" y="66"/>
                    <a:pt x="102091" y="105"/>
                    <a:pt x="102507" y="158"/>
                  </a:cubicBezTo>
                  <a:cubicBezTo>
                    <a:pt x="102922" y="210"/>
                    <a:pt x="103336" y="276"/>
                    <a:pt x="103748" y="354"/>
                  </a:cubicBezTo>
                  <a:cubicBezTo>
                    <a:pt x="104159" y="433"/>
                    <a:pt x="104568" y="524"/>
                    <a:pt x="104974" y="628"/>
                  </a:cubicBezTo>
                  <a:cubicBezTo>
                    <a:pt x="105380" y="733"/>
                    <a:pt x="105782" y="849"/>
                    <a:pt x="106180" y="979"/>
                  </a:cubicBezTo>
                  <a:cubicBezTo>
                    <a:pt x="106579" y="1108"/>
                    <a:pt x="106973" y="1250"/>
                    <a:pt x="107362" y="1404"/>
                  </a:cubicBezTo>
                  <a:cubicBezTo>
                    <a:pt x="107752" y="1559"/>
                    <a:pt x="108137" y="1725"/>
                    <a:pt x="108516" y="1903"/>
                  </a:cubicBezTo>
                  <a:cubicBezTo>
                    <a:pt x="108895" y="2082"/>
                    <a:pt x="109268" y="2272"/>
                    <a:pt x="109635" y="2474"/>
                  </a:cubicBezTo>
                  <a:cubicBezTo>
                    <a:pt x="110002" y="2676"/>
                    <a:pt x="110363" y="2889"/>
                    <a:pt x="110717" y="3113"/>
                  </a:cubicBezTo>
                  <a:cubicBezTo>
                    <a:pt x="111070" y="3338"/>
                    <a:pt x="111417" y="3573"/>
                    <a:pt x="111756" y="3820"/>
                  </a:cubicBezTo>
                  <a:cubicBezTo>
                    <a:pt x="112095" y="4066"/>
                    <a:pt x="112426" y="4323"/>
                    <a:pt x="112748" y="4590"/>
                  </a:cubicBezTo>
                  <a:cubicBezTo>
                    <a:pt x="113071" y="4857"/>
                    <a:pt x="113386" y="5134"/>
                    <a:pt x="113691" y="5421"/>
                  </a:cubicBezTo>
                  <a:cubicBezTo>
                    <a:pt x="113996" y="5707"/>
                    <a:pt x="114293" y="6004"/>
                    <a:pt x="114579" y="6309"/>
                  </a:cubicBezTo>
                  <a:cubicBezTo>
                    <a:pt x="114866" y="6614"/>
                    <a:pt x="115143" y="6929"/>
                    <a:pt x="115410" y="7252"/>
                  </a:cubicBezTo>
                  <a:cubicBezTo>
                    <a:pt x="115677" y="7574"/>
                    <a:pt x="115934" y="7905"/>
                    <a:pt x="116180" y="8244"/>
                  </a:cubicBezTo>
                  <a:cubicBezTo>
                    <a:pt x="116427" y="8583"/>
                    <a:pt x="116662" y="8930"/>
                    <a:pt x="116887" y="9283"/>
                  </a:cubicBezTo>
                  <a:cubicBezTo>
                    <a:pt x="117111" y="9637"/>
                    <a:pt x="117324" y="9998"/>
                    <a:pt x="117526" y="10365"/>
                  </a:cubicBezTo>
                  <a:cubicBezTo>
                    <a:pt x="117728" y="10732"/>
                    <a:pt x="117918" y="11105"/>
                    <a:pt x="118097" y="11484"/>
                  </a:cubicBezTo>
                  <a:cubicBezTo>
                    <a:pt x="118275" y="11863"/>
                    <a:pt x="118441" y="12248"/>
                    <a:pt x="118596" y="12638"/>
                  </a:cubicBezTo>
                  <a:cubicBezTo>
                    <a:pt x="118750" y="13027"/>
                    <a:pt x="118892" y="13421"/>
                    <a:pt x="119021" y="13820"/>
                  </a:cubicBezTo>
                  <a:cubicBezTo>
                    <a:pt x="119151" y="14218"/>
                    <a:pt x="119267" y="14620"/>
                    <a:pt x="119372" y="15026"/>
                  </a:cubicBezTo>
                  <a:cubicBezTo>
                    <a:pt x="119476" y="15432"/>
                    <a:pt x="119567" y="15841"/>
                    <a:pt x="119646" y="16252"/>
                  </a:cubicBezTo>
                  <a:cubicBezTo>
                    <a:pt x="119724" y="16664"/>
                    <a:pt x="119790" y="17078"/>
                    <a:pt x="119842" y="17493"/>
                  </a:cubicBezTo>
                  <a:cubicBezTo>
                    <a:pt x="119895" y="17909"/>
                    <a:pt x="119934" y="18326"/>
                    <a:pt x="119961" y="18744"/>
                  </a:cubicBezTo>
                  <a:cubicBezTo>
                    <a:pt x="119987" y="19162"/>
                    <a:pt x="120000" y="19581"/>
                    <a:pt x="120000" y="20000"/>
                  </a:cubicBezTo>
                  <a:cubicBezTo>
                    <a:pt x="120000" y="20419"/>
                    <a:pt x="119987" y="20838"/>
                    <a:pt x="119961" y="21256"/>
                  </a:cubicBezTo>
                  <a:cubicBezTo>
                    <a:pt x="119934" y="21674"/>
                    <a:pt x="119895" y="22091"/>
                    <a:pt x="119842" y="22507"/>
                  </a:cubicBezTo>
                  <a:cubicBezTo>
                    <a:pt x="119790" y="22922"/>
                    <a:pt x="119724" y="23336"/>
                    <a:pt x="119646" y="23748"/>
                  </a:cubicBezTo>
                  <a:cubicBezTo>
                    <a:pt x="119567" y="24159"/>
                    <a:pt x="119476" y="24568"/>
                    <a:pt x="119372" y="24974"/>
                  </a:cubicBezTo>
                  <a:cubicBezTo>
                    <a:pt x="119267" y="25380"/>
                    <a:pt x="119151" y="25782"/>
                    <a:pt x="119021" y="26180"/>
                  </a:cubicBezTo>
                  <a:cubicBezTo>
                    <a:pt x="118892" y="26579"/>
                    <a:pt x="118750" y="26973"/>
                    <a:pt x="118596" y="27362"/>
                  </a:cubicBezTo>
                  <a:cubicBezTo>
                    <a:pt x="118441" y="27752"/>
                    <a:pt x="118275" y="28137"/>
                    <a:pt x="118097" y="28516"/>
                  </a:cubicBezTo>
                  <a:cubicBezTo>
                    <a:pt x="117918" y="28895"/>
                    <a:pt x="117728" y="29268"/>
                    <a:pt x="117526" y="29635"/>
                  </a:cubicBezTo>
                  <a:cubicBezTo>
                    <a:pt x="117324" y="30002"/>
                    <a:pt x="117111" y="30363"/>
                    <a:pt x="116887" y="30717"/>
                  </a:cubicBezTo>
                  <a:cubicBezTo>
                    <a:pt x="116662" y="31070"/>
                    <a:pt x="116427" y="31417"/>
                    <a:pt x="116180" y="31756"/>
                  </a:cubicBezTo>
                  <a:cubicBezTo>
                    <a:pt x="115934" y="32095"/>
                    <a:pt x="115677" y="32426"/>
                    <a:pt x="115410" y="32748"/>
                  </a:cubicBezTo>
                  <a:cubicBezTo>
                    <a:pt x="115143" y="33071"/>
                    <a:pt x="114866" y="33386"/>
                    <a:pt x="114579" y="33691"/>
                  </a:cubicBezTo>
                  <a:cubicBezTo>
                    <a:pt x="114293" y="33996"/>
                    <a:pt x="113996" y="34293"/>
                    <a:pt x="113691" y="34579"/>
                  </a:cubicBezTo>
                  <a:cubicBezTo>
                    <a:pt x="113386" y="34866"/>
                    <a:pt x="113071" y="35143"/>
                    <a:pt x="112748" y="35410"/>
                  </a:cubicBezTo>
                  <a:cubicBezTo>
                    <a:pt x="112426" y="35677"/>
                    <a:pt x="112095" y="35934"/>
                    <a:pt x="111756" y="36180"/>
                  </a:cubicBezTo>
                  <a:cubicBezTo>
                    <a:pt x="111417" y="36427"/>
                    <a:pt x="111070" y="36662"/>
                    <a:pt x="110717" y="36887"/>
                  </a:cubicBezTo>
                  <a:cubicBezTo>
                    <a:pt x="110363" y="37111"/>
                    <a:pt x="110002" y="37324"/>
                    <a:pt x="109635" y="37526"/>
                  </a:cubicBezTo>
                  <a:cubicBezTo>
                    <a:pt x="109268" y="37728"/>
                    <a:pt x="108895" y="37918"/>
                    <a:pt x="108516" y="38097"/>
                  </a:cubicBezTo>
                  <a:cubicBezTo>
                    <a:pt x="108137" y="38275"/>
                    <a:pt x="107752" y="38441"/>
                    <a:pt x="107362" y="38596"/>
                  </a:cubicBezTo>
                  <a:cubicBezTo>
                    <a:pt x="106973" y="38750"/>
                    <a:pt x="106579" y="38892"/>
                    <a:pt x="106180" y="39021"/>
                  </a:cubicBezTo>
                  <a:cubicBezTo>
                    <a:pt x="105782" y="39151"/>
                    <a:pt x="105380" y="39267"/>
                    <a:pt x="104974" y="39372"/>
                  </a:cubicBezTo>
                  <a:cubicBezTo>
                    <a:pt x="104568" y="39476"/>
                    <a:pt x="104159" y="39567"/>
                    <a:pt x="103748" y="39646"/>
                  </a:cubicBezTo>
                  <a:cubicBezTo>
                    <a:pt x="103336" y="39724"/>
                    <a:pt x="102922" y="39790"/>
                    <a:pt x="102507" y="39842"/>
                  </a:cubicBezTo>
                  <a:cubicBezTo>
                    <a:pt x="102091" y="39895"/>
                    <a:pt x="101674" y="39934"/>
                    <a:pt x="101256" y="39961"/>
                  </a:cubicBezTo>
                  <a:cubicBezTo>
                    <a:pt x="100838" y="39987"/>
                    <a:pt x="100419" y="40000"/>
                    <a:pt x="100000" y="40000"/>
                  </a:cubicBezTo>
                  <a:lnTo>
                    <a:pt x="60000" y="40000"/>
                  </a:lnTo>
                  <a:cubicBezTo>
                    <a:pt x="59581" y="40000"/>
                    <a:pt x="59162" y="39987"/>
                    <a:pt x="58744" y="39961"/>
                  </a:cubicBezTo>
                  <a:cubicBezTo>
                    <a:pt x="58326" y="39934"/>
                    <a:pt x="57909" y="39895"/>
                    <a:pt x="57493" y="39842"/>
                  </a:cubicBezTo>
                  <a:cubicBezTo>
                    <a:pt x="57078" y="39790"/>
                    <a:pt x="56664" y="39724"/>
                    <a:pt x="56252" y="39646"/>
                  </a:cubicBezTo>
                  <a:cubicBezTo>
                    <a:pt x="55841" y="39567"/>
                    <a:pt x="55432" y="39476"/>
                    <a:pt x="55026" y="39372"/>
                  </a:cubicBezTo>
                  <a:cubicBezTo>
                    <a:pt x="54620" y="39267"/>
                    <a:pt x="54218" y="39151"/>
                    <a:pt x="53820" y="39021"/>
                  </a:cubicBezTo>
                  <a:cubicBezTo>
                    <a:pt x="53421" y="38892"/>
                    <a:pt x="53027" y="38750"/>
                    <a:pt x="52638" y="38596"/>
                  </a:cubicBezTo>
                  <a:cubicBezTo>
                    <a:pt x="52248" y="38441"/>
                    <a:pt x="51863" y="38275"/>
                    <a:pt x="51484" y="38097"/>
                  </a:cubicBezTo>
                  <a:cubicBezTo>
                    <a:pt x="51105" y="37918"/>
                    <a:pt x="50732" y="37728"/>
                    <a:pt x="50365" y="37526"/>
                  </a:cubicBezTo>
                  <a:cubicBezTo>
                    <a:pt x="49998" y="37324"/>
                    <a:pt x="49637" y="37111"/>
                    <a:pt x="49283" y="36887"/>
                  </a:cubicBezTo>
                  <a:cubicBezTo>
                    <a:pt x="48930" y="36662"/>
                    <a:pt x="48583" y="36427"/>
                    <a:pt x="48244" y="36180"/>
                  </a:cubicBezTo>
                  <a:cubicBezTo>
                    <a:pt x="47905" y="35934"/>
                    <a:pt x="47574" y="35677"/>
                    <a:pt x="47252" y="35410"/>
                  </a:cubicBezTo>
                  <a:cubicBezTo>
                    <a:pt x="46929" y="35143"/>
                    <a:pt x="46614" y="34866"/>
                    <a:pt x="46309" y="34579"/>
                  </a:cubicBezTo>
                  <a:cubicBezTo>
                    <a:pt x="46004" y="34293"/>
                    <a:pt x="45707" y="33996"/>
                    <a:pt x="45421" y="33691"/>
                  </a:cubicBezTo>
                  <a:cubicBezTo>
                    <a:pt x="45134" y="33386"/>
                    <a:pt x="44857" y="33071"/>
                    <a:pt x="44590" y="32748"/>
                  </a:cubicBezTo>
                  <a:cubicBezTo>
                    <a:pt x="44323" y="32426"/>
                    <a:pt x="44066" y="32095"/>
                    <a:pt x="43820" y="31756"/>
                  </a:cubicBezTo>
                  <a:cubicBezTo>
                    <a:pt x="43573" y="31417"/>
                    <a:pt x="43338" y="31070"/>
                    <a:pt x="43113" y="30717"/>
                  </a:cubicBezTo>
                  <a:cubicBezTo>
                    <a:pt x="42889" y="30363"/>
                    <a:pt x="42676" y="30002"/>
                    <a:pt x="42474" y="29635"/>
                  </a:cubicBezTo>
                  <a:cubicBezTo>
                    <a:pt x="42272" y="29268"/>
                    <a:pt x="42082" y="28895"/>
                    <a:pt x="41903" y="28516"/>
                  </a:cubicBezTo>
                  <a:cubicBezTo>
                    <a:pt x="41725" y="28137"/>
                    <a:pt x="41559" y="27752"/>
                    <a:pt x="41404" y="27362"/>
                  </a:cubicBezTo>
                  <a:cubicBezTo>
                    <a:pt x="41250" y="26973"/>
                    <a:pt x="41108" y="26579"/>
                    <a:pt x="40979" y="26180"/>
                  </a:cubicBezTo>
                  <a:cubicBezTo>
                    <a:pt x="40849" y="25782"/>
                    <a:pt x="40733" y="25380"/>
                    <a:pt x="40628" y="24974"/>
                  </a:cubicBezTo>
                  <a:cubicBezTo>
                    <a:pt x="40524" y="24568"/>
                    <a:pt x="40433" y="24159"/>
                    <a:pt x="40354" y="23748"/>
                  </a:cubicBezTo>
                  <a:cubicBezTo>
                    <a:pt x="40276" y="23336"/>
                    <a:pt x="40210" y="22922"/>
                    <a:pt x="40158" y="22507"/>
                  </a:cubicBezTo>
                  <a:cubicBezTo>
                    <a:pt x="40105" y="22091"/>
                    <a:pt x="40066" y="21674"/>
                    <a:pt x="40039" y="21256"/>
                  </a:cubicBezTo>
                  <a:cubicBezTo>
                    <a:pt x="40013" y="20838"/>
                    <a:pt x="40000" y="20419"/>
                    <a:pt x="40000" y="20000"/>
                  </a:cubicBezTo>
                  <a:cubicBezTo>
                    <a:pt x="40000" y="19581"/>
                    <a:pt x="40013" y="19162"/>
                    <a:pt x="40039" y="18744"/>
                  </a:cubicBezTo>
                  <a:cubicBezTo>
                    <a:pt x="40066" y="18326"/>
                    <a:pt x="40105" y="17909"/>
                    <a:pt x="40158" y="17493"/>
                  </a:cubicBezTo>
                  <a:cubicBezTo>
                    <a:pt x="40210" y="17078"/>
                    <a:pt x="40276" y="16664"/>
                    <a:pt x="40354" y="16252"/>
                  </a:cubicBezTo>
                  <a:cubicBezTo>
                    <a:pt x="40433" y="15841"/>
                    <a:pt x="40524" y="15432"/>
                    <a:pt x="40628" y="15026"/>
                  </a:cubicBezTo>
                  <a:cubicBezTo>
                    <a:pt x="40733" y="14620"/>
                    <a:pt x="40849" y="14218"/>
                    <a:pt x="40979" y="13820"/>
                  </a:cubicBezTo>
                  <a:cubicBezTo>
                    <a:pt x="41108" y="13421"/>
                    <a:pt x="41250" y="13027"/>
                    <a:pt x="41404" y="12638"/>
                  </a:cubicBezTo>
                  <a:cubicBezTo>
                    <a:pt x="41559" y="12248"/>
                    <a:pt x="41725" y="11863"/>
                    <a:pt x="41903" y="11484"/>
                  </a:cubicBezTo>
                  <a:cubicBezTo>
                    <a:pt x="42082" y="11105"/>
                    <a:pt x="42272" y="10732"/>
                    <a:pt x="42474" y="10365"/>
                  </a:cubicBezTo>
                  <a:cubicBezTo>
                    <a:pt x="42676" y="9998"/>
                    <a:pt x="42889" y="9637"/>
                    <a:pt x="43113" y="9283"/>
                  </a:cubicBezTo>
                  <a:cubicBezTo>
                    <a:pt x="43338" y="8930"/>
                    <a:pt x="43573" y="8583"/>
                    <a:pt x="43820" y="8244"/>
                  </a:cubicBezTo>
                  <a:cubicBezTo>
                    <a:pt x="44066" y="7905"/>
                    <a:pt x="44323" y="7574"/>
                    <a:pt x="44590" y="7252"/>
                  </a:cubicBezTo>
                  <a:cubicBezTo>
                    <a:pt x="44857" y="6929"/>
                    <a:pt x="45134" y="6614"/>
                    <a:pt x="45421" y="6309"/>
                  </a:cubicBezTo>
                  <a:cubicBezTo>
                    <a:pt x="45707" y="6004"/>
                    <a:pt x="46004" y="5707"/>
                    <a:pt x="46309" y="5421"/>
                  </a:cubicBezTo>
                  <a:cubicBezTo>
                    <a:pt x="46614" y="5134"/>
                    <a:pt x="46929" y="4857"/>
                    <a:pt x="47252" y="4590"/>
                  </a:cubicBezTo>
                  <a:cubicBezTo>
                    <a:pt x="47574" y="4323"/>
                    <a:pt x="47905" y="4066"/>
                    <a:pt x="48244" y="3820"/>
                  </a:cubicBezTo>
                  <a:cubicBezTo>
                    <a:pt x="48583" y="3573"/>
                    <a:pt x="48930" y="3338"/>
                    <a:pt x="49283" y="3113"/>
                  </a:cubicBezTo>
                  <a:cubicBezTo>
                    <a:pt x="49637" y="2889"/>
                    <a:pt x="49998" y="2676"/>
                    <a:pt x="50365" y="2474"/>
                  </a:cubicBezTo>
                  <a:cubicBezTo>
                    <a:pt x="50732" y="2272"/>
                    <a:pt x="51105" y="2082"/>
                    <a:pt x="51484" y="1903"/>
                  </a:cubicBezTo>
                  <a:cubicBezTo>
                    <a:pt x="51863" y="1725"/>
                    <a:pt x="52248" y="1559"/>
                    <a:pt x="52638" y="1404"/>
                  </a:cubicBezTo>
                  <a:cubicBezTo>
                    <a:pt x="53027" y="1250"/>
                    <a:pt x="53421" y="1108"/>
                    <a:pt x="53820" y="979"/>
                  </a:cubicBezTo>
                  <a:cubicBezTo>
                    <a:pt x="54218" y="849"/>
                    <a:pt x="54620" y="733"/>
                    <a:pt x="55026" y="628"/>
                  </a:cubicBezTo>
                  <a:cubicBezTo>
                    <a:pt x="55432" y="524"/>
                    <a:pt x="55841" y="433"/>
                    <a:pt x="56252" y="354"/>
                  </a:cubicBezTo>
                  <a:cubicBezTo>
                    <a:pt x="56664" y="276"/>
                    <a:pt x="57078" y="210"/>
                    <a:pt x="57493" y="158"/>
                  </a:cubicBezTo>
                  <a:cubicBezTo>
                    <a:pt x="57909" y="105"/>
                    <a:pt x="58326" y="66"/>
                    <a:pt x="58744" y="39"/>
                  </a:cubicBezTo>
                  <a:cubicBezTo>
                    <a:pt x="59162" y="13"/>
                    <a:pt x="59581" y="0"/>
                    <a:pt x="6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5" name="probe-lucide-arrow-left-right" descr="arrow-left-right — Lucide Icons and Contributors; preserve the bundled full upstream license. Source: https://github.com/lucide-icons/lucide/blob/20aef31db93fe4d9f398dbb15b120d99c48eef95/icons/arrow-left-right.svg; SVG SHA256: 2d64da427cbb3f14e522658459903829575b09ec15162c1a69ea6ad341a4359a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36" name="probe-lucide-arrow-left-right-part-1"/>
            <p:cNvSpPr/>
            <p:nvPr/>
          </p:nvSpPr>
          <p:spPr>
            <a:xfrm>
              <a:off x="40000" y="30000"/>
              <a:ext cx="40000" cy="80000"/>
            </a:xfrm>
            <a:custGeom>
              <a:avLst/>
              <a:gdLst/>
              <a:ahLst/>
              <a:cxnLst/>
              <a:rect l="0" t="0" r="r" b="b"/>
              <a:pathLst>
                <a:path w="40000" h="80000">
                  <a:moveTo>
                    <a:pt x="40000" y="0"/>
                  </a:moveTo>
                  <a:lnTo>
                    <a:pt x="0" y="40000"/>
                  </a:lnTo>
                  <a:lnTo>
                    <a:pt x="4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probe-lucide-arrow-left-right-part-2"/>
            <p:cNvSpPr/>
            <p:nvPr/>
          </p:nvSpPr>
          <p:spPr>
            <a:xfrm>
              <a:off x="40000" y="70000"/>
              <a:ext cx="160000" cy="10"/>
            </a:xfrm>
            <a:custGeom>
              <a:avLst/>
              <a:gdLst/>
              <a:ahLst/>
              <a:cxnLst/>
              <a:rect l="0" t="0" r="r" b="b"/>
              <a:pathLst>
                <a:path w="160000" h="10">
                  <a:moveTo>
                    <a:pt x="0" y="0"/>
                  </a:moveTo>
                  <a:lnTo>
                    <a:pt x="1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" name="probe-lucide-arrow-left-right-part-3"/>
            <p:cNvSpPr/>
            <p:nvPr/>
          </p:nvSpPr>
          <p:spPr>
            <a:xfrm>
              <a:off x="160000" y="130000"/>
              <a:ext cx="40000" cy="80000"/>
            </a:xfrm>
            <a:custGeom>
              <a:avLst/>
              <a:gdLst/>
              <a:ahLst/>
              <a:cxnLst/>
              <a:rect l="0" t="0" r="r" b="b"/>
              <a:pathLst>
                <a:path w="40000" h="80000">
                  <a:moveTo>
                    <a:pt x="0" y="80000"/>
                  </a:moveTo>
                  <a:lnTo>
                    <a:pt x="40000" y="40000"/>
                  </a:ln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probe-lucide-arrow-left-right-part-4"/>
            <p:cNvSpPr/>
            <p:nvPr/>
          </p:nvSpPr>
          <p:spPr>
            <a:xfrm>
              <a:off x="40000" y="170000"/>
              <a:ext cx="160000" cy="10"/>
            </a:xfrm>
            <a:custGeom>
              <a:avLst/>
              <a:gdLst/>
              <a:ahLst/>
              <a:cxnLst/>
              <a:rect l="0" t="0" r="r" b="b"/>
              <a:pathLst>
                <a:path w="160000" h="10">
                  <a:moveTo>
                    <a:pt x="16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0" name="probe-lucide-arrow-right" descr="arrow-right — Cole Bemis; Lucide contributors; preserve the bundled full upstream license. Source: https://github.com/lucide-icons/lucide/blob/20aef31db93fe4d9f398dbb15b120d99c48eef95/icons/arrow-right.svg; SVG SHA256: 288397fdb73bb4f783cf9eabb726ff47357df1d4e3f1201dd748090579f108b9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41" name="probe-lucide-arrow-right-part-1"/>
            <p:cNvSpPr/>
            <p:nvPr/>
          </p:nvSpPr>
          <p:spPr>
            <a:xfrm>
              <a:off x="50000" y="120000"/>
              <a:ext cx="140000" cy="10"/>
            </a:xfrm>
            <a:custGeom>
              <a:avLst/>
              <a:gdLst/>
              <a:ahLst/>
              <a:cxnLst/>
              <a:rect l="0" t="0" r="r" b="b"/>
              <a:pathLst>
                <a:path w="140000" h="10">
                  <a:moveTo>
                    <a:pt x="0" y="0"/>
                  </a:move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probe-lucide-arrow-right-part-2"/>
            <p:cNvSpPr/>
            <p:nvPr/>
          </p:nvSpPr>
          <p:spPr>
            <a:xfrm>
              <a:off x="120000" y="50000"/>
              <a:ext cx="70000" cy="140000"/>
            </a:xfrm>
            <a:custGeom>
              <a:avLst/>
              <a:gdLst/>
              <a:ahLst/>
              <a:cxnLst/>
              <a:rect l="0" t="0" r="r" b="b"/>
              <a:pathLst>
                <a:path w="70000" h="140000">
                  <a:moveTo>
                    <a:pt x="0" y="0"/>
                  </a:moveTo>
                  <a:lnTo>
                    <a:pt x="70000" y="70000"/>
                  </a:lnTo>
                  <a:lnTo>
                    <a:pt x="0" y="1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3" name="probe-lucide-combine" descr="combine — Lucide Icons and Contributors; preserve the bundled full upstream license. Source: https://github.com/lucide-icons/lucide/blob/20aef31db93fe4d9f398dbb15b120d99c48eef95/icons/combine.svg; SVG SHA256: b0d09553ac122e19df8e938ba82ecba5afb0403439e34e801b2faa44254461fe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44" name="probe-lucide-combine-part-1"/>
            <p:cNvSpPr/>
            <p:nvPr/>
          </p:nvSpPr>
          <p:spPr>
            <a:xfrm>
              <a:off x="140000" y="30000"/>
              <a:ext cx="10000" cy="70000"/>
            </a:xfrm>
            <a:custGeom>
              <a:avLst/>
              <a:gdLst/>
              <a:ahLst/>
              <a:cxnLst/>
              <a:rect l="0" t="0" r="r" b="b"/>
              <a:pathLst>
                <a:path w="10000" h="70000">
                  <a:moveTo>
                    <a:pt x="0" y="0"/>
                  </a:moveTo>
                  <a:cubicBezTo>
                    <a:pt x="209" y="0"/>
                    <a:pt x="419" y="7"/>
                    <a:pt x="628" y="20"/>
                  </a:cubicBezTo>
                  <a:cubicBezTo>
                    <a:pt x="837" y="33"/>
                    <a:pt x="1046" y="53"/>
                    <a:pt x="1253" y="79"/>
                  </a:cubicBezTo>
                  <a:cubicBezTo>
                    <a:pt x="1461" y="105"/>
                    <a:pt x="1668" y="138"/>
                    <a:pt x="1874" y="177"/>
                  </a:cubicBezTo>
                  <a:cubicBezTo>
                    <a:pt x="2080" y="216"/>
                    <a:pt x="2284" y="262"/>
                    <a:pt x="2487" y="314"/>
                  </a:cubicBezTo>
                  <a:cubicBezTo>
                    <a:pt x="2690" y="366"/>
                    <a:pt x="2891" y="425"/>
                    <a:pt x="3090" y="489"/>
                  </a:cubicBezTo>
                  <a:cubicBezTo>
                    <a:pt x="3289" y="554"/>
                    <a:pt x="3486" y="625"/>
                    <a:pt x="3681" y="702"/>
                  </a:cubicBezTo>
                  <a:cubicBezTo>
                    <a:pt x="3876" y="779"/>
                    <a:pt x="4068" y="863"/>
                    <a:pt x="4258" y="952"/>
                  </a:cubicBezTo>
                  <a:cubicBezTo>
                    <a:pt x="4447" y="1041"/>
                    <a:pt x="4634" y="1136"/>
                    <a:pt x="4818" y="1237"/>
                  </a:cubicBezTo>
                  <a:cubicBezTo>
                    <a:pt x="5001" y="1338"/>
                    <a:pt x="5181" y="1444"/>
                    <a:pt x="5358" y="1557"/>
                  </a:cubicBezTo>
                  <a:cubicBezTo>
                    <a:pt x="5535" y="1669"/>
                    <a:pt x="5708" y="1787"/>
                    <a:pt x="5878" y="1910"/>
                  </a:cubicBezTo>
                  <a:cubicBezTo>
                    <a:pt x="6047" y="2033"/>
                    <a:pt x="6213" y="2161"/>
                    <a:pt x="6374" y="2295"/>
                  </a:cubicBezTo>
                  <a:cubicBezTo>
                    <a:pt x="6536" y="2428"/>
                    <a:pt x="6693" y="2567"/>
                    <a:pt x="6845" y="2710"/>
                  </a:cubicBezTo>
                  <a:cubicBezTo>
                    <a:pt x="6998" y="2854"/>
                    <a:pt x="7146" y="3002"/>
                    <a:pt x="7290" y="3155"/>
                  </a:cubicBezTo>
                  <a:cubicBezTo>
                    <a:pt x="7433" y="3307"/>
                    <a:pt x="7572" y="3464"/>
                    <a:pt x="7705" y="3626"/>
                  </a:cubicBezTo>
                  <a:cubicBezTo>
                    <a:pt x="7839" y="3787"/>
                    <a:pt x="7967" y="3953"/>
                    <a:pt x="8090" y="4122"/>
                  </a:cubicBezTo>
                  <a:cubicBezTo>
                    <a:pt x="8213" y="4292"/>
                    <a:pt x="8331" y="4465"/>
                    <a:pt x="8443" y="4642"/>
                  </a:cubicBezTo>
                  <a:cubicBezTo>
                    <a:pt x="8556" y="4819"/>
                    <a:pt x="8662" y="4999"/>
                    <a:pt x="8763" y="5182"/>
                  </a:cubicBezTo>
                  <a:cubicBezTo>
                    <a:pt x="8864" y="5366"/>
                    <a:pt x="8959" y="5553"/>
                    <a:pt x="9048" y="5742"/>
                  </a:cubicBezTo>
                  <a:cubicBezTo>
                    <a:pt x="9137" y="5932"/>
                    <a:pt x="9221" y="6124"/>
                    <a:pt x="9298" y="6319"/>
                  </a:cubicBezTo>
                  <a:cubicBezTo>
                    <a:pt x="9375" y="6514"/>
                    <a:pt x="9446" y="6711"/>
                    <a:pt x="9511" y="6910"/>
                  </a:cubicBezTo>
                  <a:cubicBezTo>
                    <a:pt x="9575" y="7109"/>
                    <a:pt x="9634" y="7310"/>
                    <a:pt x="9686" y="7513"/>
                  </a:cubicBezTo>
                  <a:cubicBezTo>
                    <a:pt x="9738" y="7716"/>
                    <a:pt x="9784" y="7920"/>
                    <a:pt x="9823" y="8126"/>
                  </a:cubicBezTo>
                  <a:cubicBezTo>
                    <a:pt x="9862" y="8332"/>
                    <a:pt x="9895" y="8539"/>
                    <a:pt x="9921" y="8747"/>
                  </a:cubicBezTo>
                  <a:cubicBezTo>
                    <a:pt x="9947" y="8954"/>
                    <a:pt x="9967" y="9163"/>
                    <a:pt x="9980" y="9372"/>
                  </a:cubicBezTo>
                  <a:cubicBezTo>
                    <a:pt x="9993" y="9581"/>
                    <a:pt x="10000" y="9791"/>
                    <a:pt x="10000" y="10000"/>
                  </a:cubicBezTo>
                  <a:lnTo>
                    <a:pt x="10000" y="60000"/>
                  </a:lnTo>
                  <a:cubicBezTo>
                    <a:pt x="10000" y="60209"/>
                    <a:pt x="9993" y="60419"/>
                    <a:pt x="9980" y="60628"/>
                  </a:cubicBezTo>
                  <a:cubicBezTo>
                    <a:pt x="9967" y="60837"/>
                    <a:pt x="9947" y="61046"/>
                    <a:pt x="9921" y="61253"/>
                  </a:cubicBezTo>
                  <a:cubicBezTo>
                    <a:pt x="9895" y="61461"/>
                    <a:pt x="9862" y="61668"/>
                    <a:pt x="9823" y="61874"/>
                  </a:cubicBezTo>
                  <a:cubicBezTo>
                    <a:pt x="9784" y="62080"/>
                    <a:pt x="9738" y="62284"/>
                    <a:pt x="9686" y="62487"/>
                  </a:cubicBezTo>
                  <a:cubicBezTo>
                    <a:pt x="9634" y="62690"/>
                    <a:pt x="9575" y="62891"/>
                    <a:pt x="9511" y="63090"/>
                  </a:cubicBezTo>
                  <a:cubicBezTo>
                    <a:pt x="9446" y="63289"/>
                    <a:pt x="9375" y="63486"/>
                    <a:pt x="9298" y="63681"/>
                  </a:cubicBezTo>
                  <a:cubicBezTo>
                    <a:pt x="9221" y="63876"/>
                    <a:pt x="9137" y="64068"/>
                    <a:pt x="9048" y="64258"/>
                  </a:cubicBezTo>
                  <a:cubicBezTo>
                    <a:pt x="8959" y="64447"/>
                    <a:pt x="8864" y="64634"/>
                    <a:pt x="8763" y="64818"/>
                  </a:cubicBezTo>
                  <a:cubicBezTo>
                    <a:pt x="8662" y="65001"/>
                    <a:pt x="8556" y="65181"/>
                    <a:pt x="8443" y="65358"/>
                  </a:cubicBezTo>
                  <a:cubicBezTo>
                    <a:pt x="8331" y="65535"/>
                    <a:pt x="8213" y="65708"/>
                    <a:pt x="8090" y="65878"/>
                  </a:cubicBezTo>
                  <a:cubicBezTo>
                    <a:pt x="7967" y="66047"/>
                    <a:pt x="7839" y="66213"/>
                    <a:pt x="7705" y="66374"/>
                  </a:cubicBezTo>
                  <a:cubicBezTo>
                    <a:pt x="7572" y="66536"/>
                    <a:pt x="7433" y="66693"/>
                    <a:pt x="7290" y="66845"/>
                  </a:cubicBezTo>
                  <a:cubicBezTo>
                    <a:pt x="7146" y="66998"/>
                    <a:pt x="6998" y="67146"/>
                    <a:pt x="6845" y="67290"/>
                  </a:cubicBezTo>
                  <a:cubicBezTo>
                    <a:pt x="6693" y="67433"/>
                    <a:pt x="6536" y="67572"/>
                    <a:pt x="6374" y="67705"/>
                  </a:cubicBezTo>
                  <a:cubicBezTo>
                    <a:pt x="6213" y="67839"/>
                    <a:pt x="6047" y="67967"/>
                    <a:pt x="5878" y="68090"/>
                  </a:cubicBezTo>
                  <a:cubicBezTo>
                    <a:pt x="5708" y="68213"/>
                    <a:pt x="5535" y="68331"/>
                    <a:pt x="5358" y="68443"/>
                  </a:cubicBezTo>
                  <a:cubicBezTo>
                    <a:pt x="5181" y="68556"/>
                    <a:pt x="5001" y="68662"/>
                    <a:pt x="4818" y="68763"/>
                  </a:cubicBezTo>
                  <a:cubicBezTo>
                    <a:pt x="4634" y="68864"/>
                    <a:pt x="4447" y="68959"/>
                    <a:pt x="4258" y="69048"/>
                  </a:cubicBezTo>
                  <a:cubicBezTo>
                    <a:pt x="4068" y="69137"/>
                    <a:pt x="3876" y="69221"/>
                    <a:pt x="3681" y="69298"/>
                  </a:cubicBezTo>
                  <a:cubicBezTo>
                    <a:pt x="3486" y="69375"/>
                    <a:pt x="3289" y="69446"/>
                    <a:pt x="3090" y="69511"/>
                  </a:cubicBezTo>
                  <a:cubicBezTo>
                    <a:pt x="2891" y="69575"/>
                    <a:pt x="2690" y="69634"/>
                    <a:pt x="2487" y="69686"/>
                  </a:cubicBezTo>
                  <a:cubicBezTo>
                    <a:pt x="2284" y="69738"/>
                    <a:pt x="2080" y="69784"/>
                    <a:pt x="1874" y="69823"/>
                  </a:cubicBezTo>
                  <a:cubicBezTo>
                    <a:pt x="1668" y="69862"/>
                    <a:pt x="1461" y="69895"/>
                    <a:pt x="1253" y="69921"/>
                  </a:cubicBezTo>
                  <a:cubicBezTo>
                    <a:pt x="1046" y="69947"/>
                    <a:pt x="837" y="69967"/>
                    <a:pt x="628" y="69980"/>
                  </a:cubicBezTo>
                  <a:cubicBezTo>
                    <a:pt x="419" y="69993"/>
                    <a:pt x="209" y="70000"/>
                    <a:pt x="0" y="7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" name="probe-lucide-combine-part-2"/>
            <p:cNvSpPr/>
            <p:nvPr/>
          </p:nvSpPr>
          <p:spPr>
            <a:xfrm>
              <a:off x="190000" y="30000"/>
              <a:ext cx="10000" cy="70000"/>
            </a:xfrm>
            <a:custGeom>
              <a:avLst/>
              <a:gdLst/>
              <a:ahLst/>
              <a:cxnLst/>
              <a:rect l="0" t="0" r="r" b="b"/>
              <a:pathLst>
                <a:path w="10000" h="70000">
                  <a:moveTo>
                    <a:pt x="0" y="0"/>
                  </a:moveTo>
                  <a:cubicBezTo>
                    <a:pt x="209" y="0"/>
                    <a:pt x="419" y="7"/>
                    <a:pt x="628" y="20"/>
                  </a:cubicBezTo>
                  <a:cubicBezTo>
                    <a:pt x="837" y="33"/>
                    <a:pt x="1046" y="53"/>
                    <a:pt x="1253" y="79"/>
                  </a:cubicBezTo>
                  <a:cubicBezTo>
                    <a:pt x="1461" y="105"/>
                    <a:pt x="1668" y="138"/>
                    <a:pt x="1874" y="177"/>
                  </a:cubicBezTo>
                  <a:cubicBezTo>
                    <a:pt x="2080" y="216"/>
                    <a:pt x="2284" y="262"/>
                    <a:pt x="2487" y="314"/>
                  </a:cubicBezTo>
                  <a:cubicBezTo>
                    <a:pt x="2690" y="366"/>
                    <a:pt x="2891" y="425"/>
                    <a:pt x="3090" y="489"/>
                  </a:cubicBezTo>
                  <a:cubicBezTo>
                    <a:pt x="3289" y="554"/>
                    <a:pt x="3486" y="625"/>
                    <a:pt x="3681" y="702"/>
                  </a:cubicBezTo>
                  <a:cubicBezTo>
                    <a:pt x="3876" y="779"/>
                    <a:pt x="4068" y="863"/>
                    <a:pt x="4258" y="952"/>
                  </a:cubicBezTo>
                  <a:cubicBezTo>
                    <a:pt x="4447" y="1041"/>
                    <a:pt x="4634" y="1136"/>
                    <a:pt x="4818" y="1237"/>
                  </a:cubicBezTo>
                  <a:cubicBezTo>
                    <a:pt x="5001" y="1338"/>
                    <a:pt x="5181" y="1444"/>
                    <a:pt x="5358" y="1557"/>
                  </a:cubicBezTo>
                  <a:cubicBezTo>
                    <a:pt x="5535" y="1669"/>
                    <a:pt x="5708" y="1787"/>
                    <a:pt x="5878" y="1910"/>
                  </a:cubicBezTo>
                  <a:cubicBezTo>
                    <a:pt x="6047" y="2033"/>
                    <a:pt x="6213" y="2161"/>
                    <a:pt x="6374" y="2295"/>
                  </a:cubicBezTo>
                  <a:cubicBezTo>
                    <a:pt x="6536" y="2428"/>
                    <a:pt x="6693" y="2567"/>
                    <a:pt x="6845" y="2710"/>
                  </a:cubicBezTo>
                  <a:cubicBezTo>
                    <a:pt x="6998" y="2854"/>
                    <a:pt x="7146" y="3002"/>
                    <a:pt x="7290" y="3155"/>
                  </a:cubicBezTo>
                  <a:cubicBezTo>
                    <a:pt x="7433" y="3307"/>
                    <a:pt x="7572" y="3464"/>
                    <a:pt x="7705" y="3626"/>
                  </a:cubicBezTo>
                  <a:cubicBezTo>
                    <a:pt x="7839" y="3787"/>
                    <a:pt x="7967" y="3953"/>
                    <a:pt x="8090" y="4122"/>
                  </a:cubicBezTo>
                  <a:cubicBezTo>
                    <a:pt x="8213" y="4292"/>
                    <a:pt x="8331" y="4465"/>
                    <a:pt x="8443" y="4642"/>
                  </a:cubicBezTo>
                  <a:cubicBezTo>
                    <a:pt x="8556" y="4819"/>
                    <a:pt x="8662" y="4999"/>
                    <a:pt x="8763" y="5182"/>
                  </a:cubicBezTo>
                  <a:cubicBezTo>
                    <a:pt x="8864" y="5366"/>
                    <a:pt x="8959" y="5553"/>
                    <a:pt x="9048" y="5742"/>
                  </a:cubicBezTo>
                  <a:cubicBezTo>
                    <a:pt x="9137" y="5932"/>
                    <a:pt x="9221" y="6124"/>
                    <a:pt x="9298" y="6319"/>
                  </a:cubicBezTo>
                  <a:cubicBezTo>
                    <a:pt x="9375" y="6514"/>
                    <a:pt x="9446" y="6711"/>
                    <a:pt x="9511" y="6910"/>
                  </a:cubicBezTo>
                  <a:cubicBezTo>
                    <a:pt x="9575" y="7109"/>
                    <a:pt x="9634" y="7310"/>
                    <a:pt x="9686" y="7513"/>
                  </a:cubicBezTo>
                  <a:cubicBezTo>
                    <a:pt x="9738" y="7716"/>
                    <a:pt x="9784" y="7920"/>
                    <a:pt x="9823" y="8126"/>
                  </a:cubicBezTo>
                  <a:cubicBezTo>
                    <a:pt x="9862" y="8332"/>
                    <a:pt x="9895" y="8539"/>
                    <a:pt x="9921" y="8747"/>
                  </a:cubicBezTo>
                  <a:cubicBezTo>
                    <a:pt x="9947" y="8954"/>
                    <a:pt x="9967" y="9163"/>
                    <a:pt x="9980" y="9372"/>
                  </a:cubicBezTo>
                  <a:cubicBezTo>
                    <a:pt x="9993" y="9581"/>
                    <a:pt x="10000" y="9791"/>
                    <a:pt x="10000" y="10000"/>
                  </a:cubicBezTo>
                  <a:lnTo>
                    <a:pt x="10000" y="60000"/>
                  </a:lnTo>
                  <a:cubicBezTo>
                    <a:pt x="10000" y="60209"/>
                    <a:pt x="9993" y="60419"/>
                    <a:pt x="9980" y="60628"/>
                  </a:cubicBezTo>
                  <a:cubicBezTo>
                    <a:pt x="9967" y="60837"/>
                    <a:pt x="9947" y="61046"/>
                    <a:pt x="9921" y="61253"/>
                  </a:cubicBezTo>
                  <a:cubicBezTo>
                    <a:pt x="9895" y="61461"/>
                    <a:pt x="9862" y="61668"/>
                    <a:pt x="9823" y="61874"/>
                  </a:cubicBezTo>
                  <a:cubicBezTo>
                    <a:pt x="9784" y="62080"/>
                    <a:pt x="9738" y="62284"/>
                    <a:pt x="9686" y="62487"/>
                  </a:cubicBezTo>
                  <a:cubicBezTo>
                    <a:pt x="9634" y="62690"/>
                    <a:pt x="9575" y="62891"/>
                    <a:pt x="9511" y="63090"/>
                  </a:cubicBezTo>
                  <a:cubicBezTo>
                    <a:pt x="9446" y="63289"/>
                    <a:pt x="9375" y="63486"/>
                    <a:pt x="9298" y="63681"/>
                  </a:cubicBezTo>
                  <a:cubicBezTo>
                    <a:pt x="9221" y="63876"/>
                    <a:pt x="9137" y="64068"/>
                    <a:pt x="9048" y="64258"/>
                  </a:cubicBezTo>
                  <a:cubicBezTo>
                    <a:pt x="8959" y="64447"/>
                    <a:pt x="8864" y="64634"/>
                    <a:pt x="8763" y="64818"/>
                  </a:cubicBezTo>
                  <a:cubicBezTo>
                    <a:pt x="8662" y="65001"/>
                    <a:pt x="8556" y="65181"/>
                    <a:pt x="8443" y="65358"/>
                  </a:cubicBezTo>
                  <a:cubicBezTo>
                    <a:pt x="8331" y="65535"/>
                    <a:pt x="8213" y="65708"/>
                    <a:pt x="8090" y="65878"/>
                  </a:cubicBezTo>
                  <a:cubicBezTo>
                    <a:pt x="7967" y="66047"/>
                    <a:pt x="7839" y="66213"/>
                    <a:pt x="7705" y="66374"/>
                  </a:cubicBezTo>
                  <a:cubicBezTo>
                    <a:pt x="7572" y="66536"/>
                    <a:pt x="7433" y="66693"/>
                    <a:pt x="7290" y="66845"/>
                  </a:cubicBezTo>
                  <a:cubicBezTo>
                    <a:pt x="7146" y="66998"/>
                    <a:pt x="6998" y="67146"/>
                    <a:pt x="6845" y="67290"/>
                  </a:cubicBezTo>
                  <a:cubicBezTo>
                    <a:pt x="6693" y="67433"/>
                    <a:pt x="6536" y="67572"/>
                    <a:pt x="6374" y="67705"/>
                  </a:cubicBezTo>
                  <a:cubicBezTo>
                    <a:pt x="6213" y="67839"/>
                    <a:pt x="6047" y="67967"/>
                    <a:pt x="5878" y="68090"/>
                  </a:cubicBezTo>
                  <a:cubicBezTo>
                    <a:pt x="5708" y="68213"/>
                    <a:pt x="5535" y="68331"/>
                    <a:pt x="5358" y="68443"/>
                  </a:cubicBezTo>
                  <a:cubicBezTo>
                    <a:pt x="5181" y="68556"/>
                    <a:pt x="5001" y="68662"/>
                    <a:pt x="4818" y="68763"/>
                  </a:cubicBezTo>
                  <a:cubicBezTo>
                    <a:pt x="4634" y="68864"/>
                    <a:pt x="4447" y="68959"/>
                    <a:pt x="4258" y="69048"/>
                  </a:cubicBezTo>
                  <a:cubicBezTo>
                    <a:pt x="4068" y="69137"/>
                    <a:pt x="3876" y="69221"/>
                    <a:pt x="3681" y="69298"/>
                  </a:cubicBezTo>
                  <a:cubicBezTo>
                    <a:pt x="3486" y="69375"/>
                    <a:pt x="3289" y="69446"/>
                    <a:pt x="3090" y="69511"/>
                  </a:cubicBezTo>
                  <a:cubicBezTo>
                    <a:pt x="2891" y="69575"/>
                    <a:pt x="2690" y="69634"/>
                    <a:pt x="2487" y="69686"/>
                  </a:cubicBezTo>
                  <a:cubicBezTo>
                    <a:pt x="2284" y="69738"/>
                    <a:pt x="2080" y="69784"/>
                    <a:pt x="1874" y="69823"/>
                  </a:cubicBezTo>
                  <a:cubicBezTo>
                    <a:pt x="1668" y="69862"/>
                    <a:pt x="1461" y="69895"/>
                    <a:pt x="1253" y="69921"/>
                  </a:cubicBezTo>
                  <a:cubicBezTo>
                    <a:pt x="1046" y="69947"/>
                    <a:pt x="837" y="69967"/>
                    <a:pt x="628" y="69980"/>
                  </a:cubicBezTo>
                  <a:cubicBezTo>
                    <a:pt x="419" y="69993"/>
                    <a:pt x="209" y="70000"/>
                    <a:pt x="0" y="7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probe-lucide-combine-part-3"/>
            <p:cNvSpPr/>
            <p:nvPr/>
          </p:nvSpPr>
          <p:spPr>
            <a:xfrm>
              <a:off x="70000" y="150000"/>
              <a:ext cx="30000" cy="3000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0" y="0"/>
                  </a:moveTo>
                  <a:lnTo>
                    <a:pt x="3000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probe-lucide-combine-part-4"/>
            <p:cNvSpPr/>
            <p:nvPr/>
          </p:nvSpPr>
          <p:spPr>
            <a:xfrm>
              <a:off x="30000" y="140000"/>
              <a:ext cx="70000" cy="70000"/>
            </a:xfrm>
            <a:custGeom>
              <a:avLst/>
              <a:gdLst/>
              <a:ahLst/>
              <a:cxnLst/>
              <a:rect l="0" t="0" r="r" b="b"/>
              <a:pathLst>
                <a:path w="70000" h="70000">
                  <a:moveTo>
                    <a:pt x="40000" y="70000"/>
                  </a:moveTo>
                  <a:lnTo>
                    <a:pt x="70000" y="40000"/>
                  </a:ln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8" name="probe-lucide-combine-part-5"/>
            <p:cNvSpPr/>
            <p:nvPr/>
          </p:nvSpPr>
          <p:spPr>
            <a:xfrm>
              <a:off x="140000" y="140000"/>
              <a:ext cx="70000" cy="70000"/>
            </a:xfrm>
            <a:custGeom>
              <a:avLst/>
              <a:gdLst/>
              <a:ahLst/>
              <a:cxnLst/>
              <a:rect l="0" t="0" r="r" b="b"/>
              <a:pathLst>
                <a:path w="70000" h="70000">
                  <a:moveTo>
                    <a:pt x="10000" y="0"/>
                  </a:moveTo>
                  <a:lnTo>
                    <a:pt x="60000" y="0"/>
                  </a:lnTo>
                  <a:cubicBezTo>
                    <a:pt x="60209" y="0"/>
                    <a:pt x="60419" y="7"/>
                    <a:pt x="60628" y="20"/>
                  </a:cubicBezTo>
                  <a:cubicBezTo>
                    <a:pt x="60837" y="33"/>
                    <a:pt x="61046" y="53"/>
                    <a:pt x="61253" y="79"/>
                  </a:cubicBezTo>
                  <a:cubicBezTo>
                    <a:pt x="61461" y="105"/>
                    <a:pt x="61668" y="138"/>
                    <a:pt x="61874" y="177"/>
                  </a:cubicBezTo>
                  <a:cubicBezTo>
                    <a:pt x="62080" y="216"/>
                    <a:pt x="62284" y="262"/>
                    <a:pt x="62487" y="314"/>
                  </a:cubicBezTo>
                  <a:cubicBezTo>
                    <a:pt x="62690" y="366"/>
                    <a:pt x="62891" y="425"/>
                    <a:pt x="63090" y="489"/>
                  </a:cubicBezTo>
                  <a:cubicBezTo>
                    <a:pt x="63289" y="554"/>
                    <a:pt x="63486" y="625"/>
                    <a:pt x="63681" y="702"/>
                  </a:cubicBezTo>
                  <a:cubicBezTo>
                    <a:pt x="63876" y="779"/>
                    <a:pt x="64068" y="863"/>
                    <a:pt x="64258" y="952"/>
                  </a:cubicBezTo>
                  <a:cubicBezTo>
                    <a:pt x="64447" y="1041"/>
                    <a:pt x="64634" y="1136"/>
                    <a:pt x="64818" y="1237"/>
                  </a:cubicBezTo>
                  <a:cubicBezTo>
                    <a:pt x="65001" y="1338"/>
                    <a:pt x="65181" y="1444"/>
                    <a:pt x="65358" y="1557"/>
                  </a:cubicBezTo>
                  <a:cubicBezTo>
                    <a:pt x="65535" y="1669"/>
                    <a:pt x="65708" y="1787"/>
                    <a:pt x="65878" y="1910"/>
                  </a:cubicBezTo>
                  <a:cubicBezTo>
                    <a:pt x="66047" y="2033"/>
                    <a:pt x="66213" y="2161"/>
                    <a:pt x="66374" y="2295"/>
                  </a:cubicBezTo>
                  <a:cubicBezTo>
                    <a:pt x="66536" y="2428"/>
                    <a:pt x="66693" y="2567"/>
                    <a:pt x="66845" y="2710"/>
                  </a:cubicBezTo>
                  <a:cubicBezTo>
                    <a:pt x="66998" y="2854"/>
                    <a:pt x="67146" y="3002"/>
                    <a:pt x="67290" y="3155"/>
                  </a:cubicBezTo>
                  <a:cubicBezTo>
                    <a:pt x="67433" y="3307"/>
                    <a:pt x="67572" y="3464"/>
                    <a:pt x="67705" y="3626"/>
                  </a:cubicBezTo>
                  <a:cubicBezTo>
                    <a:pt x="67839" y="3787"/>
                    <a:pt x="67967" y="3953"/>
                    <a:pt x="68090" y="4122"/>
                  </a:cubicBezTo>
                  <a:cubicBezTo>
                    <a:pt x="68213" y="4292"/>
                    <a:pt x="68331" y="4465"/>
                    <a:pt x="68443" y="4642"/>
                  </a:cubicBezTo>
                  <a:cubicBezTo>
                    <a:pt x="68556" y="4819"/>
                    <a:pt x="68662" y="4999"/>
                    <a:pt x="68763" y="5182"/>
                  </a:cubicBezTo>
                  <a:cubicBezTo>
                    <a:pt x="68864" y="5366"/>
                    <a:pt x="68959" y="5553"/>
                    <a:pt x="69048" y="5742"/>
                  </a:cubicBezTo>
                  <a:cubicBezTo>
                    <a:pt x="69137" y="5932"/>
                    <a:pt x="69221" y="6124"/>
                    <a:pt x="69298" y="6319"/>
                  </a:cubicBezTo>
                  <a:cubicBezTo>
                    <a:pt x="69375" y="6514"/>
                    <a:pt x="69446" y="6711"/>
                    <a:pt x="69511" y="6910"/>
                  </a:cubicBezTo>
                  <a:cubicBezTo>
                    <a:pt x="69575" y="7109"/>
                    <a:pt x="69634" y="7310"/>
                    <a:pt x="69686" y="7513"/>
                  </a:cubicBezTo>
                  <a:cubicBezTo>
                    <a:pt x="69738" y="7716"/>
                    <a:pt x="69784" y="7920"/>
                    <a:pt x="69823" y="8126"/>
                  </a:cubicBezTo>
                  <a:cubicBezTo>
                    <a:pt x="69862" y="8332"/>
                    <a:pt x="69895" y="8539"/>
                    <a:pt x="69921" y="8747"/>
                  </a:cubicBezTo>
                  <a:cubicBezTo>
                    <a:pt x="69947" y="8954"/>
                    <a:pt x="69967" y="9163"/>
                    <a:pt x="69980" y="9372"/>
                  </a:cubicBezTo>
                  <a:cubicBezTo>
                    <a:pt x="69993" y="9581"/>
                    <a:pt x="70000" y="9791"/>
                    <a:pt x="70000" y="10000"/>
                  </a:cubicBezTo>
                  <a:lnTo>
                    <a:pt x="70000" y="60000"/>
                  </a:lnTo>
                  <a:cubicBezTo>
                    <a:pt x="70000" y="60209"/>
                    <a:pt x="69993" y="60419"/>
                    <a:pt x="69980" y="60628"/>
                  </a:cubicBezTo>
                  <a:cubicBezTo>
                    <a:pt x="69967" y="60837"/>
                    <a:pt x="69947" y="61046"/>
                    <a:pt x="69921" y="61253"/>
                  </a:cubicBezTo>
                  <a:cubicBezTo>
                    <a:pt x="69895" y="61461"/>
                    <a:pt x="69862" y="61668"/>
                    <a:pt x="69823" y="61874"/>
                  </a:cubicBezTo>
                  <a:cubicBezTo>
                    <a:pt x="69784" y="62080"/>
                    <a:pt x="69738" y="62284"/>
                    <a:pt x="69686" y="62487"/>
                  </a:cubicBezTo>
                  <a:cubicBezTo>
                    <a:pt x="69634" y="62690"/>
                    <a:pt x="69575" y="62891"/>
                    <a:pt x="69511" y="63090"/>
                  </a:cubicBezTo>
                  <a:cubicBezTo>
                    <a:pt x="69446" y="63289"/>
                    <a:pt x="69375" y="63486"/>
                    <a:pt x="69298" y="63681"/>
                  </a:cubicBezTo>
                  <a:cubicBezTo>
                    <a:pt x="69221" y="63876"/>
                    <a:pt x="69137" y="64068"/>
                    <a:pt x="69048" y="64258"/>
                  </a:cubicBezTo>
                  <a:cubicBezTo>
                    <a:pt x="68959" y="64447"/>
                    <a:pt x="68864" y="64634"/>
                    <a:pt x="68763" y="64818"/>
                  </a:cubicBezTo>
                  <a:cubicBezTo>
                    <a:pt x="68662" y="65001"/>
                    <a:pt x="68556" y="65181"/>
                    <a:pt x="68443" y="65358"/>
                  </a:cubicBezTo>
                  <a:cubicBezTo>
                    <a:pt x="68331" y="65535"/>
                    <a:pt x="68213" y="65708"/>
                    <a:pt x="68090" y="65878"/>
                  </a:cubicBezTo>
                  <a:cubicBezTo>
                    <a:pt x="67967" y="66047"/>
                    <a:pt x="67839" y="66213"/>
                    <a:pt x="67705" y="66374"/>
                  </a:cubicBezTo>
                  <a:cubicBezTo>
                    <a:pt x="67572" y="66536"/>
                    <a:pt x="67433" y="66693"/>
                    <a:pt x="67290" y="66845"/>
                  </a:cubicBezTo>
                  <a:cubicBezTo>
                    <a:pt x="67146" y="66998"/>
                    <a:pt x="66998" y="67146"/>
                    <a:pt x="66845" y="67290"/>
                  </a:cubicBezTo>
                  <a:cubicBezTo>
                    <a:pt x="66693" y="67433"/>
                    <a:pt x="66536" y="67572"/>
                    <a:pt x="66374" y="67705"/>
                  </a:cubicBezTo>
                  <a:cubicBezTo>
                    <a:pt x="66213" y="67839"/>
                    <a:pt x="66047" y="67967"/>
                    <a:pt x="65878" y="68090"/>
                  </a:cubicBezTo>
                  <a:cubicBezTo>
                    <a:pt x="65708" y="68213"/>
                    <a:pt x="65535" y="68331"/>
                    <a:pt x="65358" y="68443"/>
                  </a:cubicBezTo>
                  <a:cubicBezTo>
                    <a:pt x="65181" y="68556"/>
                    <a:pt x="65001" y="68662"/>
                    <a:pt x="64818" y="68763"/>
                  </a:cubicBezTo>
                  <a:cubicBezTo>
                    <a:pt x="64634" y="68864"/>
                    <a:pt x="64447" y="68959"/>
                    <a:pt x="64258" y="69048"/>
                  </a:cubicBezTo>
                  <a:cubicBezTo>
                    <a:pt x="64068" y="69137"/>
                    <a:pt x="63876" y="69221"/>
                    <a:pt x="63681" y="69298"/>
                  </a:cubicBezTo>
                  <a:cubicBezTo>
                    <a:pt x="63486" y="69375"/>
                    <a:pt x="63289" y="69446"/>
                    <a:pt x="63090" y="69511"/>
                  </a:cubicBezTo>
                  <a:cubicBezTo>
                    <a:pt x="62891" y="69575"/>
                    <a:pt x="62690" y="69634"/>
                    <a:pt x="62487" y="69686"/>
                  </a:cubicBezTo>
                  <a:cubicBezTo>
                    <a:pt x="62284" y="69738"/>
                    <a:pt x="62080" y="69784"/>
                    <a:pt x="61874" y="69823"/>
                  </a:cubicBezTo>
                  <a:cubicBezTo>
                    <a:pt x="61668" y="69862"/>
                    <a:pt x="61461" y="69895"/>
                    <a:pt x="61253" y="69921"/>
                  </a:cubicBezTo>
                  <a:cubicBezTo>
                    <a:pt x="61046" y="69947"/>
                    <a:pt x="60837" y="69967"/>
                    <a:pt x="60628" y="69980"/>
                  </a:cubicBezTo>
                  <a:cubicBezTo>
                    <a:pt x="60419" y="69993"/>
                    <a:pt x="60209" y="70000"/>
                    <a:pt x="60000" y="70000"/>
                  </a:cubicBezTo>
                  <a:lnTo>
                    <a:pt x="10000" y="70000"/>
                  </a:lnTo>
                  <a:cubicBezTo>
                    <a:pt x="9791" y="70000"/>
                    <a:pt x="9581" y="69993"/>
                    <a:pt x="9372" y="69980"/>
                  </a:cubicBezTo>
                  <a:cubicBezTo>
                    <a:pt x="9163" y="69967"/>
                    <a:pt x="8954" y="69947"/>
                    <a:pt x="8747" y="69921"/>
                  </a:cubicBezTo>
                  <a:cubicBezTo>
                    <a:pt x="8539" y="69895"/>
                    <a:pt x="8332" y="69862"/>
                    <a:pt x="8126" y="69823"/>
                  </a:cubicBezTo>
                  <a:cubicBezTo>
                    <a:pt x="7920" y="69784"/>
                    <a:pt x="7716" y="69738"/>
                    <a:pt x="7513" y="69686"/>
                  </a:cubicBezTo>
                  <a:cubicBezTo>
                    <a:pt x="7310" y="69634"/>
                    <a:pt x="7109" y="69575"/>
                    <a:pt x="6910" y="69511"/>
                  </a:cubicBezTo>
                  <a:cubicBezTo>
                    <a:pt x="6711" y="69446"/>
                    <a:pt x="6514" y="69375"/>
                    <a:pt x="6319" y="69298"/>
                  </a:cubicBezTo>
                  <a:cubicBezTo>
                    <a:pt x="6124" y="69221"/>
                    <a:pt x="5932" y="69137"/>
                    <a:pt x="5742" y="69048"/>
                  </a:cubicBezTo>
                  <a:cubicBezTo>
                    <a:pt x="5553" y="68959"/>
                    <a:pt x="5366" y="68864"/>
                    <a:pt x="5182" y="68763"/>
                  </a:cubicBezTo>
                  <a:cubicBezTo>
                    <a:pt x="4999" y="68662"/>
                    <a:pt x="4819" y="68556"/>
                    <a:pt x="4642" y="68443"/>
                  </a:cubicBezTo>
                  <a:cubicBezTo>
                    <a:pt x="4465" y="68331"/>
                    <a:pt x="4292" y="68213"/>
                    <a:pt x="4122" y="68090"/>
                  </a:cubicBezTo>
                  <a:cubicBezTo>
                    <a:pt x="3953" y="67967"/>
                    <a:pt x="3787" y="67839"/>
                    <a:pt x="3626" y="67705"/>
                  </a:cubicBezTo>
                  <a:cubicBezTo>
                    <a:pt x="3464" y="67572"/>
                    <a:pt x="3307" y="67433"/>
                    <a:pt x="3155" y="67290"/>
                  </a:cubicBezTo>
                  <a:cubicBezTo>
                    <a:pt x="3002" y="67146"/>
                    <a:pt x="2854" y="66998"/>
                    <a:pt x="2710" y="66845"/>
                  </a:cubicBezTo>
                  <a:cubicBezTo>
                    <a:pt x="2567" y="66693"/>
                    <a:pt x="2428" y="66536"/>
                    <a:pt x="2295" y="66374"/>
                  </a:cubicBezTo>
                  <a:cubicBezTo>
                    <a:pt x="2161" y="66213"/>
                    <a:pt x="2033" y="66047"/>
                    <a:pt x="1910" y="65878"/>
                  </a:cubicBezTo>
                  <a:cubicBezTo>
                    <a:pt x="1787" y="65708"/>
                    <a:pt x="1669" y="65535"/>
                    <a:pt x="1557" y="65358"/>
                  </a:cubicBezTo>
                  <a:cubicBezTo>
                    <a:pt x="1444" y="65181"/>
                    <a:pt x="1338" y="65001"/>
                    <a:pt x="1237" y="64818"/>
                  </a:cubicBezTo>
                  <a:cubicBezTo>
                    <a:pt x="1136" y="64634"/>
                    <a:pt x="1041" y="64447"/>
                    <a:pt x="952" y="64258"/>
                  </a:cubicBezTo>
                  <a:cubicBezTo>
                    <a:pt x="863" y="64068"/>
                    <a:pt x="779" y="63876"/>
                    <a:pt x="702" y="63681"/>
                  </a:cubicBezTo>
                  <a:cubicBezTo>
                    <a:pt x="625" y="63486"/>
                    <a:pt x="554" y="63289"/>
                    <a:pt x="489" y="63090"/>
                  </a:cubicBezTo>
                  <a:cubicBezTo>
                    <a:pt x="425" y="62891"/>
                    <a:pt x="366" y="62690"/>
                    <a:pt x="314" y="62487"/>
                  </a:cubicBezTo>
                  <a:cubicBezTo>
                    <a:pt x="262" y="62284"/>
                    <a:pt x="216" y="62080"/>
                    <a:pt x="177" y="61874"/>
                  </a:cubicBezTo>
                  <a:cubicBezTo>
                    <a:pt x="138" y="61668"/>
                    <a:pt x="105" y="61461"/>
                    <a:pt x="79" y="61253"/>
                  </a:cubicBezTo>
                  <a:cubicBezTo>
                    <a:pt x="53" y="61046"/>
                    <a:pt x="33" y="60837"/>
                    <a:pt x="20" y="60628"/>
                  </a:cubicBezTo>
                  <a:cubicBezTo>
                    <a:pt x="7" y="60419"/>
                    <a:pt x="0" y="60209"/>
                    <a:pt x="0" y="6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probe-lucide-combine-part-6"/>
            <p:cNvSpPr/>
            <p:nvPr/>
          </p:nvSpPr>
          <p:spPr>
            <a:xfrm>
              <a:off x="30000" y="30000"/>
              <a:ext cx="70000" cy="70000"/>
            </a:xfrm>
            <a:custGeom>
              <a:avLst/>
              <a:gdLst/>
              <a:ahLst/>
              <a:cxnLst/>
              <a:rect l="0" t="0" r="r" b="b"/>
              <a:pathLst>
                <a:path w="70000" h="70000">
                  <a:moveTo>
                    <a:pt x="10000" y="0"/>
                  </a:moveTo>
                  <a:lnTo>
                    <a:pt x="60000" y="0"/>
                  </a:lnTo>
                  <a:cubicBezTo>
                    <a:pt x="60209" y="0"/>
                    <a:pt x="60419" y="7"/>
                    <a:pt x="60628" y="20"/>
                  </a:cubicBezTo>
                  <a:cubicBezTo>
                    <a:pt x="60837" y="33"/>
                    <a:pt x="61046" y="53"/>
                    <a:pt x="61253" y="79"/>
                  </a:cubicBezTo>
                  <a:cubicBezTo>
                    <a:pt x="61461" y="105"/>
                    <a:pt x="61668" y="138"/>
                    <a:pt x="61874" y="177"/>
                  </a:cubicBezTo>
                  <a:cubicBezTo>
                    <a:pt x="62080" y="216"/>
                    <a:pt x="62284" y="262"/>
                    <a:pt x="62487" y="314"/>
                  </a:cubicBezTo>
                  <a:cubicBezTo>
                    <a:pt x="62690" y="366"/>
                    <a:pt x="62891" y="425"/>
                    <a:pt x="63090" y="489"/>
                  </a:cubicBezTo>
                  <a:cubicBezTo>
                    <a:pt x="63289" y="554"/>
                    <a:pt x="63486" y="625"/>
                    <a:pt x="63681" y="702"/>
                  </a:cubicBezTo>
                  <a:cubicBezTo>
                    <a:pt x="63876" y="779"/>
                    <a:pt x="64068" y="863"/>
                    <a:pt x="64258" y="952"/>
                  </a:cubicBezTo>
                  <a:cubicBezTo>
                    <a:pt x="64447" y="1041"/>
                    <a:pt x="64634" y="1136"/>
                    <a:pt x="64818" y="1237"/>
                  </a:cubicBezTo>
                  <a:cubicBezTo>
                    <a:pt x="65001" y="1338"/>
                    <a:pt x="65181" y="1444"/>
                    <a:pt x="65358" y="1557"/>
                  </a:cubicBezTo>
                  <a:cubicBezTo>
                    <a:pt x="65535" y="1669"/>
                    <a:pt x="65708" y="1787"/>
                    <a:pt x="65878" y="1910"/>
                  </a:cubicBezTo>
                  <a:cubicBezTo>
                    <a:pt x="66047" y="2033"/>
                    <a:pt x="66213" y="2161"/>
                    <a:pt x="66374" y="2295"/>
                  </a:cubicBezTo>
                  <a:cubicBezTo>
                    <a:pt x="66536" y="2428"/>
                    <a:pt x="66693" y="2567"/>
                    <a:pt x="66845" y="2710"/>
                  </a:cubicBezTo>
                  <a:cubicBezTo>
                    <a:pt x="66998" y="2854"/>
                    <a:pt x="67146" y="3002"/>
                    <a:pt x="67290" y="3155"/>
                  </a:cubicBezTo>
                  <a:cubicBezTo>
                    <a:pt x="67433" y="3307"/>
                    <a:pt x="67572" y="3464"/>
                    <a:pt x="67705" y="3626"/>
                  </a:cubicBezTo>
                  <a:cubicBezTo>
                    <a:pt x="67839" y="3787"/>
                    <a:pt x="67967" y="3953"/>
                    <a:pt x="68090" y="4122"/>
                  </a:cubicBezTo>
                  <a:cubicBezTo>
                    <a:pt x="68213" y="4292"/>
                    <a:pt x="68331" y="4465"/>
                    <a:pt x="68443" y="4642"/>
                  </a:cubicBezTo>
                  <a:cubicBezTo>
                    <a:pt x="68556" y="4819"/>
                    <a:pt x="68662" y="4999"/>
                    <a:pt x="68763" y="5182"/>
                  </a:cubicBezTo>
                  <a:cubicBezTo>
                    <a:pt x="68864" y="5366"/>
                    <a:pt x="68959" y="5553"/>
                    <a:pt x="69048" y="5742"/>
                  </a:cubicBezTo>
                  <a:cubicBezTo>
                    <a:pt x="69137" y="5932"/>
                    <a:pt x="69221" y="6124"/>
                    <a:pt x="69298" y="6319"/>
                  </a:cubicBezTo>
                  <a:cubicBezTo>
                    <a:pt x="69375" y="6514"/>
                    <a:pt x="69446" y="6711"/>
                    <a:pt x="69511" y="6910"/>
                  </a:cubicBezTo>
                  <a:cubicBezTo>
                    <a:pt x="69575" y="7109"/>
                    <a:pt x="69634" y="7310"/>
                    <a:pt x="69686" y="7513"/>
                  </a:cubicBezTo>
                  <a:cubicBezTo>
                    <a:pt x="69738" y="7716"/>
                    <a:pt x="69784" y="7920"/>
                    <a:pt x="69823" y="8126"/>
                  </a:cubicBezTo>
                  <a:cubicBezTo>
                    <a:pt x="69862" y="8332"/>
                    <a:pt x="69895" y="8539"/>
                    <a:pt x="69921" y="8747"/>
                  </a:cubicBezTo>
                  <a:cubicBezTo>
                    <a:pt x="69947" y="8954"/>
                    <a:pt x="69967" y="9163"/>
                    <a:pt x="69980" y="9372"/>
                  </a:cubicBezTo>
                  <a:cubicBezTo>
                    <a:pt x="69993" y="9581"/>
                    <a:pt x="70000" y="9791"/>
                    <a:pt x="70000" y="10000"/>
                  </a:cubicBezTo>
                  <a:lnTo>
                    <a:pt x="70000" y="60000"/>
                  </a:lnTo>
                  <a:cubicBezTo>
                    <a:pt x="70000" y="60209"/>
                    <a:pt x="69993" y="60419"/>
                    <a:pt x="69980" y="60628"/>
                  </a:cubicBezTo>
                  <a:cubicBezTo>
                    <a:pt x="69967" y="60837"/>
                    <a:pt x="69947" y="61046"/>
                    <a:pt x="69921" y="61253"/>
                  </a:cubicBezTo>
                  <a:cubicBezTo>
                    <a:pt x="69895" y="61461"/>
                    <a:pt x="69862" y="61668"/>
                    <a:pt x="69823" y="61874"/>
                  </a:cubicBezTo>
                  <a:cubicBezTo>
                    <a:pt x="69784" y="62080"/>
                    <a:pt x="69738" y="62284"/>
                    <a:pt x="69686" y="62487"/>
                  </a:cubicBezTo>
                  <a:cubicBezTo>
                    <a:pt x="69634" y="62690"/>
                    <a:pt x="69575" y="62891"/>
                    <a:pt x="69511" y="63090"/>
                  </a:cubicBezTo>
                  <a:cubicBezTo>
                    <a:pt x="69446" y="63289"/>
                    <a:pt x="69375" y="63486"/>
                    <a:pt x="69298" y="63681"/>
                  </a:cubicBezTo>
                  <a:cubicBezTo>
                    <a:pt x="69221" y="63876"/>
                    <a:pt x="69137" y="64068"/>
                    <a:pt x="69048" y="64258"/>
                  </a:cubicBezTo>
                  <a:cubicBezTo>
                    <a:pt x="68959" y="64447"/>
                    <a:pt x="68864" y="64634"/>
                    <a:pt x="68763" y="64818"/>
                  </a:cubicBezTo>
                  <a:cubicBezTo>
                    <a:pt x="68662" y="65001"/>
                    <a:pt x="68556" y="65181"/>
                    <a:pt x="68443" y="65358"/>
                  </a:cubicBezTo>
                  <a:cubicBezTo>
                    <a:pt x="68331" y="65535"/>
                    <a:pt x="68213" y="65708"/>
                    <a:pt x="68090" y="65878"/>
                  </a:cubicBezTo>
                  <a:cubicBezTo>
                    <a:pt x="67967" y="66047"/>
                    <a:pt x="67839" y="66213"/>
                    <a:pt x="67705" y="66374"/>
                  </a:cubicBezTo>
                  <a:cubicBezTo>
                    <a:pt x="67572" y="66536"/>
                    <a:pt x="67433" y="66693"/>
                    <a:pt x="67290" y="66845"/>
                  </a:cubicBezTo>
                  <a:cubicBezTo>
                    <a:pt x="67146" y="66998"/>
                    <a:pt x="66998" y="67146"/>
                    <a:pt x="66845" y="67290"/>
                  </a:cubicBezTo>
                  <a:cubicBezTo>
                    <a:pt x="66693" y="67433"/>
                    <a:pt x="66536" y="67572"/>
                    <a:pt x="66374" y="67705"/>
                  </a:cubicBezTo>
                  <a:cubicBezTo>
                    <a:pt x="66213" y="67839"/>
                    <a:pt x="66047" y="67967"/>
                    <a:pt x="65878" y="68090"/>
                  </a:cubicBezTo>
                  <a:cubicBezTo>
                    <a:pt x="65708" y="68213"/>
                    <a:pt x="65535" y="68331"/>
                    <a:pt x="65358" y="68443"/>
                  </a:cubicBezTo>
                  <a:cubicBezTo>
                    <a:pt x="65181" y="68556"/>
                    <a:pt x="65001" y="68662"/>
                    <a:pt x="64818" y="68763"/>
                  </a:cubicBezTo>
                  <a:cubicBezTo>
                    <a:pt x="64634" y="68864"/>
                    <a:pt x="64447" y="68959"/>
                    <a:pt x="64258" y="69048"/>
                  </a:cubicBezTo>
                  <a:cubicBezTo>
                    <a:pt x="64068" y="69137"/>
                    <a:pt x="63876" y="69221"/>
                    <a:pt x="63681" y="69298"/>
                  </a:cubicBezTo>
                  <a:cubicBezTo>
                    <a:pt x="63486" y="69375"/>
                    <a:pt x="63289" y="69446"/>
                    <a:pt x="63090" y="69511"/>
                  </a:cubicBezTo>
                  <a:cubicBezTo>
                    <a:pt x="62891" y="69575"/>
                    <a:pt x="62690" y="69634"/>
                    <a:pt x="62487" y="69686"/>
                  </a:cubicBezTo>
                  <a:cubicBezTo>
                    <a:pt x="62284" y="69738"/>
                    <a:pt x="62080" y="69784"/>
                    <a:pt x="61874" y="69823"/>
                  </a:cubicBezTo>
                  <a:cubicBezTo>
                    <a:pt x="61668" y="69862"/>
                    <a:pt x="61461" y="69895"/>
                    <a:pt x="61253" y="69921"/>
                  </a:cubicBezTo>
                  <a:cubicBezTo>
                    <a:pt x="61046" y="69947"/>
                    <a:pt x="60837" y="69967"/>
                    <a:pt x="60628" y="69980"/>
                  </a:cubicBezTo>
                  <a:cubicBezTo>
                    <a:pt x="60419" y="69993"/>
                    <a:pt x="60209" y="70000"/>
                    <a:pt x="60000" y="70000"/>
                  </a:cubicBezTo>
                  <a:lnTo>
                    <a:pt x="10000" y="70000"/>
                  </a:lnTo>
                  <a:cubicBezTo>
                    <a:pt x="9791" y="70000"/>
                    <a:pt x="9581" y="69993"/>
                    <a:pt x="9372" y="69980"/>
                  </a:cubicBezTo>
                  <a:cubicBezTo>
                    <a:pt x="9163" y="69967"/>
                    <a:pt x="8954" y="69947"/>
                    <a:pt x="8747" y="69921"/>
                  </a:cubicBezTo>
                  <a:cubicBezTo>
                    <a:pt x="8539" y="69895"/>
                    <a:pt x="8332" y="69862"/>
                    <a:pt x="8126" y="69823"/>
                  </a:cubicBezTo>
                  <a:cubicBezTo>
                    <a:pt x="7920" y="69784"/>
                    <a:pt x="7716" y="69738"/>
                    <a:pt x="7513" y="69686"/>
                  </a:cubicBezTo>
                  <a:cubicBezTo>
                    <a:pt x="7310" y="69634"/>
                    <a:pt x="7109" y="69575"/>
                    <a:pt x="6910" y="69511"/>
                  </a:cubicBezTo>
                  <a:cubicBezTo>
                    <a:pt x="6711" y="69446"/>
                    <a:pt x="6514" y="69375"/>
                    <a:pt x="6319" y="69298"/>
                  </a:cubicBezTo>
                  <a:cubicBezTo>
                    <a:pt x="6124" y="69221"/>
                    <a:pt x="5932" y="69137"/>
                    <a:pt x="5742" y="69048"/>
                  </a:cubicBezTo>
                  <a:cubicBezTo>
                    <a:pt x="5553" y="68959"/>
                    <a:pt x="5366" y="68864"/>
                    <a:pt x="5182" y="68763"/>
                  </a:cubicBezTo>
                  <a:cubicBezTo>
                    <a:pt x="4999" y="68662"/>
                    <a:pt x="4819" y="68556"/>
                    <a:pt x="4642" y="68443"/>
                  </a:cubicBezTo>
                  <a:cubicBezTo>
                    <a:pt x="4465" y="68331"/>
                    <a:pt x="4292" y="68213"/>
                    <a:pt x="4122" y="68090"/>
                  </a:cubicBezTo>
                  <a:cubicBezTo>
                    <a:pt x="3953" y="67967"/>
                    <a:pt x="3787" y="67839"/>
                    <a:pt x="3626" y="67705"/>
                  </a:cubicBezTo>
                  <a:cubicBezTo>
                    <a:pt x="3464" y="67572"/>
                    <a:pt x="3307" y="67433"/>
                    <a:pt x="3155" y="67290"/>
                  </a:cubicBezTo>
                  <a:cubicBezTo>
                    <a:pt x="3002" y="67146"/>
                    <a:pt x="2854" y="66998"/>
                    <a:pt x="2710" y="66845"/>
                  </a:cubicBezTo>
                  <a:cubicBezTo>
                    <a:pt x="2567" y="66693"/>
                    <a:pt x="2428" y="66536"/>
                    <a:pt x="2295" y="66374"/>
                  </a:cubicBezTo>
                  <a:cubicBezTo>
                    <a:pt x="2161" y="66213"/>
                    <a:pt x="2033" y="66047"/>
                    <a:pt x="1910" y="65878"/>
                  </a:cubicBezTo>
                  <a:cubicBezTo>
                    <a:pt x="1787" y="65708"/>
                    <a:pt x="1669" y="65535"/>
                    <a:pt x="1557" y="65358"/>
                  </a:cubicBezTo>
                  <a:cubicBezTo>
                    <a:pt x="1444" y="65181"/>
                    <a:pt x="1338" y="65001"/>
                    <a:pt x="1237" y="64818"/>
                  </a:cubicBezTo>
                  <a:cubicBezTo>
                    <a:pt x="1136" y="64634"/>
                    <a:pt x="1041" y="64447"/>
                    <a:pt x="952" y="64258"/>
                  </a:cubicBezTo>
                  <a:cubicBezTo>
                    <a:pt x="863" y="64068"/>
                    <a:pt x="779" y="63876"/>
                    <a:pt x="702" y="63681"/>
                  </a:cubicBezTo>
                  <a:cubicBezTo>
                    <a:pt x="625" y="63486"/>
                    <a:pt x="554" y="63289"/>
                    <a:pt x="489" y="63090"/>
                  </a:cubicBezTo>
                  <a:cubicBezTo>
                    <a:pt x="425" y="62891"/>
                    <a:pt x="366" y="62690"/>
                    <a:pt x="314" y="62487"/>
                  </a:cubicBezTo>
                  <a:cubicBezTo>
                    <a:pt x="262" y="62284"/>
                    <a:pt x="216" y="62080"/>
                    <a:pt x="177" y="61874"/>
                  </a:cubicBezTo>
                  <a:cubicBezTo>
                    <a:pt x="138" y="61668"/>
                    <a:pt x="105" y="61461"/>
                    <a:pt x="79" y="61253"/>
                  </a:cubicBezTo>
                  <a:cubicBezTo>
                    <a:pt x="53" y="61046"/>
                    <a:pt x="33" y="60837"/>
                    <a:pt x="20" y="60628"/>
                  </a:cubicBezTo>
                  <a:cubicBezTo>
                    <a:pt x="7" y="60419"/>
                    <a:pt x="0" y="60209"/>
                    <a:pt x="0" y="6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0" name="probe-lucide-component" descr="component — Lucide Icons and Contributors; preserve the bundled full upstream license. Source: https://github.com/lucide-icons/lucide/blob/20aef31db93fe4d9f398dbb15b120d99c48eef95/icons/component.svg; SVG SHA256: c373d52b448f8ca6bc5105209ae9900e033e933dfedd2d2ae804e0d822d5f7c0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51" name="probe-lucide-component-part-1"/>
            <p:cNvSpPr/>
            <p:nvPr/>
          </p:nvSpPr>
          <p:spPr>
            <a:xfrm>
              <a:off x="152432" y="86232"/>
              <a:ext cx="67526" cy="67536"/>
            </a:xfrm>
            <a:custGeom>
              <a:avLst/>
              <a:gdLst/>
              <a:ahLst/>
              <a:cxnLst/>
              <a:rect l="0" t="0" r="r" b="b"/>
              <a:pathLst>
                <a:path w="67526" h="67536">
                  <a:moveTo>
                    <a:pt x="2928" y="26698"/>
                  </a:moveTo>
                  <a:cubicBezTo>
                    <a:pt x="2780" y="26846"/>
                    <a:pt x="2636" y="26999"/>
                    <a:pt x="2498" y="27156"/>
                  </a:cubicBezTo>
                  <a:cubicBezTo>
                    <a:pt x="2360" y="27313"/>
                    <a:pt x="2226" y="27474"/>
                    <a:pt x="2098" y="27640"/>
                  </a:cubicBezTo>
                  <a:cubicBezTo>
                    <a:pt x="1969" y="27805"/>
                    <a:pt x="1846" y="27975"/>
                    <a:pt x="1729" y="28148"/>
                  </a:cubicBezTo>
                  <a:cubicBezTo>
                    <a:pt x="1611" y="28321"/>
                    <a:pt x="1499" y="28498"/>
                    <a:pt x="1392" y="28678"/>
                  </a:cubicBezTo>
                  <a:cubicBezTo>
                    <a:pt x="1285" y="28859"/>
                    <a:pt x="1185" y="29042"/>
                    <a:pt x="1090" y="29229"/>
                  </a:cubicBezTo>
                  <a:cubicBezTo>
                    <a:pt x="994" y="29415"/>
                    <a:pt x="905" y="29605"/>
                    <a:pt x="822" y="29797"/>
                  </a:cubicBezTo>
                  <a:cubicBezTo>
                    <a:pt x="739" y="29989"/>
                    <a:pt x="662" y="30184"/>
                    <a:pt x="591" y="30381"/>
                  </a:cubicBezTo>
                  <a:cubicBezTo>
                    <a:pt x="520" y="30578"/>
                    <a:pt x="455" y="30777"/>
                    <a:pt x="397" y="30978"/>
                  </a:cubicBezTo>
                  <a:cubicBezTo>
                    <a:pt x="338" y="31180"/>
                    <a:pt x="286" y="31382"/>
                    <a:pt x="241" y="31587"/>
                  </a:cubicBezTo>
                  <a:cubicBezTo>
                    <a:pt x="195" y="31791"/>
                    <a:pt x="156" y="31997"/>
                    <a:pt x="123" y="32204"/>
                  </a:cubicBezTo>
                  <a:cubicBezTo>
                    <a:pt x="90" y="32411"/>
                    <a:pt x="64" y="32618"/>
                    <a:pt x="44" y="32827"/>
                  </a:cubicBezTo>
                  <a:cubicBezTo>
                    <a:pt x="25" y="33035"/>
                    <a:pt x="12" y="33245"/>
                    <a:pt x="5" y="33454"/>
                  </a:cubicBezTo>
                  <a:cubicBezTo>
                    <a:pt x="-2" y="33663"/>
                    <a:pt x="-2" y="33873"/>
                    <a:pt x="5" y="34082"/>
                  </a:cubicBezTo>
                  <a:cubicBezTo>
                    <a:pt x="12" y="34291"/>
                    <a:pt x="25" y="34500"/>
                    <a:pt x="44" y="34709"/>
                  </a:cubicBezTo>
                  <a:cubicBezTo>
                    <a:pt x="64" y="34917"/>
                    <a:pt x="90" y="35125"/>
                    <a:pt x="123" y="35332"/>
                  </a:cubicBezTo>
                  <a:cubicBezTo>
                    <a:pt x="156" y="35539"/>
                    <a:pt x="195" y="35745"/>
                    <a:pt x="241" y="35949"/>
                  </a:cubicBezTo>
                  <a:cubicBezTo>
                    <a:pt x="286" y="36153"/>
                    <a:pt x="338" y="36356"/>
                    <a:pt x="397" y="36557"/>
                  </a:cubicBezTo>
                  <a:cubicBezTo>
                    <a:pt x="455" y="36758"/>
                    <a:pt x="520" y="36958"/>
                    <a:pt x="591" y="37155"/>
                  </a:cubicBezTo>
                  <a:cubicBezTo>
                    <a:pt x="662" y="37352"/>
                    <a:pt x="739" y="37546"/>
                    <a:pt x="822" y="37739"/>
                  </a:cubicBezTo>
                  <a:cubicBezTo>
                    <a:pt x="905" y="37931"/>
                    <a:pt x="994" y="38120"/>
                    <a:pt x="1090" y="38307"/>
                  </a:cubicBezTo>
                  <a:cubicBezTo>
                    <a:pt x="1185" y="38494"/>
                    <a:pt x="1285" y="38677"/>
                    <a:pt x="1392" y="38857"/>
                  </a:cubicBezTo>
                  <a:cubicBezTo>
                    <a:pt x="1499" y="39038"/>
                    <a:pt x="1611" y="39215"/>
                    <a:pt x="1729" y="39388"/>
                  </a:cubicBezTo>
                  <a:cubicBezTo>
                    <a:pt x="1846" y="39561"/>
                    <a:pt x="1969" y="39730"/>
                    <a:pt x="2098" y="39896"/>
                  </a:cubicBezTo>
                  <a:cubicBezTo>
                    <a:pt x="2226" y="40061"/>
                    <a:pt x="2360" y="40223"/>
                    <a:pt x="2498" y="40380"/>
                  </a:cubicBezTo>
                  <a:cubicBezTo>
                    <a:pt x="2636" y="40537"/>
                    <a:pt x="2780" y="40690"/>
                    <a:pt x="2928" y="40838"/>
                  </a:cubicBezTo>
                  <a:lnTo>
                    <a:pt x="26688" y="64608"/>
                  </a:lnTo>
                  <a:cubicBezTo>
                    <a:pt x="26836" y="64756"/>
                    <a:pt x="26989" y="64899"/>
                    <a:pt x="27146" y="65038"/>
                  </a:cubicBezTo>
                  <a:cubicBezTo>
                    <a:pt x="27303" y="65176"/>
                    <a:pt x="27464" y="65310"/>
                    <a:pt x="27630" y="65438"/>
                  </a:cubicBezTo>
                  <a:cubicBezTo>
                    <a:pt x="27795" y="65566"/>
                    <a:pt x="27965" y="65689"/>
                    <a:pt x="28138" y="65807"/>
                  </a:cubicBezTo>
                  <a:cubicBezTo>
                    <a:pt x="28311" y="65925"/>
                    <a:pt x="28488" y="66037"/>
                    <a:pt x="28668" y="66144"/>
                  </a:cubicBezTo>
                  <a:cubicBezTo>
                    <a:pt x="28849" y="66250"/>
                    <a:pt x="29032" y="66351"/>
                    <a:pt x="29219" y="66446"/>
                  </a:cubicBezTo>
                  <a:cubicBezTo>
                    <a:pt x="29405" y="66541"/>
                    <a:pt x="29595" y="66630"/>
                    <a:pt x="29787" y="66714"/>
                  </a:cubicBezTo>
                  <a:cubicBezTo>
                    <a:pt x="29979" y="66797"/>
                    <a:pt x="30174" y="66874"/>
                    <a:pt x="30371" y="66945"/>
                  </a:cubicBezTo>
                  <a:cubicBezTo>
                    <a:pt x="30568" y="67016"/>
                    <a:pt x="30767" y="67080"/>
                    <a:pt x="30968" y="67139"/>
                  </a:cubicBezTo>
                  <a:cubicBezTo>
                    <a:pt x="31170" y="67197"/>
                    <a:pt x="31372" y="67249"/>
                    <a:pt x="31577" y="67295"/>
                  </a:cubicBezTo>
                  <a:cubicBezTo>
                    <a:pt x="31781" y="67341"/>
                    <a:pt x="31987" y="67380"/>
                    <a:pt x="32194" y="67413"/>
                  </a:cubicBezTo>
                  <a:cubicBezTo>
                    <a:pt x="32401" y="67445"/>
                    <a:pt x="32608" y="67472"/>
                    <a:pt x="32817" y="67491"/>
                  </a:cubicBezTo>
                  <a:cubicBezTo>
                    <a:pt x="33025" y="67511"/>
                    <a:pt x="33235" y="67524"/>
                    <a:pt x="33444" y="67531"/>
                  </a:cubicBezTo>
                  <a:cubicBezTo>
                    <a:pt x="33653" y="67537"/>
                    <a:pt x="33863" y="67537"/>
                    <a:pt x="34072" y="67531"/>
                  </a:cubicBezTo>
                  <a:cubicBezTo>
                    <a:pt x="34281" y="67524"/>
                    <a:pt x="34490" y="67511"/>
                    <a:pt x="34699" y="67491"/>
                  </a:cubicBezTo>
                  <a:cubicBezTo>
                    <a:pt x="34907" y="67472"/>
                    <a:pt x="35115" y="67445"/>
                    <a:pt x="35322" y="67413"/>
                  </a:cubicBezTo>
                  <a:cubicBezTo>
                    <a:pt x="35529" y="67380"/>
                    <a:pt x="35735" y="67341"/>
                    <a:pt x="35939" y="67295"/>
                  </a:cubicBezTo>
                  <a:cubicBezTo>
                    <a:pt x="36143" y="67249"/>
                    <a:pt x="36346" y="67197"/>
                    <a:pt x="36547" y="67139"/>
                  </a:cubicBezTo>
                  <a:cubicBezTo>
                    <a:pt x="36748" y="67080"/>
                    <a:pt x="36948" y="67016"/>
                    <a:pt x="37145" y="66945"/>
                  </a:cubicBezTo>
                  <a:cubicBezTo>
                    <a:pt x="37342" y="66874"/>
                    <a:pt x="37536" y="66797"/>
                    <a:pt x="37729" y="66714"/>
                  </a:cubicBezTo>
                  <a:cubicBezTo>
                    <a:pt x="37921" y="66630"/>
                    <a:pt x="38110" y="66541"/>
                    <a:pt x="38297" y="66446"/>
                  </a:cubicBezTo>
                  <a:cubicBezTo>
                    <a:pt x="38484" y="66351"/>
                    <a:pt x="38667" y="66250"/>
                    <a:pt x="38847" y="66144"/>
                  </a:cubicBezTo>
                  <a:cubicBezTo>
                    <a:pt x="39028" y="66037"/>
                    <a:pt x="39205" y="65925"/>
                    <a:pt x="39378" y="65807"/>
                  </a:cubicBezTo>
                  <a:cubicBezTo>
                    <a:pt x="39551" y="65689"/>
                    <a:pt x="39720" y="65566"/>
                    <a:pt x="39886" y="65438"/>
                  </a:cubicBezTo>
                  <a:cubicBezTo>
                    <a:pt x="40051" y="65310"/>
                    <a:pt x="40213" y="65176"/>
                    <a:pt x="40370" y="65038"/>
                  </a:cubicBezTo>
                  <a:cubicBezTo>
                    <a:pt x="40527" y="64899"/>
                    <a:pt x="40680" y="64756"/>
                    <a:pt x="40828" y="64608"/>
                  </a:cubicBezTo>
                  <a:lnTo>
                    <a:pt x="64598" y="40838"/>
                  </a:lnTo>
                  <a:cubicBezTo>
                    <a:pt x="64746" y="40690"/>
                    <a:pt x="64889" y="40537"/>
                    <a:pt x="65028" y="40380"/>
                  </a:cubicBezTo>
                  <a:cubicBezTo>
                    <a:pt x="65166" y="40223"/>
                    <a:pt x="65300" y="40061"/>
                    <a:pt x="65428" y="39896"/>
                  </a:cubicBezTo>
                  <a:cubicBezTo>
                    <a:pt x="65556" y="39730"/>
                    <a:pt x="65679" y="39561"/>
                    <a:pt x="65797" y="39388"/>
                  </a:cubicBezTo>
                  <a:cubicBezTo>
                    <a:pt x="65915" y="39215"/>
                    <a:pt x="66027" y="39038"/>
                    <a:pt x="66134" y="38857"/>
                  </a:cubicBezTo>
                  <a:cubicBezTo>
                    <a:pt x="66240" y="38677"/>
                    <a:pt x="66341" y="38494"/>
                    <a:pt x="66436" y="38307"/>
                  </a:cubicBezTo>
                  <a:cubicBezTo>
                    <a:pt x="66531" y="38120"/>
                    <a:pt x="66620" y="37931"/>
                    <a:pt x="66704" y="37739"/>
                  </a:cubicBezTo>
                  <a:cubicBezTo>
                    <a:pt x="66787" y="37546"/>
                    <a:pt x="66864" y="37352"/>
                    <a:pt x="66935" y="37155"/>
                  </a:cubicBezTo>
                  <a:cubicBezTo>
                    <a:pt x="67006" y="36958"/>
                    <a:pt x="67070" y="36758"/>
                    <a:pt x="67129" y="36557"/>
                  </a:cubicBezTo>
                  <a:cubicBezTo>
                    <a:pt x="67187" y="36356"/>
                    <a:pt x="67239" y="36153"/>
                    <a:pt x="67285" y="35949"/>
                  </a:cubicBezTo>
                  <a:cubicBezTo>
                    <a:pt x="67331" y="35745"/>
                    <a:pt x="67370" y="35539"/>
                    <a:pt x="67403" y="35332"/>
                  </a:cubicBezTo>
                  <a:cubicBezTo>
                    <a:pt x="67435" y="35125"/>
                    <a:pt x="67462" y="34917"/>
                    <a:pt x="67481" y="34709"/>
                  </a:cubicBezTo>
                  <a:cubicBezTo>
                    <a:pt x="67501" y="34500"/>
                    <a:pt x="67514" y="34291"/>
                    <a:pt x="67521" y="34082"/>
                  </a:cubicBezTo>
                  <a:cubicBezTo>
                    <a:pt x="67527" y="33873"/>
                    <a:pt x="67527" y="33663"/>
                    <a:pt x="67521" y="33454"/>
                  </a:cubicBezTo>
                  <a:cubicBezTo>
                    <a:pt x="67514" y="33245"/>
                    <a:pt x="67501" y="33035"/>
                    <a:pt x="67481" y="32827"/>
                  </a:cubicBezTo>
                  <a:cubicBezTo>
                    <a:pt x="67462" y="32618"/>
                    <a:pt x="67435" y="32411"/>
                    <a:pt x="67403" y="32204"/>
                  </a:cubicBezTo>
                  <a:cubicBezTo>
                    <a:pt x="67370" y="31997"/>
                    <a:pt x="67331" y="31791"/>
                    <a:pt x="67285" y="31587"/>
                  </a:cubicBezTo>
                  <a:cubicBezTo>
                    <a:pt x="67239" y="31382"/>
                    <a:pt x="67187" y="31180"/>
                    <a:pt x="67129" y="30978"/>
                  </a:cubicBezTo>
                  <a:cubicBezTo>
                    <a:pt x="67070" y="30777"/>
                    <a:pt x="67006" y="30578"/>
                    <a:pt x="66935" y="30381"/>
                  </a:cubicBezTo>
                  <a:cubicBezTo>
                    <a:pt x="66864" y="30184"/>
                    <a:pt x="66787" y="29989"/>
                    <a:pt x="66704" y="29797"/>
                  </a:cubicBezTo>
                  <a:cubicBezTo>
                    <a:pt x="66620" y="29605"/>
                    <a:pt x="66531" y="29415"/>
                    <a:pt x="66436" y="29229"/>
                  </a:cubicBezTo>
                  <a:cubicBezTo>
                    <a:pt x="66341" y="29042"/>
                    <a:pt x="66240" y="28859"/>
                    <a:pt x="66134" y="28678"/>
                  </a:cubicBezTo>
                  <a:cubicBezTo>
                    <a:pt x="66027" y="28498"/>
                    <a:pt x="65915" y="28321"/>
                    <a:pt x="65797" y="28148"/>
                  </a:cubicBezTo>
                  <a:cubicBezTo>
                    <a:pt x="65679" y="27975"/>
                    <a:pt x="65556" y="27805"/>
                    <a:pt x="65428" y="27640"/>
                  </a:cubicBezTo>
                  <a:cubicBezTo>
                    <a:pt x="65300" y="27474"/>
                    <a:pt x="65166" y="27313"/>
                    <a:pt x="65028" y="27156"/>
                  </a:cubicBezTo>
                  <a:cubicBezTo>
                    <a:pt x="64889" y="26999"/>
                    <a:pt x="64746" y="26846"/>
                    <a:pt x="64598" y="26698"/>
                  </a:cubicBezTo>
                  <a:lnTo>
                    <a:pt x="40828" y="2928"/>
                  </a:lnTo>
                  <a:cubicBezTo>
                    <a:pt x="40680" y="2780"/>
                    <a:pt x="40527" y="2636"/>
                    <a:pt x="40370" y="2498"/>
                  </a:cubicBezTo>
                  <a:cubicBezTo>
                    <a:pt x="40213" y="2360"/>
                    <a:pt x="40051" y="2226"/>
                    <a:pt x="39886" y="2098"/>
                  </a:cubicBezTo>
                  <a:cubicBezTo>
                    <a:pt x="39720" y="1969"/>
                    <a:pt x="39551" y="1846"/>
                    <a:pt x="39378" y="1729"/>
                  </a:cubicBezTo>
                  <a:cubicBezTo>
                    <a:pt x="39205" y="1611"/>
                    <a:pt x="39028" y="1499"/>
                    <a:pt x="38847" y="1392"/>
                  </a:cubicBezTo>
                  <a:cubicBezTo>
                    <a:pt x="38667" y="1285"/>
                    <a:pt x="38484" y="1185"/>
                    <a:pt x="38297" y="1090"/>
                  </a:cubicBezTo>
                  <a:cubicBezTo>
                    <a:pt x="38110" y="994"/>
                    <a:pt x="37921" y="905"/>
                    <a:pt x="37729" y="822"/>
                  </a:cubicBezTo>
                  <a:cubicBezTo>
                    <a:pt x="37536" y="739"/>
                    <a:pt x="37342" y="662"/>
                    <a:pt x="37145" y="591"/>
                  </a:cubicBezTo>
                  <a:cubicBezTo>
                    <a:pt x="36948" y="520"/>
                    <a:pt x="36748" y="455"/>
                    <a:pt x="36547" y="397"/>
                  </a:cubicBezTo>
                  <a:cubicBezTo>
                    <a:pt x="36346" y="338"/>
                    <a:pt x="36143" y="286"/>
                    <a:pt x="35939" y="241"/>
                  </a:cubicBezTo>
                  <a:cubicBezTo>
                    <a:pt x="35735" y="195"/>
                    <a:pt x="35529" y="156"/>
                    <a:pt x="35322" y="123"/>
                  </a:cubicBezTo>
                  <a:cubicBezTo>
                    <a:pt x="35115" y="90"/>
                    <a:pt x="34907" y="64"/>
                    <a:pt x="34699" y="44"/>
                  </a:cubicBezTo>
                  <a:cubicBezTo>
                    <a:pt x="34490" y="25"/>
                    <a:pt x="34281" y="12"/>
                    <a:pt x="34072" y="5"/>
                  </a:cubicBezTo>
                  <a:cubicBezTo>
                    <a:pt x="33863" y="-2"/>
                    <a:pt x="33653" y="-2"/>
                    <a:pt x="33444" y="5"/>
                  </a:cubicBezTo>
                  <a:cubicBezTo>
                    <a:pt x="33235" y="12"/>
                    <a:pt x="33025" y="25"/>
                    <a:pt x="32817" y="44"/>
                  </a:cubicBezTo>
                  <a:cubicBezTo>
                    <a:pt x="32608" y="64"/>
                    <a:pt x="32401" y="90"/>
                    <a:pt x="32194" y="123"/>
                  </a:cubicBezTo>
                  <a:cubicBezTo>
                    <a:pt x="31987" y="156"/>
                    <a:pt x="31781" y="195"/>
                    <a:pt x="31577" y="241"/>
                  </a:cubicBezTo>
                  <a:cubicBezTo>
                    <a:pt x="31372" y="286"/>
                    <a:pt x="31170" y="338"/>
                    <a:pt x="30968" y="397"/>
                  </a:cubicBezTo>
                  <a:cubicBezTo>
                    <a:pt x="30767" y="455"/>
                    <a:pt x="30568" y="520"/>
                    <a:pt x="30371" y="591"/>
                  </a:cubicBezTo>
                  <a:cubicBezTo>
                    <a:pt x="30174" y="662"/>
                    <a:pt x="29979" y="739"/>
                    <a:pt x="29787" y="822"/>
                  </a:cubicBezTo>
                  <a:cubicBezTo>
                    <a:pt x="29595" y="905"/>
                    <a:pt x="29405" y="994"/>
                    <a:pt x="29219" y="1090"/>
                  </a:cubicBezTo>
                  <a:cubicBezTo>
                    <a:pt x="29032" y="1185"/>
                    <a:pt x="28849" y="1285"/>
                    <a:pt x="28668" y="1392"/>
                  </a:cubicBezTo>
                  <a:cubicBezTo>
                    <a:pt x="28488" y="1499"/>
                    <a:pt x="28311" y="1611"/>
                    <a:pt x="28138" y="1729"/>
                  </a:cubicBezTo>
                  <a:cubicBezTo>
                    <a:pt x="27965" y="1846"/>
                    <a:pt x="27795" y="1969"/>
                    <a:pt x="27630" y="2098"/>
                  </a:cubicBezTo>
                  <a:cubicBezTo>
                    <a:pt x="27464" y="2226"/>
                    <a:pt x="27303" y="2360"/>
                    <a:pt x="27146" y="2498"/>
                  </a:cubicBezTo>
                  <a:cubicBezTo>
                    <a:pt x="26989" y="2636"/>
                    <a:pt x="26836" y="2780"/>
                    <a:pt x="26688" y="2928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2" name="probe-lucide-component-part-2"/>
            <p:cNvSpPr/>
            <p:nvPr/>
          </p:nvSpPr>
          <p:spPr>
            <a:xfrm>
              <a:off x="20042" y="86232"/>
              <a:ext cx="67536" cy="67536"/>
            </a:xfrm>
            <a:custGeom>
              <a:avLst/>
              <a:gdLst/>
              <a:ahLst/>
              <a:cxnLst/>
              <a:rect l="0" t="0" r="r" b="b"/>
              <a:pathLst>
                <a:path w="67536" h="67536">
                  <a:moveTo>
                    <a:pt x="2928" y="26698"/>
                  </a:moveTo>
                  <a:cubicBezTo>
                    <a:pt x="2780" y="26846"/>
                    <a:pt x="2636" y="26999"/>
                    <a:pt x="2498" y="27156"/>
                  </a:cubicBezTo>
                  <a:cubicBezTo>
                    <a:pt x="2360" y="27313"/>
                    <a:pt x="2226" y="27474"/>
                    <a:pt x="2098" y="27640"/>
                  </a:cubicBezTo>
                  <a:cubicBezTo>
                    <a:pt x="1969" y="27805"/>
                    <a:pt x="1846" y="27975"/>
                    <a:pt x="1729" y="28148"/>
                  </a:cubicBezTo>
                  <a:cubicBezTo>
                    <a:pt x="1611" y="28321"/>
                    <a:pt x="1499" y="28498"/>
                    <a:pt x="1392" y="28678"/>
                  </a:cubicBezTo>
                  <a:cubicBezTo>
                    <a:pt x="1285" y="28859"/>
                    <a:pt x="1185" y="29042"/>
                    <a:pt x="1090" y="29229"/>
                  </a:cubicBezTo>
                  <a:cubicBezTo>
                    <a:pt x="994" y="29415"/>
                    <a:pt x="905" y="29605"/>
                    <a:pt x="822" y="29797"/>
                  </a:cubicBezTo>
                  <a:cubicBezTo>
                    <a:pt x="739" y="29989"/>
                    <a:pt x="662" y="30184"/>
                    <a:pt x="591" y="30381"/>
                  </a:cubicBezTo>
                  <a:cubicBezTo>
                    <a:pt x="520" y="30578"/>
                    <a:pt x="455" y="30777"/>
                    <a:pt x="397" y="30978"/>
                  </a:cubicBezTo>
                  <a:cubicBezTo>
                    <a:pt x="338" y="31180"/>
                    <a:pt x="286" y="31382"/>
                    <a:pt x="241" y="31587"/>
                  </a:cubicBezTo>
                  <a:cubicBezTo>
                    <a:pt x="195" y="31791"/>
                    <a:pt x="156" y="31997"/>
                    <a:pt x="123" y="32204"/>
                  </a:cubicBezTo>
                  <a:cubicBezTo>
                    <a:pt x="90" y="32411"/>
                    <a:pt x="64" y="32618"/>
                    <a:pt x="44" y="32827"/>
                  </a:cubicBezTo>
                  <a:cubicBezTo>
                    <a:pt x="25" y="33035"/>
                    <a:pt x="12" y="33245"/>
                    <a:pt x="5" y="33454"/>
                  </a:cubicBezTo>
                  <a:cubicBezTo>
                    <a:pt x="-2" y="33663"/>
                    <a:pt x="-2" y="33873"/>
                    <a:pt x="5" y="34082"/>
                  </a:cubicBezTo>
                  <a:cubicBezTo>
                    <a:pt x="12" y="34291"/>
                    <a:pt x="25" y="34500"/>
                    <a:pt x="44" y="34709"/>
                  </a:cubicBezTo>
                  <a:cubicBezTo>
                    <a:pt x="64" y="34917"/>
                    <a:pt x="90" y="35125"/>
                    <a:pt x="123" y="35332"/>
                  </a:cubicBezTo>
                  <a:cubicBezTo>
                    <a:pt x="156" y="35539"/>
                    <a:pt x="195" y="35745"/>
                    <a:pt x="241" y="35949"/>
                  </a:cubicBezTo>
                  <a:cubicBezTo>
                    <a:pt x="286" y="36153"/>
                    <a:pt x="338" y="36356"/>
                    <a:pt x="397" y="36557"/>
                  </a:cubicBezTo>
                  <a:cubicBezTo>
                    <a:pt x="455" y="36758"/>
                    <a:pt x="520" y="36958"/>
                    <a:pt x="591" y="37155"/>
                  </a:cubicBezTo>
                  <a:cubicBezTo>
                    <a:pt x="662" y="37352"/>
                    <a:pt x="739" y="37546"/>
                    <a:pt x="822" y="37739"/>
                  </a:cubicBezTo>
                  <a:cubicBezTo>
                    <a:pt x="905" y="37931"/>
                    <a:pt x="994" y="38120"/>
                    <a:pt x="1090" y="38307"/>
                  </a:cubicBezTo>
                  <a:cubicBezTo>
                    <a:pt x="1185" y="38494"/>
                    <a:pt x="1285" y="38677"/>
                    <a:pt x="1392" y="38857"/>
                  </a:cubicBezTo>
                  <a:cubicBezTo>
                    <a:pt x="1499" y="39038"/>
                    <a:pt x="1611" y="39215"/>
                    <a:pt x="1729" y="39388"/>
                  </a:cubicBezTo>
                  <a:cubicBezTo>
                    <a:pt x="1846" y="39561"/>
                    <a:pt x="1969" y="39730"/>
                    <a:pt x="2098" y="39896"/>
                  </a:cubicBezTo>
                  <a:cubicBezTo>
                    <a:pt x="2226" y="40061"/>
                    <a:pt x="2360" y="40223"/>
                    <a:pt x="2498" y="40380"/>
                  </a:cubicBezTo>
                  <a:cubicBezTo>
                    <a:pt x="2636" y="40537"/>
                    <a:pt x="2780" y="40690"/>
                    <a:pt x="2928" y="40838"/>
                  </a:cubicBezTo>
                  <a:lnTo>
                    <a:pt x="26698" y="64608"/>
                  </a:lnTo>
                  <a:cubicBezTo>
                    <a:pt x="26846" y="64756"/>
                    <a:pt x="26999" y="64899"/>
                    <a:pt x="27156" y="65038"/>
                  </a:cubicBezTo>
                  <a:cubicBezTo>
                    <a:pt x="27313" y="65176"/>
                    <a:pt x="27474" y="65310"/>
                    <a:pt x="27640" y="65438"/>
                  </a:cubicBezTo>
                  <a:cubicBezTo>
                    <a:pt x="27805" y="65566"/>
                    <a:pt x="27975" y="65689"/>
                    <a:pt x="28148" y="65807"/>
                  </a:cubicBezTo>
                  <a:cubicBezTo>
                    <a:pt x="28321" y="65925"/>
                    <a:pt x="28498" y="66037"/>
                    <a:pt x="28678" y="66144"/>
                  </a:cubicBezTo>
                  <a:cubicBezTo>
                    <a:pt x="28859" y="66250"/>
                    <a:pt x="29042" y="66351"/>
                    <a:pt x="29229" y="66446"/>
                  </a:cubicBezTo>
                  <a:cubicBezTo>
                    <a:pt x="29415" y="66541"/>
                    <a:pt x="29605" y="66630"/>
                    <a:pt x="29797" y="66714"/>
                  </a:cubicBezTo>
                  <a:cubicBezTo>
                    <a:pt x="29989" y="66797"/>
                    <a:pt x="30184" y="66874"/>
                    <a:pt x="30381" y="66945"/>
                  </a:cubicBezTo>
                  <a:cubicBezTo>
                    <a:pt x="30578" y="67016"/>
                    <a:pt x="30777" y="67080"/>
                    <a:pt x="30978" y="67139"/>
                  </a:cubicBezTo>
                  <a:cubicBezTo>
                    <a:pt x="31180" y="67197"/>
                    <a:pt x="31382" y="67249"/>
                    <a:pt x="31587" y="67295"/>
                  </a:cubicBezTo>
                  <a:cubicBezTo>
                    <a:pt x="31791" y="67341"/>
                    <a:pt x="31997" y="67380"/>
                    <a:pt x="32204" y="67413"/>
                  </a:cubicBezTo>
                  <a:cubicBezTo>
                    <a:pt x="32411" y="67445"/>
                    <a:pt x="32618" y="67472"/>
                    <a:pt x="32827" y="67491"/>
                  </a:cubicBezTo>
                  <a:cubicBezTo>
                    <a:pt x="33035" y="67511"/>
                    <a:pt x="33245" y="67524"/>
                    <a:pt x="33454" y="67531"/>
                  </a:cubicBezTo>
                  <a:cubicBezTo>
                    <a:pt x="33663" y="67537"/>
                    <a:pt x="33873" y="67537"/>
                    <a:pt x="34082" y="67531"/>
                  </a:cubicBezTo>
                  <a:cubicBezTo>
                    <a:pt x="34291" y="67524"/>
                    <a:pt x="34500" y="67511"/>
                    <a:pt x="34709" y="67491"/>
                  </a:cubicBezTo>
                  <a:cubicBezTo>
                    <a:pt x="34917" y="67472"/>
                    <a:pt x="35125" y="67445"/>
                    <a:pt x="35332" y="67413"/>
                  </a:cubicBezTo>
                  <a:cubicBezTo>
                    <a:pt x="35539" y="67380"/>
                    <a:pt x="35745" y="67341"/>
                    <a:pt x="35949" y="67295"/>
                  </a:cubicBezTo>
                  <a:cubicBezTo>
                    <a:pt x="36153" y="67249"/>
                    <a:pt x="36356" y="67197"/>
                    <a:pt x="36557" y="67139"/>
                  </a:cubicBezTo>
                  <a:cubicBezTo>
                    <a:pt x="36758" y="67080"/>
                    <a:pt x="36958" y="67016"/>
                    <a:pt x="37155" y="66945"/>
                  </a:cubicBezTo>
                  <a:cubicBezTo>
                    <a:pt x="37352" y="66874"/>
                    <a:pt x="37546" y="66797"/>
                    <a:pt x="37739" y="66714"/>
                  </a:cubicBezTo>
                  <a:cubicBezTo>
                    <a:pt x="37931" y="66630"/>
                    <a:pt x="38120" y="66541"/>
                    <a:pt x="38307" y="66446"/>
                  </a:cubicBezTo>
                  <a:cubicBezTo>
                    <a:pt x="38494" y="66351"/>
                    <a:pt x="38677" y="66250"/>
                    <a:pt x="38857" y="66144"/>
                  </a:cubicBezTo>
                  <a:cubicBezTo>
                    <a:pt x="39038" y="66037"/>
                    <a:pt x="39215" y="65925"/>
                    <a:pt x="39388" y="65807"/>
                  </a:cubicBezTo>
                  <a:cubicBezTo>
                    <a:pt x="39561" y="65689"/>
                    <a:pt x="39730" y="65566"/>
                    <a:pt x="39896" y="65438"/>
                  </a:cubicBezTo>
                  <a:cubicBezTo>
                    <a:pt x="40061" y="65310"/>
                    <a:pt x="40223" y="65176"/>
                    <a:pt x="40380" y="65038"/>
                  </a:cubicBezTo>
                  <a:cubicBezTo>
                    <a:pt x="40537" y="64899"/>
                    <a:pt x="40690" y="64756"/>
                    <a:pt x="40838" y="64608"/>
                  </a:cubicBezTo>
                  <a:lnTo>
                    <a:pt x="64608" y="40838"/>
                  </a:lnTo>
                  <a:cubicBezTo>
                    <a:pt x="64756" y="40690"/>
                    <a:pt x="64899" y="40537"/>
                    <a:pt x="65038" y="40380"/>
                  </a:cubicBezTo>
                  <a:cubicBezTo>
                    <a:pt x="65176" y="40223"/>
                    <a:pt x="65310" y="40061"/>
                    <a:pt x="65438" y="39896"/>
                  </a:cubicBezTo>
                  <a:cubicBezTo>
                    <a:pt x="65566" y="39730"/>
                    <a:pt x="65689" y="39561"/>
                    <a:pt x="65807" y="39388"/>
                  </a:cubicBezTo>
                  <a:cubicBezTo>
                    <a:pt x="65925" y="39215"/>
                    <a:pt x="66037" y="39038"/>
                    <a:pt x="66144" y="38857"/>
                  </a:cubicBezTo>
                  <a:cubicBezTo>
                    <a:pt x="66250" y="38677"/>
                    <a:pt x="66351" y="38494"/>
                    <a:pt x="66446" y="38307"/>
                  </a:cubicBezTo>
                  <a:cubicBezTo>
                    <a:pt x="66541" y="38120"/>
                    <a:pt x="66630" y="37931"/>
                    <a:pt x="66714" y="37739"/>
                  </a:cubicBezTo>
                  <a:cubicBezTo>
                    <a:pt x="66797" y="37546"/>
                    <a:pt x="66874" y="37352"/>
                    <a:pt x="66945" y="37155"/>
                  </a:cubicBezTo>
                  <a:cubicBezTo>
                    <a:pt x="67016" y="36958"/>
                    <a:pt x="67080" y="36758"/>
                    <a:pt x="67139" y="36557"/>
                  </a:cubicBezTo>
                  <a:cubicBezTo>
                    <a:pt x="67197" y="36356"/>
                    <a:pt x="67249" y="36153"/>
                    <a:pt x="67295" y="35949"/>
                  </a:cubicBezTo>
                  <a:cubicBezTo>
                    <a:pt x="67341" y="35745"/>
                    <a:pt x="67380" y="35539"/>
                    <a:pt x="67413" y="35332"/>
                  </a:cubicBezTo>
                  <a:cubicBezTo>
                    <a:pt x="67445" y="35125"/>
                    <a:pt x="67472" y="34917"/>
                    <a:pt x="67491" y="34709"/>
                  </a:cubicBezTo>
                  <a:cubicBezTo>
                    <a:pt x="67511" y="34500"/>
                    <a:pt x="67524" y="34291"/>
                    <a:pt x="67531" y="34082"/>
                  </a:cubicBezTo>
                  <a:cubicBezTo>
                    <a:pt x="67537" y="33873"/>
                    <a:pt x="67537" y="33663"/>
                    <a:pt x="67531" y="33454"/>
                  </a:cubicBezTo>
                  <a:cubicBezTo>
                    <a:pt x="67524" y="33245"/>
                    <a:pt x="67511" y="33035"/>
                    <a:pt x="67491" y="32827"/>
                  </a:cubicBezTo>
                  <a:cubicBezTo>
                    <a:pt x="67472" y="32618"/>
                    <a:pt x="67445" y="32411"/>
                    <a:pt x="67413" y="32204"/>
                  </a:cubicBezTo>
                  <a:cubicBezTo>
                    <a:pt x="67380" y="31997"/>
                    <a:pt x="67341" y="31791"/>
                    <a:pt x="67295" y="31587"/>
                  </a:cubicBezTo>
                  <a:cubicBezTo>
                    <a:pt x="67249" y="31382"/>
                    <a:pt x="67197" y="31180"/>
                    <a:pt x="67139" y="30978"/>
                  </a:cubicBezTo>
                  <a:cubicBezTo>
                    <a:pt x="67080" y="30777"/>
                    <a:pt x="67016" y="30578"/>
                    <a:pt x="66945" y="30381"/>
                  </a:cubicBezTo>
                  <a:cubicBezTo>
                    <a:pt x="66874" y="30184"/>
                    <a:pt x="66797" y="29989"/>
                    <a:pt x="66714" y="29797"/>
                  </a:cubicBezTo>
                  <a:cubicBezTo>
                    <a:pt x="66630" y="29605"/>
                    <a:pt x="66541" y="29415"/>
                    <a:pt x="66446" y="29229"/>
                  </a:cubicBezTo>
                  <a:cubicBezTo>
                    <a:pt x="66351" y="29042"/>
                    <a:pt x="66250" y="28859"/>
                    <a:pt x="66144" y="28678"/>
                  </a:cubicBezTo>
                  <a:cubicBezTo>
                    <a:pt x="66037" y="28498"/>
                    <a:pt x="65925" y="28321"/>
                    <a:pt x="65807" y="28148"/>
                  </a:cubicBezTo>
                  <a:cubicBezTo>
                    <a:pt x="65689" y="27975"/>
                    <a:pt x="65566" y="27805"/>
                    <a:pt x="65438" y="27640"/>
                  </a:cubicBezTo>
                  <a:cubicBezTo>
                    <a:pt x="65310" y="27474"/>
                    <a:pt x="65176" y="27313"/>
                    <a:pt x="65038" y="27156"/>
                  </a:cubicBezTo>
                  <a:cubicBezTo>
                    <a:pt x="64899" y="26999"/>
                    <a:pt x="64756" y="26846"/>
                    <a:pt x="64608" y="26698"/>
                  </a:cubicBezTo>
                  <a:lnTo>
                    <a:pt x="40838" y="2928"/>
                  </a:lnTo>
                  <a:cubicBezTo>
                    <a:pt x="40690" y="2780"/>
                    <a:pt x="40537" y="2636"/>
                    <a:pt x="40380" y="2498"/>
                  </a:cubicBezTo>
                  <a:cubicBezTo>
                    <a:pt x="40223" y="2360"/>
                    <a:pt x="40061" y="2226"/>
                    <a:pt x="39896" y="2098"/>
                  </a:cubicBezTo>
                  <a:cubicBezTo>
                    <a:pt x="39730" y="1969"/>
                    <a:pt x="39561" y="1846"/>
                    <a:pt x="39388" y="1729"/>
                  </a:cubicBezTo>
                  <a:cubicBezTo>
                    <a:pt x="39215" y="1611"/>
                    <a:pt x="39038" y="1499"/>
                    <a:pt x="38857" y="1392"/>
                  </a:cubicBezTo>
                  <a:cubicBezTo>
                    <a:pt x="38677" y="1285"/>
                    <a:pt x="38494" y="1185"/>
                    <a:pt x="38307" y="1090"/>
                  </a:cubicBezTo>
                  <a:cubicBezTo>
                    <a:pt x="38120" y="994"/>
                    <a:pt x="37931" y="905"/>
                    <a:pt x="37739" y="822"/>
                  </a:cubicBezTo>
                  <a:cubicBezTo>
                    <a:pt x="37546" y="739"/>
                    <a:pt x="37352" y="662"/>
                    <a:pt x="37155" y="591"/>
                  </a:cubicBezTo>
                  <a:cubicBezTo>
                    <a:pt x="36958" y="520"/>
                    <a:pt x="36758" y="455"/>
                    <a:pt x="36557" y="397"/>
                  </a:cubicBezTo>
                  <a:cubicBezTo>
                    <a:pt x="36356" y="338"/>
                    <a:pt x="36153" y="286"/>
                    <a:pt x="35949" y="241"/>
                  </a:cubicBezTo>
                  <a:cubicBezTo>
                    <a:pt x="35745" y="195"/>
                    <a:pt x="35539" y="156"/>
                    <a:pt x="35332" y="123"/>
                  </a:cubicBezTo>
                  <a:cubicBezTo>
                    <a:pt x="35125" y="90"/>
                    <a:pt x="34917" y="64"/>
                    <a:pt x="34709" y="44"/>
                  </a:cubicBezTo>
                  <a:cubicBezTo>
                    <a:pt x="34500" y="25"/>
                    <a:pt x="34291" y="12"/>
                    <a:pt x="34082" y="5"/>
                  </a:cubicBezTo>
                  <a:cubicBezTo>
                    <a:pt x="33873" y="-2"/>
                    <a:pt x="33663" y="-2"/>
                    <a:pt x="33454" y="5"/>
                  </a:cubicBezTo>
                  <a:cubicBezTo>
                    <a:pt x="33245" y="12"/>
                    <a:pt x="33035" y="25"/>
                    <a:pt x="32827" y="44"/>
                  </a:cubicBezTo>
                  <a:cubicBezTo>
                    <a:pt x="32618" y="64"/>
                    <a:pt x="32411" y="90"/>
                    <a:pt x="32204" y="123"/>
                  </a:cubicBezTo>
                  <a:cubicBezTo>
                    <a:pt x="31997" y="156"/>
                    <a:pt x="31791" y="195"/>
                    <a:pt x="31587" y="241"/>
                  </a:cubicBezTo>
                  <a:cubicBezTo>
                    <a:pt x="31382" y="286"/>
                    <a:pt x="31180" y="338"/>
                    <a:pt x="30978" y="397"/>
                  </a:cubicBezTo>
                  <a:cubicBezTo>
                    <a:pt x="30777" y="455"/>
                    <a:pt x="30578" y="520"/>
                    <a:pt x="30381" y="591"/>
                  </a:cubicBezTo>
                  <a:cubicBezTo>
                    <a:pt x="30184" y="662"/>
                    <a:pt x="29989" y="739"/>
                    <a:pt x="29797" y="822"/>
                  </a:cubicBezTo>
                  <a:cubicBezTo>
                    <a:pt x="29605" y="905"/>
                    <a:pt x="29415" y="994"/>
                    <a:pt x="29229" y="1090"/>
                  </a:cubicBezTo>
                  <a:cubicBezTo>
                    <a:pt x="29042" y="1185"/>
                    <a:pt x="28859" y="1285"/>
                    <a:pt x="28678" y="1392"/>
                  </a:cubicBezTo>
                  <a:cubicBezTo>
                    <a:pt x="28498" y="1499"/>
                    <a:pt x="28321" y="1611"/>
                    <a:pt x="28148" y="1729"/>
                  </a:cubicBezTo>
                  <a:cubicBezTo>
                    <a:pt x="27975" y="1846"/>
                    <a:pt x="27805" y="1969"/>
                    <a:pt x="27640" y="2098"/>
                  </a:cubicBezTo>
                  <a:cubicBezTo>
                    <a:pt x="27474" y="2226"/>
                    <a:pt x="27313" y="2360"/>
                    <a:pt x="27156" y="2498"/>
                  </a:cubicBezTo>
                  <a:cubicBezTo>
                    <a:pt x="26999" y="2636"/>
                    <a:pt x="26846" y="2780"/>
                    <a:pt x="26698" y="2928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3" name="probe-lucide-component-part-3"/>
            <p:cNvSpPr/>
            <p:nvPr/>
          </p:nvSpPr>
          <p:spPr>
            <a:xfrm>
              <a:off x="86227" y="152432"/>
              <a:ext cx="67546" cy="67526"/>
            </a:xfrm>
            <a:custGeom>
              <a:avLst/>
              <a:gdLst/>
              <a:ahLst/>
              <a:cxnLst/>
              <a:rect l="0" t="0" r="r" b="b"/>
              <a:pathLst>
                <a:path w="67546" h="67526">
                  <a:moveTo>
                    <a:pt x="2933" y="26688"/>
                  </a:moveTo>
                  <a:cubicBezTo>
                    <a:pt x="2790" y="26830"/>
                    <a:pt x="2652" y="26977"/>
                    <a:pt x="2518" y="27128"/>
                  </a:cubicBezTo>
                  <a:cubicBezTo>
                    <a:pt x="2385" y="27279"/>
                    <a:pt x="2255" y="27433"/>
                    <a:pt x="2131" y="27592"/>
                  </a:cubicBezTo>
                  <a:cubicBezTo>
                    <a:pt x="2007" y="27751"/>
                    <a:pt x="1887" y="27913"/>
                    <a:pt x="1773" y="28079"/>
                  </a:cubicBezTo>
                  <a:cubicBezTo>
                    <a:pt x="1658" y="28245"/>
                    <a:pt x="1549" y="28414"/>
                    <a:pt x="1444" y="28586"/>
                  </a:cubicBezTo>
                  <a:cubicBezTo>
                    <a:pt x="1340" y="28759"/>
                    <a:pt x="1241" y="28934"/>
                    <a:pt x="1147" y="29113"/>
                  </a:cubicBezTo>
                  <a:cubicBezTo>
                    <a:pt x="1053" y="29291"/>
                    <a:pt x="965" y="29472"/>
                    <a:pt x="882" y="29656"/>
                  </a:cubicBezTo>
                  <a:cubicBezTo>
                    <a:pt x="799" y="29840"/>
                    <a:pt x="722" y="30026"/>
                    <a:pt x="651" y="30214"/>
                  </a:cubicBezTo>
                  <a:cubicBezTo>
                    <a:pt x="579" y="30403"/>
                    <a:pt x="513" y="30593"/>
                    <a:pt x="453" y="30786"/>
                  </a:cubicBezTo>
                  <a:cubicBezTo>
                    <a:pt x="393" y="30978"/>
                    <a:pt x="339" y="31172"/>
                    <a:pt x="291" y="31368"/>
                  </a:cubicBezTo>
                  <a:cubicBezTo>
                    <a:pt x="243" y="31564"/>
                    <a:pt x="200" y="31761"/>
                    <a:pt x="164" y="31959"/>
                  </a:cubicBezTo>
                  <a:cubicBezTo>
                    <a:pt x="128" y="32157"/>
                    <a:pt x="97" y="32357"/>
                    <a:pt x="73" y="32557"/>
                  </a:cubicBezTo>
                  <a:cubicBezTo>
                    <a:pt x="49" y="32757"/>
                    <a:pt x="30" y="32957"/>
                    <a:pt x="18" y="33159"/>
                  </a:cubicBezTo>
                  <a:cubicBezTo>
                    <a:pt x="6" y="33360"/>
                    <a:pt x="0" y="33561"/>
                    <a:pt x="0" y="33763"/>
                  </a:cubicBezTo>
                  <a:cubicBezTo>
                    <a:pt x="0" y="33964"/>
                    <a:pt x="6" y="34166"/>
                    <a:pt x="18" y="34367"/>
                  </a:cubicBezTo>
                  <a:cubicBezTo>
                    <a:pt x="30" y="34568"/>
                    <a:pt x="49" y="34769"/>
                    <a:pt x="73" y="34969"/>
                  </a:cubicBezTo>
                  <a:cubicBezTo>
                    <a:pt x="97" y="35169"/>
                    <a:pt x="128" y="35368"/>
                    <a:pt x="164" y="35567"/>
                  </a:cubicBezTo>
                  <a:cubicBezTo>
                    <a:pt x="200" y="35765"/>
                    <a:pt x="243" y="35962"/>
                    <a:pt x="291" y="36158"/>
                  </a:cubicBezTo>
                  <a:cubicBezTo>
                    <a:pt x="339" y="36353"/>
                    <a:pt x="393" y="36548"/>
                    <a:pt x="453" y="36740"/>
                  </a:cubicBezTo>
                  <a:cubicBezTo>
                    <a:pt x="513" y="36932"/>
                    <a:pt x="579" y="37123"/>
                    <a:pt x="651" y="37311"/>
                  </a:cubicBezTo>
                  <a:cubicBezTo>
                    <a:pt x="722" y="37500"/>
                    <a:pt x="799" y="37686"/>
                    <a:pt x="882" y="37870"/>
                  </a:cubicBezTo>
                  <a:cubicBezTo>
                    <a:pt x="965" y="38053"/>
                    <a:pt x="1053" y="38235"/>
                    <a:pt x="1147" y="38413"/>
                  </a:cubicBezTo>
                  <a:cubicBezTo>
                    <a:pt x="1241" y="38592"/>
                    <a:pt x="1340" y="38767"/>
                    <a:pt x="1444" y="38940"/>
                  </a:cubicBezTo>
                  <a:cubicBezTo>
                    <a:pt x="1549" y="39112"/>
                    <a:pt x="1658" y="39281"/>
                    <a:pt x="1773" y="39447"/>
                  </a:cubicBezTo>
                  <a:cubicBezTo>
                    <a:pt x="1887" y="39613"/>
                    <a:pt x="2007" y="39775"/>
                    <a:pt x="2131" y="39934"/>
                  </a:cubicBezTo>
                  <a:cubicBezTo>
                    <a:pt x="2255" y="40092"/>
                    <a:pt x="2385" y="40247"/>
                    <a:pt x="2518" y="40398"/>
                  </a:cubicBezTo>
                  <a:cubicBezTo>
                    <a:pt x="2652" y="40549"/>
                    <a:pt x="2790" y="40695"/>
                    <a:pt x="2933" y="40838"/>
                  </a:cubicBezTo>
                  <a:lnTo>
                    <a:pt x="26703" y="64598"/>
                  </a:lnTo>
                  <a:cubicBezTo>
                    <a:pt x="26851" y="64746"/>
                    <a:pt x="27004" y="64889"/>
                    <a:pt x="27161" y="65028"/>
                  </a:cubicBezTo>
                  <a:cubicBezTo>
                    <a:pt x="27318" y="65166"/>
                    <a:pt x="27479" y="65300"/>
                    <a:pt x="27645" y="65428"/>
                  </a:cubicBezTo>
                  <a:cubicBezTo>
                    <a:pt x="27810" y="65556"/>
                    <a:pt x="27980" y="65679"/>
                    <a:pt x="28153" y="65797"/>
                  </a:cubicBezTo>
                  <a:cubicBezTo>
                    <a:pt x="28326" y="65915"/>
                    <a:pt x="28503" y="66027"/>
                    <a:pt x="28683" y="66134"/>
                  </a:cubicBezTo>
                  <a:cubicBezTo>
                    <a:pt x="28864" y="66240"/>
                    <a:pt x="29047" y="66341"/>
                    <a:pt x="29234" y="66436"/>
                  </a:cubicBezTo>
                  <a:cubicBezTo>
                    <a:pt x="29420" y="66531"/>
                    <a:pt x="29610" y="66620"/>
                    <a:pt x="29802" y="66704"/>
                  </a:cubicBezTo>
                  <a:cubicBezTo>
                    <a:pt x="29994" y="66787"/>
                    <a:pt x="30189" y="66864"/>
                    <a:pt x="30386" y="66935"/>
                  </a:cubicBezTo>
                  <a:cubicBezTo>
                    <a:pt x="30583" y="67006"/>
                    <a:pt x="30782" y="67070"/>
                    <a:pt x="30983" y="67129"/>
                  </a:cubicBezTo>
                  <a:cubicBezTo>
                    <a:pt x="31185" y="67187"/>
                    <a:pt x="31387" y="67239"/>
                    <a:pt x="31592" y="67285"/>
                  </a:cubicBezTo>
                  <a:cubicBezTo>
                    <a:pt x="31796" y="67331"/>
                    <a:pt x="32002" y="67370"/>
                    <a:pt x="32209" y="67403"/>
                  </a:cubicBezTo>
                  <a:cubicBezTo>
                    <a:pt x="32416" y="67435"/>
                    <a:pt x="32623" y="67462"/>
                    <a:pt x="32832" y="67481"/>
                  </a:cubicBezTo>
                  <a:cubicBezTo>
                    <a:pt x="33040" y="67501"/>
                    <a:pt x="33250" y="67514"/>
                    <a:pt x="33459" y="67521"/>
                  </a:cubicBezTo>
                  <a:cubicBezTo>
                    <a:pt x="33668" y="67527"/>
                    <a:pt x="33878" y="67527"/>
                    <a:pt x="34087" y="67521"/>
                  </a:cubicBezTo>
                  <a:cubicBezTo>
                    <a:pt x="34296" y="67514"/>
                    <a:pt x="34505" y="67501"/>
                    <a:pt x="34714" y="67481"/>
                  </a:cubicBezTo>
                  <a:cubicBezTo>
                    <a:pt x="34922" y="67462"/>
                    <a:pt x="35130" y="67435"/>
                    <a:pt x="35337" y="67403"/>
                  </a:cubicBezTo>
                  <a:cubicBezTo>
                    <a:pt x="35544" y="67370"/>
                    <a:pt x="35750" y="67331"/>
                    <a:pt x="35954" y="67285"/>
                  </a:cubicBezTo>
                  <a:cubicBezTo>
                    <a:pt x="36158" y="67239"/>
                    <a:pt x="36361" y="67187"/>
                    <a:pt x="36562" y="67129"/>
                  </a:cubicBezTo>
                  <a:cubicBezTo>
                    <a:pt x="36763" y="67070"/>
                    <a:pt x="36963" y="67006"/>
                    <a:pt x="37160" y="66935"/>
                  </a:cubicBezTo>
                  <a:cubicBezTo>
                    <a:pt x="37357" y="66864"/>
                    <a:pt x="37551" y="66787"/>
                    <a:pt x="37744" y="66704"/>
                  </a:cubicBezTo>
                  <a:cubicBezTo>
                    <a:pt x="37936" y="66620"/>
                    <a:pt x="38125" y="66531"/>
                    <a:pt x="38312" y="66436"/>
                  </a:cubicBezTo>
                  <a:cubicBezTo>
                    <a:pt x="38499" y="66341"/>
                    <a:pt x="38682" y="66240"/>
                    <a:pt x="38862" y="66134"/>
                  </a:cubicBezTo>
                  <a:cubicBezTo>
                    <a:pt x="39043" y="66027"/>
                    <a:pt x="39220" y="65915"/>
                    <a:pt x="39393" y="65797"/>
                  </a:cubicBezTo>
                  <a:cubicBezTo>
                    <a:pt x="39566" y="65679"/>
                    <a:pt x="39735" y="65556"/>
                    <a:pt x="39901" y="65428"/>
                  </a:cubicBezTo>
                  <a:cubicBezTo>
                    <a:pt x="40066" y="65300"/>
                    <a:pt x="40228" y="65166"/>
                    <a:pt x="40385" y="65028"/>
                  </a:cubicBezTo>
                  <a:cubicBezTo>
                    <a:pt x="40542" y="64889"/>
                    <a:pt x="40695" y="64746"/>
                    <a:pt x="40843" y="64598"/>
                  </a:cubicBezTo>
                  <a:lnTo>
                    <a:pt x="64613" y="40838"/>
                  </a:lnTo>
                  <a:cubicBezTo>
                    <a:pt x="64755" y="40695"/>
                    <a:pt x="64894" y="40549"/>
                    <a:pt x="65027" y="40398"/>
                  </a:cubicBezTo>
                  <a:cubicBezTo>
                    <a:pt x="65161" y="40247"/>
                    <a:pt x="65290" y="40092"/>
                    <a:pt x="65415" y="39934"/>
                  </a:cubicBezTo>
                  <a:cubicBezTo>
                    <a:pt x="65539" y="39775"/>
                    <a:pt x="65659" y="39613"/>
                    <a:pt x="65773" y="39447"/>
                  </a:cubicBezTo>
                  <a:cubicBezTo>
                    <a:pt x="65888" y="39281"/>
                    <a:pt x="65997" y="39112"/>
                    <a:pt x="66102" y="38940"/>
                  </a:cubicBezTo>
                  <a:cubicBezTo>
                    <a:pt x="66206" y="38767"/>
                    <a:pt x="66305" y="38592"/>
                    <a:pt x="66399" y="38413"/>
                  </a:cubicBezTo>
                  <a:cubicBezTo>
                    <a:pt x="66492" y="38235"/>
                    <a:pt x="66581" y="38053"/>
                    <a:pt x="66664" y="37870"/>
                  </a:cubicBezTo>
                  <a:cubicBezTo>
                    <a:pt x="66746" y="37686"/>
                    <a:pt x="66823" y="37500"/>
                    <a:pt x="66895" y="37311"/>
                  </a:cubicBezTo>
                  <a:cubicBezTo>
                    <a:pt x="66967" y="37123"/>
                    <a:pt x="67032" y="36932"/>
                    <a:pt x="67092" y="36740"/>
                  </a:cubicBezTo>
                  <a:cubicBezTo>
                    <a:pt x="67152" y="36548"/>
                    <a:pt x="67206" y="36353"/>
                    <a:pt x="67255" y="36158"/>
                  </a:cubicBezTo>
                  <a:cubicBezTo>
                    <a:pt x="67303" y="35962"/>
                    <a:pt x="67345" y="35765"/>
                    <a:pt x="67382" y="35567"/>
                  </a:cubicBezTo>
                  <a:cubicBezTo>
                    <a:pt x="67418" y="35368"/>
                    <a:pt x="67448" y="35169"/>
                    <a:pt x="67473" y="34969"/>
                  </a:cubicBezTo>
                  <a:cubicBezTo>
                    <a:pt x="67497" y="34769"/>
                    <a:pt x="67515" y="34568"/>
                    <a:pt x="67527" y="34367"/>
                  </a:cubicBezTo>
                  <a:cubicBezTo>
                    <a:pt x="67540" y="34166"/>
                    <a:pt x="67546" y="33964"/>
                    <a:pt x="67546" y="33763"/>
                  </a:cubicBezTo>
                  <a:cubicBezTo>
                    <a:pt x="67546" y="33561"/>
                    <a:pt x="67540" y="33360"/>
                    <a:pt x="67527" y="33159"/>
                  </a:cubicBezTo>
                  <a:cubicBezTo>
                    <a:pt x="67515" y="32957"/>
                    <a:pt x="67497" y="32757"/>
                    <a:pt x="67473" y="32557"/>
                  </a:cubicBezTo>
                  <a:cubicBezTo>
                    <a:pt x="67448" y="32357"/>
                    <a:pt x="67418" y="32157"/>
                    <a:pt x="67382" y="31959"/>
                  </a:cubicBezTo>
                  <a:cubicBezTo>
                    <a:pt x="67345" y="31761"/>
                    <a:pt x="67303" y="31564"/>
                    <a:pt x="67255" y="31368"/>
                  </a:cubicBezTo>
                  <a:cubicBezTo>
                    <a:pt x="67206" y="31172"/>
                    <a:pt x="67152" y="30978"/>
                    <a:pt x="67092" y="30786"/>
                  </a:cubicBezTo>
                  <a:cubicBezTo>
                    <a:pt x="67032" y="30593"/>
                    <a:pt x="66967" y="30403"/>
                    <a:pt x="66895" y="30214"/>
                  </a:cubicBezTo>
                  <a:cubicBezTo>
                    <a:pt x="66823" y="30026"/>
                    <a:pt x="66746" y="29840"/>
                    <a:pt x="66664" y="29656"/>
                  </a:cubicBezTo>
                  <a:cubicBezTo>
                    <a:pt x="66581" y="29472"/>
                    <a:pt x="66492" y="29291"/>
                    <a:pt x="66399" y="29113"/>
                  </a:cubicBezTo>
                  <a:cubicBezTo>
                    <a:pt x="66305" y="28934"/>
                    <a:pt x="66206" y="28759"/>
                    <a:pt x="66102" y="28586"/>
                  </a:cubicBezTo>
                  <a:cubicBezTo>
                    <a:pt x="65997" y="28414"/>
                    <a:pt x="65888" y="28245"/>
                    <a:pt x="65773" y="28079"/>
                  </a:cubicBezTo>
                  <a:cubicBezTo>
                    <a:pt x="65659" y="27913"/>
                    <a:pt x="65539" y="27751"/>
                    <a:pt x="65415" y="27592"/>
                  </a:cubicBezTo>
                  <a:cubicBezTo>
                    <a:pt x="65290" y="27433"/>
                    <a:pt x="65161" y="27279"/>
                    <a:pt x="65027" y="27128"/>
                  </a:cubicBezTo>
                  <a:cubicBezTo>
                    <a:pt x="64894" y="26977"/>
                    <a:pt x="64755" y="26830"/>
                    <a:pt x="64613" y="26688"/>
                  </a:cubicBezTo>
                  <a:lnTo>
                    <a:pt x="40843" y="2928"/>
                  </a:lnTo>
                  <a:cubicBezTo>
                    <a:pt x="40695" y="2780"/>
                    <a:pt x="40542" y="2636"/>
                    <a:pt x="40385" y="2498"/>
                  </a:cubicBezTo>
                  <a:cubicBezTo>
                    <a:pt x="40228" y="2360"/>
                    <a:pt x="40066" y="2226"/>
                    <a:pt x="39901" y="2098"/>
                  </a:cubicBezTo>
                  <a:cubicBezTo>
                    <a:pt x="39735" y="1969"/>
                    <a:pt x="39566" y="1846"/>
                    <a:pt x="39393" y="1729"/>
                  </a:cubicBezTo>
                  <a:cubicBezTo>
                    <a:pt x="39220" y="1611"/>
                    <a:pt x="39043" y="1499"/>
                    <a:pt x="38862" y="1392"/>
                  </a:cubicBezTo>
                  <a:cubicBezTo>
                    <a:pt x="38682" y="1285"/>
                    <a:pt x="38499" y="1185"/>
                    <a:pt x="38312" y="1090"/>
                  </a:cubicBezTo>
                  <a:cubicBezTo>
                    <a:pt x="38125" y="994"/>
                    <a:pt x="37936" y="905"/>
                    <a:pt x="37744" y="822"/>
                  </a:cubicBezTo>
                  <a:cubicBezTo>
                    <a:pt x="37551" y="739"/>
                    <a:pt x="37357" y="662"/>
                    <a:pt x="37160" y="591"/>
                  </a:cubicBezTo>
                  <a:cubicBezTo>
                    <a:pt x="36963" y="520"/>
                    <a:pt x="36763" y="455"/>
                    <a:pt x="36562" y="397"/>
                  </a:cubicBezTo>
                  <a:cubicBezTo>
                    <a:pt x="36361" y="338"/>
                    <a:pt x="36158" y="286"/>
                    <a:pt x="35954" y="241"/>
                  </a:cubicBezTo>
                  <a:cubicBezTo>
                    <a:pt x="35750" y="195"/>
                    <a:pt x="35544" y="156"/>
                    <a:pt x="35337" y="123"/>
                  </a:cubicBezTo>
                  <a:cubicBezTo>
                    <a:pt x="35130" y="90"/>
                    <a:pt x="34922" y="64"/>
                    <a:pt x="34714" y="44"/>
                  </a:cubicBezTo>
                  <a:cubicBezTo>
                    <a:pt x="34505" y="25"/>
                    <a:pt x="34296" y="12"/>
                    <a:pt x="34087" y="5"/>
                  </a:cubicBezTo>
                  <a:cubicBezTo>
                    <a:pt x="33878" y="-2"/>
                    <a:pt x="33668" y="-2"/>
                    <a:pt x="33459" y="5"/>
                  </a:cubicBezTo>
                  <a:cubicBezTo>
                    <a:pt x="33250" y="12"/>
                    <a:pt x="33040" y="25"/>
                    <a:pt x="32832" y="44"/>
                  </a:cubicBezTo>
                  <a:cubicBezTo>
                    <a:pt x="32623" y="64"/>
                    <a:pt x="32416" y="90"/>
                    <a:pt x="32209" y="123"/>
                  </a:cubicBezTo>
                  <a:cubicBezTo>
                    <a:pt x="32002" y="156"/>
                    <a:pt x="31796" y="195"/>
                    <a:pt x="31592" y="241"/>
                  </a:cubicBezTo>
                  <a:cubicBezTo>
                    <a:pt x="31387" y="286"/>
                    <a:pt x="31185" y="338"/>
                    <a:pt x="30983" y="397"/>
                  </a:cubicBezTo>
                  <a:cubicBezTo>
                    <a:pt x="30782" y="455"/>
                    <a:pt x="30583" y="520"/>
                    <a:pt x="30386" y="591"/>
                  </a:cubicBezTo>
                  <a:cubicBezTo>
                    <a:pt x="30189" y="662"/>
                    <a:pt x="29994" y="739"/>
                    <a:pt x="29802" y="822"/>
                  </a:cubicBezTo>
                  <a:cubicBezTo>
                    <a:pt x="29610" y="905"/>
                    <a:pt x="29420" y="994"/>
                    <a:pt x="29234" y="1090"/>
                  </a:cubicBezTo>
                  <a:cubicBezTo>
                    <a:pt x="29047" y="1185"/>
                    <a:pt x="28864" y="1285"/>
                    <a:pt x="28683" y="1392"/>
                  </a:cubicBezTo>
                  <a:cubicBezTo>
                    <a:pt x="28503" y="1499"/>
                    <a:pt x="28326" y="1611"/>
                    <a:pt x="28153" y="1729"/>
                  </a:cubicBezTo>
                  <a:cubicBezTo>
                    <a:pt x="27980" y="1846"/>
                    <a:pt x="27810" y="1969"/>
                    <a:pt x="27645" y="2098"/>
                  </a:cubicBezTo>
                  <a:cubicBezTo>
                    <a:pt x="27479" y="2226"/>
                    <a:pt x="27318" y="2360"/>
                    <a:pt x="27161" y="2498"/>
                  </a:cubicBezTo>
                  <a:cubicBezTo>
                    <a:pt x="27004" y="2636"/>
                    <a:pt x="26851" y="2780"/>
                    <a:pt x="26703" y="2928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4" name="probe-lucide-component-part-4"/>
            <p:cNvSpPr/>
            <p:nvPr/>
          </p:nvSpPr>
          <p:spPr>
            <a:xfrm>
              <a:off x="86232" y="20042"/>
              <a:ext cx="67536" cy="67526"/>
            </a:xfrm>
            <a:custGeom>
              <a:avLst/>
              <a:gdLst/>
              <a:ahLst/>
              <a:cxnLst/>
              <a:rect l="0" t="0" r="r" b="b"/>
              <a:pathLst>
                <a:path w="67536" h="67526">
                  <a:moveTo>
                    <a:pt x="2928" y="26698"/>
                  </a:moveTo>
                  <a:cubicBezTo>
                    <a:pt x="2780" y="26846"/>
                    <a:pt x="2636" y="26999"/>
                    <a:pt x="2498" y="27156"/>
                  </a:cubicBezTo>
                  <a:cubicBezTo>
                    <a:pt x="2360" y="27313"/>
                    <a:pt x="2226" y="27474"/>
                    <a:pt x="2098" y="27640"/>
                  </a:cubicBezTo>
                  <a:cubicBezTo>
                    <a:pt x="1969" y="27805"/>
                    <a:pt x="1846" y="27975"/>
                    <a:pt x="1729" y="28148"/>
                  </a:cubicBezTo>
                  <a:cubicBezTo>
                    <a:pt x="1611" y="28321"/>
                    <a:pt x="1499" y="28498"/>
                    <a:pt x="1392" y="28678"/>
                  </a:cubicBezTo>
                  <a:cubicBezTo>
                    <a:pt x="1285" y="28859"/>
                    <a:pt x="1185" y="29042"/>
                    <a:pt x="1090" y="29229"/>
                  </a:cubicBezTo>
                  <a:cubicBezTo>
                    <a:pt x="994" y="29415"/>
                    <a:pt x="905" y="29605"/>
                    <a:pt x="822" y="29797"/>
                  </a:cubicBezTo>
                  <a:cubicBezTo>
                    <a:pt x="739" y="29989"/>
                    <a:pt x="662" y="30184"/>
                    <a:pt x="591" y="30381"/>
                  </a:cubicBezTo>
                  <a:cubicBezTo>
                    <a:pt x="520" y="30578"/>
                    <a:pt x="455" y="30777"/>
                    <a:pt x="397" y="30978"/>
                  </a:cubicBezTo>
                  <a:cubicBezTo>
                    <a:pt x="338" y="31180"/>
                    <a:pt x="286" y="31382"/>
                    <a:pt x="241" y="31587"/>
                  </a:cubicBezTo>
                  <a:cubicBezTo>
                    <a:pt x="195" y="31791"/>
                    <a:pt x="156" y="31997"/>
                    <a:pt x="123" y="32204"/>
                  </a:cubicBezTo>
                  <a:cubicBezTo>
                    <a:pt x="90" y="32411"/>
                    <a:pt x="64" y="32618"/>
                    <a:pt x="44" y="32827"/>
                  </a:cubicBezTo>
                  <a:cubicBezTo>
                    <a:pt x="25" y="33035"/>
                    <a:pt x="12" y="33245"/>
                    <a:pt x="5" y="33454"/>
                  </a:cubicBezTo>
                  <a:cubicBezTo>
                    <a:pt x="-2" y="33663"/>
                    <a:pt x="-2" y="33873"/>
                    <a:pt x="5" y="34082"/>
                  </a:cubicBezTo>
                  <a:cubicBezTo>
                    <a:pt x="12" y="34291"/>
                    <a:pt x="25" y="34500"/>
                    <a:pt x="44" y="34709"/>
                  </a:cubicBezTo>
                  <a:cubicBezTo>
                    <a:pt x="64" y="34917"/>
                    <a:pt x="90" y="35125"/>
                    <a:pt x="123" y="35332"/>
                  </a:cubicBezTo>
                  <a:cubicBezTo>
                    <a:pt x="156" y="35539"/>
                    <a:pt x="195" y="35745"/>
                    <a:pt x="241" y="35949"/>
                  </a:cubicBezTo>
                  <a:cubicBezTo>
                    <a:pt x="286" y="36153"/>
                    <a:pt x="338" y="36356"/>
                    <a:pt x="397" y="36557"/>
                  </a:cubicBezTo>
                  <a:cubicBezTo>
                    <a:pt x="455" y="36758"/>
                    <a:pt x="520" y="36958"/>
                    <a:pt x="591" y="37155"/>
                  </a:cubicBezTo>
                  <a:cubicBezTo>
                    <a:pt x="662" y="37352"/>
                    <a:pt x="739" y="37546"/>
                    <a:pt x="822" y="37739"/>
                  </a:cubicBezTo>
                  <a:cubicBezTo>
                    <a:pt x="905" y="37931"/>
                    <a:pt x="994" y="38120"/>
                    <a:pt x="1090" y="38307"/>
                  </a:cubicBezTo>
                  <a:cubicBezTo>
                    <a:pt x="1185" y="38494"/>
                    <a:pt x="1285" y="38677"/>
                    <a:pt x="1392" y="38857"/>
                  </a:cubicBezTo>
                  <a:cubicBezTo>
                    <a:pt x="1499" y="39038"/>
                    <a:pt x="1611" y="39215"/>
                    <a:pt x="1729" y="39388"/>
                  </a:cubicBezTo>
                  <a:cubicBezTo>
                    <a:pt x="1846" y="39561"/>
                    <a:pt x="1969" y="39730"/>
                    <a:pt x="2098" y="39896"/>
                  </a:cubicBezTo>
                  <a:cubicBezTo>
                    <a:pt x="2226" y="40061"/>
                    <a:pt x="2360" y="40223"/>
                    <a:pt x="2498" y="40380"/>
                  </a:cubicBezTo>
                  <a:cubicBezTo>
                    <a:pt x="2636" y="40537"/>
                    <a:pt x="2780" y="40690"/>
                    <a:pt x="2928" y="40838"/>
                  </a:cubicBezTo>
                  <a:lnTo>
                    <a:pt x="26698" y="64598"/>
                  </a:lnTo>
                  <a:cubicBezTo>
                    <a:pt x="26846" y="64746"/>
                    <a:pt x="26999" y="64889"/>
                    <a:pt x="27156" y="65028"/>
                  </a:cubicBezTo>
                  <a:cubicBezTo>
                    <a:pt x="27313" y="65166"/>
                    <a:pt x="27474" y="65300"/>
                    <a:pt x="27640" y="65428"/>
                  </a:cubicBezTo>
                  <a:cubicBezTo>
                    <a:pt x="27805" y="65556"/>
                    <a:pt x="27975" y="65679"/>
                    <a:pt x="28148" y="65797"/>
                  </a:cubicBezTo>
                  <a:cubicBezTo>
                    <a:pt x="28321" y="65915"/>
                    <a:pt x="28498" y="66027"/>
                    <a:pt x="28678" y="66134"/>
                  </a:cubicBezTo>
                  <a:cubicBezTo>
                    <a:pt x="28859" y="66240"/>
                    <a:pt x="29042" y="66341"/>
                    <a:pt x="29229" y="66436"/>
                  </a:cubicBezTo>
                  <a:cubicBezTo>
                    <a:pt x="29415" y="66531"/>
                    <a:pt x="29605" y="66620"/>
                    <a:pt x="29797" y="66704"/>
                  </a:cubicBezTo>
                  <a:cubicBezTo>
                    <a:pt x="29989" y="66787"/>
                    <a:pt x="30184" y="66864"/>
                    <a:pt x="30381" y="66935"/>
                  </a:cubicBezTo>
                  <a:cubicBezTo>
                    <a:pt x="30578" y="67006"/>
                    <a:pt x="30777" y="67070"/>
                    <a:pt x="30978" y="67129"/>
                  </a:cubicBezTo>
                  <a:cubicBezTo>
                    <a:pt x="31180" y="67187"/>
                    <a:pt x="31382" y="67239"/>
                    <a:pt x="31587" y="67285"/>
                  </a:cubicBezTo>
                  <a:cubicBezTo>
                    <a:pt x="31791" y="67331"/>
                    <a:pt x="31997" y="67370"/>
                    <a:pt x="32204" y="67403"/>
                  </a:cubicBezTo>
                  <a:cubicBezTo>
                    <a:pt x="32411" y="67435"/>
                    <a:pt x="32618" y="67462"/>
                    <a:pt x="32827" y="67481"/>
                  </a:cubicBezTo>
                  <a:cubicBezTo>
                    <a:pt x="33035" y="67501"/>
                    <a:pt x="33245" y="67514"/>
                    <a:pt x="33454" y="67521"/>
                  </a:cubicBezTo>
                  <a:cubicBezTo>
                    <a:pt x="33663" y="67527"/>
                    <a:pt x="33873" y="67527"/>
                    <a:pt x="34082" y="67521"/>
                  </a:cubicBezTo>
                  <a:cubicBezTo>
                    <a:pt x="34291" y="67514"/>
                    <a:pt x="34500" y="67501"/>
                    <a:pt x="34709" y="67481"/>
                  </a:cubicBezTo>
                  <a:cubicBezTo>
                    <a:pt x="34917" y="67462"/>
                    <a:pt x="35125" y="67435"/>
                    <a:pt x="35332" y="67403"/>
                  </a:cubicBezTo>
                  <a:cubicBezTo>
                    <a:pt x="35539" y="67370"/>
                    <a:pt x="35745" y="67331"/>
                    <a:pt x="35949" y="67285"/>
                  </a:cubicBezTo>
                  <a:cubicBezTo>
                    <a:pt x="36153" y="67239"/>
                    <a:pt x="36356" y="67187"/>
                    <a:pt x="36557" y="67129"/>
                  </a:cubicBezTo>
                  <a:cubicBezTo>
                    <a:pt x="36758" y="67070"/>
                    <a:pt x="36958" y="67006"/>
                    <a:pt x="37155" y="66935"/>
                  </a:cubicBezTo>
                  <a:cubicBezTo>
                    <a:pt x="37352" y="66864"/>
                    <a:pt x="37546" y="66787"/>
                    <a:pt x="37739" y="66704"/>
                  </a:cubicBezTo>
                  <a:cubicBezTo>
                    <a:pt x="37931" y="66620"/>
                    <a:pt x="38120" y="66531"/>
                    <a:pt x="38307" y="66436"/>
                  </a:cubicBezTo>
                  <a:cubicBezTo>
                    <a:pt x="38494" y="66341"/>
                    <a:pt x="38677" y="66240"/>
                    <a:pt x="38857" y="66134"/>
                  </a:cubicBezTo>
                  <a:cubicBezTo>
                    <a:pt x="39038" y="66027"/>
                    <a:pt x="39215" y="65915"/>
                    <a:pt x="39388" y="65797"/>
                  </a:cubicBezTo>
                  <a:cubicBezTo>
                    <a:pt x="39561" y="65679"/>
                    <a:pt x="39730" y="65556"/>
                    <a:pt x="39896" y="65428"/>
                  </a:cubicBezTo>
                  <a:cubicBezTo>
                    <a:pt x="40061" y="65300"/>
                    <a:pt x="40223" y="65166"/>
                    <a:pt x="40380" y="65028"/>
                  </a:cubicBezTo>
                  <a:cubicBezTo>
                    <a:pt x="40537" y="64889"/>
                    <a:pt x="40690" y="64746"/>
                    <a:pt x="40838" y="64598"/>
                  </a:cubicBezTo>
                  <a:lnTo>
                    <a:pt x="64608" y="40838"/>
                  </a:lnTo>
                  <a:cubicBezTo>
                    <a:pt x="64756" y="40690"/>
                    <a:pt x="64899" y="40537"/>
                    <a:pt x="65038" y="40380"/>
                  </a:cubicBezTo>
                  <a:cubicBezTo>
                    <a:pt x="65176" y="40223"/>
                    <a:pt x="65310" y="40061"/>
                    <a:pt x="65438" y="39896"/>
                  </a:cubicBezTo>
                  <a:cubicBezTo>
                    <a:pt x="65566" y="39730"/>
                    <a:pt x="65689" y="39561"/>
                    <a:pt x="65807" y="39388"/>
                  </a:cubicBezTo>
                  <a:cubicBezTo>
                    <a:pt x="65925" y="39215"/>
                    <a:pt x="66037" y="39038"/>
                    <a:pt x="66144" y="38857"/>
                  </a:cubicBezTo>
                  <a:cubicBezTo>
                    <a:pt x="66250" y="38677"/>
                    <a:pt x="66351" y="38494"/>
                    <a:pt x="66446" y="38307"/>
                  </a:cubicBezTo>
                  <a:cubicBezTo>
                    <a:pt x="66541" y="38120"/>
                    <a:pt x="66630" y="37931"/>
                    <a:pt x="66714" y="37739"/>
                  </a:cubicBezTo>
                  <a:cubicBezTo>
                    <a:pt x="66797" y="37546"/>
                    <a:pt x="66874" y="37352"/>
                    <a:pt x="66945" y="37155"/>
                  </a:cubicBezTo>
                  <a:cubicBezTo>
                    <a:pt x="67016" y="36958"/>
                    <a:pt x="67080" y="36758"/>
                    <a:pt x="67139" y="36557"/>
                  </a:cubicBezTo>
                  <a:cubicBezTo>
                    <a:pt x="67197" y="36356"/>
                    <a:pt x="67249" y="36153"/>
                    <a:pt x="67295" y="35949"/>
                  </a:cubicBezTo>
                  <a:cubicBezTo>
                    <a:pt x="67341" y="35745"/>
                    <a:pt x="67380" y="35539"/>
                    <a:pt x="67413" y="35332"/>
                  </a:cubicBezTo>
                  <a:cubicBezTo>
                    <a:pt x="67445" y="35125"/>
                    <a:pt x="67472" y="34917"/>
                    <a:pt x="67491" y="34709"/>
                  </a:cubicBezTo>
                  <a:cubicBezTo>
                    <a:pt x="67511" y="34500"/>
                    <a:pt x="67524" y="34291"/>
                    <a:pt x="67531" y="34082"/>
                  </a:cubicBezTo>
                  <a:cubicBezTo>
                    <a:pt x="67537" y="33873"/>
                    <a:pt x="67537" y="33663"/>
                    <a:pt x="67531" y="33454"/>
                  </a:cubicBezTo>
                  <a:cubicBezTo>
                    <a:pt x="67524" y="33245"/>
                    <a:pt x="67511" y="33035"/>
                    <a:pt x="67491" y="32827"/>
                  </a:cubicBezTo>
                  <a:cubicBezTo>
                    <a:pt x="67472" y="32618"/>
                    <a:pt x="67445" y="32411"/>
                    <a:pt x="67413" y="32204"/>
                  </a:cubicBezTo>
                  <a:cubicBezTo>
                    <a:pt x="67380" y="31997"/>
                    <a:pt x="67341" y="31791"/>
                    <a:pt x="67295" y="31587"/>
                  </a:cubicBezTo>
                  <a:cubicBezTo>
                    <a:pt x="67249" y="31382"/>
                    <a:pt x="67197" y="31180"/>
                    <a:pt x="67139" y="30978"/>
                  </a:cubicBezTo>
                  <a:cubicBezTo>
                    <a:pt x="67080" y="30777"/>
                    <a:pt x="67016" y="30578"/>
                    <a:pt x="66945" y="30381"/>
                  </a:cubicBezTo>
                  <a:cubicBezTo>
                    <a:pt x="66874" y="30184"/>
                    <a:pt x="66797" y="29989"/>
                    <a:pt x="66714" y="29797"/>
                  </a:cubicBezTo>
                  <a:cubicBezTo>
                    <a:pt x="66630" y="29605"/>
                    <a:pt x="66541" y="29415"/>
                    <a:pt x="66446" y="29229"/>
                  </a:cubicBezTo>
                  <a:cubicBezTo>
                    <a:pt x="66351" y="29042"/>
                    <a:pt x="66250" y="28859"/>
                    <a:pt x="66144" y="28678"/>
                  </a:cubicBezTo>
                  <a:cubicBezTo>
                    <a:pt x="66037" y="28498"/>
                    <a:pt x="65925" y="28321"/>
                    <a:pt x="65807" y="28148"/>
                  </a:cubicBezTo>
                  <a:cubicBezTo>
                    <a:pt x="65689" y="27975"/>
                    <a:pt x="65566" y="27805"/>
                    <a:pt x="65438" y="27640"/>
                  </a:cubicBezTo>
                  <a:cubicBezTo>
                    <a:pt x="65310" y="27474"/>
                    <a:pt x="65176" y="27313"/>
                    <a:pt x="65038" y="27156"/>
                  </a:cubicBezTo>
                  <a:cubicBezTo>
                    <a:pt x="64899" y="26999"/>
                    <a:pt x="64756" y="26846"/>
                    <a:pt x="64608" y="26698"/>
                  </a:cubicBezTo>
                  <a:lnTo>
                    <a:pt x="40838" y="2928"/>
                  </a:lnTo>
                  <a:cubicBezTo>
                    <a:pt x="40690" y="2780"/>
                    <a:pt x="40537" y="2636"/>
                    <a:pt x="40380" y="2498"/>
                  </a:cubicBezTo>
                  <a:cubicBezTo>
                    <a:pt x="40223" y="2360"/>
                    <a:pt x="40061" y="2226"/>
                    <a:pt x="39896" y="2098"/>
                  </a:cubicBezTo>
                  <a:cubicBezTo>
                    <a:pt x="39730" y="1969"/>
                    <a:pt x="39561" y="1846"/>
                    <a:pt x="39388" y="1729"/>
                  </a:cubicBezTo>
                  <a:cubicBezTo>
                    <a:pt x="39215" y="1611"/>
                    <a:pt x="39038" y="1499"/>
                    <a:pt x="38857" y="1392"/>
                  </a:cubicBezTo>
                  <a:cubicBezTo>
                    <a:pt x="38677" y="1285"/>
                    <a:pt x="38494" y="1185"/>
                    <a:pt x="38307" y="1090"/>
                  </a:cubicBezTo>
                  <a:cubicBezTo>
                    <a:pt x="38120" y="994"/>
                    <a:pt x="37931" y="905"/>
                    <a:pt x="37739" y="822"/>
                  </a:cubicBezTo>
                  <a:cubicBezTo>
                    <a:pt x="37546" y="739"/>
                    <a:pt x="37352" y="662"/>
                    <a:pt x="37155" y="591"/>
                  </a:cubicBezTo>
                  <a:cubicBezTo>
                    <a:pt x="36958" y="520"/>
                    <a:pt x="36758" y="455"/>
                    <a:pt x="36557" y="397"/>
                  </a:cubicBezTo>
                  <a:cubicBezTo>
                    <a:pt x="36356" y="338"/>
                    <a:pt x="36153" y="286"/>
                    <a:pt x="35949" y="241"/>
                  </a:cubicBezTo>
                  <a:cubicBezTo>
                    <a:pt x="35745" y="195"/>
                    <a:pt x="35539" y="156"/>
                    <a:pt x="35332" y="123"/>
                  </a:cubicBezTo>
                  <a:cubicBezTo>
                    <a:pt x="35125" y="90"/>
                    <a:pt x="34917" y="64"/>
                    <a:pt x="34709" y="44"/>
                  </a:cubicBezTo>
                  <a:cubicBezTo>
                    <a:pt x="34500" y="25"/>
                    <a:pt x="34291" y="12"/>
                    <a:pt x="34082" y="5"/>
                  </a:cubicBezTo>
                  <a:cubicBezTo>
                    <a:pt x="33873" y="-2"/>
                    <a:pt x="33663" y="-2"/>
                    <a:pt x="33454" y="5"/>
                  </a:cubicBezTo>
                  <a:cubicBezTo>
                    <a:pt x="33245" y="12"/>
                    <a:pt x="33035" y="25"/>
                    <a:pt x="32827" y="44"/>
                  </a:cubicBezTo>
                  <a:cubicBezTo>
                    <a:pt x="32618" y="64"/>
                    <a:pt x="32411" y="90"/>
                    <a:pt x="32204" y="123"/>
                  </a:cubicBezTo>
                  <a:cubicBezTo>
                    <a:pt x="31997" y="156"/>
                    <a:pt x="31791" y="195"/>
                    <a:pt x="31587" y="241"/>
                  </a:cubicBezTo>
                  <a:cubicBezTo>
                    <a:pt x="31382" y="286"/>
                    <a:pt x="31180" y="338"/>
                    <a:pt x="30978" y="397"/>
                  </a:cubicBezTo>
                  <a:cubicBezTo>
                    <a:pt x="30777" y="455"/>
                    <a:pt x="30578" y="520"/>
                    <a:pt x="30381" y="591"/>
                  </a:cubicBezTo>
                  <a:cubicBezTo>
                    <a:pt x="30184" y="662"/>
                    <a:pt x="29989" y="739"/>
                    <a:pt x="29797" y="822"/>
                  </a:cubicBezTo>
                  <a:cubicBezTo>
                    <a:pt x="29605" y="905"/>
                    <a:pt x="29415" y="994"/>
                    <a:pt x="29229" y="1090"/>
                  </a:cubicBezTo>
                  <a:cubicBezTo>
                    <a:pt x="29042" y="1185"/>
                    <a:pt x="28859" y="1285"/>
                    <a:pt x="28678" y="1392"/>
                  </a:cubicBezTo>
                  <a:cubicBezTo>
                    <a:pt x="28498" y="1499"/>
                    <a:pt x="28321" y="1611"/>
                    <a:pt x="28148" y="1729"/>
                  </a:cubicBezTo>
                  <a:cubicBezTo>
                    <a:pt x="27975" y="1846"/>
                    <a:pt x="27805" y="1969"/>
                    <a:pt x="27640" y="2098"/>
                  </a:cubicBezTo>
                  <a:cubicBezTo>
                    <a:pt x="27474" y="2226"/>
                    <a:pt x="27313" y="2360"/>
                    <a:pt x="27156" y="2498"/>
                  </a:cubicBezTo>
                  <a:cubicBezTo>
                    <a:pt x="26999" y="2636"/>
                    <a:pt x="26846" y="2780"/>
                    <a:pt x="26698" y="2928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5" name="probe-lucide-flag" descr="flag — Lucide Icons and Contributors; preserve the bundled full upstream license. Source: https://github.com/lucide-icons/lucide/blob/20aef31db93fe4d9f398dbb15b120d99c48eef95/icons/flag.svg; SVG SHA256: e99f1de2fea87cd2e3decc28a1f021a2a8182f907b3b350f604909de2030d8b9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56" name="probe-lucide-flag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0" y="200000"/>
                  </a:moveTo>
                  <a:lnTo>
                    <a:pt x="0" y="20000"/>
                  </a:lnTo>
                  <a:cubicBezTo>
                    <a:pt x="0" y="19794"/>
                    <a:pt x="6" y="19588"/>
                    <a:pt x="19" y="19382"/>
                  </a:cubicBezTo>
                  <a:cubicBezTo>
                    <a:pt x="32" y="19177"/>
                    <a:pt x="51" y="18971"/>
                    <a:pt x="76" y="18767"/>
                  </a:cubicBezTo>
                  <a:cubicBezTo>
                    <a:pt x="102" y="18562"/>
                    <a:pt x="133" y="18359"/>
                    <a:pt x="171" y="18156"/>
                  </a:cubicBezTo>
                  <a:cubicBezTo>
                    <a:pt x="209" y="17953"/>
                    <a:pt x="254" y="17752"/>
                    <a:pt x="304" y="17552"/>
                  </a:cubicBezTo>
                  <a:cubicBezTo>
                    <a:pt x="355" y="17353"/>
                    <a:pt x="411" y="17154"/>
                    <a:pt x="474" y="16958"/>
                  </a:cubicBezTo>
                  <a:cubicBezTo>
                    <a:pt x="537" y="16762"/>
                    <a:pt x="605" y="16567"/>
                    <a:pt x="680" y="16375"/>
                  </a:cubicBezTo>
                  <a:cubicBezTo>
                    <a:pt x="755" y="16183"/>
                    <a:pt x="835" y="15994"/>
                    <a:pt x="922" y="15806"/>
                  </a:cubicBezTo>
                  <a:cubicBezTo>
                    <a:pt x="1008" y="15619"/>
                    <a:pt x="1100" y="15435"/>
                    <a:pt x="1198" y="15254"/>
                  </a:cubicBezTo>
                  <a:cubicBezTo>
                    <a:pt x="1296" y="15072"/>
                    <a:pt x="1399" y="14894"/>
                    <a:pt x="1508" y="14719"/>
                  </a:cubicBezTo>
                  <a:cubicBezTo>
                    <a:pt x="1617" y="14544"/>
                    <a:pt x="1731" y="14372"/>
                    <a:pt x="1851" y="14204"/>
                  </a:cubicBezTo>
                  <a:cubicBezTo>
                    <a:pt x="1970" y="14036"/>
                    <a:pt x="2095" y="13872"/>
                    <a:pt x="2224" y="13712"/>
                  </a:cubicBezTo>
                  <a:cubicBezTo>
                    <a:pt x="2354" y="13552"/>
                    <a:pt x="2488" y="13396"/>
                    <a:pt x="2628" y="13244"/>
                  </a:cubicBezTo>
                  <a:cubicBezTo>
                    <a:pt x="2767" y="13092"/>
                    <a:pt x="2911" y="12944"/>
                    <a:pt x="3059" y="12801"/>
                  </a:cubicBezTo>
                  <a:cubicBezTo>
                    <a:pt x="3208" y="12658"/>
                    <a:pt x="3360" y="12520"/>
                    <a:pt x="3517" y="12386"/>
                  </a:cubicBezTo>
                  <a:cubicBezTo>
                    <a:pt x="3674" y="12252"/>
                    <a:pt x="3835" y="12124"/>
                    <a:pt x="4000" y="12000"/>
                  </a:cubicBezTo>
                  <a:cubicBezTo>
                    <a:pt x="4936" y="11298"/>
                    <a:pt x="5892" y="10623"/>
                    <a:pt x="6868" y="9977"/>
                  </a:cubicBezTo>
                  <a:cubicBezTo>
                    <a:pt x="7844" y="9331"/>
                    <a:pt x="8838" y="8714"/>
                    <a:pt x="9849" y="8126"/>
                  </a:cubicBezTo>
                  <a:cubicBezTo>
                    <a:pt x="10861" y="7538"/>
                    <a:pt x="11890" y="6980"/>
                    <a:pt x="12934" y="6452"/>
                  </a:cubicBezTo>
                  <a:cubicBezTo>
                    <a:pt x="13978" y="5924"/>
                    <a:pt x="15038" y="5427"/>
                    <a:pt x="16111" y="4961"/>
                  </a:cubicBezTo>
                  <a:cubicBezTo>
                    <a:pt x="17184" y="4495"/>
                    <a:pt x="18271" y="4061"/>
                    <a:pt x="19370" y="3658"/>
                  </a:cubicBezTo>
                  <a:cubicBezTo>
                    <a:pt x="20468" y="3256"/>
                    <a:pt x="21579" y="2886"/>
                    <a:pt x="22699" y="2548"/>
                  </a:cubicBezTo>
                  <a:cubicBezTo>
                    <a:pt x="23820" y="2211"/>
                    <a:pt x="24950" y="1907"/>
                    <a:pt x="26088" y="1635"/>
                  </a:cubicBezTo>
                  <a:cubicBezTo>
                    <a:pt x="27226" y="1364"/>
                    <a:pt x="28372" y="1126"/>
                    <a:pt x="29524" y="922"/>
                  </a:cubicBezTo>
                  <a:cubicBezTo>
                    <a:pt x="30676" y="717"/>
                    <a:pt x="31834" y="547"/>
                    <a:pt x="32996" y="410"/>
                  </a:cubicBezTo>
                  <a:cubicBezTo>
                    <a:pt x="34158" y="274"/>
                    <a:pt x="35324" y="171"/>
                    <a:pt x="36492" y="103"/>
                  </a:cubicBezTo>
                  <a:cubicBezTo>
                    <a:pt x="37660" y="34"/>
                    <a:pt x="38830" y="0"/>
                    <a:pt x="40000" y="0"/>
                  </a:cubicBezTo>
                  <a:cubicBezTo>
                    <a:pt x="70000" y="0"/>
                    <a:pt x="90000" y="20000"/>
                    <a:pt x="113330" y="20000"/>
                  </a:cubicBezTo>
                  <a:quadBezTo>
                    <a:pt x="133330" y="20000"/>
                    <a:pt x="144000" y="12000"/>
                  </a:quadBezTo>
                  <a:cubicBezTo>
                    <a:pt x="144164" y="11877"/>
                    <a:pt x="144332" y="11759"/>
                    <a:pt x="144503" y="11646"/>
                  </a:cubicBezTo>
                  <a:cubicBezTo>
                    <a:pt x="144674" y="11534"/>
                    <a:pt x="144849" y="11426"/>
                    <a:pt x="145027" y="11324"/>
                  </a:cubicBezTo>
                  <a:cubicBezTo>
                    <a:pt x="145205" y="11222"/>
                    <a:pt x="145386" y="11126"/>
                    <a:pt x="145570" y="11035"/>
                  </a:cubicBezTo>
                  <a:cubicBezTo>
                    <a:pt x="145754" y="10944"/>
                    <a:pt x="145940" y="10859"/>
                    <a:pt x="146129" y="10780"/>
                  </a:cubicBezTo>
                  <a:cubicBezTo>
                    <a:pt x="146318" y="10700"/>
                    <a:pt x="146510" y="10627"/>
                    <a:pt x="146703" y="10559"/>
                  </a:cubicBezTo>
                  <a:cubicBezTo>
                    <a:pt x="146897" y="10491"/>
                    <a:pt x="147092" y="10430"/>
                    <a:pt x="147290" y="10374"/>
                  </a:cubicBezTo>
                  <a:cubicBezTo>
                    <a:pt x="147487" y="10319"/>
                    <a:pt x="147686" y="10269"/>
                    <a:pt x="147887" y="10226"/>
                  </a:cubicBezTo>
                  <a:cubicBezTo>
                    <a:pt x="148087" y="10183"/>
                    <a:pt x="148289" y="10145"/>
                    <a:pt x="148491" y="10114"/>
                  </a:cubicBezTo>
                  <a:cubicBezTo>
                    <a:pt x="148694" y="10084"/>
                    <a:pt x="148898" y="10059"/>
                    <a:pt x="149102" y="10040"/>
                  </a:cubicBezTo>
                  <a:cubicBezTo>
                    <a:pt x="149306" y="10022"/>
                    <a:pt x="149511" y="10010"/>
                    <a:pt x="149716" y="10004"/>
                  </a:cubicBezTo>
                  <a:cubicBezTo>
                    <a:pt x="149921" y="9998"/>
                    <a:pt x="150126" y="9999"/>
                    <a:pt x="150331" y="10005"/>
                  </a:cubicBezTo>
                  <a:cubicBezTo>
                    <a:pt x="150536" y="10012"/>
                    <a:pt x="150740" y="10025"/>
                    <a:pt x="150945" y="10045"/>
                  </a:cubicBezTo>
                  <a:cubicBezTo>
                    <a:pt x="151149" y="10064"/>
                    <a:pt x="151352" y="10090"/>
                    <a:pt x="151555" y="10122"/>
                  </a:cubicBezTo>
                  <a:cubicBezTo>
                    <a:pt x="151757" y="10153"/>
                    <a:pt x="151959" y="10192"/>
                    <a:pt x="152159" y="10236"/>
                  </a:cubicBezTo>
                  <a:cubicBezTo>
                    <a:pt x="152359" y="10280"/>
                    <a:pt x="152558" y="10331"/>
                    <a:pt x="152755" y="10387"/>
                  </a:cubicBezTo>
                  <a:cubicBezTo>
                    <a:pt x="152952" y="10444"/>
                    <a:pt x="153148" y="10506"/>
                    <a:pt x="153341" y="10575"/>
                  </a:cubicBezTo>
                  <a:cubicBezTo>
                    <a:pt x="153534" y="10643"/>
                    <a:pt x="153725" y="10717"/>
                    <a:pt x="153914" y="10798"/>
                  </a:cubicBezTo>
                  <a:cubicBezTo>
                    <a:pt x="154103" y="10878"/>
                    <a:pt x="154289" y="10964"/>
                    <a:pt x="154472" y="11056"/>
                  </a:cubicBezTo>
                  <a:cubicBezTo>
                    <a:pt x="154656" y="11147"/>
                    <a:pt x="154836" y="11245"/>
                    <a:pt x="155013" y="11348"/>
                  </a:cubicBezTo>
                  <a:cubicBezTo>
                    <a:pt x="155191" y="11450"/>
                    <a:pt x="155365" y="11559"/>
                    <a:pt x="155536" y="11672"/>
                  </a:cubicBezTo>
                  <a:cubicBezTo>
                    <a:pt x="155707" y="11786"/>
                    <a:pt x="155874" y="11904"/>
                    <a:pt x="156037" y="12028"/>
                  </a:cubicBezTo>
                  <a:cubicBezTo>
                    <a:pt x="156201" y="12152"/>
                    <a:pt x="156360" y="12281"/>
                    <a:pt x="156516" y="12414"/>
                  </a:cubicBezTo>
                  <a:cubicBezTo>
                    <a:pt x="156671" y="12548"/>
                    <a:pt x="156823" y="12686"/>
                    <a:pt x="156970" y="12829"/>
                  </a:cubicBezTo>
                  <a:cubicBezTo>
                    <a:pt x="157117" y="12972"/>
                    <a:pt x="157260" y="13119"/>
                    <a:pt x="157397" y="13271"/>
                  </a:cubicBezTo>
                  <a:cubicBezTo>
                    <a:pt x="157535" y="13423"/>
                    <a:pt x="157669" y="13579"/>
                    <a:pt x="157797" y="13739"/>
                  </a:cubicBezTo>
                  <a:cubicBezTo>
                    <a:pt x="157926" y="13898"/>
                    <a:pt x="158049" y="14062"/>
                    <a:pt x="158167" y="14230"/>
                  </a:cubicBezTo>
                  <a:cubicBezTo>
                    <a:pt x="158286" y="14397"/>
                    <a:pt x="158399" y="14568"/>
                    <a:pt x="158507" y="14743"/>
                  </a:cubicBezTo>
                  <a:cubicBezTo>
                    <a:pt x="158614" y="14917"/>
                    <a:pt x="158717" y="15095"/>
                    <a:pt x="158814" y="15276"/>
                  </a:cubicBezTo>
                  <a:cubicBezTo>
                    <a:pt x="158910" y="15456"/>
                    <a:pt x="159002" y="15640"/>
                    <a:pt x="159087" y="15826"/>
                  </a:cubicBezTo>
                  <a:cubicBezTo>
                    <a:pt x="159173" y="16013"/>
                    <a:pt x="159253" y="16201"/>
                    <a:pt x="159327" y="16393"/>
                  </a:cubicBezTo>
                  <a:cubicBezTo>
                    <a:pt x="159401" y="16584"/>
                    <a:pt x="159469" y="16777"/>
                    <a:pt x="159531" y="16973"/>
                  </a:cubicBezTo>
                  <a:cubicBezTo>
                    <a:pt x="159593" y="17168"/>
                    <a:pt x="159649" y="17366"/>
                    <a:pt x="159699" y="17564"/>
                  </a:cubicBezTo>
                  <a:cubicBezTo>
                    <a:pt x="159749" y="17763"/>
                    <a:pt x="159793" y="17964"/>
                    <a:pt x="159830" y="18165"/>
                  </a:cubicBezTo>
                  <a:cubicBezTo>
                    <a:pt x="159868" y="18367"/>
                    <a:pt x="159899" y="18569"/>
                    <a:pt x="159924" y="18773"/>
                  </a:cubicBezTo>
                  <a:cubicBezTo>
                    <a:pt x="159950" y="18976"/>
                    <a:pt x="159968" y="19181"/>
                    <a:pt x="159981" y="19385"/>
                  </a:cubicBezTo>
                  <a:cubicBezTo>
                    <a:pt x="159994" y="19590"/>
                    <a:pt x="160000" y="19795"/>
                    <a:pt x="160000" y="20000"/>
                  </a:cubicBezTo>
                  <a:lnTo>
                    <a:pt x="160000" y="120000"/>
                  </a:lnTo>
                  <a:cubicBezTo>
                    <a:pt x="160000" y="120206"/>
                    <a:pt x="159994" y="120412"/>
                    <a:pt x="159981" y="120618"/>
                  </a:cubicBezTo>
                  <a:cubicBezTo>
                    <a:pt x="159968" y="120823"/>
                    <a:pt x="159949" y="121029"/>
                    <a:pt x="159924" y="121233"/>
                  </a:cubicBezTo>
                  <a:cubicBezTo>
                    <a:pt x="159898" y="121438"/>
                    <a:pt x="159867" y="121641"/>
                    <a:pt x="159829" y="121844"/>
                  </a:cubicBezTo>
                  <a:cubicBezTo>
                    <a:pt x="159791" y="122047"/>
                    <a:pt x="159746" y="122248"/>
                    <a:pt x="159696" y="122448"/>
                  </a:cubicBezTo>
                  <a:cubicBezTo>
                    <a:pt x="159645" y="122647"/>
                    <a:pt x="159589" y="122846"/>
                    <a:pt x="159526" y="123042"/>
                  </a:cubicBezTo>
                  <a:cubicBezTo>
                    <a:pt x="159463" y="123238"/>
                    <a:pt x="159395" y="123433"/>
                    <a:pt x="159320" y="123625"/>
                  </a:cubicBezTo>
                  <a:cubicBezTo>
                    <a:pt x="159245" y="123817"/>
                    <a:pt x="159165" y="124006"/>
                    <a:pt x="159078" y="124194"/>
                  </a:cubicBezTo>
                  <a:cubicBezTo>
                    <a:pt x="158992" y="124381"/>
                    <a:pt x="158900" y="124565"/>
                    <a:pt x="158802" y="124746"/>
                  </a:cubicBezTo>
                  <a:cubicBezTo>
                    <a:pt x="158704" y="124928"/>
                    <a:pt x="158601" y="125106"/>
                    <a:pt x="158492" y="125281"/>
                  </a:cubicBezTo>
                  <a:cubicBezTo>
                    <a:pt x="158383" y="125456"/>
                    <a:pt x="158269" y="125628"/>
                    <a:pt x="158149" y="125796"/>
                  </a:cubicBezTo>
                  <a:cubicBezTo>
                    <a:pt x="158030" y="125964"/>
                    <a:pt x="157905" y="126128"/>
                    <a:pt x="157776" y="126288"/>
                  </a:cubicBezTo>
                  <a:cubicBezTo>
                    <a:pt x="157646" y="126448"/>
                    <a:pt x="157512" y="126604"/>
                    <a:pt x="157372" y="126756"/>
                  </a:cubicBezTo>
                  <a:cubicBezTo>
                    <a:pt x="157233" y="126908"/>
                    <a:pt x="157089" y="127056"/>
                    <a:pt x="156941" y="127199"/>
                  </a:cubicBezTo>
                  <a:cubicBezTo>
                    <a:pt x="156792" y="127342"/>
                    <a:pt x="156640" y="127480"/>
                    <a:pt x="156483" y="127614"/>
                  </a:cubicBezTo>
                  <a:cubicBezTo>
                    <a:pt x="156326" y="127748"/>
                    <a:pt x="156165" y="127876"/>
                    <a:pt x="156000" y="128000"/>
                  </a:cubicBezTo>
                  <a:cubicBezTo>
                    <a:pt x="155064" y="128702"/>
                    <a:pt x="154108" y="129377"/>
                    <a:pt x="153132" y="130023"/>
                  </a:cubicBezTo>
                  <a:cubicBezTo>
                    <a:pt x="152156" y="130669"/>
                    <a:pt x="151162" y="131286"/>
                    <a:pt x="150151" y="131874"/>
                  </a:cubicBezTo>
                  <a:cubicBezTo>
                    <a:pt x="149139" y="132462"/>
                    <a:pt x="148110" y="133020"/>
                    <a:pt x="147066" y="133548"/>
                  </a:cubicBezTo>
                  <a:cubicBezTo>
                    <a:pt x="146022" y="134076"/>
                    <a:pt x="144962" y="134573"/>
                    <a:pt x="143889" y="135039"/>
                  </a:cubicBezTo>
                  <a:cubicBezTo>
                    <a:pt x="142816" y="135505"/>
                    <a:pt x="141729" y="135939"/>
                    <a:pt x="140630" y="136342"/>
                  </a:cubicBezTo>
                  <a:cubicBezTo>
                    <a:pt x="139532" y="136744"/>
                    <a:pt x="138421" y="137114"/>
                    <a:pt x="137301" y="137452"/>
                  </a:cubicBezTo>
                  <a:cubicBezTo>
                    <a:pt x="136180" y="137789"/>
                    <a:pt x="135050" y="138093"/>
                    <a:pt x="133912" y="138365"/>
                  </a:cubicBezTo>
                  <a:cubicBezTo>
                    <a:pt x="132774" y="138636"/>
                    <a:pt x="131628" y="138874"/>
                    <a:pt x="130476" y="139078"/>
                  </a:cubicBezTo>
                  <a:cubicBezTo>
                    <a:pt x="129324" y="139283"/>
                    <a:pt x="128166" y="139453"/>
                    <a:pt x="127004" y="139590"/>
                  </a:cubicBezTo>
                  <a:cubicBezTo>
                    <a:pt x="125842" y="139726"/>
                    <a:pt x="124676" y="139829"/>
                    <a:pt x="123508" y="139897"/>
                  </a:cubicBezTo>
                  <a:cubicBezTo>
                    <a:pt x="122340" y="139966"/>
                    <a:pt x="121170" y="140000"/>
                    <a:pt x="120000" y="140000"/>
                  </a:cubicBezTo>
                  <a:cubicBezTo>
                    <a:pt x="90000" y="140000"/>
                    <a:pt x="70000" y="120000"/>
                    <a:pt x="40000" y="120000"/>
                  </a:cubicBezTo>
                  <a:cubicBezTo>
                    <a:pt x="38784" y="120000"/>
                    <a:pt x="37568" y="120037"/>
                    <a:pt x="36354" y="120111"/>
                  </a:cubicBezTo>
                  <a:cubicBezTo>
                    <a:pt x="35139" y="120185"/>
                    <a:pt x="33928" y="120296"/>
                    <a:pt x="32721" y="120443"/>
                  </a:cubicBezTo>
                  <a:cubicBezTo>
                    <a:pt x="31513" y="120591"/>
                    <a:pt x="30311" y="120775"/>
                    <a:pt x="29115" y="120996"/>
                  </a:cubicBezTo>
                  <a:cubicBezTo>
                    <a:pt x="27918" y="121217"/>
                    <a:pt x="26729" y="121474"/>
                    <a:pt x="25549" y="121767"/>
                  </a:cubicBezTo>
                  <a:cubicBezTo>
                    <a:pt x="24368" y="122060"/>
                    <a:pt x="23197" y="122388"/>
                    <a:pt x="22036" y="122753"/>
                  </a:cubicBezTo>
                  <a:cubicBezTo>
                    <a:pt x="20876" y="123117"/>
                    <a:pt x="19727" y="123516"/>
                    <a:pt x="18591" y="123950"/>
                  </a:cubicBezTo>
                  <a:cubicBezTo>
                    <a:pt x="17454" y="124384"/>
                    <a:pt x="16332" y="124853"/>
                    <a:pt x="15224" y="125355"/>
                  </a:cubicBezTo>
                  <a:cubicBezTo>
                    <a:pt x="14116" y="125857"/>
                    <a:pt x="13024" y="126393"/>
                    <a:pt x="11949" y="126962"/>
                  </a:cubicBezTo>
                  <a:cubicBezTo>
                    <a:pt x="10873" y="127531"/>
                    <a:pt x="9816" y="128132"/>
                    <a:pt x="8777" y="128765"/>
                  </a:cubicBezTo>
                  <a:cubicBezTo>
                    <a:pt x="7738" y="129398"/>
                    <a:pt x="6719" y="130062"/>
                    <a:pt x="5721" y="130757"/>
                  </a:cubicBezTo>
                  <a:cubicBezTo>
                    <a:pt x="4723" y="131452"/>
                    <a:pt x="3746" y="132177"/>
                    <a:pt x="2792" y="132932"/>
                  </a:cubicBezTo>
                  <a:cubicBezTo>
                    <a:pt x="1838" y="133686"/>
                    <a:pt x="907" y="134469"/>
                    <a:pt x="0" y="13528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7" name="probe-lucide-git-branch" descr="git-branch — Lucide Icons and Contributors; preserve the bundled full upstream license. Source: https://github.com/lucide-icons/lucide/blob/20aef31db93fe4d9f398dbb15b120d99c48eef95/icons/git-branch.svg; SVG SHA256: 041f04acc8f92657b849540f0440e2e85d0df0b8da2365611e81b9bebfafc4eb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58" name="probe-lucide-git-branch-part-1"/>
            <p:cNvSpPr/>
            <p:nvPr/>
          </p:nvSpPr>
          <p:spPr>
            <a:xfrm>
              <a:off x="60000" y="30000"/>
              <a:ext cx="90000" cy="120000"/>
            </a:xfrm>
            <a:custGeom>
              <a:avLst/>
              <a:gdLst/>
              <a:ahLst/>
              <a:cxnLst/>
              <a:rect l="0" t="0" r="r" b="b"/>
              <a:pathLst>
                <a:path w="90000" h="120000">
                  <a:moveTo>
                    <a:pt x="90000" y="30000"/>
                  </a:moveTo>
                  <a:cubicBezTo>
                    <a:pt x="88115" y="30000"/>
                    <a:pt x="86230" y="30059"/>
                    <a:pt x="84349" y="30178"/>
                  </a:cubicBezTo>
                  <a:cubicBezTo>
                    <a:pt x="82467" y="30296"/>
                    <a:pt x="80590" y="30473"/>
                    <a:pt x="78720" y="30710"/>
                  </a:cubicBezTo>
                  <a:cubicBezTo>
                    <a:pt x="76850" y="30946"/>
                    <a:pt x="74987" y="31241"/>
                    <a:pt x="73136" y="31594"/>
                  </a:cubicBezTo>
                  <a:cubicBezTo>
                    <a:pt x="71284" y="31947"/>
                    <a:pt x="69444" y="32359"/>
                    <a:pt x="67618" y="32828"/>
                  </a:cubicBezTo>
                  <a:cubicBezTo>
                    <a:pt x="65792" y="33296"/>
                    <a:pt x="63981" y="33822"/>
                    <a:pt x="62188" y="34405"/>
                  </a:cubicBezTo>
                  <a:cubicBezTo>
                    <a:pt x="60396" y="34987"/>
                    <a:pt x="58622" y="35626"/>
                    <a:pt x="56869" y="36320"/>
                  </a:cubicBezTo>
                  <a:cubicBezTo>
                    <a:pt x="55116" y="37014"/>
                    <a:pt x="53386" y="37763"/>
                    <a:pt x="51680" y="38566"/>
                  </a:cubicBezTo>
                  <a:cubicBezTo>
                    <a:pt x="49974" y="39368"/>
                    <a:pt x="48294" y="40224"/>
                    <a:pt x="46642" y="41132"/>
                  </a:cubicBezTo>
                  <a:cubicBezTo>
                    <a:pt x="44990" y="42041"/>
                    <a:pt x="43367" y="43000"/>
                    <a:pt x="41776" y="44010"/>
                  </a:cubicBezTo>
                  <a:cubicBezTo>
                    <a:pt x="40184" y="45021"/>
                    <a:pt x="38624" y="46080"/>
                    <a:pt x="37099" y="47188"/>
                  </a:cubicBezTo>
                  <a:cubicBezTo>
                    <a:pt x="35574" y="48297"/>
                    <a:pt x="34084" y="49452"/>
                    <a:pt x="32632" y="50654"/>
                  </a:cubicBezTo>
                  <a:cubicBezTo>
                    <a:pt x="31179" y="51855"/>
                    <a:pt x="29765" y="53102"/>
                    <a:pt x="28391" y="54393"/>
                  </a:cubicBezTo>
                  <a:cubicBezTo>
                    <a:pt x="27017" y="55683"/>
                    <a:pt x="25683" y="57017"/>
                    <a:pt x="24393" y="58391"/>
                  </a:cubicBezTo>
                  <a:cubicBezTo>
                    <a:pt x="23102" y="59765"/>
                    <a:pt x="21855" y="61179"/>
                    <a:pt x="20654" y="62632"/>
                  </a:cubicBezTo>
                  <a:cubicBezTo>
                    <a:pt x="19452" y="64084"/>
                    <a:pt x="18297" y="65574"/>
                    <a:pt x="17188" y="67099"/>
                  </a:cubicBezTo>
                  <a:cubicBezTo>
                    <a:pt x="16080" y="68624"/>
                    <a:pt x="15021" y="70184"/>
                    <a:pt x="14010" y="71776"/>
                  </a:cubicBezTo>
                  <a:cubicBezTo>
                    <a:pt x="13000" y="73367"/>
                    <a:pt x="12041" y="74990"/>
                    <a:pt x="11132" y="76642"/>
                  </a:cubicBezTo>
                  <a:cubicBezTo>
                    <a:pt x="10224" y="78294"/>
                    <a:pt x="9368" y="79974"/>
                    <a:pt x="8566" y="81680"/>
                  </a:cubicBezTo>
                  <a:cubicBezTo>
                    <a:pt x="7763" y="83386"/>
                    <a:pt x="7014" y="85116"/>
                    <a:pt x="6320" y="86869"/>
                  </a:cubicBezTo>
                  <a:cubicBezTo>
                    <a:pt x="5626" y="88622"/>
                    <a:pt x="4987" y="90396"/>
                    <a:pt x="4405" y="92188"/>
                  </a:cubicBezTo>
                  <a:cubicBezTo>
                    <a:pt x="3822" y="93981"/>
                    <a:pt x="3296" y="95792"/>
                    <a:pt x="2828" y="97618"/>
                  </a:cubicBezTo>
                  <a:cubicBezTo>
                    <a:pt x="2359" y="99444"/>
                    <a:pt x="1947" y="101284"/>
                    <a:pt x="1594" y="103136"/>
                  </a:cubicBezTo>
                  <a:cubicBezTo>
                    <a:pt x="1241" y="104987"/>
                    <a:pt x="946" y="106850"/>
                    <a:pt x="710" y="108720"/>
                  </a:cubicBezTo>
                  <a:cubicBezTo>
                    <a:pt x="473" y="110590"/>
                    <a:pt x="296" y="112467"/>
                    <a:pt x="178" y="114349"/>
                  </a:cubicBezTo>
                  <a:cubicBezTo>
                    <a:pt x="59" y="116230"/>
                    <a:pt x="0" y="118115"/>
                    <a:pt x="0" y="1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9" name="probe-lucide-git-branch-part-2"/>
            <p:cNvSpPr/>
            <p:nvPr/>
          </p:nvSpPr>
          <p:spPr>
            <a:xfrm>
              <a:off x="150000" y="3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" name="probe-lucide-git-branch-part-3"/>
            <p:cNvSpPr/>
            <p:nvPr/>
          </p:nvSpPr>
          <p:spPr>
            <a:xfrm>
              <a:off x="30000" y="15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1" name="probe-lucide-goal" descr="goal — Lucide Icons and Contributors; preserve the bundled full upstream license. Source: https://github.com/lucide-icons/lucide/blob/20aef31db93fe4d9f398dbb15b120d99c48eef95/icons/goal.svg; SVG SHA256: b85e8f7490fd2a0d0f97d27781feb8ea9ec26bb2915a12eb0f098dea68bd60fa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62" name="probe-lucide-goal-part-1"/>
            <p:cNvSpPr/>
            <p:nvPr/>
          </p:nvSpPr>
          <p:spPr>
            <a:xfrm>
              <a:off x="120000" y="20000"/>
              <a:ext cx="80000" cy="110000"/>
            </a:xfrm>
            <a:custGeom>
              <a:avLst/>
              <a:gdLst/>
              <a:ahLst/>
              <a:cxnLst/>
              <a:rect l="0" t="0" r="r" b="b"/>
              <a:pathLst>
                <a:path w="80000" h="110000">
                  <a:moveTo>
                    <a:pt x="0" y="110000"/>
                  </a:moveTo>
                  <a:lnTo>
                    <a:pt x="0" y="0"/>
                  </a:lnTo>
                  <a:lnTo>
                    <a:pt x="80000" y="40000"/>
                  </a:lnTo>
                  <a:lnTo>
                    <a:pt x="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3" name="probe-lucide-goal-part-2"/>
            <p:cNvSpPr/>
            <p:nvPr/>
          </p:nvSpPr>
          <p:spPr>
            <a:xfrm>
              <a:off x="30003" y="49320"/>
              <a:ext cx="180000" cy="170675"/>
            </a:xfrm>
            <a:custGeom>
              <a:avLst/>
              <a:gdLst/>
              <a:ahLst/>
              <a:cxnLst/>
              <a:rect l="0" t="0" r="r" b="b"/>
              <a:pathLst>
                <a:path w="180000" h="170675">
                  <a:moveTo>
                    <a:pt x="175607" y="52900"/>
                  </a:moveTo>
                  <a:cubicBezTo>
                    <a:pt x="176186" y="54685"/>
                    <a:pt x="176709" y="56488"/>
                    <a:pt x="177176" y="58306"/>
                  </a:cubicBezTo>
                  <a:cubicBezTo>
                    <a:pt x="177642" y="60124"/>
                    <a:pt x="178052" y="61957"/>
                    <a:pt x="178404" y="63800"/>
                  </a:cubicBezTo>
                  <a:cubicBezTo>
                    <a:pt x="178756" y="65644"/>
                    <a:pt x="179050" y="67498"/>
                    <a:pt x="179286" y="69360"/>
                  </a:cubicBezTo>
                  <a:cubicBezTo>
                    <a:pt x="179522" y="71222"/>
                    <a:pt x="179700" y="73091"/>
                    <a:pt x="179819" y="74965"/>
                  </a:cubicBezTo>
                  <a:cubicBezTo>
                    <a:pt x="179938" y="76838"/>
                    <a:pt x="179998" y="78714"/>
                    <a:pt x="180000" y="80591"/>
                  </a:cubicBezTo>
                  <a:cubicBezTo>
                    <a:pt x="180002" y="82468"/>
                    <a:pt x="179945" y="84345"/>
                    <a:pt x="179829" y="86218"/>
                  </a:cubicBezTo>
                  <a:cubicBezTo>
                    <a:pt x="179714" y="88091"/>
                    <a:pt x="179539" y="89961"/>
                    <a:pt x="179307" y="91823"/>
                  </a:cubicBezTo>
                  <a:cubicBezTo>
                    <a:pt x="179074" y="93686"/>
                    <a:pt x="178784" y="95541"/>
                    <a:pt x="178435" y="97385"/>
                  </a:cubicBezTo>
                  <a:cubicBezTo>
                    <a:pt x="178087" y="99229"/>
                    <a:pt x="177681" y="101062"/>
                    <a:pt x="177218" y="102881"/>
                  </a:cubicBezTo>
                  <a:cubicBezTo>
                    <a:pt x="176754" y="104700"/>
                    <a:pt x="176235" y="106504"/>
                    <a:pt x="175659" y="108290"/>
                  </a:cubicBezTo>
                  <a:cubicBezTo>
                    <a:pt x="175083" y="110077"/>
                    <a:pt x="174451" y="111845"/>
                    <a:pt x="173765" y="113592"/>
                  </a:cubicBezTo>
                  <a:cubicBezTo>
                    <a:pt x="173078" y="115339"/>
                    <a:pt x="172337" y="117064"/>
                    <a:pt x="171543" y="118764"/>
                  </a:cubicBezTo>
                  <a:cubicBezTo>
                    <a:pt x="170749" y="120465"/>
                    <a:pt x="169901" y="122140"/>
                    <a:pt x="169002" y="123788"/>
                  </a:cubicBezTo>
                  <a:cubicBezTo>
                    <a:pt x="168103" y="125435"/>
                    <a:pt x="167153" y="127054"/>
                    <a:pt x="166152" y="128643"/>
                  </a:cubicBezTo>
                  <a:cubicBezTo>
                    <a:pt x="165152" y="130231"/>
                    <a:pt x="164102" y="131787"/>
                    <a:pt x="163004" y="133310"/>
                  </a:cubicBezTo>
                  <a:cubicBezTo>
                    <a:pt x="161907" y="134832"/>
                    <a:pt x="160762" y="136320"/>
                    <a:pt x="159571" y="137771"/>
                  </a:cubicBezTo>
                  <a:cubicBezTo>
                    <a:pt x="158380" y="139222"/>
                    <a:pt x="157144" y="140635"/>
                    <a:pt x="155865" y="142009"/>
                  </a:cubicBezTo>
                  <a:cubicBezTo>
                    <a:pt x="154586" y="143382"/>
                    <a:pt x="153264" y="144716"/>
                    <a:pt x="151902" y="146007"/>
                  </a:cubicBezTo>
                  <a:cubicBezTo>
                    <a:pt x="150539" y="147298"/>
                    <a:pt x="149137" y="148546"/>
                    <a:pt x="147696" y="149749"/>
                  </a:cubicBezTo>
                  <a:cubicBezTo>
                    <a:pt x="146256" y="150952"/>
                    <a:pt x="144778" y="152110"/>
                    <a:pt x="143265" y="153221"/>
                  </a:cubicBezTo>
                  <a:cubicBezTo>
                    <a:pt x="141752" y="154332"/>
                    <a:pt x="140205" y="155395"/>
                    <a:pt x="138625" y="156409"/>
                  </a:cubicBezTo>
                  <a:cubicBezTo>
                    <a:pt x="137046" y="157423"/>
                    <a:pt x="135435" y="158388"/>
                    <a:pt x="133795" y="159301"/>
                  </a:cubicBezTo>
                  <a:cubicBezTo>
                    <a:pt x="132155" y="160214"/>
                    <a:pt x="130488" y="161076"/>
                    <a:pt x="128794" y="161885"/>
                  </a:cubicBezTo>
                  <a:cubicBezTo>
                    <a:pt x="127100" y="162694"/>
                    <a:pt x="125382" y="163450"/>
                    <a:pt x="123641" y="164152"/>
                  </a:cubicBezTo>
                  <a:cubicBezTo>
                    <a:pt x="121900" y="164853"/>
                    <a:pt x="120138" y="165500"/>
                    <a:pt x="118356" y="166092"/>
                  </a:cubicBezTo>
                  <a:cubicBezTo>
                    <a:pt x="116575" y="166683"/>
                    <a:pt x="114775" y="167219"/>
                    <a:pt x="112960" y="167697"/>
                  </a:cubicBezTo>
                  <a:cubicBezTo>
                    <a:pt x="111146" y="168176"/>
                    <a:pt x="109316" y="168598"/>
                    <a:pt x="107475" y="168963"/>
                  </a:cubicBezTo>
                  <a:cubicBezTo>
                    <a:pt x="105634" y="169327"/>
                    <a:pt x="103782" y="169634"/>
                    <a:pt x="101921" y="169882"/>
                  </a:cubicBezTo>
                  <a:cubicBezTo>
                    <a:pt x="100061" y="170131"/>
                    <a:pt x="98193" y="170321"/>
                    <a:pt x="96321" y="170453"/>
                  </a:cubicBezTo>
                  <a:cubicBezTo>
                    <a:pt x="94448" y="170585"/>
                    <a:pt x="92572" y="170658"/>
                    <a:pt x="90695" y="170673"/>
                  </a:cubicBezTo>
                  <a:cubicBezTo>
                    <a:pt x="88819" y="170687"/>
                    <a:pt x="86942" y="170643"/>
                    <a:pt x="85068" y="170540"/>
                  </a:cubicBezTo>
                  <a:cubicBezTo>
                    <a:pt x="83193" y="170437"/>
                    <a:pt x="81323" y="170276"/>
                    <a:pt x="79459" y="170056"/>
                  </a:cubicBezTo>
                  <a:cubicBezTo>
                    <a:pt x="77595" y="169836"/>
                    <a:pt x="75738" y="169558"/>
                    <a:pt x="73891" y="169222"/>
                  </a:cubicBezTo>
                  <a:cubicBezTo>
                    <a:pt x="72045" y="168886"/>
                    <a:pt x="70209" y="168493"/>
                    <a:pt x="68387" y="168042"/>
                  </a:cubicBezTo>
                  <a:cubicBezTo>
                    <a:pt x="66565" y="167591"/>
                    <a:pt x="64758" y="167083"/>
                    <a:pt x="62967" y="166520"/>
                  </a:cubicBezTo>
                  <a:cubicBezTo>
                    <a:pt x="61177" y="165956"/>
                    <a:pt x="59405" y="165336"/>
                    <a:pt x="57653" y="164662"/>
                  </a:cubicBezTo>
                  <a:cubicBezTo>
                    <a:pt x="55902" y="163987"/>
                    <a:pt x="54172" y="163258"/>
                    <a:pt x="52466" y="162475"/>
                  </a:cubicBezTo>
                  <a:cubicBezTo>
                    <a:pt x="50760" y="161692"/>
                    <a:pt x="49079" y="160856"/>
                    <a:pt x="47425" y="159968"/>
                  </a:cubicBezTo>
                  <a:cubicBezTo>
                    <a:pt x="45771" y="159081"/>
                    <a:pt x="44146" y="158141"/>
                    <a:pt x="42551" y="157152"/>
                  </a:cubicBezTo>
                  <a:cubicBezTo>
                    <a:pt x="40956" y="156162"/>
                    <a:pt x="39393" y="155123"/>
                    <a:pt x="37863" y="154035"/>
                  </a:cubicBezTo>
                  <a:cubicBezTo>
                    <a:pt x="36333" y="152948"/>
                    <a:pt x="34837" y="151813"/>
                    <a:pt x="33378" y="150632"/>
                  </a:cubicBezTo>
                  <a:cubicBezTo>
                    <a:pt x="31919" y="149452"/>
                    <a:pt x="30498" y="148225"/>
                    <a:pt x="29115" y="146956"/>
                  </a:cubicBezTo>
                  <a:cubicBezTo>
                    <a:pt x="27733" y="145686"/>
                    <a:pt x="26391" y="144373"/>
                    <a:pt x="25091" y="143019"/>
                  </a:cubicBezTo>
                  <a:cubicBezTo>
                    <a:pt x="23790" y="141666"/>
                    <a:pt x="22533" y="140272"/>
                    <a:pt x="21320" y="138839"/>
                  </a:cubicBezTo>
                  <a:cubicBezTo>
                    <a:pt x="20107" y="137407"/>
                    <a:pt x="18939" y="135937"/>
                    <a:pt x="17818" y="134432"/>
                  </a:cubicBezTo>
                  <a:cubicBezTo>
                    <a:pt x="16697" y="132926"/>
                    <a:pt x="15623" y="131386"/>
                    <a:pt x="14598" y="129814"/>
                  </a:cubicBezTo>
                  <a:cubicBezTo>
                    <a:pt x="13573" y="128241"/>
                    <a:pt x="12598" y="126637"/>
                    <a:pt x="11674" y="125004"/>
                  </a:cubicBezTo>
                  <a:cubicBezTo>
                    <a:pt x="10749" y="123370"/>
                    <a:pt x="9876" y="121708"/>
                    <a:pt x="9055" y="120020"/>
                  </a:cubicBezTo>
                  <a:cubicBezTo>
                    <a:pt x="8235" y="118332"/>
                    <a:pt x="7467" y="116618"/>
                    <a:pt x="6754" y="114882"/>
                  </a:cubicBezTo>
                  <a:cubicBezTo>
                    <a:pt x="6041" y="113146"/>
                    <a:pt x="5382" y="111388"/>
                    <a:pt x="4778" y="109611"/>
                  </a:cubicBezTo>
                  <a:cubicBezTo>
                    <a:pt x="4175" y="107834"/>
                    <a:pt x="3627" y="106038"/>
                    <a:pt x="3136" y="104226"/>
                  </a:cubicBezTo>
                  <a:cubicBezTo>
                    <a:pt x="2645" y="102415"/>
                    <a:pt x="2210" y="100588"/>
                    <a:pt x="1834" y="98750"/>
                  </a:cubicBezTo>
                  <a:cubicBezTo>
                    <a:pt x="1457" y="96911"/>
                    <a:pt x="1137" y="95061"/>
                    <a:pt x="876" y="93202"/>
                  </a:cubicBezTo>
                  <a:cubicBezTo>
                    <a:pt x="615" y="91343"/>
                    <a:pt x="412" y="89477"/>
                    <a:pt x="267" y="87606"/>
                  </a:cubicBezTo>
                  <a:cubicBezTo>
                    <a:pt x="123" y="85734"/>
                    <a:pt x="37" y="83859"/>
                    <a:pt x="9" y="81982"/>
                  </a:cubicBezTo>
                  <a:cubicBezTo>
                    <a:pt x="-18" y="80105"/>
                    <a:pt x="14" y="78228"/>
                    <a:pt x="104" y="76353"/>
                  </a:cubicBezTo>
                  <a:cubicBezTo>
                    <a:pt x="194" y="74479"/>
                    <a:pt x="343" y="72607"/>
                    <a:pt x="550" y="70742"/>
                  </a:cubicBezTo>
                  <a:cubicBezTo>
                    <a:pt x="757" y="68876"/>
                    <a:pt x="1023" y="67017"/>
                    <a:pt x="1346" y="65169"/>
                  </a:cubicBezTo>
                  <a:cubicBezTo>
                    <a:pt x="1669" y="63320"/>
                    <a:pt x="2051" y="61481"/>
                    <a:pt x="2489" y="59656"/>
                  </a:cubicBezTo>
                  <a:cubicBezTo>
                    <a:pt x="2927" y="57831"/>
                    <a:pt x="3423" y="56020"/>
                    <a:pt x="3974" y="54226"/>
                  </a:cubicBezTo>
                  <a:cubicBezTo>
                    <a:pt x="4526" y="52432"/>
                    <a:pt x="5133" y="50656"/>
                    <a:pt x="5796" y="48900"/>
                  </a:cubicBezTo>
                  <a:cubicBezTo>
                    <a:pt x="6459" y="47144"/>
                    <a:pt x="7176" y="45409"/>
                    <a:pt x="7947" y="43698"/>
                  </a:cubicBezTo>
                  <a:cubicBezTo>
                    <a:pt x="8719" y="41986"/>
                    <a:pt x="9543" y="40300"/>
                    <a:pt x="10420" y="38640"/>
                  </a:cubicBezTo>
                  <a:cubicBezTo>
                    <a:pt x="11296" y="36980"/>
                    <a:pt x="12225" y="35348"/>
                    <a:pt x="13203" y="33747"/>
                  </a:cubicBezTo>
                  <a:cubicBezTo>
                    <a:pt x="14182" y="32145"/>
                    <a:pt x="15211" y="30575"/>
                    <a:pt x="16288" y="29037"/>
                  </a:cubicBezTo>
                  <a:cubicBezTo>
                    <a:pt x="17365" y="27500"/>
                    <a:pt x="18489" y="25997"/>
                    <a:pt x="19660" y="24530"/>
                  </a:cubicBezTo>
                  <a:cubicBezTo>
                    <a:pt x="20831" y="23063"/>
                    <a:pt x="22048" y="21633"/>
                    <a:pt x="23308" y="20242"/>
                  </a:cubicBezTo>
                  <a:cubicBezTo>
                    <a:pt x="24568" y="18851"/>
                    <a:pt x="25872" y="17500"/>
                    <a:pt x="27217" y="16191"/>
                  </a:cubicBezTo>
                  <a:cubicBezTo>
                    <a:pt x="28562" y="14882"/>
                    <a:pt x="29947" y="13615"/>
                    <a:pt x="31371" y="12392"/>
                  </a:cubicBezTo>
                  <a:cubicBezTo>
                    <a:pt x="32795" y="11169"/>
                    <a:pt x="34257" y="9991"/>
                    <a:pt x="35755" y="8860"/>
                  </a:cubicBezTo>
                  <a:cubicBezTo>
                    <a:pt x="37253" y="7729"/>
                    <a:pt x="38785" y="6645"/>
                    <a:pt x="40351" y="5609"/>
                  </a:cubicBezTo>
                  <a:cubicBezTo>
                    <a:pt x="41916" y="4574"/>
                    <a:pt x="43514" y="3587"/>
                    <a:pt x="45141" y="2652"/>
                  </a:cubicBezTo>
                  <a:cubicBezTo>
                    <a:pt x="46768" y="1716"/>
                    <a:pt x="48424" y="832"/>
                    <a:pt x="50107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" name="probe-lucide-goal-part-3"/>
            <p:cNvSpPr/>
            <p:nvPr/>
          </p:nvSpPr>
          <p:spPr>
            <a:xfrm>
              <a:off x="69996" y="99970"/>
              <a:ext cx="100000" cy="80032"/>
            </a:xfrm>
            <a:custGeom>
              <a:avLst/>
              <a:gdLst/>
              <a:ahLst/>
              <a:cxnLst/>
              <a:rect l="0" t="0" r="r" b="b"/>
              <a:pathLst>
                <a:path w="100000" h="80032">
                  <a:moveTo>
                    <a:pt x="10024" y="0"/>
                  </a:moveTo>
                  <a:cubicBezTo>
                    <a:pt x="9401" y="830"/>
                    <a:pt x="8803" y="1678"/>
                    <a:pt x="8233" y="2545"/>
                  </a:cubicBezTo>
                  <a:cubicBezTo>
                    <a:pt x="7663" y="3412"/>
                    <a:pt x="7119" y="4296"/>
                    <a:pt x="6604" y="5196"/>
                  </a:cubicBezTo>
                  <a:cubicBezTo>
                    <a:pt x="6089" y="6097"/>
                    <a:pt x="5602" y="7013"/>
                    <a:pt x="5143" y="7944"/>
                  </a:cubicBezTo>
                  <a:cubicBezTo>
                    <a:pt x="4685" y="8875"/>
                    <a:pt x="4256" y="9820"/>
                    <a:pt x="3856" y="10777"/>
                  </a:cubicBezTo>
                  <a:cubicBezTo>
                    <a:pt x="3457" y="11735"/>
                    <a:pt x="3087" y="12704"/>
                    <a:pt x="2748" y="13685"/>
                  </a:cubicBezTo>
                  <a:cubicBezTo>
                    <a:pt x="2408" y="14665"/>
                    <a:pt x="2100" y="15656"/>
                    <a:pt x="1822" y="16656"/>
                  </a:cubicBezTo>
                  <a:cubicBezTo>
                    <a:pt x="1545" y="17656"/>
                    <a:pt x="1298" y="18664"/>
                    <a:pt x="1084" y="19679"/>
                  </a:cubicBezTo>
                  <a:cubicBezTo>
                    <a:pt x="869" y="20694"/>
                    <a:pt x="686" y="21715"/>
                    <a:pt x="534" y="22742"/>
                  </a:cubicBezTo>
                  <a:cubicBezTo>
                    <a:pt x="383" y="23768"/>
                    <a:pt x="264" y="24799"/>
                    <a:pt x="177" y="25833"/>
                  </a:cubicBezTo>
                  <a:cubicBezTo>
                    <a:pt x="89" y="26867"/>
                    <a:pt x="35" y="27903"/>
                    <a:pt x="12" y="28941"/>
                  </a:cubicBezTo>
                  <a:cubicBezTo>
                    <a:pt x="-11" y="29978"/>
                    <a:pt x="-1" y="31016"/>
                    <a:pt x="41" y="32052"/>
                  </a:cubicBezTo>
                  <a:cubicBezTo>
                    <a:pt x="83" y="33089"/>
                    <a:pt x="157" y="34124"/>
                    <a:pt x="263" y="35156"/>
                  </a:cubicBezTo>
                  <a:cubicBezTo>
                    <a:pt x="370" y="36188"/>
                    <a:pt x="508" y="37217"/>
                    <a:pt x="678" y="38240"/>
                  </a:cubicBezTo>
                  <a:cubicBezTo>
                    <a:pt x="849" y="39264"/>
                    <a:pt x="1051" y="40282"/>
                    <a:pt x="1285" y="41293"/>
                  </a:cubicBezTo>
                  <a:cubicBezTo>
                    <a:pt x="1518" y="42303"/>
                    <a:pt x="1783" y="43307"/>
                    <a:pt x="2079" y="44301"/>
                  </a:cubicBezTo>
                  <a:cubicBezTo>
                    <a:pt x="2375" y="45296"/>
                    <a:pt x="2702" y="46280"/>
                    <a:pt x="3060" y="47254"/>
                  </a:cubicBezTo>
                  <a:cubicBezTo>
                    <a:pt x="3417" y="48229"/>
                    <a:pt x="3805" y="49191"/>
                    <a:pt x="4222" y="50141"/>
                  </a:cubicBezTo>
                  <a:cubicBezTo>
                    <a:pt x="4639" y="51091"/>
                    <a:pt x="5086" y="52028"/>
                    <a:pt x="5562" y="52950"/>
                  </a:cubicBezTo>
                  <a:cubicBezTo>
                    <a:pt x="6037" y="53872"/>
                    <a:pt x="6541" y="54779"/>
                    <a:pt x="7073" y="55670"/>
                  </a:cubicBezTo>
                  <a:cubicBezTo>
                    <a:pt x="7605" y="56561"/>
                    <a:pt x="8165" y="57435"/>
                    <a:pt x="8751" y="58291"/>
                  </a:cubicBezTo>
                  <a:cubicBezTo>
                    <a:pt x="9338" y="59146"/>
                    <a:pt x="9951" y="59984"/>
                    <a:pt x="10589" y="60802"/>
                  </a:cubicBezTo>
                  <a:cubicBezTo>
                    <a:pt x="11228" y="61620"/>
                    <a:pt x="11892" y="62417"/>
                    <a:pt x="12580" y="63194"/>
                  </a:cubicBezTo>
                  <a:cubicBezTo>
                    <a:pt x="13268" y="63970"/>
                    <a:pt x="13980" y="64725"/>
                    <a:pt x="14715" y="65457"/>
                  </a:cubicBezTo>
                  <a:cubicBezTo>
                    <a:pt x="15450" y="66190"/>
                    <a:pt x="16208" y="66899"/>
                    <a:pt x="16987" y="67584"/>
                  </a:cubicBezTo>
                  <a:cubicBezTo>
                    <a:pt x="17766" y="68269"/>
                    <a:pt x="18567" y="68929"/>
                    <a:pt x="19387" y="69565"/>
                  </a:cubicBezTo>
                  <a:cubicBezTo>
                    <a:pt x="20207" y="70200"/>
                    <a:pt x="21047" y="70809"/>
                    <a:pt x="21906" y="71392"/>
                  </a:cubicBezTo>
                  <a:cubicBezTo>
                    <a:pt x="22764" y="71975"/>
                    <a:pt x="23640" y="72531"/>
                    <a:pt x="24533" y="73060"/>
                  </a:cubicBezTo>
                  <a:cubicBezTo>
                    <a:pt x="25426" y="73588"/>
                    <a:pt x="26335" y="74089"/>
                    <a:pt x="27259" y="74561"/>
                  </a:cubicBezTo>
                  <a:cubicBezTo>
                    <a:pt x="28183" y="75033"/>
                    <a:pt x="29121" y="75476"/>
                    <a:pt x="30073" y="75889"/>
                  </a:cubicBezTo>
                  <a:cubicBezTo>
                    <a:pt x="31024" y="76303"/>
                    <a:pt x="31989" y="76687"/>
                    <a:pt x="32964" y="77040"/>
                  </a:cubicBezTo>
                  <a:cubicBezTo>
                    <a:pt x="33940" y="77394"/>
                    <a:pt x="34926" y="77717"/>
                    <a:pt x="35921" y="78009"/>
                  </a:cubicBezTo>
                  <a:cubicBezTo>
                    <a:pt x="36917" y="78301"/>
                    <a:pt x="37921" y="78562"/>
                    <a:pt x="38933" y="78792"/>
                  </a:cubicBezTo>
                  <a:cubicBezTo>
                    <a:pt x="39945" y="79021"/>
                    <a:pt x="40964" y="79219"/>
                    <a:pt x="41988" y="79386"/>
                  </a:cubicBezTo>
                  <a:cubicBezTo>
                    <a:pt x="43012" y="79552"/>
                    <a:pt x="44041" y="79686"/>
                    <a:pt x="45073" y="79788"/>
                  </a:cubicBezTo>
                  <a:cubicBezTo>
                    <a:pt x="46106" y="79891"/>
                    <a:pt x="47141" y="79961"/>
                    <a:pt x="48178" y="79999"/>
                  </a:cubicBezTo>
                  <a:cubicBezTo>
                    <a:pt x="49215" y="80036"/>
                    <a:pt x="50253" y="80042"/>
                    <a:pt x="51290" y="80015"/>
                  </a:cubicBezTo>
                  <a:cubicBezTo>
                    <a:pt x="52327" y="79988"/>
                    <a:pt x="53363" y="79929"/>
                    <a:pt x="54397" y="79838"/>
                  </a:cubicBezTo>
                  <a:cubicBezTo>
                    <a:pt x="55430" y="79747"/>
                    <a:pt x="56461" y="79623"/>
                    <a:pt x="57487" y="79468"/>
                  </a:cubicBezTo>
                  <a:cubicBezTo>
                    <a:pt x="58512" y="79313"/>
                    <a:pt x="59533" y="79125"/>
                    <a:pt x="60547" y="78907"/>
                  </a:cubicBezTo>
                  <a:cubicBezTo>
                    <a:pt x="61562" y="78688"/>
                    <a:pt x="62569" y="78437"/>
                    <a:pt x="63567" y="78156"/>
                  </a:cubicBezTo>
                  <a:cubicBezTo>
                    <a:pt x="64566" y="77874"/>
                    <a:pt x="65556" y="77562"/>
                    <a:pt x="66535" y="77219"/>
                  </a:cubicBezTo>
                  <a:cubicBezTo>
                    <a:pt x="67514" y="76876"/>
                    <a:pt x="68482" y="76502"/>
                    <a:pt x="69438" y="76099"/>
                  </a:cubicBezTo>
                  <a:cubicBezTo>
                    <a:pt x="70394" y="75695"/>
                    <a:pt x="71337" y="75262"/>
                    <a:pt x="72266" y="74800"/>
                  </a:cubicBezTo>
                  <a:cubicBezTo>
                    <a:pt x="73195" y="74338"/>
                    <a:pt x="74109" y="73847"/>
                    <a:pt x="75008" y="73329"/>
                  </a:cubicBezTo>
                  <a:cubicBezTo>
                    <a:pt x="75906" y="72810"/>
                    <a:pt x="76788" y="72263"/>
                    <a:pt x="77653" y="71689"/>
                  </a:cubicBezTo>
                  <a:cubicBezTo>
                    <a:pt x="78517" y="71115"/>
                    <a:pt x="79364" y="70515"/>
                    <a:pt x="80191" y="69888"/>
                  </a:cubicBezTo>
                  <a:cubicBezTo>
                    <a:pt x="81018" y="69262"/>
                    <a:pt x="81825" y="68610"/>
                    <a:pt x="82611" y="67933"/>
                  </a:cubicBezTo>
                  <a:cubicBezTo>
                    <a:pt x="83398" y="67256"/>
                    <a:pt x="84163" y="66555"/>
                    <a:pt x="84906" y="65831"/>
                  </a:cubicBezTo>
                  <a:cubicBezTo>
                    <a:pt x="85649" y="65106"/>
                    <a:pt x="86369" y="64359"/>
                    <a:pt x="87065" y="63590"/>
                  </a:cubicBezTo>
                  <a:cubicBezTo>
                    <a:pt x="87762" y="62821"/>
                    <a:pt x="88434" y="62030"/>
                    <a:pt x="89081" y="61219"/>
                  </a:cubicBezTo>
                  <a:cubicBezTo>
                    <a:pt x="89728" y="60408"/>
                    <a:pt x="90350" y="59578"/>
                    <a:pt x="90945" y="58728"/>
                  </a:cubicBezTo>
                  <a:cubicBezTo>
                    <a:pt x="91541" y="57878"/>
                    <a:pt x="92110" y="57010"/>
                    <a:pt x="92651" y="56125"/>
                  </a:cubicBezTo>
                  <a:cubicBezTo>
                    <a:pt x="93193" y="55240"/>
                    <a:pt x="93707" y="54338"/>
                    <a:pt x="94192" y="53421"/>
                  </a:cubicBezTo>
                  <a:cubicBezTo>
                    <a:pt x="94677" y="52504"/>
                    <a:pt x="95134" y="51573"/>
                    <a:pt x="95561" y="50627"/>
                  </a:cubicBezTo>
                  <a:cubicBezTo>
                    <a:pt x="95989" y="49682"/>
                    <a:pt x="96386" y="48723"/>
                    <a:pt x="96754" y="47753"/>
                  </a:cubicBezTo>
                  <a:cubicBezTo>
                    <a:pt x="97122" y="46783"/>
                    <a:pt x="97459" y="45801"/>
                    <a:pt x="97766" y="44810"/>
                  </a:cubicBezTo>
                  <a:cubicBezTo>
                    <a:pt x="98073" y="43819"/>
                    <a:pt x="98348" y="42819"/>
                    <a:pt x="98593" y="41810"/>
                  </a:cubicBezTo>
                  <a:cubicBezTo>
                    <a:pt x="98837" y="40802"/>
                    <a:pt x="99050" y="39786"/>
                    <a:pt x="99231" y="38765"/>
                  </a:cubicBezTo>
                  <a:cubicBezTo>
                    <a:pt x="99413" y="37743"/>
                    <a:pt x="99562" y="36716"/>
                    <a:pt x="99679" y="35685"/>
                  </a:cubicBezTo>
                  <a:cubicBezTo>
                    <a:pt x="99797" y="34654"/>
                    <a:pt x="99882" y="33620"/>
                    <a:pt x="99935" y="32584"/>
                  </a:cubicBezTo>
                  <a:cubicBezTo>
                    <a:pt x="99988" y="31548"/>
                    <a:pt x="100008" y="30510"/>
                    <a:pt x="99997" y="29473"/>
                  </a:cubicBezTo>
                  <a:cubicBezTo>
                    <a:pt x="99985" y="28435"/>
                    <a:pt x="99941" y="27398"/>
                    <a:pt x="99865" y="26364"/>
                  </a:cubicBezTo>
                  <a:cubicBezTo>
                    <a:pt x="99789" y="25329"/>
                    <a:pt x="99681" y="24297"/>
                    <a:pt x="99540" y="23269"/>
                  </a:cubicBezTo>
                  <a:cubicBezTo>
                    <a:pt x="99400" y="22241"/>
                    <a:pt x="99228" y="21217"/>
                    <a:pt x="99024" y="202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5" name="probe-lucide-merge" descr="merge — Lucide Icons and Contributors; preserve the bundled full upstream license. Source: https://github.com/lucide-icons/lucide/blob/20aef31db93fe4d9f398dbb15b120d99c48eef95/icons/merge.svg; SVG SHA256: 8577cee63af9e9f4ae6b873390add3a699e35139eca3a8a1cff74a1729732114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66" name="probe-lucide-merge-part-1"/>
            <p:cNvSpPr/>
            <p:nvPr/>
          </p:nvSpPr>
          <p:spPr>
            <a:xfrm>
              <a:off x="80000" y="20000"/>
              <a:ext cx="80000" cy="40000"/>
            </a:xfrm>
            <a:custGeom>
              <a:avLst/>
              <a:gdLst/>
              <a:ahLst/>
              <a:cxnLst/>
              <a:rect l="0" t="0" r="r" b="b"/>
              <a:pathLst>
                <a:path w="80000" h="40000">
                  <a:moveTo>
                    <a:pt x="0" y="40000"/>
                  </a:moveTo>
                  <a:lnTo>
                    <a:pt x="40000" y="0"/>
                  </a:lnTo>
                  <a:lnTo>
                    <a:pt x="8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merge-part-2"/>
            <p:cNvSpPr/>
            <p:nvPr/>
          </p:nvSpPr>
          <p:spPr>
            <a:xfrm>
              <a:off x="40000" y="20000"/>
              <a:ext cx="80002" cy="200000"/>
            </a:xfrm>
            <a:custGeom>
              <a:avLst/>
              <a:gdLst/>
              <a:ahLst/>
              <a:cxnLst/>
              <a:rect l="0" t="0" r="r" b="b"/>
              <a:pathLst>
                <a:path w="80002" h="200000">
                  <a:moveTo>
                    <a:pt x="80000" y="0"/>
                  </a:moveTo>
                  <a:lnTo>
                    <a:pt x="80000" y="103000"/>
                  </a:lnTo>
                  <a:cubicBezTo>
                    <a:pt x="80009" y="103817"/>
                    <a:pt x="79993" y="104634"/>
                    <a:pt x="79951" y="105449"/>
                  </a:cubicBezTo>
                  <a:cubicBezTo>
                    <a:pt x="79910" y="106265"/>
                    <a:pt x="79844" y="107080"/>
                    <a:pt x="79753" y="107891"/>
                  </a:cubicBezTo>
                  <a:cubicBezTo>
                    <a:pt x="79662" y="108703"/>
                    <a:pt x="79546" y="109512"/>
                    <a:pt x="79405" y="110317"/>
                  </a:cubicBezTo>
                  <a:cubicBezTo>
                    <a:pt x="79264" y="111121"/>
                    <a:pt x="79099" y="111921"/>
                    <a:pt x="78909" y="112716"/>
                  </a:cubicBezTo>
                  <a:cubicBezTo>
                    <a:pt x="78720" y="113510"/>
                    <a:pt x="78506" y="114299"/>
                    <a:pt x="78268" y="115080"/>
                  </a:cubicBezTo>
                  <a:cubicBezTo>
                    <a:pt x="78030" y="115862"/>
                    <a:pt x="77768" y="116636"/>
                    <a:pt x="77483" y="117401"/>
                  </a:cubicBezTo>
                  <a:cubicBezTo>
                    <a:pt x="77197" y="118166"/>
                    <a:pt x="76889" y="118923"/>
                    <a:pt x="76557" y="119669"/>
                  </a:cubicBezTo>
                  <a:cubicBezTo>
                    <a:pt x="76225" y="120416"/>
                    <a:pt x="75871" y="121152"/>
                    <a:pt x="75494" y="121877"/>
                  </a:cubicBezTo>
                  <a:cubicBezTo>
                    <a:pt x="75118" y="122602"/>
                    <a:pt x="74719" y="123315"/>
                    <a:pt x="74298" y="124015"/>
                  </a:cubicBezTo>
                  <a:cubicBezTo>
                    <a:pt x="73878" y="124715"/>
                    <a:pt x="73436" y="125403"/>
                    <a:pt x="72974" y="126076"/>
                  </a:cubicBezTo>
                  <a:cubicBezTo>
                    <a:pt x="72511" y="126749"/>
                    <a:pt x="72028" y="127408"/>
                    <a:pt x="71525" y="128052"/>
                  </a:cubicBezTo>
                  <a:cubicBezTo>
                    <a:pt x="71023" y="128696"/>
                    <a:pt x="70500" y="129324"/>
                    <a:pt x="69959" y="129936"/>
                  </a:cubicBezTo>
                  <a:cubicBezTo>
                    <a:pt x="69418" y="130548"/>
                    <a:pt x="68858" y="131143"/>
                    <a:pt x="68280" y="131720"/>
                  </a:cubicBezTo>
                  <a:lnTo>
                    <a:pt x="0" y="2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merge-part-3"/>
            <p:cNvSpPr/>
            <p:nvPr/>
          </p:nvSpPr>
          <p:spPr>
            <a:xfrm>
              <a:off x="150000" y="17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5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9" name="probe-lucide-milestone" descr="milestone — Lucide Icons and Contributors; preserve the bundled full upstream license. Source: https://github.com/lucide-icons/lucide/blob/20aef31db93fe4d9f398dbb15b120d99c48eef95/icons/milestone.svg; SVG SHA256: 7620dceab080091301b7463549d857613a532307fd52bde3d56fe629dd9dd770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70" name="probe-lucide-milestone-part-1"/>
            <p:cNvSpPr/>
            <p:nvPr/>
          </p:nvSpPr>
          <p:spPr>
            <a:xfrm>
              <a:off x="120000" y="130000"/>
              <a:ext cx="10" cy="80000"/>
            </a:xfrm>
            <a:custGeom>
              <a:avLst/>
              <a:gdLst/>
              <a:ahLst/>
              <a:cxnLst/>
              <a:rect l="0" t="0" r="r" b="b"/>
              <a:pathLst>
                <a:path w="10" h="80000">
                  <a:moveTo>
                    <a:pt x="0" y="0"/>
                  </a:moveTo>
                  <a:lnTo>
                    <a:pt x="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milestone-part-2"/>
            <p:cNvSpPr/>
            <p:nvPr/>
          </p:nvSpPr>
          <p:spPr>
            <a:xfrm>
              <a:off x="120000" y="3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milestone-part-3"/>
            <p:cNvSpPr/>
            <p:nvPr/>
          </p:nvSpPr>
          <p:spPr>
            <a:xfrm>
              <a:off x="30000" y="60000"/>
              <a:ext cx="190000" cy="70000"/>
            </a:xfrm>
            <a:custGeom>
              <a:avLst/>
              <a:gdLst/>
              <a:ahLst/>
              <a:cxnLst/>
              <a:rect l="0" t="0" r="r" b="b"/>
              <a:pathLst>
                <a:path w="190000" h="70000">
                  <a:moveTo>
                    <a:pt x="151720" y="0"/>
                  </a:moveTo>
                  <a:cubicBezTo>
                    <a:pt x="152123" y="0"/>
                    <a:pt x="152525" y="12"/>
                    <a:pt x="152927" y="37"/>
                  </a:cubicBezTo>
                  <a:cubicBezTo>
                    <a:pt x="153329" y="61"/>
                    <a:pt x="153731" y="98"/>
                    <a:pt x="154131" y="146"/>
                  </a:cubicBezTo>
                  <a:cubicBezTo>
                    <a:pt x="154530" y="195"/>
                    <a:pt x="154929" y="256"/>
                    <a:pt x="155325" y="328"/>
                  </a:cubicBezTo>
                  <a:cubicBezTo>
                    <a:pt x="155721" y="401"/>
                    <a:pt x="156115" y="486"/>
                    <a:pt x="156506" y="582"/>
                  </a:cubicBezTo>
                  <a:cubicBezTo>
                    <a:pt x="156897" y="679"/>
                    <a:pt x="157285" y="787"/>
                    <a:pt x="157669" y="907"/>
                  </a:cubicBezTo>
                  <a:cubicBezTo>
                    <a:pt x="158054" y="1027"/>
                    <a:pt x="158435" y="1158"/>
                    <a:pt x="158811" y="1301"/>
                  </a:cubicBezTo>
                  <a:cubicBezTo>
                    <a:pt x="159188" y="1444"/>
                    <a:pt x="159560" y="1598"/>
                    <a:pt x="159927" y="1763"/>
                  </a:cubicBezTo>
                  <a:cubicBezTo>
                    <a:pt x="160295" y="1929"/>
                    <a:pt x="160657" y="2105"/>
                    <a:pt x="161013" y="2293"/>
                  </a:cubicBezTo>
                  <a:cubicBezTo>
                    <a:pt x="161370" y="2480"/>
                    <a:pt x="161721" y="2678"/>
                    <a:pt x="162065" y="2886"/>
                  </a:cubicBezTo>
                  <a:cubicBezTo>
                    <a:pt x="162410" y="3095"/>
                    <a:pt x="162748" y="3313"/>
                    <a:pt x="163080" y="3542"/>
                  </a:cubicBezTo>
                  <a:cubicBezTo>
                    <a:pt x="163411" y="3771"/>
                    <a:pt x="163736" y="4010"/>
                    <a:pt x="164053" y="4258"/>
                  </a:cubicBezTo>
                  <a:cubicBezTo>
                    <a:pt x="164370" y="4507"/>
                    <a:pt x="164679" y="4765"/>
                    <a:pt x="164981" y="5032"/>
                  </a:cubicBezTo>
                  <a:cubicBezTo>
                    <a:pt x="165282" y="5299"/>
                    <a:pt x="165575" y="5575"/>
                    <a:pt x="165860" y="5860"/>
                  </a:cubicBezTo>
                  <a:lnTo>
                    <a:pt x="186460" y="26460"/>
                  </a:lnTo>
                  <a:cubicBezTo>
                    <a:pt x="186632" y="26632"/>
                    <a:pt x="186799" y="26809"/>
                    <a:pt x="186960" y="26991"/>
                  </a:cubicBezTo>
                  <a:cubicBezTo>
                    <a:pt x="187122" y="27173"/>
                    <a:pt x="187278" y="27360"/>
                    <a:pt x="187428" y="27551"/>
                  </a:cubicBezTo>
                  <a:cubicBezTo>
                    <a:pt x="187578" y="27743"/>
                    <a:pt x="187722" y="27939"/>
                    <a:pt x="187861" y="28139"/>
                  </a:cubicBezTo>
                  <a:cubicBezTo>
                    <a:pt x="187999" y="28339"/>
                    <a:pt x="188131" y="28543"/>
                    <a:pt x="188257" y="28751"/>
                  </a:cubicBezTo>
                  <a:cubicBezTo>
                    <a:pt x="188383" y="28959"/>
                    <a:pt x="188503" y="29171"/>
                    <a:pt x="188616" y="29387"/>
                  </a:cubicBezTo>
                  <a:cubicBezTo>
                    <a:pt x="188729" y="29602"/>
                    <a:pt x="188836" y="29821"/>
                    <a:pt x="188935" y="30043"/>
                  </a:cubicBezTo>
                  <a:cubicBezTo>
                    <a:pt x="189035" y="30265"/>
                    <a:pt x="189129" y="30489"/>
                    <a:pt x="189215" y="30717"/>
                  </a:cubicBezTo>
                  <a:cubicBezTo>
                    <a:pt x="189301" y="30944"/>
                    <a:pt x="189381" y="31174"/>
                    <a:pt x="189453" y="31406"/>
                  </a:cubicBezTo>
                  <a:cubicBezTo>
                    <a:pt x="189526" y="31639"/>
                    <a:pt x="189591" y="31873"/>
                    <a:pt x="189649" y="32109"/>
                  </a:cubicBezTo>
                  <a:cubicBezTo>
                    <a:pt x="189707" y="32345"/>
                    <a:pt x="189759" y="32583"/>
                    <a:pt x="189802" y="32823"/>
                  </a:cubicBezTo>
                  <a:cubicBezTo>
                    <a:pt x="189846" y="33062"/>
                    <a:pt x="189883" y="33302"/>
                    <a:pt x="189912" y="33544"/>
                  </a:cubicBezTo>
                  <a:cubicBezTo>
                    <a:pt x="189942" y="33785"/>
                    <a:pt x="189964" y="34028"/>
                    <a:pt x="189978" y="34271"/>
                  </a:cubicBezTo>
                  <a:cubicBezTo>
                    <a:pt x="189993" y="34513"/>
                    <a:pt x="190000" y="34757"/>
                    <a:pt x="190000" y="35000"/>
                  </a:cubicBezTo>
                  <a:cubicBezTo>
                    <a:pt x="190000" y="35243"/>
                    <a:pt x="189993" y="35487"/>
                    <a:pt x="189978" y="35729"/>
                  </a:cubicBezTo>
                  <a:cubicBezTo>
                    <a:pt x="189964" y="35972"/>
                    <a:pt x="189942" y="36215"/>
                    <a:pt x="189912" y="36456"/>
                  </a:cubicBezTo>
                  <a:cubicBezTo>
                    <a:pt x="189883" y="36698"/>
                    <a:pt x="189846" y="36938"/>
                    <a:pt x="189802" y="37177"/>
                  </a:cubicBezTo>
                  <a:cubicBezTo>
                    <a:pt x="189759" y="37417"/>
                    <a:pt x="189707" y="37655"/>
                    <a:pt x="189649" y="37891"/>
                  </a:cubicBezTo>
                  <a:cubicBezTo>
                    <a:pt x="189591" y="38127"/>
                    <a:pt x="189526" y="38361"/>
                    <a:pt x="189453" y="38594"/>
                  </a:cubicBezTo>
                  <a:cubicBezTo>
                    <a:pt x="189381" y="38826"/>
                    <a:pt x="189301" y="39056"/>
                    <a:pt x="189215" y="39283"/>
                  </a:cubicBezTo>
                  <a:cubicBezTo>
                    <a:pt x="189129" y="39511"/>
                    <a:pt x="189035" y="39735"/>
                    <a:pt x="188935" y="39957"/>
                  </a:cubicBezTo>
                  <a:cubicBezTo>
                    <a:pt x="188836" y="40179"/>
                    <a:pt x="188729" y="40398"/>
                    <a:pt x="188616" y="40613"/>
                  </a:cubicBezTo>
                  <a:cubicBezTo>
                    <a:pt x="188503" y="40829"/>
                    <a:pt x="188383" y="41041"/>
                    <a:pt x="188257" y="41249"/>
                  </a:cubicBezTo>
                  <a:cubicBezTo>
                    <a:pt x="188131" y="41457"/>
                    <a:pt x="187999" y="41661"/>
                    <a:pt x="187861" y="41861"/>
                  </a:cubicBezTo>
                  <a:cubicBezTo>
                    <a:pt x="187722" y="42061"/>
                    <a:pt x="187578" y="42257"/>
                    <a:pt x="187428" y="42449"/>
                  </a:cubicBezTo>
                  <a:cubicBezTo>
                    <a:pt x="187278" y="42640"/>
                    <a:pt x="187122" y="42827"/>
                    <a:pt x="186960" y="43009"/>
                  </a:cubicBezTo>
                  <a:cubicBezTo>
                    <a:pt x="186799" y="43191"/>
                    <a:pt x="186632" y="43368"/>
                    <a:pt x="186460" y="43540"/>
                  </a:cubicBezTo>
                  <a:lnTo>
                    <a:pt x="165860" y="64140"/>
                  </a:lnTo>
                  <a:cubicBezTo>
                    <a:pt x="165575" y="64425"/>
                    <a:pt x="165282" y="64701"/>
                    <a:pt x="164981" y="64968"/>
                  </a:cubicBezTo>
                  <a:cubicBezTo>
                    <a:pt x="164679" y="65235"/>
                    <a:pt x="164370" y="65493"/>
                    <a:pt x="164053" y="65742"/>
                  </a:cubicBezTo>
                  <a:cubicBezTo>
                    <a:pt x="163736" y="65990"/>
                    <a:pt x="163411" y="66229"/>
                    <a:pt x="163080" y="66458"/>
                  </a:cubicBezTo>
                  <a:cubicBezTo>
                    <a:pt x="162748" y="66687"/>
                    <a:pt x="162410" y="66905"/>
                    <a:pt x="162065" y="67114"/>
                  </a:cubicBezTo>
                  <a:cubicBezTo>
                    <a:pt x="161721" y="67322"/>
                    <a:pt x="161370" y="67520"/>
                    <a:pt x="161013" y="67707"/>
                  </a:cubicBezTo>
                  <a:cubicBezTo>
                    <a:pt x="160657" y="67895"/>
                    <a:pt x="160295" y="68071"/>
                    <a:pt x="159927" y="68237"/>
                  </a:cubicBezTo>
                  <a:cubicBezTo>
                    <a:pt x="159560" y="68402"/>
                    <a:pt x="159188" y="68556"/>
                    <a:pt x="158811" y="68699"/>
                  </a:cubicBezTo>
                  <a:cubicBezTo>
                    <a:pt x="158435" y="68842"/>
                    <a:pt x="158054" y="68973"/>
                    <a:pt x="157669" y="69093"/>
                  </a:cubicBezTo>
                  <a:cubicBezTo>
                    <a:pt x="157285" y="69213"/>
                    <a:pt x="156897" y="69321"/>
                    <a:pt x="156506" y="69418"/>
                  </a:cubicBezTo>
                  <a:cubicBezTo>
                    <a:pt x="156115" y="69514"/>
                    <a:pt x="155721" y="69599"/>
                    <a:pt x="155325" y="69672"/>
                  </a:cubicBezTo>
                  <a:cubicBezTo>
                    <a:pt x="154929" y="69744"/>
                    <a:pt x="154530" y="69805"/>
                    <a:pt x="154131" y="69854"/>
                  </a:cubicBezTo>
                  <a:cubicBezTo>
                    <a:pt x="153731" y="69902"/>
                    <a:pt x="153329" y="69939"/>
                    <a:pt x="152927" y="69963"/>
                  </a:cubicBezTo>
                  <a:cubicBezTo>
                    <a:pt x="152525" y="69988"/>
                    <a:pt x="152123" y="70000"/>
                    <a:pt x="151720" y="70000"/>
                  </a:cubicBezTo>
                  <a:lnTo>
                    <a:pt x="10000" y="70000"/>
                  </a:lnTo>
                  <a:cubicBezTo>
                    <a:pt x="9791" y="70000"/>
                    <a:pt x="9581" y="69993"/>
                    <a:pt x="9372" y="69980"/>
                  </a:cubicBezTo>
                  <a:cubicBezTo>
                    <a:pt x="9163" y="69967"/>
                    <a:pt x="8954" y="69947"/>
                    <a:pt x="8747" y="69921"/>
                  </a:cubicBezTo>
                  <a:cubicBezTo>
                    <a:pt x="8539" y="69895"/>
                    <a:pt x="8332" y="69862"/>
                    <a:pt x="8126" y="69823"/>
                  </a:cubicBezTo>
                  <a:cubicBezTo>
                    <a:pt x="7920" y="69784"/>
                    <a:pt x="7716" y="69738"/>
                    <a:pt x="7513" y="69686"/>
                  </a:cubicBezTo>
                  <a:cubicBezTo>
                    <a:pt x="7310" y="69634"/>
                    <a:pt x="7109" y="69575"/>
                    <a:pt x="6910" y="69511"/>
                  </a:cubicBezTo>
                  <a:cubicBezTo>
                    <a:pt x="6711" y="69446"/>
                    <a:pt x="6514" y="69375"/>
                    <a:pt x="6319" y="69298"/>
                  </a:cubicBezTo>
                  <a:cubicBezTo>
                    <a:pt x="6124" y="69221"/>
                    <a:pt x="5932" y="69137"/>
                    <a:pt x="5742" y="69048"/>
                  </a:cubicBezTo>
                  <a:cubicBezTo>
                    <a:pt x="5553" y="68959"/>
                    <a:pt x="5366" y="68864"/>
                    <a:pt x="5182" y="68763"/>
                  </a:cubicBezTo>
                  <a:cubicBezTo>
                    <a:pt x="4999" y="68662"/>
                    <a:pt x="4819" y="68556"/>
                    <a:pt x="4642" y="68443"/>
                  </a:cubicBezTo>
                  <a:cubicBezTo>
                    <a:pt x="4465" y="68331"/>
                    <a:pt x="4292" y="68213"/>
                    <a:pt x="4122" y="68090"/>
                  </a:cubicBezTo>
                  <a:cubicBezTo>
                    <a:pt x="3953" y="67967"/>
                    <a:pt x="3787" y="67839"/>
                    <a:pt x="3626" y="67705"/>
                  </a:cubicBezTo>
                  <a:cubicBezTo>
                    <a:pt x="3464" y="67572"/>
                    <a:pt x="3307" y="67433"/>
                    <a:pt x="3155" y="67290"/>
                  </a:cubicBezTo>
                  <a:cubicBezTo>
                    <a:pt x="3002" y="67146"/>
                    <a:pt x="2854" y="66998"/>
                    <a:pt x="2710" y="66845"/>
                  </a:cubicBezTo>
                  <a:cubicBezTo>
                    <a:pt x="2567" y="66693"/>
                    <a:pt x="2428" y="66536"/>
                    <a:pt x="2295" y="66374"/>
                  </a:cubicBezTo>
                  <a:cubicBezTo>
                    <a:pt x="2161" y="66213"/>
                    <a:pt x="2033" y="66047"/>
                    <a:pt x="1910" y="65878"/>
                  </a:cubicBezTo>
                  <a:cubicBezTo>
                    <a:pt x="1787" y="65708"/>
                    <a:pt x="1669" y="65535"/>
                    <a:pt x="1557" y="65358"/>
                  </a:cubicBezTo>
                  <a:cubicBezTo>
                    <a:pt x="1444" y="65181"/>
                    <a:pt x="1338" y="65001"/>
                    <a:pt x="1237" y="64818"/>
                  </a:cubicBezTo>
                  <a:cubicBezTo>
                    <a:pt x="1136" y="64634"/>
                    <a:pt x="1041" y="64447"/>
                    <a:pt x="952" y="64258"/>
                  </a:cubicBezTo>
                  <a:cubicBezTo>
                    <a:pt x="863" y="64068"/>
                    <a:pt x="779" y="63876"/>
                    <a:pt x="702" y="63681"/>
                  </a:cubicBezTo>
                  <a:cubicBezTo>
                    <a:pt x="625" y="63486"/>
                    <a:pt x="554" y="63289"/>
                    <a:pt x="489" y="63090"/>
                  </a:cubicBezTo>
                  <a:cubicBezTo>
                    <a:pt x="425" y="62891"/>
                    <a:pt x="366" y="62690"/>
                    <a:pt x="314" y="62487"/>
                  </a:cubicBezTo>
                  <a:cubicBezTo>
                    <a:pt x="262" y="62284"/>
                    <a:pt x="216" y="62080"/>
                    <a:pt x="177" y="61874"/>
                  </a:cubicBezTo>
                  <a:cubicBezTo>
                    <a:pt x="138" y="61668"/>
                    <a:pt x="105" y="61461"/>
                    <a:pt x="79" y="61253"/>
                  </a:cubicBezTo>
                  <a:cubicBezTo>
                    <a:pt x="53" y="61046"/>
                    <a:pt x="33" y="60837"/>
                    <a:pt x="20" y="60628"/>
                  </a:cubicBezTo>
                  <a:cubicBezTo>
                    <a:pt x="7" y="60419"/>
                    <a:pt x="0" y="60209"/>
                    <a:pt x="0" y="6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3" name="probe-lucide-network" descr="network — Lucide Icons and Contributors; preserve the bundled full upstream license. Source: https://github.com/lucide-icons/lucide/blob/20aef31db93fe4d9f398dbb15b120d99c48eef95/icons/network.svg; SVG SHA256: 626be730feea1e5ea7539fbf78b4a3fcb927ce5d7dc43364f2216908672ac792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74" name="probe-lucide-network-part-1"/>
            <p:cNvSpPr/>
            <p:nvPr/>
          </p:nvSpPr>
          <p:spPr>
            <a:xfrm>
              <a:off x="16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" name="probe-lucide-network-part-2"/>
            <p:cNvSpPr/>
            <p:nvPr/>
          </p:nvSpPr>
          <p:spPr>
            <a:xfrm>
              <a:off x="2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6" name="probe-lucide-network-part-3"/>
            <p:cNvSpPr/>
            <p:nvPr/>
          </p:nvSpPr>
          <p:spPr>
            <a:xfrm>
              <a:off x="9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7" name="probe-lucide-network-part-4"/>
            <p:cNvSpPr/>
            <p:nvPr/>
          </p:nvSpPr>
          <p:spPr>
            <a:xfrm>
              <a:off x="50000" y="120000"/>
              <a:ext cx="140000" cy="40000"/>
            </a:xfrm>
            <a:custGeom>
              <a:avLst/>
              <a:gdLst/>
              <a:ahLst/>
              <a:cxnLst/>
              <a:rect l="0" t="0" r="r" b="b"/>
              <a:pathLst>
                <a:path w="140000" h="40000">
                  <a:moveTo>
                    <a:pt x="0" y="40000"/>
                  </a:move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lnTo>
                    <a:pt x="130000" y="0"/>
                  </a:lnTo>
                  <a:cubicBezTo>
                    <a:pt x="130209" y="0"/>
                    <a:pt x="130419" y="7"/>
                    <a:pt x="130628" y="20"/>
                  </a:cubicBezTo>
                  <a:cubicBezTo>
                    <a:pt x="130837" y="33"/>
                    <a:pt x="131046" y="53"/>
                    <a:pt x="131253" y="79"/>
                  </a:cubicBezTo>
                  <a:cubicBezTo>
                    <a:pt x="131461" y="105"/>
                    <a:pt x="131668" y="138"/>
                    <a:pt x="131874" y="177"/>
                  </a:cubicBezTo>
                  <a:cubicBezTo>
                    <a:pt x="132080" y="216"/>
                    <a:pt x="132284" y="262"/>
                    <a:pt x="132487" y="314"/>
                  </a:cubicBezTo>
                  <a:cubicBezTo>
                    <a:pt x="132690" y="366"/>
                    <a:pt x="132891" y="425"/>
                    <a:pt x="133090" y="489"/>
                  </a:cubicBezTo>
                  <a:cubicBezTo>
                    <a:pt x="133289" y="554"/>
                    <a:pt x="133486" y="625"/>
                    <a:pt x="133681" y="702"/>
                  </a:cubicBezTo>
                  <a:cubicBezTo>
                    <a:pt x="133876" y="779"/>
                    <a:pt x="134068" y="863"/>
                    <a:pt x="134258" y="952"/>
                  </a:cubicBezTo>
                  <a:cubicBezTo>
                    <a:pt x="134447" y="1041"/>
                    <a:pt x="134634" y="1136"/>
                    <a:pt x="134818" y="1237"/>
                  </a:cubicBezTo>
                  <a:cubicBezTo>
                    <a:pt x="135001" y="1338"/>
                    <a:pt x="135181" y="1444"/>
                    <a:pt x="135358" y="1557"/>
                  </a:cubicBezTo>
                  <a:cubicBezTo>
                    <a:pt x="135535" y="1669"/>
                    <a:pt x="135708" y="1787"/>
                    <a:pt x="135878" y="1910"/>
                  </a:cubicBezTo>
                  <a:cubicBezTo>
                    <a:pt x="136047" y="2033"/>
                    <a:pt x="136213" y="2161"/>
                    <a:pt x="136374" y="2295"/>
                  </a:cubicBezTo>
                  <a:cubicBezTo>
                    <a:pt x="136536" y="2428"/>
                    <a:pt x="136693" y="2567"/>
                    <a:pt x="136845" y="2710"/>
                  </a:cubicBezTo>
                  <a:cubicBezTo>
                    <a:pt x="136998" y="2854"/>
                    <a:pt x="137146" y="3002"/>
                    <a:pt x="137290" y="3155"/>
                  </a:cubicBezTo>
                  <a:cubicBezTo>
                    <a:pt x="137433" y="3307"/>
                    <a:pt x="137572" y="3464"/>
                    <a:pt x="137705" y="3626"/>
                  </a:cubicBezTo>
                  <a:cubicBezTo>
                    <a:pt x="137839" y="3787"/>
                    <a:pt x="137967" y="3953"/>
                    <a:pt x="138090" y="4122"/>
                  </a:cubicBezTo>
                  <a:cubicBezTo>
                    <a:pt x="138213" y="4292"/>
                    <a:pt x="138331" y="4465"/>
                    <a:pt x="138443" y="4642"/>
                  </a:cubicBezTo>
                  <a:cubicBezTo>
                    <a:pt x="138556" y="4819"/>
                    <a:pt x="138662" y="4999"/>
                    <a:pt x="138763" y="5182"/>
                  </a:cubicBezTo>
                  <a:cubicBezTo>
                    <a:pt x="138864" y="5366"/>
                    <a:pt x="138959" y="5553"/>
                    <a:pt x="139048" y="5742"/>
                  </a:cubicBezTo>
                  <a:cubicBezTo>
                    <a:pt x="139137" y="5932"/>
                    <a:pt x="139221" y="6124"/>
                    <a:pt x="139298" y="6319"/>
                  </a:cubicBezTo>
                  <a:cubicBezTo>
                    <a:pt x="139375" y="6514"/>
                    <a:pt x="139446" y="6711"/>
                    <a:pt x="139511" y="6910"/>
                  </a:cubicBezTo>
                  <a:cubicBezTo>
                    <a:pt x="139575" y="7109"/>
                    <a:pt x="139634" y="7310"/>
                    <a:pt x="139686" y="7513"/>
                  </a:cubicBezTo>
                  <a:cubicBezTo>
                    <a:pt x="139738" y="7716"/>
                    <a:pt x="139784" y="7920"/>
                    <a:pt x="139823" y="8126"/>
                  </a:cubicBezTo>
                  <a:cubicBezTo>
                    <a:pt x="139862" y="8332"/>
                    <a:pt x="139895" y="8539"/>
                    <a:pt x="139921" y="8747"/>
                  </a:cubicBezTo>
                  <a:cubicBezTo>
                    <a:pt x="139947" y="8954"/>
                    <a:pt x="139967" y="9163"/>
                    <a:pt x="139980" y="9372"/>
                  </a:cubicBezTo>
                  <a:cubicBezTo>
                    <a:pt x="139993" y="9581"/>
                    <a:pt x="140000" y="9791"/>
                    <a:pt x="140000" y="10000"/>
                  </a:cubicBezTo>
                  <a:lnTo>
                    <a:pt x="1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8" name="probe-lucide-network-part-5"/>
            <p:cNvSpPr/>
            <p:nvPr/>
          </p:nvSpPr>
          <p:spPr>
            <a:xfrm>
              <a:off x="120000" y="8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9" name="probe-lucide-refresh-cw" descr="refresh-cw — Lucide Icons and Contributors; preserve the bundled full upstream license. Source: https://github.com/lucide-icons/lucide/blob/20aef31db93fe4d9f398dbb15b120d99c48eef95/icons/refresh-cw.svg; SVG SHA256: 2e10dd403c85a24f163d59fc6151aa21147fe9402e1305dfc8979208caee8944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80" name="probe-lucide-refresh-cw-part-1"/>
            <p:cNvSpPr/>
            <p:nvPr/>
          </p:nvSpPr>
          <p:spPr>
            <a:xfrm>
              <a:off x="30000" y="30000"/>
              <a:ext cx="180000" cy="90000"/>
            </a:xfrm>
            <a:custGeom>
              <a:avLst/>
              <a:gdLst/>
              <a:ahLst/>
              <a:cxnLst/>
              <a:rect l="0" t="0" r="r" b="b"/>
              <a:pathLst>
                <a:path w="180000" h="90000">
                  <a:moveTo>
                    <a:pt x="0" y="90000"/>
                  </a:moveTo>
                  <a:cubicBezTo>
                    <a:pt x="0" y="88115"/>
                    <a:pt x="59" y="86230"/>
                    <a:pt x="178" y="84349"/>
                  </a:cubicBezTo>
                  <a:cubicBezTo>
                    <a:pt x="296" y="82467"/>
                    <a:pt x="473" y="80590"/>
                    <a:pt x="710" y="78720"/>
                  </a:cubicBezTo>
                  <a:cubicBezTo>
                    <a:pt x="946" y="76850"/>
                    <a:pt x="1241" y="74987"/>
                    <a:pt x="1594" y="73136"/>
                  </a:cubicBezTo>
                  <a:cubicBezTo>
                    <a:pt x="1947" y="71284"/>
                    <a:pt x="2359" y="69444"/>
                    <a:pt x="2828" y="67618"/>
                  </a:cubicBezTo>
                  <a:cubicBezTo>
                    <a:pt x="3296" y="65792"/>
                    <a:pt x="3822" y="63981"/>
                    <a:pt x="4405" y="62188"/>
                  </a:cubicBezTo>
                  <a:cubicBezTo>
                    <a:pt x="4987" y="60396"/>
                    <a:pt x="5626" y="58622"/>
                    <a:pt x="6320" y="56869"/>
                  </a:cubicBezTo>
                  <a:cubicBezTo>
                    <a:pt x="7014" y="55116"/>
                    <a:pt x="7763" y="53386"/>
                    <a:pt x="8566" y="51680"/>
                  </a:cubicBezTo>
                  <a:cubicBezTo>
                    <a:pt x="9368" y="49974"/>
                    <a:pt x="10224" y="48294"/>
                    <a:pt x="11132" y="46642"/>
                  </a:cubicBezTo>
                  <a:cubicBezTo>
                    <a:pt x="12041" y="44990"/>
                    <a:pt x="13000" y="43367"/>
                    <a:pt x="14010" y="41776"/>
                  </a:cubicBezTo>
                  <a:cubicBezTo>
                    <a:pt x="15021" y="40184"/>
                    <a:pt x="16080" y="38624"/>
                    <a:pt x="17188" y="37099"/>
                  </a:cubicBezTo>
                  <a:cubicBezTo>
                    <a:pt x="18297" y="35574"/>
                    <a:pt x="19452" y="34084"/>
                    <a:pt x="20654" y="32632"/>
                  </a:cubicBezTo>
                  <a:cubicBezTo>
                    <a:pt x="21855" y="31179"/>
                    <a:pt x="23102" y="29765"/>
                    <a:pt x="24393" y="28391"/>
                  </a:cubicBezTo>
                  <a:cubicBezTo>
                    <a:pt x="25683" y="27017"/>
                    <a:pt x="27017" y="25683"/>
                    <a:pt x="28391" y="24393"/>
                  </a:cubicBezTo>
                  <a:cubicBezTo>
                    <a:pt x="29765" y="23102"/>
                    <a:pt x="31179" y="21855"/>
                    <a:pt x="32632" y="20654"/>
                  </a:cubicBezTo>
                  <a:cubicBezTo>
                    <a:pt x="34084" y="19452"/>
                    <a:pt x="35574" y="18297"/>
                    <a:pt x="37099" y="17188"/>
                  </a:cubicBezTo>
                  <a:cubicBezTo>
                    <a:pt x="38624" y="16080"/>
                    <a:pt x="40184" y="15021"/>
                    <a:pt x="41776" y="14010"/>
                  </a:cubicBezTo>
                  <a:cubicBezTo>
                    <a:pt x="43367" y="13000"/>
                    <a:pt x="44990" y="12041"/>
                    <a:pt x="46642" y="11132"/>
                  </a:cubicBezTo>
                  <a:cubicBezTo>
                    <a:pt x="48294" y="10224"/>
                    <a:pt x="49974" y="9368"/>
                    <a:pt x="51680" y="8566"/>
                  </a:cubicBezTo>
                  <a:cubicBezTo>
                    <a:pt x="53386" y="7763"/>
                    <a:pt x="55116" y="7014"/>
                    <a:pt x="56869" y="6320"/>
                  </a:cubicBezTo>
                  <a:cubicBezTo>
                    <a:pt x="58622" y="5626"/>
                    <a:pt x="60396" y="4987"/>
                    <a:pt x="62188" y="4405"/>
                  </a:cubicBezTo>
                  <a:cubicBezTo>
                    <a:pt x="63981" y="3822"/>
                    <a:pt x="65792" y="3296"/>
                    <a:pt x="67618" y="2828"/>
                  </a:cubicBezTo>
                  <a:cubicBezTo>
                    <a:pt x="69444" y="2359"/>
                    <a:pt x="71284" y="1947"/>
                    <a:pt x="73136" y="1594"/>
                  </a:cubicBezTo>
                  <a:cubicBezTo>
                    <a:pt x="74987" y="1241"/>
                    <a:pt x="76850" y="946"/>
                    <a:pt x="78720" y="710"/>
                  </a:cubicBezTo>
                  <a:cubicBezTo>
                    <a:pt x="80590" y="473"/>
                    <a:pt x="82467" y="296"/>
                    <a:pt x="84349" y="178"/>
                  </a:cubicBezTo>
                  <a:cubicBezTo>
                    <a:pt x="86230" y="59"/>
                    <a:pt x="88115" y="0"/>
                    <a:pt x="90000" y="0"/>
                  </a:cubicBezTo>
                  <a:cubicBezTo>
                    <a:pt x="91912" y="7"/>
                    <a:pt x="93823" y="71"/>
                    <a:pt x="95731" y="190"/>
                  </a:cubicBezTo>
                  <a:cubicBezTo>
                    <a:pt x="97640" y="310"/>
                    <a:pt x="99544" y="485"/>
                    <a:pt x="101442" y="717"/>
                  </a:cubicBezTo>
                  <a:cubicBezTo>
                    <a:pt x="103340" y="949"/>
                    <a:pt x="105230" y="1236"/>
                    <a:pt x="107111" y="1579"/>
                  </a:cubicBezTo>
                  <a:cubicBezTo>
                    <a:pt x="108992" y="1921"/>
                    <a:pt x="110863" y="2319"/>
                    <a:pt x="112720" y="2772"/>
                  </a:cubicBezTo>
                  <a:cubicBezTo>
                    <a:pt x="114578" y="3225"/>
                    <a:pt x="116422" y="3732"/>
                    <a:pt x="118249" y="4293"/>
                  </a:cubicBezTo>
                  <a:cubicBezTo>
                    <a:pt x="120077" y="4854"/>
                    <a:pt x="121888" y="5469"/>
                    <a:pt x="123679" y="6137"/>
                  </a:cubicBezTo>
                  <a:cubicBezTo>
                    <a:pt x="125471" y="6804"/>
                    <a:pt x="127243" y="7525"/>
                    <a:pt x="128992" y="8296"/>
                  </a:cubicBezTo>
                  <a:cubicBezTo>
                    <a:pt x="130741" y="9068"/>
                    <a:pt x="132467" y="9891"/>
                    <a:pt x="134168" y="10765"/>
                  </a:cubicBezTo>
                  <a:cubicBezTo>
                    <a:pt x="135869" y="11638"/>
                    <a:pt x="137544" y="12561"/>
                    <a:pt x="139190" y="13533"/>
                  </a:cubicBezTo>
                  <a:cubicBezTo>
                    <a:pt x="140837" y="14505"/>
                    <a:pt x="142454" y="15525"/>
                    <a:pt x="144041" y="16592"/>
                  </a:cubicBezTo>
                  <a:cubicBezTo>
                    <a:pt x="145628" y="17659"/>
                    <a:pt x="147182" y="18772"/>
                    <a:pt x="148703" y="19930"/>
                  </a:cubicBezTo>
                  <a:cubicBezTo>
                    <a:pt x="150225" y="21089"/>
                    <a:pt x="151711" y="22291"/>
                    <a:pt x="153162" y="23537"/>
                  </a:cubicBezTo>
                  <a:cubicBezTo>
                    <a:pt x="154612" y="24783"/>
                    <a:pt x="156025" y="26071"/>
                    <a:pt x="157400" y="27400"/>
                  </a:cubicBezTo>
                  <a:lnTo>
                    <a:pt x="18000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1" name="probe-lucide-refresh-cw-part-2"/>
            <p:cNvSpPr/>
            <p:nvPr/>
          </p:nvSpPr>
          <p:spPr>
            <a:xfrm>
              <a:off x="160000" y="3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0"/>
                  </a:moveTo>
                  <a:lnTo>
                    <a:pt x="50000" y="50000"/>
                  </a:ln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2" name="probe-lucide-refresh-cw-part-3"/>
            <p:cNvSpPr/>
            <p:nvPr/>
          </p:nvSpPr>
          <p:spPr>
            <a:xfrm>
              <a:off x="30000" y="120000"/>
              <a:ext cx="180000" cy="90000"/>
            </a:xfrm>
            <a:custGeom>
              <a:avLst/>
              <a:gdLst/>
              <a:ahLst/>
              <a:cxnLst/>
              <a:rect l="0" t="0" r="r" b="b"/>
              <a:pathLst>
                <a:path w="180000" h="90000">
                  <a:moveTo>
                    <a:pt x="180000" y="0"/>
                  </a:moveTo>
                  <a:cubicBezTo>
                    <a:pt x="180000" y="1885"/>
                    <a:pt x="179941" y="3770"/>
                    <a:pt x="179822" y="5651"/>
                  </a:cubicBezTo>
                  <a:cubicBezTo>
                    <a:pt x="179704" y="7533"/>
                    <a:pt x="179527" y="9410"/>
                    <a:pt x="179290" y="11280"/>
                  </a:cubicBezTo>
                  <a:cubicBezTo>
                    <a:pt x="179054" y="13150"/>
                    <a:pt x="178759" y="15013"/>
                    <a:pt x="178406" y="16864"/>
                  </a:cubicBezTo>
                  <a:cubicBezTo>
                    <a:pt x="178053" y="18716"/>
                    <a:pt x="177641" y="20556"/>
                    <a:pt x="177172" y="22382"/>
                  </a:cubicBezTo>
                  <a:cubicBezTo>
                    <a:pt x="176704" y="24208"/>
                    <a:pt x="176178" y="26019"/>
                    <a:pt x="175595" y="27812"/>
                  </a:cubicBezTo>
                  <a:cubicBezTo>
                    <a:pt x="175013" y="29604"/>
                    <a:pt x="174374" y="31378"/>
                    <a:pt x="173680" y="33131"/>
                  </a:cubicBezTo>
                  <a:cubicBezTo>
                    <a:pt x="172986" y="34884"/>
                    <a:pt x="172237" y="36614"/>
                    <a:pt x="171434" y="38320"/>
                  </a:cubicBezTo>
                  <a:cubicBezTo>
                    <a:pt x="170632" y="40026"/>
                    <a:pt x="169776" y="41706"/>
                    <a:pt x="168868" y="43358"/>
                  </a:cubicBezTo>
                  <a:cubicBezTo>
                    <a:pt x="167959" y="45010"/>
                    <a:pt x="167000" y="46633"/>
                    <a:pt x="165990" y="48224"/>
                  </a:cubicBezTo>
                  <a:cubicBezTo>
                    <a:pt x="164979" y="49816"/>
                    <a:pt x="163920" y="51376"/>
                    <a:pt x="162812" y="52901"/>
                  </a:cubicBezTo>
                  <a:cubicBezTo>
                    <a:pt x="161703" y="54426"/>
                    <a:pt x="160548" y="55916"/>
                    <a:pt x="159346" y="57368"/>
                  </a:cubicBezTo>
                  <a:cubicBezTo>
                    <a:pt x="158145" y="58821"/>
                    <a:pt x="156898" y="60235"/>
                    <a:pt x="155607" y="61609"/>
                  </a:cubicBezTo>
                  <a:cubicBezTo>
                    <a:pt x="154317" y="62983"/>
                    <a:pt x="152983" y="64317"/>
                    <a:pt x="151609" y="65607"/>
                  </a:cubicBezTo>
                  <a:cubicBezTo>
                    <a:pt x="150235" y="66898"/>
                    <a:pt x="148821" y="68145"/>
                    <a:pt x="147368" y="69346"/>
                  </a:cubicBezTo>
                  <a:cubicBezTo>
                    <a:pt x="145916" y="70548"/>
                    <a:pt x="144426" y="71703"/>
                    <a:pt x="142901" y="72812"/>
                  </a:cubicBezTo>
                  <a:cubicBezTo>
                    <a:pt x="141376" y="73920"/>
                    <a:pt x="139816" y="74979"/>
                    <a:pt x="138224" y="75990"/>
                  </a:cubicBezTo>
                  <a:cubicBezTo>
                    <a:pt x="136633" y="77000"/>
                    <a:pt x="135010" y="77959"/>
                    <a:pt x="133358" y="78868"/>
                  </a:cubicBezTo>
                  <a:cubicBezTo>
                    <a:pt x="131706" y="79776"/>
                    <a:pt x="130026" y="80632"/>
                    <a:pt x="128320" y="81434"/>
                  </a:cubicBezTo>
                  <a:cubicBezTo>
                    <a:pt x="126614" y="82237"/>
                    <a:pt x="124884" y="82986"/>
                    <a:pt x="123131" y="83680"/>
                  </a:cubicBezTo>
                  <a:cubicBezTo>
                    <a:pt x="121378" y="84374"/>
                    <a:pt x="119604" y="85013"/>
                    <a:pt x="117812" y="85595"/>
                  </a:cubicBezTo>
                  <a:cubicBezTo>
                    <a:pt x="116019" y="86178"/>
                    <a:pt x="114208" y="86704"/>
                    <a:pt x="112382" y="87172"/>
                  </a:cubicBezTo>
                  <a:cubicBezTo>
                    <a:pt x="110556" y="87641"/>
                    <a:pt x="108716" y="88053"/>
                    <a:pt x="106864" y="88406"/>
                  </a:cubicBezTo>
                  <a:cubicBezTo>
                    <a:pt x="105013" y="88759"/>
                    <a:pt x="103150" y="89054"/>
                    <a:pt x="101280" y="89290"/>
                  </a:cubicBezTo>
                  <a:cubicBezTo>
                    <a:pt x="99410" y="89527"/>
                    <a:pt x="97533" y="89704"/>
                    <a:pt x="95651" y="89822"/>
                  </a:cubicBezTo>
                  <a:cubicBezTo>
                    <a:pt x="93770" y="89941"/>
                    <a:pt x="91885" y="90000"/>
                    <a:pt x="90000" y="90000"/>
                  </a:cubicBezTo>
                  <a:cubicBezTo>
                    <a:pt x="88088" y="89993"/>
                    <a:pt x="86177" y="89929"/>
                    <a:pt x="84269" y="89810"/>
                  </a:cubicBezTo>
                  <a:cubicBezTo>
                    <a:pt x="82360" y="89690"/>
                    <a:pt x="80456" y="89515"/>
                    <a:pt x="78558" y="89283"/>
                  </a:cubicBezTo>
                  <a:cubicBezTo>
                    <a:pt x="76660" y="89051"/>
                    <a:pt x="74770" y="88764"/>
                    <a:pt x="72889" y="88421"/>
                  </a:cubicBezTo>
                  <a:cubicBezTo>
                    <a:pt x="71008" y="88079"/>
                    <a:pt x="69137" y="87681"/>
                    <a:pt x="67280" y="87228"/>
                  </a:cubicBezTo>
                  <a:cubicBezTo>
                    <a:pt x="65422" y="86775"/>
                    <a:pt x="63578" y="86268"/>
                    <a:pt x="61751" y="85707"/>
                  </a:cubicBezTo>
                  <a:cubicBezTo>
                    <a:pt x="59923" y="85146"/>
                    <a:pt x="58112" y="84531"/>
                    <a:pt x="56321" y="83863"/>
                  </a:cubicBezTo>
                  <a:cubicBezTo>
                    <a:pt x="54529" y="83196"/>
                    <a:pt x="52757" y="82475"/>
                    <a:pt x="51008" y="81704"/>
                  </a:cubicBezTo>
                  <a:cubicBezTo>
                    <a:pt x="49259" y="80932"/>
                    <a:pt x="47533" y="80109"/>
                    <a:pt x="45832" y="79235"/>
                  </a:cubicBezTo>
                  <a:cubicBezTo>
                    <a:pt x="44131" y="78362"/>
                    <a:pt x="42456" y="77439"/>
                    <a:pt x="40810" y="76467"/>
                  </a:cubicBezTo>
                  <a:cubicBezTo>
                    <a:pt x="39163" y="75495"/>
                    <a:pt x="37546" y="74475"/>
                    <a:pt x="35959" y="73408"/>
                  </a:cubicBezTo>
                  <a:cubicBezTo>
                    <a:pt x="34372" y="72341"/>
                    <a:pt x="32818" y="71228"/>
                    <a:pt x="31297" y="70070"/>
                  </a:cubicBezTo>
                  <a:cubicBezTo>
                    <a:pt x="29775" y="68911"/>
                    <a:pt x="28289" y="67709"/>
                    <a:pt x="26838" y="66463"/>
                  </a:cubicBezTo>
                  <a:cubicBezTo>
                    <a:pt x="25388" y="65217"/>
                    <a:pt x="23975" y="63929"/>
                    <a:pt x="22600" y="626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3" name="probe-lucide-refresh-cw-part-4"/>
            <p:cNvSpPr/>
            <p:nvPr/>
          </p:nvSpPr>
          <p:spPr>
            <a:xfrm>
              <a:off x="30000" y="16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0"/>
                  </a:moveTo>
                  <a:lnTo>
                    <a:pt x="0" y="0"/>
                  </a:ln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4" name="probe-lucide-repeat-2" descr="repeat-2 — Lucide Icons and Contributors; preserve the bundled full upstream license. Source: https://github.com/lucide-icons/lucide/blob/20aef31db93fe4d9f398dbb15b120d99c48eef95/icons/repeat-2.svg; SVG SHA256: 788912bbfdeab0401a36e29cde95ef594b59957a13d3e08a392d10f59c49e7da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85" name="probe-lucide-repeat-2-part-1"/>
            <p:cNvSpPr/>
            <p:nvPr/>
          </p:nvSpPr>
          <p:spPr>
            <a:xfrm>
              <a:off x="20000" y="60000"/>
              <a:ext cx="60000" cy="30000"/>
            </a:xfrm>
            <a:custGeom>
              <a:avLst/>
              <a:gdLst/>
              <a:ahLst/>
              <a:cxnLst/>
              <a:rect l="0" t="0" r="r" b="b"/>
              <a:pathLst>
                <a:path w="60000" h="30000">
                  <a:moveTo>
                    <a:pt x="0" y="30000"/>
                  </a:moveTo>
                  <a:lnTo>
                    <a:pt x="30000" y="0"/>
                  </a:lnTo>
                  <a:lnTo>
                    <a:pt x="6000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6" name="probe-lucide-repeat-2-part-2"/>
            <p:cNvSpPr/>
            <p:nvPr/>
          </p:nvSpPr>
          <p:spPr>
            <a:xfrm>
              <a:off x="50000" y="60000"/>
              <a:ext cx="80000" cy="120000"/>
            </a:xfrm>
            <a:custGeom>
              <a:avLst/>
              <a:gdLst/>
              <a:ahLst/>
              <a:cxnLst/>
              <a:rect l="0" t="0" r="r" b="b"/>
              <a:pathLst>
                <a:path w="80000" h="120000">
                  <a:moveTo>
                    <a:pt x="80000" y="120000"/>
                  </a:moveTo>
                  <a:lnTo>
                    <a:pt x="20000" y="120000"/>
                  </a:lnTo>
                  <a:cubicBezTo>
                    <a:pt x="19581" y="120000"/>
                    <a:pt x="19162" y="119987"/>
                    <a:pt x="18744" y="119961"/>
                  </a:cubicBezTo>
                  <a:cubicBezTo>
                    <a:pt x="18326" y="119934"/>
                    <a:pt x="17909" y="119895"/>
                    <a:pt x="17493" y="119842"/>
                  </a:cubicBezTo>
                  <a:cubicBezTo>
                    <a:pt x="17078" y="119790"/>
                    <a:pt x="16664" y="119724"/>
                    <a:pt x="16252" y="119646"/>
                  </a:cubicBezTo>
                  <a:cubicBezTo>
                    <a:pt x="15841" y="119567"/>
                    <a:pt x="15432" y="119476"/>
                    <a:pt x="15026" y="119372"/>
                  </a:cubicBezTo>
                  <a:cubicBezTo>
                    <a:pt x="14620" y="119267"/>
                    <a:pt x="14218" y="119151"/>
                    <a:pt x="13820" y="119021"/>
                  </a:cubicBezTo>
                  <a:cubicBezTo>
                    <a:pt x="13421" y="118892"/>
                    <a:pt x="13027" y="118750"/>
                    <a:pt x="12638" y="118596"/>
                  </a:cubicBezTo>
                  <a:cubicBezTo>
                    <a:pt x="12248" y="118441"/>
                    <a:pt x="11863" y="118275"/>
                    <a:pt x="11484" y="118097"/>
                  </a:cubicBezTo>
                  <a:cubicBezTo>
                    <a:pt x="11105" y="117918"/>
                    <a:pt x="10732" y="117728"/>
                    <a:pt x="10365" y="117526"/>
                  </a:cubicBezTo>
                  <a:cubicBezTo>
                    <a:pt x="9998" y="117324"/>
                    <a:pt x="9637" y="117111"/>
                    <a:pt x="9283" y="116887"/>
                  </a:cubicBezTo>
                  <a:cubicBezTo>
                    <a:pt x="8930" y="116662"/>
                    <a:pt x="8583" y="116427"/>
                    <a:pt x="8244" y="116180"/>
                  </a:cubicBezTo>
                  <a:cubicBezTo>
                    <a:pt x="7905" y="115934"/>
                    <a:pt x="7574" y="115677"/>
                    <a:pt x="7252" y="115410"/>
                  </a:cubicBezTo>
                  <a:cubicBezTo>
                    <a:pt x="6929" y="115143"/>
                    <a:pt x="6614" y="114866"/>
                    <a:pt x="6309" y="114579"/>
                  </a:cubicBezTo>
                  <a:cubicBezTo>
                    <a:pt x="6004" y="114293"/>
                    <a:pt x="5707" y="113996"/>
                    <a:pt x="5421" y="113691"/>
                  </a:cubicBezTo>
                  <a:cubicBezTo>
                    <a:pt x="5134" y="113386"/>
                    <a:pt x="4857" y="113071"/>
                    <a:pt x="4590" y="112748"/>
                  </a:cubicBezTo>
                  <a:cubicBezTo>
                    <a:pt x="4323" y="112426"/>
                    <a:pt x="4066" y="112095"/>
                    <a:pt x="3820" y="111756"/>
                  </a:cubicBezTo>
                  <a:cubicBezTo>
                    <a:pt x="3573" y="111417"/>
                    <a:pt x="3338" y="111070"/>
                    <a:pt x="3113" y="110717"/>
                  </a:cubicBezTo>
                  <a:cubicBezTo>
                    <a:pt x="2889" y="110363"/>
                    <a:pt x="2676" y="110002"/>
                    <a:pt x="2474" y="109635"/>
                  </a:cubicBezTo>
                  <a:cubicBezTo>
                    <a:pt x="2272" y="109268"/>
                    <a:pt x="2082" y="108895"/>
                    <a:pt x="1903" y="108516"/>
                  </a:cubicBezTo>
                  <a:cubicBezTo>
                    <a:pt x="1725" y="108137"/>
                    <a:pt x="1559" y="107752"/>
                    <a:pt x="1404" y="107362"/>
                  </a:cubicBezTo>
                  <a:cubicBezTo>
                    <a:pt x="1250" y="106973"/>
                    <a:pt x="1108" y="106579"/>
                    <a:pt x="979" y="106180"/>
                  </a:cubicBezTo>
                  <a:cubicBezTo>
                    <a:pt x="849" y="105782"/>
                    <a:pt x="733" y="105380"/>
                    <a:pt x="628" y="104974"/>
                  </a:cubicBezTo>
                  <a:cubicBezTo>
                    <a:pt x="524" y="104568"/>
                    <a:pt x="433" y="104159"/>
                    <a:pt x="354" y="103748"/>
                  </a:cubicBezTo>
                  <a:cubicBezTo>
                    <a:pt x="276" y="103336"/>
                    <a:pt x="210" y="102922"/>
                    <a:pt x="158" y="102507"/>
                  </a:cubicBezTo>
                  <a:cubicBezTo>
                    <a:pt x="105" y="102091"/>
                    <a:pt x="66" y="101674"/>
                    <a:pt x="39" y="101256"/>
                  </a:cubicBezTo>
                  <a:cubicBezTo>
                    <a:pt x="13" y="100838"/>
                    <a:pt x="0" y="100419"/>
                    <a:pt x="0" y="10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7" name="probe-lucide-repeat-2-part-3"/>
            <p:cNvSpPr/>
            <p:nvPr/>
          </p:nvSpPr>
          <p:spPr>
            <a:xfrm>
              <a:off x="160000" y="150000"/>
              <a:ext cx="60000" cy="30000"/>
            </a:xfrm>
            <a:custGeom>
              <a:avLst/>
              <a:gdLst/>
              <a:ahLst/>
              <a:cxnLst/>
              <a:rect l="0" t="0" r="r" b="b"/>
              <a:pathLst>
                <a:path w="60000" h="30000">
                  <a:moveTo>
                    <a:pt x="60000" y="0"/>
                  </a:moveTo>
                  <a:lnTo>
                    <a:pt x="30000" y="30000"/>
                  </a:ln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8" name="probe-lucide-repeat-2-part-4"/>
            <p:cNvSpPr/>
            <p:nvPr/>
          </p:nvSpPr>
          <p:spPr>
            <a:xfrm>
              <a:off x="110000" y="60000"/>
              <a:ext cx="80000" cy="120000"/>
            </a:xfrm>
            <a:custGeom>
              <a:avLst/>
              <a:gdLst/>
              <a:ahLst/>
              <a:cxnLst/>
              <a:rect l="0" t="0" r="r" b="b"/>
              <a:pathLst>
                <a:path w="80000" h="120000">
                  <a:moveTo>
                    <a:pt x="0" y="0"/>
                  </a:moveTo>
                  <a:lnTo>
                    <a:pt x="60000" y="0"/>
                  </a:lnTo>
                  <a:cubicBezTo>
                    <a:pt x="60419" y="0"/>
                    <a:pt x="60838" y="13"/>
                    <a:pt x="61256" y="39"/>
                  </a:cubicBezTo>
                  <a:cubicBezTo>
                    <a:pt x="61674" y="66"/>
                    <a:pt x="62091" y="105"/>
                    <a:pt x="62507" y="158"/>
                  </a:cubicBezTo>
                  <a:cubicBezTo>
                    <a:pt x="62922" y="210"/>
                    <a:pt x="63336" y="276"/>
                    <a:pt x="63748" y="354"/>
                  </a:cubicBezTo>
                  <a:cubicBezTo>
                    <a:pt x="64159" y="433"/>
                    <a:pt x="64568" y="524"/>
                    <a:pt x="64974" y="628"/>
                  </a:cubicBezTo>
                  <a:cubicBezTo>
                    <a:pt x="65380" y="733"/>
                    <a:pt x="65782" y="849"/>
                    <a:pt x="66180" y="979"/>
                  </a:cubicBezTo>
                  <a:cubicBezTo>
                    <a:pt x="66579" y="1108"/>
                    <a:pt x="66973" y="1250"/>
                    <a:pt x="67362" y="1404"/>
                  </a:cubicBezTo>
                  <a:cubicBezTo>
                    <a:pt x="67752" y="1559"/>
                    <a:pt x="68137" y="1725"/>
                    <a:pt x="68516" y="1903"/>
                  </a:cubicBezTo>
                  <a:cubicBezTo>
                    <a:pt x="68895" y="2082"/>
                    <a:pt x="69268" y="2272"/>
                    <a:pt x="69635" y="2474"/>
                  </a:cubicBezTo>
                  <a:cubicBezTo>
                    <a:pt x="70002" y="2676"/>
                    <a:pt x="70363" y="2889"/>
                    <a:pt x="70717" y="3113"/>
                  </a:cubicBezTo>
                  <a:cubicBezTo>
                    <a:pt x="71070" y="3338"/>
                    <a:pt x="71417" y="3573"/>
                    <a:pt x="71756" y="3820"/>
                  </a:cubicBezTo>
                  <a:cubicBezTo>
                    <a:pt x="72095" y="4066"/>
                    <a:pt x="72426" y="4323"/>
                    <a:pt x="72748" y="4590"/>
                  </a:cubicBezTo>
                  <a:cubicBezTo>
                    <a:pt x="73071" y="4857"/>
                    <a:pt x="73386" y="5134"/>
                    <a:pt x="73691" y="5421"/>
                  </a:cubicBezTo>
                  <a:cubicBezTo>
                    <a:pt x="73996" y="5707"/>
                    <a:pt x="74293" y="6004"/>
                    <a:pt x="74579" y="6309"/>
                  </a:cubicBezTo>
                  <a:cubicBezTo>
                    <a:pt x="74866" y="6614"/>
                    <a:pt x="75143" y="6929"/>
                    <a:pt x="75410" y="7252"/>
                  </a:cubicBezTo>
                  <a:cubicBezTo>
                    <a:pt x="75677" y="7574"/>
                    <a:pt x="75934" y="7905"/>
                    <a:pt x="76180" y="8244"/>
                  </a:cubicBezTo>
                  <a:cubicBezTo>
                    <a:pt x="76427" y="8583"/>
                    <a:pt x="76662" y="8930"/>
                    <a:pt x="76887" y="9283"/>
                  </a:cubicBezTo>
                  <a:cubicBezTo>
                    <a:pt x="77111" y="9637"/>
                    <a:pt x="77324" y="9998"/>
                    <a:pt x="77526" y="10365"/>
                  </a:cubicBezTo>
                  <a:cubicBezTo>
                    <a:pt x="77728" y="10732"/>
                    <a:pt x="77918" y="11105"/>
                    <a:pt x="78097" y="11484"/>
                  </a:cubicBezTo>
                  <a:cubicBezTo>
                    <a:pt x="78275" y="11863"/>
                    <a:pt x="78441" y="12248"/>
                    <a:pt x="78596" y="12638"/>
                  </a:cubicBezTo>
                  <a:cubicBezTo>
                    <a:pt x="78750" y="13027"/>
                    <a:pt x="78892" y="13421"/>
                    <a:pt x="79021" y="13820"/>
                  </a:cubicBezTo>
                  <a:cubicBezTo>
                    <a:pt x="79151" y="14218"/>
                    <a:pt x="79267" y="14620"/>
                    <a:pt x="79372" y="15026"/>
                  </a:cubicBezTo>
                  <a:cubicBezTo>
                    <a:pt x="79476" y="15432"/>
                    <a:pt x="79567" y="15841"/>
                    <a:pt x="79646" y="16252"/>
                  </a:cubicBezTo>
                  <a:cubicBezTo>
                    <a:pt x="79724" y="16664"/>
                    <a:pt x="79790" y="17078"/>
                    <a:pt x="79842" y="17493"/>
                  </a:cubicBezTo>
                  <a:cubicBezTo>
                    <a:pt x="79895" y="17909"/>
                    <a:pt x="79934" y="18326"/>
                    <a:pt x="79961" y="18744"/>
                  </a:cubicBezTo>
                  <a:cubicBezTo>
                    <a:pt x="79987" y="19162"/>
                    <a:pt x="80000" y="19581"/>
                    <a:pt x="80000" y="20000"/>
                  </a:cubicBezTo>
                  <a:lnTo>
                    <a:pt x="80000" y="1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9" name="probe-lucide-route" descr="route — Lucide Icons and Contributors; preserve the bundled full upstream license. Source: https://github.com/lucide-icons/lucide/blob/20aef31db93fe4d9f398dbb15b120d99c48eef95/icons/route.svg; SVG SHA256: fc169fd38a9963b016ad6d60fd72baa2b0ea8e0cec085bbc53287297c3d8121a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90" name="probe-lucide-route-part-1"/>
            <p:cNvSpPr/>
            <p:nvPr/>
          </p:nvSpPr>
          <p:spPr>
            <a:xfrm>
              <a:off x="3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1" name="probe-lucide-route-part-2"/>
            <p:cNvSpPr/>
            <p:nvPr/>
          </p:nvSpPr>
          <p:spPr>
            <a:xfrm>
              <a:off x="30000" y="50000"/>
              <a:ext cx="180000" cy="140000"/>
            </a:xfrm>
            <a:custGeom>
              <a:avLst/>
              <a:gdLst/>
              <a:ahLst/>
              <a:cxnLst/>
              <a:rect l="0" t="0" r="r" b="b"/>
              <a:pathLst>
                <a:path w="180000" h="140000">
                  <a:moveTo>
                    <a:pt x="60000" y="140000"/>
                  </a:moveTo>
                  <a:lnTo>
                    <a:pt x="145000" y="140000"/>
                  </a:lnTo>
                  <a:cubicBezTo>
                    <a:pt x="145733" y="140000"/>
                    <a:pt x="146466" y="139977"/>
                    <a:pt x="147198" y="139931"/>
                  </a:cubicBezTo>
                  <a:cubicBezTo>
                    <a:pt x="147929" y="139885"/>
                    <a:pt x="148659" y="139816"/>
                    <a:pt x="149387" y="139724"/>
                  </a:cubicBezTo>
                  <a:cubicBezTo>
                    <a:pt x="150114" y="139632"/>
                    <a:pt x="150838" y="139517"/>
                    <a:pt x="151558" y="139380"/>
                  </a:cubicBezTo>
                  <a:cubicBezTo>
                    <a:pt x="152278" y="139243"/>
                    <a:pt x="152994" y="139083"/>
                    <a:pt x="153704" y="138900"/>
                  </a:cubicBezTo>
                  <a:cubicBezTo>
                    <a:pt x="154414" y="138718"/>
                    <a:pt x="155118" y="138514"/>
                    <a:pt x="155816" y="138287"/>
                  </a:cubicBezTo>
                  <a:cubicBezTo>
                    <a:pt x="156513" y="138060"/>
                    <a:pt x="157203" y="137812"/>
                    <a:pt x="157884" y="137542"/>
                  </a:cubicBezTo>
                  <a:cubicBezTo>
                    <a:pt x="158566" y="137272"/>
                    <a:pt x="159239" y="136981"/>
                    <a:pt x="159902" y="136669"/>
                  </a:cubicBezTo>
                  <a:cubicBezTo>
                    <a:pt x="160566" y="136357"/>
                    <a:pt x="161219" y="136024"/>
                    <a:pt x="161861" y="135671"/>
                  </a:cubicBezTo>
                  <a:cubicBezTo>
                    <a:pt x="162504" y="135318"/>
                    <a:pt x="163135" y="134944"/>
                    <a:pt x="163754" y="134551"/>
                  </a:cubicBezTo>
                  <a:cubicBezTo>
                    <a:pt x="164373" y="134159"/>
                    <a:pt x="164979" y="133746"/>
                    <a:pt x="165572" y="133316"/>
                  </a:cubicBezTo>
                  <a:cubicBezTo>
                    <a:pt x="166166" y="132885"/>
                    <a:pt x="166745" y="132435"/>
                    <a:pt x="167310" y="131968"/>
                  </a:cubicBezTo>
                  <a:cubicBezTo>
                    <a:pt x="167875" y="131501"/>
                    <a:pt x="168425" y="131016"/>
                    <a:pt x="168959" y="130514"/>
                  </a:cubicBezTo>
                  <a:cubicBezTo>
                    <a:pt x="169494" y="130012"/>
                    <a:pt x="170012" y="129494"/>
                    <a:pt x="170514" y="128959"/>
                  </a:cubicBezTo>
                  <a:cubicBezTo>
                    <a:pt x="171016" y="128425"/>
                    <a:pt x="171501" y="127875"/>
                    <a:pt x="171968" y="127310"/>
                  </a:cubicBezTo>
                  <a:cubicBezTo>
                    <a:pt x="172435" y="126745"/>
                    <a:pt x="172885" y="126166"/>
                    <a:pt x="173316" y="125572"/>
                  </a:cubicBezTo>
                  <a:cubicBezTo>
                    <a:pt x="173746" y="124979"/>
                    <a:pt x="174159" y="124373"/>
                    <a:pt x="174551" y="123754"/>
                  </a:cubicBezTo>
                  <a:cubicBezTo>
                    <a:pt x="174944" y="123135"/>
                    <a:pt x="175318" y="122504"/>
                    <a:pt x="175671" y="121861"/>
                  </a:cubicBezTo>
                  <a:cubicBezTo>
                    <a:pt x="176024" y="121219"/>
                    <a:pt x="176357" y="120566"/>
                    <a:pt x="176669" y="119902"/>
                  </a:cubicBezTo>
                  <a:cubicBezTo>
                    <a:pt x="176981" y="119239"/>
                    <a:pt x="177272" y="118566"/>
                    <a:pt x="177542" y="117884"/>
                  </a:cubicBezTo>
                  <a:cubicBezTo>
                    <a:pt x="177812" y="117203"/>
                    <a:pt x="178060" y="116513"/>
                    <a:pt x="178287" y="115816"/>
                  </a:cubicBezTo>
                  <a:cubicBezTo>
                    <a:pt x="178514" y="115118"/>
                    <a:pt x="178718" y="114414"/>
                    <a:pt x="178900" y="113704"/>
                  </a:cubicBezTo>
                  <a:cubicBezTo>
                    <a:pt x="179083" y="112994"/>
                    <a:pt x="179243" y="112278"/>
                    <a:pt x="179380" y="111558"/>
                  </a:cubicBezTo>
                  <a:cubicBezTo>
                    <a:pt x="179517" y="110838"/>
                    <a:pt x="179632" y="110114"/>
                    <a:pt x="179724" y="109387"/>
                  </a:cubicBezTo>
                  <a:cubicBezTo>
                    <a:pt x="179816" y="108659"/>
                    <a:pt x="179885" y="107929"/>
                    <a:pt x="179931" y="107198"/>
                  </a:cubicBezTo>
                  <a:cubicBezTo>
                    <a:pt x="179977" y="106466"/>
                    <a:pt x="180000" y="105733"/>
                    <a:pt x="180000" y="105000"/>
                  </a:cubicBezTo>
                  <a:cubicBezTo>
                    <a:pt x="180000" y="104267"/>
                    <a:pt x="179977" y="103534"/>
                    <a:pt x="179931" y="102802"/>
                  </a:cubicBezTo>
                  <a:cubicBezTo>
                    <a:pt x="179885" y="102071"/>
                    <a:pt x="179816" y="101341"/>
                    <a:pt x="179724" y="100613"/>
                  </a:cubicBezTo>
                  <a:cubicBezTo>
                    <a:pt x="179632" y="99886"/>
                    <a:pt x="179517" y="99162"/>
                    <a:pt x="179380" y="98442"/>
                  </a:cubicBezTo>
                  <a:cubicBezTo>
                    <a:pt x="179243" y="97722"/>
                    <a:pt x="179083" y="97006"/>
                    <a:pt x="178900" y="96296"/>
                  </a:cubicBezTo>
                  <a:cubicBezTo>
                    <a:pt x="178718" y="95586"/>
                    <a:pt x="178514" y="94882"/>
                    <a:pt x="178287" y="94184"/>
                  </a:cubicBezTo>
                  <a:cubicBezTo>
                    <a:pt x="178060" y="93487"/>
                    <a:pt x="177812" y="92797"/>
                    <a:pt x="177542" y="92116"/>
                  </a:cubicBezTo>
                  <a:cubicBezTo>
                    <a:pt x="177272" y="91434"/>
                    <a:pt x="176981" y="90761"/>
                    <a:pt x="176669" y="90098"/>
                  </a:cubicBezTo>
                  <a:cubicBezTo>
                    <a:pt x="176357" y="89434"/>
                    <a:pt x="176024" y="88781"/>
                    <a:pt x="175671" y="88139"/>
                  </a:cubicBezTo>
                  <a:cubicBezTo>
                    <a:pt x="175318" y="87496"/>
                    <a:pt x="174944" y="86865"/>
                    <a:pt x="174551" y="86246"/>
                  </a:cubicBezTo>
                  <a:cubicBezTo>
                    <a:pt x="174159" y="85627"/>
                    <a:pt x="173746" y="85021"/>
                    <a:pt x="173316" y="84428"/>
                  </a:cubicBezTo>
                  <a:cubicBezTo>
                    <a:pt x="172885" y="83834"/>
                    <a:pt x="172435" y="83255"/>
                    <a:pt x="171968" y="82690"/>
                  </a:cubicBezTo>
                  <a:cubicBezTo>
                    <a:pt x="171501" y="82125"/>
                    <a:pt x="171016" y="81575"/>
                    <a:pt x="170514" y="81041"/>
                  </a:cubicBezTo>
                  <a:cubicBezTo>
                    <a:pt x="170012" y="80506"/>
                    <a:pt x="169494" y="79988"/>
                    <a:pt x="168959" y="79486"/>
                  </a:cubicBezTo>
                  <a:cubicBezTo>
                    <a:pt x="168425" y="78984"/>
                    <a:pt x="167875" y="78499"/>
                    <a:pt x="167310" y="78032"/>
                  </a:cubicBezTo>
                  <a:cubicBezTo>
                    <a:pt x="166745" y="77565"/>
                    <a:pt x="166166" y="77115"/>
                    <a:pt x="165572" y="76684"/>
                  </a:cubicBezTo>
                  <a:cubicBezTo>
                    <a:pt x="164979" y="76254"/>
                    <a:pt x="164373" y="75841"/>
                    <a:pt x="163754" y="75449"/>
                  </a:cubicBezTo>
                  <a:cubicBezTo>
                    <a:pt x="163135" y="75056"/>
                    <a:pt x="162504" y="74682"/>
                    <a:pt x="161861" y="74329"/>
                  </a:cubicBezTo>
                  <a:cubicBezTo>
                    <a:pt x="161219" y="73976"/>
                    <a:pt x="160566" y="73643"/>
                    <a:pt x="159902" y="73331"/>
                  </a:cubicBezTo>
                  <a:cubicBezTo>
                    <a:pt x="159239" y="73019"/>
                    <a:pt x="158566" y="72728"/>
                    <a:pt x="157884" y="72458"/>
                  </a:cubicBezTo>
                  <a:cubicBezTo>
                    <a:pt x="157203" y="72188"/>
                    <a:pt x="156513" y="71940"/>
                    <a:pt x="155816" y="71713"/>
                  </a:cubicBezTo>
                  <a:cubicBezTo>
                    <a:pt x="155118" y="71486"/>
                    <a:pt x="154414" y="71282"/>
                    <a:pt x="153704" y="71100"/>
                  </a:cubicBezTo>
                  <a:cubicBezTo>
                    <a:pt x="152994" y="70917"/>
                    <a:pt x="152278" y="70757"/>
                    <a:pt x="151558" y="70620"/>
                  </a:cubicBezTo>
                  <a:cubicBezTo>
                    <a:pt x="150838" y="70483"/>
                    <a:pt x="150114" y="70368"/>
                    <a:pt x="149387" y="70276"/>
                  </a:cubicBezTo>
                  <a:cubicBezTo>
                    <a:pt x="148659" y="70184"/>
                    <a:pt x="147929" y="70115"/>
                    <a:pt x="147198" y="70069"/>
                  </a:cubicBezTo>
                  <a:cubicBezTo>
                    <a:pt x="146466" y="70023"/>
                    <a:pt x="145733" y="70000"/>
                    <a:pt x="145000" y="70000"/>
                  </a:cubicBezTo>
                  <a:lnTo>
                    <a:pt x="35000" y="70000"/>
                  </a:lnTo>
                  <a:cubicBezTo>
                    <a:pt x="34267" y="70000"/>
                    <a:pt x="33534" y="69977"/>
                    <a:pt x="32802" y="69931"/>
                  </a:cubicBezTo>
                  <a:cubicBezTo>
                    <a:pt x="32071" y="69885"/>
                    <a:pt x="31341" y="69816"/>
                    <a:pt x="30613" y="69724"/>
                  </a:cubicBezTo>
                  <a:cubicBezTo>
                    <a:pt x="29886" y="69632"/>
                    <a:pt x="29162" y="69517"/>
                    <a:pt x="28442" y="69380"/>
                  </a:cubicBezTo>
                  <a:cubicBezTo>
                    <a:pt x="27722" y="69243"/>
                    <a:pt x="27006" y="69083"/>
                    <a:pt x="26296" y="68900"/>
                  </a:cubicBezTo>
                  <a:cubicBezTo>
                    <a:pt x="25586" y="68718"/>
                    <a:pt x="24882" y="68514"/>
                    <a:pt x="24184" y="68287"/>
                  </a:cubicBezTo>
                  <a:cubicBezTo>
                    <a:pt x="23487" y="68060"/>
                    <a:pt x="22797" y="67812"/>
                    <a:pt x="22116" y="67542"/>
                  </a:cubicBezTo>
                  <a:cubicBezTo>
                    <a:pt x="21434" y="67272"/>
                    <a:pt x="20761" y="66981"/>
                    <a:pt x="20098" y="66669"/>
                  </a:cubicBezTo>
                  <a:cubicBezTo>
                    <a:pt x="19434" y="66357"/>
                    <a:pt x="18781" y="66024"/>
                    <a:pt x="18139" y="65671"/>
                  </a:cubicBezTo>
                  <a:cubicBezTo>
                    <a:pt x="17496" y="65318"/>
                    <a:pt x="16865" y="64944"/>
                    <a:pt x="16246" y="64551"/>
                  </a:cubicBezTo>
                  <a:cubicBezTo>
                    <a:pt x="15627" y="64159"/>
                    <a:pt x="15021" y="63746"/>
                    <a:pt x="14428" y="63316"/>
                  </a:cubicBezTo>
                  <a:cubicBezTo>
                    <a:pt x="13834" y="62885"/>
                    <a:pt x="13255" y="62435"/>
                    <a:pt x="12690" y="61968"/>
                  </a:cubicBezTo>
                  <a:cubicBezTo>
                    <a:pt x="12125" y="61501"/>
                    <a:pt x="11575" y="61016"/>
                    <a:pt x="11041" y="60514"/>
                  </a:cubicBezTo>
                  <a:cubicBezTo>
                    <a:pt x="10506" y="60012"/>
                    <a:pt x="9988" y="59494"/>
                    <a:pt x="9486" y="58959"/>
                  </a:cubicBezTo>
                  <a:cubicBezTo>
                    <a:pt x="8984" y="58425"/>
                    <a:pt x="8499" y="57875"/>
                    <a:pt x="8032" y="57310"/>
                  </a:cubicBezTo>
                  <a:cubicBezTo>
                    <a:pt x="7565" y="56745"/>
                    <a:pt x="7115" y="56166"/>
                    <a:pt x="6684" y="55572"/>
                  </a:cubicBezTo>
                  <a:cubicBezTo>
                    <a:pt x="6254" y="54979"/>
                    <a:pt x="5841" y="54373"/>
                    <a:pt x="5449" y="53754"/>
                  </a:cubicBezTo>
                  <a:cubicBezTo>
                    <a:pt x="5056" y="53135"/>
                    <a:pt x="4682" y="52504"/>
                    <a:pt x="4329" y="51861"/>
                  </a:cubicBezTo>
                  <a:cubicBezTo>
                    <a:pt x="3976" y="51219"/>
                    <a:pt x="3643" y="50566"/>
                    <a:pt x="3331" y="49902"/>
                  </a:cubicBezTo>
                  <a:cubicBezTo>
                    <a:pt x="3019" y="49239"/>
                    <a:pt x="2728" y="48566"/>
                    <a:pt x="2458" y="47884"/>
                  </a:cubicBezTo>
                  <a:cubicBezTo>
                    <a:pt x="2188" y="47203"/>
                    <a:pt x="1940" y="46513"/>
                    <a:pt x="1713" y="45816"/>
                  </a:cubicBezTo>
                  <a:cubicBezTo>
                    <a:pt x="1486" y="45118"/>
                    <a:pt x="1282" y="44414"/>
                    <a:pt x="1100" y="43704"/>
                  </a:cubicBezTo>
                  <a:cubicBezTo>
                    <a:pt x="917" y="42994"/>
                    <a:pt x="757" y="42278"/>
                    <a:pt x="620" y="41558"/>
                  </a:cubicBezTo>
                  <a:cubicBezTo>
                    <a:pt x="483" y="40838"/>
                    <a:pt x="368" y="40114"/>
                    <a:pt x="276" y="39387"/>
                  </a:cubicBezTo>
                  <a:cubicBezTo>
                    <a:pt x="184" y="38659"/>
                    <a:pt x="115" y="37929"/>
                    <a:pt x="69" y="37198"/>
                  </a:cubicBezTo>
                  <a:cubicBezTo>
                    <a:pt x="23" y="36466"/>
                    <a:pt x="0" y="35733"/>
                    <a:pt x="0" y="35000"/>
                  </a:cubicBezTo>
                  <a:cubicBezTo>
                    <a:pt x="0" y="34267"/>
                    <a:pt x="23" y="33534"/>
                    <a:pt x="69" y="32802"/>
                  </a:cubicBezTo>
                  <a:cubicBezTo>
                    <a:pt x="115" y="32071"/>
                    <a:pt x="184" y="31341"/>
                    <a:pt x="276" y="30613"/>
                  </a:cubicBezTo>
                  <a:cubicBezTo>
                    <a:pt x="368" y="29886"/>
                    <a:pt x="483" y="29162"/>
                    <a:pt x="620" y="28442"/>
                  </a:cubicBezTo>
                  <a:cubicBezTo>
                    <a:pt x="757" y="27722"/>
                    <a:pt x="917" y="27006"/>
                    <a:pt x="1100" y="26296"/>
                  </a:cubicBezTo>
                  <a:cubicBezTo>
                    <a:pt x="1282" y="25586"/>
                    <a:pt x="1486" y="24882"/>
                    <a:pt x="1713" y="24184"/>
                  </a:cubicBezTo>
                  <a:cubicBezTo>
                    <a:pt x="1940" y="23487"/>
                    <a:pt x="2188" y="22797"/>
                    <a:pt x="2458" y="22116"/>
                  </a:cubicBezTo>
                  <a:cubicBezTo>
                    <a:pt x="2728" y="21434"/>
                    <a:pt x="3019" y="20761"/>
                    <a:pt x="3331" y="20098"/>
                  </a:cubicBezTo>
                  <a:cubicBezTo>
                    <a:pt x="3643" y="19434"/>
                    <a:pt x="3976" y="18781"/>
                    <a:pt x="4329" y="18139"/>
                  </a:cubicBezTo>
                  <a:cubicBezTo>
                    <a:pt x="4682" y="17496"/>
                    <a:pt x="5056" y="16865"/>
                    <a:pt x="5449" y="16246"/>
                  </a:cubicBezTo>
                  <a:cubicBezTo>
                    <a:pt x="5841" y="15627"/>
                    <a:pt x="6254" y="15021"/>
                    <a:pt x="6684" y="14428"/>
                  </a:cubicBezTo>
                  <a:cubicBezTo>
                    <a:pt x="7115" y="13834"/>
                    <a:pt x="7565" y="13255"/>
                    <a:pt x="8032" y="12690"/>
                  </a:cubicBezTo>
                  <a:cubicBezTo>
                    <a:pt x="8499" y="12125"/>
                    <a:pt x="8984" y="11575"/>
                    <a:pt x="9486" y="11041"/>
                  </a:cubicBezTo>
                  <a:cubicBezTo>
                    <a:pt x="9988" y="10506"/>
                    <a:pt x="10506" y="9988"/>
                    <a:pt x="11041" y="9486"/>
                  </a:cubicBezTo>
                  <a:cubicBezTo>
                    <a:pt x="11575" y="8984"/>
                    <a:pt x="12125" y="8499"/>
                    <a:pt x="12690" y="8032"/>
                  </a:cubicBezTo>
                  <a:cubicBezTo>
                    <a:pt x="13255" y="7565"/>
                    <a:pt x="13834" y="7115"/>
                    <a:pt x="14428" y="6684"/>
                  </a:cubicBezTo>
                  <a:cubicBezTo>
                    <a:pt x="15021" y="6254"/>
                    <a:pt x="15627" y="5841"/>
                    <a:pt x="16246" y="5449"/>
                  </a:cubicBezTo>
                  <a:cubicBezTo>
                    <a:pt x="16865" y="5056"/>
                    <a:pt x="17496" y="4682"/>
                    <a:pt x="18139" y="4329"/>
                  </a:cubicBezTo>
                  <a:cubicBezTo>
                    <a:pt x="18781" y="3976"/>
                    <a:pt x="19434" y="3643"/>
                    <a:pt x="20098" y="3331"/>
                  </a:cubicBezTo>
                  <a:cubicBezTo>
                    <a:pt x="20761" y="3019"/>
                    <a:pt x="21434" y="2728"/>
                    <a:pt x="22116" y="2458"/>
                  </a:cubicBezTo>
                  <a:cubicBezTo>
                    <a:pt x="22797" y="2188"/>
                    <a:pt x="23487" y="1940"/>
                    <a:pt x="24184" y="1713"/>
                  </a:cubicBezTo>
                  <a:cubicBezTo>
                    <a:pt x="24882" y="1486"/>
                    <a:pt x="25586" y="1282"/>
                    <a:pt x="26296" y="1100"/>
                  </a:cubicBezTo>
                  <a:cubicBezTo>
                    <a:pt x="27006" y="917"/>
                    <a:pt x="27722" y="757"/>
                    <a:pt x="28442" y="620"/>
                  </a:cubicBezTo>
                  <a:cubicBezTo>
                    <a:pt x="29162" y="483"/>
                    <a:pt x="29886" y="368"/>
                    <a:pt x="30613" y="276"/>
                  </a:cubicBezTo>
                  <a:cubicBezTo>
                    <a:pt x="31341" y="184"/>
                    <a:pt x="32071" y="115"/>
                    <a:pt x="32802" y="69"/>
                  </a:cubicBezTo>
                  <a:cubicBezTo>
                    <a:pt x="33534" y="23"/>
                    <a:pt x="34267" y="0"/>
                    <a:pt x="35000" y="0"/>
                  </a:cubicBez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2" name="probe-lucide-route-part-3"/>
            <p:cNvSpPr/>
            <p:nvPr/>
          </p:nvSpPr>
          <p:spPr>
            <a:xfrm>
              <a:off x="15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3" name="probe-lucide-shuffle" descr="shuffle — Lucide Icons and Contributors; preserve the bundled full upstream license. Source: https://github.com/lucide-icons/lucide/blob/20aef31db93fe4d9f398dbb15b120d99c48eef95/icons/shuffle.svg; SVG SHA256: 7051f9ba993df6e7fefd9e3ffccb5d812e0f83c89e1287a850111295202edee0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94" name="probe-lucide-shuffle-part-1"/>
            <p:cNvSpPr/>
            <p:nvPr/>
          </p:nvSpPr>
          <p:spPr>
            <a:xfrm>
              <a:off x="180000" y="140000"/>
              <a:ext cx="40000" cy="80000"/>
            </a:xfrm>
            <a:custGeom>
              <a:avLst/>
              <a:gdLst/>
              <a:ahLst/>
              <a:cxnLst/>
              <a:rect l="0" t="0" r="r" b="b"/>
              <a:pathLst>
                <a:path w="40000" h="80000">
                  <a:moveTo>
                    <a:pt x="0" y="0"/>
                  </a:moveTo>
                  <a:lnTo>
                    <a:pt x="40000" y="40000"/>
                  </a:lnTo>
                  <a:lnTo>
                    <a:pt x="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shuffle-part-2"/>
            <p:cNvSpPr/>
            <p:nvPr/>
          </p:nvSpPr>
          <p:spPr>
            <a:xfrm>
              <a:off x="180000" y="20000"/>
              <a:ext cx="40000" cy="80000"/>
            </a:xfrm>
            <a:custGeom>
              <a:avLst/>
              <a:gdLst/>
              <a:ahLst/>
              <a:cxnLst/>
              <a:rect l="0" t="0" r="r" b="b"/>
              <a:pathLst>
                <a:path w="40000" h="80000">
                  <a:moveTo>
                    <a:pt x="0" y="0"/>
                  </a:moveTo>
                  <a:lnTo>
                    <a:pt x="40000" y="40000"/>
                  </a:lnTo>
                  <a:lnTo>
                    <a:pt x="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shuffle-part-3"/>
            <p:cNvSpPr/>
            <p:nvPr/>
          </p:nvSpPr>
          <p:spPr>
            <a:xfrm>
              <a:off x="20000" y="59999"/>
              <a:ext cx="200000" cy="120002"/>
            </a:xfrm>
            <a:custGeom>
              <a:avLst/>
              <a:gdLst/>
              <a:ahLst/>
              <a:cxnLst/>
              <a:rect l="0" t="0" r="r" b="b"/>
              <a:pathLst>
                <a:path w="200000" h="120002">
                  <a:moveTo>
                    <a:pt x="0" y="120001"/>
                  </a:moveTo>
                  <a:lnTo>
                    <a:pt x="19730" y="120001"/>
                  </a:lnTo>
                  <a:cubicBezTo>
                    <a:pt x="20534" y="120006"/>
                    <a:pt x="21338" y="119988"/>
                    <a:pt x="22142" y="119945"/>
                  </a:cubicBezTo>
                  <a:cubicBezTo>
                    <a:pt x="22945" y="119902"/>
                    <a:pt x="23746" y="119834"/>
                    <a:pt x="24545" y="119743"/>
                  </a:cubicBezTo>
                  <a:cubicBezTo>
                    <a:pt x="25345" y="119652"/>
                    <a:pt x="26141" y="119536"/>
                    <a:pt x="26933" y="119397"/>
                  </a:cubicBezTo>
                  <a:cubicBezTo>
                    <a:pt x="27725" y="119258"/>
                    <a:pt x="28513" y="119095"/>
                    <a:pt x="29295" y="118908"/>
                  </a:cubicBezTo>
                  <a:cubicBezTo>
                    <a:pt x="30077" y="118721"/>
                    <a:pt x="30854" y="118511"/>
                    <a:pt x="31623" y="118277"/>
                  </a:cubicBezTo>
                  <a:cubicBezTo>
                    <a:pt x="32393" y="118043"/>
                    <a:pt x="33155" y="117786"/>
                    <a:pt x="33909" y="117507"/>
                  </a:cubicBezTo>
                  <a:cubicBezTo>
                    <a:pt x="34663" y="117227"/>
                    <a:pt x="35409" y="116925"/>
                    <a:pt x="36145" y="116600"/>
                  </a:cubicBezTo>
                  <a:cubicBezTo>
                    <a:pt x="36881" y="116276"/>
                    <a:pt x="37606" y="115929"/>
                    <a:pt x="38321" y="115561"/>
                  </a:cubicBezTo>
                  <a:cubicBezTo>
                    <a:pt x="39036" y="115193"/>
                    <a:pt x="39740" y="114803"/>
                    <a:pt x="40432" y="114392"/>
                  </a:cubicBezTo>
                  <a:cubicBezTo>
                    <a:pt x="41123" y="113981"/>
                    <a:pt x="41802" y="113550"/>
                    <a:pt x="42467" y="113098"/>
                  </a:cubicBezTo>
                  <a:cubicBezTo>
                    <a:pt x="43133" y="112646"/>
                    <a:pt x="43785" y="112175"/>
                    <a:pt x="44422" y="111684"/>
                  </a:cubicBezTo>
                  <a:cubicBezTo>
                    <a:pt x="45059" y="111193"/>
                    <a:pt x="45681" y="110683"/>
                    <a:pt x="46287" y="110154"/>
                  </a:cubicBezTo>
                  <a:cubicBezTo>
                    <a:pt x="46893" y="109626"/>
                    <a:pt x="47483" y="109079"/>
                    <a:pt x="48057" y="108515"/>
                  </a:cubicBezTo>
                  <a:cubicBezTo>
                    <a:pt x="48630" y="107951"/>
                    <a:pt x="49186" y="107370"/>
                    <a:pt x="49724" y="106772"/>
                  </a:cubicBezTo>
                  <a:cubicBezTo>
                    <a:pt x="50263" y="106175"/>
                    <a:pt x="50783" y="105561"/>
                    <a:pt x="51284" y="104932"/>
                  </a:cubicBezTo>
                  <a:cubicBezTo>
                    <a:pt x="51785" y="104303"/>
                    <a:pt x="52268" y="103659"/>
                    <a:pt x="52730" y="103001"/>
                  </a:cubicBezTo>
                  <a:lnTo>
                    <a:pt x="107270" y="17001"/>
                  </a:lnTo>
                  <a:cubicBezTo>
                    <a:pt x="107732" y="16343"/>
                    <a:pt x="108215" y="15699"/>
                    <a:pt x="108716" y="15070"/>
                  </a:cubicBezTo>
                  <a:cubicBezTo>
                    <a:pt x="109217" y="14441"/>
                    <a:pt x="109737" y="13827"/>
                    <a:pt x="110276" y="13230"/>
                  </a:cubicBezTo>
                  <a:cubicBezTo>
                    <a:pt x="110814" y="12632"/>
                    <a:pt x="111370" y="12051"/>
                    <a:pt x="111943" y="11487"/>
                  </a:cubicBezTo>
                  <a:cubicBezTo>
                    <a:pt x="112517" y="10923"/>
                    <a:pt x="113107" y="10376"/>
                    <a:pt x="113713" y="9848"/>
                  </a:cubicBezTo>
                  <a:cubicBezTo>
                    <a:pt x="114319" y="9319"/>
                    <a:pt x="114941" y="8809"/>
                    <a:pt x="115578" y="8318"/>
                  </a:cubicBezTo>
                  <a:cubicBezTo>
                    <a:pt x="116215" y="7827"/>
                    <a:pt x="116867" y="7356"/>
                    <a:pt x="117533" y="6904"/>
                  </a:cubicBezTo>
                  <a:cubicBezTo>
                    <a:pt x="118198" y="6452"/>
                    <a:pt x="118877" y="6021"/>
                    <a:pt x="119568" y="5610"/>
                  </a:cubicBezTo>
                  <a:cubicBezTo>
                    <a:pt x="120260" y="5199"/>
                    <a:pt x="120964" y="4809"/>
                    <a:pt x="121679" y="4441"/>
                  </a:cubicBezTo>
                  <a:cubicBezTo>
                    <a:pt x="122394" y="4073"/>
                    <a:pt x="123119" y="3726"/>
                    <a:pt x="123855" y="3401"/>
                  </a:cubicBezTo>
                  <a:cubicBezTo>
                    <a:pt x="124591" y="3077"/>
                    <a:pt x="125337" y="2775"/>
                    <a:pt x="126091" y="2495"/>
                  </a:cubicBezTo>
                  <a:cubicBezTo>
                    <a:pt x="126845" y="2215"/>
                    <a:pt x="127607" y="1959"/>
                    <a:pt x="128377" y="1725"/>
                  </a:cubicBezTo>
                  <a:cubicBezTo>
                    <a:pt x="129146" y="1491"/>
                    <a:pt x="129923" y="1281"/>
                    <a:pt x="130705" y="1094"/>
                  </a:cubicBezTo>
                  <a:cubicBezTo>
                    <a:pt x="131487" y="907"/>
                    <a:pt x="132275" y="744"/>
                    <a:pt x="133067" y="605"/>
                  </a:cubicBezTo>
                  <a:cubicBezTo>
                    <a:pt x="133859" y="465"/>
                    <a:pt x="134655" y="350"/>
                    <a:pt x="135455" y="259"/>
                  </a:cubicBezTo>
                  <a:cubicBezTo>
                    <a:pt x="136254" y="167"/>
                    <a:pt x="137055" y="100"/>
                    <a:pt x="137858" y="57"/>
                  </a:cubicBezTo>
                  <a:cubicBezTo>
                    <a:pt x="138662" y="14"/>
                    <a:pt x="139466" y="-5"/>
                    <a:pt x="140270" y="1"/>
                  </a:cubicBezTo>
                  <a:lnTo>
                    <a:pt x="200000" y="1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7" name="probe-lucide-shuffle-part-4"/>
            <p:cNvSpPr/>
            <p:nvPr/>
          </p:nvSpPr>
          <p:spPr>
            <a:xfrm>
              <a:off x="20000" y="59999"/>
              <a:ext cx="55720" cy="22001"/>
            </a:xfrm>
            <a:custGeom>
              <a:avLst/>
              <a:gdLst/>
              <a:ahLst/>
              <a:cxnLst/>
              <a:rect l="0" t="0" r="r" b="b"/>
              <a:pathLst>
                <a:path w="55720" h="22001">
                  <a:moveTo>
                    <a:pt x="0" y="1"/>
                  </a:moveTo>
                  <a:lnTo>
                    <a:pt x="19720" y="1"/>
                  </a:lnTo>
                  <a:cubicBezTo>
                    <a:pt x="20543" y="-5"/>
                    <a:pt x="21366" y="15"/>
                    <a:pt x="22188" y="60"/>
                  </a:cubicBezTo>
                  <a:cubicBezTo>
                    <a:pt x="23010" y="105"/>
                    <a:pt x="23830" y="175"/>
                    <a:pt x="24647" y="271"/>
                  </a:cubicBezTo>
                  <a:cubicBezTo>
                    <a:pt x="25465" y="367"/>
                    <a:pt x="26279" y="488"/>
                    <a:pt x="27089" y="633"/>
                  </a:cubicBezTo>
                  <a:cubicBezTo>
                    <a:pt x="27899" y="779"/>
                    <a:pt x="28704" y="950"/>
                    <a:pt x="29504" y="1146"/>
                  </a:cubicBezTo>
                  <a:cubicBezTo>
                    <a:pt x="30303" y="1341"/>
                    <a:pt x="31097" y="1562"/>
                    <a:pt x="31882" y="1806"/>
                  </a:cubicBezTo>
                  <a:cubicBezTo>
                    <a:pt x="32668" y="2051"/>
                    <a:pt x="33446" y="2319"/>
                    <a:pt x="34216" y="2612"/>
                  </a:cubicBezTo>
                  <a:cubicBezTo>
                    <a:pt x="34985" y="2905"/>
                    <a:pt x="35745" y="3221"/>
                    <a:pt x="36495" y="3560"/>
                  </a:cubicBezTo>
                  <a:cubicBezTo>
                    <a:pt x="37245" y="3900"/>
                    <a:pt x="37984" y="4262"/>
                    <a:pt x="38711" y="4647"/>
                  </a:cubicBezTo>
                  <a:cubicBezTo>
                    <a:pt x="39439" y="5032"/>
                    <a:pt x="40154" y="5440"/>
                    <a:pt x="40856" y="5869"/>
                  </a:cubicBezTo>
                  <a:cubicBezTo>
                    <a:pt x="41559" y="6298"/>
                    <a:pt x="42248" y="6749"/>
                    <a:pt x="42922" y="7220"/>
                  </a:cubicBezTo>
                  <a:cubicBezTo>
                    <a:pt x="43596" y="7692"/>
                    <a:pt x="44256" y="8184"/>
                    <a:pt x="44900" y="8697"/>
                  </a:cubicBezTo>
                  <a:cubicBezTo>
                    <a:pt x="45544" y="9209"/>
                    <a:pt x="46173" y="9741"/>
                    <a:pt x="46784" y="10292"/>
                  </a:cubicBezTo>
                  <a:cubicBezTo>
                    <a:pt x="47395" y="10844"/>
                    <a:pt x="47989" y="11413"/>
                    <a:pt x="48565" y="12001"/>
                  </a:cubicBezTo>
                  <a:cubicBezTo>
                    <a:pt x="49141" y="12589"/>
                    <a:pt x="49699" y="13194"/>
                    <a:pt x="50238" y="13817"/>
                  </a:cubicBezTo>
                  <a:cubicBezTo>
                    <a:pt x="50777" y="14439"/>
                    <a:pt x="51296" y="15078"/>
                    <a:pt x="51795" y="15732"/>
                  </a:cubicBezTo>
                  <a:cubicBezTo>
                    <a:pt x="52295" y="16386"/>
                    <a:pt x="52774" y="17056"/>
                    <a:pt x="53232" y="17739"/>
                  </a:cubicBezTo>
                  <a:cubicBezTo>
                    <a:pt x="53690" y="18423"/>
                    <a:pt x="54127" y="19121"/>
                    <a:pt x="54542" y="19832"/>
                  </a:cubicBezTo>
                  <a:cubicBezTo>
                    <a:pt x="54957" y="20543"/>
                    <a:pt x="55350" y="21266"/>
                    <a:pt x="55720" y="22001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8" name="probe-lucide-shuffle-part-5"/>
            <p:cNvSpPr/>
            <p:nvPr/>
          </p:nvSpPr>
          <p:spPr>
            <a:xfrm>
              <a:off x="123000" y="157500"/>
              <a:ext cx="97000" cy="22500"/>
            </a:xfrm>
            <a:custGeom>
              <a:avLst/>
              <a:gdLst/>
              <a:ahLst/>
              <a:cxnLst/>
              <a:rect l="0" t="0" r="r" b="b"/>
              <a:pathLst>
                <a:path w="97000" h="22500">
                  <a:moveTo>
                    <a:pt x="97000" y="22500"/>
                  </a:moveTo>
                  <a:lnTo>
                    <a:pt x="36590" y="22500"/>
                  </a:lnTo>
                  <a:cubicBezTo>
                    <a:pt x="35775" y="22492"/>
                    <a:pt x="34960" y="22458"/>
                    <a:pt x="34147" y="22400"/>
                  </a:cubicBezTo>
                  <a:cubicBezTo>
                    <a:pt x="33333" y="22342"/>
                    <a:pt x="32522" y="22259"/>
                    <a:pt x="31714" y="22152"/>
                  </a:cubicBezTo>
                  <a:cubicBezTo>
                    <a:pt x="30906" y="22044"/>
                    <a:pt x="30101" y="21911"/>
                    <a:pt x="29301" y="21755"/>
                  </a:cubicBezTo>
                  <a:cubicBezTo>
                    <a:pt x="28501" y="21598"/>
                    <a:pt x="27706" y="21416"/>
                    <a:pt x="26917" y="21211"/>
                  </a:cubicBezTo>
                  <a:cubicBezTo>
                    <a:pt x="26128" y="21005"/>
                    <a:pt x="25345" y="20776"/>
                    <a:pt x="24570" y="20523"/>
                  </a:cubicBezTo>
                  <a:cubicBezTo>
                    <a:pt x="23795" y="20269"/>
                    <a:pt x="23028" y="19992"/>
                    <a:pt x="22270" y="19692"/>
                  </a:cubicBezTo>
                  <a:cubicBezTo>
                    <a:pt x="21512" y="19392"/>
                    <a:pt x="20764" y="19069"/>
                    <a:pt x="20025" y="18723"/>
                  </a:cubicBezTo>
                  <a:cubicBezTo>
                    <a:pt x="19287" y="18377"/>
                    <a:pt x="18560" y="18008"/>
                    <a:pt x="17844" y="17618"/>
                  </a:cubicBezTo>
                  <a:cubicBezTo>
                    <a:pt x="17128" y="17227"/>
                    <a:pt x="16424" y="16815"/>
                    <a:pt x="15734" y="16382"/>
                  </a:cubicBezTo>
                  <a:cubicBezTo>
                    <a:pt x="15043" y="15948"/>
                    <a:pt x="14366" y="15494"/>
                    <a:pt x="13703" y="15019"/>
                  </a:cubicBezTo>
                  <a:cubicBezTo>
                    <a:pt x="13041" y="14544"/>
                    <a:pt x="12392" y="14049"/>
                    <a:pt x="11760" y="13535"/>
                  </a:cubicBezTo>
                  <a:cubicBezTo>
                    <a:pt x="11127" y="13021"/>
                    <a:pt x="10511" y="12487"/>
                    <a:pt x="9911" y="11935"/>
                  </a:cubicBezTo>
                  <a:cubicBezTo>
                    <a:pt x="9311" y="11383"/>
                    <a:pt x="8728" y="10812"/>
                    <a:pt x="8163" y="10225"/>
                  </a:cubicBezTo>
                  <a:cubicBezTo>
                    <a:pt x="7598" y="9637"/>
                    <a:pt x="7051" y="9032"/>
                    <a:pt x="6523" y="8411"/>
                  </a:cubicBezTo>
                  <a:cubicBezTo>
                    <a:pt x="5995" y="7790"/>
                    <a:pt x="5486" y="7153"/>
                    <a:pt x="4997" y="6500"/>
                  </a:cubicBezTo>
                  <a:cubicBezTo>
                    <a:pt x="4507" y="5848"/>
                    <a:pt x="4038" y="5181"/>
                    <a:pt x="3590" y="45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9" name="probe-lucide-split" descr="split — Lucide Icons and Contributors; preserve the bundled full upstream license. Source: https://github.com/lucide-icons/lucide/blob/20aef31db93fe4d9f398dbb15b120d99c48eef95/icons/split.svg; SVG SHA256: 7b8bebfea5419548e9fed898c8c8cfa7b4ddd910628eab44d3903ccce077dd73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00" name="probe-lucide-split-part-1"/>
            <p:cNvSpPr/>
            <p:nvPr/>
          </p:nvSpPr>
          <p:spPr>
            <a:xfrm>
              <a:off x="160000" y="3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0" y="0"/>
                  </a:moveTo>
                  <a:lnTo>
                    <a:pt x="50000" y="0"/>
                  </a:lnTo>
                  <a:lnTo>
                    <a:pt x="5000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1" name="probe-lucide-split-part-2"/>
            <p:cNvSpPr/>
            <p:nvPr/>
          </p:nvSpPr>
          <p:spPr>
            <a:xfrm>
              <a:off x="30000" y="30000"/>
              <a:ext cx="50000" cy="50000"/>
            </a:xfrm>
            <a:custGeom>
              <a:avLst/>
              <a:gdLst/>
              <a:ahLst/>
              <a:cxnLst/>
              <a:rect l="0" t="0" r="r" b="b"/>
              <a:pathLst>
                <a:path w="50000" h="50000">
                  <a:moveTo>
                    <a:pt x="50000" y="0"/>
                  </a:moveTo>
                  <a:lnTo>
                    <a:pt x="0" y="0"/>
                  </a:ln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2" name="probe-lucide-split-part-3"/>
            <p:cNvSpPr/>
            <p:nvPr/>
          </p:nvSpPr>
          <p:spPr>
            <a:xfrm>
              <a:off x="30000" y="30000"/>
              <a:ext cx="90002" cy="190000"/>
            </a:xfrm>
            <a:custGeom>
              <a:avLst/>
              <a:gdLst/>
              <a:ahLst/>
              <a:cxnLst/>
              <a:rect l="0" t="0" r="r" b="b"/>
              <a:pathLst>
                <a:path w="90002" h="190000">
                  <a:moveTo>
                    <a:pt x="90000" y="190000"/>
                  </a:moveTo>
                  <a:lnTo>
                    <a:pt x="90000" y="107000"/>
                  </a:lnTo>
                  <a:cubicBezTo>
                    <a:pt x="90009" y="106183"/>
                    <a:pt x="89993" y="105366"/>
                    <a:pt x="89951" y="104551"/>
                  </a:cubicBezTo>
                  <a:cubicBezTo>
                    <a:pt x="89910" y="103735"/>
                    <a:pt x="89844" y="102920"/>
                    <a:pt x="89753" y="102109"/>
                  </a:cubicBezTo>
                  <a:cubicBezTo>
                    <a:pt x="89662" y="101297"/>
                    <a:pt x="89546" y="100488"/>
                    <a:pt x="89405" y="99683"/>
                  </a:cubicBezTo>
                  <a:cubicBezTo>
                    <a:pt x="89264" y="98879"/>
                    <a:pt x="89099" y="98079"/>
                    <a:pt x="88909" y="97284"/>
                  </a:cubicBezTo>
                  <a:cubicBezTo>
                    <a:pt x="88720" y="96490"/>
                    <a:pt x="88506" y="95701"/>
                    <a:pt x="88268" y="94920"/>
                  </a:cubicBezTo>
                  <a:cubicBezTo>
                    <a:pt x="88030" y="94138"/>
                    <a:pt x="87768" y="93364"/>
                    <a:pt x="87483" y="92599"/>
                  </a:cubicBezTo>
                  <a:cubicBezTo>
                    <a:pt x="87197" y="91834"/>
                    <a:pt x="86889" y="91077"/>
                    <a:pt x="86557" y="90331"/>
                  </a:cubicBezTo>
                  <a:cubicBezTo>
                    <a:pt x="86225" y="89584"/>
                    <a:pt x="85871" y="88848"/>
                    <a:pt x="85494" y="88123"/>
                  </a:cubicBezTo>
                  <a:cubicBezTo>
                    <a:pt x="85118" y="87398"/>
                    <a:pt x="84719" y="86685"/>
                    <a:pt x="84298" y="85985"/>
                  </a:cubicBezTo>
                  <a:cubicBezTo>
                    <a:pt x="83878" y="85285"/>
                    <a:pt x="83436" y="84597"/>
                    <a:pt x="82974" y="83924"/>
                  </a:cubicBezTo>
                  <a:cubicBezTo>
                    <a:pt x="82511" y="83251"/>
                    <a:pt x="82028" y="82592"/>
                    <a:pt x="81525" y="81948"/>
                  </a:cubicBezTo>
                  <a:cubicBezTo>
                    <a:pt x="81023" y="81304"/>
                    <a:pt x="80500" y="80676"/>
                    <a:pt x="79959" y="80064"/>
                  </a:cubicBezTo>
                  <a:cubicBezTo>
                    <a:pt x="79418" y="79452"/>
                    <a:pt x="78858" y="78857"/>
                    <a:pt x="78280" y="7828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3" name="probe-lucide-split-part-4"/>
            <p:cNvSpPr/>
            <p:nvPr/>
          </p:nvSpPr>
          <p:spPr>
            <a:xfrm>
              <a:off x="150000" y="3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0" y="60000"/>
                  </a:move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4" name="probe-lucide-target" descr="target — Cole Bemis; Lucide contributors; preserve the bundled full upstream license. Source: https://github.com/lucide-icons/lucide/blob/20aef31db93fe4d9f398dbb15b120d99c48eef95/icons/target.svg; SVG SHA256: 96a6b16628825a1a207a77e9a5818f74c3e74ea3664783ff5c2a44e6347b90df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05" name="probe-lucide-target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6" name="probe-lucide-target-part-2"/>
            <p:cNvSpPr/>
            <p:nvPr/>
          </p:nvSpPr>
          <p:spPr>
            <a:xfrm>
              <a:off x="60000" y="60000"/>
              <a:ext cx="120000" cy="120000"/>
            </a:xfrm>
            <a:custGeom>
              <a:avLst/>
              <a:gdLst/>
              <a:ahLst/>
              <a:cxnLst/>
              <a:rect l="0" t="0" r="r" b="b"/>
              <a:pathLst>
                <a:path w="120000" h="120000">
                  <a:moveTo>
                    <a:pt x="120000" y="60000"/>
                  </a:moveTo>
                  <a:cubicBezTo>
                    <a:pt x="120000" y="61257"/>
                    <a:pt x="119961" y="62513"/>
                    <a:pt x="119882" y="63767"/>
                  </a:cubicBezTo>
                  <a:cubicBezTo>
                    <a:pt x="119803" y="65022"/>
                    <a:pt x="119684" y="66273"/>
                    <a:pt x="119527" y="67520"/>
                  </a:cubicBezTo>
                  <a:cubicBezTo>
                    <a:pt x="119369" y="68767"/>
                    <a:pt x="119173" y="70008"/>
                    <a:pt x="118937" y="71243"/>
                  </a:cubicBezTo>
                  <a:cubicBezTo>
                    <a:pt x="118702" y="72477"/>
                    <a:pt x="118428" y="73704"/>
                    <a:pt x="118115" y="74921"/>
                  </a:cubicBezTo>
                  <a:cubicBezTo>
                    <a:pt x="117802" y="76139"/>
                    <a:pt x="117452" y="77346"/>
                    <a:pt x="117063" y="78541"/>
                  </a:cubicBezTo>
                  <a:cubicBezTo>
                    <a:pt x="116675" y="79736"/>
                    <a:pt x="116249" y="80919"/>
                    <a:pt x="115787" y="82087"/>
                  </a:cubicBezTo>
                  <a:cubicBezTo>
                    <a:pt x="115324" y="83256"/>
                    <a:pt x="114825" y="84410"/>
                    <a:pt x="114290" y="85547"/>
                  </a:cubicBezTo>
                  <a:cubicBezTo>
                    <a:pt x="113755" y="86684"/>
                    <a:pt x="113184" y="87804"/>
                    <a:pt x="112578" y="88905"/>
                  </a:cubicBezTo>
                  <a:cubicBezTo>
                    <a:pt x="111973" y="90007"/>
                    <a:pt x="111333" y="91089"/>
                    <a:pt x="110660" y="92150"/>
                  </a:cubicBezTo>
                  <a:cubicBezTo>
                    <a:pt x="109986" y="93211"/>
                    <a:pt x="109280" y="94250"/>
                    <a:pt x="108541" y="95267"/>
                  </a:cubicBezTo>
                  <a:cubicBezTo>
                    <a:pt x="107802" y="96284"/>
                    <a:pt x="107032" y="97277"/>
                    <a:pt x="106231" y="98245"/>
                  </a:cubicBezTo>
                  <a:cubicBezTo>
                    <a:pt x="105430" y="99214"/>
                    <a:pt x="104598" y="100157"/>
                    <a:pt x="103738" y="101073"/>
                  </a:cubicBezTo>
                  <a:cubicBezTo>
                    <a:pt x="102878" y="101989"/>
                    <a:pt x="101989" y="102878"/>
                    <a:pt x="101073" y="103738"/>
                  </a:cubicBezTo>
                  <a:cubicBezTo>
                    <a:pt x="100157" y="104598"/>
                    <a:pt x="99214" y="105430"/>
                    <a:pt x="98245" y="106231"/>
                  </a:cubicBezTo>
                  <a:cubicBezTo>
                    <a:pt x="97277" y="107032"/>
                    <a:pt x="96284" y="107802"/>
                    <a:pt x="95267" y="108541"/>
                  </a:cubicBezTo>
                  <a:cubicBezTo>
                    <a:pt x="94250" y="109280"/>
                    <a:pt x="93211" y="109986"/>
                    <a:pt x="92150" y="110660"/>
                  </a:cubicBezTo>
                  <a:cubicBezTo>
                    <a:pt x="91089" y="111333"/>
                    <a:pt x="90007" y="111973"/>
                    <a:pt x="88905" y="112578"/>
                  </a:cubicBezTo>
                  <a:cubicBezTo>
                    <a:pt x="87804" y="113184"/>
                    <a:pt x="86684" y="113755"/>
                    <a:pt x="85547" y="114290"/>
                  </a:cubicBezTo>
                  <a:cubicBezTo>
                    <a:pt x="84410" y="114825"/>
                    <a:pt x="83256" y="115324"/>
                    <a:pt x="82087" y="115787"/>
                  </a:cubicBezTo>
                  <a:cubicBezTo>
                    <a:pt x="80919" y="116249"/>
                    <a:pt x="79736" y="116675"/>
                    <a:pt x="78541" y="117063"/>
                  </a:cubicBezTo>
                  <a:cubicBezTo>
                    <a:pt x="77346" y="117452"/>
                    <a:pt x="76139" y="117802"/>
                    <a:pt x="74921" y="118115"/>
                  </a:cubicBezTo>
                  <a:cubicBezTo>
                    <a:pt x="73704" y="118428"/>
                    <a:pt x="72477" y="118702"/>
                    <a:pt x="71243" y="118937"/>
                  </a:cubicBezTo>
                  <a:cubicBezTo>
                    <a:pt x="70008" y="119173"/>
                    <a:pt x="68767" y="119369"/>
                    <a:pt x="67520" y="119527"/>
                  </a:cubicBezTo>
                  <a:cubicBezTo>
                    <a:pt x="66273" y="119684"/>
                    <a:pt x="65022" y="119803"/>
                    <a:pt x="63767" y="119882"/>
                  </a:cubicBezTo>
                  <a:cubicBezTo>
                    <a:pt x="62513" y="119961"/>
                    <a:pt x="61257" y="120000"/>
                    <a:pt x="60000" y="120000"/>
                  </a:cubicBezTo>
                  <a:cubicBezTo>
                    <a:pt x="58743" y="120000"/>
                    <a:pt x="57487" y="119961"/>
                    <a:pt x="56233" y="119882"/>
                  </a:cubicBezTo>
                  <a:cubicBezTo>
                    <a:pt x="54978" y="119803"/>
                    <a:pt x="53727" y="119684"/>
                    <a:pt x="52480" y="119527"/>
                  </a:cubicBezTo>
                  <a:cubicBezTo>
                    <a:pt x="51233" y="119369"/>
                    <a:pt x="49992" y="119173"/>
                    <a:pt x="48757" y="118937"/>
                  </a:cubicBezTo>
                  <a:cubicBezTo>
                    <a:pt x="47523" y="118702"/>
                    <a:pt x="46296" y="118428"/>
                    <a:pt x="45079" y="118115"/>
                  </a:cubicBezTo>
                  <a:cubicBezTo>
                    <a:pt x="43861" y="117802"/>
                    <a:pt x="42654" y="117452"/>
                    <a:pt x="41459" y="117063"/>
                  </a:cubicBezTo>
                  <a:cubicBezTo>
                    <a:pt x="40264" y="116675"/>
                    <a:pt x="39081" y="116249"/>
                    <a:pt x="37913" y="115787"/>
                  </a:cubicBezTo>
                  <a:cubicBezTo>
                    <a:pt x="36744" y="115324"/>
                    <a:pt x="35590" y="114825"/>
                    <a:pt x="34453" y="114290"/>
                  </a:cubicBezTo>
                  <a:cubicBezTo>
                    <a:pt x="33316" y="113755"/>
                    <a:pt x="32196" y="113184"/>
                    <a:pt x="31095" y="112578"/>
                  </a:cubicBezTo>
                  <a:cubicBezTo>
                    <a:pt x="29993" y="111973"/>
                    <a:pt x="28911" y="111333"/>
                    <a:pt x="27850" y="110660"/>
                  </a:cubicBezTo>
                  <a:cubicBezTo>
                    <a:pt x="26789" y="109986"/>
                    <a:pt x="25750" y="109280"/>
                    <a:pt x="24733" y="108541"/>
                  </a:cubicBezTo>
                  <a:cubicBezTo>
                    <a:pt x="23716" y="107802"/>
                    <a:pt x="22723" y="107032"/>
                    <a:pt x="21755" y="106231"/>
                  </a:cubicBezTo>
                  <a:cubicBezTo>
                    <a:pt x="20786" y="105430"/>
                    <a:pt x="19843" y="104598"/>
                    <a:pt x="18927" y="103738"/>
                  </a:cubicBezTo>
                  <a:cubicBezTo>
                    <a:pt x="18011" y="102878"/>
                    <a:pt x="17122" y="101989"/>
                    <a:pt x="16262" y="101073"/>
                  </a:cubicBezTo>
                  <a:cubicBezTo>
                    <a:pt x="15402" y="100157"/>
                    <a:pt x="14570" y="99214"/>
                    <a:pt x="13769" y="98245"/>
                  </a:cubicBezTo>
                  <a:cubicBezTo>
                    <a:pt x="12968" y="97277"/>
                    <a:pt x="12198" y="96284"/>
                    <a:pt x="11459" y="95267"/>
                  </a:cubicBezTo>
                  <a:cubicBezTo>
                    <a:pt x="10720" y="94250"/>
                    <a:pt x="10014" y="93211"/>
                    <a:pt x="9340" y="92150"/>
                  </a:cubicBezTo>
                  <a:cubicBezTo>
                    <a:pt x="8667" y="91089"/>
                    <a:pt x="8027" y="90007"/>
                    <a:pt x="7422" y="88905"/>
                  </a:cubicBezTo>
                  <a:cubicBezTo>
                    <a:pt x="6816" y="87804"/>
                    <a:pt x="6245" y="86684"/>
                    <a:pt x="5710" y="85547"/>
                  </a:cubicBezTo>
                  <a:cubicBezTo>
                    <a:pt x="5175" y="84410"/>
                    <a:pt x="4676" y="83256"/>
                    <a:pt x="4213" y="82087"/>
                  </a:cubicBezTo>
                  <a:cubicBezTo>
                    <a:pt x="3751" y="80919"/>
                    <a:pt x="3325" y="79736"/>
                    <a:pt x="2937" y="78541"/>
                  </a:cubicBezTo>
                  <a:cubicBezTo>
                    <a:pt x="2548" y="77346"/>
                    <a:pt x="2198" y="76139"/>
                    <a:pt x="1885" y="74921"/>
                  </a:cubicBezTo>
                  <a:cubicBezTo>
                    <a:pt x="1572" y="73704"/>
                    <a:pt x="1298" y="72477"/>
                    <a:pt x="1063" y="71243"/>
                  </a:cubicBezTo>
                  <a:cubicBezTo>
                    <a:pt x="827" y="70008"/>
                    <a:pt x="631" y="68767"/>
                    <a:pt x="473" y="67520"/>
                  </a:cubicBezTo>
                  <a:cubicBezTo>
                    <a:pt x="316" y="66273"/>
                    <a:pt x="197" y="65022"/>
                    <a:pt x="118" y="63767"/>
                  </a:cubicBezTo>
                  <a:cubicBezTo>
                    <a:pt x="39" y="62513"/>
                    <a:pt x="0" y="61257"/>
                    <a:pt x="0" y="60000"/>
                  </a:cubicBezTo>
                  <a:cubicBezTo>
                    <a:pt x="0" y="58743"/>
                    <a:pt x="39" y="57487"/>
                    <a:pt x="118" y="56233"/>
                  </a:cubicBezTo>
                  <a:cubicBezTo>
                    <a:pt x="197" y="54978"/>
                    <a:pt x="316" y="53727"/>
                    <a:pt x="473" y="52480"/>
                  </a:cubicBezTo>
                  <a:cubicBezTo>
                    <a:pt x="631" y="51233"/>
                    <a:pt x="827" y="49992"/>
                    <a:pt x="1063" y="48757"/>
                  </a:cubicBezTo>
                  <a:cubicBezTo>
                    <a:pt x="1298" y="47523"/>
                    <a:pt x="1572" y="46296"/>
                    <a:pt x="1885" y="45079"/>
                  </a:cubicBezTo>
                  <a:cubicBezTo>
                    <a:pt x="2198" y="43861"/>
                    <a:pt x="2548" y="42654"/>
                    <a:pt x="2937" y="41459"/>
                  </a:cubicBezTo>
                  <a:cubicBezTo>
                    <a:pt x="3325" y="40264"/>
                    <a:pt x="3751" y="39081"/>
                    <a:pt x="4213" y="37913"/>
                  </a:cubicBezTo>
                  <a:cubicBezTo>
                    <a:pt x="4676" y="36744"/>
                    <a:pt x="5175" y="35590"/>
                    <a:pt x="5710" y="34453"/>
                  </a:cubicBezTo>
                  <a:cubicBezTo>
                    <a:pt x="6245" y="33316"/>
                    <a:pt x="6816" y="32196"/>
                    <a:pt x="7422" y="31095"/>
                  </a:cubicBezTo>
                  <a:cubicBezTo>
                    <a:pt x="8027" y="29993"/>
                    <a:pt x="8667" y="28911"/>
                    <a:pt x="9340" y="27850"/>
                  </a:cubicBezTo>
                  <a:cubicBezTo>
                    <a:pt x="10014" y="26789"/>
                    <a:pt x="10720" y="25750"/>
                    <a:pt x="11459" y="24733"/>
                  </a:cubicBezTo>
                  <a:cubicBezTo>
                    <a:pt x="12198" y="23716"/>
                    <a:pt x="12968" y="22723"/>
                    <a:pt x="13769" y="21755"/>
                  </a:cubicBezTo>
                  <a:cubicBezTo>
                    <a:pt x="14570" y="20786"/>
                    <a:pt x="15402" y="19843"/>
                    <a:pt x="16262" y="18927"/>
                  </a:cubicBezTo>
                  <a:cubicBezTo>
                    <a:pt x="17122" y="18011"/>
                    <a:pt x="18011" y="17122"/>
                    <a:pt x="18927" y="16262"/>
                  </a:cubicBezTo>
                  <a:cubicBezTo>
                    <a:pt x="19843" y="15402"/>
                    <a:pt x="20786" y="14570"/>
                    <a:pt x="21755" y="13769"/>
                  </a:cubicBezTo>
                  <a:cubicBezTo>
                    <a:pt x="22723" y="12968"/>
                    <a:pt x="23716" y="12198"/>
                    <a:pt x="24733" y="11459"/>
                  </a:cubicBezTo>
                  <a:cubicBezTo>
                    <a:pt x="25750" y="10720"/>
                    <a:pt x="26789" y="10014"/>
                    <a:pt x="27850" y="9340"/>
                  </a:cubicBezTo>
                  <a:cubicBezTo>
                    <a:pt x="28911" y="8667"/>
                    <a:pt x="29993" y="8027"/>
                    <a:pt x="31095" y="7422"/>
                  </a:cubicBezTo>
                  <a:cubicBezTo>
                    <a:pt x="32196" y="6816"/>
                    <a:pt x="33316" y="6245"/>
                    <a:pt x="34453" y="5710"/>
                  </a:cubicBezTo>
                  <a:cubicBezTo>
                    <a:pt x="35590" y="5175"/>
                    <a:pt x="36744" y="4676"/>
                    <a:pt x="37913" y="4213"/>
                  </a:cubicBezTo>
                  <a:cubicBezTo>
                    <a:pt x="39081" y="3751"/>
                    <a:pt x="40264" y="3325"/>
                    <a:pt x="41459" y="2937"/>
                  </a:cubicBezTo>
                  <a:cubicBezTo>
                    <a:pt x="42654" y="2548"/>
                    <a:pt x="43861" y="2198"/>
                    <a:pt x="45079" y="1885"/>
                  </a:cubicBezTo>
                  <a:cubicBezTo>
                    <a:pt x="46296" y="1572"/>
                    <a:pt x="47523" y="1298"/>
                    <a:pt x="48757" y="1063"/>
                  </a:cubicBezTo>
                  <a:cubicBezTo>
                    <a:pt x="49992" y="827"/>
                    <a:pt x="51233" y="631"/>
                    <a:pt x="52480" y="473"/>
                  </a:cubicBezTo>
                  <a:cubicBezTo>
                    <a:pt x="53727" y="316"/>
                    <a:pt x="54978" y="197"/>
                    <a:pt x="56233" y="118"/>
                  </a:cubicBezTo>
                  <a:cubicBezTo>
                    <a:pt x="57487" y="39"/>
                    <a:pt x="58743" y="0"/>
                    <a:pt x="60000" y="0"/>
                  </a:cubicBezTo>
                  <a:cubicBezTo>
                    <a:pt x="61257" y="0"/>
                    <a:pt x="62513" y="39"/>
                    <a:pt x="63767" y="118"/>
                  </a:cubicBezTo>
                  <a:cubicBezTo>
                    <a:pt x="65022" y="197"/>
                    <a:pt x="66273" y="316"/>
                    <a:pt x="67520" y="473"/>
                  </a:cubicBezTo>
                  <a:cubicBezTo>
                    <a:pt x="68767" y="631"/>
                    <a:pt x="70008" y="827"/>
                    <a:pt x="71243" y="1063"/>
                  </a:cubicBezTo>
                  <a:cubicBezTo>
                    <a:pt x="72477" y="1298"/>
                    <a:pt x="73704" y="1572"/>
                    <a:pt x="74921" y="1885"/>
                  </a:cubicBezTo>
                  <a:cubicBezTo>
                    <a:pt x="76139" y="2198"/>
                    <a:pt x="77346" y="2548"/>
                    <a:pt x="78541" y="2937"/>
                  </a:cubicBezTo>
                  <a:cubicBezTo>
                    <a:pt x="79736" y="3325"/>
                    <a:pt x="80919" y="3751"/>
                    <a:pt x="82087" y="4213"/>
                  </a:cubicBezTo>
                  <a:cubicBezTo>
                    <a:pt x="83256" y="4676"/>
                    <a:pt x="84410" y="5175"/>
                    <a:pt x="85547" y="5710"/>
                  </a:cubicBezTo>
                  <a:cubicBezTo>
                    <a:pt x="86684" y="6245"/>
                    <a:pt x="87804" y="6816"/>
                    <a:pt x="88905" y="7422"/>
                  </a:cubicBezTo>
                  <a:cubicBezTo>
                    <a:pt x="90007" y="8027"/>
                    <a:pt x="91089" y="8667"/>
                    <a:pt x="92150" y="9340"/>
                  </a:cubicBezTo>
                  <a:cubicBezTo>
                    <a:pt x="93211" y="10014"/>
                    <a:pt x="94250" y="10720"/>
                    <a:pt x="95267" y="11459"/>
                  </a:cubicBezTo>
                  <a:cubicBezTo>
                    <a:pt x="96284" y="12198"/>
                    <a:pt x="97277" y="12968"/>
                    <a:pt x="98245" y="13769"/>
                  </a:cubicBezTo>
                  <a:cubicBezTo>
                    <a:pt x="99214" y="14570"/>
                    <a:pt x="100157" y="15402"/>
                    <a:pt x="101073" y="16262"/>
                  </a:cubicBezTo>
                  <a:cubicBezTo>
                    <a:pt x="101989" y="17122"/>
                    <a:pt x="102878" y="18011"/>
                    <a:pt x="103738" y="18927"/>
                  </a:cubicBezTo>
                  <a:cubicBezTo>
                    <a:pt x="104598" y="19843"/>
                    <a:pt x="105430" y="20786"/>
                    <a:pt x="106231" y="21755"/>
                  </a:cubicBezTo>
                  <a:cubicBezTo>
                    <a:pt x="107032" y="22723"/>
                    <a:pt x="107802" y="23716"/>
                    <a:pt x="108541" y="24733"/>
                  </a:cubicBezTo>
                  <a:cubicBezTo>
                    <a:pt x="109280" y="25750"/>
                    <a:pt x="109986" y="26789"/>
                    <a:pt x="110660" y="27850"/>
                  </a:cubicBezTo>
                  <a:cubicBezTo>
                    <a:pt x="111333" y="28911"/>
                    <a:pt x="111973" y="29993"/>
                    <a:pt x="112578" y="31095"/>
                  </a:cubicBezTo>
                  <a:cubicBezTo>
                    <a:pt x="113184" y="32196"/>
                    <a:pt x="113755" y="33316"/>
                    <a:pt x="114290" y="34453"/>
                  </a:cubicBezTo>
                  <a:cubicBezTo>
                    <a:pt x="114825" y="35590"/>
                    <a:pt x="115324" y="36744"/>
                    <a:pt x="115787" y="37913"/>
                  </a:cubicBezTo>
                  <a:cubicBezTo>
                    <a:pt x="116249" y="39081"/>
                    <a:pt x="116675" y="40264"/>
                    <a:pt x="117063" y="41459"/>
                  </a:cubicBezTo>
                  <a:cubicBezTo>
                    <a:pt x="117452" y="42654"/>
                    <a:pt x="117802" y="43861"/>
                    <a:pt x="118115" y="45079"/>
                  </a:cubicBezTo>
                  <a:cubicBezTo>
                    <a:pt x="118428" y="46296"/>
                    <a:pt x="118702" y="47523"/>
                    <a:pt x="118937" y="48757"/>
                  </a:cubicBezTo>
                  <a:cubicBezTo>
                    <a:pt x="119173" y="49992"/>
                    <a:pt x="119369" y="51233"/>
                    <a:pt x="119527" y="52480"/>
                  </a:cubicBezTo>
                  <a:cubicBezTo>
                    <a:pt x="119684" y="53727"/>
                    <a:pt x="119803" y="54978"/>
                    <a:pt x="119882" y="56233"/>
                  </a:cubicBezTo>
                  <a:cubicBezTo>
                    <a:pt x="119961" y="57487"/>
                    <a:pt x="120000" y="58743"/>
                    <a:pt x="120000" y="6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7" name="probe-lucide-target-part-3"/>
            <p:cNvSpPr/>
            <p:nvPr/>
          </p:nvSpPr>
          <p:spPr>
            <a:xfrm>
              <a:off x="100000" y="10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lucide/waypoints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tabler/affiliate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tabler/arrow-big-right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tabler/binary-tree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tabler/bulb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tabler/puzzle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lucide/cloud-lightning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lucide/cloud-sun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lucide/droplets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lucide/earth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lucide/gauge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lucide/globe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lucide/plug</a:t>
            </a:r>
          </a:p>
        </p:txBody>
      </p:sp>
      <p:grpSp>
        <p:nvGrpSpPr>
          <p:cNvPr id="23" name="probe-lucide-waypoints" descr="waypoints — Lucide Icons and Contributors; preserve the bundled full upstream license. Source: https://github.com/lucide-icons/lucide/blob/20aef31db93fe4d9f398dbb15b120d99c48eef95/icons/waypoints.svg; SVG SHA256: 97f4eefc2548f3886749778befcdfb0620c8d9619799cbe3f1d2bb566b67dea9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waypoints-part-1"/>
            <p:cNvSpPr/>
            <p:nvPr/>
          </p:nvSpPr>
          <p:spPr>
            <a:xfrm>
              <a:off x="54140" y="54140"/>
              <a:ext cx="51720" cy="51720"/>
            </a:xfrm>
            <a:custGeom>
              <a:avLst/>
              <a:gdLst/>
              <a:ahLst/>
              <a:cxnLst/>
              <a:rect l="0" t="0" r="r" b="b"/>
              <a:pathLst>
                <a:path w="51720" h="51720">
                  <a:moveTo>
                    <a:pt x="51720" y="0"/>
                  </a:moveTo>
                  <a:lnTo>
                    <a:pt x="0" y="5172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waypoints-part-2"/>
            <p:cNvSpPr/>
            <p:nvPr/>
          </p:nvSpPr>
          <p:spPr>
            <a:xfrm>
              <a:off x="134140" y="134140"/>
              <a:ext cx="51720" cy="51720"/>
            </a:xfrm>
            <a:custGeom>
              <a:avLst/>
              <a:gdLst/>
              <a:ahLst/>
              <a:cxnLst/>
              <a:rect l="0" t="0" r="r" b="b"/>
              <a:pathLst>
                <a:path w="51720" h="51720">
                  <a:moveTo>
                    <a:pt x="51720" y="0"/>
                  </a:moveTo>
                  <a:lnTo>
                    <a:pt x="0" y="5172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waypoints-part-3"/>
            <p:cNvSpPr/>
            <p:nvPr/>
          </p:nvSpPr>
          <p:spPr>
            <a:xfrm>
              <a:off x="60000" y="120000"/>
              <a:ext cx="120000" cy="10"/>
            </a:xfrm>
            <a:custGeom>
              <a:avLst/>
              <a:gdLst/>
              <a:ahLst/>
              <a:cxnLst/>
              <a:rect l="0" t="0" r="r" b="b"/>
              <a:pathLst>
                <a:path w="120000" h="1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probe-lucide-waypoints-part-4"/>
            <p:cNvSpPr/>
            <p:nvPr/>
          </p:nvSpPr>
          <p:spPr>
            <a:xfrm>
              <a:off x="100000" y="18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probe-lucide-waypoints-part-5"/>
            <p:cNvSpPr/>
            <p:nvPr/>
          </p:nvSpPr>
          <p:spPr>
            <a:xfrm>
              <a:off x="100000" y="2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waypoints-part-6"/>
            <p:cNvSpPr/>
            <p:nvPr/>
          </p:nvSpPr>
          <p:spPr>
            <a:xfrm>
              <a:off x="180000" y="10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waypoints-part-7"/>
            <p:cNvSpPr/>
            <p:nvPr/>
          </p:nvSpPr>
          <p:spPr>
            <a:xfrm>
              <a:off x="20000" y="10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1" name="probe-lucide-workflow" descr="workflow — Lucide Icons and Contributors; preserve the bundled full upstream license. Source: https://github.com/lucide-icons/lucide/blob/20aef31db93fe4d9f398dbb15b120d99c48eef95/icons/workflow.svg; SVG SHA256: ae99ea8f56a2835a2cca35b2fbb57643ab73443610970dba23e24bd9df75cfec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32" name="probe-lucide-workflow-part-1"/>
            <p:cNvSpPr/>
            <p:nvPr/>
          </p:nvSpPr>
          <p:spPr>
            <a:xfrm>
              <a:off x="30000" y="30000"/>
              <a:ext cx="80000" cy="80000"/>
            </a:xfrm>
            <a:custGeom>
              <a:avLst/>
              <a:gdLst/>
              <a:ahLst/>
              <a:cxnLst/>
              <a:rect l="0" t="0" r="r" b="b"/>
              <a:pathLst>
                <a:path w="80000" h="80000">
                  <a:moveTo>
                    <a:pt x="20000" y="0"/>
                  </a:moveTo>
                  <a:lnTo>
                    <a:pt x="60000" y="0"/>
                  </a:lnTo>
                  <a:cubicBezTo>
                    <a:pt x="60419" y="0"/>
                    <a:pt x="60838" y="13"/>
                    <a:pt x="61256" y="39"/>
                  </a:cubicBezTo>
                  <a:cubicBezTo>
                    <a:pt x="61674" y="66"/>
                    <a:pt x="62091" y="105"/>
                    <a:pt x="62507" y="158"/>
                  </a:cubicBezTo>
                  <a:cubicBezTo>
                    <a:pt x="62922" y="210"/>
                    <a:pt x="63336" y="276"/>
                    <a:pt x="63748" y="354"/>
                  </a:cubicBezTo>
                  <a:cubicBezTo>
                    <a:pt x="64159" y="433"/>
                    <a:pt x="64568" y="524"/>
                    <a:pt x="64974" y="628"/>
                  </a:cubicBezTo>
                  <a:cubicBezTo>
                    <a:pt x="65380" y="733"/>
                    <a:pt x="65782" y="849"/>
                    <a:pt x="66180" y="979"/>
                  </a:cubicBezTo>
                  <a:cubicBezTo>
                    <a:pt x="66579" y="1108"/>
                    <a:pt x="66973" y="1250"/>
                    <a:pt x="67362" y="1404"/>
                  </a:cubicBezTo>
                  <a:cubicBezTo>
                    <a:pt x="67752" y="1559"/>
                    <a:pt x="68137" y="1725"/>
                    <a:pt x="68516" y="1903"/>
                  </a:cubicBezTo>
                  <a:cubicBezTo>
                    <a:pt x="68895" y="2082"/>
                    <a:pt x="69268" y="2272"/>
                    <a:pt x="69635" y="2474"/>
                  </a:cubicBezTo>
                  <a:cubicBezTo>
                    <a:pt x="70002" y="2676"/>
                    <a:pt x="70363" y="2889"/>
                    <a:pt x="70717" y="3113"/>
                  </a:cubicBezTo>
                  <a:cubicBezTo>
                    <a:pt x="71070" y="3338"/>
                    <a:pt x="71417" y="3573"/>
                    <a:pt x="71756" y="3820"/>
                  </a:cubicBezTo>
                  <a:cubicBezTo>
                    <a:pt x="72095" y="4066"/>
                    <a:pt x="72426" y="4323"/>
                    <a:pt x="72748" y="4590"/>
                  </a:cubicBezTo>
                  <a:cubicBezTo>
                    <a:pt x="73071" y="4857"/>
                    <a:pt x="73386" y="5134"/>
                    <a:pt x="73691" y="5421"/>
                  </a:cubicBezTo>
                  <a:cubicBezTo>
                    <a:pt x="73996" y="5707"/>
                    <a:pt x="74293" y="6004"/>
                    <a:pt x="74579" y="6309"/>
                  </a:cubicBezTo>
                  <a:cubicBezTo>
                    <a:pt x="74866" y="6614"/>
                    <a:pt x="75143" y="6929"/>
                    <a:pt x="75410" y="7252"/>
                  </a:cubicBezTo>
                  <a:cubicBezTo>
                    <a:pt x="75677" y="7574"/>
                    <a:pt x="75934" y="7905"/>
                    <a:pt x="76180" y="8244"/>
                  </a:cubicBezTo>
                  <a:cubicBezTo>
                    <a:pt x="76427" y="8583"/>
                    <a:pt x="76662" y="8930"/>
                    <a:pt x="76887" y="9283"/>
                  </a:cubicBezTo>
                  <a:cubicBezTo>
                    <a:pt x="77111" y="9637"/>
                    <a:pt x="77324" y="9998"/>
                    <a:pt x="77526" y="10365"/>
                  </a:cubicBezTo>
                  <a:cubicBezTo>
                    <a:pt x="77728" y="10732"/>
                    <a:pt x="77918" y="11105"/>
                    <a:pt x="78097" y="11484"/>
                  </a:cubicBezTo>
                  <a:cubicBezTo>
                    <a:pt x="78275" y="11863"/>
                    <a:pt x="78441" y="12248"/>
                    <a:pt x="78596" y="12638"/>
                  </a:cubicBezTo>
                  <a:cubicBezTo>
                    <a:pt x="78750" y="13027"/>
                    <a:pt x="78892" y="13421"/>
                    <a:pt x="79021" y="13820"/>
                  </a:cubicBezTo>
                  <a:cubicBezTo>
                    <a:pt x="79151" y="14218"/>
                    <a:pt x="79267" y="14620"/>
                    <a:pt x="79372" y="15026"/>
                  </a:cubicBezTo>
                  <a:cubicBezTo>
                    <a:pt x="79476" y="15432"/>
                    <a:pt x="79567" y="15841"/>
                    <a:pt x="79646" y="16252"/>
                  </a:cubicBezTo>
                  <a:cubicBezTo>
                    <a:pt x="79724" y="16664"/>
                    <a:pt x="79790" y="17078"/>
                    <a:pt x="79842" y="17493"/>
                  </a:cubicBezTo>
                  <a:cubicBezTo>
                    <a:pt x="79895" y="17909"/>
                    <a:pt x="79934" y="18326"/>
                    <a:pt x="79961" y="18744"/>
                  </a:cubicBezTo>
                  <a:cubicBezTo>
                    <a:pt x="79987" y="19162"/>
                    <a:pt x="80000" y="19581"/>
                    <a:pt x="80000" y="20000"/>
                  </a:cubicBezTo>
                  <a:lnTo>
                    <a:pt x="80000" y="60000"/>
                  </a:lnTo>
                  <a:cubicBezTo>
                    <a:pt x="80000" y="60419"/>
                    <a:pt x="79987" y="60838"/>
                    <a:pt x="79961" y="61256"/>
                  </a:cubicBezTo>
                  <a:cubicBezTo>
                    <a:pt x="79934" y="61674"/>
                    <a:pt x="79895" y="62091"/>
                    <a:pt x="79842" y="62507"/>
                  </a:cubicBezTo>
                  <a:cubicBezTo>
                    <a:pt x="79790" y="62922"/>
                    <a:pt x="79724" y="63336"/>
                    <a:pt x="79646" y="63748"/>
                  </a:cubicBezTo>
                  <a:cubicBezTo>
                    <a:pt x="79567" y="64159"/>
                    <a:pt x="79476" y="64568"/>
                    <a:pt x="79372" y="64974"/>
                  </a:cubicBezTo>
                  <a:cubicBezTo>
                    <a:pt x="79267" y="65380"/>
                    <a:pt x="79151" y="65782"/>
                    <a:pt x="79021" y="66180"/>
                  </a:cubicBezTo>
                  <a:cubicBezTo>
                    <a:pt x="78892" y="66579"/>
                    <a:pt x="78750" y="66973"/>
                    <a:pt x="78596" y="67362"/>
                  </a:cubicBezTo>
                  <a:cubicBezTo>
                    <a:pt x="78441" y="67752"/>
                    <a:pt x="78275" y="68137"/>
                    <a:pt x="78097" y="68516"/>
                  </a:cubicBezTo>
                  <a:cubicBezTo>
                    <a:pt x="77918" y="68895"/>
                    <a:pt x="77728" y="69268"/>
                    <a:pt x="77526" y="69635"/>
                  </a:cubicBezTo>
                  <a:cubicBezTo>
                    <a:pt x="77324" y="70002"/>
                    <a:pt x="77111" y="70363"/>
                    <a:pt x="76887" y="70717"/>
                  </a:cubicBezTo>
                  <a:cubicBezTo>
                    <a:pt x="76662" y="71070"/>
                    <a:pt x="76427" y="71417"/>
                    <a:pt x="76180" y="71756"/>
                  </a:cubicBezTo>
                  <a:cubicBezTo>
                    <a:pt x="75934" y="72095"/>
                    <a:pt x="75677" y="72426"/>
                    <a:pt x="75410" y="72748"/>
                  </a:cubicBezTo>
                  <a:cubicBezTo>
                    <a:pt x="75143" y="73071"/>
                    <a:pt x="74866" y="73386"/>
                    <a:pt x="74579" y="73691"/>
                  </a:cubicBezTo>
                  <a:cubicBezTo>
                    <a:pt x="74293" y="73996"/>
                    <a:pt x="73996" y="74293"/>
                    <a:pt x="73691" y="74579"/>
                  </a:cubicBezTo>
                  <a:cubicBezTo>
                    <a:pt x="73386" y="74866"/>
                    <a:pt x="73071" y="75143"/>
                    <a:pt x="72748" y="75410"/>
                  </a:cubicBezTo>
                  <a:cubicBezTo>
                    <a:pt x="72426" y="75677"/>
                    <a:pt x="72095" y="75934"/>
                    <a:pt x="71756" y="76180"/>
                  </a:cubicBezTo>
                  <a:cubicBezTo>
                    <a:pt x="71417" y="76427"/>
                    <a:pt x="71070" y="76662"/>
                    <a:pt x="70717" y="76887"/>
                  </a:cubicBezTo>
                  <a:cubicBezTo>
                    <a:pt x="70363" y="77111"/>
                    <a:pt x="70002" y="77324"/>
                    <a:pt x="69635" y="77526"/>
                  </a:cubicBezTo>
                  <a:cubicBezTo>
                    <a:pt x="69268" y="77728"/>
                    <a:pt x="68895" y="77918"/>
                    <a:pt x="68516" y="78097"/>
                  </a:cubicBezTo>
                  <a:cubicBezTo>
                    <a:pt x="68137" y="78275"/>
                    <a:pt x="67752" y="78441"/>
                    <a:pt x="67362" y="78596"/>
                  </a:cubicBezTo>
                  <a:cubicBezTo>
                    <a:pt x="66973" y="78750"/>
                    <a:pt x="66579" y="78892"/>
                    <a:pt x="66180" y="79021"/>
                  </a:cubicBezTo>
                  <a:cubicBezTo>
                    <a:pt x="65782" y="79151"/>
                    <a:pt x="65380" y="79267"/>
                    <a:pt x="64974" y="79372"/>
                  </a:cubicBezTo>
                  <a:cubicBezTo>
                    <a:pt x="64568" y="79476"/>
                    <a:pt x="64159" y="79567"/>
                    <a:pt x="63748" y="79646"/>
                  </a:cubicBezTo>
                  <a:cubicBezTo>
                    <a:pt x="63336" y="79724"/>
                    <a:pt x="62922" y="79790"/>
                    <a:pt x="62507" y="79842"/>
                  </a:cubicBezTo>
                  <a:cubicBezTo>
                    <a:pt x="62091" y="79895"/>
                    <a:pt x="61674" y="79934"/>
                    <a:pt x="61256" y="79961"/>
                  </a:cubicBezTo>
                  <a:cubicBezTo>
                    <a:pt x="60838" y="79987"/>
                    <a:pt x="60419" y="80000"/>
                    <a:pt x="60000" y="80000"/>
                  </a:cubicBezTo>
                  <a:lnTo>
                    <a:pt x="20000" y="80000"/>
                  </a:lnTo>
                  <a:cubicBezTo>
                    <a:pt x="19581" y="80000"/>
                    <a:pt x="19162" y="79987"/>
                    <a:pt x="18744" y="79961"/>
                  </a:cubicBezTo>
                  <a:cubicBezTo>
                    <a:pt x="18326" y="79934"/>
                    <a:pt x="17909" y="79895"/>
                    <a:pt x="17493" y="79842"/>
                  </a:cubicBezTo>
                  <a:cubicBezTo>
                    <a:pt x="17078" y="79790"/>
                    <a:pt x="16664" y="79724"/>
                    <a:pt x="16252" y="79646"/>
                  </a:cubicBezTo>
                  <a:cubicBezTo>
                    <a:pt x="15841" y="79567"/>
                    <a:pt x="15432" y="79476"/>
                    <a:pt x="15026" y="79372"/>
                  </a:cubicBezTo>
                  <a:cubicBezTo>
                    <a:pt x="14620" y="79267"/>
                    <a:pt x="14218" y="79151"/>
                    <a:pt x="13820" y="79021"/>
                  </a:cubicBezTo>
                  <a:cubicBezTo>
                    <a:pt x="13421" y="78892"/>
                    <a:pt x="13027" y="78750"/>
                    <a:pt x="12638" y="78596"/>
                  </a:cubicBezTo>
                  <a:cubicBezTo>
                    <a:pt x="12248" y="78441"/>
                    <a:pt x="11863" y="78275"/>
                    <a:pt x="11484" y="78097"/>
                  </a:cubicBezTo>
                  <a:cubicBezTo>
                    <a:pt x="11105" y="77918"/>
                    <a:pt x="10732" y="77728"/>
                    <a:pt x="10365" y="77526"/>
                  </a:cubicBezTo>
                  <a:cubicBezTo>
                    <a:pt x="9998" y="77324"/>
                    <a:pt x="9637" y="77111"/>
                    <a:pt x="9283" y="76887"/>
                  </a:cubicBezTo>
                  <a:cubicBezTo>
                    <a:pt x="8930" y="76662"/>
                    <a:pt x="8583" y="76427"/>
                    <a:pt x="8244" y="76180"/>
                  </a:cubicBezTo>
                  <a:cubicBezTo>
                    <a:pt x="7905" y="75934"/>
                    <a:pt x="7574" y="75677"/>
                    <a:pt x="7252" y="75410"/>
                  </a:cubicBezTo>
                  <a:cubicBezTo>
                    <a:pt x="6929" y="75143"/>
                    <a:pt x="6614" y="74866"/>
                    <a:pt x="6309" y="74579"/>
                  </a:cubicBezTo>
                  <a:cubicBezTo>
                    <a:pt x="6004" y="74293"/>
                    <a:pt x="5707" y="73996"/>
                    <a:pt x="5421" y="73691"/>
                  </a:cubicBezTo>
                  <a:cubicBezTo>
                    <a:pt x="5134" y="73386"/>
                    <a:pt x="4857" y="73071"/>
                    <a:pt x="4590" y="72748"/>
                  </a:cubicBezTo>
                  <a:cubicBezTo>
                    <a:pt x="4323" y="72426"/>
                    <a:pt x="4066" y="72095"/>
                    <a:pt x="3820" y="71756"/>
                  </a:cubicBezTo>
                  <a:cubicBezTo>
                    <a:pt x="3573" y="71417"/>
                    <a:pt x="3338" y="71070"/>
                    <a:pt x="3113" y="70717"/>
                  </a:cubicBezTo>
                  <a:cubicBezTo>
                    <a:pt x="2889" y="70363"/>
                    <a:pt x="2676" y="70002"/>
                    <a:pt x="2474" y="69635"/>
                  </a:cubicBezTo>
                  <a:cubicBezTo>
                    <a:pt x="2272" y="69268"/>
                    <a:pt x="2082" y="68895"/>
                    <a:pt x="1903" y="68516"/>
                  </a:cubicBezTo>
                  <a:cubicBezTo>
                    <a:pt x="1725" y="68137"/>
                    <a:pt x="1559" y="67752"/>
                    <a:pt x="1404" y="67362"/>
                  </a:cubicBezTo>
                  <a:cubicBezTo>
                    <a:pt x="1250" y="66973"/>
                    <a:pt x="1108" y="66579"/>
                    <a:pt x="979" y="66180"/>
                  </a:cubicBezTo>
                  <a:cubicBezTo>
                    <a:pt x="849" y="65782"/>
                    <a:pt x="733" y="65380"/>
                    <a:pt x="628" y="64974"/>
                  </a:cubicBezTo>
                  <a:cubicBezTo>
                    <a:pt x="524" y="64568"/>
                    <a:pt x="433" y="64159"/>
                    <a:pt x="354" y="63748"/>
                  </a:cubicBezTo>
                  <a:cubicBezTo>
                    <a:pt x="276" y="63336"/>
                    <a:pt x="210" y="62922"/>
                    <a:pt x="158" y="62507"/>
                  </a:cubicBezTo>
                  <a:cubicBezTo>
                    <a:pt x="105" y="62091"/>
                    <a:pt x="66" y="61674"/>
                    <a:pt x="39" y="61256"/>
                  </a:cubicBezTo>
                  <a:cubicBezTo>
                    <a:pt x="13" y="60838"/>
                    <a:pt x="0" y="60419"/>
                    <a:pt x="0" y="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workflow-part-2"/>
            <p:cNvSpPr/>
            <p:nvPr/>
          </p:nvSpPr>
          <p:spPr>
            <a:xfrm>
              <a:off x="70000" y="11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0" y="0"/>
                  </a:moveTo>
                  <a:lnTo>
                    <a:pt x="0" y="40000"/>
                  </a:lnTo>
                  <a:cubicBezTo>
                    <a:pt x="0" y="40419"/>
                    <a:pt x="13" y="40838"/>
                    <a:pt x="39" y="41256"/>
                  </a:cubicBezTo>
                  <a:cubicBezTo>
                    <a:pt x="66" y="41674"/>
                    <a:pt x="105" y="42091"/>
                    <a:pt x="158" y="42507"/>
                  </a:cubicBezTo>
                  <a:cubicBezTo>
                    <a:pt x="210" y="42922"/>
                    <a:pt x="276" y="43336"/>
                    <a:pt x="354" y="43748"/>
                  </a:cubicBezTo>
                  <a:cubicBezTo>
                    <a:pt x="433" y="44159"/>
                    <a:pt x="524" y="44568"/>
                    <a:pt x="628" y="44974"/>
                  </a:cubicBezTo>
                  <a:cubicBezTo>
                    <a:pt x="733" y="45380"/>
                    <a:pt x="849" y="45782"/>
                    <a:pt x="979" y="46180"/>
                  </a:cubicBezTo>
                  <a:cubicBezTo>
                    <a:pt x="1108" y="46579"/>
                    <a:pt x="1250" y="46973"/>
                    <a:pt x="1404" y="47362"/>
                  </a:cubicBezTo>
                  <a:cubicBezTo>
                    <a:pt x="1559" y="47752"/>
                    <a:pt x="1725" y="48137"/>
                    <a:pt x="1903" y="48516"/>
                  </a:cubicBezTo>
                  <a:cubicBezTo>
                    <a:pt x="2082" y="48895"/>
                    <a:pt x="2272" y="49268"/>
                    <a:pt x="2474" y="49635"/>
                  </a:cubicBezTo>
                  <a:cubicBezTo>
                    <a:pt x="2676" y="50002"/>
                    <a:pt x="2889" y="50363"/>
                    <a:pt x="3113" y="50717"/>
                  </a:cubicBezTo>
                  <a:cubicBezTo>
                    <a:pt x="3338" y="51070"/>
                    <a:pt x="3573" y="51417"/>
                    <a:pt x="3820" y="51756"/>
                  </a:cubicBezTo>
                  <a:cubicBezTo>
                    <a:pt x="4066" y="52095"/>
                    <a:pt x="4323" y="52426"/>
                    <a:pt x="4590" y="52748"/>
                  </a:cubicBezTo>
                  <a:cubicBezTo>
                    <a:pt x="4857" y="53071"/>
                    <a:pt x="5134" y="53386"/>
                    <a:pt x="5421" y="53691"/>
                  </a:cubicBezTo>
                  <a:cubicBezTo>
                    <a:pt x="5707" y="53996"/>
                    <a:pt x="6004" y="54293"/>
                    <a:pt x="6309" y="54579"/>
                  </a:cubicBezTo>
                  <a:cubicBezTo>
                    <a:pt x="6614" y="54866"/>
                    <a:pt x="6929" y="55143"/>
                    <a:pt x="7252" y="55410"/>
                  </a:cubicBezTo>
                  <a:cubicBezTo>
                    <a:pt x="7574" y="55677"/>
                    <a:pt x="7905" y="55934"/>
                    <a:pt x="8244" y="56180"/>
                  </a:cubicBezTo>
                  <a:cubicBezTo>
                    <a:pt x="8583" y="56427"/>
                    <a:pt x="8930" y="56662"/>
                    <a:pt x="9283" y="56887"/>
                  </a:cubicBezTo>
                  <a:cubicBezTo>
                    <a:pt x="9637" y="57111"/>
                    <a:pt x="9998" y="57324"/>
                    <a:pt x="10365" y="57526"/>
                  </a:cubicBezTo>
                  <a:cubicBezTo>
                    <a:pt x="10732" y="57728"/>
                    <a:pt x="11105" y="57918"/>
                    <a:pt x="11484" y="58097"/>
                  </a:cubicBezTo>
                  <a:cubicBezTo>
                    <a:pt x="11863" y="58275"/>
                    <a:pt x="12248" y="58441"/>
                    <a:pt x="12638" y="58596"/>
                  </a:cubicBezTo>
                  <a:cubicBezTo>
                    <a:pt x="13027" y="58750"/>
                    <a:pt x="13421" y="58892"/>
                    <a:pt x="13820" y="59021"/>
                  </a:cubicBezTo>
                  <a:cubicBezTo>
                    <a:pt x="14218" y="59151"/>
                    <a:pt x="14620" y="59267"/>
                    <a:pt x="15026" y="59372"/>
                  </a:cubicBezTo>
                  <a:cubicBezTo>
                    <a:pt x="15432" y="59476"/>
                    <a:pt x="15841" y="59567"/>
                    <a:pt x="16252" y="59646"/>
                  </a:cubicBezTo>
                  <a:cubicBezTo>
                    <a:pt x="16664" y="59724"/>
                    <a:pt x="17078" y="59790"/>
                    <a:pt x="17493" y="59842"/>
                  </a:cubicBezTo>
                  <a:cubicBezTo>
                    <a:pt x="17909" y="59895"/>
                    <a:pt x="18326" y="59934"/>
                    <a:pt x="18744" y="59961"/>
                  </a:cubicBezTo>
                  <a:cubicBezTo>
                    <a:pt x="19162" y="59987"/>
                    <a:pt x="19581" y="60000"/>
                    <a:pt x="20000" y="60000"/>
                  </a:cubicBezTo>
                  <a:lnTo>
                    <a:pt x="6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workflow-part-3"/>
            <p:cNvSpPr/>
            <p:nvPr/>
          </p:nvSpPr>
          <p:spPr>
            <a:xfrm>
              <a:off x="130000" y="130000"/>
              <a:ext cx="80000" cy="80000"/>
            </a:xfrm>
            <a:custGeom>
              <a:avLst/>
              <a:gdLst/>
              <a:ahLst/>
              <a:cxnLst/>
              <a:rect l="0" t="0" r="r" b="b"/>
              <a:pathLst>
                <a:path w="80000" h="80000">
                  <a:moveTo>
                    <a:pt x="20000" y="0"/>
                  </a:moveTo>
                  <a:lnTo>
                    <a:pt x="60000" y="0"/>
                  </a:lnTo>
                  <a:cubicBezTo>
                    <a:pt x="60419" y="0"/>
                    <a:pt x="60838" y="13"/>
                    <a:pt x="61256" y="39"/>
                  </a:cubicBezTo>
                  <a:cubicBezTo>
                    <a:pt x="61674" y="66"/>
                    <a:pt x="62091" y="105"/>
                    <a:pt x="62507" y="158"/>
                  </a:cubicBezTo>
                  <a:cubicBezTo>
                    <a:pt x="62922" y="210"/>
                    <a:pt x="63336" y="276"/>
                    <a:pt x="63748" y="354"/>
                  </a:cubicBezTo>
                  <a:cubicBezTo>
                    <a:pt x="64159" y="433"/>
                    <a:pt x="64568" y="524"/>
                    <a:pt x="64974" y="628"/>
                  </a:cubicBezTo>
                  <a:cubicBezTo>
                    <a:pt x="65380" y="733"/>
                    <a:pt x="65782" y="849"/>
                    <a:pt x="66180" y="979"/>
                  </a:cubicBezTo>
                  <a:cubicBezTo>
                    <a:pt x="66579" y="1108"/>
                    <a:pt x="66973" y="1250"/>
                    <a:pt x="67362" y="1404"/>
                  </a:cubicBezTo>
                  <a:cubicBezTo>
                    <a:pt x="67752" y="1559"/>
                    <a:pt x="68137" y="1725"/>
                    <a:pt x="68516" y="1903"/>
                  </a:cubicBezTo>
                  <a:cubicBezTo>
                    <a:pt x="68895" y="2082"/>
                    <a:pt x="69268" y="2272"/>
                    <a:pt x="69635" y="2474"/>
                  </a:cubicBezTo>
                  <a:cubicBezTo>
                    <a:pt x="70002" y="2676"/>
                    <a:pt x="70363" y="2889"/>
                    <a:pt x="70717" y="3113"/>
                  </a:cubicBezTo>
                  <a:cubicBezTo>
                    <a:pt x="71070" y="3338"/>
                    <a:pt x="71417" y="3573"/>
                    <a:pt x="71756" y="3820"/>
                  </a:cubicBezTo>
                  <a:cubicBezTo>
                    <a:pt x="72095" y="4066"/>
                    <a:pt x="72426" y="4323"/>
                    <a:pt x="72748" y="4590"/>
                  </a:cubicBezTo>
                  <a:cubicBezTo>
                    <a:pt x="73071" y="4857"/>
                    <a:pt x="73386" y="5134"/>
                    <a:pt x="73691" y="5421"/>
                  </a:cubicBezTo>
                  <a:cubicBezTo>
                    <a:pt x="73996" y="5707"/>
                    <a:pt x="74293" y="6004"/>
                    <a:pt x="74579" y="6309"/>
                  </a:cubicBezTo>
                  <a:cubicBezTo>
                    <a:pt x="74866" y="6614"/>
                    <a:pt x="75143" y="6929"/>
                    <a:pt x="75410" y="7252"/>
                  </a:cubicBezTo>
                  <a:cubicBezTo>
                    <a:pt x="75677" y="7574"/>
                    <a:pt x="75934" y="7905"/>
                    <a:pt x="76180" y="8244"/>
                  </a:cubicBezTo>
                  <a:cubicBezTo>
                    <a:pt x="76427" y="8583"/>
                    <a:pt x="76662" y="8930"/>
                    <a:pt x="76887" y="9283"/>
                  </a:cubicBezTo>
                  <a:cubicBezTo>
                    <a:pt x="77111" y="9637"/>
                    <a:pt x="77324" y="9998"/>
                    <a:pt x="77526" y="10365"/>
                  </a:cubicBezTo>
                  <a:cubicBezTo>
                    <a:pt x="77728" y="10732"/>
                    <a:pt x="77918" y="11105"/>
                    <a:pt x="78097" y="11484"/>
                  </a:cubicBezTo>
                  <a:cubicBezTo>
                    <a:pt x="78275" y="11863"/>
                    <a:pt x="78441" y="12248"/>
                    <a:pt x="78596" y="12638"/>
                  </a:cubicBezTo>
                  <a:cubicBezTo>
                    <a:pt x="78750" y="13027"/>
                    <a:pt x="78892" y="13421"/>
                    <a:pt x="79021" y="13820"/>
                  </a:cubicBezTo>
                  <a:cubicBezTo>
                    <a:pt x="79151" y="14218"/>
                    <a:pt x="79267" y="14620"/>
                    <a:pt x="79372" y="15026"/>
                  </a:cubicBezTo>
                  <a:cubicBezTo>
                    <a:pt x="79476" y="15432"/>
                    <a:pt x="79567" y="15841"/>
                    <a:pt x="79646" y="16252"/>
                  </a:cubicBezTo>
                  <a:cubicBezTo>
                    <a:pt x="79724" y="16664"/>
                    <a:pt x="79790" y="17078"/>
                    <a:pt x="79842" y="17493"/>
                  </a:cubicBezTo>
                  <a:cubicBezTo>
                    <a:pt x="79895" y="17909"/>
                    <a:pt x="79934" y="18326"/>
                    <a:pt x="79961" y="18744"/>
                  </a:cubicBezTo>
                  <a:cubicBezTo>
                    <a:pt x="79987" y="19162"/>
                    <a:pt x="80000" y="19581"/>
                    <a:pt x="80000" y="20000"/>
                  </a:cubicBezTo>
                  <a:lnTo>
                    <a:pt x="80000" y="60000"/>
                  </a:lnTo>
                  <a:cubicBezTo>
                    <a:pt x="80000" y="60419"/>
                    <a:pt x="79987" y="60838"/>
                    <a:pt x="79961" y="61256"/>
                  </a:cubicBezTo>
                  <a:cubicBezTo>
                    <a:pt x="79934" y="61674"/>
                    <a:pt x="79895" y="62091"/>
                    <a:pt x="79842" y="62507"/>
                  </a:cubicBezTo>
                  <a:cubicBezTo>
                    <a:pt x="79790" y="62922"/>
                    <a:pt x="79724" y="63336"/>
                    <a:pt x="79646" y="63748"/>
                  </a:cubicBezTo>
                  <a:cubicBezTo>
                    <a:pt x="79567" y="64159"/>
                    <a:pt x="79476" y="64568"/>
                    <a:pt x="79372" y="64974"/>
                  </a:cubicBezTo>
                  <a:cubicBezTo>
                    <a:pt x="79267" y="65380"/>
                    <a:pt x="79151" y="65782"/>
                    <a:pt x="79021" y="66180"/>
                  </a:cubicBezTo>
                  <a:cubicBezTo>
                    <a:pt x="78892" y="66579"/>
                    <a:pt x="78750" y="66973"/>
                    <a:pt x="78596" y="67362"/>
                  </a:cubicBezTo>
                  <a:cubicBezTo>
                    <a:pt x="78441" y="67752"/>
                    <a:pt x="78275" y="68137"/>
                    <a:pt x="78097" y="68516"/>
                  </a:cubicBezTo>
                  <a:cubicBezTo>
                    <a:pt x="77918" y="68895"/>
                    <a:pt x="77728" y="69268"/>
                    <a:pt x="77526" y="69635"/>
                  </a:cubicBezTo>
                  <a:cubicBezTo>
                    <a:pt x="77324" y="70002"/>
                    <a:pt x="77111" y="70363"/>
                    <a:pt x="76887" y="70717"/>
                  </a:cubicBezTo>
                  <a:cubicBezTo>
                    <a:pt x="76662" y="71070"/>
                    <a:pt x="76427" y="71417"/>
                    <a:pt x="76180" y="71756"/>
                  </a:cubicBezTo>
                  <a:cubicBezTo>
                    <a:pt x="75934" y="72095"/>
                    <a:pt x="75677" y="72426"/>
                    <a:pt x="75410" y="72748"/>
                  </a:cubicBezTo>
                  <a:cubicBezTo>
                    <a:pt x="75143" y="73071"/>
                    <a:pt x="74866" y="73386"/>
                    <a:pt x="74579" y="73691"/>
                  </a:cubicBezTo>
                  <a:cubicBezTo>
                    <a:pt x="74293" y="73996"/>
                    <a:pt x="73996" y="74293"/>
                    <a:pt x="73691" y="74579"/>
                  </a:cubicBezTo>
                  <a:cubicBezTo>
                    <a:pt x="73386" y="74866"/>
                    <a:pt x="73071" y="75143"/>
                    <a:pt x="72748" y="75410"/>
                  </a:cubicBezTo>
                  <a:cubicBezTo>
                    <a:pt x="72426" y="75677"/>
                    <a:pt x="72095" y="75934"/>
                    <a:pt x="71756" y="76180"/>
                  </a:cubicBezTo>
                  <a:cubicBezTo>
                    <a:pt x="71417" y="76427"/>
                    <a:pt x="71070" y="76662"/>
                    <a:pt x="70717" y="76887"/>
                  </a:cubicBezTo>
                  <a:cubicBezTo>
                    <a:pt x="70363" y="77111"/>
                    <a:pt x="70002" y="77324"/>
                    <a:pt x="69635" y="77526"/>
                  </a:cubicBezTo>
                  <a:cubicBezTo>
                    <a:pt x="69268" y="77728"/>
                    <a:pt x="68895" y="77918"/>
                    <a:pt x="68516" y="78097"/>
                  </a:cubicBezTo>
                  <a:cubicBezTo>
                    <a:pt x="68137" y="78275"/>
                    <a:pt x="67752" y="78441"/>
                    <a:pt x="67362" y="78596"/>
                  </a:cubicBezTo>
                  <a:cubicBezTo>
                    <a:pt x="66973" y="78750"/>
                    <a:pt x="66579" y="78892"/>
                    <a:pt x="66180" y="79021"/>
                  </a:cubicBezTo>
                  <a:cubicBezTo>
                    <a:pt x="65782" y="79151"/>
                    <a:pt x="65380" y="79267"/>
                    <a:pt x="64974" y="79372"/>
                  </a:cubicBezTo>
                  <a:cubicBezTo>
                    <a:pt x="64568" y="79476"/>
                    <a:pt x="64159" y="79567"/>
                    <a:pt x="63748" y="79646"/>
                  </a:cubicBezTo>
                  <a:cubicBezTo>
                    <a:pt x="63336" y="79724"/>
                    <a:pt x="62922" y="79790"/>
                    <a:pt x="62507" y="79842"/>
                  </a:cubicBezTo>
                  <a:cubicBezTo>
                    <a:pt x="62091" y="79895"/>
                    <a:pt x="61674" y="79934"/>
                    <a:pt x="61256" y="79961"/>
                  </a:cubicBezTo>
                  <a:cubicBezTo>
                    <a:pt x="60838" y="79987"/>
                    <a:pt x="60419" y="80000"/>
                    <a:pt x="60000" y="80000"/>
                  </a:cubicBezTo>
                  <a:lnTo>
                    <a:pt x="20000" y="80000"/>
                  </a:lnTo>
                  <a:cubicBezTo>
                    <a:pt x="19581" y="80000"/>
                    <a:pt x="19162" y="79987"/>
                    <a:pt x="18744" y="79961"/>
                  </a:cubicBezTo>
                  <a:cubicBezTo>
                    <a:pt x="18326" y="79934"/>
                    <a:pt x="17909" y="79895"/>
                    <a:pt x="17493" y="79842"/>
                  </a:cubicBezTo>
                  <a:cubicBezTo>
                    <a:pt x="17078" y="79790"/>
                    <a:pt x="16664" y="79724"/>
                    <a:pt x="16252" y="79646"/>
                  </a:cubicBezTo>
                  <a:cubicBezTo>
                    <a:pt x="15841" y="79567"/>
                    <a:pt x="15432" y="79476"/>
                    <a:pt x="15026" y="79372"/>
                  </a:cubicBezTo>
                  <a:cubicBezTo>
                    <a:pt x="14620" y="79267"/>
                    <a:pt x="14218" y="79151"/>
                    <a:pt x="13820" y="79021"/>
                  </a:cubicBezTo>
                  <a:cubicBezTo>
                    <a:pt x="13421" y="78892"/>
                    <a:pt x="13027" y="78750"/>
                    <a:pt x="12638" y="78596"/>
                  </a:cubicBezTo>
                  <a:cubicBezTo>
                    <a:pt x="12248" y="78441"/>
                    <a:pt x="11863" y="78275"/>
                    <a:pt x="11484" y="78097"/>
                  </a:cubicBezTo>
                  <a:cubicBezTo>
                    <a:pt x="11105" y="77918"/>
                    <a:pt x="10732" y="77728"/>
                    <a:pt x="10365" y="77526"/>
                  </a:cubicBezTo>
                  <a:cubicBezTo>
                    <a:pt x="9998" y="77324"/>
                    <a:pt x="9637" y="77111"/>
                    <a:pt x="9283" y="76887"/>
                  </a:cubicBezTo>
                  <a:cubicBezTo>
                    <a:pt x="8930" y="76662"/>
                    <a:pt x="8583" y="76427"/>
                    <a:pt x="8244" y="76180"/>
                  </a:cubicBezTo>
                  <a:cubicBezTo>
                    <a:pt x="7905" y="75934"/>
                    <a:pt x="7574" y="75677"/>
                    <a:pt x="7252" y="75410"/>
                  </a:cubicBezTo>
                  <a:cubicBezTo>
                    <a:pt x="6929" y="75143"/>
                    <a:pt x="6614" y="74866"/>
                    <a:pt x="6309" y="74579"/>
                  </a:cubicBezTo>
                  <a:cubicBezTo>
                    <a:pt x="6004" y="74293"/>
                    <a:pt x="5707" y="73996"/>
                    <a:pt x="5421" y="73691"/>
                  </a:cubicBezTo>
                  <a:cubicBezTo>
                    <a:pt x="5134" y="73386"/>
                    <a:pt x="4857" y="73071"/>
                    <a:pt x="4590" y="72748"/>
                  </a:cubicBezTo>
                  <a:cubicBezTo>
                    <a:pt x="4323" y="72426"/>
                    <a:pt x="4066" y="72095"/>
                    <a:pt x="3820" y="71756"/>
                  </a:cubicBezTo>
                  <a:cubicBezTo>
                    <a:pt x="3573" y="71417"/>
                    <a:pt x="3338" y="71070"/>
                    <a:pt x="3113" y="70717"/>
                  </a:cubicBezTo>
                  <a:cubicBezTo>
                    <a:pt x="2889" y="70363"/>
                    <a:pt x="2676" y="70002"/>
                    <a:pt x="2474" y="69635"/>
                  </a:cubicBezTo>
                  <a:cubicBezTo>
                    <a:pt x="2272" y="69268"/>
                    <a:pt x="2082" y="68895"/>
                    <a:pt x="1903" y="68516"/>
                  </a:cubicBezTo>
                  <a:cubicBezTo>
                    <a:pt x="1725" y="68137"/>
                    <a:pt x="1559" y="67752"/>
                    <a:pt x="1404" y="67362"/>
                  </a:cubicBezTo>
                  <a:cubicBezTo>
                    <a:pt x="1250" y="66973"/>
                    <a:pt x="1108" y="66579"/>
                    <a:pt x="979" y="66180"/>
                  </a:cubicBezTo>
                  <a:cubicBezTo>
                    <a:pt x="849" y="65782"/>
                    <a:pt x="733" y="65380"/>
                    <a:pt x="628" y="64974"/>
                  </a:cubicBezTo>
                  <a:cubicBezTo>
                    <a:pt x="524" y="64568"/>
                    <a:pt x="433" y="64159"/>
                    <a:pt x="354" y="63748"/>
                  </a:cubicBezTo>
                  <a:cubicBezTo>
                    <a:pt x="276" y="63336"/>
                    <a:pt x="210" y="62922"/>
                    <a:pt x="158" y="62507"/>
                  </a:cubicBezTo>
                  <a:cubicBezTo>
                    <a:pt x="105" y="62091"/>
                    <a:pt x="66" y="61674"/>
                    <a:pt x="39" y="61256"/>
                  </a:cubicBezTo>
                  <a:cubicBezTo>
                    <a:pt x="13" y="60838"/>
                    <a:pt x="0" y="60419"/>
                    <a:pt x="0" y="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5" name="probe-tabler-affiliate" descr="affiliate — Tabler contributors; preserve the bundled full upstream license. Source: https://github.com/tabler/tabler-icons/blob/a4ce1404bc6d24d3c365afe7b258d6bf6f48d62d/icons/filled/affiliate.svg; SVG SHA256: 9d0ea8e4397592dc65ce060b005df23a72185df68fbed94323d04ab0be0f39cb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6" name="probe-tabler-affiliate-part-1"/>
            <p:cNvSpPr/>
            <p:nvPr/>
          </p:nvSpPr>
          <p:spPr>
            <a:xfrm>
              <a:off x="30000" y="29998"/>
              <a:ext cx="179993" cy="180032"/>
            </a:xfrm>
            <a:custGeom>
              <a:avLst/>
              <a:gdLst/>
              <a:ahLst/>
              <a:cxnLst/>
              <a:rect l="0" t="0" r="r" b="b"/>
              <a:pathLst>
                <a:path w="179993" h="180032">
                  <a:moveTo>
                    <a:pt x="155000" y="2"/>
                  </a:moveTo>
                  <a:cubicBezTo>
                    <a:pt x="155523" y="2"/>
                    <a:pt x="156046" y="19"/>
                    <a:pt x="156568" y="51"/>
                  </a:cubicBezTo>
                  <a:cubicBezTo>
                    <a:pt x="157090" y="84"/>
                    <a:pt x="157611" y="134"/>
                    <a:pt x="158130" y="199"/>
                  </a:cubicBezTo>
                  <a:cubicBezTo>
                    <a:pt x="158648" y="265"/>
                    <a:pt x="159165" y="347"/>
                    <a:pt x="159679" y="445"/>
                  </a:cubicBezTo>
                  <a:cubicBezTo>
                    <a:pt x="160193" y="543"/>
                    <a:pt x="160703" y="657"/>
                    <a:pt x="161210" y="787"/>
                  </a:cubicBezTo>
                  <a:cubicBezTo>
                    <a:pt x="161716" y="917"/>
                    <a:pt x="162219" y="1063"/>
                    <a:pt x="162716" y="1225"/>
                  </a:cubicBezTo>
                  <a:cubicBezTo>
                    <a:pt x="163214" y="1386"/>
                    <a:pt x="163706" y="1563"/>
                    <a:pt x="164192" y="1756"/>
                  </a:cubicBezTo>
                  <a:cubicBezTo>
                    <a:pt x="164679" y="1948"/>
                    <a:pt x="165159" y="2156"/>
                    <a:pt x="165632" y="2379"/>
                  </a:cubicBezTo>
                  <a:cubicBezTo>
                    <a:pt x="166105" y="2601"/>
                    <a:pt x="166571" y="2839"/>
                    <a:pt x="167030" y="3090"/>
                  </a:cubicBezTo>
                  <a:cubicBezTo>
                    <a:pt x="167488" y="3342"/>
                    <a:pt x="167939" y="3608"/>
                    <a:pt x="168380" y="3889"/>
                  </a:cubicBezTo>
                  <a:cubicBezTo>
                    <a:pt x="168822" y="4169"/>
                    <a:pt x="169255" y="4462"/>
                    <a:pt x="169678" y="4770"/>
                  </a:cubicBezTo>
                  <a:cubicBezTo>
                    <a:pt x="170101" y="5077"/>
                    <a:pt x="170515" y="5397"/>
                    <a:pt x="170918" y="5731"/>
                  </a:cubicBezTo>
                  <a:cubicBezTo>
                    <a:pt x="171321" y="6064"/>
                    <a:pt x="171714" y="6409"/>
                    <a:pt x="172095" y="6767"/>
                  </a:cubicBezTo>
                  <a:cubicBezTo>
                    <a:pt x="172477" y="7125"/>
                    <a:pt x="172847" y="7495"/>
                    <a:pt x="173205" y="7876"/>
                  </a:cubicBezTo>
                  <a:cubicBezTo>
                    <a:pt x="173564" y="8257"/>
                    <a:pt x="173910" y="8649"/>
                    <a:pt x="174244" y="9052"/>
                  </a:cubicBezTo>
                  <a:cubicBezTo>
                    <a:pt x="174577" y="9454"/>
                    <a:pt x="174898" y="9868"/>
                    <a:pt x="175206" y="10290"/>
                  </a:cubicBezTo>
                  <a:cubicBezTo>
                    <a:pt x="175514" y="10713"/>
                    <a:pt x="175808" y="11146"/>
                    <a:pt x="176089" y="11587"/>
                  </a:cubicBezTo>
                  <a:cubicBezTo>
                    <a:pt x="176369" y="12028"/>
                    <a:pt x="176636" y="12478"/>
                    <a:pt x="176889" y="12937"/>
                  </a:cubicBezTo>
                  <a:cubicBezTo>
                    <a:pt x="177141" y="13395"/>
                    <a:pt x="177379" y="13861"/>
                    <a:pt x="177602" y="14334"/>
                  </a:cubicBezTo>
                  <a:cubicBezTo>
                    <a:pt x="177825" y="14807"/>
                    <a:pt x="178034" y="15286"/>
                    <a:pt x="178227" y="15773"/>
                  </a:cubicBezTo>
                  <a:cubicBezTo>
                    <a:pt x="178420" y="16259"/>
                    <a:pt x="178598" y="16751"/>
                    <a:pt x="178760" y="17248"/>
                  </a:cubicBezTo>
                  <a:cubicBezTo>
                    <a:pt x="178922" y="17745"/>
                    <a:pt x="179069" y="18247"/>
                    <a:pt x="179199" y="18754"/>
                  </a:cubicBezTo>
                  <a:cubicBezTo>
                    <a:pt x="179330" y="19260"/>
                    <a:pt x="179445" y="19771"/>
                    <a:pt x="179544" y="20284"/>
                  </a:cubicBezTo>
                  <a:cubicBezTo>
                    <a:pt x="179642" y="20798"/>
                    <a:pt x="179725" y="21314"/>
                    <a:pt x="179791" y="21833"/>
                  </a:cubicBezTo>
                  <a:cubicBezTo>
                    <a:pt x="179857" y="22352"/>
                    <a:pt x="179907" y="22873"/>
                    <a:pt x="179941" y="23395"/>
                  </a:cubicBezTo>
                  <a:cubicBezTo>
                    <a:pt x="179975" y="23917"/>
                    <a:pt x="179992" y="24439"/>
                    <a:pt x="179993" y="24962"/>
                  </a:cubicBezTo>
                  <a:cubicBezTo>
                    <a:pt x="179994" y="25485"/>
                    <a:pt x="179978" y="26008"/>
                    <a:pt x="179946" y="26530"/>
                  </a:cubicBezTo>
                  <a:cubicBezTo>
                    <a:pt x="179914" y="27052"/>
                    <a:pt x="179866" y="27573"/>
                    <a:pt x="179801" y="28092"/>
                  </a:cubicBezTo>
                  <a:cubicBezTo>
                    <a:pt x="179736" y="28611"/>
                    <a:pt x="179655" y="29128"/>
                    <a:pt x="179558" y="29642"/>
                  </a:cubicBezTo>
                  <a:cubicBezTo>
                    <a:pt x="179461" y="30156"/>
                    <a:pt x="179348" y="30667"/>
                    <a:pt x="179219" y="31174"/>
                  </a:cubicBezTo>
                  <a:cubicBezTo>
                    <a:pt x="179090" y="31681"/>
                    <a:pt x="178945" y="32183"/>
                    <a:pt x="178784" y="32681"/>
                  </a:cubicBezTo>
                  <a:cubicBezTo>
                    <a:pt x="178623" y="33179"/>
                    <a:pt x="178447" y="33671"/>
                    <a:pt x="178256" y="34158"/>
                  </a:cubicBezTo>
                  <a:cubicBezTo>
                    <a:pt x="178064" y="34645"/>
                    <a:pt x="177857" y="35125"/>
                    <a:pt x="177636" y="35599"/>
                  </a:cubicBezTo>
                  <a:cubicBezTo>
                    <a:pt x="177414" y="36073"/>
                    <a:pt x="177177" y="36539"/>
                    <a:pt x="176926" y="36998"/>
                  </a:cubicBezTo>
                  <a:cubicBezTo>
                    <a:pt x="176675" y="37457"/>
                    <a:pt x="176410" y="37908"/>
                    <a:pt x="176131" y="38350"/>
                  </a:cubicBezTo>
                  <a:cubicBezTo>
                    <a:pt x="175852" y="38792"/>
                    <a:pt x="175559" y="39226"/>
                    <a:pt x="175252" y="39649"/>
                  </a:cubicBezTo>
                  <a:cubicBezTo>
                    <a:pt x="174946" y="40073"/>
                    <a:pt x="174626" y="40487"/>
                    <a:pt x="174294" y="40891"/>
                  </a:cubicBezTo>
                  <a:cubicBezTo>
                    <a:pt x="173961" y="41295"/>
                    <a:pt x="173616" y="41688"/>
                    <a:pt x="173259" y="42070"/>
                  </a:cubicBezTo>
                  <a:cubicBezTo>
                    <a:pt x="172902" y="42453"/>
                    <a:pt x="172533" y="42823"/>
                    <a:pt x="172153" y="43182"/>
                  </a:cubicBezTo>
                  <a:cubicBezTo>
                    <a:pt x="171772" y="43541"/>
                    <a:pt x="171381" y="43888"/>
                    <a:pt x="170979" y="44223"/>
                  </a:cubicBezTo>
                  <a:cubicBezTo>
                    <a:pt x="170577" y="44557"/>
                    <a:pt x="170164" y="44879"/>
                    <a:pt x="169742" y="45188"/>
                  </a:cubicBezTo>
                  <a:cubicBezTo>
                    <a:pt x="169319" y="45496"/>
                    <a:pt x="168888" y="45791"/>
                    <a:pt x="168447" y="46073"/>
                  </a:cubicBezTo>
                  <a:cubicBezTo>
                    <a:pt x="168006" y="46354"/>
                    <a:pt x="167556" y="46622"/>
                    <a:pt x="167099" y="46875"/>
                  </a:cubicBezTo>
                  <a:cubicBezTo>
                    <a:pt x="166641" y="47128"/>
                    <a:pt x="166176" y="47367"/>
                    <a:pt x="165703" y="47591"/>
                  </a:cubicBezTo>
                  <a:cubicBezTo>
                    <a:pt x="165231" y="47815"/>
                    <a:pt x="164751" y="48025"/>
                    <a:pt x="164265" y="48219"/>
                  </a:cubicBezTo>
                  <a:cubicBezTo>
                    <a:pt x="163780" y="48413"/>
                    <a:pt x="163288" y="48591"/>
                    <a:pt x="162791" y="48754"/>
                  </a:cubicBezTo>
                  <a:cubicBezTo>
                    <a:pt x="162294" y="48918"/>
                    <a:pt x="161792" y="49065"/>
                    <a:pt x="161286" y="49197"/>
                  </a:cubicBezTo>
                  <a:cubicBezTo>
                    <a:pt x="160780" y="49328"/>
                    <a:pt x="160270" y="49444"/>
                    <a:pt x="159756" y="49544"/>
                  </a:cubicBezTo>
                  <a:cubicBezTo>
                    <a:pt x="159243" y="49643"/>
                    <a:pt x="158726" y="49727"/>
                    <a:pt x="158208" y="49794"/>
                  </a:cubicBezTo>
                  <a:cubicBezTo>
                    <a:pt x="157689" y="49861"/>
                    <a:pt x="157168" y="49912"/>
                    <a:pt x="156646" y="49947"/>
                  </a:cubicBezTo>
                  <a:cubicBezTo>
                    <a:pt x="156125" y="49982"/>
                    <a:pt x="155602" y="50000"/>
                    <a:pt x="155079" y="50002"/>
                  </a:cubicBezTo>
                  <a:cubicBezTo>
                    <a:pt x="154556" y="50003"/>
                    <a:pt x="154033" y="49989"/>
                    <a:pt x="153511" y="49958"/>
                  </a:cubicBezTo>
                  <a:cubicBezTo>
                    <a:pt x="152989" y="49927"/>
                    <a:pt x="152468" y="49879"/>
                    <a:pt x="151948" y="49816"/>
                  </a:cubicBezTo>
                  <a:cubicBezTo>
                    <a:pt x="151429" y="49752"/>
                    <a:pt x="150912" y="49672"/>
                    <a:pt x="150398" y="49576"/>
                  </a:cubicBezTo>
                  <a:cubicBezTo>
                    <a:pt x="149884" y="49480"/>
                    <a:pt x="149373" y="49368"/>
                    <a:pt x="148866" y="49239"/>
                  </a:cubicBezTo>
                  <a:cubicBezTo>
                    <a:pt x="148359" y="49111"/>
                    <a:pt x="147856" y="48967"/>
                    <a:pt x="147358" y="48807"/>
                  </a:cubicBezTo>
                  <a:cubicBezTo>
                    <a:pt x="146860" y="48648"/>
                    <a:pt x="146367" y="48472"/>
                    <a:pt x="145880" y="48282"/>
                  </a:cubicBezTo>
                  <a:lnTo>
                    <a:pt x="100320" y="93832"/>
                  </a:lnTo>
                  <a:cubicBezTo>
                    <a:pt x="100938" y="94726"/>
                    <a:pt x="101528" y="95639"/>
                    <a:pt x="102092" y="96569"/>
                  </a:cubicBezTo>
                  <a:cubicBezTo>
                    <a:pt x="102655" y="97498"/>
                    <a:pt x="103190" y="98445"/>
                    <a:pt x="103697" y="99406"/>
                  </a:cubicBezTo>
                  <a:cubicBezTo>
                    <a:pt x="104204" y="100368"/>
                    <a:pt x="104682" y="101344"/>
                    <a:pt x="105131" y="102334"/>
                  </a:cubicBezTo>
                  <a:cubicBezTo>
                    <a:pt x="105579" y="103324"/>
                    <a:pt x="105999" y="104328"/>
                    <a:pt x="106388" y="105343"/>
                  </a:cubicBezTo>
                  <a:cubicBezTo>
                    <a:pt x="106777" y="106358"/>
                    <a:pt x="107135" y="107384"/>
                    <a:pt x="107463" y="108420"/>
                  </a:cubicBezTo>
                  <a:cubicBezTo>
                    <a:pt x="107791" y="109457"/>
                    <a:pt x="108088" y="110503"/>
                    <a:pt x="108354" y="111557"/>
                  </a:cubicBezTo>
                  <a:cubicBezTo>
                    <a:pt x="108619" y="112611"/>
                    <a:pt x="108853" y="113672"/>
                    <a:pt x="109056" y="114740"/>
                  </a:cubicBezTo>
                  <a:cubicBezTo>
                    <a:pt x="109258" y="115808"/>
                    <a:pt x="109429" y="116882"/>
                    <a:pt x="109567" y="117960"/>
                  </a:cubicBezTo>
                  <a:cubicBezTo>
                    <a:pt x="109706" y="119038"/>
                    <a:pt x="109812" y="120120"/>
                    <a:pt x="109886" y="121205"/>
                  </a:cubicBezTo>
                  <a:cubicBezTo>
                    <a:pt x="109960" y="122289"/>
                    <a:pt x="110002" y="123376"/>
                    <a:pt x="110012" y="124463"/>
                  </a:cubicBezTo>
                  <a:cubicBezTo>
                    <a:pt x="110021" y="125550"/>
                    <a:pt x="109998" y="126637"/>
                    <a:pt x="109943" y="127722"/>
                  </a:cubicBezTo>
                  <a:cubicBezTo>
                    <a:pt x="109887" y="128808"/>
                    <a:pt x="109800" y="129891"/>
                    <a:pt x="109680" y="130972"/>
                  </a:cubicBezTo>
                  <a:lnTo>
                    <a:pt x="135920" y="138842"/>
                  </a:lnTo>
                  <a:cubicBezTo>
                    <a:pt x="136258" y="138443"/>
                    <a:pt x="136609" y="138055"/>
                    <a:pt x="136971" y="137678"/>
                  </a:cubicBezTo>
                  <a:cubicBezTo>
                    <a:pt x="137334" y="137301"/>
                    <a:pt x="137708" y="136935"/>
                    <a:pt x="138094" y="136582"/>
                  </a:cubicBezTo>
                  <a:cubicBezTo>
                    <a:pt x="138479" y="136228"/>
                    <a:pt x="138876" y="135887"/>
                    <a:pt x="139283" y="135558"/>
                  </a:cubicBezTo>
                  <a:cubicBezTo>
                    <a:pt x="139690" y="135230"/>
                    <a:pt x="140107" y="134914"/>
                    <a:pt x="140533" y="134611"/>
                  </a:cubicBezTo>
                  <a:cubicBezTo>
                    <a:pt x="140960" y="134309"/>
                    <a:pt x="141396" y="134020"/>
                    <a:pt x="141841" y="133745"/>
                  </a:cubicBezTo>
                  <a:cubicBezTo>
                    <a:pt x="142286" y="133470"/>
                    <a:pt x="142739" y="133209"/>
                    <a:pt x="143200" y="132962"/>
                  </a:cubicBezTo>
                  <a:cubicBezTo>
                    <a:pt x="143662" y="132715"/>
                    <a:pt x="144131" y="132483"/>
                    <a:pt x="144606" y="132266"/>
                  </a:cubicBezTo>
                  <a:cubicBezTo>
                    <a:pt x="145082" y="132049"/>
                    <a:pt x="145565" y="131847"/>
                    <a:pt x="146053" y="131660"/>
                  </a:cubicBezTo>
                  <a:cubicBezTo>
                    <a:pt x="146541" y="131473"/>
                    <a:pt x="147036" y="131301"/>
                    <a:pt x="147535" y="131145"/>
                  </a:cubicBezTo>
                  <a:cubicBezTo>
                    <a:pt x="148034" y="130989"/>
                    <a:pt x="148538" y="130849"/>
                    <a:pt x="149046" y="130724"/>
                  </a:cubicBezTo>
                  <a:cubicBezTo>
                    <a:pt x="149554" y="130600"/>
                    <a:pt x="150066" y="130492"/>
                    <a:pt x="150581" y="130399"/>
                  </a:cubicBezTo>
                  <a:cubicBezTo>
                    <a:pt x="151096" y="130307"/>
                    <a:pt x="151613" y="130231"/>
                    <a:pt x="152133" y="130171"/>
                  </a:cubicBezTo>
                  <a:cubicBezTo>
                    <a:pt x="152653" y="130112"/>
                    <a:pt x="153174" y="130068"/>
                    <a:pt x="153696" y="130041"/>
                  </a:cubicBezTo>
                  <a:cubicBezTo>
                    <a:pt x="154219" y="130014"/>
                    <a:pt x="154742" y="130003"/>
                    <a:pt x="155265" y="130009"/>
                  </a:cubicBezTo>
                  <a:cubicBezTo>
                    <a:pt x="155788" y="130015"/>
                    <a:pt x="156310" y="130037"/>
                    <a:pt x="156832" y="130076"/>
                  </a:cubicBezTo>
                  <a:cubicBezTo>
                    <a:pt x="157353" y="130114"/>
                    <a:pt x="157874" y="130169"/>
                    <a:pt x="158392" y="130240"/>
                  </a:cubicBezTo>
                  <a:cubicBezTo>
                    <a:pt x="158910" y="130311"/>
                    <a:pt x="159426" y="130399"/>
                    <a:pt x="159939" y="130502"/>
                  </a:cubicBezTo>
                  <a:cubicBezTo>
                    <a:pt x="160451" y="130606"/>
                    <a:pt x="160961" y="130725"/>
                    <a:pt x="161466" y="130861"/>
                  </a:cubicBezTo>
                  <a:cubicBezTo>
                    <a:pt x="161971" y="130996"/>
                    <a:pt x="162472" y="131148"/>
                    <a:pt x="162967" y="131315"/>
                  </a:cubicBezTo>
                  <a:cubicBezTo>
                    <a:pt x="163463" y="131481"/>
                    <a:pt x="163953" y="131664"/>
                    <a:pt x="164438" y="131861"/>
                  </a:cubicBezTo>
                  <a:cubicBezTo>
                    <a:pt x="164922" y="132059"/>
                    <a:pt x="165400" y="132272"/>
                    <a:pt x="165871" y="132500"/>
                  </a:cubicBezTo>
                  <a:cubicBezTo>
                    <a:pt x="166342" y="132727"/>
                    <a:pt x="166805" y="132970"/>
                    <a:pt x="167261" y="133226"/>
                  </a:cubicBezTo>
                  <a:cubicBezTo>
                    <a:pt x="167717" y="133483"/>
                    <a:pt x="168164" y="133754"/>
                    <a:pt x="168603" y="134039"/>
                  </a:cubicBezTo>
                  <a:cubicBezTo>
                    <a:pt x="169041" y="134324"/>
                    <a:pt x="169471" y="134622"/>
                    <a:pt x="169891" y="134934"/>
                  </a:cubicBezTo>
                  <a:cubicBezTo>
                    <a:pt x="170311" y="135246"/>
                    <a:pt x="170721" y="135570"/>
                    <a:pt x="171121" y="135908"/>
                  </a:cubicBezTo>
                  <a:cubicBezTo>
                    <a:pt x="171520" y="136245"/>
                    <a:pt x="171909" y="136595"/>
                    <a:pt x="172287" y="136957"/>
                  </a:cubicBezTo>
                  <a:cubicBezTo>
                    <a:pt x="172665" y="137319"/>
                    <a:pt x="173031" y="137693"/>
                    <a:pt x="173385" y="138077"/>
                  </a:cubicBezTo>
                  <a:cubicBezTo>
                    <a:pt x="173739" y="138462"/>
                    <a:pt x="174081" y="138858"/>
                    <a:pt x="174410" y="139264"/>
                  </a:cubicBezTo>
                  <a:cubicBezTo>
                    <a:pt x="174740" y="139671"/>
                    <a:pt x="175056" y="140087"/>
                    <a:pt x="175360" y="140513"/>
                  </a:cubicBezTo>
                  <a:cubicBezTo>
                    <a:pt x="175663" y="140940"/>
                    <a:pt x="175953" y="141375"/>
                    <a:pt x="176229" y="141820"/>
                  </a:cubicBezTo>
                  <a:cubicBezTo>
                    <a:pt x="176504" y="142264"/>
                    <a:pt x="176766" y="142717"/>
                    <a:pt x="177014" y="143177"/>
                  </a:cubicBezTo>
                  <a:cubicBezTo>
                    <a:pt x="177261" y="143638"/>
                    <a:pt x="177494" y="144107"/>
                    <a:pt x="177712" y="144582"/>
                  </a:cubicBezTo>
                  <a:cubicBezTo>
                    <a:pt x="177931" y="145057"/>
                    <a:pt x="178134" y="145540"/>
                    <a:pt x="178322" y="146028"/>
                  </a:cubicBezTo>
                  <a:cubicBezTo>
                    <a:pt x="178509" y="146516"/>
                    <a:pt x="178682" y="147010"/>
                    <a:pt x="178839" y="147509"/>
                  </a:cubicBezTo>
                  <a:cubicBezTo>
                    <a:pt x="178996" y="148008"/>
                    <a:pt x="179137" y="148511"/>
                    <a:pt x="179262" y="149019"/>
                  </a:cubicBezTo>
                  <a:cubicBezTo>
                    <a:pt x="179387" y="149527"/>
                    <a:pt x="179497" y="150039"/>
                    <a:pt x="179590" y="150553"/>
                  </a:cubicBezTo>
                  <a:cubicBezTo>
                    <a:pt x="179683" y="151068"/>
                    <a:pt x="179760" y="151585"/>
                    <a:pt x="179821" y="152105"/>
                  </a:cubicBezTo>
                  <a:cubicBezTo>
                    <a:pt x="179882" y="152624"/>
                    <a:pt x="179926" y="153146"/>
                    <a:pt x="179954" y="153668"/>
                  </a:cubicBezTo>
                  <a:cubicBezTo>
                    <a:pt x="179982" y="154190"/>
                    <a:pt x="179994" y="154713"/>
                    <a:pt x="179989" y="155236"/>
                  </a:cubicBezTo>
                  <a:cubicBezTo>
                    <a:pt x="179984" y="155759"/>
                    <a:pt x="179963" y="156282"/>
                    <a:pt x="179925" y="156804"/>
                  </a:cubicBezTo>
                  <a:cubicBezTo>
                    <a:pt x="179888" y="157325"/>
                    <a:pt x="179834" y="157846"/>
                    <a:pt x="179764" y="158364"/>
                  </a:cubicBezTo>
                  <a:cubicBezTo>
                    <a:pt x="179694" y="158882"/>
                    <a:pt x="179607" y="159398"/>
                    <a:pt x="179504" y="159911"/>
                  </a:cubicBezTo>
                  <a:cubicBezTo>
                    <a:pt x="179402" y="160424"/>
                    <a:pt x="179283" y="160933"/>
                    <a:pt x="179149" y="161439"/>
                  </a:cubicBezTo>
                  <a:cubicBezTo>
                    <a:pt x="179014" y="161944"/>
                    <a:pt x="178864" y="162445"/>
                    <a:pt x="178698" y="162941"/>
                  </a:cubicBezTo>
                  <a:cubicBezTo>
                    <a:pt x="178532" y="163437"/>
                    <a:pt x="178350" y="163928"/>
                    <a:pt x="178154" y="164413"/>
                  </a:cubicBezTo>
                  <a:cubicBezTo>
                    <a:pt x="177957" y="164897"/>
                    <a:pt x="177745" y="165375"/>
                    <a:pt x="177518" y="165847"/>
                  </a:cubicBezTo>
                  <a:cubicBezTo>
                    <a:pt x="177291" y="166318"/>
                    <a:pt x="177050" y="166782"/>
                    <a:pt x="176794" y="167238"/>
                  </a:cubicBezTo>
                  <a:cubicBezTo>
                    <a:pt x="176538" y="167695"/>
                    <a:pt x="176268" y="168143"/>
                    <a:pt x="175984" y="168582"/>
                  </a:cubicBezTo>
                  <a:cubicBezTo>
                    <a:pt x="175700" y="169021"/>
                    <a:pt x="175402" y="169451"/>
                    <a:pt x="175091" y="169872"/>
                  </a:cubicBezTo>
                  <a:cubicBezTo>
                    <a:pt x="174780" y="170292"/>
                    <a:pt x="174456" y="170703"/>
                    <a:pt x="174119" y="171103"/>
                  </a:cubicBezTo>
                  <a:cubicBezTo>
                    <a:pt x="173783" y="171503"/>
                    <a:pt x="173434" y="171893"/>
                    <a:pt x="173072" y="172271"/>
                  </a:cubicBezTo>
                  <a:cubicBezTo>
                    <a:pt x="172711" y="172649"/>
                    <a:pt x="172338" y="173016"/>
                    <a:pt x="171954" y="173371"/>
                  </a:cubicBezTo>
                  <a:cubicBezTo>
                    <a:pt x="171570" y="173726"/>
                    <a:pt x="171175" y="174069"/>
                    <a:pt x="170769" y="174399"/>
                  </a:cubicBezTo>
                  <a:cubicBezTo>
                    <a:pt x="170363" y="174729"/>
                    <a:pt x="169947" y="175046"/>
                    <a:pt x="169522" y="175350"/>
                  </a:cubicBezTo>
                  <a:cubicBezTo>
                    <a:pt x="169096" y="175654"/>
                    <a:pt x="168661" y="175945"/>
                    <a:pt x="168217" y="176222"/>
                  </a:cubicBezTo>
                  <a:cubicBezTo>
                    <a:pt x="167773" y="176499"/>
                    <a:pt x="167321" y="176761"/>
                    <a:pt x="166861" y="177010"/>
                  </a:cubicBezTo>
                  <a:cubicBezTo>
                    <a:pt x="166400" y="177258"/>
                    <a:pt x="165932" y="177492"/>
                    <a:pt x="165457" y="177711"/>
                  </a:cubicBezTo>
                  <a:cubicBezTo>
                    <a:pt x="164982" y="177930"/>
                    <a:pt x="164501" y="178134"/>
                    <a:pt x="164013" y="178323"/>
                  </a:cubicBezTo>
                  <a:cubicBezTo>
                    <a:pt x="163525" y="178511"/>
                    <a:pt x="163032" y="178685"/>
                    <a:pt x="162533" y="178843"/>
                  </a:cubicBezTo>
                  <a:cubicBezTo>
                    <a:pt x="162034" y="179000"/>
                    <a:pt x="161531" y="179142"/>
                    <a:pt x="161023" y="179269"/>
                  </a:cubicBezTo>
                  <a:cubicBezTo>
                    <a:pt x="160516" y="179395"/>
                    <a:pt x="160004" y="179505"/>
                    <a:pt x="159490" y="179599"/>
                  </a:cubicBezTo>
                  <a:cubicBezTo>
                    <a:pt x="158975" y="179693"/>
                    <a:pt x="158458" y="179771"/>
                    <a:pt x="157939" y="179833"/>
                  </a:cubicBezTo>
                  <a:cubicBezTo>
                    <a:pt x="157419" y="179895"/>
                    <a:pt x="156898" y="179940"/>
                    <a:pt x="156376" y="179969"/>
                  </a:cubicBezTo>
                  <a:cubicBezTo>
                    <a:pt x="155854" y="179998"/>
                    <a:pt x="155331" y="180011"/>
                    <a:pt x="154808" y="180007"/>
                  </a:cubicBezTo>
                  <a:cubicBezTo>
                    <a:pt x="154285" y="180003"/>
                    <a:pt x="153762" y="179983"/>
                    <a:pt x="153240" y="179946"/>
                  </a:cubicBezTo>
                  <a:cubicBezTo>
                    <a:pt x="152718" y="179910"/>
                    <a:pt x="152198" y="179857"/>
                    <a:pt x="151679" y="179787"/>
                  </a:cubicBezTo>
                  <a:cubicBezTo>
                    <a:pt x="151161" y="179718"/>
                    <a:pt x="150645" y="179633"/>
                    <a:pt x="150132" y="179531"/>
                  </a:cubicBezTo>
                  <a:cubicBezTo>
                    <a:pt x="149619" y="179429"/>
                    <a:pt x="149109" y="179312"/>
                    <a:pt x="148603" y="179178"/>
                  </a:cubicBezTo>
                  <a:cubicBezTo>
                    <a:pt x="148098" y="179044"/>
                    <a:pt x="147596" y="178895"/>
                    <a:pt x="147100" y="178730"/>
                  </a:cubicBezTo>
                  <a:cubicBezTo>
                    <a:pt x="146604" y="178565"/>
                    <a:pt x="146113" y="178384"/>
                    <a:pt x="145628" y="178188"/>
                  </a:cubicBezTo>
                  <a:cubicBezTo>
                    <a:pt x="145143" y="177992"/>
                    <a:pt x="144664" y="177781"/>
                    <a:pt x="144192" y="177556"/>
                  </a:cubicBezTo>
                  <a:cubicBezTo>
                    <a:pt x="143721" y="177330"/>
                    <a:pt x="143256" y="177089"/>
                    <a:pt x="142799" y="176834"/>
                  </a:cubicBezTo>
                  <a:cubicBezTo>
                    <a:pt x="142343" y="176579"/>
                    <a:pt x="141894" y="176310"/>
                    <a:pt x="141455" y="176026"/>
                  </a:cubicBezTo>
                  <a:cubicBezTo>
                    <a:pt x="141015" y="175743"/>
                    <a:pt x="140584" y="175446"/>
                    <a:pt x="140163" y="175136"/>
                  </a:cubicBezTo>
                  <a:cubicBezTo>
                    <a:pt x="139742" y="174826"/>
                    <a:pt x="139331" y="174503"/>
                    <a:pt x="138930" y="174167"/>
                  </a:cubicBezTo>
                  <a:cubicBezTo>
                    <a:pt x="138529" y="173831"/>
                    <a:pt x="138139" y="173482"/>
                    <a:pt x="137760" y="173122"/>
                  </a:cubicBezTo>
                  <a:cubicBezTo>
                    <a:pt x="137381" y="172761"/>
                    <a:pt x="137013" y="172389"/>
                    <a:pt x="136658" y="172005"/>
                  </a:cubicBezTo>
                  <a:cubicBezTo>
                    <a:pt x="136302" y="171622"/>
                    <a:pt x="135959" y="171227"/>
                    <a:pt x="135628" y="170822"/>
                  </a:cubicBezTo>
                  <a:cubicBezTo>
                    <a:pt x="135297" y="170417"/>
                    <a:pt x="134979" y="170002"/>
                    <a:pt x="134674" y="169577"/>
                  </a:cubicBezTo>
                  <a:cubicBezTo>
                    <a:pt x="134369" y="169152"/>
                    <a:pt x="134078" y="168717"/>
                    <a:pt x="133800" y="168274"/>
                  </a:cubicBezTo>
                  <a:cubicBezTo>
                    <a:pt x="133523" y="167830"/>
                    <a:pt x="133259" y="167379"/>
                    <a:pt x="133010" y="166919"/>
                  </a:cubicBezTo>
                  <a:cubicBezTo>
                    <a:pt x="132761" y="166459"/>
                    <a:pt x="132526" y="165991"/>
                    <a:pt x="132306" y="165517"/>
                  </a:cubicBezTo>
                  <a:cubicBezTo>
                    <a:pt x="132086" y="165042"/>
                    <a:pt x="131881" y="164561"/>
                    <a:pt x="131692" y="164073"/>
                  </a:cubicBezTo>
                  <a:cubicBezTo>
                    <a:pt x="131502" y="163586"/>
                    <a:pt x="131328" y="163093"/>
                    <a:pt x="131169" y="162594"/>
                  </a:cubicBezTo>
                  <a:cubicBezTo>
                    <a:pt x="131010" y="162096"/>
                    <a:pt x="130867" y="161593"/>
                    <a:pt x="130740" y="161085"/>
                  </a:cubicBezTo>
                  <a:cubicBezTo>
                    <a:pt x="130613" y="160578"/>
                    <a:pt x="130502" y="160067"/>
                    <a:pt x="130407" y="159553"/>
                  </a:cubicBezTo>
                  <a:cubicBezTo>
                    <a:pt x="130312" y="159038"/>
                    <a:pt x="130233" y="158521"/>
                    <a:pt x="130170" y="158002"/>
                  </a:cubicBezTo>
                  <a:lnTo>
                    <a:pt x="103940" y="150122"/>
                  </a:lnTo>
                  <a:cubicBezTo>
                    <a:pt x="103417" y="151143"/>
                    <a:pt x="102861" y="152147"/>
                    <a:pt x="102275" y="153133"/>
                  </a:cubicBezTo>
                  <a:cubicBezTo>
                    <a:pt x="101689" y="154119"/>
                    <a:pt x="101072" y="155087"/>
                    <a:pt x="100425" y="156035"/>
                  </a:cubicBezTo>
                  <a:cubicBezTo>
                    <a:pt x="99779" y="156982"/>
                    <a:pt x="99103" y="157909"/>
                    <a:pt x="98398" y="158815"/>
                  </a:cubicBezTo>
                  <a:cubicBezTo>
                    <a:pt x="97693" y="159720"/>
                    <a:pt x="96960" y="160603"/>
                    <a:pt x="96200" y="161463"/>
                  </a:cubicBezTo>
                  <a:cubicBezTo>
                    <a:pt x="95441" y="162322"/>
                    <a:pt x="94654" y="163158"/>
                    <a:pt x="93842" y="163968"/>
                  </a:cubicBezTo>
                  <a:cubicBezTo>
                    <a:pt x="93030" y="164778"/>
                    <a:pt x="92192" y="165563"/>
                    <a:pt x="91331" y="166321"/>
                  </a:cubicBezTo>
                  <a:cubicBezTo>
                    <a:pt x="90470" y="167079"/>
                    <a:pt x="89585" y="167809"/>
                    <a:pt x="88678" y="168512"/>
                  </a:cubicBezTo>
                  <a:cubicBezTo>
                    <a:pt x="87771" y="169215"/>
                    <a:pt x="86842" y="169889"/>
                    <a:pt x="85893" y="170533"/>
                  </a:cubicBezTo>
                  <a:cubicBezTo>
                    <a:pt x="84944" y="171178"/>
                    <a:pt x="83975" y="171792"/>
                    <a:pt x="82987" y="172376"/>
                  </a:cubicBezTo>
                  <a:cubicBezTo>
                    <a:pt x="82000" y="172960"/>
                    <a:pt x="80994" y="173513"/>
                    <a:pt x="79972" y="174034"/>
                  </a:cubicBezTo>
                  <a:cubicBezTo>
                    <a:pt x="78950" y="174555"/>
                    <a:pt x="77912" y="175044"/>
                    <a:pt x="76859" y="175500"/>
                  </a:cubicBezTo>
                  <a:cubicBezTo>
                    <a:pt x="75806" y="175956"/>
                    <a:pt x="74739" y="176379"/>
                    <a:pt x="73660" y="176768"/>
                  </a:cubicBezTo>
                  <a:cubicBezTo>
                    <a:pt x="72581" y="177157"/>
                    <a:pt x="71490" y="177513"/>
                    <a:pt x="70389" y="177834"/>
                  </a:cubicBezTo>
                  <a:cubicBezTo>
                    <a:pt x="69287" y="178155"/>
                    <a:pt x="68176" y="178441"/>
                    <a:pt x="67057" y="178693"/>
                  </a:cubicBezTo>
                  <a:cubicBezTo>
                    <a:pt x="65937" y="178945"/>
                    <a:pt x="64810" y="179161"/>
                    <a:pt x="63677" y="179342"/>
                  </a:cubicBezTo>
                  <a:cubicBezTo>
                    <a:pt x="62545" y="179523"/>
                    <a:pt x="61406" y="179669"/>
                    <a:pt x="60264" y="179779"/>
                  </a:cubicBezTo>
                  <a:cubicBezTo>
                    <a:pt x="59122" y="179889"/>
                    <a:pt x="57977" y="179963"/>
                    <a:pt x="56831" y="180001"/>
                  </a:cubicBezTo>
                  <a:cubicBezTo>
                    <a:pt x="55684" y="180039"/>
                    <a:pt x="54536" y="180042"/>
                    <a:pt x="53390" y="180008"/>
                  </a:cubicBezTo>
                  <a:cubicBezTo>
                    <a:pt x="52243" y="179975"/>
                    <a:pt x="51097" y="179905"/>
                    <a:pt x="49955" y="179800"/>
                  </a:cubicBezTo>
                  <a:cubicBezTo>
                    <a:pt x="48813" y="179695"/>
                    <a:pt x="47674" y="179554"/>
                    <a:pt x="46540" y="179378"/>
                  </a:cubicBezTo>
                  <a:cubicBezTo>
                    <a:pt x="45406" y="179201"/>
                    <a:pt x="44279" y="178989"/>
                    <a:pt x="43158" y="178742"/>
                  </a:cubicBezTo>
                  <a:cubicBezTo>
                    <a:pt x="42038" y="178495"/>
                    <a:pt x="40926" y="178214"/>
                    <a:pt x="39823" y="177897"/>
                  </a:cubicBezTo>
                  <a:cubicBezTo>
                    <a:pt x="38720" y="177581"/>
                    <a:pt x="37627" y="177230"/>
                    <a:pt x="36547" y="176845"/>
                  </a:cubicBezTo>
                  <a:cubicBezTo>
                    <a:pt x="35466" y="176460"/>
                    <a:pt x="34397" y="176041"/>
                    <a:pt x="33343" y="175590"/>
                  </a:cubicBezTo>
                  <a:cubicBezTo>
                    <a:pt x="32288" y="175138"/>
                    <a:pt x="31248" y="174653"/>
                    <a:pt x="30224" y="174137"/>
                  </a:cubicBezTo>
                  <a:cubicBezTo>
                    <a:pt x="29199" y="173620"/>
                    <a:pt x="28192" y="173071"/>
                    <a:pt x="27202" y="172492"/>
                  </a:cubicBezTo>
                  <a:cubicBezTo>
                    <a:pt x="26212" y="171912"/>
                    <a:pt x="25240" y="171301"/>
                    <a:pt x="24288" y="170661"/>
                  </a:cubicBezTo>
                  <a:cubicBezTo>
                    <a:pt x="23336" y="170020"/>
                    <a:pt x="22405" y="169350"/>
                    <a:pt x="21495" y="168651"/>
                  </a:cubicBezTo>
                  <a:cubicBezTo>
                    <a:pt x="20585" y="167952"/>
                    <a:pt x="19697" y="167225"/>
                    <a:pt x="18833" y="166471"/>
                  </a:cubicBezTo>
                  <a:cubicBezTo>
                    <a:pt x="17969" y="165716"/>
                    <a:pt x="17128" y="164935"/>
                    <a:pt x="16312" y="164128"/>
                  </a:cubicBezTo>
                  <a:cubicBezTo>
                    <a:pt x="15497" y="163321"/>
                    <a:pt x="14707" y="162489"/>
                    <a:pt x="13943" y="161633"/>
                  </a:cubicBezTo>
                  <a:cubicBezTo>
                    <a:pt x="13180" y="160776"/>
                    <a:pt x="12443" y="159896"/>
                    <a:pt x="11735" y="158994"/>
                  </a:cubicBezTo>
                  <a:cubicBezTo>
                    <a:pt x="11027" y="158092"/>
                    <a:pt x="10347" y="157167"/>
                    <a:pt x="9696" y="156222"/>
                  </a:cubicBezTo>
                  <a:cubicBezTo>
                    <a:pt x="9045" y="155277"/>
                    <a:pt x="8424" y="154312"/>
                    <a:pt x="7834" y="153329"/>
                  </a:cubicBezTo>
                  <a:cubicBezTo>
                    <a:pt x="7244" y="152345"/>
                    <a:pt x="6685" y="151343"/>
                    <a:pt x="6157" y="150324"/>
                  </a:cubicBezTo>
                  <a:cubicBezTo>
                    <a:pt x="5629" y="149305"/>
                    <a:pt x="5134" y="148270"/>
                    <a:pt x="4671" y="147221"/>
                  </a:cubicBezTo>
                  <a:cubicBezTo>
                    <a:pt x="4208" y="146171"/>
                    <a:pt x="3778" y="145107"/>
                    <a:pt x="3382" y="144030"/>
                  </a:cubicBezTo>
                  <a:cubicBezTo>
                    <a:pt x="2986" y="142954"/>
                    <a:pt x="2623" y="141865"/>
                    <a:pt x="2295" y="140765"/>
                  </a:cubicBezTo>
                  <a:cubicBezTo>
                    <a:pt x="1967" y="139666"/>
                    <a:pt x="1673" y="138557"/>
                    <a:pt x="1414" y="137439"/>
                  </a:cubicBezTo>
                  <a:cubicBezTo>
                    <a:pt x="1155" y="136321"/>
                    <a:pt x="932" y="135196"/>
                    <a:pt x="743" y="134064"/>
                  </a:cubicBezTo>
                  <a:cubicBezTo>
                    <a:pt x="555" y="132933"/>
                    <a:pt x="402" y="131795"/>
                    <a:pt x="285" y="130654"/>
                  </a:cubicBezTo>
                  <a:cubicBezTo>
                    <a:pt x="167" y="129513"/>
                    <a:pt x="86" y="128368"/>
                    <a:pt x="40" y="127222"/>
                  </a:cubicBezTo>
                  <a:lnTo>
                    <a:pt x="0" y="125002"/>
                  </a:lnTo>
                  <a:lnTo>
                    <a:pt x="40" y="122792"/>
                  </a:lnTo>
                  <a:cubicBezTo>
                    <a:pt x="86" y="121653"/>
                    <a:pt x="167" y="120516"/>
                    <a:pt x="283" y="119383"/>
                  </a:cubicBezTo>
                  <a:cubicBezTo>
                    <a:pt x="399" y="118249"/>
                    <a:pt x="550" y="117120"/>
                    <a:pt x="737" y="115995"/>
                  </a:cubicBezTo>
                  <a:cubicBezTo>
                    <a:pt x="923" y="114871"/>
                    <a:pt x="1145" y="113753"/>
                    <a:pt x="1400" y="112643"/>
                  </a:cubicBezTo>
                  <a:cubicBezTo>
                    <a:pt x="1656" y="111532"/>
                    <a:pt x="1947" y="110430"/>
                    <a:pt x="2271" y="109338"/>
                  </a:cubicBezTo>
                  <a:cubicBezTo>
                    <a:pt x="2595" y="108245"/>
                    <a:pt x="2953" y="107163"/>
                    <a:pt x="3345" y="106093"/>
                  </a:cubicBezTo>
                  <a:cubicBezTo>
                    <a:pt x="3737" y="105023"/>
                    <a:pt x="4161" y="103965"/>
                    <a:pt x="4619" y="102922"/>
                  </a:cubicBezTo>
                  <a:cubicBezTo>
                    <a:pt x="5076" y="101878"/>
                    <a:pt x="5565" y="100849"/>
                    <a:pt x="6087" y="99835"/>
                  </a:cubicBezTo>
                  <a:cubicBezTo>
                    <a:pt x="6608" y="98822"/>
                    <a:pt x="7160" y="97825"/>
                    <a:pt x="7743" y="96846"/>
                  </a:cubicBezTo>
                  <a:cubicBezTo>
                    <a:pt x="8327" y="95867"/>
                    <a:pt x="8940" y="94907"/>
                    <a:pt x="9583" y="93966"/>
                  </a:cubicBezTo>
                  <a:cubicBezTo>
                    <a:pt x="10226" y="93025"/>
                    <a:pt x="10898" y="92104"/>
                    <a:pt x="11598" y="91205"/>
                  </a:cubicBezTo>
                  <a:cubicBezTo>
                    <a:pt x="12298" y="90306"/>
                    <a:pt x="13025" y="89429"/>
                    <a:pt x="13780" y="88575"/>
                  </a:cubicBezTo>
                  <a:cubicBezTo>
                    <a:pt x="14534" y="87721"/>
                    <a:pt x="15315" y="86891"/>
                    <a:pt x="16121" y="86085"/>
                  </a:cubicBezTo>
                  <a:cubicBezTo>
                    <a:pt x="16927" y="85280"/>
                    <a:pt x="17758" y="84500"/>
                    <a:pt x="18613" y="83746"/>
                  </a:cubicBezTo>
                  <a:cubicBezTo>
                    <a:pt x="19468" y="82992"/>
                    <a:pt x="20345" y="82265"/>
                    <a:pt x="21245" y="81566"/>
                  </a:cubicBezTo>
                  <a:cubicBezTo>
                    <a:pt x="22145" y="80866"/>
                    <a:pt x="23066" y="80195"/>
                    <a:pt x="24007" y="79553"/>
                  </a:cubicBezTo>
                  <a:cubicBezTo>
                    <a:pt x="24949" y="78911"/>
                    <a:pt x="25910" y="78299"/>
                    <a:pt x="26889" y="77716"/>
                  </a:cubicBezTo>
                  <a:cubicBezTo>
                    <a:pt x="27869" y="77134"/>
                    <a:pt x="28866" y="76582"/>
                    <a:pt x="29880" y="76062"/>
                  </a:cubicBezTo>
                  <a:lnTo>
                    <a:pt x="22000" y="49822"/>
                  </a:lnTo>
                  <a:cubicBezTo>
                    <a:pt x="21481" y="49760"/>
                    <a:pt x="20964" y="49681"/>
                    <a:pt x="20450" y="49586"/>
                  </a:cubicBezTo>
                  <a:cubicBezTo>
                    <a:pt x="19936" y="49491"/>
                    <a:pt x="19425" y="49381"/>
                    <a:pt x="18918" y="49254"/>
                  </a:cubicBezTo>
                  <a:cubicBezTo>
                    <a:pt x="18411" y="49127"/>
                    <a:pt x="17909" y="48984"/>
                    <a:pt x="17410" y="48826"/>
                  </a:cubicBezTo>
                  <a:cubicBezTo>
                    <a:pt x="16912" y="48668"/>
                    <a:pt x="16419" y="48494"/>
                    <a:pt x="15932" y="48305"/>
                  </a:cubicBezTo>
                  <a:cubicBezTo>
                    <a:pt x="15445" y="48115"/>
                    <a:pt x="14964" y="47911"/>
                    <a:pt x="14490" y="47692"/>
                  </a:cubicBezTo>
                  <a:cubicBezTo>
                    <a:pt x="14015" y="47472"/>
                    <a:pt x="13548" y="47238"/>
                    <a:pt x="13088" y="46989"/>
                  </a:cubicBezTo>
                  <a:cubicBezTo>
                    <a:pt x="12629" y="46740"/>
                    <a:pt x="12177" y="46477"/>
                    <a:pt x="11734" y="46200"/>
                  </a:cubicBezTo>
                  <a:cubicBezTo>
                    <a:pt x="11291" y="45923"/>
                    <a:pt x="10857" y="45632"/>
                    <a:pt x="10432" y="45328"/>
                  </a:cubicBezTo>
                  <a:cubicBezTo>
                    <a:pt x="10007" y="45023"/>
                    <a:pt x="9592" y="44706"/>
                    <a:pt x="9187" y="44376"/>
                  </a:cubicBezTo>
                  <a:cubicBezTo>
                    <a:pt x="8782" y="44045"/>
                    <a:pt x="8387" y="43702"/>
                    <a:pt x="8004" y="43347"/>
                  </a:cubicBezTo>
                  <a:cubicBezTo>
                    <a:pt x="7620" y="42992"/>
                    <a:pt x="7248" y="42625"/>
                    <a:pt x="6888" y="42246"/>
                  </a:cubicBezTo>
                  <a:cubicBezTo>
                    <a:pt x="6527" y="41868"/>
                    <a:pt x="6179" y="41478"/>
                    <a:pt x="5843" y="41078"/>
                  </a:cubicBezTo>
                  <a:cubicBezTo>
                    <a:pt x="5507" y="40678"/>
                    <a:pt x="5184" y="40267"/>
                    <a:pt x="4873" y="39846"/>
                  </a:cubicBezTo>
                  <a:cubicBezTo>
                    <a:pt x="4563" y="39425"/>
                    <a:pt x="4266" y="38995"/>
                    <a:pt x="3983" y="38556"/>
                  </a:cubicBezTo>
                  <a:cubicBezTo>
                    <a:pt x="3700" y="38117"/>
                    <a:pt x="3431" y="37669"/>
                    <a:pt x="3176" y="37213"/>
                  </a:cubicBezTo>
                  <a:cubicBezTo>
                    <a:pt x="2920" y="36756"/>
                    <a:pt x="2680" y="36292"/>
                    <a:pt x="2454" y="35821"/>
                  </a:cubicBezTo>
                  <a:cubicBezTo>
                    <a:pt x="2228" y="35350"/>
                    <a:pt x="2017" y="34872"/>
                    <a:pt x="1821" y="34387"/>
                  </a:cubicBezTo>
                  <a:cubicBezTo>
                    <a:pt x="1625" y="33903"/>
                    <a:pt x="1444" y="33412"/>
                    <a:pt x="1279" y="32916"/>
                  </a:cubicBezTo>
                  <a:cubicBezTo>
                    <a:pt x="1114" y="32421"/>
                    <a:pt x="964" y="31920"/>
                    <a:pt x="830" y="31415"/>
                  </a:cubicBezTo>
                  <a:cubicBezTo>
                    <a:pt x="696" y="30909"/>
                    <a:pt x="578" y="30400"/>
                    <a:pt x="477" y="29887"/>
                  </a:cubicBezTo>
                  <a:cubicBezTo>
                    <a:pt x="375" y="29375"/>
                    <a:pt x="289" y="28859"/>
                    <a:pt x="220" y="28341"/>
                  </a:cubicBezTo>
                  <a:cubicBezTo>
                    <a:pt x="150" y="27823"/>
                    <a:pt x="97" y="27303"/>
                    <a:pt x="60" y="26782"/>
                  </a:cubicBezTo>
                  <a:lnTo>
                    <a:pt x="0" y="25002"/>
                  </a:lnTo>
                  <a:lnTo>
                    <a:pt x="50" y="23362"/>
                  </a:lnTo>
                  <a:cubicBezTo>
                    <a:pt x="84" y="22841"/>
                    <a:pt x="135" y="22322"/>
                    <a:pt x="201" y="21804"/>
                  </a:cubicBezTo>
                  <a:cubicBezTo>
                    <a:pt x="268" y="21287"/>
                    <a:pt x="351" y="20772"/>
                    <a:pt x="450" y="20260"/>
                  </a:cubicBezTo>
                  <a:cubicBezTo>
                    <a:pt x="549" y="19747"/>
                    <a:pt x="664" y="19238"/>
                    <a:pt x="794" y="18733"/>
                  </a:cubicBezTo>
                  <a:cubicBezTo>
                    <a:pt x="925" y="18228"/>
                    <a:pt x="1072" y="17727"/>
                    <a:pt x="1234" y="17231"/>
                  </a:cubicBezTo>
                  <a:cubicBezTo>
                    <a:pt x="1396" y="16736"/>
                    <a:pt x="1574" y="16245"/>
                    <a:pt x="1766" y="15760"/>
                  </a:cubicBezTo>
                  <a:cubicBezTo>
                    <a:pt x="1959" y="15275"/>
                    <a:pt x="2167" y="14797"/>
                    <a:pt x="2390" y="14325"/>
                  </a:cubicBezTo>
                  <a:cubicBezTo>
                    <a:pt x="2613" y="13853"/>
                    <a:pt x="2850" y="13389"/>
                    <a:pt x="3102" y="12932"/>
                  </a:cubicBezTo>
                  <a:cubicBezTo>
                    <a:pt x="3354" y="12475"/>
                    <a:pt x="3620" y="12026"/>
                    <a:pt x="3900" y="11586"/>
                  </a:cubicBezTo>
                  <a:cubicBezTo>
                    <a:pt x="4180" y="11145"/>
                    <a:pt x="4473" y="10714"/>
                    <a:pt x="4780" y="10292"/>
                  </a:cubicBezTo>
                  <a:cubicBezTo>
                    <a:pt x="5087" y="9870"/>
                    <a:pt x="5407" y="9458"/>
                    <a:pt x="5740" y="9056"/>
                  </a:cubicBezTo>
                  <a:cubicBezTo>
                    <a:pt x="6073" y="8655"/>
                    <a:pt x="6418" y="8263"/>
                    <a:pt x="6775" y="7883"/>
                  </a:cubicBezTo>
                  <a:cubicBezTo>
                    <a:pt x="7132" y="7503"/>
                    <a:pt x="7501" y="7134"/>
                    <a:pt x="7882" y="6777"/>
                  </a:cubicBezTo>
                  <a:cubicBezTo>
                    <a:pt x="8262" y="6419"/>
                    <a:pt x="8653" y="6074"/>
                    <a:pt x="9055" y="5742"/>
                  </a:cubicBezTo>
                  <a:cubicBezTo>
                    <a:pt x="9457" y="5409"/>
                    <a:pt x="9869" y="5089"/>
                    <a:pt x="10291" y="4782"/>
                  </a:cubicBezTo>
                  <a:cubicBezTo>
                    <a:pt x="10713" y="4475"/>
                    <a:pt x="11145" y="4182"/>
                    <a:pt x="11585" y="3902"/>
                  </a:cubicBezTo>
                  <a:cubicBezTo>
                    <a:pt x="12025" y="3622"/>
                    <a:pt x="12474" y="3356"/>
                    <a:pt x="12931" y="3104"/>
                  </a:cubicBezTo>
                  <a:cubicBezTo>
                    <a:pt x="13388" y="2852"/>
                    <a:pt x="13853" y="2615"/>
                    <a:pt x="14324" y="2392"/>
                  </a:cubicBezTo>
                  <a:cubicBezTo>
                    <a:pt x="14796" y="2170"/>
                    <a:pt x="15275" y="1962"/>
                    <a:pt x="15760" y="1769"/>
                  </a:cubicBezTo>
                  <a:cubicBezTo>
                    <a:pt x="16244" y="1576"/>
                    <a:pt x="16735" y="1399"/>
                    <a:pt x="17231" y="1237"/>
                  </a:cubicBezTo>
                  <a:cubicBezTo>
                    <a:pt x="17727" y="1075"/>
                    <a:pt x="18228" y="928"/>
                    <a:pt x="18733" y="797"/>
                  </a:cubicBezTo>
                  <a:cubicBezTo>
                    <a:pt x="19238" y="667"/>
                    <a:pt x="19747" y="552"/>
                    <a:pt x="20259" y="453"/>
                  </a:cubicBezTo>
                  <a:cubicBezTo>
                    <a:pt x="20771" y="354"/>
                    <a:pt x="21287" y="271"/>
                    <a:pt x="21804" y="205"/>
                  </a:cubicBezTo>
                  <a:cubicBezTo>
                    <a:pt x="22322" y="138"/>
                    <a:pt x="22841" y="88"/>
                    <a:pt x="23362" y="54"/>
                  </a:cubicBezTo>
                  <a:cubicBezTo>
                    <a:pt x="23882" y="19"/>
                    <a:pt x="24404" y="2"/>
                    <a:pt x="24925" y="0"/>
                  </a:cubicBezTo>
                  <a:cubicBezTo>
                    <a:pt x="25447" y="-1"/>
                    <a:pt x="25969" y="13"/>
                    <a:pt x="26489" y="45"/>
                  </a:cubicBezTo>
                  <a:cubicBezTo>
                    <a:pt x="27010" y="76"/>
                    <a:pt x="27530" y="123"/>
                    <a:pt x="28048" y="187"/>
                  </a:cubicBezTo>
                  <a:cubicBezTo>
                    <a:pt x="28566" y="251"/>
                    <a:pt x="29081" y="330"/>
                    <a:pt x="29594" y="426"/>
                  </a:cubicBezTo>
                  <a:cubicBezTo>
                    <a:pt x="30107" y="522"/>
                    <a:pt x="30616" y="634"/>
                    <a:pt x="31122" y="762"/>
                  </a:cubicBezTo>
                  <a:cubicBezTo>
                    <a:pt x="31628" y="890"/>
                    <a:pt x="32130" y="1034"/>
                    <a:pt x="32627" y="1193"/>
                  </a:cubicBezTo>
                  <a:cubicBezTo>
                    <a:pt x="33123" y="1352"/>
                    <a:pt x="33615" y="1527"/>
                    <a:pt x="34101" y="1717"/>
                  </a:cubicBezTo>
                  <a:cubicBezTo>
                    <a:pt x="34587" y="1907"/>
                    <a:pt x="35067" y="2112"/>
                    <a:pt x="35540" y="2332"/>
                  </a:cubicBezTo>
                  <a:cubicBezTo>
                    <a:pt x="36013" y="2552"/>
                    <a:pt x="36479" y="2787"/>
                    <a:pt x="36937" y="3036"/>
                  </a:cubicBezTo>
                  <a:cubicBezTo>
                    <a:pt x="37395" y="3285"/>
                    <a:pt x="37846" y="3549"/>
                    <a:pt x="38288" y="3826"/>
                  </a:cubicBezTo>
                  <a:cubicBezTo>
                    <a:pt x="38730" y="4103"/>
                    <a:pt x="39163" y="4395"/>
                    <a:pt x="39586" y="4699"/>
                  </a:cubicBezTo>
                  <a:cubicBezTo>
                    <a:pt x="40010" y="5003"/>
                    <a:pt x="40424" y="5321"/>
                    <a:pt x="40828" y="5652"/>
                  </a:cubicBezTo>
                  <a:cubicBezTo>
                    <a:pt x="41232" y="5982"/>
                    <a:pt x="41625" y="6325"/>
                    <a:pt x="42007" y="6680"/>
                  </a:cubicBezTo>
                  <a:cubicBezTo>
                    <a:pt x="42389" y="7035"/>
                    <a:pt x="42761" y="7402"/>
                    <a:pt x="43120" y="7780"/>
                  </a:cubicBezTo>
                  <a:cubicBezTo>
                    <a:pt x="43479" y="8158"/>
                    <a:pt x="43827" y="8547"/>
                    <a:pt x="44162" y="8947"/>
                  </a:cubicBezTo>
                  <a:cubicBezTo>
                    <a:pt x="44497" y="9347"/>
                    <a:pt x="44819" y="9758"/>
                    <a:pt x="45128" y="10178"/>
                  </a:cubicBezTo>
                  <a:cubicBezTo>
                    <a:pt x="45438" y="10598"/>
                    <a:pt x="45734" y="11028"/>
                    <a:pt x="46016" y="11466"/>
                  </a:cubicBezTo>
                  <a:cubicBezTo>
                    <a:pt x="46299" y="11905"/>
                    <a:pt x="46567" y="12352"/>
                    <a:pt x="46822" y="12808"/>
                  </a:cubicBezTo>
                  <a:cubicBezTo>
                    <a:pt x="47076" y="13263"/>
                    <a:pt x="47316" y="13726"/>
                    <a:pt x="47542" y="14197"/>
                  </a:cubicBezTo>
                  <a:cubicBezTo>
                    <a:pt x="47767" y="14667"/>
                    <a:pt x="47978" y="15145"/>
                    <a:pt x="48173" y="15629"/>
                  </a:cubicBezTo>
                  <a:cubicBezTo>
                    <a:pt x="48369" y="16112"/>
                    <a:pt x="48549" y="16602"/>
                    <a:pt x="48714" y="17097"/>
                  </a:cubicBezTo>
                  <a:cubicBezTo>
                    <a:pt x="48879" y="17592"/>
                    <a:pt x="49029" y="18092"/>
                    <a:pt x="49162" y="18596"/>
                  </a:cubicBezTo>
                  <a:cubicBezTo>
                    <a:pt x="49296" y="19100"/>
                    <a:pt x="49414" y="19609"/>
                    <a:pt x="49515" y="20120"/>
                  </a:cubicBezTo>
                  <a:cubicBezTo>
                    <a:pt x="49617" y="20632"/>
                    <a:pt x="49703" y="21147"/>
                    <a:pt x="49773" y="21664"/>
                  </a:cubicBezTo>
                  <a:cubicBezTo>
                    <a:pt x="49842" y="22181"/>
                    <a:pt x="49896" y="22700"/>
                    <a:pt x="49933" y="23220"/>
                  </a:cubicBezTo>
                  <a:cubicBezTo>
                    <a:pt x="49970" y="23741"/>
                    <a:pt x="49991" y="24262"/>
                    <a:pt x="49995" y="24784"/>
                  </a:cubicBezTo>
                  <a:cubicBezTo>
                    <a:pt x="50000" y="25305"/>
                    <a:pt x="49988" y="25827"/>
                    <a:pt x="49960" y="26348"/>
                  </a:cubicBezTo>
                  <a:cubicBezTo>
                    <a:pt x="49932" y="26869"/>
                    <a:pt x="49887" y="27389"/>
                    <a:pt x="49827" y="27907"/>
                  </a:cubicBezTo>
                  <a:cubicBezTo>
                    <a:pt x="49766" y="28425"/>
                    <a:pt x="49689" y="28941"/>
                    <a:pt x="49596" y="29455"/>
                  </a:cubicBezTo>
                  <a:cubicBezTo>
                    <a:pt x="49503" y="29968"/>
                    <a:pt x="49394" y="30479"/>
                    <a:pt x="49269" y="30985"/>
                  </a:cubicBezTo>
                  <a:cubicBezTo>
                    <a:pt x="49144" y="31492"/>
                    <a:pt x="49004" y="31994"/>
                    <a:pt x="48847" y="32492"/>
                  </a:cubicBezTo>
                  <a:cubicBezTo>
                    <a:pt x="48691" y="32990"/>
                    <a:pt x="48519" y="33482"/>
                    <a:pt x="48332" y="33969"/>
                  </a:cubicBezTo>
                  <a:cubicBezTo>
                    <a:pt x="48145" y="34456"/>
                    <a:pt x="47942" y="34937"/>
                    <a:pt x="47725" y="35412"/>
                  </a:cubicBezTo>
                  <a:cubicBezTo>
                    <a:pt x="47508" y="35886"/>
                    <a:pt x="47276" y="36353"/>
                    <a:pt x="47029" y="36813"/>
                  </a:cubicBezTo>
                  <a:cubicBezTo>
                    <a:pt x="46783" y="37273"/>
                    <a:pt x="46522" y="37725"/>
                    <a:pt x="46247" y="38168"/>
                  </a:cubicBezTo>
                  <a:cubicBezTo>
                    <a:pt x="45972" y="38612"/>
                    <a:pt x="45684" y="39046"/>
                    <a:pt x="45382" y="39472"/>
                  </a:cubicBezTo>
                  <a:cubicBezTo>
                    <a:pt x="45080" y="39897"/>
                    <a:pt x="44764" y="40313"/>
                    <a:pt x="44436" y="40719"/>
                  </a:cubicBezTo>
                  <a:cubicBezTo>
                    <a:pt x="44108" y="41124"/>
                    <a:pt x="43768" y="41520"/>
                    <a:pt x="43415" y="41904"/>
                  </a:cubicBezTo>
                  <a:cubicBezTo>
                    <a:pt x="43062" y="42288"/>
                    <a:pt x="42698" y="42662"/>
                    <a:pt x="42321" y="43023"/>
                  </a:cubicBezTo>
                  <a:cubicBezTo>
                    <a:pt x="41945" y="43385"/>
                    <a:pt x="41558" y="43734"/>
                    <a:pt x="41160" y="44072"/>
                  </a:cubicBezTo>
                  <a:lnTo>
                    <a:pt x="49030" y="70322"/>
                  </a:lnTo>
                  <a:cubicBezTo>
                    <a:pt x="50110" y="70202"/>
                    <a:pt x="51194" y="70114"/>
                    <a:pt x="52280" y="70059"/>
                  </a:cubicBezTo>
                  <a:cubicBezTo>
                    <a:pt x="53365" y="70004"/>
                    <a:pt x="54452" y="69981"/>
                    <a:pt x="55539" y="69990"/>
                  </a:cubicBezTo>
                  <a:cubicBezTo>
                    <a:pt x="56626" y="70000"/>
                    <a:pt x="57713" y="70041"/>
                    <a:pt x="58797" y="70115"/>
                  </a:cubicBezTo>
                  <a:cubicBezTo>
                    <a:pt x="59881" y="70190"/>
                    <a:pt x="60963" y="70296"/>
                    <a:pt x="62042" y="70434"/>
                  </a:cubicBezTo>
                  <a:cubicBezTo>
                    <a:pt x="63120" y="70573"/>
                    <a:pt x="64193" y="70743"/>
                    <a:pt x="65261" y="70946"/>
                  </a:cubicBezTo>
                  <a:cubicBezTo>
                    <a:pt x="66329" y="71148"/>
                    <a:pt x="67391" y="71383"/>
                    <a:pt x="68445" y="71648"/>
                  </a:cubicBezTo>
                  <a:cubicBezTo>
                    <a:pt x="69499" y="71914"/>
                    <a:pt x="70545" y="72211"/>
                    <a:pt x="71581" y="72539"/>
                  </a:cubicBezTo>
                  <a:cubicBezTo>
                    <a:pt x="72618" y="72867"/>
                    <a:pt x="73644" y="73225"/>
                    <a:pt x="74659" y="73614"/>
                  </a:cubicBezTo>
                  <a:cubicBezTo>
                    <a:pt x="75674" y="74003"/>
                    <a:pt x="76677" y="74422"/>
                    <a:pt x="77667" y="74871"/>
                  </a:cubicBezTo>
                  <a:cubicBezTo>
                    <a:pt x="78657" y="75320"/>
                    <a:pt x="79634" y="75798"/>
                    <a:pt x="80595" y="76305"/>
                  </a:cubicBezTo>
                  <a:cubicBezTo>
                    <a:pt x="81557" y="76812"/>
                    <a:pt x="82503" y="77347"/>
                    <a:pt x="83433" y="77910"/>
                  </a:cubicBezTo>
                  <a:cubicBezTo>
                    <a:pt x="84363" y="78474"/>
                    <a:pt x="85275" y="79064"/>
                    <a:pt x="86170" y="79682"/>
                  </a:cubicBezTo>
                  <a:lnTo>
                    <a:pt x="131720" y="34122"/>
                  </a:lnTo>
                  <a:cubicBezTo>
                    <a:pt x="131532" y="33644"/>
                    <a:pt x="131360" y="33161"/>
                    <a:pt x="131202" y="32673"/>
                  </a:cubicBezTo>
                  <a:cubicBezTo>
                    <a:pt x="131044" y="32185"/>
                    <a:pt x="130902" y="31692"/>
                    <a:pt x="130774" y="31195"/>
                  </a:cubicBezTo>
                  <a:cubicBezTo>
                    <a:pt x="130647" y="30698"/>
                    <a:pt x="130535" y="30197"/>
                    <a:pt x="130439" y="29693"/>
                  </a:cubicBezTo>
                  <a:cubicBezTo>
                    <a:pt x="130343" y="29189"/>
                    <a:pt x="130262" y="28682"/>
                    <a:pt x="130197" y="28173"/>
                  </a:cubicBezTo>
                  <a:cubicBezTo>
                    <a:pt x="130132" y="27665"/>
                    <a:pt x="130083" y="27154"/>
                    <a:pt x="130050" y="26642"/>
                  </a:cubicBezTo>
                  <a:lnTo>
                    <a:pt x="130000" y="25002"/>
                  </a:lnTo>
                  <a:lnTo>
                    <a:pt x="130050" y="23362"/>
                  </a:lnTo>
                  <a:cubicBezTo>
                    <a:pt x="130084" y="22840"/>
                    <a:pt x="130135" y="22320"/>
                    <a:pt x="130202" y="21801"/>
                  </a:cubicBezTo>
                  <a:cubicBezTo>
                    <a:pt x="130269" y="21283"/>
                    <a:pt x="130352" y="20767"/>
                    <a:pt x="130451" y="20254"/>
                  </a:cubicBezTo>
                  <a:cubicBezTo>
                    <a:pt x="130550" y="19740"/>
                    <a:pt x="130666" y="19230"/>
                    <a:pt x="130797" y="18724"/>
                  </a:cubicBezTo>
                  <a:cubicBezTo>
                    <a:pt x="130928" y="18218"/>
                    <a:pt x="131075" y="17717"/>
                    <a:pt x="131238" y="17220"/>
                  </a:cubicBezTo>
                  <a:cubicBezTo>
                    <a:pt x="131401" y="16723"/>
                    <a:pt x="131579" y="16232"/>
                    <a:pt x="131773" y="15746"/>
                  </a:cubicBezTo>
                  <a:cubicBezTo>
                    <a:pt x="131966" y="15261"/>
                    <a:pt x="132175" y="14781"/>
                    <a:pt x="132398" y="14309"/>
                  </a:cubicBezTo>
                  <a:cubicBezTo>
                    <a:pt x="132622" y="13836"/>
                    <a:pt x="132860" y="13371"/>
                    <a:pt x="133113" y="12913"/>
                  </a:cubicBezTo>
                  <a:cubicBezTo>
                    <a:pt x="133366" y="12456"/>
                    <a:pt x="133633" y="12006"/>
                    <a:pt x="133914" y="11565"/>
                  </a:cubicBezTo>
                  <a:cubicBezTo>
                    <a:pt x="134195" y="11125"/>
                    <a:pt x="134489" y="10693"/>
                    <a:pt x="134797" y="10270"/>
                  </a:cubicBezTo>
                  <a:cubicBezTo>
                    <a:pt x="135105" y="9848"/>
                    <a:pt x="135427" y="9436"/>
                    <a:pt x="135761" y="9033"/>
                  </a:cubicBezTo>
                  <a:cubicBezTo>
                    <a:pt x="136094" y="8631"/>
                    <a:pt x="136441" y="8240"/>
                    <a:pt x="136799" y="7859"/>
                  </a:cubicBezTo>
                  <a:cubicBezTo>
                    <a:pt x="137158" y="7479"/>
                    <a:pt x="137528" y="7109"/>
                    <a:pt x="137910" y="6752"/>
                  </a:cubicBezTo>
                  <a:cubicBezTo>
                    <a:pt x="138291" y="6395"/>
                    <a:pt x="138684" y="6050"/>
                    <a:pt x="139087" y="5717"/>
                  </a:cubicBezTo>
                  <a:cubicBezTo>
                    <a:pt x="139490" y="5384"/>
                    <a:pt x="139904" y="5065"/>
                    <a:pt x="140327" y="4758"/>
                  </a:cubicBezTo>
                  <a:cubicBezTo>
                    <a:pt x="140750" y="4451"/>
                    <a:pt x="141183" y="4158"/>
                    <a:pt x="141625" y="3878"/>
                  </a:cubicBezTo>
                  <a:cubicBezTo>
                    <a:pt x="142066" y="3599"/>
                    <a:pt x="142517" y="3333"/>
                    <a:pt x="142975" y="3082"/>
                  </a:cubicBezTo>
                  <a:cubicBezTo>
                    <a:pt x="143433" y="2830"/>
                    <a:pt x="143900" y="2593"/>
                    <a:pt x="144373" y="2371"/>
                  </a:cubicBezTo>
                  <a:cubicBezTo>
                    <a:pt x="144846" y="2149"/>
                    <a:pt x="145326" y="1942"/>
                    <a:pt x="145812" y="1750"/>
                  </a:cubicBezTo>
                  <a:cubicBezTo>
                    <a:pt x="146298" y="1558"/>
                    <a:pt x="146790" y="1381"/>
                    <a:pt x="147288" y="1220"/>
                  </a:cubicBezTo>
                  <a:cubicBezTo>
                    <a:pt x="147785" y="1059"/>
                    <a:pt x="148287" y="913"/>
                    <a:pt x="148793" y="784"/>
                  </a:cubicBezTo>
                  <a:cubicBezTo>
                    <a:pt x="149300" y="654"/>
                    <a:pt x="149810" y="540"/>
                    <a:pt x="150324" y="442"/>
                  </a:cubicBezTo>
                  <a:cubicBezTo>
                    <a:pt x="150837" y="345"/>
                    <a:pt x="151354" y="263"/>
                    <a:pt x="151872" y="198"/>
                  </a:cubicBezTo>
                  <a:cubicBezTo>
                    <a:pt x="152391" y="132"/>
                    <a:pt x="152911" y="83"/>
                    <a:pt x="153433" y="51"/>
                  </a:cubicBezTo>
                  <a:cubicBezTo>
                    <a:pt x="153955" y="18"/>
                    <a:pt x="154477" y="2"/>
                    <a:pt x="155000" y="2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7" name="probe-tabler-arrow-big-right" descr="arrow-big-right — Tabler contributors; preserve the bundled full upstream license. Source: https://github.com/tabler/tabler-icons/blob/a4ce1404bc6d24d3c365afe7b258d6bf6f48d62d/icons/filled/arrow-big-right.svg; SVG SHA256: bb87ce2c0f69731073d4700e6b3f220578c85e5e7dc8e9e8a576883423d81620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8" name="probe-tabler-arrow-big-right-part-1"/>
            <p:cNvSpPr/>
            <p:nvPr/>
          </p:nvSpPr>
          <p:spPr>
            <a:xfrm>
              <a:off x="20000" y="34138"/>
              <a:ext cx="195856" cy="171718"/>
            </a:xfrm>
            <a:custGeom>
              <a:avLst/>
              <a:gdLst/>
              <a:ahLst/>
              <a:cxnLst/>
              <a:rect l="0" t="0" r="r" b="b"/>
              <a:pathLst>
                <a:path w="195856" h="171718">
                  <a:moveTo>
                    <a:pt x="100890" y="2202"/>
                  </a:moveTo>
                  <a:cubicBezTo>
                    <a:pt x="100528" y="2387"/>
                    <a:pt x="100172" y="2584"/>
                    <a:pt x="99822" y="2791"/>
                  </a:cubicBezTo>
                  <a:cubicBezTo>
                    <a:pt x="99472" y="2997"/>
                    <a:pt x="99128" y="3215"/>
                    <a:pt x="98792" y="3443"/>
                  </a:cubicBezTo>
                  <a:cubicBezTo>
                    <a:pt x="98455" y="3671"/>
                    <a:pt x="98125" y="3909"/>
                    <a:pt x="97803" y="4157"/>
                  </a:cubicBezTo>
                  <a:cubicBezTo>
                    <a:pt x="97481" y="4405"/>
                    <a:pt x="97166" y="4662"/>
                    <a:pt x="96860" y="4929"/>
                  </a:cubicBezTo>
                  <a:cubicBezTo>
                    <a:pt x="96553" y="5197"/>
                    <a:pt x="96255" y="5473"/>
                    <a:pt x="95965" y="5758"/>
                  </a:cubicBezTo>
                  <a:cubicBezTo>
                    <a:pt x="95676" y="6044"/>
                    <a:pt x="95395" y="6338"/>
                    <a:pt x="95123" y="6640"/>
                  </a:cubicBezTo>
                  <a:cubicBezTo>
                    <a:pt x="94851" y="6942"/>
                    <a:pt x="94589" y="7253"/>
                    <a:pt x="94336" y="7572"/>
                  </a:cubicBezTo>
                  <a:cubicBezTo>
                    <a:pt x="94083" y="7890"/>
                    <a:pt x="93840" y="8216"/>
                    <a:pt x="93607" y="8549"/>
                  </a:cubicBezTo>
                  <a:cubicBezTo>
                    <a:pt x="93374" y="8882"/>
                    <a:pt x="93152" y="9223"/>
                    <a:pt x="92940" y="9569"/>
                  </a:cubicBezTo>
                  <a:cubicBezTo>
                    <a:pt x="92727" y="9916"/>
                    <a:pt x="92526" y="10269"/>
                    <a:pt x="92335" y="10629"/>
                  </a:cubicBezTo>
                  <a:cubicBezTo>
                    <a:pt x="92145" y="10988"/>
                    <a:pt x="91965" y="11352"/>
                    <a:pt x="91797" y="11723"/>
                  </a:cubicBezTo>
                  <a:cubicBezTo>
                    <a:pt x="91628" y="12093"/>
                    <a:pt x="91471" y="12468"/>
                    <a:pt x="91325" y="12847"/>
                  </a:cubicBezTo>
                  <a:cubicBezTo>
                    <a:pt x="91180" y="13227"/>
                    <a:pt x="91046" y="13611"/>
                    <a:pt x="90924" y="13999"/>
                  </a:cubicBezTo>
                  <a:cubicBezTo>
                    <a:pt x="90802" y="14386"/>
                    <a:pt x="90691" y="14778"/>
                    <a:pt x="90593" y="15172"/>
                  </a:cubicBezTo>
                  <a:cubicBezTo>
                    <a:pt x="90495" y="15567"/>
                    <a:pt x="90409" y="15964"/>
                    <a:pt x="90335" y="16364"/>
                  </a:cubicBezTo>
                  <a:cubicBezTo>
                    <a:pt x="90261" y="16764"/>
                    <a:pt x="90199" y="17166"/>
                    <a:pt x="90149" y="17569"/>
                  </a:cubicBezTo>
                  <a:cubicBezTo>
                    <a:pt x="90100" y="17973"/>
                    <a:pt x="90062" y="18378"/>
                    <a:pt x="90037" y="18783"/>
                  </a:cubicBezTo>
                  <a:cubicBezTo>
                    <a:pt x="90013" y="19189"/>
                    <a:pt x="90000" y="19596"/>
                    <a:pt x="90000" y="20002"/>
                  </a:cubicBezTo>
                  <a:lnTo>
                    <a:pt x="89990" y="45862"/>
                  </a:lnTo>
                  <a:lnTo>
                    <a:pt x="20000" y="45862"/>
                  </a:lnTo>
                  <a:cubicBezTo>
                    <a:pt x="19581" y="45862"/>
                    <a:pt x="19162" y="45875"/>
                    <a:pt x="18744" y="45902"/>
                  </a:cubicBezTo>
                  <a:cubicBezTo>
                    <a:pt x="18326" y="45928"/>
                    <a:pt x="17909" y="45968"/>
                    <a:pt x="17493" y="46020"/>
                  </a:cubicBezTo>
                  <a:cubicBezTo>
                    <a:pt x="17078" y="46073"/>
                    <a:pt x="16664" y="46138"/>
                    <a:pt x="16252" y="46217"/>
                  </a:cubicBezTo>
                  <a:cubicBezTo>
                    <a:pt x="15841" y="46295"/>
                    <a:pt x="15432" y="46386"/>
                    <a:pt x="15026" y="46491"/>
                  </a:cubicBezTo>
                  <a:cubicBezTo>
                    <a:pt x="14620" y="46595"/>
                    <a:pt x="14218" y="46712"/>
                    <a:pt x="13820" y="46841"/>
                  </a:cubicBezTo>
                  <a:cubicBezTo>
                    <a:pt x="13421" y="46971"/>
                    <a:pt x="13027" y="47113"/>
                    <a:pt x="12638" y="47267"/>
                  </a:cubicBezTo>
                  <a:cubicBezTo>
                    <a:pt x="12248" y="47421"/>
                    <a:pt x="11863" y="47587"/>
                    <a:pt x="11484" y="47766"/>
                  </a:cubicBezTo>
                  <a:cubicBezTo>
                    <a:pt x="11105" y="47944"/>
                    <a:pt x="10732" y="48134"/>
                    <a:pt x="10365" y="48336"/>
                  </a:cubicBezTo>
                  <a:cubicBezTo>
                    <a:pt x="9998" y="48538"/>
                    <a:pt x="9637" y="48751"/>
                    <a:pt x="9283" y="48976"/>
                  </a:cubicBezTo>
                  <a:cubicBezTo>
                    <a:pt x="8930" y="49200"/>
                    <a:pt x="8583" y="49436"/>
                    <a:pt x="8244" y="49682"/>
                  </a:cubicBezTo>
                  <a:cubicBezTo>
                    <a:pt x="7905" y="49928"/>
                    <a:pt x="7574" y="50185"/>
                    <a:pt x="7252" y="50452"/>
                  </a:cubicBezTo>
                  <a:cubicBezTo>
                    <a:pt x="6929" y="50719"/>
                    <a:pt x="6614" y="50996"/>
                    <a:pt x="6309" y="51283"/>
                  </a:cubicBezTo>
                  <a:cubicBezTo>
                    <a:pt x="6004" y="51570"/>
                    <a:pt x="5707" y="51866"/>
                    <a:pt x="5421" y="52171"/>
                  </a:cubicBezTo>
                  <a:cubicBezTo>
                    <a:pt x="5134" y="52477"/>
                    <a:pt x="4857" y="52791"/>
                    <a:pt x="4590" y="53114"/>
                  </a:cubicBezTo>
                  <a:cubicBezTo>
                    <a:pt x="4323" y="53437"/>
                    <a:pt x="4066" y="53768"/>
                    <a:pt x="3820" y="54107"/>
                  </a:cubicBezTo>
                  <a:cubicBezTo>
                    <a:pt x="3573" y="54446"/>
                    <a:pt x="3338" y="54792"/>
                    <a:pt x="3113" y="55146"/>
                  </a:cubicBezTo>
                  <a:cubicBezTo>
                    <a:pt x="2889" y="55499"/>
                    <a:pt x="2676" y="55860"/>
                    <a:pt x="2474" y="56227"/>
                  </a:cubicBezTo>
                  <a:cubicBezTo>
                    <a:pt x="2272" y="56594"/>
                    <a:pt x="2082" y="56968"/>
                    <a:pt x="1903" y="57347"/>
                  </a:cubicBezTo>
                  <a:cubicBezTo>
                    <a:pt x="1725" y="57726"/>
                    <a:pt x="1559" y="58110"/>
                    <a:pt x="1404" y="58500"/>
                  </a:cubicBezTo>
                  <a:cubicBezTo>
                    <a:pt x="1250" y="58889"/>
                    <a:pt x="1108" y="59284"/>
                    <a:pt x="979" y="59682"/>
                  </a:cubicBezTo>
                  <a:cubicBezTo>
                    <a:pt x="849" y="60080"/>
                    <a:pt x="733" y="60483"/>
                    <a:pt x="628" y="60889"/>
                  </a:cubicBezTo>
                  <a:cubicBezTo>
                    <a:pt x="524" y="61294"/>
                    <a:pt x="433" y="61703"/>
                    <a:pt x="354" y="62115"/>
                  </a:cubicBezTo>
                  <a:cubicBezTo>
                    <a:pt x="276" y="62526"/>
                    <a:pt x="210" y="62940"/>
                    <a:pt x="158" y="63356"/>
                  </a:cubicBezTo>
                  <a:cubicBezTo>
                    <a:pt x="105" y="63771"/>
                    <a:pt x="66" y="64188"/>
                    <a:pt x="39" y="64606"/>
                  </a:cubicBezTo>
                  <a:cubicBezTo>
                    <a:pt x="13" y="65025"/>
                    <a:pt x="0" y="65443"/>
                    <a:pt x="0" y="65862"/>
                  </a:cubicBezTo>
                  <a:lnTo>
                    <a:pt x="0" y="105862"/>
                  </a:lnTo>
                  <a:lnTo>
                    <a:pt x="50" y="107362"/>
                  </a:lnTo>
                  <a:cubicBezTo>
                    <a:pt x="81" y="107777"/>
                    <a:pt x="125" y="108190"/>
                    <a:pt x="182" y="108602"/>
                  </a:cubicBezTo>
                  <a:cubicBezTo>
                    <a:pt x="239" y="109013"/>
                    <a:pt x="309" y="109423"/>
                    <a:pt x="391" y="109831"/>
                  </a:cubicBezTo>
                  <a:cubicBezTo>
                    <a:pt x="474" y="110238"/>
                    <a:pt x="569" y="110643"/>
                    <a:pt x="677" y="111044"/>
                  </a:cubicBezTo>
                  <a:cubicBezTo>
                    <a:pt x="784" y="111445"/>
                    <a:pt x="904" y="111843"/>
                    <a:pt x="1037" y="112237"/>
                  </a:cubicBezTo>
                  <a:cubicBezTo>
                    <a:pt x="1169" y="112631"/>
                    <a:pt x="1314" y="113021"/>
                    <a:pt x="1471" y="113406"/>
                  </a:cubicBezTo>
                  <a:cubicBezTo>
                    <a:pt x="1628" y="113791"/>
                    <a:pt x="1796" y="114171"/>
                    <a:pt x="1977" y="114545"/>
                  </a:cubicBezTo>
                  <a:cubicBezTo>
                    <a:pt x="2157" y="114919"/>
                    <a:pt x="2349" y="115288"/>
                    <a:pt x="2553" y="115651"/>
                  </a:cubicBezTo>
                  <a:cubicBezTo>
                    <a:pt x="2756" y="116013"/>
                    <a:pt x="2971" y="116369"/>
                    <a:pt x="3196" y="116718"/>
                  </a:cubicBezTo>
                  <a:cubicBezTo>
                    <a:pt x="3422" y="117067"/>
                    <a:pt x="3658" y="117409"/>
                    <a:pt x="3905" y="117743"/>
                  </a:cubicBezTo>
                  <a:cubicBezTo>
                    <a:pt x="4152" y="118078"/>
                    <a:pt x="4409" y="118404"/>
                    <a:pt x="4677" y="118722"/>
                  </a:cubicBezTo>
                  <a:cubicBezTo>
                    <a:pt x="4944" y="119041"/>
                    <a:pt x="5221" y="119351"/>
                    <a:pt x="5507" y="119652"/>
                  </a:cubicBezTo>
                  <a:cubicBezTo>
                    <a:pt x="5794" y="119953"/>
                    <a:pt x="6090" y="120245"/>
                    <a:pt x="6395" y="120527"/>
                  </a:cubicBezTo>
                  <a:cubicBezTo>
                    <a:pt x="6699" y="120810"/>
                    <a:pt x="7013" y="121083"/>
                    <a:pt x="7334" y="121346"/>
                  </a:cubicBezTo>
                  <a:cubicBezTo>
                    <a:pt x="7656" y="121609"/>
                    <a:pt x="7986" y="121862"/>
                    <a:pt x="8324" y="122105"/>
                  </a:cubicBezTo>
                  <a:cubicBezTo>
                    <a:pt x="8661" y="122347"/>
                    <a:pt x="9006" y="122579"/>
                    <a:pt x="9358" y="122800"/>
                  </a:cubicBezTo>
                  <a:cubicBezTo>
                    <a:pt x="9710" y="123021"/>
                    <a:pt x="10069" y="123231"/>
                    <a:pt x="10434" y="123430"/>
                  </a:cubicBezTo>
                  <a:cubicBezTo>
                    <a:pt x="10799" y="123628"/>
                    <a:pt x="11170" y="123815"/>
                    <a:pt x="11547" y="123991"/>
                  </a:cubicBezTo>
                  <a:cubicBezTo>
                    <a:pt x="11924" y="124167"/>
                    <a:pt x="12306" y="124330"/>
                    <a:pt x="12693" y="124482"/>
                  </a:cubicBezTo>
                  <a:cubicBezTo>
                    <a:pt x="13079" y="124634"/>
                    <a:pt x="13471" y="124773"/>
                    <a:pt x="13867" y="124901"/>
                  </a:cubicBezTo>
                  <a:cubicBezTo>
                    <a:pt x="14262" y="125028"/>
                    <a:pt x="14662" y="125143"/>
                    <a:pt x="15065" y="125245"/>
                  </a:cubicBezTo>
                  <a:cubicBezTo>
                    <a:pt x="15467" y="125348"/>
                    <a:pt x="15873" y="125438"/>
                    <a:pt x="16282" y="125515"/>
                  </a:cubicBezTo>
                  <a:cubicBezTo>
                    <a:pt x="16690" y="125592"/>
                    <a:pt x="17101" y="125656"/>
                    <a:pt x="17513" y="125708"/>
                  </a:cubicBezTo>
                  <a:cubicBezTo>
                    <a:pt x="17925" y="125759"/>
                    <a:pt x="18339" y="125798"/>
                    <a:pt x="18754" y="125824"/>
                  </a:cubicBezTo>
                  <a:cubicBezTo>
                    <a:pt x="19169" y="125850"/>
                    <a:pt x="19584" y="125862"/>
                    <a:pt x="20000" y="125862"/>
                  </a:cubicBezTo>
                  <a:lnTo>
                    <a:pt x="89990" y="125852"/>
                  </a:lnTo>
                  <a:lnTo>
                    <a:pt x="90000" y="151722"/>
                  </a:lnTo>
                  <a:cubicBezTo>
                    <a:pt x="90000" y="152136"/>
                    <a:pt x="90013" y="152549"/>
                    <a:pt x="90039" y="152961"/>
                  </a:cubicBezTo>
                  <a:cubicBezTo>
                    <a:pt x="90064" y="153374"/>
                    <a:pt x="90103" y="153786"/>
                    <a:pt x="90154" y="154196"/>
                  </a:cubicBezTo>
                  <a:cubicBezTo>
                    <a:pt x="90205" y="154606"/>
                    <a:pt x="90269" y="155014"/>
                    <a:pt x="90346" y="155421"/>
                  </a:cubicBezTo>
                  <a:cubicBezTo>
                    <a:pt x="90422" y="155827"/>
                    <a:pt x="90511" y="156230"/>
                    <a:pt x="90613" y="156631"/>
                  </a:cubicBezTo>
                  <a:cubicBezTo>
                    <a:pt x="90714" y="157032"/>
                    <a:pt x="90828" y="157429"/>
                    <a:pt x="90954" y="157823"/>
                  </a:cubicBezTo>
                  <a:cubicBezTo>
                    <a:pt x="91081" y="158216"/>
                    <a:pt x="91219" y="158606"/>
                    <a:pt x="91369" y="158991"/>
                  </a:cubicBezTo>
                  <a:cubicBezTo>
                    <a:pt x="91520" y="159376"/>
                    <a:pt x="91682" y="159756"/>
                    <a:pt x="91856" y="160131"/>
                  </a:cubicBezTo>
                  <a:cubicBezTo>
                    <a:pt x="92030" y="160506"/>
                    <a:pt x="92215" y="160876"/>
                    <a:pt x="92412" y="161239"/>
                  </a:cubicBezTo>
                  <a:cubicBezTo>
                    <a:pt x="92609" y="161603"/>
                    <a:pt x="92817" y="161960"/>
                    <a:pt x="93036" y="162311"/>
                  </a:cubicBezTo>
                  <a:cubicBezTo>
                    <a:pt x="93254" y="162661"/>
                    <a:pt x="93484" y="163005"/>
                    <a:pt x="93724" y="163341"/>
                  </a:cubicBezTo>
                  <a:cubicBezTo>
                    <a:pt x="93965" y="163678"/>
                    <a:pt x="94215" y="164007"/>
                    <a:pt x="94476" y="164328"/>
                  </a:cubicBezTo>
                  <a:cubicBezTo>
                    <a:pt x="94736" y="164648"/>
                    <a:pt x="95007" y="164961"/>
                    <a:pt x="95287" y="165265"/>
                  </a:cubicBezTo>
                  <a:cubicBezTo>
                    <a:pt x="95567" y="165569"/>
                    <a:pt x="95856" y="165865"/>
                    <a:pt x="96154" y="166151"/>
                  </a:cubicBezTo>
                  <a:cubicBezTo>
                    <a:pt x="96453" y="166437"/>
                    <a:pt x="96760" y="166714"/>
                    <a:pt x="97075" y="166981"/>
                  </a:cubicBezTo>
                  <a:cubicBezTo>
                    <a:pt x="97391" y="167248"/>
                    <a:pt x="97714" y="167505"/>
                    <a:pt x="98046" y="167752"/>
                  </a:cubicBezTo>
                  <a:cubicBezTo>
                    <a:pt x="98377" y="167999"/>
                    <a:pt x="98716" y="168236"/>
                    <a:pt x="99062" y="168462"/>
                  </a:cubicBezTo>
                  <a:cubicBezTo>
                    <a:pt x="99408" y="168688"/>
                    <a:pt x="99761" y="168903"/>
                    <a:pt x="100120" y="169108"/>
                  </a:cubicBezTo>
                  <a:cubicBezTo>
                    <a:pt x="100480" y="169312"/>
                    <a:pt x="100845" y="169505"/>
                    <a:pt x="101217" y="169686"/>
                  </a:cubicBezTo>
                  <a:cubicBezTo>
                    <a:pt x="101588" y="169868"/>
                    <a:pt x="101965" y="170038"/>
                    <a:pt x="102347" y="170196"/>
                  </a:cubicBezTo>
                  <a:cubicBezTo>
                    <a:pt x="102729" y="170354"/>
                    <a:pt x="103115" y="170500"/>
                    <a:pt x="103506" y="170635"/>
                  </a:cubicBezTo>
                  <a:cubicBezTo>
                    <a:pt x="103897" y="170769"/>
                    <a:pt x="104292" y="170891"/>
                    <a:pt x="104691" y="171000"/>
                  </a:cubicBezTo>
                  <a:cubicBezTo>
                    <a:pt x="105089" y="171110"/>
                    <a:pt x="105491" y="171208"/>
                    <a:pt x="105896" y="171292"/>
                  </a:cubicBezTo>
                  <a:cubicBezTo>
                    <a:pt x="106300" y="171377"/>
                    <a:pt x="106707" y="171449"/>
                    <a:pt x="107116" y="171509"/>
                  </a:cubicBezTo>
                  <a:cubicBezTo>
                    <a:pt x="107525" y="171569"/>
                    <a:pt x="107936" y="171616"/>
                    <a:pt x="108348" y="171650"/>
                  </a:cubicBezTo>
                  <a:cubicBezTo>
                    <a:pt x="108760" y="171684"/>
                    <a:pt x="109173" y="171705"/>
                    <a:pt x="109586" y="171714"/>
                  </a:cubicBezTo>
                  <a:cubicBezTo>
                    <a:pt x="109999" y="171722"/>
                    <a:pt x="110413" y="171718"/>
                    <a:pt x="110826" y="171701"/>
                  </a:cubicBezTo>
                  <a:cubicBezTo>
                    <a:pt x="111239" y="171684"/>
                    <a:pt x="111651" y="171654"/>
                    <a:pt x="112062" y="171611"/>
                  </a:cubicBezTo>
                  <a:cubicBezTo>
                    <a:pt x="112473" y="171569"/>
                    <a:pt x="112883" y="171513"/>
                    <a:pt x="113291" y="171445"/>
                  </a:cubicBezTo>
                  <a:cubicBezTo>
                    <a:pt x="113699" y="171377"/>
                    <a:pt x="114104" y="171297"/>
                    <a:pt x="114507" y="171204"/>
                  </a:cubicBezTo>
                  <a:cubicBezTo>
                    <a:pt x="114909" y="171111"/>
                    <a:pt x="115309" y="171005"/>
                    <a:pt x="115705" y="170887"/>
                  </a:cubicBezTo>
                  <a:cubicBezTo>
                    <a:pt x="116101" y="170769"/>
                    <a:pt x="116494" y="170639"/>
                    <a:pt x="116882" y="170497"/>
                  </a:cubicBezTo>
                  <a:cubicBezTo>
                    <a:pt x="117270" y="170354"/>
                    <a:pt x="117654" y="170200"/>
                    <a:pt x="118032" y="170034"/>
                  </a:cubicBezTo>
                  <a:cubicBezTo>
                    <a:pt x="118411" y="169868"/>
                    <a:pt x="118784" y="169691"/>
                    <a:pt x="119152" y="169501"/>
                  </a:cubicBezTo>
                  <a:cubicBezTo>
                    <a:pt x="119519" y="169312"/>
                    <a:pt x="119881" y="169112"/>
                    <a:pt x="120236" y="168900"/>
                  </a:cubicBezTo>
                  <a:cubicBezTo>
                    <a:pt x="120591" y="168689"/>
                    <a:pt x="120939" y="168466"/>
                    <a:pt x="121281" y="168233"/>
                  </a:cubicBezTo>
                  <a:cubicBezTo>
                    <a:pt x="121622" y="168000"/>
                    <a:pt x="121956" y="167756"/>
                    <a:pt x="122282" y="167502"/>
                  </a:cubicBezTo>
                  <a:cubicBezTo>
                    <a:pt x="122608" y="167249"/>
                    <a:pt x="122927" y="166985"/>
                    <a:pt x="123237" y="166711"/>
                  </a:cubicBezTo>
                  <a:cubicBezTo>
                    <a:pt x="123546" y="166438"/>
                    <a:pt x="123848" y="166155"/>
                    <a:pt x="124140" y="165862"/>
                  </a:cubicBezTo>
                  <a:lnTo>
                    <a:pt x="190000" y="100002"/>
                  </a:lnTo>
                  <a:cubicBezTo>
                    <a:pt x="190296" y="99706"/>
                    <a:pt x="190583" y="99401"/>
                    <a:pt x="190860" y="99086"/>
                  </a:cubicBezTo>
                  <a:cubicBezTo>
                    <a:pt x="191137" y="98772"/>
                    <a:pt x="191404" y="98449"/>
                    <a:pt x="191660" y="98118"/>
                  </a:cubicBezTo>
                  <a:cubicBezTo>
                    <a:pt x="191917" y="97787"/>
                    <a:pt x="192163" y="97449"/>
                    <a:pt x="192399" y="97102"/>
                  </a:cubicBezTo>
                  <a:cubicBezTo>
                    <a:pt x="192634" y="96756"/>
                    <a:pt x="192858" y="96402"/>
                    <a:pt x="193072" y="96041"/>
                  </a:cubicBezTo>
                  <a:cubicBezTo>
                    <a:pt x="193285" y="95681"/>
                    <a:pt x="193487" y="95314"/>
                    <a:pt x="193677" y="94941"/>
                  </a:cubicBezTo>
                  <a:cubicBezTo>
                    <a:pt x="193867" y="94567"/>
                    <a:pt x="194045" y="94188"/>
                    <a:pt x="194211" y="93804"/>
                  </a:cubicBezTo>
                  <a:cubicBezTo>
                    <a:pt x="194378" y="93419"/>
                    <a:pt x="194532" y="93030"/>
                    <a:pt x="194674" y="92636"/>
                  </a:cubicBezTo>
                  <a:cubicBezTo>
                    <a:pt x="194816" y="92242"/>
                    <a:pt x="194945" y="91843"/>
                    <a:pt x="195062" y="91441"/>
                  </a:cubicBezTo>
                  <a:cubicBezTo>
                    <a:pt x="195179" y="91039"/>
                    <a:pt x="195283" y="90633"/>
                    <a:pt x="195374" y="90224"/>
                  </a:cubicBezTo>
                  <a:cubicBezTo>
                    <a:pt x="195466" y="89816"/>
                    <a:pt x="195544" y="89404"/>
                    <a:pt x="195610" y="88990"/>
                  </a:cubicBezTo>
                  <a:cubicBezTo>
                    <a:pt x="195675" y="88577"/>
                    <a:pt x="195728" y="88161"/>
                    <a:pt x="195767" y="87744"/>
                  </a:cubicBezTo>
                  <a:cubicBezTo>
                    <a:pt x="195806" y="87327"/>
                    <a:pt x="195833" y="86909"/>
                    <a:pt x="195846" y="86490"/>
                  </a:cubicBezTo>
                  <a:cubicBezTo>
                    <a:pt x="195859" y="86072"/>
                    <a:pt x="195859" y="85653"/>
                    <a:pt x="195846" y="85234"/>
                  </a:cubicBezTo>
                  <a:cubicBezTo>
                    <a:pt x="195833" y="84816"/>
                    <a:pt x="195806" y="84397"/>
                    <a:pt x="195767" y="83981"/>
                  </a:cubicBezTo>
                  <a:cubicBezTo>
                    <a:pt x="195728" y="83564"/>
                    <a:pt x="195675" y="83148"/>
                    <a:pt x="195610" y="82734"/>
                  </a:cubicBezTo>
                  <a:cubicBezTo>
                    <a:pt x="195544" y="82321"/>
                    <a:pt x="195466" y="81909"/>
                    <a:pt x="195374" y="81500"/>
                  </a:cubicBezTo>
                  <a:cubicBezTo>
                    <a:pt x="195283" y="81092"/>
                    <a:pt x="195179" y="80686"/>
                    <a:pt x="195062" y="80284"/>
                  </a:cubicBezTo>
                  <a:cubicBezTo>
                    <a:pt x="194945" y="79881"/>
                    <a:pt x="194816" y="79483"/>
                    <a:pt x="194674" y="79089"/>
                  </a:cubicBezTo>
                  <a:cubicBezTo>
                    <a:pt x="194532" y="78695"/>
                    <a:pt x="194378" y="78305"/>
                    <a:pt x="194211" y="77921"/>
                  </a:cubicBezTo>
                  <a:cubicBezTo>
                    <a:pt x="194045" y="77536"/>
                    <a:pt x="193867" y="77157"/>
                    <a:pt x="193677" y="76784"/>
                  </a:cubicBezTo>
                  <a:cubicBezTo>
                    <a:pt x="193487" y="76411"/>
                    <a:pt x="193285" y="76044"/>
                    <a:pt x="193072" y="75683"/>
                  </a:cubicBezTo>
                  <a:cubicBezTo>
                    <a:pt x="192858" y="75323"/>
                    <a:pt x="192634" y="74969"/>
                    <a:pt x="192399" y="74623"/>
                  </a:cubicBezTo>
                  <a:cubicBezTo>
                    <a:pt x="192163" y="74276"/>
                    <a:pt x="191917" y="73937"/>
                    <a:pt x="191660" y="73606"/>
                  </a:cubicBezTo>
                  <a:cubicBezTo>
                    <a:pt x="191404" y="73275"/>
                    <a:pt x="191137" y="72952"/>
                    <a:pt x="190860" y="72638"/>
                  </a:cubicBezTo>
                  <a:cubicBezTo>
                    <a:pt x="190583" y="72324"/>
                    <a:pt x="190296" y="72019"/>
                    <a:pt x="190000" y="71722"/>
                  </a:cubicBezTo>
                  <a:lnTo>
                    <a:pt x="124140" y="5862"/>
                  </a:lnTo>
                  <a:cubicBezTo>
                    <a:pt x="123848" y="5570"/>
                    <a:pt x="123546" y="5286"/>
                    <a:pt x="123237" y="5013"/>
                  </a:cubicBezTo>
                  <a:cubicBezTo>
                    <a:pt x="122927" y="4739"/>
                    <a:pt x="122608" y="4475"/>
                    <a:pt x="122282" y="4221"/>
                  </a:cubicBezTo>
                  <a:cubicBezTo>
                    <a:pt x="121956" y="3967"/>
                    <a:pt x="121622" y="3723"/>
                    <a:pt x="121280" y="3489"/>
                  </a:cubicBezTo>
                  <a:cubicBezTo>
                    <a:pt x="120939" y="3256"/>
                    <a:pt x="120591" y="3033"/>
                    <a:pt x="120235" y="2821"/>
                  </a:cubicBezTo>
                  <a:cubicBezTo>
                    <a:pt x="119880" y="2610"/>
                    <a:pt x="119519" y="2409"/>
                    <a:pt x="119151" y="2220"/>
                  </a:cubicBezTo>
                  <a:cubicBezTo>
                    <a:pt x="118783" y="2030"/>
                    <a:pt x="118410" y="1852"/>
                    <a:pt x="118031" y="1686"/>
                  </a:cubicBezTo>
                  <a:cubicBezTo>
                    <a:pt x="117653" y="1520"/>
                    <a:pt x="117269" y="1366"/>
                    <a:pt x="116881" y="1223"/>
                  </a:cubicBezTo>
                  <a:cubicBezTo>
                    <a:pt x="116493" y="1081"/>
                    <a:pt x="116100" y="951"/>
                    <a:pt x="115704" y="833"/>
                  </a:cubicBezTo>
                  <a:cubicBezTo>
                    <a:pt x="115307" y="714"/>
                    <a:pt x="114908" y="609"/>
                    <a:pt x="114505" y="515"/>
                  </a:cubicBezTo>
                  <a:cubicBezTo>
                    <a:pt x="114102" y="422"/>
                    <a:pt x="113696" y="341"/>
                    <a:pt x="113288" y="273"/>
                  </a:cubicBezTo>
                  <a:cubicBezTo>
                    <a:pt x="112881" y="205"/>
                    <a:pt x="112471" y="150"/>
                    <a:pt x="112059" y="107"/>
                  </a:cubicBezTo>
                  <a:cubicBezTo>
                    <a:pt x="111648" y="64"/>
                    <a:pt x="111236" y="34"/>
                    <a:pt x="110822" y="17"/>
                  </a:cubicBezTo>
                  <a:cubicBezTo>
                    <a:pt x="110409" y="0"/>
                    <a:pt x="109996" y="-4"/>
                    <a:pt x="109582" y="4"/>
                  </a:cubicBezTo>
                  <a:cubicBezTo>
                    <a:pt x="109169" y="13"/>
                    <a:pt x="108756" y="34"/>
                    <a:pt x="108344" y="68"/>
                  </a:cubicBezTo>
                  <a:cubicBezTo>
                    <a:pt x="107932" y="102"/>
                    <a:pt x="107521" y="149"/>
                    <a:pt x="107111" y="209"/>
                  </a:cubicBezTo>
                  <a:cubicBezTo>
                    <a:pt x="106702" y="268"/>
                    <a:pt x="106295" y="341"/>
                    <a:pt x="105890" y="425"/>
                  </a:cubicBezTo>
                  <a:cubicBezTo>
                    <a:pt x="105486" y="510"/>
                    <a:pt x="105084" y="608"/>
                    <a:pt x="104685" y="717"/>
                  </a:cubicBezTo>
                  <a:cubicBezTo>
                    <a:pt x="104286" y="827"/>
                    <a:pt x="103891" y="949"/>
                    <a:pt x="103500" y="1083"/>
                  </a:cubicBezTo>
                  <a:cubicBezTo>
                    <a:pt x="103109" y="1218"/>
                    <a:pt x="102722" y="1364"/>
                    <a:pt x="102340" y="1522"/>
                  </a:cubicBezTo>
                  <a:lnTo>
                    <a:pt x="100890" y="2202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39" name="probe-tabler-binary-tree" descr="binary-tree — Tabler contributors; preserve the bundled full upstream license. Source: https://github.com/tabler/tabler-icons/blob/a4ce1404bc6d24d3c365afe7b258d6bf6f48d62d/icons/filled/binary-tree.svg; SVG SHA256: f69253530481abf62d9226147e94059e62aa80eb9d6fa0b57cd7dbba5ac5159c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40" name="probe-tabler-binary-tree-part-1"/>
            <p:cNvSpPr/>
            <p:nvPr/>
          </p:nvSpPr>
          <p:spPr>
            <a:xfrm>
              <a:off x="9989" y="10000"/>
              <a:ext cx="210015" cy="220005"/>
            </a:xfrm>
            <a:custGeom>
              <a:avLst/>
              <a:gdLst/>
              <a:ahLst/>
              <a:cxnLst/>
              <a:rect l="0" t="0" r="r" b="b"/>
              <a:pathLst>
                <a:path w="210015" h="220005">
                  <a:moveTo>
                    <a:pt x="130011" y="0"/>
                  </a:moveTo>
                  <a:cubicBezTo>
                    <a:pt x="130634" y="0"/>
                    <a:pt x="131257" y="19"/>
                    <a:pt x="131879" y="58"/>
                  </a:cubicBezTo>
                  <a:cubicBezTo>
                    <a:pt x="132501" y="97"/>
                    <a:pt x="133121" y="155"/>
                    <a:pt x="133740" y="232"/>
                  </a:cubicBezTo>
                  <a:cubicBezTo>
                    <a:pt x="134358" y="309"/>
                    <a:pt x="134974" y="406"/>
                    <a:pt x="135586" y="522"/>
                  </a:cubicBezTo>
                  <a:cubicBezTo>
                    <a:pt x="136198" y="637"/>
                    <a:pt x="136807" y="772"/>
                    <a:pt x="137411" y="926"/>
                  </a:cubicBezTo>
                  <a:cubicBezTo>
                    <a:pt x="138015" y="1079"/>
                    <a:pt x="138614" y="1252"/>
                    <a:pt x="139207" y="1443"/>
                  </a:cubicBezTo>
                  <a:cubicBezTo>
                    <a:pt x="139800" y="1633"/>
                    <a:pt x="140387" y="1843"/>
                    <a:pt x="140967" y="2070"/>
                  </a:cubicBezTo>
                  <a:cubicBezTo>
                    <a:pt x="141547" y="2298"/>
                    <a:pt x="142120" y="2543"/>
                    <a:pt x="142685" y="2806"/>
                  </a:cubicBezTo>
                  <a:cubicBezTo>
                    <a:pt x="143250" y="3069"/>
                    <a:pt x="143806" y="3350"/>
                    <a:pt x="144354" y="3648"/>
                  </a:cubicBezTo>
                  <a:cubicBezTo>
                    <a:pt x="144901" y="3946"/>
                    <a:pt x="145439" y="4261"/>
                    <a:pt x="145967" y="4592"/>
                  </a:cubicBezTo>
                  <a:cubicBezTo>
                    <a:pt x="146495" y="4923"/>
                    <a:pt x="147012" y="5271"/>
                    <a:pt x="147518" y="5634"/>
                  </a:cubicBezTo>
                  <a:cubicBezTo>
                    <a:pt x="148024" y="5998"/>
                    <a:pt x="148519" y="6377"/>
                    <a:pt x="149001" y="6772"/>
                  </a:cubicBezTo>
                  <a:cubicBezTo>
                    <a:pt x="149484" y="7166"/>
                    <a:pt x="149954" y="7575"/>
                    <a:pt x="150411" y="7999"/>
                  </a:cubicBezTo>
                  <a:cubicBezTo>
                    <a:pt x="150868" y="8422"/>
                    <a:pt x="151312" y="8860"/>
                    <a:pt x="151741" y="9312"/>
                  </a:cubicBezTo>
                  <a:cubicBezTo>
                    <a:pt x="152171" y="9763"/>
                    <a:pt x="152587" y="10227"/>
                    <a:pt x="152987" y="10704"/>
                  </a:cubicBezTo>
                  <a:cubicBezTo>
                    <a:pt x="153388" y="11182"/>
                    <a:pt x="153774" y="11671"/>
                    <a:pt x="154144" y="12172"/>
                  </a:cubicBezTo>
                  <a:cubicBezTo>
                    <a:pt x="154515" y="12673"/>
                    <a:pt x="154869" y="13186"/>
                    <a:pt x="155208" y="13709"/>
                  </a:cubicBezTo>
                  <a:cubicBezTo>
                    <a:pt x="155546" y="14233"/>
                    <a:pt x="155868" y="14766"/>
                    <a:pt x="156173" y="15310"/>
                  </a:cubicBezTo>
                  <a:cubicBezTo>
                    <a:pt x="156478" y="15853"/>
                    <a:pt x="156766" y="16406"/>
                    <a:pt x="157037" y="16967"/>
                  </a:cubicBezTo>
                  <a:cubicBezTo>
                    <a:pt x="157308" y="17528"/>
                    <a:pt x="157561" y="18098"/>
                    <a:pt x="157796" y="18675"/>
                  </a:cubicBezTo>
                  <a:cubicBezTo>
                    <a:pt x="158031" y="19252"/>
                    <a:pt x="158249" y="19836"/>
                    <a:pt x="158447" y="20427"/>
                  </a:cubicBezTo>
                  <a:cubicBezTo>
                    <a:pt x="158646" y="21017"/>
                    <a:pt x="158827" y="21614"/>
                    <a:pt x="158988" y="22215"/>
                  </a:cubicBezTo>
                  <a:cubicBezTo>
                    <a:pt x="159150" y="22817"/>
                    <a:pt x="159293" y="23424"/>
                    <a:pt x="159417" y="24035"/>
                  </a:cubicBezTo>
                  <a:cubicBezTo>
                    <a:pt x="159541" y="24645"/>
                    <a:pt x="159646" y="25260"/>
                    <a:pt x="159731" y="25877"/>
                  </a:cubicBezTo>
                  <a:cubicBezTo>
                    <a:pt x="159817" y="26494"/>
                    <a:pt x="159883" y="27114"/>
                    <a:pt x="159930" y="27735"/>
                  </a:cubicBezTo>
                  <a:cubicBezTo>
                    <a:pt x="159977" y="28357"/>
                    <a:pt x="160005" y="28979"/>
                    <a:pt x="160013" y="29602"/>
                  </a:cubicBezTo>
                  <a:cubicBezTo>
                    <a:pt x="160022" y="30226"/>
                    <a:pt x="160010" y="30849"/>
                    <a:pt x="159980" y="31471"/>
                  </a:cubicBezTo>
                  <a:cubicBezTo>
                    <a:pt x="159949" y="32093"/>
                    <a:pt x="159899" y="32715"/>
                    <a:pt x="159830" y="33334"/>
                  </a:cubicBezTo>
                  <a:cubicBezTo>
                    <a:pt x="159761" y="33953"/>
                    <a:pt x="159672" y="34570"/>
                    <a:pt x="159565" y="35184"/>
                  </a:cubicBezTo>
                  <a:cubicBezTo>
                    <a:pt x="159457" y="35798"/>
                    <a:pt x="159330" y="36408"/>
                    <a:pt x="159185" y="37014"/>
                  </a:cubicBezTo>
                  <a:cubicBezTo>
                    <a:pt x="159039" y="37620"/>
                    <a:pt x="158874" y="38221"/>
                    <a:pt x="158691" y="38817"/>
                  </a:cubicBezTo>
                  <a:cubicBezTo>
                    <a:pt x="158508" y="39412"/>
                    <a:pt x="158306" y="40002"/>
                    <a:pt x="158087" y="40585"/>
                  </a:cubicBezTo>
                  <a:cubicBezTo>
                    <a:pt x="157867" y="41168"/>
                    <a:pt x="157629" y="41744"/>
                    <a:pt x="157373" y="42312"/>
                  </a:cubicBezTo>
                  <a:cubicBezTo>
                    <a:pt x="157117" y="42881"/>
                    <a:pt x="156844" y="43441"/>
                    <a:pt x="156553" y="43992"/>
                  </a:cubicBezTo>
                  <a:cubicBezTo>
                    <a:pt x="156263" y="44543"/>
                    <a:pt x="155955" y="45085"/>
                    <a:pt x="155630" y="45617"/>
                  </a:cubicBezTo>
                  <a:cubicBezTo>
                    <a:pt x="155306" y="46149"/>
                    <a:pt x="154965" y="46671"/>
                    <a:pt x="154608" y="47182"/>
                  </a:cubicBezTo>
                  <a:cubicBezTo>
                    <a:pt x="154251" y="47693"/>
                    <a:pt x="153879" y="48192"/>
                    <a:pt x="153491" y="48680"/>
                  </a:cubicBezTo>
                  <a:lnTo>
                    <a:pt x="173491" y="80710"/>
                  </a:lnTo>
                  <a:quadBezTo>
                    <a:pt x="176661" y="80000"/>
                    <a:pt x="180011" y="80000"/>
                  </a:quadBezTo>
                  <a:cubicBezTo>
                    <a:pt x="180637" y="80000"/>
                    <a:pt x="181263" y="80019"/>
                    <a:pt x="181888" y="80058"/>
                  </a:cubicBezTo>
                  <a:cubicBezTo>
                    <a:pt x="182513" y="80098"/>
                    <a:pt x="183136" y="80156"/>
                    <a:pt x="183758" y="80234"/>
                  </a:cubicBezTo>
                  <a:cubicBezTo>
                    <a:pt x="184379" y="80312"/>
                    <a:pt x="184998" y="80410"/>
                    <a:pt x="185613" y="80527"/>
                  </a:cubicBezTo>
                  <a:cubicBezTo>
                    <a:pt x="186228" y="80644"/>
                    <a:pt x="186839" y="80780"/>
                    <a:pt x="187446" y="80935"/>
                  </a:cubicBezTo>
                  <a:cubicBezTo>
                    <a:pt x="188053" y="81090"/>
                    <a:pt x="188654" y="81264"/>
                    <a:pt x="189250" y="81457"/>
                  </a:cubicBezTo>
                  <a:cubicBezTo>
                    <a:pt x="189846" y="81649"/>
                    <a:pt x="190435" y="81861"/>
                    <a:pt x="191018" y="82091"/>
                  </a:cubicBezTo>
                  <a:cubicBezTo>
                    <a:pt x="191601" y="82320"/>
                    <a:pt x="192176" y="82568"/>
                    <a:pt x="192743" y="82834"/>
                  </a:cubicBezTo>
                  <a:cubicBezTo>
                    <a:pt x="193310" y="83099"/>
                    <a:pt x="193868" y="83383"/>
                    <a:pt x="194418" y="83683"/>
                  </a:cubicBezTo>
                  <a:cubicBezTo>
                    <a:pt x="194967" y="83984"/>
                    <a:pt x="195507" y="84302"/>
                    <a:pt x="196036" y="84636"/>
                  </a:cubicBezTo>
                  <a:cubicBezTo>
                    <a:pt x="196566" y="84970"/>
                    <a:pt x="197084" y="85321"/>
                    <a:pt x="197592" y="85688"/>
                  </a:cubicBezTo>
                  <a:cubicBezTo>
                    <a:pt x="198099" y="86055"/>
                    <a:pt x="198595" y="86438"/>
                    <a:pt x="199079" y="86836"/>
                  </a:cubicBezTo>
                  <a:cubicBezTo>
                    <a:pt x="199562" y="87234"/>
                    <a:pt x="200033" y="87646"/>
                    <a:pt x="200491" y="88074"/>
                  </a:cubicBezTo>
                  <a:cubicBezTo>
                    <a:pt x="200948" y="88501"/>
                    <a:pt x="201393" y="88943"/>
                    <a:pt x="201823" y="89398"/>
                  </a:cubicBezTo>
                  <a:cubicBezTo>
                    <a:pt x="202253" y="89853"/>
                    <a:pt x="202668" y="90322"/>
                    <a:pt x="203069" y="90803"/>
                  </a:cubicBezTo>
                  <a:cubicBezTo>
                    <a:pt x="203470" y="91284"/>
                    <a:pt x="203855" y="91778"/>
                    <a:pt x="204225" y="92283"/>
                  </a:cubicBezTo>
                  <a:cubicBezTo>
                    <a:pt x="204595" y="92788"/>
                    <a:pt x="204949" y="93305"/>
                    <a:pt x="205286" y="93833"/>
                  </a:cubicBezTo>
                  <a:cubicBezTo>
                    <a:pt x="205624" y="94360"/>
                    <a:pt x="205944" y="94898"/>
                    <a:pt x="206248" y="95445"/>
                  </a:cubicBezTo>
                  <a:cubicBezTo>
                    <a:pt x="206552" y="95993"/>
                    <a:pt x="206839" y="96550"/>
                    <a:pt x="207107" y="97115"/>
                  </a:cubicBezTo>
                  <a:cubicBezTo>
                    <a:pt x="207376" y="97681"/>
                    <a:pt x="207628" y="98255"/>
                    <a:pt x="207861" y="98836"/>
                  </a:cubicBezTo>
                  <a:cubicBezTo>
                    <a:pt x="208094" y="99417"/>
                    <a:pt x="208308" y="100005"/>
                    <a:pt x="208505" y="100600"/>
                  </a:cubicBezTo>
                  <a:cubicBezTo>
                    <a:pt x="208701" y="101195"/>
                    <a:pt x="208878" y="101795"/>
                    <a:pt x="209037" y="102401"/>
                  </a:cubicBezTo>
                  <a:cubicBezTo>
                    <a:pt x="209196" y="103007"/>
                    <a:pt x="209335" y="103617"/>
                    <a:pt x="209456" y="104232"/>
                  </a:cubicBezTo>
                  <a:cubicBezTo>
                    <a:pt x="209576" y="104846"/>
                    <a:pt x="209677" y="105465"/>
                    <a:pt x="209759" y="106085"/>
                  </a:cubicBezTo>
                  <a:cubicBezTo>
                    <a:pt x="209840" y="106706"/>
                    <a:pt x="209903" y="107329"/>
                    <a:pt x="209945" y="107954"/>
                  </a:cubicBezTo>
                  <a:cubicBezTo>
                    <a:pt x="209988" y="108579"/>
                    <a:pt x="210011" y="109205"/>
                    <a:pt x="210015" y="109831"/>
                  </a:cubicBezTo>
                  <a:cubicBezTo>
                    <a:pt x="210018" y="110457"/>
                    <a:pt x="210002" y="111083"/>
                    <a:pt x="209967" y="111708"/>
                  </a:cubicBezTo>
                  <a:cubicBezTo>
                    <a:pt x="209931" y="112334"/>
                    <a:pt x="209876" y="112957"/>
                    <a:pt x="209801" y="113579"/>
                  </a:cubicBezTo>
                  <a:cubicBezTo>
                    <a:pt x="209726" y="114201"/>
                    <a:pt x="209632" y="114820"/>
                    <a:pt x="209519" y="115436"/>
                  </a:cubicBezTo>
                  <a:cubicBezTo>
                    <a:pt x="209405" y="116052"/>
                    <a:pt x="209272" y="116664"/>
                    <a:pt x="209121" y="117271"/>
                  </a:cubicBezTo>
                  <a:cubicBezTo>
                    <a:pt x="208969" y="117879"/>
                    <a:pt x="208798" y="118481"/>
                    <a:pt x="208609" y="119078"/>
                  </a:cubicBezTo>
                  <a:cubicBezTo>
                    <a:pt x="208419" y="119675"/>
                    <a:pt x="208211" y="120266"/>
                    <a:pt x="207985" y="120850"/>
                  </a:cubicBezTo>
                  <a:cubicBezTo>
                    <a:pt x="207758" y="121433"/>
                    <a:pt x="207513" y="122010"/>
                    <a:pt x="207251" y="122578"/>
                  </a:cubicBezTo>
                  <a:cubicBezTo>
                    <a:pt x="206988" y="123147"/>
                    <a:pt x="206708" y="123707"/>
                    <a:pt x="206410" y="124258"/>
                  </a:cubicBezTo>
                  <a:cubicBezTo>
                    <a:pt x="206113" y="124809"/>
                    <a:pt x="205798" y="125350"/>
                    <a:pt x="205467" y="125882"/>
                  </a:cubicBezTo>
                  <a:cubicBezTo>
                    <a:pt x="205135" y="126413"/>
                    <a:pt x="204787" y="126934"/>
                    <a:pt x="204423" y="127443"/>
                  </a:cubicBezTo>
                  <a:cubicBezTo>
                    <a:pt x="204059" y="127953"/>
                    <a:pt x="203679" y="128450"/>
                    <a:pt x="203284" y="128936"/>
                  </a:cubicBezTo>
                  <a:cubicBezTo>
                    <a:pt x="202888" y="129422"/>
                    <a:pt x="202478" y="129895"/>
                    <a:pt x="202053" y="130355"/>
                  </a:cubicBezTo>
                  <a:cubicBezTo>
                    <a:pt x="201628" y="130815"/>
                    <a:pt x="201189" y="131262"/>
                    <a:pt x="200736" y="131694"/>
                  </a:cubicBezTo>
                  <a:cubicBezTo>
                    <a:pt x="200284" y="132127"/>
                    <a:pt x="199817" y="132545"/>
                    <a:pt x="199338" y="132948"/>
                  </a:cubicBezTo>
                  <a:cubicBezTo>
                    <a:pt x="198859" y="133351"/>
                    <a:pt x="198368" y="133740"/>
                    <a:pt x="197865" y="134112"/>
                  </a:cubicBezTo>
                  <a:cubicBezTo>
                    <a:pt x="197361" y="134485"/>
                    <a:pt x="196847" y="134842"/>
                    <a:pt x="196321" y="135182"/>
                  </a:cubicBezTo>
                  <a:cubicBezTo>
                    <a:pt x="195795" y="135522"/>
                    <a:pt x="195259" y="135846"/>
                    <a:pt x="194713" y="136153"/>
                  </a:cubicBezTo>
                  <a:cubicBezTo>
                    <a:pt x="194167" y="136460"/>
                    <a:pt x="193612" y="136749"/>
                    <a:pt x="193048" y="137021"/>
                  </a:cubicBezTo>
                  <a:cubicBezTo>
                    <a:pt x="192484" y="137293"/>
                    <a:pt x="191912" y="137548"/>
                    <a:pt x="191332" y="137784"/>
                  </a:cubicBezTo>
                  <a:cubicBezTo>
                    <a:pt x="190752" y="138020"/>
                    <a:pt x="190165" y="138238"/>
                    <a:pt x="189571" y="138437"/>
                  </a:cubicBezTo>
                  <a:cubicBezTo>
                    <a:pt x="188978" y="138637"/>
                    <a:pt x="188378" y="138818"/>
                    <a:pt x="187773" y="138980"/>
                  </a:cubicBezTo>
                  <a:cubicBezTo>
                    <a:pt x="187168" y="139142"/>
                    <a:pt x="186558" y="139284"/>
                    <a:pt x="185944" y="139408"/>
                  </a:cubicBezTo>
                  <a:cubicBezTo>
                    <a:pt x="185331" y="139532"/>
                    <a:pt x="184713" y="139636"/>
                    <a:pt x="184093" y="139722"/>
                  </a:cubicBezTo>
                  <a:cubicBezTo>
                    <a:pt x="183472" y="139807"/>
                    <a:pt x="182850" y="139872"/>
                    <a:pt x="182225" y="139919"/>
                  </a:cubicBezTo>
                  <a:cubicBezTo>
                    <a:pt x="181601" y="139965"/>
                    <a:pt x="180975" y="139991"/>
                    <a:pt x="180349" y="139998"/>
                  </a:cubicBezTo>
                  <a:cubicBezTo>
                    <a:pt x="179723" y="140005"/>
                    <a:pt x="179096" y="139992"/>
                    <a:pt x="178471" y="139960"/>
                  </a:cubicBezTo>
                  <a:cubicBezTo>
                    <a:pt x="177846" y="139928"/>
                    <a:pt x="177221" y="139876"/>
                    <a:pt x="176599" y="139805"/>
                  </a:cubicBezTo>
                  <a:cubicBezTo>
                    <a:pt x="175977" y="139734"/>
                    <a:pt x="175357" y="139643"/>
                    <a:pt x="174741" y="139533"/>
                  </a:cubicBezTo>
                  <a:cubicBezTo>
                    <a:pt x="174125" y="139423"/>
                    <a:pt x="173512" y="139293"/>
                    <a:pt x="172903" y="139145"/>
                  </a:cubicBezTo>
                  <a:cubicBezTo>
                    <a:pt x="172295" y="138996"/>
                    <a:pt x="171692" y="138829"/>
                    <a:pt x="171094" y="138643"/>
                  </a:cubicBezTo>
                  <a:cubicBezTo>
                    <a:pt x="170496" y="138457"/>
                    <a:pt x="169904" y="138252"/>
                    <a:pt x="169319" y="138028"/>
                  </a:cubicBezTo>
                  <a:cubicBezTo>
                    <a:pt x="168734" y="137805"/>
                    <a:pt x="168156" y="137564"/>
                    <a:pt x="167586" y="137304"/>
                  </a:cubicBezTo>
                  <a:cubicBezTo>
                    <a:pt x="167016" y="137045"/>
                    <a:pt x="166455" y="136768"/>
                    <a:pt x="165902" y="136473"/>
                  </a:cubicBezTo>
                  <a:cubicBezTo>
                    <a:pt x="165350" y="136178"/>
                    <a:pt x="164806" y="135867"/>
                    <a:pt x="164273" y="135538"/>
                  </a:cubicBezTo>
                  <a:cubicBezTo>
                    <a:pt x="163740" y="135209"/>
                    <a:pt x="163218" y="134864"/>
                    <a:pt x="162706" y="134503"/>
                  </a:cubicBezTo>
                  <a:cubicBezTo>
                    <a:pt x="162195" y="134142"/>
                    <a:pt x="161695" y="133764"/>
                    <a:pt x="161207" y="133372"/>
                  </a:cubicBezTo>
                  <a:cubicBezTo>
                    <a:pt x="160719" y="132979"/>
                    <a:pt x="160244" y="132572"/>
                    <a:pt x="159781" y="132149"/>
                  </a:cubicBezTo>
                  <a:cubicBezTo>
                    <a:pt x="159319" y="131727"/>
                    <a:pt x="158870" y="131290"/>
                    <a:pt x="158435" y="130840"/>
                  </a:cubicBezTo>
                  <a:cubicBezTo>
                    <a:pt x="158000" y="130389"/>
                    <a:pt x="157579" y="129925"/>
                    <a:pt x="157173" y="129449"/>
                  </a:cubicBezTo>
                  <a:cubicBezTo>
                    <a:pt x="156767" y="128972"/>
                    <a:pt x="156377" y="128482"/>
                    <a:pt x="156001" y="127981"/>
                  </a:cubicBezTo>
                  <a:cubicBezTo>
                    <a:pt x="155626" y="127480"/>
                    <a:pt x="155266" y="126967"/>
                    <a:pt x="154923" y="126443"/>
                  </a:cubicBezTo>
                  <a:cubicBezTo>
                    <a:pt x="154580" y="125920"/>
                    <a:pt x="154253" y="125385"/>
                    <a:pt x="153943" y="124841"/>
                  </a:cubicBezTo>
                  <a:cubicBezTo>
                    <a:pt x="153634" y="124297"/>
                    <a:pt x="153341" y="123743"/>
                    <a:pt x="153066" y="123181"/>
                  </a:cubicBezTo>
                  <a:cubicBezTo>
                    <a:pt x="152791" y="122618"/>
                    <a:pt x="152533" y="122047"/>
                    <a:pt x="152294" y="121469"/>
                  </a:cubicBezTo>
                  <a:cubicBezTo>
                    <a:pt x="152055" y="120890"/>
                    <a:pt x="151833" y="120304"/>
                    <a:pt x="151631" y="119712"/>
                  </a:cubicBezTo>
                  <a:cubicBezTo>
                    <a:pt x="151428" y="119119"/>
                    <a:pt x="151244" y="118520"/>
                    <a:pt x="151079" y="117916"/>
                  </a:cubicBezTo>
                  <a:cubicBezTo>
                    <a:pt x="150913" y="117312"/>
                    <a:pt x="150767" y="116703"/>
                    <a:pt x="150640" y="116090"/>
                  </a:cubicBezTo>
                  <a:cubicBezTo>
                    <a:pt x="150513" y="115477"/>
                    <a:pt x="150405" y="114860"/>
                    <a:pt x="150316" y="114240"/>
                  </a:cubicBezTo>
                  <a:cubicBezTo>
                    <a:pt x="150228" y="113620"/>
                    <a:pt x="150159" y="112998"/>
                    <a:pt x="150109" y="112374"/>
                  </a:cubicBezTo>
                  <a:cubicBezTo>
                    <a:pt x="150060" y="111749"/>
                    <a:pt x="150030" y="111124"/>
                    <a:pt x="150019" y="110498"/>
                  </a:cubicBezTo>
                  <a:cubicBezTo>
                    <a:pt x="150009" y="109872"/>
                    <a:pt x="150018" y="109245"/>
                    <a:pt x="150047" y="108620"/>
                  </a:cubicBezTo>
                  <a:cubicBezTo>
                    <a:pt x="150076" y="107994"/>
                    <a:pt x="150124" y="107370"/>
                    <a:pt x="150192" y="106747"/>
                  </a:cubicBezTo>
                  <a:cubicBezTo>
                    <a:pt x="150260" y="106125"/>
                    <a:pt x="150347" y="105505"/>
                    <a:pt x="150454" y="104888"/>
                  </a:cubicBezTo>
                  <a:cubicBezTo>
                    <a:pt x="150561" y="104271"/>
                    <a:pt x="150687" y="103657"/>
                    <a:pt x="150832" y="103048"/>
                  </a:cubicBezTo>
                  <a:cubicBezTo>
                    <a:pt x="150977" y="102439"/>
                    <a:pt x="151141" y="101834"/>
                    <a:pt x="151324" y="101236"/>
                  </a:cubicBezTo>
                  <a:cubicBezTo>
                    <a:pt x="151507" y="100637"/>
                    <a:pt x="151709" y="100044"/>
                    <a:pt x="151929" y="99458"/>
                  </a:cubicBezTo>
                  <a:cubicBezTo>
                    <a:pt x="152149" y="98871"/>
                    <a:pt x="152387" y="98292"/>
                    <a:pt x="152643" y="97721"/>
                  </a:cubicBezTo>
                  <a:cubicBezTo>
                    <a:pt x="152900" y="97149"/>
                    <a:pt x="153174" y="96586"/>
                    <a:pt x="153465" y="96032"/>
                  </a:cubicBezTo>
                  <a:cubicBezTo>
                    <a:pt x="153757" y="95478"/>
                    <a:pt x="154066" y="94933"/>
                    <a:pt x="154391" y="94398"/>
                  </a:cubicBezTo>
                  <a:cubicBezTo>
                    <a:pt x="154717" y="93863"/>
                    <a:pt x="155059" y="93339"/>
                    <a:pt x="155418" y="92825"/>
                  </a:cubicBezTo>
                  <a:cubicBezTo>
                    <a:pt x="155776" y="92312"/>
                    <a:pt x="156151" y="91810"/>
                    <a:pt x="156541" y="91320"/>
                  </a:cubicBezTo>
                  <a:lnTo>
                    <a:pt x="136541" y="59290"/>
                  </a:lnTo>
                  <a:cubicBezTo>
                    <a:pt x="135930" y="59426"/>
                    <a:pt x="135314" y="59543"/>
                    <a:pt x="134696" y="59641"/>
                  </a:cubicBezTo>
                  <a:cubicBezTo>
                    <a:pt x="134078" y="59738"/>
                    <a:pt x="133456" y="59816"/>
                    <a:pt x="132833" y="59875"/>
                  </a:cubicBezTo>
                  <a:cubicBezTo>
                    <a:pt x="132210" y="59934"/>
                    <a:pt x="131585" y="59973"/>
                    <a:pt x="130959" y="59992"/>
                  </a:cubicBezTo>
                  <a:cubicBezTo>
                    <a:pt x="130334" y="60012"/>
                    <a:pt x="129708" y="60012"/>
                    <a:pt x="129082" y="59992"/>
                  </a:cubicBezTo>
                  <a:cubicBezTo>
                    <a:pt x="128456" y="59973"/>
                    <a:pt x="127831" y="59934"/>
                    <a:pt x="127208" y="59875"/>
                  </a:cubicBezTo>
                  <a:cubicBezTo>
                    <a:pt x="126585" y="59816"/>
                    <a:pt x="125964" y="59738"/>
                    <a:pt x="125345" y="59641"/>
                  </a:cubicBezTo>
                  <a:cubicBezTo>
                    <a:pt x="124727" y="59543"/>
                    <a:pt x="124112" y="59426"/>
                    <a:pt x="123501" y="59290"/>
                  </a:cubicBezTo>
                  <a:lnTo>
                    <a:pt x="103491" y="91320"/>
                  </a:lnTo>
                  <a:cubicBezTo>
                    <a:pt x="107571" y="96450"/>
                    <a:pt x="110011" y="102940"/>
                    <a:pt x="110011" y="110000"/>
                  </a:cubicBezTo>
                  <a:cubicBezTo>
                    <a:pt x="110011" y="117060"/>
                    <a:pt x="107571" y="123560"/>
                    <a:pt x="103481" y="128680"/>
                  </a:cubicBezTo>
                  <a:lnTo>
                    <a:pt x="123501" y="160710"/>
                  </a:lnTo>
                  <a:quadBezTo>
                    <a:pt x="126651" y="160000"/>
                    <a:pt x="130011" y="160000"/>
                  </a:quadBezTo>
                  <a:cubicBezTo>
                    <a:pt x="130637" y="160000"/>
                    <a:pt x="131263" y="160019"/>
                    <a:pt x="131888" y="160058"/>
                  </a:cubicBezTo>
                  <a:cubicBezTo>
                    <a:pt x="132513" y="160098"/>
                    <a:pt x="133136" y="160156"/>
                    <a:pt x="133758" y="160234"/>
                  </a:cubicBezTo>
                  <a:cubicBezTo>
                    <a:pt x="134379" y="160312"/>
                    <a:pt x="134998" y="160410"/>
                    <a:pt x="135613" y="160527"/>
                  </a:cubicBezTo>
                  <a:cubicBezTo>
                    <a:pt x="136228" y="160644"/>
                    <a:pt x="136839" y="160780"/>
                    <a:pt x="137446" y="160935"/>
                  </a:cubicBezTo>
                  <a:cubicBezTo>
                    <a:pt x="138053" y="161090"/>
                    <a:pt x="138654" y="161264"/>
                    <a:pt x="139250" y="161457"/>
                  </a:cubicBezTo>
                  <a:cubicBezTo>
                    <a:pt x="139846" y="161649"/>
                    <a:pt x="140435" y="161861"/>
                    <a:pt x="141018" y="162091"/>
                  </a:cubicBezTo>
                  <a:cubicBezTo>
                    <a:pt x="141601" y="162320"/>
                    <a:pt x="142176" y="162568"/>
                    <a:pt x="142743" y="162834"/>
                  </a:cubicBezTo>
                  <a:cubicBezTo>
                    <a:pt x="143310" y="163099"/>
                    <a:pt x="143868" y="163383"/>
                    <a:pt x="144418" y="163683"/>
                  </a:cubicBezTo>
                  <a:cubicBezTo>
                    <a:pt x="144967" y="163984"/>
                    <a:pt x="145507" y="164302"/>
                    <a:pt x="146036" y="164636"/>
                  </a:cubicBezTo>
                  <a:cubicBezTo>
                    <a:pt x="146566" y="164970"/>
                    <a:pt x="147084" y="165321"/>
                    <a:pt x="147592" y="165688"/>
                  </a:cubicBezTo>
                  <a:cubicBezTo>
                    <a:pt x="148099" y="166055"/>
                    <a:pt x="148595" y="166438"/>
                    <a:pt x="149079" y="166836"/>
                  </a:cubicBezTo>
                  <a:cubicBezTo>
                    <a:pt x="149562" y="167234"/>
                    <a:pt x="150033" y="167646"/>
                    <a:pt x="150491" y="168074"/>
                  </a:cubicBezTo>
                  <a:cubicBezTo>
                    <a:pt x="150948" y="168501"/>
                    <a:pt x="151393" y="168943"/>
                    <a:pt x="151823" y="169398"/>
                  </a:cubicBezTo>
                  <a:cubicBezTo>
                    <a:pt x="152253" y="169853"/>
                    <a:pt x="152668" y="170322"/>
                    <a:pt x="153069" y="170803"/>
                  </a:cubicBezTo>
                  <a:cubicBezTo>
                    <a:pt x="153470" y="171284"/>
                    <a:pt x="153855" y="171778"/>
                    <a:pt x="154225" y="172283"/>
                  </a:cubicBezTo>
                  <a:cubicBezTo>
                    <a:pt x="154595" y="172788"/>
                    <a:pt x="154949" y="173305"/>
                    <a:pt x="155286" y="173833"/>
                  </a:cubicBezTo>
                  <a:cubicBezTo>
                    <a:pt x="155624" y="174360"/>
                    <a:pt x="155944" y="174898"/>
                    <a:pt x="156248" y="175445"/>
                  </a:cubicBezTo>
                  <a:cubicBezTo>
                    <a:pt x="156552" y="175993"/>
                    <a:pt x="156839" y="176550"/>
                    <a:pt x="157107" y="177115"/>
                  </a:cubicBezTo>
                  <a:cubicBezTo>
                    <a:pt x="157376" y="177681"/>
                    <a:pt x="157628" y="178255"/>
                    <a:pt x="157861" y="178836"/>
                  </a:cubicBezTo>
                  <a:cubicBezTo>
                    <a:pt x="158094" y="179417"/>
                    <a:pt x="158308" y="180005"/>
                    <a:pt x="158505" y="180600"/>
                  </a:cubicBezTo>
                  <a:cubicBezTo>
                    <a:pt x="158701" y="181195"/>
                    <a:pt x="158878" y="181795"/>
                    <a:pt x="159037" y="182401"/>
                  </a:cubicBezTo>
                  <a:cubicBezTo>
                    <a:pt x="159196" y="183007"/>
                    <a:pt x="159335" y="183617"/>
                    <a:pt x="159456" y="184232"/>
                  </a:cubicBezTo>
                  <a:cubicBezTo>
                    <a:pt x="159576" y="184846"/>
                    <a:pt x="159677" y="185465"/>
                    <a:pt x="159759" y="186085"/>
                  </a:cubicBezTo>
                  <a:cubicBezTo>
                    <a:pt x="159840" y="186706"/>
                    <a:pt x="159903" y="187329"/>
                    <a:pt x="159945" y="187954"/>
                  </a:cubicBezTo>
                  <a:cubicBezTo>
                    <a:pt x="159988" y="188579"/>
                    <a:pt x="160011" y="189205"/>
                    <a:pt x="160015" y="189831"/>
                  </a:cubicBezTo>
                  <a:cubicBezTo>
                    <a:pt x="160018" y="190457"/>
                    <a:pt x="160002" y="191083"/>
                    <a:pt x="159967" y="191708"/>
                  </a:cubicBezTo>
                  <a:cubicBezTo>
                    <a:pt x="159931" y="192334"/>
                    <a:pt x="159876" y="192957"/>
                    <a:pt x="159801" y="193579"/>
                  </a:cubicBezTo>
                  <a:cubicBezTo>
                    <a:pt x="159726" y="194201"/>
                    <a:pt x="159632" y="194820"/>
                    <a:pt x="159519" y="195436"/>
                  </a:cubicBezTo>
                  <a:cubicBezTo>
                    <a:pt x="159405" y="196052"/>
                    <a:pt x="159272" y="196664"/>
                    <a:pt x="159121" y="197271"/>
                  </a:cubicBezTo>
                  <a:cubicBezTo>
                    <a:pt x="158969" y="197879"/>
                    <a:pt x="158798" y="198481"/>
                    <a:pt x="158609" y="199078"/>
                  </a:cubicBezTo>
                  <a:cubicBezTo>
                    <a:pt x="158419" y="199675"/>
                    <a:pt x="158211" y="200266"/>
                    <a:pt x="157985" y="200850"/>
                  </a:cubicBezTo>
                  <a:cubicBezTo>
                    <a:pt x="157758" y="201433"/>
                    <a:pt x="157513" y="202010"/>
                    <a:pt x="157251" y="202578"/>
                  </a:cubicBezTo>
                  <a:cubicBezTo>
                    <a:pt x="156988" y="203147"/>
                    <a:pt x="156708" y="203707"/>
                    <a:pt x="156410" y="204258"/>
                  </a:cubicBezTo>
                  <a:cubicBezTo>
                    <a:pt x="156113" y="204809"/>
                    <a:pt x="155798" y="205350"/>
                    <a:pt x="155467" y="205882"/>
                  </a:cubicBezTo>
                  <a:cubicBezTo>
                    <a:pt x="155135" y="206413"/>
                    <a:pt x="154787" y="206934"/>
                    <a:pt x="154423" y="207443"/>
                  </a:cubicBezTo>
                  <a:cubicBezTo>
                    <a:pt x="154059" y="207953"/>
                    <a:pt x="153679" y="208450"/>
                    <a:pt x="153284" y="208936"/>
                  </a:cubicBezTo>
                  <a:cubicBezTo>
                    <a:pt x="152888" y="209422"/>
                    <a:pt x="152478" y="209895"/>
                    <a:pt x="152053" y="210355"/>
                  </a:cubicBezTo>
                  <a:cubicBezTo>
                    <a:pt x="151628" y="210815"/>
                    <a:pt x="151189" y="211262"/>
                    <a:pt x="150736" y="211694"/>
                  </a:cubicBezTo>
                  <a:cubicBezTo>
                    <a:pt x="150284" y="212127"/>
                    <a:pt x="149817" y="212545"/>
                    <a:pt x="149338" y="212948"/>
                  </a:cubicBezTo>
                  <a:cubicBezTo>
                    <a:pt x="148859" y="213351"/>
                    <a:pt x="148368" y="213740"/>
                    <a:pt x="147865" y="214112"/>
                  </a:cubicBezTo>
                  <a:cubicBezTo>
                    <a:pt x="147361" y="214485"/>
                    <a:pt x="146847" y="214842"/>
                    <a:pt x="146321" y="215182"/>
                  </a:cubicBezTo>
                  <a:cubicBezTo>
                    <a:pt x="145795" y="215522"/>
                    <a:pt x="145259" y="215846"/>
                    <a:pt x="144713" y="216153"/>
                  </a:cubicBezTo>
                  <a:cubicBezTo>
                    <a:pt x="144167" y="216460"/>
                    <a:pt x="143612" y="216749"/>
                    <a:pt x="143048" y="217021"/>
                  </a:cubicBezTo>
                  <a:cubicBezTo>
                    <a:pt x="142484" y="217293"/>
                    <a:pt x="141912" y="217548"/>
                    <a:pt x="141332" y="217784"/>
                  </a:cubicBezTo>
                  <a:cubicBezTo>
                    <a:pt x="140752" y="218020"/>
                    <a:pt x="140165" y="218238"/>
                    <a:pt x="139571" y="218437"/>
                  </a:cubicBezTo>
                  <a:cubicBezTo>
                    <a:pt x="138978" y="218637"/>
                    <a:pt x="138378" y="218818"/>
                    <a:pt x="137773" y="218980"/>
                  </a:cubicBezTo>
                  <a:cubicBezTo>
                    <a:pt x="137168" y="219142"/>
                    <a:pt x="136558" y="219284"/>
                    <a:pt x="135944" y="219408"/>
                  </a:cubicBezTo>
                  <a:cubicBezTo>
                    <a:pt x="135331" y="219532"/>
                    <a:pt x="134713" y="219636"/>
                    <a:pt x="134093" y="219722"/>
                  </a:cubicBezTo>
                  <a:cubicBezTo>
                    <a:pt x="133472" y="219807"/>
                    <a:pt x="132850" y="219872"/>
                    <a:pt x="132225" y="219919"/>
                  </a:cubicBezTo>
                  <a:cubicBezTo>
                    <a:pt x="131601" y="219965"/>
                    <a:pt x="130975" y="219991"/>
                    <a:pt x="130349" y="219998"/>
                  </a:cubicBezTo>
                  <a:cubicBezTo>
                    <a:pt x="129723" y="220005"/>
                    <a:pt x="129096" y="219992"/>
                    <a:pt x="128471" y="219960"/>
                  </a:cubicBezTo>
                  <a:cubicBezTo>
                    <a:pt x="127846" y="219928"/>
                    <a:pt x="127221" y="219876"/>
                    <a:pt x="126599" y="219805"/>
                  </a:cubicBezTo>
                  <a:cubicBezTo>
                    <a:pt x="125977" y="219734"/>
                    <a:pt x="125357" y="219643"/>
                    <a:pt x="124741" y="219533"/>
                  </a:cubicBezTo>
                  <a:cubicBezTo>
                    <a:pt x="124125" y="219423"/>
                    <a:pt x="123512" y="219293"/>
                    <a:pt x="122903" y="219145"/>
                  </a:cubicBezTo>
                  <a:cubicBezTo>
                    <a:pt x="122295" y="218996"/>
                    <a:pt x="121692" y="218829"/>
                    <a:pt x="121094" y="218643"/>
                  </a:cubicBezTo>
                  <a:cubicBezTo>
                    <a:pt x="120496" y="218457"/>
                    <a:pt x="119904" y="218252"/>
                    <a:pt x="119319" y="218028"/>
                  </a:cubicBezTo>
                  <a:cubicBezTo>
                    <a:pt x="118734" y="217805"/>
                    <a:pt x="118156" y="217564"/>
                    <a:pt x="117586" y="217304"/>
                  </a:cubicBezTo>
                  <a:cubicBezTo>
                    <a:pt x="117016" y="217045"/>
                    <a:pt x="116455" y="216768"/>
                    <a:pt x="115902" y="216473"/>
                  </a:cubicBezTo>
                  <a:cubicBezTo>
                    <a:pt x="115350" y="216178"/>
                    <a:pt x="114806" y="215867"/>
                    <a:pt x="114273" y="215538"/>
                  </a:cubicBezTo>
                  <a:cubicBezTo>
                    <a:pt x="113740" y="215209"/>
                    <a:pt x="113218" y="214864"/>
                    <a:pt x="112706" y="214503"/>
                  </a:cubicBezTo>
                  <a:cubicBezTo>
                    <a:pt x="112195" y="214142"/>
                    <a:pt x="111695" y="213764"/>
                    <a:pt x="111207" y="213372"/>
                  </a:cubicBezTo>
                  <a:cubicBezTo>
                    <a:pt x="110719" y="212979"/>
                    <a:pt x="110244" y="212572"/>
                    <a:pt x="109781" y="212149"/>
                  </a:cubicBezTo>
                  <a:cubicBezTo>
                    <a:pt x="109319" y="211727"/>
                    <a:pt x="108870" y="211290"/>
                    <a:pt x="108435" y="210840"/>
                  </a:cubicBezTo>
                  <a:cubicBezTo>
                    <a:pt x="108000" y="210389"/>
                    <a:pt x="107579" y="209925"/>
                    <a:pt x="107173" y="209449"/>
                  </a:cubicBezTo>
                  <a:cubicBezTo>
                    <a:pt x="106767" y="208972"/>
                    <a:pt x="106377" y="208482"/>
                    <a:pt x="106001" y="207981"/>
                  </a:cubicBezTo>
                  <a:cubicBezTo>
                    <a:pt x="105626" y="207480"/>
                    <a:pt x="105266" y="206967"/>
                    <a:pt x="104923" y="206443"/>
                  </a:cubicBezTo>
                  <a:cubicBezTo>
                    <a:pt x="104580" y="205920"/>
                    <a:pt x="104253" y="205385"/>
                    <a:pt x="103943" y="204841"/>
                  </a:cubicBezTo>
                  <a:cubicBezTo>
                    <a:pt x="103634" y="204297"/>
                    <a:pt x="103341" y="203743"/>
                    <a:pt x="103066" y="203181"/>
                  </a:cubicBezTo>
                  <a:cubicBezTo>
                    <a:pt x="102791" y="202618"/>
                    <a:pt x="102533" y="202047"/>
                    <a:pt x="102294" y="201469"/>
                  </a:cubicBezTo>
                  <a:cubicBezTo>
                    <a:pt x="102055" y="200890"/>
                    <a:pt x="101833" y="200304"/>
                    <a:pt x="101631" y="199712"/>
                  </a:cubicBezTo>
                  <a:cubicBezTo>
                    <a:pt x="101428" y="199119"/>
                    <a:pt x="101244" y="198520"/>
                    <a:pt x="101079" y="197916"/>
                  </a:cubicBezTo>
                  <a:cubicBezTo>
                    <a:pt x="100913" y="197312"/>
                    <a:pt x="100767" y="196703"/>
                    <a:pt x="100640" y="196090"/>
                  </a:cubicBezTo>
                  <a:cubicBezTo>
                    <a:pt x="100513" y="195477"/>
                    <a:pt x="100405" y="194860"/>
                    <a:pt x="100316" y="194240"/>
                  </a:cubicBezTo>
                  <a:cubicBezTo>
                    <a:pt x="100228" y="193620"/>
                    <a:pt x="100159" y="192998"/>
                    <a:pt x="100109" y="192374"/>
                  </a:cubicBezTo>
                  <a:cubicBezTo>
                    <a:pt x="100060" y="191749"/>
                    <a:pt x="100030" y="191124"/>
                    <a:pt x="100019" y="190498"/>
                  </a:cubicBezTo>
                  <a:cubicBezTo>
                    <a:pt x="100009" y="189872"/>
                    <a:pt x="100018" y="189245"/>
                    <a:pt x="100047" y="188620"/>
                  </a:cubicBezTo>
                  <a:cubicBezTo>
                    <a:pt x="100076" y="187994"/>
                    <a:pt x="100124" y="187370"/>
                    <a:pt x="100192" y="186747"/>
                  </a:cubicBezTo>
                  <a:cubicBezTo>
                    <a:pt x="100260" y="186125"/>
                    <a:pt x="100347" y="185505"/>
                    <a:pt x="100454" y="184888"/>
                  </a:cubicBezTo>
                  <a:cubicBezTo>
                    <a:pt x="100561" y="184271"/>
                    <a:pt x="100687" y="183657"/>
                    <a:pt x="100832" y="183048"/>
                  </a:cubicBezTo>
                  <a:cubicBezTo>
                    <a:pt x="100977" y="182439"/>
                    <a:pt x="101141" y="181834"/>
                    <a:pt x="101324" y="181236"/>
                  </a:cubicBezTo>
                  <a:cubicBezTo>
                    <a:pt x="101507" y="180637"/>
                    <a:pt x="101709" y="180044"/>
                    <a:pt x="101929" y="179458"/>
                  </a:cubicBezTo>
                  <a:cubicBezTo>
                    <a:pt x="102149" y="178871"/>
                    <a:pt x="102387" y="178292"/>
                    <a:pt x="102643" y="177721"/>
                  </a:cubicBezTo>
                  <a:cubicBezTo>
                    <a:pt x="102900" y="177149"/>
                    <a:pt x="103174" y="176586"/>
                    <a:pt x="103465" y="176032"/>
                  </a:cubicBezTo>
                  <a:cubicBezTo>
                    <a:pt x="103757" y="175478"/>
                    <a:pt x="104066" y="174933"/>
                    <a:pt x="104391" y="174398"/>
                  </a:cubicBezTo>
                  <a:cubicBezTo>
                    <a:pt x="104717" y="173863"/>
                    <a:pt x="105059" y="173339"/>
                    <a:pt x="105418" y="172825"/>
                  </a:cubicBezTo>
                  <a:cubicBezTo>
                    <a:pt x="105776" y="172312"/>
                    <a:pt x="106151" y="171810"/>
                    <a:pt x="106541" y="171320"/>
                  </a:cubicBezTo>
                  <a:lnTo>
                    <a:pt x="86511" y="139290"/>
                  </a:lnTo>
                  <a:cubicBezTo>
                    <a:pt x="85901" y="139426"/>
                    <a:pt x="85286" y="139542"/>
                    <a:pt x="84669" y="139639"/>
                  </a:cubicBezTo>
                  <a:cubicBezTo>
                    <a:pt x="84051" y="139737"/>
                    <a:pt x="83431" y="139815"/>
                    <a:pt x="82809" y="139873"/>
                  </a:cubicBezTo>
                  <a:cubicBezTo>
                    <a:pt x="82187" y="139932"/>
                    <a:pt x="81563" y="139971"/>
                    <a:pt x="80938" y="139990"/>
                  </a:cubicBezTo>
                  <a:cubicBezTo>
                    <a:pt x="80313" y="140010"/>
                    <a:pt x="79688" y="140010"/>
                    <a:pt x="79063" y="139990"/>
                  </a:cubicBezTo>
                  <a:cubicBezTo>
                    <a:pt x="78439" y="139971"/>
                    <a:pt x="77815" y="139932"/>
                    <a:pt x="77192" y="139873"/>
                  </a:cubicBezTo>
                  <a:cubicBezTo>
                    <a:pt x="76570" y="139815"/>
                    <a:pt x="75950" y="139737"/>
                    <a:pt x="75332" y="139639"/>
                  </a:cubicBezTo>
                  <a:cubicBezTo>
                    <a:pt x="74715" y="139542"/>
                    <a:pt x="74101" y="139426"/>
                    <a:pt x="73491" y="139290"/>
                  </a:cubicBezTo>
                  <a:lnTo>
                    <a:pt x="53471" y="171320"/>
                  </a:lnTo>
                  <a:cubicBezTo>
                    <a:pt x="53858" y="171807"/>
                    <a:pt x="54231" y="172306"/>
                    <a:pt x="54588" y="172817"/>
                  </a:cubicBezTo>
                  <a:cubicBezTo>
                    <a:pt x="54945" y="173327"/>
                    <a:pt x="55285" y="173848"/>
                    <a:pt x="55610" y="174380"/>
                  </a:cubicBezTo>
                  <a:cubicBezTo>
                    <a:pt x="55934" y="174911"/>
                    <a:pt x="56242" y="175453"/>
                    <a:pt x="56532" y="176003"/>
                  </a:cubicBezTo>
                  <a:cubicBezTo>
                    <a:pt x="56823" y="176554"/>
                    <a:pt x="57096" y="177114"/>
                    <a:pt x="57352" y="177681"/>
                  </a:cubicBezTo>
                  <a:cubicBezTo>
                    <a:pt x="57608" y="178249"/>
                    <a:pt x="57846" y="178825"/>
                    <a:pt x="58066" y="179407"/>
                  </a:cubicBezTo>
                  <a:cubicBezTo>
                    <a:pt x="58286" y="179990"/>
                    <a:pt x="58487" y="180579"/>
                    <a:pt x="58671" y="181174"/>
                  </a:cubicBezTo>
                  <a:cubicBezTo>
                    <a:pt x="58854" y="181769"/>
                    <a:pt x="59019" y="182370"/>
                    <a:pt x="59165" y="182975"/>
                  </a:cubicBezTo>
                  <a:cubicBezTo>
                    <a:pt x="59311" y="183580"/>
                    <a:pt x="59438" y="184190"/>
                    <a:pt x="59546" y="184803"/>
                  </a:cubicBezTo>
                  <a:cubicBezTo>
                    <a:pt x="59654" y="185417"/>
                    <a:pt x="59742" y="186033"/>
                    <a:pt x="59812" y="186652"/>
                  </a:cubicBezTo>
                  <a:cubicBezTo>
                    <a:pt x="59882" y="187271"/>
                    <a:pt x="59932" y="187891"/>
                    <a:pt x="59963" y="188513"/>
                  </a:cubicBezTo>
                  <a:cubicBezTo>
                    <a:pt x="59994" y="189135"/>
                    <a:pt x="60005" y="189758"/>
                    <a:pt x="59998" y="190380"/>
                  </a:cubicBezTo>
                  <a:cubicBezTo>
                    <a:pt x="59990" y="191003"/>
                    <a:pt x="59963" y="191625"/>
                    <a:pt x="59916" y="192246"/>
                  </a:cubicBezTo>
                  <a:cubicBezTo>
                    <a:pt x="59870" y="192867"/>
                    <a:pt x="59804" y="193486"/>
                    <a:pt x="59719" y="194103"/>
                  </a:cubicBezTo>
                  <a:cubicBezTo>
                    <a:pt x="59634" y="194720"/>
                    <a:pt x="59529" y="195334"/>
                    <a:pt x="59406" y="195944"/>
                  </a:cubicBezTo>
                  <a:cubicBezTo>
                    <a:pt x="59283" y="196555"/>
                    <a:pt x="59141" y="197161"/>
                    <a:pt x="58980" y="197763"/>
                  </a:cubicBezTo>
                  <a:cubicBezTo>
                    <a:pt x="58819" y="198364"/>
                    <a:pt x="58639" y="198960"/>
                    <a:pt x="58441" y="199551"/>
                  </a:cubicBezTo>
                  <a:cubicBezTo>
                    <a:pt x="58243" y="200141"/>
                    <a:pt x="58026" y="200725"/>
                    <a:pt x="57792" y="201302"/>
                  </a:cubicBezTo>
                  <a:cubicBezTo>
                    <a:pt x="57557" y="201879"/>
                    <a:pt x="57305" y="202448"/>
                    <a:pt x="57035" y="203009"/>
                  </a:cubicBezTo>
                  <a:cubicBezTo>
                    <a:pt x="56765" y="203570"/>
                    <a:pt x="56478" y="204123"/>
                    <a:pt x="56173" y="204666"/>
                  </a:cubicBezTo>
                  <a:cubicBezTo>
                    <a:pt x="55869" y="205209"/>
                    <a:pt x="55548" y="205743"/>
                    <a:pt x="55211" y="206266"/>
                  </a:cubicBezTo>
                  <a:cubicBezTo>
                    <a:pt x="54873" y="206790"/>
                    <a:pt x="54519" y="207302"/>
                    <a:pt x="54150" y="207803"/>
                  </a:cubicBezTo>
                  <a:cubicBezTo>
                    <a:pt x="53780" y="208305"/>
                    <a:pt x="53396" y="208794"/>
                    <a:pt x="52996" y="209272"/>
                  </a:cubicBezTo>
                  <a:cubicBezTo>
                    <a:pt x="52596" y="209749"/>
                    <a:pt x="52181" y="210214"/>
                    <a:pt x="51752" y="210665"/>
                  </a:cubicBezTo>
                  <a:cubicBezTo>
                    <a:pt x="51324" y="211116"/>
                    <a:pt x="50881" y="211555"/>
                    <a:pt x="50425" y="211978"/>
                  </a:cubicBezTo>
                  <a:cubicBezTo>
                    <a:pt x="49969" y="212402"/>
                    <a:pt x="49499" y="212812"/>
                    <a:pt x="49018" y="213207"/>
                  </a:cubicBezTo>
                  <a:cubicBezTo>
                    <a:pt x="48536" y="213601"/>
                    <a:pt x="48043" y="213981"/>
                    <a:pt x="47537" y="214345"/>
                  </a:cubicBezTo>
                  <a:cubicBezTo>
                    <a:pt x="47032" y="214709"/>
                    <a:pt x="46516" y="215057"/>
                    <a:pt x="45989" y="215389"/>
                  </a:cubicBezTo>
                  <a:cubicBezTo>
                    <a:pt x="45462" y="215721"/>
                    <a:pt x="44925" y="216036"/>
                    <a:pt x="44379" y="216335"/>
                  </a:cubicBezTo>
                  <a:cubicBezTo>
                    <a:pt x="43832" y="216633"/>
                    <a:pt x="43276" y="216915"/>
                    <a:pt x="42712" y="217178"/>
                  </a:cubicBezTo>
                  <a:cubicBezTo>
                    <a:pt x="42148" y="217442"/>
                    <a:pt x="41576" y="217688"/>
                    <a:pt x="40997" y="217917"/>
                  </a:cubicBezTo>
                  <a:cubicBezTo>
                    <a:pt x="40418" y="218145"/>
                    <a:pt x="39831" y="218355"/>
                    <a:pt x="39239" y="218547"/>
                  </a:cubicBezTo>
                  <a:cubicBezTo>
                    <a:pt x="38647" y="218739"/>
                    <a:pt x="38048" y="218912"/>
                    <a:pt x="37445" y="219066"/>
                  </a:cubicBezTo>
                  <a:cubicBezTo>
                    <a:pt x="36842" y="219221"/>
                    <a:pt x="36234" y="219357"/>
                    <a:pt x="35623" y="219473"/>
                  </a:cubicBezTo>
                  <a:cubicBezTo>
                    <a:pt x="35011" y="219590"/>
                    <a:pt x="34396" y="219688"/>
                    <a:pt x="33778" y="219766"/>
                  </a:cubicBezTo>
                  <a:cubicBezTo>
                    <a:pt x="33160" y="219845"/>
                    <a:pt x="32540" y="219904"/>
                    <a:pt x="31919" y="219944"/>
                  </a:cubicBezTo>
                  <a:cubicBezTo>
                    <a:pt x="31298" y="219983"/>
                    <a:pt x="30675" y="220004"/>
                    <a:pt x="30053" y="220005"/>
                  </a:cubicBezTo>
                  <a:cubicBezTo>
                    <a:pt x="29430" y="220006"/>
                    <a:pt x="28807" y="219988"/>
                    <a:pt x="28186" y="219950"/>
                  </a:cubicBezTo>
                  <a:cubicBezTo>
                    <a:pt x="27564" y="219912"/>
                    <a:pt x="26944" y="219855"/>
                    <a:pt x="26326" y="219779"/>
                  </a:cubicBezTo>
                  <a:cubicBezTo>
                    <a:pt x="25708" y="219703"/>
                    <a:pt x="25093" y="219607"/>
                    <a:pt x="24481" y="219493"/>
                  </a:cubicBezTo>
                  <a:cubicBezTo>
                    <a:pt x="23869" y="219378"/>
                    <a:pt x="23260" y="219245"/>
                    <a:pt x="22657" y="219092"/>
                  </a:cubicBezTo>
                  <a:cubicBezTo>
                    <a:pt x="22053" y="218940"/>
                    <a:pt x="21454" y="218769"/>
                    <a:pt x="20861" y="218579"/>
                  </a:cubicBezTo>
                  <a:cubicBezTo>
                    <a:pt x="20268" y="218389"/>
                    <a:pt x="19681" y="218181"/>
                    <a:pt x="19101" y="217955"/>
                  </a:cubicBezTo>
                  <a:cubicBezTo>
                    <a:pt x="18521" y="217729"/>
                    <a:pt x="17948" y="217485"/>
                    <a:pt x="17383" y="217223"/>
                  </a:cubicBezTo>
                  <a:cubicBezTo>
                    <a:pt x="16818" y="216961"/>
                    <a:pt x="16261" y="216681"/>
                    <a:pt x="15714" y="216385"/>
                  </a:cubicBezTo>
                  <a:cubicBezTo>
                    <a:pt x="15166" y="216088"/>
                    <a:pt x="14628" y="215775"/>
                    <a:pt x="14100" y="215445"/>
                  </a:cubicBezTo>
                  <a:cubicBezTo>
                    <a:pt x="13572" y="215115"/>
                    <a:pt x="13054" y="214769"/>
                    <a:pt x="12548" y="214406"/>
                  </a:cubicBezTo>
                  <a:cubicBezTo>
                    <a:pt x="12041" y="214044"/>
                    <a:pt x="11546" y="213666"/>
                    <a:pt x="11063" y="213273"/>
                  </a:cubicBezTo>
                  <a:cubicBezTo>
                    <a:pt x="10581" y="212880"/>
                    <a:pt x="10110" y="212472"/>
                    <a:pt x="9652" y="212050"/>
                  </a:cubicBezTo>
                  <a:cubicBezTo>
                    <a:pt x="9195" y="211628"/>
                    <a:pt x="8751" y="211191"/>
                    <a:pt x="8320" y="210741"/>
                  </a:cubicBezTo>
                  <a:cubicBezTo>
                    <a:pt x="7890" y="210291"/>
                    <a:pt x="7474" y="209828"/>
                    <a:pt x="7072" y="209352"/>
                  </a:cubicBezTo>
                  <a:cubicBezTo>
                    <a:pt x="6670" y="208876"/>
                    <a:pt x="6284" y="208388"/>
                    <a:pt x="5913" y="207888"/>
                  </a:cubicBezTo>
                  <a:cubicBezTo>
                    <a:pt x="5541" y="207388"/>
                    <a:pt x="5186" y="206877"/>
                    <a:pt x="4847" y="206354"/>
                  </a:cubicBezTo>
                  <a:cubicBezTo>
                    <a:pt x="4507" y="205832"/>
                    <a:pt x="4184" y="205300"/>
                    <a:pt x="3878" y="204758"/>
                  </a:cubicBezTo>
                  <a:cubicBezTo>
                    <a:pt x="3572" y="204216"/>
                    <a:pt x="3283" y="203664"/>
                    <a:pt x="3011" y="203104"/>
                  </a:cubicBezTo>
                  <a:cubicBezTo>
                    <a:pt x="2739" y="202544"/>
                    <a:pt x="2484" y="201975"/>
                    <a:pt x="2248" y="201399"/>
                  </a:cubicBezTo>
                  <a:cubicBezTo>
                    <a:pt x="2012" y="200823"/>
                    <a:pt x="1793" y="200240"/>
                    <a:pt x="1593" y="199650"/>
                  </a:cubicBezTo>
                  <a:cubicBezTo>
                    <a:pt x="1393" y="199061"/>
                    <a:pt x="1211" y="198465"/>
                    <a:pt x="1048" y="197864"/>
                  </a:cubicBezTo>
                  <a:cubicBezTo>
                    <a:pt x="885" y="197263"/>
                    <a:pt x="740" y="196657"/>
                    <a:pt x="615" y="196047"/>
                  </a:cubicBezTo>
                  <a:cubicBezTo>
                    <a:pt x="489" y="195438"/>
                    <a:pt x="383" y="194824"/>
                    <a:pt x="296" y="194207"/>
                  </a:cubicBezTo>
                  <a:cubicBezTo>
                    <a:pt x="209" y="193591"/>
                    <a:pt x="141" y="192972"/>
                    <a:pt x="92" y="192351"/>
                  </a:cubicBezTo>
                  <a:cubicBezTo>
                    <a:pt x="43" y="191730"/>
                    <a:pt x="14" y="191108"/>
                    <a:pt x="4" y="190486"/>
                  </a:cubicBezTo>
                  <a:cubicBezTo>
                    <a:pt x="-6" y="189863"/>
                    <a:pt x="3" y="189240"/>
                    <a:pt x="32" y="188618"/>
                  </a:cubicBezTo>
                  <a:cubicBezTo>
                    <a:pt x="61" y="187996"/>
                    <a:pt x="109" y="187375"/>
                    <a:pt x="176" y="186756"/>
                  </a:cubicBezTo>
                  <a:cubicBezTo>
                    <a:pt x="244" y="186137"/>
                    <a:pt x="331" y="185520"/>
                    <a:pt x="436" y="184907"/>
                  </a:cubicBezTo>
                  <a:cubicBezTo>
                    <a:pt x="542" y="184293"/>
                    <a:pt x="667" y="183683"/>
                    <a:pt x="811" y="183077"/>
                  </a:cubicBezTo>
                  <a:cubicBezTo>
                    <a:pt x="955" y="182471"/>
                    <a:pt x="1117" y="181870"/>
                    <a:pt x="1298" y="181275"/>
                  </a:cubicBezTo>
                  <a:cubicBezTo>
                    <a:pt x="1480" y="180679"/>
                    <a:pt x="1679" y="180089"/>
                    <a:pt x="1897" y="179506"/>
                  </a:cubicBezTo>
                  <a:cubicBezTo>
                    <a:pt x="2115" y="178922"/>
                    <a:pt x="2351" y="178346"/>
                    <a:pt x="2605" y="177777"/>
                  </a:cubicBezTo>
                  <a:cubicBezTo>
                    <a:pt x="2859" y="177209"/>
                    <a:pt x="3130" y="176648"/>
                    <a:pt x="3419" y="176097"/>
                  </a:cubicBezTo>
                  <a:cubicBezTo>
                    <a:pt x="3708" y="175545"/>
                    <a:pt x="4013" y="175002"/>
                    <a:pt x="4336" y="174470"/>
                  </a:cubicBezTo>
                  <a:cubicBezTo>
                    <a:pt x="4658" y="173937"/>
                    <a:pt x="4997" y="173414"/>
                    <a:pt x="5352" y="172903"/>
                  </a:cubicBezTo>
                  <a:cubicBezTo>
                    <a:pt x="5707" y="172391"/>
                    <a:pt x="6078" y="171891"/>
                    <a:pt x="6464" y="171402"/>
                  </a:cubicBezTo>
                  <a:cubicBezTo>
                    <a:pt x="6850" y="170914"/>
                    <a:pt x="7251" y="170437"/>
                    <a:pt x="7667" y="169974"/>
                  </a:cubicBezTo>
                  <a:cubicBezTo>
                    <a:pt x="8083" y="169510"/>
                    <a:pt x="8513" y="169060"/>
                    <a:pt x="8957" y="168623"/>
                  </a:cubicBezTo>
                  <a:cubicBezTo>
                    <a:pt x="9401" y="168186"/>
                    <a:pt x="9858" y="167764"/>
                    <a:pt x="10328" y="167355"/>
                  </a:cubicBezTo>
                  <a:cubicBezTo>
                    <a:pt x="10798" y="166947"/>
                    <a:pt x="11281" y="166553"/>
                    <a:pt x="11775" y="166175"/>
                  </a:cubicBezTo>
                  <a:cubicBezTo>
                    <a:pt x="12270" y="165797"/>
                    <a:pt x="12776" y="165434"/>
                    <a:pt x="13293" y="165087"/>
                  </a:cubicBezTo>
                  <a:cubicBezTo>
                    <a:pt x="13811" y="164741"/>
                    <a:pt x="14338" y="164410"/>
                    <a:pt x="14876" y="164096"/>
                  </a:cubicBezTo>
                  <a:cubicBezTo>
                    <a:pt x="15414" y="163782"/>
                    <a:pt x="15961" y="163485"/>
                    <a:pt x="16518" y="163205"/>
                  </a:cubicBezTo>
                  <a:cubicBezTo>
                    <a:pt x="17074" y="162925"/>
                    <a:pt x="17639" y="162663"/>
                    <a:pt x="18211" y="162418"/>
                  </a:cubicBezTo>
                  <a:cubicBezTo>
                    <a:pt x="18784" y="162174"/>
                    <a:pt x="19364" y="161947"/>
                    <a:pt x="19950" y="161738"/>
                  </a:cubicBezTo>
                  <a:cubicBezTo>
                    <a:pt x="20537" y="161530"/>
                    <a:pt x="21130" y="161339"/>
                    <a:pt x="21729" y="161168"/>
                  </a:cubicBezTo>
                  <a:cubicBezTo>
                    <a:pt x="22327" y="160996"/>
                    <a:pt x="22931" y="160843"/>
                    <a:pt x="23539" y="160709"/>
                  </a:cubicBezTo>
                  <a:cubicBezTo>
                    <a:pt x="24147" y="160575"/>
                    <a:pt x="24759" y="160460"/>
                    <a:pt x="25374" y="160364"/>
                  </a:cubicBezTo>
                  <a:cubicBezTo>
                    <a:pt x="25990" y="160268"/>
                    <a:pt x="26608" y="160191"/>
                    <a:pt x="27228" y="160133"/>
                  </a:cubicBezTo>
                  <a:cubicBezTo>
                    <a:pt x="27848" y="160076"/>
                    <a:pt x="28469" y="160038"/>
                    <a:pt x="29092" y="160019"/>
                  </a:cubicBezTo>
                  <a:cubicBezTo>
                    <a:pt x="29714" y="160000"/>
                    <a:pt x="30337" y="160000"/>
                    <a:pt x="30959" y="160020"/>
                  </a:cubicBezTo>
                  <a:cubicBezTo>
                    <a:pt x="31582" y="160040"/>
                    <a:pt x="32203" y="160080"/>
                    <a:pt x="32823" y="160138"/>
                  </a:cubicBezTo>
                  <a:cubicBezTo>
                    <a:pt x="33443" y="160197"/>
                    <a:pt x="34061" y="160275"/>
                    <a:pt x="34676" y="160372"/>
                  </a:cubicBezTo>
                  <a:cubicBezTo>
                    <a:pt x="35291" y="160469"/>
                    <a:pt x="35903" y="160585"/>
                    <a:pt x="36511" y="160720"/>
                  </a:cubicBezTo>
                  <a:lnTo>
                    <a:pt x="56531" y="128680"/>
                  </a:lnTo>
                  <a:cubicBezTo>
                    <a:pt x="56147" y="128198"/>
                    <a:pt x="55778" y="127705"/>
                    <a:pt x="55425" y="127201"/>
                  </a:cubicBezTo>
                  <a:cubicBezTo>
                    <a:pt x="55071" y="126697"/>
                    <a:pt x="54734" y="126182"/>
                    <a:pt x="54412" y="125657"/>
                  </a:cubicBezTo>
                  <a:cubicBezTo>
                    <a:pt x="54090" y="125132"/>
                    <a:pt x="53785" y="124597"/>
                    <a:pt x="53496" y="124053"/>
                  </a:cubicBezTo>
                  <a:cubicBezTo>
                    <a:pt x="53207" y="123509"/>
                    <a:pt x="52935" y="122957"/>
                    <a:pt x="52680" y="122396"/>
                  </a:cubicBezTo>
                  <a:cubicBezTo>
                    <a:pt x="52426" y="121836"/>
                    <a:pt x="52188" y="121268"/>
                    <a:pt x="51968" y="120692"/>
                  </a:cubicBezTo>
                  <a:cubicBezTo>
                    <a:pt x="51749" y="120117"/>
                    <a:pt x="51547" y="119535"/>
                    <a:pt x="51363" y="118948"/>
                  </a:cubicBezTo>
                  <a:cubicBezTo>
                    <a:pt x="51179" y="118360"/>
                    <a:pt x="51013" y="117767"/>
                    <a:pt x="50865" y="117169"/>
                  </a:cubicBezTo>
                  <a:cubicBezTo>
                    <a:pt x="50718" y="116572"/>
                    <a:pt x="50589" y="115969"/>
                    <a:pt x="50478" y="115364"/>
                  </a:cubicBezTo>
                  <a:cubicBezTo>
                    <a:pt x="50368" y="114758"/>
                    <a:pt x="50276" y="114149"/>
                    <a:pt x="50203" y="113537"/>
                  </a:cubicBezTo>
                  <a:cubicBezTo>
                    <a:pt x="50130" y="112926"/>
                    <a:pt x="50076" y="112313"/>
                    <a:pt x="50041" y="111698"/>
                  </a:cubicBezTo>
                  <a:cubicBezTo>
                    <a:pt x="50006" y="111083"/>
                    <a:pt x="49989" y="110468"/>
                    <a:pt x="49992" y="109852"/>
                  </a:cubicBezTo>
                  <a:cubicBezTo>
                    <a:pt x="49995" y="109236"/>
                    <a:pt x="50017" y="108621"/>
                    <a:pt x="50057" y="108006"/>
                  </a:cubicBezTo>
                  <a:cubicBezTo>
                    <a:pt x="50098" y="107392"/>
                    <a:pt x="50157" y="106779"/>
                    <a:pt x="50235" y="106168"/>
                  </a:cubicBezTo>
                  <a:cubicBezTo>
                    <a:pt x="50314" y="105557"/>
                    <a:pt x="50411" y="104949"/>
                    <a:pt x="50527" y="104344"/>
                  </a:cubicBezTo>
                  <a:cubicBezTo>
                    <a:pt x="50642" y="103740"/>
                    <a:pt x="50777" y="103139"/>
                    <a:pt x="50929" y="102542"/>
                  </a:cubicBezTo>
                  <a:cubicBezTo>
                    <a:pt x="51082" y="101946"/>
                    <a:pt x="51253" y="101354"/>
                    <a:pt x="51442" y="100768"/>
                  </a:cubicBezTo>
                  <a:cubicBezTo>
                    <a:pt x="51631" y="100182"/>
                    <a:pt x="51838" y="99602"/>
                    <a:pt x="52063" y="99029"/>
                  </a:cubicBezTo>
                  <a:cubicBezTo>
                    <a:pt x="52288" y="98456"/>
                    <a:pt x="52531" y="97890"/>
                    <a:pt x="52790" y="97331"/>
                  </a:cubicBezTo>
                  <a:cubicBezTo>
                    <a:pt x="53050" y="96773"/>
                    <a:pt x="53327" y="96223"/>
                    <a:pt x="53620" y="95682"/>
                  </a:cubicBezTo>
                  <a:cubicBezTo>
                    <a:pt x="53914" y="95140"/>
                    <a:pt x="54224" y="94608"/>
                    <a:pt x="54550" y="94086"/>
                  </a:cubicBezTo>
                  <a:cubicBezTo>
                    <a:pt x="54876" y="93564"/>
                    <a:pt x="55219" y="93052"/>
                    <a:pt x="55576" y="92551"/>
                  </a:cubicBezTo>
                  <a:cubicBezTo>
                    <a:pt x="55934" y="92050"/>
                    <a:pt x="56307" y="91560"/>
                    <a:pt x="56695" y="91082"/>
                  </a:cubicBezTo>
                  <a:cubicBezTo>
                    <a:pt x="57083" y="90603"/>
                    <a:pt x="57486" y="90137"/>
                    <a:pt x="57902" y="89684"/>
                  </a:cubicBezTo>
                  <a:cubicBezTo>
                    <a:pt x="58319" y="89231"/>
                    <a:pt x="58750" y="88790"/>
                    <a:pt x="59193" y="88363"/>
                  </a:cubicBezTo>
                  <a:cubicBezTo>
                    <a:pt x="59637" y="87936"/>
                    <a:pt x="60094" y="87523"/>
                    <a:pt x="60563" y="87125"/>
                  </a:cubicBezTo>
                  <a:cubicBezTo>
                    <a:pt x="61032" y="86726"/>
                    <a:pt x="61513" y="86342"/>
                    <a:pt x="62006" y="85972"/>
                  </a:cubicBezTo>
                  <a:cubicBezTo>
                    <a:pt x="62499" y="85603"/>
                    <a:pt x="63003" y="85249"/>
                    <a:pt x="63518" y="84911"/>
                  </a:cubicBezTo>
                  <a:cubicBezTo>
                    <a:pt x="64032" y="84573"/>
                    <a:pt x="64557" y="84251"/>
                    <a:pt x="65091" y="83945"/>
                  </a:cubicBezTo>
                  <a:cubicBezTo>
                    <a:pt x="65626" y="83639"/>
                    <a:pt x="66170" y="83350"/>
                    <a:pt x="66722" y="83078"/>
                  </a:cubicBezTo>
                  <a:cubicBezTo>
                    <a:pt x="67274" y="82805"/>
                    <a:pt x="67834" y="82550"/>
                    <a:pt x="68402" y="82312"/>
                  </a:cubicBezTo>
                  <a:cubicBezTo>
                    <a:pt x="68970" y="82074"/>
                    <a:pt x="69545" y="81854"/>
                    <a:pt x="70127" y="81652"/>
                  </a:cubicBezTo>
                  <a:cubicBezTo>
                    <a:pt x="70708" y="81449"/>
                    <a:pt x="71296" y="81265"/>
                    <a:pt x="71889" y="81098"/>
                  </a:cubicBezTo>
                  <a:cubicBezTo>
                    <a:pt x="72482" y="80932"/>
                    <a:pt x="73079" y="80784"/>
                    <a:pt x="73681" y="80654"/>
                  </a:cubicBezTo>
                  <a:cubicBezTo>
                    <a:pt x="74283" y="80525"/>
                    <a:pt x="74889" y="80414"/>
                    <a:pt x="75498" y="80322"/>
                  </a:cubicBezTo>
                  <a:cubicBezTo>
                    <a:pt x="76107" y="80229"/>
                    <a:pt x="76718" y="80156"/>
                    <a:pt x="77331" y="80101"/>
                  </a:cubicBezTo>
                  <a:cubicBezTo>
                    <a:pt x="77945" y="80047"/>
                    <a:pt x="78560" y="80011"/>
                    <a:pt x="79175" y="79994"/>
                  </a:cubicBezTo>
                  <a:cubicBezTo>
                    <a:pt x="79791" y="79978"/>
                    <a:pt x="80406" y="79980"/>
                    <a:pt x="81022" y="80001"/>
                  </a:cubicBezTo>
                  <a:cubicBezTo>
                    <a:pt x="81637" y="80022"/>
                    <a:pt x="82252" y="80062"/>
                    <a:pt x="82865" y="80121"/>
                  </a:cubicBezTo>
                  <a:cubicBezTo>
                    <a:pt x="83477" y="80180"/>
                    <a:pt x="84088" y="80258"/>
                    <a:pt x="84697" y="80354"/>
                  </a:cubicBezTo>
                  <a:cubicBezTo>
                    <a:pt x="85305" y="80451"/>
                    <a:pt x="85910" y="80566"/>
                    <a:pt x="86511" y="80700"/>
                  </a:cubicBezTo>
                  <a:lnTo>
                    <a:pt x="106531" y="48680"/>
                  </a:lnTo>
                  <a:cubicBezTo>
                    <a:pt x="106143" y="48192"/>
                    <a:pt x="105770" y="47693"/>
                    <a:pt x="105413" y="47182"/>
                  </a:cubicBezTo>
                  <a:cubicBezTo>
                    <a:pt x="105056" y="46671"/>
                    <a:pt x="104715" y="46149"/>
                    <a:pt x="104391" y="45617"/>
                  </a:cubicBezTo>
                  <a:cubicBezTo>
                    <a:pt x="104066" y="45085"/>
                    <a:pt x="103759" y="44543"/>
                    <a:pt x="103468" y="43992"/>
                  </a:cubicBezTo>
                  <a:cubicBezTo>
                    <a:pt x="103177" y="43441"/>
                    <a:pt x="102904" y="42881"/>
                    <a:pt x="102648" y="42312"/>
                  </a:cubicBezTo>
                  <a:cubicBezTo>
                    <a:pt x="102393" y="41744"/>
                    <a:pt x="102155" y="41168"/>
                    <a:pt x="101935" y="40585"/>
                  </a:cubicBezTo>
                  <a:cubicBezTo>
                    <a:pt x="101715" y="40002"/>
                    <a:pt x="101513" y="39412"/>
                    <a:pt x="101330" y="38817"/>
                  </a:cubicBezTo>
                  <a:cubicBezTo>
                    <a:pt x="101147" y="38221"/>
                    <a:pt x="100982" y="37620"/>
                    <a:pt x="100837" y="37014"/>
                  </a:cubicBezTo>
                  <a:cubicBezTo>
                    <a:pt x="100691" y="36408"/>
                    <a:pt x="100564" y="35798"/>
                    <a:pt x="100457" y="35184"/>
                  </a:cubicBezTo>
                  <a:cubicBezTo>
                    <a:pt x="100349" y="34570"/>
                    <a:pt x="100260" y="33953"/>
                    <a:pt x="100191" y="33334"/>
                  </a:cubicBezTo>
                  <a:cubicBezTo>
                    <a:pt x="100122" y="32715"/>
                    <a:pt x="100072" y="32093"/>
                    <a:pt x="100041" y="31471"/>
                  </a:cubicBezTo>
                  <a:cubicBezTo>
                    <a:pt x="100011" y="30849"/>
                    <a:pt x="100000" y="30226"/>
                    <a:pt x="100008" y="29602"/>
                  </a:cubicBezTo>
                  <a:cubicBezTo>
                    <a:pt x="100016" y="28979"/>
                    <a:pt x="100044" y="28357"/>
                    <a:pt x="100091" y="27735"/>
                  </a:cubicBezTo>
                  <a:cubicBezTo>
                    <a:pt x="100138" y="27114"/>
                    <a:pt x="100204" y="26494"/>
                    <a:pt x="100290" y="25877"/>
                  </a:cubicBezTo>
                  <a:cubicBezTo>
                    <a:pt x="100376" y="25260"/>
                    <a:pt x="100480" y="24645"/>
                    <a:pt x="100604" y="24035"/>
                  </a:cubicBezTo>
                  <a:cubicBezTo>
                    <a:pt x="100728" y="23424"/>
                    <a:pt x="100871" y="22817"/>
                    <a:pt x="101033" y="22215"/>
                  </a:cubicBezTo>
                  <a:cubicBezTo>
                    <a:pt x="101195" y="21614"/>
                    <a:pt x="101375" y="21017"/>
                    <a:pt x="101574" y="20427"/>
                  </a:cubicBezTo>
                  <a:cubicBezTo>
                    <a:pt x="101773" y="19836"/>
                    <a:pt x="101990" y="19252"/>
                    <a:pt x="102225" y="18675"/>
                  </a:cubicBezTo>
                  <a:cubicBezTo>
                    <a:pt x="102460" y="18098"/>
                    <a:pt x="102713" y="17528"/>
                    <a:pt x="102984" y="16967"/>
                  </a:cubicBezTo>
                  <a:cubicBezTo>
                    <a:pt x="103255" y="16406"/>
                    <a:pt x="103543" y="15853"/>
                    <a:pt x="103848" y="15310"/>
                  </a:cubicBezTo>
                  <a:cubicBezTo>
                    <a:pt x="104153" y="14766"/>
                    <a:pt x="104475" y="14233"/>
                    <a:pt x="104814" y="13709"/>
                  </a:cubicBezTo>
                  <a:cubicBezTo>
                    <a:pt x="105152" y="13186"/>
                    <a:pt x="105507" y="12673"/>
                    <a:pt x="105877" y="12172"/>
                  </a:cubicBezTo>
                  <a:cubicBezTo>
                    <a:pt x="106247" y="11671"/>
                    <a:pt x="106633" y="11182"/>
                    <a:pt x="107034" y="10704"/>
                  </a:cubicBezTo>
                  <a:cubicBezTo>
                    <a:pt x="107435" y="10227"/>
                    <a:pt x="107850" y="9763"/>
                    <a:pt x="108280" y="9312"/>
                  </a:cubicBezTo>
                  <a:cubicBezTo>
                    <a:pt x="108710" y="8860"/>
                    <a:pt x="109153" y="8422"/>
                    <a:pt x="109610" y="7999"/>
                  </a:cubicBezTo>
                  <a:cubicBezTo>
                    <a:pt x="110067" y="7575"/>
                    <a:pt x="110537" y="7166"/>
                    <a:pt x="111020" y="6772"/>
                  </a:cubicBezTo>
                  <a:cubicBezTo>
                    <a:pt x="111502" y="6377"/>
                    <a:pt x="111997" y="5998"/>
                    <a:pt x="112503" y="5634"/>
                  </a:cubicBezTo>
                  <a:cubicBezTo>
                    <a:pt x="113009" y="5271"/>
                    <a:pt x="113527" y="4923"/>
                    <a:pt x="114054" y="4592"/>
                  </a:cubicBezTo>
                  <a:cubicBezTo>
                    <a:pt x="114582" y="4261"/>
                    <a:pt x="115120" y="3946"/>
                    <a:pt x="115667" y="3648"/>
                  </a:cubicBezTo>
                  <a:cubicBezTo>
                    <a:pt x="116215" y="3350"/>
                    <a:pt x="116771" y="3069"/>
                    <a:pt x="117336" y="2806"/>
                  </a:cubicBezTo>
                  <a:cubicBezTo>
                    <a:pt x="117901" y="2543"/>
                    <a:pt x="118474" y="2298"/>
                    <a:pt x="119054" y="2070"/>
                  </a:cubicBezTo>
                  <a:cubicBezTo>
                    <a:pt x="119634" y="1843"/>
                    <a:pt x="120221" y="1633"/>
                    <a:pt x="120814" y="1443"/>
                  </a:cubicBezTo>
                  <a:cubicBezTo>
                    <a:pt x="121408" y="1252"/>
                    <a:pt x="122007" y="1079"/>
                    <a:pt x="122611" y="926"/>
                  </a:cubicBezTo>
                  <a:cubicBezTo>
                    <a:pt x="123214" y="772"/>
                    <a:pt x="123823" y="637"/>
                    <a:pt x="124435" y="522"/>
                  </a:cubicBezTo>
                  <a:cubicBezTo>
                    <a:pt x="125048" y="406"/>
                    <a:pt x="125663" y="309"/>
                    <a:pt x="126282" y="232"/>
                  </a:cubicBezTo>
                  <a:cubicBezTo>
                    <a:pt x="126900" y="155"/>
                    <a:pt x="127521" y="97"/>
                    <a:pt x="128143" y="58"/>
                  </a:cubicBezTo>
                  <a:cubicBezTo>
                    <a:pt x="128764" y="19"/>
                    <a:pt x="129387" y="0"/>
                    <a:pt x="130011" y="0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41" name="probe-tabler-bulb" descr="bulb — Tabler contributors; preserve the bundled full upstream license. Source: https://github.com/tabler/tabler-icons/blob/a4ce1404bc6d24d3c365afe7b258d6bf6f48d62d/icons/filled/bulb.svg; SVG SHA256: 5836a64262bcb23fc45fe0fe3323685a426cb8e37a7acaa59df28f57b8f806df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42" name="probe-tabler-bulb-part-1"/>
            <p:cNvSpPr/>
            <p:nvPr/>
          </p:nvSpPr>
          <p:spPr>
            <a:xfrm>
              <a:off x="20011" y="110000"/>
              <a:ext cx="29978" cy="20000"/>
            </a:xfrm>
            <a:custGeom>
              <a:avLst/>
              <a:gdLst/>
              <a:ahLst/>
              <a:cxnLst/>
              <a:rect l="0" t="0" r="r" b="b"/>
              <a:pathLst>
                <a:path w="29978" h="20000">
                  <a:moveTo>
                    <a:pt x="19989" y="0"/>
                  </a:moveTo>
                  <a:cubicBezTo>
                    <a:pt x="20195" y="0"/>
                    <a:pt x="20400" y="7"/>
                    <a:pt x="20605" y="20"/>
                  </a:cubicBezTo>
                  <a:cubicBezTo>
                    <a:pt x="20810" y="33"/>
                    <a:pt x="21015" y="52"/>
                    <a:pt x="21219" y="77"/>
                  </a:cubicBezTo>
                  <a:cubicBezTo>
                    <a:pt x="21423" y="103"/>
                    <a:pt x="21626" y="135"/>
                    <a:pt x="21828" y="173"/>
                  </a:cubicBezTo>
                  <a:cubicBezTo>
                    <a:pt x="22030" y="211"/>
                    <a:pt x="22231" y="255"/>
                    <a:pt x="22431" y="305"/>
                  </a:cubicBezTo>
                  <a:cubicBezTo>
                    <a:pt x="22630" y="356"/>
                    <a:pt x="22828" y="412"/>
                    <a:pt x="23024" y="475"/>
                  </a:cubicBezTo>
                  <a:cubicBezTo>
                    <a:pt x="23219" y="538"/>
                    <a:pt x="23413" y="606"/>
                    <a:pt x="23605" y="681"/>
                  </a:cubicBezTo>
                  <a:cubicBezTo>
                    <a:pt x="23796" y="755"/>
                    <a:pt x="23986" y="836"/>
                    <a:pt x="24172" y="922"/>
                  </a:cubicBezTo>
                  <a:cubicBezTo>
                    <a:pt x="24359" y="1008"/>
                    <a:pt x="24543" y="1100"/>
                    <a:pt x="24724" y="1198"/>
                  </a:cubicBezTo>
                  <a:cubicBezTo>
                    <a:pt x="24905" y="1296"/>
                    <a:pt x="25083" y="1399"/>
                    <a:pt x="25257" y="1507"/>
                  </a:cubicBezTo>
                  <a:cubicBezTo>
                    <a:pt x="25432" y="1616"/>
                    <a:pt x="25603" y="1730"/>
                    <a:pt x="25771" y="1849"/>
                  </a:cubicBezTo>
                  <a:cubicBezTo>
                    <a:pt x="25938" y="1968"/>
                    <a:pt x="26102" y="2092"/>
                    <a:pt x="26262" y="2221"/>
                  </a:cubicBezTo>
                  <a:cubicBezTo>
                    <a:pt x="26422" y="2351"/>
                    <a:pt x="26578" y="2485"/>
                    <a:pt x="26730" y="2624"/>
                  </a:cubicBezTo>
                  <a:cubicBezTo>
                    <a:pt x="26881" y="2762"/>
                    <a:pt x="27029" y="2906"/>
                    <a:pt x="27171" y="3054"/>
                  </a:cubicBezTo>
                  <a:cubicBezTo>
                    <a:pt x="27314" y="3202"/>
                    <a:pt x="27453" y="3354"/>
                    <a:pt x="27586" y="3510"/>
                  </a:cubicBezTo>
                  <a:cubicBezTo>
                    <a:pt x="27719" y="3667"/>
                    <a:pt x="27848" y="3827"/>
                    <a:pt x="27971" y="3992"/>
                  </a:cubicBezTo>
                  <a:cubicBezTo>
                    <a:pt x="28095" y="4156"/>
                    <a:pt x="28213" y="4324"/>
                    <a:pt x="28327" y="4496"/>
                  </a:cubicBezTo>
                  <a:cubicBezTo>
                    <a:pt x="28440" y="4667"/>
                    <a:pt x="28548" y="4842"/>
                    <a:pt x="28650" y="5021"/>
                  </a:cubicBezTo>
                  <a:cubicBezTo>
                    <a:pt x="28752" y="5199"/>
                    <a:pt x="28849" y="5380"/>
                    <a:pt x="28940" y="5565"/>
                  </a:cubicBezTo>
                  <a:cubicBezTo>
                    <a:pt x="29032" y="5749"/>
                    <a:pt x="29117" y="5936"/>
                    <a:pt x="29197" y="6126"/>
                  </a:cubicBezTo>
                  <a:cubicBezTo>
                    <a:pt x="29276" y="6315"/>
                    <a:pt x="29350" y="6507"/>
                    <a:pt x="29418" y="6701"/>
                  </a:cubicBezTo>
                  <a:cubicBezTo>
                    <a:pt x="29486" y="6895"/>
                    <a:pt x="29548" y="7091"/>
                    <a:pt x="29603" y="7289"/>
                  </a:cubicBezTo>
                  <a:cubicBezTo>
                    <a:pt x="29659" y="7487"/>
                    <a:pt x="29709" y="7687"/>
                    <a:pt x="29752" y="7888"/>
                  </a:cubicBezTo>
                  <a:cubicBezTo>
                    <a:pt x="29796" y="8089"/>
                    <a:pt x="29833" y="8291"/>
                    <a:pt x="29864" y="8494"/>
                  </a:cubicBezTo>
                  <a:cubicBezTo>
                    <a:pt x="29895" y="8697"/>
                    <a:pt x="29919" y="8902"/>
                    <a:pt x="29938" y="9106"/>
                  </a:cubicBezTo>
                  <a:cubicBezTo>
                    <a:pt x="29956" y="9311"/>
                    <a:pt x="29968" y="9517"/>
                    <a:pt x="29974" y="9722"/>
                  </a:cubicBezTo>
                  <a:cubicBezTo>
                    <a:pt x="29980" y="9928"/>
                    <a:pt x="29979" y="10133"/>
                    <a:pt x="29972" y="10339"/>
                  </a:cubicBezTo>
                  <a:cubicBezTo>
                    <a:pt x="29965" y="10544"/>
                    <a:pt x="29952" y="10749"/>
                    <a:pt x="29932" y="10954"/>
                  </a:cubicBezTo>
                  <a:cubicBezTo>
                    <a:pt x="29913" y="11159"/>
                    <a:pt x="29887" y="11363"/>
                    <a:pt x="29854" y="11566"/>
                  </a:cubicBezTo>
                  <a:cubicBezTo>
                    <a:pt x="29822" y="11769"/>
                    <a:pt x="29784" y="11971"/>
                    <a:pt x="29739" y="12172"/>
                  </a:cubicBezTo>
                  <a:cubicBezTo>
                    <a:pt x="29695" y="12372"/>
                    <a:pt x="29644" y="12572"/>
                    <a:pt x="29587" y="12769"/>
                  </a:cubicBezTo>
                  <a:cubicBezTo>
                    <a:pt x="29530" y="12967"/>
                    <a:pt x="29467" y="13162"/>
                    <a:pt x="29398" y="13356"/>
                  </a:cubicBezTo>
                  <a:cubicBezTo>
                    <a:pt x="29329" y="13550"/>
                    <a:pt x="29254" y="13741"/>
                    <a:pt x="29173" y="13930"/>
                  </a:cubicBezTo>
                  <a:cubicBezTo>
                    <a:pt x="29092" y="14119"/>
                    <a:pt x="29006" y="14306"/>
                    <a:pt x="28913" y="14490"/>
                  </a:cubicBezTo>
                  <a:cubicBezTo>
                    <a:pt x="28821" y="14673"/>
                    <a:pt x="28723" y="14854"/>
                    <a:pt x="28620" y="15032"/>
                  </a:cubicBezTo>
                  <a:cubicBezTo>
                    <a:pt x="28516" y="15210"/>
                    <a:pt x="28407" y="15384"/>
                    <a:pt x="28293" y="15555"/>
                  </a:cubicBezTo>
                  <a:cubicBezTo>
                    <a:pt x="28179" y="15726"/>
                    <a:pt x="28059" y="15893"/>
                    <a:pt x="27935" y="16057"/>
                  </a:cubicBezTo>
                  <a:cubicBezTo>
                    <a:pt x="27810" y="16220"/>
                    <a:pt x="27681" y="16380"/>
                    <a:pt x="27546" y="16536"/>
                  </a:cubicBezTo>
                  <a:cubicBezTo>
                    <a:pt x="27412" y="16691"/>
                    <a:pt x="27273" y="16843"/>
                    <a:pt x="27129" y="16990"/>
                  </a:cubicBezTo>
                  <a:cubicBezTo>
                    <a:pt x="26985" y="17137"/>
                    <a:pt x="26837" y="17279"/>
                    <a:pt x="26685" y="17417"/>
                  </a:cubicBezTo>
                  <a:cubicBezTo>
                    <a:pt x="26532" y="17555"/>
                    <a:pt x="26376" y="17688"/>
                    <a:pt x="26215" y="17817"/>
                  </a:cubicBezTo>
                  <a:cubicBezTo>
                    <a:pt x="26054" y="17945"/>
                    <a:pt x="25889" y="18068"/>
                    <a:pt x="25721" y="18186"/>
                  </a:cubicBezTo>
                  <a:cubicBezTo>
                    <a:pt x="25553" y="18304"/>
                    <a:pt x="25381" y="18417"/>
                    <a:pt x="25206" y="18525"/>
                  </a:cubicBezTo>
                  <a:cubicBezTo>
                    <a:pt x="25030" y="18632"/>
                    <a:pt x="24852" y="18734"/>
                    <a:pt x="24670" y="18831"/>
                  </a:cubicBezTo>
                  <a:cubicBezTo>
                    <a:pt x="24489" y="18927"/>
                    <a:pt x="24304" y="19018"/>
                    <a:pt x="24117" y="19103"/>
                  </a:cubicBezTo>
                  <a:cubicBezTo>
                    <a:pt x="23930" y="19188"/>
                    <a:pt x="23740" y="19268"/>
                    <a:pt x="23548" y="19341"/>
                  </a:cubicBezTo>
                  <a:cubicBezTo>
                    <a:pt x="23356" y="19414"/>
                    <a:pt x="23162" y="19482"/>
                    <a:pt x="22966" y="19543"/>
                  </a:cubicBezTo>
                  <a:cubicBezTo>
                    <a:pt x="22769" y="19605"/>
                    <a:pt x="22571" y="19660"/>
                    <a:pt x="22372" y="19709"/>
                  </a:cubicBezTo>
                  <a:cubicBezTo>
                    <a:pt x="22172" y="19758"/>
                    <a:pt x="21971" y="19802"/>
                    <a:pt x="21769" y="19838"/>
                  </a:cubicBezTo>
                  <a:cubicBezTo>
                    <a:pt x="21566" y="19875"/>
                    <a:pt x="21363" y="19906"/>
                    <a:pt x="21159" y="19930"/>
                  </a:cubicBezTo>
                  <a:lnTo>
                    <a:pt x="19989" y="20000"/>
                  </a:lnTo>
                  <a:lnTo>
                    <a:pt x="9989" y="20000"/>
                  </a:lnTo>
                  <a:cubicBezTo>
                    <a:pt x="9783" y="20000"/>
                    <a:pt x="9578" y="19993"/>
                    <a:pt x="9373" y="19980"/>
                  </a:cubicBezTo>
                  <a:cubicBezTo>
                    <a:pt x="9167" y="19967"/>
                    <a:pt x="8963" y="19948"/>
                    <a:pt x="8759" y="19923"/>
                  </a:cubicBezTo>
                  <a:cubicBezTo>
                    <a:pt x="8555" y="19897"/>
                    <a:pt x="8351" y="19865"/>
                    <a:pt x="8149" y="19827"/>
                  </a:cubicBezTo>
                  <a:cubicBezTo>
                    <a:pt x="7947" y="19789"/>
                    <a:pt x="7746" y="19745"/>
                    <a:pt x="7547" y="19695"/>
                  </a:cubicBezTo>
                  <a:cubicBezTo>
                    <a:pt x="7348" y="19644"/>
                    <a:pt x="7150" y="19588"/>
                    <a:pt x="6954" y="19525"/>
                  </a:cubicBezTo>
                  <a:cubicBezTo>
                    <a:pt x="6758" y="19462"/>
                    <a:pt x="6565" y="19394"/>
                    <a:pt x="6373" y="19319"/>
                  </a:cubicBezTo>
                  <a:cubicBezTo>
                    <a:pt x="6181" y="19245"/>
                    <a:pt x="5992" y="19164"/>
                    <a:pt x="5806" y="19078"/>
                  </a:cubicBezTo>
                  <a:cubicBezTo>
                    <a:pt x="5619" y="18992"/>
                    <a:pt x="5435" y="18900"/>
                    <a:pt x="5254" y="18802"/>
                  </a:cubicBezTo>
                  <a:cubicBezTo>
                    <a:pt x="5073" y="18704"/>
                    <a:pt x="4895" y="18601"/>
                    <a:pt x="4720" y="18493"/>
                  </a:cubicBezTo>
                  <a:cubicBezTo>
                    <a:pt x="4546" y="18384"/>
                    <a:pt x="4375" y="18270"/>
                    <a:pt x="4207" y="18151"/>
                  </a:cubicBezTo>
                  <a:cubicBezTo>
                    <a:pt x="4039" y="18032"/>
                    <a:pt x="3876" y="17908"/>
                    <a:pt x="3716" y="17779"/>
                  </a:cubicBezTo>
                  <a:cubicBezTo>
                    <a:pt x="3556" y="17649"/>
                    <a:pt x="3400" y="17515"/>
                    <a:pt x="3248" y="17376"/>
                  </a:cubicBezTo>
                  <a:cubicBezTo>
                    <a:pt x="3096" y="17238"/>
                    <a:pt x="2949" y="17094"/>
                    <a:pt x="2806" y="16946"/>
                  </a:cubicBezTo>
                  <a:cubicBezTo>
                    <a:pt x="2664" y="16798"/>
                    <a:pt x="2525" y="16646"/>
                    <a:pt x="2392" y="16490"/>
                  </a:cubicBezTo>
                  <a:cubicBezTo>
                    <a:pt x="2258" y="16333"/>
                    <a:pt x="2130" y="16173"/>
                    <a:pt x="2006" y="16008"/>
                  </a:cubicBezTo>
                  <a:cubicBezTo>
                    <a:pt x="1883" y="15844"/>
                    <a:pt x="1764" y="15676"/>
                    <a:pt x="1651" y="15504"/>
                  </a:cubicBezTo>
                  <a:cubicBezTo>
                    <a:pt x="1538" y="15333"/>
                    <a:pt x="1430" y="15158"/>
                    <a:pt x="1328" y="14979"/>
                  </a:cubicBezTo>
                  <a:cubicBezTo>
                    <a:pt x="1225" y="14801"/>
                    <a:pt x="1129" y="14620"/>
                    <a:pt x="1037" y="14435"/>
                  </a:cubicBezTo>
                  <a:cubicBezTo>
                    <a:pt x="946" y="14251"/>
                    <a:pt x="861" y="14064"/>
                    <a:pt x="781" y="13874"/>
                  </a:cubicBezTo>
                  <a:cubicBezTo>
                    <a:pt x="701" y="13685"/>
                    <a:pt x="628" y="13493"/>
                    <a:pt x="560" y="13299"/>
                  </a:cubicBezTo>
                  <a:cubicBezTo>
                    <a:pt x="492" y="13105"/>
                    <a:pt x="430" y="12909"/>
                    <a:pt x="374" y="12711"/>
                  </a:cubicBezTo>
                  <a:cubicBezTo>
                    <a:pt x="319" y="12513"/>
                    <a:pt x="269" y="12313"/>
                    <a:pt x="226" y="12112"/>
                  </a:cubicBezTo>
                  <a:cubicBezTo>
                    <a:pt x="182" y="11911"/>
                    <a:pt x="145" y="11709"/>
                    <a:pt x="114" y="11506"/>
                  </a:cubicBezTo>
                  <a:cubicBezTo>
                    <a:pt x="83" y="11303"/>
                    <a:pt x="58" y="11098"/>
                    <a:pt x="40" y="10894"/>
                  </a:cubicBezTo>
                  <a:cubicBezTo>
                    <a:pt x="22" y="10689"/>
                    <a:pt x="10" y="10483"/>
                    <a:pt x="4" y="10278"/>
                  </a:cubicBezTo>
                  <a:cubicBezTo>
                    <a:pt x="-2" y="10072"/>
                    <a:pt x="-1" y="9867"/>
                    <a:pt x="6" y="9661"/>
                  </a:cubicBezTo>
                  <a:cubicBezTo>
                    <a:pt x="13" y="9456"/>
                    <a:pt x="26" y="9251"/>
                    <a:pt x="46" y="9046"/>
                  </a:cubicBezTo>
                  <a:cubicBezTo>
                    <a:pt x="65" y="8841"/>
                    <a:pt x="91" y="8637"/>
                    <a:pt x="123" y="8434"/>
                  </a:cubicBezTo>
                  <a:cubicBezTo>
                    <a:pt x="156" y="8231"/>
                    <a:pt x="194" y="8029"/>
                    <a:pt x="239" y="7828"/>
                  </a:cubicBezTo>
                  <a:cubicBezTo>
                    <a:pt x="283" y="7628"/>
                    <a:pt x="334" y="7428"/>
                    <a:pt x="391" y="7231"/>
                  </a:cubicBezTo>
                  <a:cubicBezTo>
                    <a:pt x="448" y="7033"/>
                    <a:pt x="511" y="6838"/>
                    <a:pt x="580" y="6644"/>
                  </a:cubicBezTo>
                  <a:cubicBezTo>
                    <a:pt x="649" y="6450"/>
                    <a:pt x="724" y="6259"/>
                    <a:pt x="805" y="6070"/>
                  </a:cubicBezTo>
                  <a:cubicBezTo>
                    <a:pt x="886" y="5881"/>
                    <a:pt x="972" y="5694"/>
                    <a:pt x="1064" y="5510"/>
                  </a:cubicBezTo>
                  <a:cubicBezTo>
                    <a:pt x="1157" y="5327"/>
                    <a:pt x="1255" y="5146"/>
                    <a:pt x="1358" y="4968"/>
                  </a:cubicBezTo>
                  <a:cubicBezTo>
                    <a:pt x="1462" y="4790"/>
                    <a:pt x="1571" y="4616"/>
                    <a:pt x="1685" y="4445"/>
                  </a:cubicBezTo>
                  <a:cubicBezTo>
                    <a:pt x="1799" y="4274"/>
                    <a:pt x="1918" y="4107"/>
                    <a:pt x="2043" y="3943"/>
                  </a:cubicBezTo>
                  <a:cubicBezTo>
                    <a:pt x="2168" y="3780"/>
                    <a:pt x="2297" y="3620"/>
                    <a:pt x="2431" y="3464"/>
                  </a:cubicBezTo>
                  <a:cubicBezTo>
                    <a:pt x="2566" y="3309"/>
                    <a:pt x="2705" y="3157"/>
                    <a:pt x="2849" y="3010"/>
                  </a:cubicBezTo>
                  <a:cubicBezTo>
                    <a:pt x="2992" y="2863"/>
                    <a:pt x="3141" y="2721"/>
                    <a:pt x="3293" y="2583"/>
                  </a:cubicBezTo>
                  <a:cubicBezTo>
                    <a:pt x="3446" y="2445"/>
                    <a:pt x="3602" y="2312"/>
                    <a:pt x="3763" y="2183"/>
                  </a:cubicBezTo>
                  <a:cubicBezTo>
                    <a:pt x="3924" y="2055"/>
                    <a:pt x="4088" y="1932"/>
                    <a:pt x="4257" y="1814"/>
                  </a:cubicBezTo>
                  <a:cubicBezTo>
                    <a:pt x="4425" y="1696"/>
                    <a:pt x="4597" y="1583"/>
                    <a:pt x="4772" y="1475"/>
                  </a:cubicBezTo>
                  <a:cubicBezTo>
                    <a:pt x="4947" y="1368"/>
                    <a:pt x="5126" y="1266"/>
                    <a:pt x="5308" y="1169"/>
                  </a:cubicBezTo>
                  <a:cubicBezTo>
                    <a:pt x="5489" y="1073"/>
                    <a:pt x="5674" y="982"/>
                    <a:pt x="5861" y="897"/>
                  </a:cubicBezTo>
                  <a:cubicBezTo>
                    <a:pt x="6048" y="812"/>
                    <a:pt x="6238" y="732"/>
                    <a:pt x="6430" y="659"/>
                  </a:cubicBezTo>
                  <a:cubicBezTo>
                    <a:pt x="6622" y="586"/>
                    <a:pt x="6816" y="518"/>
                    <a:pt x="7012" y="457"/>
                  </a:cubicBezTo>
                  <a:cubicBezTo>
                    <a:pt x="7208" y="395"/>
                    <a:pt x="7406" y="340"/>
                    <a:pt x="7606" y="291"/>
                  </a:cubicBezTo>
                  <a:cubicBezTo>
                    <a:pt x="7806" y="242"/>
                    <a:pt x="8007" y="198"/>
                    <a:pt x="8209" y="162"/>
                  </a:cubicBezTo>
                  <a:cubicBezTo>
                    <a:pt x="8411" y="125"/>
                    <a:pt x="8615" y="94"/>
                    <a:pt x="8819" y="70"/>
                  </a:cubicBezTo>
                  <a:lnTo>
                    <a:pt x="9989" y="0"/>
                  </a:lnTo>
                  <a:lnTo>
                    <a:pt x="19989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3" name="probe-tabler-bulb-part-2"/>
            <p:cNvSpPr/>
            <p:nvPr/>
          </p:nvSpPr>
          <p:spPr>
            <a:xfrm>
              <a:off x="110000" y="20000"/>
              <a:ext cx="20000" cy="29989"/>
            </a:xfrm>
            <a:custGeom>
              <a:avLst/>
              <a:gdLst/>
              <a:ahLst/>
              <a:cxnLst/>
              <a:rect l="0" t="0" r="r" b="b"/>
              <a:pathLst>
                <a:path w="20000" h="29989">
                  <a:moveTo>
                    <a:pt x="10000" y="0"/>
                  </a:moveTo>
                  <a:cubicBezTo>
                    <a:pt x="10202" y="0"/>
                    <a:pt x="10404" y="6"/>
                    <a:pt x="10605" y="18"/>
                  </a:cubicBezTo>
                  <a:cubicBezTo>
                    <a:pt x="10807" y="31"/>
                    <a:pt x="11008" y="49"/>
                    <a:pt x="11208" y="73"/>
                  </a:cubicBezTo>
                  <a:cubicBezTo>
                    <a:pt x="11409" y="98"/>
                    <a:pt x="11608" y="128"/>
                    <a:pt x="11807" y="165"/>
                  </a:cubicBezTo>
                  <a:cubicBezTo>
                    <a:pt x="12005" y="201"/>
                    <a:pt x="12203" y="244"/>
                    <a:pt x="12399" y="292"/>
                  </a:cubicBezTo>
                  <a:cubicBezTo>
                    <a:pt x="12595" y="341"/>
                    <a:pt x="12789" y="395"/>
                    <a:pt x="12982" y="455"/>
                  </a:cubicBezTo>
                  <a:cubicBezTo>
                    <a:pt x="13174" y="516"/>
                    <a:pt x="13365" y="582"/>
                    <a:pt x="13554" y="653"/>
                  </a:cubicBezTo>
                  <a:cubicBezTo>
                    <a:pt x="13743" y="725"/>
                    <a:pt x="13929" y="803"/>
                    <a:pt x="14113" y="886"/>
                  </a:cubicBezTo>
                  <a:cubicBezTo>
                    <a:pt x="14297" y="969"/>
                    <a:pt x="14479" y="1057"/>
                    <a:pt x="14657" y="1151"/>
                  </a:cubicBezTo>
                  <a:cubicBezTo>
                    <a:pt x="14836" y="1245"/>
                    <a:pt x="15012" y="1345"/>
                    <a:pt x="15184" y="1450"/>
                  </a:cubicBezTo>
                  <a:cubicBezTo>
                    <a:pt x="15357" y="1554"/>
                    <a:pt x="15526" y="1664"/>
                    <a:pt x="15692" y="1779"/>
                  </a:cubicBezTo>
                  <a:cubicBezTo>
                    <a:pt x="15858" y="1894"/>
                    <a:pt x="16021" y="2014"/>
                    <a:pt x="16179" y="2139"/>
                  </a:cubicBezTo>
                  <a:cubicBezTo>
                    <a:pt x="16338" y="2263"/>
                    <a:pt x="16493" y="2393"/>
                    <a:pt x="16644" y="2527"/>
                  </a:cubicBezTo>
                  <a:cubicBezTo>
                    <a:pt x="16795" y="2661"/>
                    <a:pt x="16941" y="2800"/>
                    <a:pt x="17084" y="2943"/>
                  </a:cubicBezTo>
                  <a:cubicBezTo>
                    <a:pt x="17226" y="3086"/>
                    <a:pt x="17364" y="3233"/>
                    <a:pt x="17498" y="3385"/>
                  </a:cubicBezTo>
                  <a:cubicBezTo>
                    <a:pt x="17631" y="3536"/>
                    <a:pt x="17760" y="3692"/>
                    <a:pt x="17885" y="3851"/>
                  </a:cubicBezTo>
                  <a:cubicBezTo>
                    <a:pt x="18009" y="4010"/>
                    <a:pt x="18128" y="4173"/>
                    <a:pt x="18242" y="4339"/>
                  </a:cubicBezTo>
                  <a:cubicBezTo>
                    <a:pt x="18357" y="4506"/>
                    <a:pt x="18466" y="4676"/>
                    <a:pt x="18570" y="4849"/>
                  </a:cubicBezTo>
                  <a:cubicBezTo>
                    <a:pt x="18674" y="5022"/>
                    <a:pt x="18772" y="5198"/>
                    <a:pt x="18866" y="5377"/>
                  </a:cubicBezTo>
                  <a:cubicBezTo>
                    <a:pt x="18959" y="5556"/>
                    <a:pt x="19047" y="5738"/>
                    <a:pt x="19129" y="5922"/>
                  </a:cubicBezTo>
                  <a:cubicBezTo>
                    <a:pt x="19212" y="6106"/>
                    <a:pt x="19288" y="6293"/>
                    <a:pt x="19359" y="6482"/>
                  </a:cubicBezTo>
                  <a:cubicBezTo>
                    <a:pt x="19430" y="6671"/>
                    <a:pt x="19496" y="6862"/>
                    <a:pt x="19555" y="7055"/>
                  </a:cubicBezTo>
                  <a:cubicBezTo>
                    <a:pt x="19615" y="7248"/>
                    <a:pt x="19668" y="7442"/>
                    <a:pt x="19716" y="7639"/>
                  </a:cubicBezTo>
                  <a:cubicBezTo>
                    <a:pt x="19764" y="7835"/>
                    <a:pt x="19805" y="8032"/>
                    <a:pt x="19841" y="8231"/>
                  </a:cubicBezTo>
                  <a:cubicBezTo>
                    <a:pt x="19877" y="8430"/>
                    <a:pt x="19906" y="8630"/>
                    <a:pt x="19930" y="8830"/>
                  </a:cubicBezTo>
                  <a:lnTo>
                    <a:pt x="20000" y="10000"/>
                  </a:lnTo>
                  <a:lnTo>
                    <a:pt x="20000" y="20000"/>
                  </a:lnTo>
                  <a:cubicBezTo>
                    <a:pt x="20000" y="20206"/>
                    <a:pt x="19993" y="20411"/>
                    <a:pt x="19980" y="20616"/>
                  </a:cubicBezTo>
                  <a:cubicBezTo>
                    <a:pt x="19967" y="20822"/>
                    <a:pt x="19948" y="21026"/>
                    <a:pt x="19923" y="21230"/>
                  </a:cubicBezTo>
                  <a:cubicBezTo>
                    <a:pt x="19897" y="21434"/>
                    <a:pt x="19865" y="21637"/>
                    <a:pt x="19827" y="21840"/>
                  </a:cubicBezTo>
                  <a:cubicBezTo>
                    <a:pt x="19789" y="22042"/>
                    <a:pt x="19745" y="22242"/>
                    <a:pt x="19695" y="22442"/>
                  </a:cubicBezTo>
                  <a:cubicBezTo>
                    <a:pt x="19644" y="22641"/>
                    <a:pt x="19588" y="22839"/>
                    <a:pt x="19525" y="23035"/>
                  </a:cubicBezTo>
                  <a:cubicBezTo>
                    <a:pt x="19462" y="23230"/>
                    <a:pt x="19394" y="23424"/>
                    <a:pt x="19319" y="23616"/>
                  </a:cubicBezTo>
                  <a:cubicBezTo>
                    <a:pt x="19245" y="23807"/>
                    <a:pt x="19164" y="23997"/>
                    <a:pt x="19078" y="24183"/>
                  </a:cubicBezTo>
                  <a:cubicBezTo>
                    <a:pt x="18992" y="24370"/>
                    <a:pt x="18900" y="24554"/>
                    <a:pt x="18802" y="24735"/>
                  </a:cubicBezTo>
                  <a:cubicBezTo>
                    <a:pt x="18704" y="24916"/>
                    <a:pt x="18601" y="25094"/>
                    <a:pt x="18493" y="25268"/>
                  </a:cubicBezTo>
                  <a:cubicBezTo>
                    <a:pt x="18384" y="25443"/>
                    <a:pt x="18270" y="25614"/>
                    <a:pt x="18151" y="25782"/>
                  </a:cubicBezTo>
                  <a:cubicBezTo>
                    <a:pt x="18032" y="25949"/>
                    <a:pt x="17908" y="26113"/>
                    <a:pt x="17779" y="26273"/>
                  </a:cubicBezTo>
                  <a:cubicBezTo>
                    <a:pt x="17649" y="26433"/>
                    <a:pt x="17515" y="26589"/>
                    <a:pt x="17376" y="26741"/>
                  </a:cubicBezTo>
                  <a:cubicBezTo>
                    <a:pt x="17238" y="26892"/>
                    <a:pt x="17094" y="27040"/>
                    <a:pt x="16946" y="27183"/>
                  </a:cubicBezTo>
                  <a:cubicBezTo>
                    <a:pt x="16798" y="27325"/>
                    <a:pt x="16646" y="27464"/>
                    <a:pt x="16490" y="27597"/>
                  </a:cubicBezTo>
                  <a:cubicBezTo>
                    <a:pt x="16333" y="27730"/>
                    <a:pt x="16173" y="27859"/>
                    <a:pt x="16008" y="27983"/>
                  </a:cubicBezTo>
                  <a:cubicBezTo>
                    <a:pt x="15844" y="28106"/>
                    <a:pt x="15676" y="28225"/>
                    <a:pt x="15504" y="28338"/>
                  </a:cubicBezTo>
                  <a:cubicBezTo>
                    <a:pt x="15333" y="28451"/>
                    <a:pt x="15158" y="28559"/>
                    <a:pt x="14979" y="28661"/>
                  </a:cubicBezTo>
                  <a:cubicBezTo>
                    <a:pt x="14801" y="28763"/>
                    <a:pt x="14620" y="28860"/>
                    <a:pt x="14435" y="28952"/>
                  </a:cubicBezTo>
                  <a:cubicBezTo>
                    <a:pt x="14251" y="29043"/>
                    <a:pt x="14064" y="29128"/>
                    <a:pt x="13874" y="29208"/>
                  </a:cubicBezTo>
                  <a:cubicBezTo>
                    <a:pt x="13685" y="29288"/>
                    <a:pt x="13493" y="29361"/>
                    <a:pt x="13299" y="29429"/>
                  </a:cubicBezTo>
                  <a:cubicBezTo>
                    <a:pt x="13105" y="29497"/>
                    <a:pt x="12909" y="29559"/>
                    <a:pt x="12711" y="29615"/>
                  </a:cubicBezTo>
                  <a:cubicBezTo>
                    <a:pt x="12513" y="29670"/>
                    <a:pt x="12313" y="29720"/>
                    <a:pt x="12112" y="29763"/>
                  </a:cubicBezTo>
                  <a:cubicBezTo>
                    <a:pt x="11911" y="29807"/>
                    <a:pt x="11709" y="29844"/>
                    <a:pt x="11506" y="29875"/>
                  </a:cubicBezTo>
                  <a:cubicBezTo>
                    <a:pt x="11303" y="29906"/>
                    <a:pt x="11098" y="29931"/>
                    <a:pt x="10894" y="29949"/>
                  </a:cubicBezTo>
                  <a:cubicBezTo>
                    <a:pt x="10689" y="29967"/>
                    <a:pt x="10483" y="29979"/>
                    <a:pt x="10278" y="29985"/>
                  </a:cubicBezTo>
                  <a:cubicBezTo>
                    <a:pt x="10072" y="29991"/>
                    <a:pt x="9867" y="29990"/>
                    <a:pt x="9661" y="29983"/>
                  </a:cubicBezTo>
                  <a:cubicBezTo>
                    <a:pt x="9456" y="29976"/>
                    <a:pt x="9251" y="29963"/>
                    <a:pt x="9046" y="29943"/>
                  </a:cubicBezTo>
                  <a:cubicBezTo>
                    <a:pt x="8841" y="29924"/>
                    <a:pt x="8637" y="29898"/>
                    <a:pt x="8434" y="29866"/>
                  </a:cubicBezTo>
                  <a:cubicBezTo>
                    <a:pt x="8231" y="29833"/>
                    <a:pt x="8029" y="29795"/>
                    <a:pt x="7828" y="29750"/>
                  </a:cubicBezTo>
                  <a:cubicBezTo>
                    <a:pt x="7628" y="29706"/>
                    <a:pt x="7428" y="29655"/>
                    <a:pt x="7231" y="29598"/>
                  </a:cubicBezTo>
                  <a:cubicBezTo>
                    <a:pt x="7033" y="29541"/>
                    <a:pt x="6838" y="29478"/>
                    <a:pt x="6644" y="29409"/>
                  </a:cubicBezTo>
                  <a:cubicBezTo>
                    <a:pt x="6450" y="29340"/>
                    <a:pt x="6259" y="29265"/>
                    <a:pt x="6070" y="29184"/>
                  </a:cubicBezTo>
                  <a:cubicBezTo>
                    <a:pt x="5881" y="29103"/>
                    <a:pt x="5694" y="29017"/>
                    <a:pt x="5510" y="28924"/>
                  </a:cubicBezTo>
                  <a:cubicBezTo>
                    <a:pt x="5327" y="28832"/>
                    <a:pt x="5146" y="28734"/>
                    <a:pt x="4968" y="28631"/>
                  </a:cubicBezTo>
                  <a:cubicBezTo>
                    <a:pt x="4790" y="28527"/>
                    <a:pt x="4616" y="28418"/>
                    <a:pt x="4445" y="28304"/>
                  </a:cubicBezTo>
                  <a:cubicBezTo>
                    <a:pt x="4274" y="28190"/>
                    <a:pt x="4107" y="28070"/>
                    <a:pt x="3943" y="27946"/>
                  </a:cubicBezTo>
                  <a:cubicBezTo>
                    <a:pt x="3780" y="27821"/>
                    <a:pt x="3620" y="27692"/>
                    <a:pt x="3464" y="27557"/>
                  </a:cubicBezTo>
                  <a:cubicBezTo>
                    <a:pt x="3309" y="27423"/>
                    <a:pt x="3157" y="27284"/>
                    <a:pt x="3010" y="27140"/>
                  </a:cubicBezTo>
                  <a:cubicBezTo>
                    <a:pt x="2863" y="26997"/>
                    <a:pt x="2721" y="26848"/>
                    <a:pt x="2583" y="26696"/>
                  </a:cubicBezTo>
                  <a:cubicBezTo>
                    <a:pt x="2445" y="26543"/>
                    <a:pt x="2312" y="26387"/>
                    <a:pt x="2183" y="26226"/>
                  </a:cubicBezTo>
                  <a:cubicBezTo>
                    <a:pt x="2055" y="26065"/>
                    <a:pt x="1932" y="25901"/>
                    <a:pt x="1814" y="25732"/>
                  </a:cubicBezTo>
                  <a:cubicBezTo>
                    <a:pt x="1696" y="25564"/>
                    <a:pt x="1583" y="25392"/>
                    <a:pt x="1475" y="25217"/>
                  </a:cubicBezTo>
                  <a:cubicBezTo>
                    <a:pt x="1368" y="25041"/>
                    <a:pt x="1266" y="24863"/>
                    <a:pt x="1169" y="24681"/>
                  </a:cubicBezTo>
                  <a:cubicBezTo>
                    <a:pt x="1073" y="24500"/>
                    <a:pt x="982" y="24315"/>
                    <a:pt x="897" y="24128"/>
                  </a:cubicBezTo>
                  <a:cubicBezTo>
                    <a:pt x="812" y="23941"/>
                    <a:pt x="732" y="23751"/>
                    <a:pt x="659" y="23559"/>
                  </a:cubicBezTo>
                  <a:cubicBezTo>
                    <a:pt x="586" y="23367"/>
                    <a:pt x="518" y="23173"/>
                    <a:pt x="457" y="22977"/>
                  </a:cubicBezTo>
                  <a:cubicBezTo>
                    <a:pt x="395" y="22780"/>
                    <a:pt x="340" y="22582"/>
                    <a:pt x="291" y="22383"/>
                  </a:cubicBezTo>
                  <a:cubicBezTo>
                    <a:pt x="242" y="22183"/>
                    <a:pt x="198" y="21982"/>
                    <a:pt x="162" y="21780"/>
                  </a:cubicBezTo>
                  <a:cubicBezTo>
                    <a:pt x="125" y="21578"/>
                    <a:pt x="94" y="21374"/>
                    <a:pt x="70" y="21170"/>
                  </a:cubicBezTo>
                  <a:lnTo>
                    <a:pt x="0" y="20000"/>
                  </a:ln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4" name="probe-tabler-bulb-part-3"/>
            <p:cNvSpPr/>
            <p:nvPr/>
          </p:nvSpPr>
          <p:spPr>
            <a:xfrm>
              <a:off x="190011" y="110000"/>
              <a:ext cx="29978" cy="20000"/>
            </a:xfrm>
            <a:custGeom>
              <a:avLst/>
              <a:gdLst/>
              <a:ahLst/>
              <a:cxnLst/>
              <a:rect l="0" t="0" r="r" b="b"/>
              <a:pathLst>
                <a:path w="29978" h="20000">
                  <a:moveTo>
                    <a:pt x="19989" y="0"/>
                  </a:moveTo>
                  <a:cubicBezTo>
                    <a:pt x="20195" y="0"/>
                    <a:pt x="20400" y="7"/>
                    <a:pt x="20605" y="20"/>
                  </a:cubicBezTo>
                  <a:cubicBezTo>
                    <a:pt x="20810" y="33"/>
                    <a:pt x="21015" y="52"/>
                    <a:pt x="21219" y="77"/>
                  </a:cubicBezTo>
                  <a:cubicBezTo>
                    <a:pt x="21423" y="103"/>
                    <a:pt x="21626" y="135"/>
                    <a:pt x="21828" y="173"/>
                  </a:cubicBezTo>
                  <a:cubicBezTo>
                    <a:pt x="22030" y="211"/>
                    <a:pt x="22231" y="255"/>
                    <a:pt x="22431" y="305"/>
                  </a:cubicBezTo>
                  <a:cubicBezTo>
                    <a:pt x="22630" y="356"/>
                    <a:pt x="22828" y="412"/>
                    <a:pt x="23024" y="475"/>
                  </a:cubicBezTo>
                  <a:cubicBezTo>
                    <a:pt x="23219" y="538"/>
                    <a:pt x="23413" y="606"/>
                    <a:pt x="23605" y="681"/>
                  </a:cubicBezTo>
                  <a:cubicBezTo>
                    <a:pt x="23796" y="755"/>
                    <a:pt x="23986" y="836"/>
                    <a:pt x="24172" y="922"/>
                  </a:cubicBezTo>
                  <a:cubicBezTo>
                    <a:pt x="24359" y="1008"/>
                    <a:pt x="24543" y="1100"/>
                    <a:pt x="24724" y="1198"/>
                  </a:cubicBezTo>
                  <a:cubicBezTo>
                    <a:pt x="24905" y="1296"/>
                    <a:pt x="25083" y="1399"/>
                    <a:pt x="25257" y="1507"/>
                  </a:cubicBezTo>
                  <a:cubicBezTo>
                    <a:pt x="25432" y="1616"/>
                    <a:pt x="25603" y="1730"/>
                    <a:pt x="25771" y="1849"/>
                  </a:cubicBezTo>
                  <a:cubicBezTo>
                    <a:pt x="25938" y="1968"/>
                    <a:pt x="26102" y="2092"/>
                    <a:pt x="26262" y="2221"/>
                  </a:cubicBezTo>
                  <a:cubicBezTo>
                    <a:pt x="26422" y="2351"/>
                    <a:pt x="26578" y="2485"/>
                    <a:pt x="26730" y="2624"/>
                  </a:cubicBezTo>
                  <a:cubicBezTo>
                    <a:pt x="26881" y="2762"/>
                    <a:pt x="27029" y="2906"/>
                    <a:pt x="27171" y="3054"/>
                  </a:cubicBezTo>
                  <a:cubicBezTo>
                    <a:pt x="27314" y="3202"/>
                    <a:pt x="27453" y="3354"/>
                    <a:pt x="27586" y="3510"/>
                  </a:cubicBezTo>
                  <a:cubicBezTo>
                    <a:pt x="27719" y="3667"/>
                    <a:pt x="27848" y="3827"/>
                    <a:pt x="27971" y="3992"/>
                  </a:cubicBezTo>
                  <a:cubicBezTo>
                    <a:pt x="28095" y="4156"/>
                    <a:pt x="28213" y="4324"/>
                    <a:pt x="28327" y="4496"/>
                  </a:cubicBezTo>
                  <a:cubicBezTo>
                    <a:pt x="28440" y="4667"/>
                    <a:pt x="28548" y="4842"/>
                    <a:pt x="28650" y="5021"/>
                  </a:cubicBezTo>
                  <a:cubicBezTo>
                    <a:pt x="28752" y="5199"/>
                    <a:pt x="28849" y="5380"/>
                    <a:pt x="28940" y="5565"/>
                  </a:cubicBezTo>
                  <a:cubicBezTo>
                    <a:pt x="29032" y="5749"/>
                    <a:pt x="29117" y="5936"/>
                    <a:pt x="29197" y="6126"/>
                  </a:cubicBezTo>
                  <a:cubicBezTo>
                    <a:pt x="29276" y="6315"/>
                    <a:pt x="29350" y="6507"/>
                    <a:pt x="29418" y="6701"/>
                  </a:cubicBezTo>
                  <a:cubicBezTo>
                    <a:pt x="29486" y="6895"/>
                    <a:pt x="29548" y="7091"/>
                    <a:pt x="29603" y="7289"/>
                  </a:cubicBezTo>
                  <a:cubicBezTo>
                    <a:pt x="29659" y="7487"/>
                    <a:pt x="29709" y="7687"/>
                    <a:pt x="29752" y="7888"/>
                  </a:cubicBezTo>
                  <a:cubicBezTo>
                    <a:pt x="29796" y="8089"/>
                    <a:pt x="29833" y="8291"/>
                    <a:pt x="29864" y="8494"/>
                  </a:cubicBezTo>
                  <a:cubicBezTo>
                    <a:pt x="29895" y="8697"/>
                    <a:pt x="29919" y="8902"/>
                    <a:pt x="29938" y="9106"/>
                  </a:cubicBezTo>
                  <a:cubicBezTo>
                    <a:pt x="29956" y="9311"/>
                    <a:pt x="29968" y="9517"/>
                    <a:pt x="29974" y="9722"/>
                  </a:cubicBezTo>
                  <a:cubicBezTo>
                    <a:pt x="29980" y="9928"/>
                    <a:pt x="29979" y="10133"/>
                    <a:pt x="29972" y="10339"/>
                  </a:cubicBezTo>
                  <a:cubicBezTo>
                    <a:pt x="29965" y="10544"/>
                    <a:pt x="29952" y="10749"/>
                    <a:pt x="29932" y="10954"/>
                  </a:cubicBezTo>
                  <a:cubicBezTo>
                    <a:pt x="29913" y="11159"/>
                    <a:pt x="29887" y="11363"/>
                    <a:pt x="29854" y="11566"/>
                  </a:cubicBezTo>
                  <a:cubicBezTo>
                    <a:pt x="29822" y="11769"/>
                    <a:pt x="29784" y="11971"/>
                    <a:pt x="29739" y="12172"/>
                  </a:cubicBezTo>
                  <a:cubicBezTo>
                    <a:pt x="29695" y="12372"/>
                    <a:pt x="29644" y="12572"/>
                    <a:pt x="29587" y="12769"/>
                  </a:cubicBezTo>
                  <a:cubicBezTo>
                    <a:pt x="29530" y="12967"/>
                    <a:pt x="29467" y="13162"/>
                    <a:pt x="29398" y="13356"/>
                  </a:cubicBezTo>
                  <a:cubicBezTo>
                    <a:pt x="29329" y="13550"/>
                    <a:pt x="29254" y="13741"/>
                    <a:pt x="29173" y="13930"/>
                  </a:cubicBezTo>
                  <a:cubicBezTo>
                    <a:pt x="29092" y="14119"/>
                    <a:pt x="29006" y="14306"/>
                    <a:pt x="28913" y="14490"/>
                  </a:cubicBezTo>
                  <a:cubicBezTo>
                    <a:pt x="28821" y="14673"/>
                    <a:pt x="28723" y="14854"/>
                    <a:pt x="28620" y="15032"/>
                  </a:cubicBezTo>
                  <a:cubicBezTo>
                    <a:pt x="28516" y="15210"/>
                    <a:pt x="28407" y="15384"/>
                    <a:pt x="28293" y="15555"/>
                  </a:cubicBezTo>
                  <a:cubicBezTo>
                    <a:pt x="28179" y="15726"/>
                    <a:pt x="28059" y="15893"/>
                    <a:pt x="27935" y="16057"/>
                  </a:cubicBezTo>
                  <a:cubicBezTo>
                    <a:pt x="27810" y="16220"/>
                    <a:pt x="27681" y="16380"/>
                    <a:pt x="27546" y="16536"/>
                  </a:cubicBezTo>
                  <a:cubicBezTo>
                    <a:pt x="27412" y="16691"/>
                    <a:pt x="27273" y="16843"/>
                    <a:pt x="27129" y="16990"/>
                  </a:cubicBezTo>
                  <a:cubicBezTo>
                    <a:pt x="26985" y="17137"/>
                    <a:pt x="26837" y="17279"/>
                    <a:pt x="26685" y="17417"/>
                  </a:cubicBezTo>
                  <a:cubicBezTo>
                    <a:pt x="26532" y="17555"/>
                    <a:pt x="26376" y="17688"/>
                    <a:pt x="26215" y="17817"/>
                  </a:cubicBezTo>
                  <a:cubicBezTo>
                    <a:pt x="26054" y="17945"/>
                    <a:pt x="25889" y="18068"/>
                    <a:pt x="25721" y="18186"/>
                  </a:cubicBezTo>
                  <a:cubicBezTo>
                    <a:pt x="25553" y="18304"/>
                    <a:pt x="25381" y="18417"/>
                    <a:pt x="25206" y="18525"/>
                  </a:cubicBezTo>
                  <a:cubicBezTo>
                    <a:pt x="25030" y="18632"/>
                    <a:pt x="24852" y="18734"/>
                    <a:pt x="24670" y="18831"/>
                  </a:cubicBezTo>
                  <a:cubicBezTo>
                    <a:pt x="24489" y="18927"/>
                    <a:pt x="24304" y="19018"/>
                    <a:pt x="24117" y="19103"/>
                  </a:cubicBezTo>
                  <a:cubicBezTo>
                    <a:pt x="23930" y="19188"/>
                    <a:pt x="23740" y="19268"/>
                    <a:pt x="23548" y="19341"/>
                  </a:cubicBezTo>
                  <a:cubicBezTo>
                    <a:pt x="23356" y="19414"/>
                    <a:pt x="23162" y="19482"/>
                    <a:pt x="22966" y="19543"/>
                  </a:cubicBezTo>
                  <a:cubicBezTo>
                    <a:pt x="22769" y="19605"/>
                    <a:pt x="22571" y="19660"/>
                    <a:pt x="22372" y="19709"/>
                  </a:cubicBezTo>
                  <a:cubicBezTo>
                    <a:pt x="22172" y="19758"/>
                    <a:pt x="21971" y="19802"/>
                    <a:pt x="21769" y="19838"/>
                  </a:cubicBezTo>
                  <a:cubicBezTo>
                    <a:pt x="21566" y="19875"/>
                    <a:pt x="21363" y="19906"/>
                    <a:pt x="21159" y="19930"/>
                  </a:cubicBezTo>
                  <a:lnTo>
                    <a:pt x="19989" y="20000"/>
                  </a:lnTo>
                  <a:lnTo>
                    <a:pt x="9989" y="20000"/>
                  </a:lnTo>
                  <a:cubicBezTo>
                    <a:pt x="9783" y="20000"/>
                    <a:pt x="9578" y="19993"/>
                    <a:pt x="9373" y="19980"/>
                  </a:cubicBezTo>
                  <a:cubicBezTo>
                    <a:pt x="9167" y="19967"/>
                    <a:pt x="8963" y="19948"/>
                    <a:pt x="8759" y="19923"/>
                  </a:cubicBezTo>
                  <a:cubicBezTo>
                    <a:pt x="8555" y="19897"/>
                    <a:pt x="8351" y="19865"/>
                    <a:pt x="8149" y="19827"/>
                  </a:cubicBezTo>
                  <a:cubicBezTo>
                    <a:pt x="7947" y="19789"/>
                    <a:pt x="7746" y="19745"/>
                    <a:pt x="7547" y="19695"/>
                  </a:cubicBezTo>
                  <a:cubicBezTo>
                    <a:pt x="7348" y="19644"/>
                    <a:pt x="7150" y="19588"/>
                    <a:pt x="6954" y="19525"/>
                  </a:cubicBezTo>
                  <a:cubicBezTo>
                    <a:pt x="6758" y="19462"/>
                    <a:pt x="6565" y="19394"/>
                    <a:pt x="6373" y="19319"/>
                  </a:cubicBezTo>
                  <a:cubicBezTo>
                    <a:pt x="6181" y="19245"/>
                    <a:pt x="5992" y="19164"/>
                    <a:pt x="5806" y="19078"/>
                  </a:cubicBezTo>
                  <a:cubicBezTo>
                    <a:pt x="5619" y="18992"/>
                    <a:pt x="5435" y="18900"/>
                    <a:pt x="5254" y="18802"/>
                  </a:cubicBezTo>
                  <a:cubicBezTo>
                    <a:pt x="5073" y="18704"/>
                    <a:pt x="4895" y="18601"/>
                    <a:pt x="4720" y="18493"/>
                  </a:cubicBezTo>
                  <a:cubicBezTo>
                    <a:pt x="4546" y="18384"/>
                    <a:pt x="4375" y="18270"/>
                    <a:pt x="4207" y="18151"/>
                  </a:cubicBezTo>
                  <a:cubicBezTo>
                    <a:pt x="4039" y="18032"/>
                    <a:pt x="3876" y="17908"/>
                    <a:pt x="3716" y="17779"/>
                  </a:cubicBezTo>
                  <a:cubicBezTo>
                    <a:pt x="3556" y="17649"/>
                    <a:pt x="3400" y="17515"/>
                    <a:pt x="3248" y="17376"/>
                  </a:cubicBezTo>
                  <a:cubicBezTo>
                    <a:pt x="3096" y="17238"/>
                    <a:pt x="2949" y="17094"/>
                    <a:pt x="2806" y="16946"/>
                  </a:cubicBezTo>
                  <a:cubicBezTo>
                    <a:pt x="2664" y="16798"/>
                    <a:pt x="2525" y="16646"/>
                    <a:pt x="2392" y="16490"/>
                  </a:cubicBezTo>
                  <a:cubicBezTo>
                    <a:pt x="2258" y="16333"/>
                    <a:pt x="2130" y="16173"/>
                    <a:pt x="2006" y="16008"/>
                  </a:cubicBezTo>
                  <a:cubicBezTo>
                    <a:pt x="1883" y="15844"/>
                    <a:pt x="1764" y="15676"/>
                    <a:pt x="1651" y="15504"/>
                  </a:cubicBezTo>
                  <a:cubicBezTo>
                    <a:pt x="1538" y="15333"/>
                    <a:pt x="1430" y="15158"/>
                    <a:pt x="1328" y="14979"/>
                  </a:cubicBezTo>
                  <a:cubicBezTo>
                    <a:pt x="1225" y="14801"/>
                    <a:pt x="1129" y="14620"/>
                    <a:pt x="1037" y="14435"/>
                  </a:cubicBezTo>
                  <a:cubicBezTo>
                    <a:pt x="946" y="14251"/>
                    <a:pt x="861" y="14064"/>
                    <a:pt x="781" y="13874"/>
                  </a:cubicBezTo>
                  <a:cubicBezTo>
                    <a:pt x="701" y="13685"/>
                    <a:pt x="628" y="13493"/>
                    <a:pt x="560" y="13299"/>
                  </a:cubicBezTo>
                  <a:cubicBezTo>
                    <a:pt x="492" y="13105"/>
                    <a:pt x="430" y="12909"/>
                    <a:pt x="374" y="12711"/>
                  </a:cubicBezTo>
                  <a:cubicBezTo>
                    <a:pt x="319" y="12513"/>
                    <a:pt x="269" y="12313"/>
                    <a:pt x="226" y="12112"/>
                  </a:cubicBezTo>
                  <a:cubicBezTo>
                    <a:pt x="182" y="11911"/>
                    <a:pt x="145" y="11709"/>
                    <a:pt x="114" y="11506"/>
                  </a:cubicBezTo>
                  <a:cubicBezTo>
                    <a:pt x="83" y="11303"/>
                    <a:pt x="58" y="11098"/>
                    <a:pt x="40" y="10894"/>
                  </a:cubicBezTo>
                  <a:cubicBezTo>
                    <a:pt x="22" y="10689"/>
                    <a:pt x="10" y="10483"/>
                    <a:pt x="4" y="10278"/>
                  </a:cubicBezTo>
                  <a:cubicBezTo>
                    <a:pt x="-2" y="10072"/>
                    <a:pt x="-1" y="9867"/>
                    <a:pt x="6" y="9661"/>
                  </a:cubicBezTo>
                  <a:cubicBezTo>
                    <a:pt x="13" y="9456"/>
                    <a:pt x="26" y="9251"/>
                    <a:pt x="46" y="9046"/>
                  </a:cubicBezTo>
                  <a:cubicBezTo>
                    <a:pt x="65" y="8841"/>
                    <a:pt x="91" y="8637"/>
                    <a:pt x="123" y="8434"/>
                  </a:cubicBezTo>
                  <a:cubicBezTo>
                    <a:pt x="156" y="8231"/>
                    <a:pt x="194" y="8029"/>
                    <a:pt x="239" y="7828"/>
                  </a:cubicBezTo>
                  <a:cubicBezTo>
                    <a:pt x="283" y="7628"/>
                    <a:pt x="334" y="7428"/>
                    <a:pt x="391" y="7231"/>
                  </a:cubicBezTo>
                  <a:cubicBezTo>
                    <a:pt x="448" y="7033"/>
                    <a:pt x="511" y="6838"/>
                    <a:pt x="580" y="6644"/>
                  </a:cubicBezTo>
                  <a:cubicBezTo>
                    <a:pt x="649" y="6450"/>
                    <a:pt x="724" y="6259"/>
                    <a:pt x="805" y="6070"/>
                  </a:cubicBezTo>
                  <a:cubicBezTo>
                    <a:pt x="886" y="5881"/>
                    <a:pt x="972" y="5694"/>
                    <a:pt x="1064" y="5510"/>
                  </a:cubicBezTo>
                  <a:cubicBezTo>
                    <a:pt x="1157" y="5327"/>
                    <a:pt x="1255" y="5146"/>
                    <a:pt x="1358" y="4968"/>
                  </a:cubicBezTo>
                  <a:cubicBezTo>
                    <a:pt x="1462" y="4790"/>
                    <a:pt x="1571" y="4616"/>
                    <a:pt x="1685" y="4445"/>
                  </a:cubicBezTo>
                  <a:cubicBezTo>
                    <a:pt x="1799" y="4274"/>
                    <a:pt x="1918" y="4107"/>
                    <a:pt x="2043" y="3943"/>
                  </a:cubicBezTo>
                  <a:cubicBezTo>
                    <a:pt x="2168" y="3780"/>
                    <a:pt x="2297" y="3620"/>
                    <a:pt x="2431" y="3464"/>
                  </a:cubicBezTo>
                  <a:cubicBezTo>
                    <a:pt x="2566" y="3309"/>
                    <a:pt x="2705" y="3157"/>
                    <a:pt x="2849" y="3010"/>
                  </a:cubicBezTo>
                  <a:cubicBezTo>
                    <a:pt x="2992" y="2863"/>
                    <a:pt x="3141" y="2721"/>
                    <a:pt x="3293" y="2583"/>
                  </a:cubicBezTo>
                  <a:cubicBezTo>
                    <a:pt x="3446" y="2445"/>
                    <a:pt x="3602" y="2312"/>
                    <a:pt x="3763" y="2183"/>
                  </a:cubicBezTo>
                  <a:cubicBezTo>
                    <a:pt x="3924" y="2055"/>
                    <a:pt x="4088" y="1932"/>
                    <a:pt x="4257" y="1814"/>
                  </a:cubicBezTo>
                  <a:cubicBezTo>
                    <a:pt x="4425" y="1696"/>
                    <a:pt x="4597" y="1583"/>
                    <a:pt x="4772" y="1475"/>
                  </a:cubicBezTo>
                  <a:cubicBezTo>
                    <a:pt x="4947" y="1368"/>
                    <a:pt x="5126" y="1266"/>
                    <a:pt x="5308" y="1169"/>
                  </a:cubicBezTo>
                  <a:cubicBezTo>
                    <a:pt x="5489" y="1073"/>
                    <a:pt x="5674" y="982"/>
                    <a:pt x="5861" y="897"/>
                  </a:cubicBezTo>
                  <a:cubicBezTo>
                    <a:pt x="6048" y="812"/>
                    <a:pt x="6238" y="732"/>
                    <a:pt x="6430" y="659"/>
                  </a:cubicBezTo>
                  <a:cubicBezTo>
                    <a:pt x="6622" y="586"/>
                    <a:pt x="6816" y="518"/>
                    <a:pt x="7012" y="457"/>
                  </a:cubicBezTo>
                  <a:cubicBezTo>
                    <a:pt x="7208" y="395"/>
                    <a:pt x="7406" y="340"/>
                    <a:pt x="7606" y="291"/>
                  </a:cubicBezTo>
                  <a:cubicBezTo>
                    <a:pt x="7806" y="242"/>
                    <a:pt x="8007" y="198"/>
                    <a:pt x="8209" y="162"/>
                  </a:cubicBezTo>
                  <a:cubicBezTo>
                    <a:pt x="8411" y="125"/>
                    <a:pt x="8615" y="94"/>
                    <a:pt x="8819" y="70"/>
                  </a:cubicBezTo>
                  <a:lnTo>
                    <a:pt x="9989" y="0"/>
                  </a:lnTo>
                  <a:lnTo>
                    <a:pt x="19989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5" name="probe-tabler-bulb-part-4"/>
            <p:cNvSpPr/>
            <p:nvPr/>
          </p:nvSpPr>
          <p:spPr>
            <a:xfrm>
              <a:off x="46002" y="46001"/>
              <a:ext cx="26985" cy="26988"/>
            </a:xfrm>
            <a:custGeom>
              <a:avLst/>
              <a:gdLst/>
              <a:ahLst/>
              <a:cxnLst/>
              <a:rect l="0" t="0" r="r" b="b"/>
              <a:pathLst>
                <a:path w="26985" h="26988">
                  <a:moveTo>
                    <a:pt x="2928" y="2929"/>
                  </a:moveTo>
                  <a:cubicBezTo>
                    <a:pt x="3076" y="2781"/>
                    <a:pt x="3229" y="2637"/>
                    <a:pt x="3386" y="2499"/>
                  </a:cubicBezTo>
                  <a:cubicBezTo>
                    <a:pt x="3543" y="2360"/>
                    <a:pt x="3704" y="2227"/>
                    <a:pt x="3870" y="2098"/>
                  </a:cubicBezTo>
                  <a:cubicBezTo>
                    <a:pt x="4035" y="1970"/>
                    <a:pt x="4205" y="1847"/>
                    <a:pt x="4378" y="1729"/>
                  </a:cubicBezTo>
                  <a:cubicBezTo>
                    <a:pt x="4551" y="1611"/>
                    <a:pt x="4728" y="1499"/>
                    <a:pt x="4909" y="1392"/>
                  </a:cubicBezTo>
                  <a:cubicBezTo>
                    <a:pt x="5089" y="1286"/>
                    <a:pt x="5272" y="1185"/>
                    <a:pt x="5459" y="1090"/>
                  </a:cubicBezTo>
                  <a:cubicBezTo>
                    <a:pt x="5646" y="995"/>
                    <a:pt x="5835" y="905"/>
                    <a:pt x="6027" y="822"/>
                  </a:cubicBezTo>
                  <a:cubicBezTo>
                    <a:pt x="6220" y="739"/>
                    <a:pt x="6415" y="662"/>
                    <a:pt x="6612" y="591"/>
                  </a:cubicBezTo>
                  <a:cubicBezTo>
                    <a:pt x="6809" y="520"/>
                    <a:pt x="7008" y="455"/>
                    <a:pt x="7209" y="397"/>
                  </a:cubicBezTo>
                  <a:cubicBezTo>
                    <a:pt x="7410" y="339"/>
                    <a:pt x="7613" y="286"/>
                    <a:pt x="7818" y="241"/>
                  </a:cubicBezTo>
                  <a:cubicBezTo>
                    <a:pt x="8022" y="195"/>
                    <a:pt x="8228" y="156"/>
                    <a:pt x="8435" y="123"/>
                  </a:cubicBezTo>
                  <a:cubicBezTo>
                    <a:pt x="8641" y="90"/>
                    <a:pt x="8849" y="64"/>
                    <a:pt x="9058" y="44"/>
                  </a:cubicBezTo>
                  <a:cubicBezTo>
                    <a:pt x="9266" y="25"/>
                    <a:pt x="9475" y="11"/>
                    <a:pt x="9685" y="5"/>
                  </a:cubicBezTo>
                  <a:cubicBezTo>
                    <a:pt x="9894" y="-2"/>
                    <a:pt x="10104" y="-2"/>
                    <a:pt x="10313" y="5"/>
                  </a:cubicBezTo>
                  <a:cubicBezTo>
                    <a:pt x="10522" y="12"/>
                    <a:pt x="10731" y="25"/>
                    <a:pt x="10940" y="44"/>
                  </a:cubicBezTo>
                  <a:cubicBezTo>
                    <a:pt x="11149" y="64"/>
                    <a:pt x="11356" y="90"/>
                    <a:pt x="11563" y="123"/>
                  </a:cubicBezTo>
                  <a:cubicBezTo>
                    <a:pt x="11770" y="156"/>
                    <a:pt x="11976" y="195"/>
                    <a:pt x="12180" y="241"/>
                  </a:cubicBezTo>
                  <a:cubicBezTo>
                    <a:pt x="12385" y="287"/>
                    <a:pt x="12588" y="339"/>
                    <a:pt x="12789" y="397"/>
                  </a:cubicBezTo>
                  <a:cubicBezTo>
                    <a:pt x="12990" y="456"/>
                    <a:pt x="13189" y="520"/>
                    <a:pt x="13386" y="591"/>
                  </a:cubicBezTo>
                  <a:cubicBezTo>
                    <a:pt x="13583" y="662"/>
                    <a:pt x="13778" y="739"/>
                    <a:pt x="13970" y="823"/>
                  </a:cubicBezTo>
                  <a:cubicBezTo>
                    <a:pt x="14163" y="906"/>
                    <a:pt x="14352" y="995"/>
                    <a:pt x="14539" y="1090"/>
                  </a:cubicBezTo>
                  <a:cubicBezTo>
                    <a:pt x="14725" y="1185"/>
                    <a:pt x="14909" y="1286"/>
                    <a:pt x="15089" y="1393"/>
                  </a:cubicBezTo>
                  <a:cubicBezTo>
                    <a:pt x="15270" y="1499"/>
                    <a:pt x="15446" y="1612"/>
                    <a:pt x="15620" y="1729"/>
                  </a:cubicBezTo>
                  <a:cubicBezTo>
                    <a:pt x="15793" y="1847"/>
                    <a:pt x="15962" y="1970"/>
                    <a:pt x="16128" y="2099"/>
                  </a:cubicBezTo>
                  <a:lnTo>
                    <a:pt x="17068" y="2929"/>
                  </a:lnTo>
                  <a:lnTo>
                    <a:pt x="24068" y="9929"/>
                  </a:lnTo>
                  <a:cubicBezTo>
                    <a:pt x="24216" y="10077"/>
                    <a:pt x="24359" y="10230"/>
                    <a:pt x="24497" y="10387"/>
                  </a:cubicBezTo>
                  <a:cubicBezTo>
                    <a:pt x="24635" y="10544"/>
                    <a:pt x="24768" y="10705"/>
                    <a:pt x="24896" y="10871"/>
                  </a:cubicBezTo>
                  <a:cubicBezTo>
                    <a:pt x="25024" y="11036"/>
                    <a:pt x="25147" y="11206"/>
                    <a:pt x="25264" y="11379"/>
                  </a:cubicBezTo>
                  <a:cubicBezTo>
                    <a:pt x="25381" y="11552"/>
                    <a:pt x="25493" y="11729"/>
                    <a:pt x="25599" y="11910"/>
                  </a:cubicBezTo>
                  <a:cubicBezTo>
                    <a:pt x="25706" y="12090"/>
                    <a:pt x="25806" y="12273"/>
                    <a:pt x="25901" y="12460"/>
                  </a:cubicBezTo>
                  <a:cubicBezTo>
                    <a:pt x="25996" y="12646"/>
                    <a:pt x="26085" y="12836"/>
                    <a:pt x="26167" y="13028"/>
                  </a:cubicBezTo>
                  <a:cubicBezTo>
                    <a:pt x="26250" y="13220"/>
                    <a:pt x="26327" y="13415"/>
                    <a:pt x="26398" y="13612"/>
                  </a:cubicBezTo>
                  <a:cubicBezTo>
                    <a:pt x="26468" y="13809"/>
                    <a:pt x="26533" y="14008"/>
                    <a:pt x="26591" y="14209"/>
                  </a:cubicBezTo>
                  <a:cubicBezTo>
                    <a:pt x="26649" y="14410"/>
                    <a:pt x="26701" y="14613"/>
                    <a:pt x="26746" y="14817"/>
                  </a:cubicBezTo>
                  <a:cubicBezTo>
                    <a:pt x="26792" y="15021"/>
                    <a:pt x="26831" y="15227"/>
                    <a:pt x="26863" y="15433"/>
                  </a:cubicBezTo>
                  <a:cubicBezTo>
                    <a:pt x="26896" y="15640"/>
                    <a:pt x="26922" y="15848"/>
                    <a:pt x="26941" y="16056"/>
                  </a:cubicBezTo>
                  <a:cubicBezTo>
                    <a:pt x="26961" y="16264"/>
                    <a:pt x="26974" y="16473"/>
                    <a:pt x="26980" y="16682"/>
                  </a:cubicBezTo>
                  <a:cubicBezTo>
                    <a:pt x="26987" y="16892"/>
                    <a:pt x="26986" y="17101"/>
                    <a:pt x="26980" y="17310"/>
                  </a:cubicBezTo>
                  <a:cubicBezTo>
                    <a:pt x="26973" y="17519"/>
                    <a:pt x="26960" y="17728"/>
                    <a:pt x="26940" y="17936"/>
                  </a:cubicBezTo>
                  <a:cubicBezTo>
                    <a:pt x="26920" y="18145"/>
                    <a:pt x="26893" y="18352"/>
                    <a:pt x="26861" y="18559"/>
                  </a:cubicBezTo>
                  <a:cubicBezTo>
                    <a:pt x="26828" y="18765"/>
                    <a:pt x="26788" y="18971"/>
                    <a:pt x="26743" y="19175"/>
                  </a:cubicBezTo>
                  <a:cubicBezTo>
                    <a:pt x="26697" y="19379"/>
                    <a:pt x="26645" y="19582"/>
                    <a:pt x="26586" y="19783"/>
                  </a:cubicBezTo>
                  <a:cubicBezTo>
                    <a:pt x="26528" y="19984"/>
                    <a:pt x="26463" y="20183"/>
                    <a:pt x="26392" y="20380"/>
                  </a:cubicBezTo>
                  <a:cubicBezTo>
                    <a:pt x="26321" y="20576"/>
                    <a:pt x="26244" y="20771"/>
                    <a:pt x="26161" y="20963"/>
                  </a:cubicBezTo>
                  <a:cubicBezTo>
                    <a:pt x="26078" y="21155"/>
                    <a:pt x="25988" y="21344"/>
                    <a:pt x="25893" y="21531"/>
                  </a:cubicBezTo>
                  <a:cubicBezTo>
                    <a:pt x="25798" y="21717"/>
                    <a:pt x="25697" y="21900"/>
                    <a:pt x="25591" y="22081"/>
                  </a:cubicBezTo>
                  <a:cubicBezTo>
                    <a:pt x="25484" y="22261"/>
                    <a:pt x="25372" y="22437"/>
                    <a:pt x="25254" y="22610"/>
                  </a:cubicBezTo>
                  <a:cubicBezTo>
                    <a:pt x="25137" y="22783"/>
                    <a:pt x="25014" y="22953"/>
                    <a:pt x="24885" y="23118"/>
                  </a:cubicBezTo>
                  <a:cubicBezTo>
                    <a:pt x="24757" y="23283"/>
                    <a:pt x="24624" y="23444"/>
                    <a:pt x="24485" y="23601"/>
                  </a:cubicBezTo>
                  <a:cubicBezTo>
                    <a:pt x="24347" y="23758"/>
                    <a:pt x="24204" y="23911"/>
                    <a:pt x="24056" y="24059"/>
                  </a:cubicBezTo>
                  <a:cubicBezTo>
                    <a:pt x="23908" y="24207"/>
                    <a:pt x="23755" y="24350"/>
                    <a:pt x="23598" y="24488"/>
                  </a:cubicBezTo>
                  <a:cubicBezTo>
                    <a:pt x="23441" y="24627"/>
                    <a:pt x="23280" y="24760"/>
                    <a:pt x="23115" y="24888"/>
                  </a:cubicBezTo>
                  <a:cubicBezTo>
                    <a:pt x="22950" y="25017"/>
                    <a:pt x="22780" y="25140"/>
                    <a:pt x="22607" y="25257"/>
                  </a:cubicBezTo>
                  <a:cubicBezTo>
                    <a:pt x="22434" y="25375"/>
                    <a:pt x="22257" y="25487"/>
                    <a:pt x="22077" y="25594"/>
                  </a:cubicBezTo>
                  <a:cubicBezTo>
                    <a:pt x="21897" y="25700"/>
                    <a:pt x="21714" y="25801"/>
                    <a:pt x="21528" y="25896"/>
                  </a:cubicBezTo>
                  <a:cubicBezTo>
                    <a:pt x="21341" y="25991"/>
                    <a:pt x="21152" y="26080"/>
                    <a:pt x="20960" y="26164"/>
                  </a:cubicBezTo>
                  <a:cubicBezTo>
                    <a:pt x="20768" y="26247"/>
                    <a:pt x="20573" y="26324"/>
                    <a:pt x="20376" y="26395"/>
                  </a:cubicBezTo>
                  <a:cubicBezTo>
                    <a:pt x="20180" y="26466"/>
                    <a:pt x="19981" y="26531"/>
                    <a:pt x="19780" y="26589"/>
                  </a:cubicBezTo>
                  <a:cubicBezTo>
                    <a:pt x="19579" y="26648"/>
                    <a:pt x="19376" y="26700"/>
                    <a:pt x="19172" y="26746"/>
                  </a:cubicBezTo>
                  <a:cubicBezTo>
                    <a:pt x="18968" y="26791"/>
                    <a:pt x="18762" y="26831"/>
                    <a:pt x="18556" y="26864"/>
                  </a:cubicBezTo>
                  <a:cubicBezTo>
                    <a:pt x="18349" y="26896"/>
                    <a:pt x="18141" y="26923"/>
                    <a:pt x="17933" y="26943"/>
                  </a:cubicBezTo>
                  <a:cubicBezTo>
                    <a:pt x="17725" y="26962"/>
                    <a:pt x="17516" y="26976"/>
                    <a:pt x="17307" y="26982"/>
                  </a:cubicBezTo>
                  <a:cubicBezTo>
                    <a:pt x="17098" y="26989"/>
                    <a:pt x="16888" y="26989"/>
                    <a:pt x="16679" y="26983"/>
                  </a:cubicBezTo>
                  <a:cubicBezTo>
                    <a:pt x="16470" y="26977"/>
                    <a:pt x="16261" y="26964"/>
                    <a:pt x="16053" y="26944"/>
                  </a:cubicBezTo>
                  <a:cubicBezTo>
                    <a:pt x="15845" y="26925"/>
                    <a:pt x="15637" y="26899"/>
                    <a:pt x="15430" y="26866"/>
                  </a:cubicBezTo>
                  <a:cubicBezTo>
                    <a:pt x="15224" y="26834"/>
                    <a:pt x="15018" y="26795"/>
                    <a:pt x="14814" y="26749"/>
                  </a:cubicBezTo>
                  <a:cubicBezTo>
                    <a:pt x="14610" y="26704"/>
                    <a:pt x="14407" y="26652"/>
                    <a:pt x="14206" y="26594"/>
                  </a:cubicBezTo>
                  <a:cubicBezTo>
                    <a:pt x="14005" y="26536"/>
                    <a:pt x="13806" y="26471"/>
                    <a:pt x="13609" y="26401"/>
                  </a:cubicBezTo>
                  <a:cubicBezTo>
                    <a:pt x="13412" y="26330"/>
                    <a:pt x="13217" y="26253"/>
                    <a:pt x="13025" y="26170"/>
                  </a:cubicBezTo>
                  <a:cubicBezTo>
                    <a:pt x="12833" y="26087"/>
                    <a:pt x="12643" y="25999"/>
                    <a:pt x="12457" y="25904"/>
                  </a:cubicBezTo>
                  <a:cubicBezTo>
                    <a:pt x="12270" y="25809"/>
                    <a:pt x="12087" y="25708"/>
                    <a:pt x="11906" y="25602"/>
                  </a:cubicBezTo>
                  <a:cubicBezTo>
                    <a:pt x="11726" y="25496"/>
                    <a:pt x="11549" y="25384"/>
                    <a:pt x="11376" y="25267"/>
                  </a:cubicBezTo>
                  <a:cubicBezTo>
                    <a:pt x="11203" y="25149"/>
                    <a:pt x="11033" y="25027"/>
                    <a:pt x="10868" y="24899"/>
                  </a:cubicBezTo>
                  <a:lnTo>
                    <a:pt x="9928" y="24069"/>
                  </a:lnTo>
                  <a:lnTo>
                    <a:pt x="2928" y="17069"/>
                  </a:lnTo>
                  <a:cubicBezTo>
                    <a:pt x="2780" y="16920"/>
                    <a:pt x="2636" y="16768"/>
                    <a:pt x="2498" y="16611"/>
                  </a:cubicBezTo>
                  <a:cubicBezTo>
                    <a:pt x="2360" y="16454"/>
                    <a:pt x="2226" y="16292"/>
                    <a:pt x="2098" y="16127"/>
                  </a:cubicBezTo>
                  <a:cubicBezTo>
                    <a:pt x="1969" y="15961"/>
                    <a:pt x="1846" y="15792"/>
                    <a:pt x="1729" y="15618"/>
                  </a:cubicBezTo>
                  <a:cubicBezTo>
                    <a:pt x="1611" y="15445"/>
                    <a:pt x="1499" y="15268"/>
                    <a:pt x="1392" y="15088"/>
                  </a:cubicBezTo>
                  <a:cubicBezTo>
                    <a:pt x="1285" y="14908"/>
                    <a:pt x="1185" y="14724"/>
                    <a:pt x="1090" y="14538"/>
                  </a:cubicBezTo>
                  <a:cubicBezTo>
                    <a:pt x="994" y="14351"/>
                    <a:pt x="905" y="14162"/>
                    <a:pt x="822" y="13969"/>
                  </a:cubicBezTo>
                  <a:cubicBezTo>
                    <a:pt x="739" y="13777"/>
                    <a:pt x="662" y="13582"/>
                    <a:pt x="591" y="13385"/>
                  </a:cubicBezTo>
                  <a:cubicBezTo>
                    <a:pt x="520" y="13188"/>
                    <a:pt x="455" y="12989"/>
                    <a:pt x="397" y="12788"/>
                  </a:cubicBezTo>
                  <a:cubicBezTo>
                    <a:pt x="338" y="12587"/>
                    <a:pt x="286" y="12384"/>
                    <a:pt x="241" y="12180"/>
                  </a:cubicBezTo>
                  <a:cubicBezTo>
                    <a:pt x="195" y="11975"/>
                    <a:pt x="156" y="11769"/>
                    <a:pt x="123" y="11563"/>
                  </a:cubicBezTo>
                  <a:cubicBezTo>
                    <a:pt x="90" y="11356"/>
                    <a:pt x="64" y="11148"/>
                    <a:pt x="44" y="10940"/>
                  </a:cubicBezTo>
                  <a:cubicBezTo>
                    <a:pt x="25" y="10731"/>
                    <a:pt x="12" y="10522"/>
                    <a:pt x="5" y="10313"/>
                  </a:cubicBezTo>
                  <a:cubicBezTo>
                    <a:pt x="-2" y="10103"/>
                    <a:pt x="-2" y="9894"/>
                    <a:pt x="5" y="9685"/>
                  </a:cubicBezTo>
                  <a:cubicBezTo>
                    <a:pt x="12" y="9475"/>
                    <a:pt x="25" y="9266"/>
                    <a:pt x="44" y="9058"/>
                  </a:cubicBezTo>
                  <a:cubicBezTo>
                    <a:pt x="64" y="8849"/>
                    <a:pt x="90" y="8641"/>
                    <a:pt x="123" y="8435"/>
                  </a:cubicBezTo>
                  <a:cubicBezTo>
                    <a:pt x="156" y="8228"/>
                    <a:pt x="195" y="8022"/>
                    <a:pt x="241" y="7818"/>
                  </a:cubicBezTo>
                  <a:cubicBezTo>
                    <a:pt x="286" y="7613"/>
                    <a:pt x="338" y="7410"/>
                    <a:pt x="397" y="7209"/>
                  </a:cubicBezTo>
                  <a:cubicBezTo>
                    <a:pt x="455" y="7008"/>
                    <a:pt x="520" y="6809"/>
                    <a:pt x="591" y="6612"/>
                  </a:cubicBezTo>
                  <a:cubicBezTo>
                    <a:pt x="662" y="6415"/>
                    <a:pt x="739" y="6220"/>
                    <a:pt x="822" y="6028"/>
                  </a:cubicBezTo>
                  <a:cubicBezTo>
                    <a:pt x="905" y="5836"/>
                    <a:pt x="994" y="5646"/>
                    <a:pt x="1090" y="5460"/>
                  </a:cubicBezTo>
                  <a:cubicBezTo>
                    <a:pt x="1185" y="5273"/>
                    <a:pt x="1285" y="5089"/>
                    <a:pt x="1392" y="4909"/>
                  </a:cubicBezTo>
                  <a:cubicBezTo>
                    <a:pt x="1499" y="4729"/>
                    <a:pt x="1611" y="4552"/>
                    <a:pt x="1729" y="4379"/>
                  </a:cubicBezTo>
                  <a:cubicBezTo>
                    <a:pt x="1846" y="4205"/>
                    <a:pt x="1969" y="4036"/>
                    <a:pt x="2098" y="3871"/>
                  </a:cubicBezTo>
                  <a:cubicBezTo>
                    <a:pt x="2226" y="3705"/>
                    <a:pt x="2360" y="3544"/>
                    <a:pt x="2498" y="3387"/>
                  </a:cubicBezTo>
                  <a:cubicBezTo>
                    <a:pt x="2636" y="3229"/>
                    <a:pt x="2780" y="3077"/>
                    <a:pt x="2928" y="2929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6" name="probe-tabler-bulb-part-5"/>
            <p:cNvSpPr/>
            <p:nvPr/>
          </p:nvSpPr>
          <p:spPr>
            <a:xfrm>
              <a:off x="167011" y="46013"/>
              <a:ext cx="26978" cy="26974"/>
            </a:xfrm>
            <a:custGeom>
              <a:avLst/>
              <a:gdLst/>
              <a:ahLst/>
              <a:cxnLst/>
              <a:rect l="0" t="0" r="r" b="b"/>
              <a:pathLst>
                <a:path w="26978" h="26974">
                  <a:moveTo>
                    <a:pt x="9919" y="2917"/>
                  </a:moveTo>
                  <a:cubicBezTo>
                    <a:pt x="10067" y="2769"/>
                    <a:pt x="10220" y="2626"/>
                    <a:pt x="10377" y="2488"/>
                  </a:cubicBezTo>
                  <a:cubicBezTo>
                    <a:pt x="10534" y="2350"/>
                    <a:pt x="10696" y="2217"/>
                    <a:pt x="10861" y="2089"/>
                  </a:cubicBezTo>
                  <a:cubicBezTo>
                    <a:pt x="11027" y="1961"/>
                    <a:pt x="11196" y="1838"/>
                    <a:pt x="11370" y="1721"/>
                  </a:cubicBezTo>
                  <a:cubicBezTo>
                    <a:pt x="11543" y="1603"/>
                    <a:pt x="11720" y="1492"/>
                    <a:pt x="11900" y="1385"/>
                  </a:cubicBezTo>
                  <a:cubicBezTo>
                    <a:pt x="12080" y="1279"/>
                    <a:pt x="12264" y="1179"/>
                    <a:pt x="12450" y="1084"/>
                  </a:cubicBezTo>
                  <a:cubicBezTo>
                    <a:pt x="12637" y="989"/>
                    <a:pt x="12826" y="900"/>
                    <a:pt x="13019" y="817"/>
                  </a:cubicBezTo>
                  <a:cubicBezTo>
                    <a:pt x="13211" y="734"/>
                    <a:pt x="13405" y="658"/>
                    <a:pt x="13602" y="587"/>
                  </a:cubicBezTo>
                  <a:cubicBezTo>
                    <a:pt x="13799" y="516"/>
                    <a:pt x="13998" y="452"/>
                    <a:pt x="14199" y="394"/>
                  </a:cubicBezTo>
                  <a:cubicBezTo>
                    <a:pt x="14400" y="336"/>
                    <a:pt x="14603" y="284"/>
                    <a:pt x="14807" y="238"/>
                  </a:cubicBezTo>
                  <a:cubicBezTo>
                    <a:pt x="15012" y="193"/>
                    <a:pt x="15217" y="154"/>
                    <a:pt x="15424" y="122"/>
                  </a:cubicBezTo>
                  <a:cubicBezTo>
                    <a:pt x="15631" y="89"/>
                    <a:pt x="15838" y="63"/>
                    <a:pt x="16047" y="43"/>
                  </a:cubicBezTo>
                  <a:cubicBezTo>
                    <a:pt x="16255" y="24"/>
                    <a:pt x="16464" y="11"/>
                    <a:pt x="16673" y="5"/>
                  </a:cubicBezTo>
                  <a:cubicBezTo>
                    <a:pt x="16882" y="-2"/>
                    <a:pt x="17091" y="-2"/>
                    <a:pt x="17300" y="5"/>
                  </a:cubicBezTo>
                  <a:cubicBezTo>
                    <a:pt x="17510" y="12"/>
                    <a:pt x="17718" y="25"/>
                    <a:pt x="17927" y="45"/>
                  </a:cubicBezTo>
                  <a:cubicBezTo>
                    <a:pt x="18135" y="65"/>
                    <a:pt x="18343" y="91"/>
                    <a:pt x="18549" y="124"/>
                  </a:cubicBezTo>
                  <a:cubicBezTo>
                    <a:pt x="18756" y="157"/>
                    <a:pt x="18961" y="196"/>
                    <a:pt x="19166" y="242"/>
                  </a:cubicBezTo>
                  <a:cubicBezTo>
                    <a:pt x="19370" y="288"/>
                    <a:pt x="19572" y="340"/>
                    <a:pt x="19773" y="399"/>
                  </a:cubicBezTo>
                  <a:cubicBezTo>
                    <a:pt x="19974" y="457"/>
                    <a:pt x="20173" y="522"/>
                    <a:pt x="20370" y="593"/>
                  </a:cubicBezTo>
                  <a:cubicBezTo>
                    <a:pt x="20567" y="664"/>
                    <a:pt x="20761" y="741"/>
                    <a:pt x="20953" y="824"/>
                  </a:cubicBezTo>
                  <a:cubicBezTo>
                    <a:pt x="21145" y="907"/>
                    <a:pt x="21335" y="996"/>
                    <a:pt x="21521" y="1092"/>
                  </a:cubicBezTo>
                  <a:cubicBezTo>
                    <a:pt x="21708" y="1187"/>
                    <a:pt x="21891" y="1287"/>
                    <a:pt x="22071" y="1394"/>
                  </a:cubicBezTo>
                  <a:cubicBezTo>
                    <a:pt x="22251" y="1501"/>
                    <a:pt x="22428" y="1613"/>
                    <a:pt x="22601" y="1730"/>
                  </a:cubicBezTo>
                  <a:cubicBezTo>
                    <a:pt x="22774" y="1848"/>
                    <a:pt x="22943" y="1971"/>
                    <a:pt x="23108" y="2099"/>
                  </a:cubicBezTo>
                  <a:cubicBezTo>
                    <a:pt x="23274" y="2228"/>
                    <a:pt x="23435" y="2361"/>
                    <a:pt x="23592" y="2499"/>
                  </a:cubicBezTo>
                  <a:cubicBezTo>
                    <a:pt x="23749" y="2638"/>
                    <a:pt x="23901" y="2781"/>
                    <a:pt x="24049" y="2929"/>
                  </a:cubicBezTo>
                  <a:cubicBezTo>
                    <a:pt x="24197" y="3077"/>
                    <a:pt x="24340" y="3230"/>
                    <a:pt x="24479" y="3386"/>
                  </a:cubicBezTo>
                  <a:cubicBezTo>
                    <a:pt x="24617" y="3543"/>
                    <a:pt x="24751" y="3705"/>
                    <a:pt x="24879" y="3870"/>
                  </a:cubicBezTo>
                  <a:cubicBezTo>
                    <a:pt x="25007" y="4035"/>
                    <a:pt x="25130" y="4205"/>
                    <a:pt x="25248" y="4378"/>
                  </a:cubicBezTo>
                  <a:cubicBezTo>
                    <a:pt x="25366" y="4551"/>
                    <a:pt x="25478" y="4727"/>
                    <a:pt x="25584" y="4907"/>
                  </a:cubicBezTo>
                  <a:cubicBezTo>
                    <a:pt x="25691" y="5087"/>
                    <a:pt x="25792" y="5271"/>
                    <a:pt x="25887" y="5457"/>
                  </a:cubicBezTo>
                  <a:cubicBezTo>
                    <a:pt x="25982" y="5644"/>
                    <a:pt x="26071" y="5833"/>
                    <a:pt x="26154" y="6025"/>
                  </a:cubicBezTo>
                  <a:cubicBezTo>
                    <a:pt x="26237" y="6217"/>
                    <a:pt x="26314" y="6411"/>
                    <a:pt x="26385" y="6608"/>
                  </a:cubicBezTo>
                  <a:cubicBezTo>
                    <a:pt x="26456" y="6805"/>
                    <a:pt x="26521" y="7004"/>
                    <a:pt x="26580" y="7205"/>
                  </a:cubicBezTo>
                  <a:cubicBezTo>
                    <a:pt x="26638" y="7406"/>
                    <a:pt x="26690" y="7609"/>
                    <a:pt x="26736" y="7813"/>
                  </a:cubicBezTo>
                  <a:cubicBezTo>
                    <a:pt x="26782" y="8017"/>
                    <a:pt x="26821" y="8223"/>
                    <a:pt x="26854" y="8429"/>
                  </a:cubicBezTo>
                  <a:cubicBezTo>
                    <a:pt x="26887" y="8636"/>
                    <a:pt x="26913" y="8843"/>
                    <a:pt x="26933" y="9052"/>
                  </a:cubicBezTo>
                  <a:cubicBezTo>
                    <a:pt x="26953" y="9260"/>
                    <a:pt x="26966" y="9469"/>
                    <a:pt x="26973" y="9678"/>
                  </a:cubicBezTo>
                  <a:cubicBezTo>
                    <a:pt x="26980" y="9887"/>
                    <a:pt x="26980" y="10096"/>
                    <a:pt x="26973" y="10306"/>
                  </a:cubicBezTo>
                  <a:cubicBezTo>
                    <a:pt x="26967" y="10515"/>
                    <a:pt x="26954" y="10724"/>
                    <a:pt x="26935" y="10932"/>
                  </a:cubicBezTo>
                  <a:cubicBezTo>
                    <a:pt x="26915" y="11140"/>
                    <a:pt x="26889" y="11348"/>
                    <a:pt x="26857" y="11555"/>
                  </a:cubicBezTo>
                  <a:cubicBezTo>
                    <a:pt x="26824" y="11761"/>
                    <a:pt x="26785" y="11967"/>
                    <a:pt x="26740" y="12171"/>
                  </a:cubicBezTo>
                  <a:cubicBezTo>
                    <a:pt x="26694" y="12375"/>
                    <a:pt x="26642" y="12578"/>
                    <a:pt x="26584" y="12779"/>
                  </a:cubicBezTo>
                  <a:cubicBezTo>
                    <a:pt x="26526" y="12980"/>
                    <a:pt x="26462" y="13179"/>
                    <a:pt x="26391" y="13376"/>
                  </a:cubicBezTo>
                  <a:cubicBezTo>
                    <a:pt x="26320" y="13573"/>
                    <a:pt x="26244" y="13768"/>
                    <a:pt x="26161" y="13960"/>
                  </a:cubicBezTo>
                  <a:cubicBezTo>
                    <a:pt x="26078" y="14152"/>
                    <a:pt x="25989" y="14341"/>
                    <a:pt x="25894" y="14528"/>
                  </a:cubicBezTo>
                  <a:cubicBezTo>
                    <a:pt x="25799" y="14715"/>
                    <a:pt x="25699" y="14898"/>
                    <a:pt x="25593" y="15078"/>
                  </a:cubicBezTo>
                  <a:cubicBezTo>
                    <a:pt x="25486" y="15259"/>
                    <a:pt x="25375" y="15435"/>
                    <a:pt x="25257" y="15609"/>
                  </a:cubicBezTo>
                  <a:cubicBezTo>
                    <a:pt x="25140" y="15782"/>
                    <a:pt x="25017" y="15951"/>
                    <a:pt x="24889" y="16117"/>
                  </a:cubicBezTo>
                  <a:lnTo>
                    <a:pt x="24059" y="17057"/>
                  </a:lnTo>
                  <a:lnTo>
                    <a:pt x="17059" y="24057"/>
                  </a:lnTo>
                  <a:cubicBezTo>
                    <a:pt x="16911" y="24205"/>
                    <a:pt x="16758" y="24348"/>
                    <a:pt x="16601" y="24486"/>
                  </a:cubicBezTo>
                  <a:cubicBezTo>
                    <a:pt x="16444" y="24624"/>
                    <a:pt x="16282" y="24757"/>
                    <a:pt x="16117" y="24885"/>
                  </a:cubicBezTo>
                  <a:cubicBezTo>
                    <a:pt x="15951" y="25013"/>
                    <a:pt x="15782" y="25136"/>
                    <a:pt x="15608" y="25253"/>
                  </a:cubicBezTo>
                  <a:cubicBezTo>
                    <a:pt x="15435" y="25370"/>
                    <a:pt x="15258" y="25482"/>
                    <a:pt x="15078" y="25589"/>
                  </a:cubicBezTo>
                  <a:cubicBezTo>
                    <a:pt x="14898" y="25695"/>
                    <a:pt x="14714" y="25795"/>
                    <a:pt x="14528" y="25890"/>
                  </a:cubicBezTo>
                  <a:cubicBezTo>
                    <a:pt x="14341" y="25985"/>
                    <a:pt x="14152" y="26074"/>
                    <a:pt x="13960" y="26157"/>
                  </a:cubicBezTo>
                  <a:cubicBezTo>
                    <a:pt x="13767" y="26239"/>
                    <a:pt x="13573" y="26316"/>
                    <a:pt x="13376" y="26387"/>
                  </a:cubicBezTo>
                  <a:cubicBezTo>
                    <a:pt x="13179" y="26457"/>
                    <a:pt x="12980" y="26522"/>
                    <a:pt x="12779" y="26580"/>
                  </a:cubicBezTo>
                  <a:cubicBezTo>
                    <a:pt x="12578" y="26638"/>
                    <a:pt x="12375" y="26690"/>
                    <a:pt x="12171" y="26735"/>
                  </a:cubicBezTo>
                  <a:cubicBezTo>
                    <a:pt x="11967" y="26781"/>
                    <a:pt x="11761" y="26820"/>
                    <a:pt x="11554" y="26852"/>
                  </a:cubicBezTo>
                  <a:cubicBezTo>
                    <a:pt x="11348" y="26885"/>
                    <a:pt x="11140" y="26911"/>
                    <a:pt x="10932" y="26930"/>
                  </a:cubicBezTo>
                  <a:cubicBezTo>
                    <a:pt x="10723" y="26950"/>
                    <a:pt x="10514" y="26963"/>
                    <a:pt x="10305" y="26969"/>
                  </a:cubicBezTo>
                  <a:cubicBezTo>
                    <a:pt x="10096" y="26976"/>
                    <a:pt x="9887" y="26975"/>
                    <a:pt x="9678" y="26969"/>
                  </a:cubicBezTo>
                  <a:cubicBezTo>
                    <a:pt x="9469" y="26962"/>
                    <a:pt x="9260" y="26949"/>
                    <a:pt x="9051" y="26929"/>
                  </a:cubicBezTo>
                  <a:cubicBezTo>
                    <a:pt x="8843" y="26909"/>
                    <a:pt x="8635" y="26883"/>
                    <a:pt x="8429" y="26850"/>
                  </a:cubicBezTo>
                  <a:cubicBezTo>
                    <a:pt x="8222" y="26817"/>
                    <a:pt x="8017" y="26777"/>
                    <a:pt x="7813" y="26732"/>
                  </a:cubicBezTo>
                  <a:cubicBezTo>
                    <a:pt x="7608" y="26686"/>
                    <a:pt x="7406" y="26634"/>
                    <a:pt x="7205" y="26575"/>
                  </a:cubicBezTo>
                  <a:cubicBezTo>
                    <a:pt x="7004" y="26517"/>
                    <a:pt x="6805" y="26452"/>
                    <a:pt x="6608" y="26381"/>
                  </a:cubicBezTo>
                  <a:cubicBezTo>
                    <a:pt x="6411" y="26310"/>
                    <a:pt x="6217" y="26233"/>
                    <a:pt x="6025" y="26150"/>
                  </a:cubicBezTo>
                  <a:cubicBezTo>
                    <a:pt x="5833" y="26067"/>
                    <a:pt x="5643" y="25977"/>
                    <a:pt x="5457" y="25882"/>
                  </a:cubicBezTo>
                  <a:cubicBezTo>
                    <a:pt x="5271" y="25787"/>
                    <a:pt x="5087" y="25686"/>
                    <a:pt x="4907" y="25580"/>
                  </a:cubicBezTo>
                  <a:cubicBezTo>
                    <a:pt x="4727" y="25473"/>
                    <a:pt x="4550" y="25361"/>
                    <a:pt x="4377" y="25243"/>
                  </a:cubicBezTo>
                  <a:cubicBezTo>
                    <a:pt x="4204" y="25126"/>
                    <a:pt x="4035" y="25003"/>
                    <a:pt x="3870" y="24875"/>
                  </a:cubicBezTo>
                  <a:cubicBezTo>
                    <a:pt x="3704" y="24746"/>
                    <a:pt x="3543" y="24613"/>
                    <a:pt x="3386" y="24474"/>
                  </a:cubicBezTo>
                  <a:cubicBezTo>
                    <a:pt x="3229" y="24336"/>
                    <a:pt x="3077" y="24193"/>
                    <a:pt x="2929" y="24045"/>
                  </a:cubicBezTo>
                  <a:cubicBezTo>
                    <a:pt x="2781" y="23897"/>
                    <a:pt x="2638" y="23744"/>
                    <a:pt x="2499" y="23587"/>
                  </a:cubicBezTo>
                  <a:cubicBezTo>
                    <a:pt x="2361" y="23430"/>
                    <a:pt x="2227" y="23269"/>
                    <a:pt x="2099" y="23104"/>
                  </a:cubicBezTo>
                  <a:cubicBezTo>
                    <a:pt x="1971" y="22939"/>
                    <a:pt x="1848" y="22769"/>
                    <a:pt x="1730" y="22596"/>
                  </a:cubicBezTo>
                  <a:cubicBezTo>
                    <a:pt x="1613" y="22423"/>
                    <a:pt x="1500" y="22247"/>
                    <a:pt x="1394" y="22066"/>
                  </a:cubicBezTo>
                  <a:cubicBezTo>
                    <a:pt x="1287" y="21886"/>
                    <a:pt x="1186" y="21703"/>
                    <a:pt x="1091" y="21517"/>
                  </a:cubicBezTo>
                  <a:cubicBezTo>
                    <a:pt x="996" y="21330"/>
                    <a:pt x="907" y="21141"/>
                    <a:pt x="824" y="20949"/>
                  </a:cubicBezTo>
                  <a:cubicBezTo>
                    <a:pt x="741" y="20757"/>
                    <a:pt x="664" y="20562"/>
                    <a:pt x="593" y="20366"/>
                  </a:cubicBezTo>
                  <a:cubicBezTo>
                    <a:pt x="522" y="20169"/>
                    <a:pt x="457" y="19970"/>
                    <a:pt x="399" y="19769"/>
                  </a:cubicBezTo>
                  <a:cubicBezTo>
                    <a:pt x="340" y="19568"/>
                    <a:pt x="288" y="19365"/>
                    <a:pt x="242" y="19161"/>
                  </a:cubicBezTo>
                  <a:cubicBezTo>
                    <a:pt x="196" y="18957"/>
                    <a:pt x="157" y="18751"/>
                    <a:pt x="124" y="18545"/>
                  </a:cubicBezTo>
                  <a:cubicBezTo>
                    <a:pt x="91" y="18338"/>
                    <a:pt x="65" y="18130"/>
                    <a:pt x="45" y="17922"/>
                  </a:cubicBezTo>
                  <a:cubicBezTo>
                    <a:pt x="25" y="17714"/>
                    <a:pt x="12" y="17505"/>
                    <a:pt x="5" y="17296"/>
                  </a:cubicBezTo>
                  <a:cubicBezTo>
                    <a:pt x="-2" y="17087"/>
                    <a:pt x="-2" y="16878"/>
                    <a:pt x="5" y="16668"/>
                  </a:cubicBezTo>
                  <a:cubicBezTo>
                    <a:pt x="11" y="16459"/>
                    <a:pt x="24" y="16250"/>
                    <a:pt x="44" y="16042"/>
                  </a:cubicBezTo>
                  <a:cubicBezTo>
                    <a:pt x="63" y="15834"/>
                    <a:pt x="89" y="15626"/>
                    <a:pt x="122" y="15419"/>
                  </a:cubicBezTo>
                  <a:cubicBezTo>
                    <a:pt x="154" y="15213"/>
                    <a:pt x="193" y="15007"/>
                    <a:pt x="239" y="14803"/>
                  </a:cubicBezTo>
                  <a:cubicBezTo>
                    <a:pt x="284" y="14599"/>
                    <a:pt x="336" y="14396"/>
                    <a:pt x="394" y="14195"/>
                  </a:cubicBezTo>
                  <a:cubicBezTo>
                    <a:pt x="452" y="13994"/>
                    <a:pt x="517" y="13795"/>
                    <a:pt x="587" y="13598"/>
                  </a:cubicBezTo>
                  <a:cubicBezTo>
                    <a:pt x="658" y="13401"/>
                    <a:pt x="735" y="13206"/>
                    <a:pt x="817" y="13014"/>
                  </a:cubicBezTo>
                  <a:cubicBezTo>
                    <a:pt x="900" y="12822"/>
                    <a:pt x="989" y="12632"/>
                    <a:pt x="1084" y="12446"/>
                  </a:cubicBezTo>
                  <a:cubicBezTo>
                    <a:pt x="1179" y="12259"/>
                    <a:pt x="1279" y="12076"/>
                    <a:pt x="1385" y="11896"/>
                  </a:cubicBezTo>
                  <a:cubicBezTo>
                    <a:pt x="1492" y="11715"/>
                    <a:pt x="1604" y="11538"/>
                    <a:pt x="1721" y="11365"/>
                  </a:cubicBezTo>
                  <a:cubicBezTo>
                    <a:pt x="1838" y="11192"/>
                    <a:pt x="1961" y="11022"/>
                    <a:pt x="2089" y="10857"/>
                  </a:cubicBezTo>
                  <a:lnTo>
                    <a:pt x="2919" y="9917"/>
                  </a:lnTo>
                  <a:lnTo>
                    <a:pt x="9919" y="2917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7" name="probe-tabler-bulb-part-6"/>
            <p:cNvSpPr/>
            <p:nvPr/>
          </p:nvSpPr>
          <p:spPr>
            <a:xfrm>
              <a:off x="90000" y="18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50000" y="0"/>
                  </a:move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cubicBezTo>
                    <a:pt x="60000" y="10628"/>
                    <a:pt x="59980" y="11257"/>
                    <a:pt x="59941" y="11884"/>
                  </a:cubicBezTo>
                  <a:cubicBezTo>
                    <a:pt x="59901" y="12511"/>
                    <a:pt x="59842" y="13137"/>
                    <a:pt x="59763" y="13760"/>
                  </a:cubicBezTo>
                  <a:cubicBezTo>
                    <a:pt x="59685" y="14383"/>
                    <a:pt x="59586" y="15004"/>
                    <a:pt x="59469" y="15621"/>
                  </a:cubicBezTo>
                  <a:cubicBezTo>
                    <a:pt x="59351" y="16239"/>
                    <a:pt x="59214" y="16852"/>
                    <a:pt x="59057" y="17461"/>
                  </a:cubicBezTo>
                  <a:cubicBezTo>
                    <a:pt x="58901" y="18069"/>
                    <a:pt x="58726" y="18673"/>
                    <a:pt x="58532" y="19271"/>
                  </a:cubicBezTo>
                  <a:cubicBezTo>
                    <a:pt x="58338" y="19868"/>
                    <a:pt x="58125" y="20459"/>
                    <a:pt x="57893" y="21044"/>
                  </a:cubicBezTo>
                  <a:cubicBezTo>
                    <a:pt x="57662" y="21628"/>
                    <a:pt x="57412" y="22205"/>
                    <a:pt x="57145" y="22773"/>
                  </a:cubicBezTo>
                  <a:cubicBezTo>
                    <a:pt x="56877" y="23342"/>
                    <a:pt x="56592" y="23902"/>
                    <a:pt x="56289" y="24453"/>
                  </a:cubicBezTo>
                  <a:cubicBezTo>
                    <a:pt x="55986" y="25003"/>
                    <a:pt x="55667" y="25544"/>
                    <a:pt x="55330" y="26075"/>
                  </a:cubicBezTo>
                  <a:cubicBezTo>
                    <a:pt x="54993" y="26605"/>
                    <a:pt x="54640" y="27125"/>
                    <a:pt x="54271" y="27634"/>
                  </a:cubicBezTo>
                  <a:cubicBezTo>
                    <a:pt x="53901" y="28142"/>
                    <a:pt x="53516" y="28639"/>
                    <a:pt x="53115" y="29123"/>
                  </a:cubicBezTo>
                  <a:cubicBezTo>
                    <a:pt x="52715" y="29607"/>
                    <a:pt x="52299" y="30078"/>
                    <a:pt x="51869" y="30536"/>
                  </a:cubicBezTo>
                  <a:cubicBezTo>
                    <a:pt x="51439" y="30994"/>
                    <a:pt x="50994" y="31439"/>
                    <a:pt x="50536" y="31869"/>
                  </a:cubicBezTo>
                  <a:cubicBezTo>
                    <a:pt x="50078" y="32299"/>
                    <a:pt x="49607" y="32715"/>
                    <a:pt x="49123" y="33115"/>
                  </a:cubicBezTo>
                  <a:cubicBezTo>
                    <a:pt x="48639" y="33516"/>
                    <a:pt x="48142" y="33901"/>
                    <a:pt x="47634" y="34271"/>
                  </a:cubicBezTo>
                  <a:cubicBezTo>
                    <a:pt x="47125" y="34640"/>
                    <a:pt x="46605" y="34993"/>
                    <a:pt x="46075" y="35330"/>
                  </a:cubicBezTo>
                  <a:cubicBezTo>
                    <a:pt x="45544" y="35667"/>
                    <a:pt x="45003" y="35986"/>
                    <a:pt x="44453" y="36289"/>
                  </a:cubicBezTo>
                  <a:cubicBezTo>
                    <a:pt x="43902" y="36592"/>
                    <a:pt x="43342" y="36877"/>
                    <a:pt x="42773" y="37145"/>
                  </a:cubicBezTo>
                  <a:cubicBezTo>
                    <a:pt x="42205" y="37412"/>
                    <a:pt x="41628" y="37662"/>
                    <a:pt x="41044" y="37893"/>
                  </a:cubicBezTo>
                  <a:cubicBezTo>
                    <a:pt x="40459" y="38125"/>
                    <a:pt x="39868" y="38338"/>
                    <a:pt x="39271" y="38532"/>
                  </a:cubicBezTo>
                  <a:cubicBezTo>
                    <a:pt x="38673" y="38726"/>
                    <a:pt x="38069" y="38901"/>
                    <a:pt x="37461" y="39057"/>
                  </a:cubicBezTo>
                  <a:cubicBezTo>
                    <a:pt x="36852" y="39214"/>
                    <a:pt x="36239" y="39351"/>
                    <a:pt x="35621" y="39469"/>
                  </a:cubicBezTo>
                  <a:cubicBezTo>
                    <a:pt x="35004" y="39586"/>
                    <a:pt x="34383" y="39685"/>
                    <a:pt x="33760" y="39763"/>
                  </a:cubicBezTo>
                  <a:cubicBezTo>
                    <a:pt x="33137" y="39842"/>
                    <a:pt x="32511" y="39901"/>
                    <a:pt x="31884" y="39941"/>
                  </a:cubicBezTo>
                  <a:cubicBezTo>
                    <a:pt x="31257" y="39980"/>
                    <a:pt x="30628" y="40000"/>
                    <a:pt x="30000" y="40000"/>
                  </a:cubicBezTo>
                  <a:cubicBezTo>
                    <a:pt x="29372" y="40000"/>
                    <a:pt x="28743" y="39980"/>
                    <a:pt x="28116" y="39941"/>
                  </a:cubicBezTo>
                  <a:cubicBezTo>
                    <a:pt x="27489" y="39901"/>
                    <a:pt x="26863" y="39842"/>
                    <a:pt x="26240" y="39763"/>
                  </a:cubicBezTo>
                  <a:cubicBezTo>
                    <a:pt x="25617" y="39685"/>
                    <a:pt x="24996" y="39586"/>
                    <a:pt x="24379" y="39469"/>
                  </a:cubicBezTo>
                  <a:cubicBezTo>
                    <a:pt x="23761" y="39351"/>
                    <a:pt x="23148" y="39214"/>
                    <a:pt x="22539" y="39057"/>
                  </a:cubicBezTo>
                  <a:cubicBezTo>
                    <a:pt x="21931" y="38901"/>
                    <a:pt x="21327" y="38726"/>
                    <a:pt x="20729" y="38532"/>
                  </a:cubicBezTo>
                  <a:cubicBezTo>
                    <a:pt x="20132" y="38338"/>
                    <a:pt x="19541" y="38125"/>
                    <a:pt x="18956" y="37893"/>
                  </a:cubicBezTo>
                  <a:cubicBezTo>
                    <a:pt x="18372" y="37662"/>
                    <a:pt x="17795" y="37412"/>
                    <a:pt x="17227" y="37145"/>
                  </a:cubicBezTo>
                  <a:cubicBezTo>
                    <a:pt x="16658" y="36877"/>
                    <a:pt x="16098" y="36592"/>
                    <a:pt x="15547" y="36289"/>
                  </a:cubicBezTo>
                  <a:cubicBezTo>
                    <a:pt x="14997" y="35986"/>
                    <a:pt x="14456" y="35667"/>
                    <a:pt x="13925" y="35330"/>
                  </a:cubicBezTo>
                  <a:cubicBezTo>
                    <a:pt x="13395" y="34993"/>
                    <a:pt x="12875" y="34640"/>
                    <a:pt x="12366" y="34271"/>
                  </a:cubicBezTo>
                  <a:cubicBezTo>
                    <a:pt x="11858" y="33901"/>
                    <a:pt x="11361" y="33516"/>
                    <a:pt x="10877" y="33115"/>
                  </a:cubicBezTo>
                  <a:cubicBezTo>
                    <a:pt x="10393" y="32715"/>
                    <a:pt x="9922" y="32299"/>
                    <a:pt x="9464" y="31869"/>
                  </a:cubicBezTo>
                  <a:cubicBezTo>
                    <a:pt x="9006" y="31439"/>
                    <a:pt x="8561" y="30994"/>
                    <a:pt x="8131" y="30536"/>
                  </a:cubicBezTo>
                  <a:cubicBezTo>
                    <a:pt x="7701" y="30078"/>
                    <a:pt x="7285" y="29607"/>
                    <a:pt x="6885" y="29123"/>
                  </a:cubicBezTo>
                  <a:cubicBezTo>
                    <a:pt x="6484" y="28639"/>
                    <a:pt x="6099" y="28142"/>
                    <a:pt x="5729" y="27634"/>
                  </a:cubicBezTo>
                  <a:cubicBezTo>
                    <a:pt x="5360" y="27125"/>
                    <a:pt x="5007" y="26605"/>
                    <a:pt x="4670" y="26075"/>
                  </a:cubicBezTo>
                  <a:cubicBezTo>
                    <a:pt x="4333" y="25544"/>
                    <a:pt x="4014" y="25003"/>
                    <a:pt x="3711" y="24453"/>
                  </a:cubicBezTo>
                  <a:cubicBezTo>
                    <a:pt x="3408" y="23902"/>
                    <a:pt x="3123" y="23342"/>
                    <a:pt x="2855" y="22773"/>
                  </a:cubicBezTo>
                  <a:cubicBezTo>
                    <a:pt x="2588" y="22205"/>
                    <a:pt x="2338" y="21628"/>
                    <a:pt x="2107" y="21044"/>
                  </a:cubicBezTo>
                  <a:cubicBezTo>
                    <a:pt x="1875" y="20459"/>
                    <a:pt x="1662" y="19868"/>
                    <a:pt x="1468" y="19271"/>
                  </a:cubicBezTo>
                  <a:cubicBezTo>
                    <a:pt x="1274" y="18673"/>
                    <a:pt x="1099" y="18069"/>
                    <a:pt x="943" y="17461"/>
                  </a:cubicBezTo>
                  <a:cubicBezTo>
                    <a:pt x="786" y="16852"/>
                    <a:pt x="649" y="16239"/>
                    <a:pt x="531" y="15621"/>
                  </a:cubicBezTo>
                  <a:cubicBezTo>
                    <a:pt x="414" y="15004"/>
                    <a:pt x="315" y="14383"/>
                    <a:pt x="237" y="13760"/>
                  </a:cubicBezTo>
                  <a:cubicBezTo>
                    <a:pt x="158" y="13137"/>
                    <a:pt x="99" y="12511"/>
                    <a:pt x="59" y="11884"/>
                  </a:cubicBezTo>
                  <a:cubicBezTo>
                    <a:pt x="20" y="11257"/>
                    <a:pt x="0" y="10628"/>
                    <a:pt x="0" y="10000"/>
                  </a:cubicBezTo>
                  <a:cubicBezTo>
                    <a:pt x="0" y="9798"/>
                    <a:pt x="6" y="9596"/>
                    <a:pt x="18" y="9395"/>
                  </a:cubicBezTo>
                  <a:cubicBezTo>
                    <a:pt x="31" y="9193"/>
                    <a:pt x="49" y="8992"/>
                    <a:pt x="73" y="8792"/>
                  </a:cubicBezTo>
                  <a:cubicBezTo>
                    <a:pt x="98" y="8591"/>
                    <a:pt x="128" y="8392"/>
                    <a:pt x="165" y="8193"/>
                  </a:cubicBezTo>
                  <a:cubicBezTo>
                    <a:pt x="201" y="7995"/>
                    <a:pt x="244" y="7797"/>
                    <a:pt x="292" y="7601"/>
                  </a:cubicBezTo>
                  <a:cubicBezTo>
                    <a:pt x="341" y="7405"/>
                    <a:pt x="395" y="7211"/>
                    <a:pt x="455" y="7018"/>
                  </a:cubicBezTo>
                  <a:cubicBezTo>
                    <a:pt x="516" y="6826"/>
                    <a:pt x="582" y="6635"/>
                    <a:pt x="653" y="6446"/>
                  </a:cubicBezTo>
                  <a:cubicBezTo>
                    <a:pt x="725" y="6257"/>
                    <a:pt x="803" y="6071"/>
                    <a:pt x="886" y="5887"/>
                  </a:cubicBezTo>
                  <a:cubicBezTo>
                    <a:pt x="969" y="5703"/>
                    <a:pt x="1057" y="5521"/>
                    <a:pt x="1151" y="5343"/>
                  </a:cubicBezTo>
                  <a:cubicBezTo>
                    <a:pt x="1245" y="5164"/>
                    <a:pt x="1345" y="4988"/>
                    <a:pt x="1450" y="4816"/>
                  </a:cubicBezTo>
                  <a:cubicBezTo>
                    <a:pt x="1554" y="4643"/>
                    <a:pt x="1664" y="4474"/>
                    <a:pt x="1779" y="4308"/>
                  </a:cubicBezTo>
                  <a:cubicBezTo>
                    <a:pt x="1894" y="4142"/>
                    <a:pt x="2014" y="3979"/>
                    <a:pt x="2139" y="3821"/>
                  </a:cubicBezTo>
                  <a:cubicBezTo>
                    <a:pt x="2263" y="3662"/>
                    <a:pt x="2393" y="3507"/>
                    <a:pt x="2527" y="3356"/>
                  </a:cubicBezTo>
                  <a:cubicBezTo>
                    <a:pt x="2661" y="3205"/>
                    <a:pt x="2800" y="3059"/>
                    <a:pt x="2943" y="2916"/>
                  </a:cubicBezTo>
                  <a:cubicBezTo>
                    <a:pt x="3086" y="2774"/>
                    <a:pt x="3233" y="2636"/>
                    <a:pt x="3385" y="2502"/>
                  </a:cubicBezTo>
                  <a:cubicBezTo>
                    <a:pt x="3536" y="2369"/>
                    <a:pt x="3692" y="2240"/>
                    <a:pt x="3851" y="2115"/>
                  </a:cubicBezTo>
                  <a:cubicBezTo>
                    <a:pt x="4010" y="1991"/>
                    <a:pt x="4173" y="1872"/>
                    <a:pt x="4339" y="1758"/>
                  </a:cubicBezTo>
                  <a:cubicBezTo>
                    <a:pt x="4506" y="1643"/>
                    <a:pt x="4676" y="1534"/>
                    <a:pt x="4849" y="1430"/>
                  </a:cubicBezTo>
                  <a:cubicBezTo>
                    <a:pt x="5022" y="1326"/>
                    <a:pt x="5198" y="1228"/>
                    <a:pt x="5377" y="1134"/>
                  </a:cubicBezTo>
                  <a:cubicBezTo>
                    <a:pt x="5556" y="1041"/>
                    <a:pt x="5738" y="953"/>
                    <a:pt x="5922" y="871"/>
                  </a:cubicBezTo>
                  <a:cubicBezTo>
                    <a:pt x="6106" y="788"/>
                    <a:pt x="6293" y="712"/>
                    <a:pt x="6482" y="641"/>
                  </a:cubicBezTo>
                  <a:cubicBezTo>
                    <a:pt x="6671" y="570"/>
                    <a:pt x="6862" y="504"/>
                    <a:pt x="7055" y="445"/>
                  </a:cubicBezTo>
                  <a:cubicBezTo>
                    <a:pt x="7248" y="385"/>
                    <a:pt x="7442" y="332"/>
                    <a:pt x="7639" y="284"/>
                  </a:cubicBezTo>
                  <a:cubicBezTo>
                    <a:pt x="7835" y="236"/>
                    <a:pt x="8032" y="195"/>
                    <a:pt x="8231" y="159"/>
                  </a:cubicBezTo>
                  <a:cubicBezTo>
                    <a:pt x="8430" y="123"/>
                    <a:pt x="8630" y="94"/>
                    <a:pt x="8830" y="70"/>
                  </a:cubicBezTo>
                  <a:lnTo>
                    <a:pt x="10000" y="0"/>
                  </a:lnTo>
                  <a:lnTo>
                    <a:pt x="50000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48" name="probe-tabler-bulb-part-7"/>
            <p:cNvSpPr/>
            <p:nvPr/>
          </p:nvSpPr>
          <p:spPr>
            <a:xfrm>
              <a:off x="60000" y="60000"/>
              <a:ext cx="120000" cy="110000"/>
            </a:xfrm>
            <a:custGeom>
              <a:avLst/>
              <a:gdLst/>
              <a:ahLst/>
              <a:cxnLst/>
              <a:rect l="0" t="0" r="r" b="b"/>
              <a:pathLst>
                <a:path w="120000" h="110000">
                  <a:moveTo>
                    <a:pt x="60000" y="0"/>
                  </a:moveTo>
                  <a:cubicBezTo>
                    <a:pt x="61249" y="0"/>
                    <a:pt x="62498" y="39"/>
                    <a:pt x="63745" y="117"/>
                  </a:cubicBezTo>
                  <a:cubicBezTo>
                    <a:pt x="64991" y="195"/>
                    <a:pt x="66235" y="312"/>
                    <a:pt x="67475" y="467"/>
                  </a:cubicBezTo>
                  <a:cubicBezTo>
                    <a:pt x="68714" y="623"/>
                    <a:pt x="69948" y="817"/>
                    <a:pt x="71176" y="1050"/>
                  </a:cubicBezTo>
                  <a:cubicBezTo>
                    <a:pt x="72403" y="1283"/>
                    <a:pt x="73623" y="1554"/>
                    <a:pt x="74833" y="1862"/>
                  </a:cubicBezTo>
                  <a:cubicBezTo>
                    <a:pt x="76044" y="2171"/>
                    <a:pt x="77244" y="2518"/>
                    <a:pt x="78433" y="2902"/>
                  </a:cubicBezTo>
                  <a:cubicBezTo>
                    <a:pt x="79621" y="3285"/>
                    <a:pt x="80798" y="3706"/>
                    <a:pt x="81960" y="4163"/>
                  </a:cubicBezTo>
                  <a:cubicBezTo>
                    <a:pt x="83123" y="4620"/>
                    <a:pt x="84271" y="5114"/>
                    <a:pt x="85402" y="5643"/>
                  </a:cubicBezTo>
                  <a:cubicBezTo>
                    <a:pt x="86534" y="6172"/>
                    <a:pt x="87649" y="6736"/>
                    <a:pt x="88745" y="7334"/>
                  </a:cubicBezTo>
                  <a:cubicBezTo>
                    <a:pt x="89842" y="7933"/>
                    <a:pt x="90919" y="8565"/>
                    <a:pt x="91976" y="9231"/>
                  </a:cubicBezTo>
                  <a:cubicBezTo>
                    <a:pt x="93033" y="9897"/>
                    <a:pt x="94069" y="10595"/>
                    <a:pt x="95083" y="11325"/>
                  </a:cubicBezTo>
                  <a:cubicBezTo>
                    <a:pt x="96096" y="12056"/>
                    <a:pt x="97086" y="12818"/>
                    <a:pt x="98052" y="13610"/>
                  </a:cubicBezTo>
                  <a:cubicBezTo>
                    <a:pt x="99018" y="14402"/>
                    <a:pt x="99959" y="15224"/>
                    <a:pt x="100873" y="16075"/>
                  </a:cubicBezTo>
                  <a:cubicBezTo>
                    <a:pt x="101788" y="16926"/>
                    <a:pt x="102675" y="17805"/>
                    <a:pt x="103535" y="18712"/>
                  </a:cubicBezTo>
                  <a:cubicBezTo>
                    <a:pt x="104395" y="19618"/>
                    <a:pt x="105226" y="20551"/>
                    <a:pt x="106027" y="21509"/>
                  </a:cubicBezTo>
                  <a:cubicBezTo>
                    <a:pt x="106828" y="22468"/>
                    <a:pt x="107599" y="23451"/>
                    <a:pt x="108339" y="24457"/>
                  </a:cubicBezTo>
                  <a:cubicBezTo>
                    <a:pt x="109079" y="25463"/>
                    <a:pt x="109788" y="26493"/>
                    <a:pt x="110463" y="27543"/>
                  </a:cubicBezTo>
                  <a:cubicBezTo>
                    <a:pt x="111139" y="28594"/>
                    <a:pt x="111782" y="29665"/>
                    <a:pt x="112391" y="30756"/>
                  </a:cubicBezTo>
                  <a:cubicBezTo>
                    <a:pt x="113000" y="31847"/>
                    <a:pt x="113574" y="32956"/>
                    <a:pt x="114114" y="34083"/>
                  </a:cubicBezTo>
                  <a:cubicBezTo>
                    <a:pt x="114653" y="35210"/>
                    <a:pt x="115158" y="36353"/>
                    <a:pt x="115626" y="37511"/>
                  </a:cubicBezTo>
                  <a:cubicBezTo>
                    <a:pt x="116094" y="38669"/>
                    <a:pt x="116526" y="39841"/>
                    <a:pt x="116921" y="41026"/>
                  </a:cubicBezTo>
                  <a:cubicBezTo>
                    <a:pt x="117316" y="42211"/>
                    <a:pt x="117674" y="43408"/>
                    <a:pt x="117994" y="44616"/>
                  </a:cubicBezTo>
                  <a:cubicBezTo>
                    <a:pt x="118314" y="45823"/>
                    <a:pt x="118597" y="47040"/>
                    <a:pt x="118841" y="48265"/>
                  </a:cubicBezTo>
                  <a:cubicBezTo>
                    <a:pt x="119086" y="49490"/>
                    <a:pt x="119292" y="50723"/>
                    <a:pt x="119459" y="51961"/>
                  </a:cubicBezTo>
                  <a:cubicBezTo>
                    <a:pt x="119626" y="53199"/>
                    <a:pt x="119755" y="54441"/>
                    <a:pt x="119845" y="55687"/>
                  </a:cubicBezTo>
                  <a:cubicBezTo>
                    <a:pt x="119935" y="56933"/>
                    <a:pt x="119985" y="58182"/>
                    <a:pt x="119997" y="59431"/>
                  </a:cubicBezTo>
                  <a:cubicBezTo>
                    <a:pt x="120009" y="60680"/>
                    <a:pt x="119982" y="61929"/>
                    <a:pt x="119916" y="63176"/>
                  </a:cubicBezTo>
                  <a:cubicBezTo>
                    <a:pt x="119850" y="64424"/>
                    <a:pt x="119745" y="65669"/>
                    <a:pt x="119601" y="66910"/>
                  </a:cubicBezTo>
                  <a:cubicBezTo>
                    <a:pt x="119457" y="68150"/>
                    <a:pt x="119274" y="69386"/>
                    <a:pt x="119053" y="70616"/>
                  </a:cubicBezTo>
                  <a:cubicBezTo>
                    <a:pt x="118832" y="71845"/>
                    <a:pt x="118573" y="73068"/>
                    <a:pt x="118276" y="74281"/>
                  </a:cubicBezTo>
                  <a:cubicBezTo>
                    <a:pt x="117978" y="75494"/>
                    <a:pt x="117643" y="76698"/>
                    <a:pt x="117271" y="77890"/>
                  </a:cubicBezTo>
                  <a:cubicBezTo>
                    <a:pt x="116898" y="79082"/>
                    <a:pt x="116489" y="80263"/>
                    <a:pt x="116043" y="81430"/>
                  </a:cubicBezTo>
                  <a:cubicBezTo>
                    <a:pt x="115596" y="82596"/>
                    <a:pt x="115114" y="83749"/>
                    <a:pt x="114596" y="84885"/>
                  </a:cubicBezTo>
                  <a:cubicBezTo>
                    <a:pt x="114078" y="86022"/>
                    <a:pt x="113524" y="87142"/>
                    <a:pt x="112936" y="88244"/>
                  </a:cubicBezTo>
                  <a:cubicBezTo>
                    <a:pt x="112348" y="89346"/>
                    <a:pt x="111726" y="90430"/>
                    <a:pt x="111070" y="91493"/>
                  </a:cubicBezTo>
                  <a:cubicBezTo>
                    <a:pt x="110415" y="92556"/>
                    <a:pt x="109726" y="93599"/>
                    <a:pt x="109005" y="94619"/>
                  </a:cubicBezTo>
                  <a:cubicBezTo>
                    <a:pt x="108284" y="95639"/>
                    <a:pt x="107532" y="96637"/>
                    <a:pt x="106749" y="97610"/>
                  </a:cubicBezTo>
                  <a:cubicBezTo>
                    <a:pt x="105966" y="98583"/>
                    <a:pt x="105153" y="99532"/>
                    <a:pt x="104311" y="100455"/>
                  </a:cubicBezTo>
                  <a:cubicBezTo>
                    <a:pt x="103468" y="101377"/>
                    <a:pt x="102598" y="102273"/>
                    <a:pt x="101699" y="103141"/>
                  </a:cubicBezTo>
                  <a:cubicBezTo>
                    <a:pt x="100801" y="104009"/>
                    <a:pt x="99876" y="104849"/>
                    <a:pt x="98926" y="105660"/>
                  </a:cubicBezTo>
                  <a:cubicBezTo>
                    <a:pt x="97975" y="106470"/>
                    <a:pt x="96999" y="107251"/>
                    <a:pt x="96000" y="108000"/>
                  </a:cubicBezTo>
                  <a:cubicBezTo>
                    <a:pt x="95848" y="108114"/>
                    <a:pt x="95692" y="108224"/>
                    <a:pt x="95534" y="108330"/>
                  </a:cubicBezTo>
                  <a:cubicBezTo>
                    <a:pt x="95375" y="108435"/>
                    <a:pt x="95213" y="108536"/>
                    <a:pt x="95049" y="108633"/>
                  </a:cubicBezTo>
                  <a:cubicBezTo>
                    <a:pt x="94885" y="108729"/>
                    <a:pt x="94718" y="108821"/>
                    <a:pt x="94548" y="108907"/>
                  </a:cubicBezTo>
                  <a:cubicBezTo>
                    <a:pt x="94378" y="108994"/>
                    <a:pt x="94206" y="109076"/>
                    <a:pt x="94032" y="109153"/>
                  </a:cubicBezTo>
                  <a:cubicBezTo>
                    <a:pt x="93858" y="109230"/>
                    <a:pt x="93681" y="109302"/>
                    <a:pt x="93503" y="109369"/>
                  </a:cubicBezTo>
                  <a:cubicBezTo>
                    <a:pt x="93325" y="109435"/>
                    <a:pt x="93144" y="109497"/>
                    <a:pt x="92963" y="109554"/>
                  </a:cubicBezTo>
                  <a:cubicBezTo>
                    <a:pt x="92781" y="109610"/>
                    <a:pt x="92597" y="109661"/>
                    <a:pt x="92412" y="109708"/>
                  </a:cubicBezTo>
                  <a:cubicBezTo>
                    <a:pt x="92227" y="109754"/>
                    <a:pt x="92041" y="109794"/>
                    <a:pt x="91854" y="109830"/>
                  </a:cubicBezTo>
                  <a:cubicBezTo>
                    <a:pt x="91667" y="109865"/>
                    <a:pt x="91479" y="109895"/>
                    <a:pt x="91290" y="109920"/>
                  </a:cubicBezTo>
                  <a:lnTo>
                    <a:pt x="90000" y="110000"/>
                  </a:lnTo>
                  <a:lnTo>
                    <a:pt x="30000" y="110000"/>
                  </a:lnTo>
                  <a:cubicBezTo>
                    <a:pt x="29805" y="110000"/>
                    <a:pt x="29610" y="109994"/>
                    <a:pt x="29415" y="109983"/>
                  </a:cubicBezTo>
                  <a:cubicBezTo>
                    <a:pt x="29221" y="109971"/>
                    <a:pt x="29026" y="109954"/>
                    <a:pt x="28833" y="109932"/>
                  </a:cubicBezTo>
                  <a:cubicBezTo>
                    <a:pt x="28639" y="109909"/>
                    <a:pt x="28446" y="109880"/>
                    <a:pt x="28254" y="109846"/>
                  </a:cubicBezTo>
                  <a:cubicBezTo>
                    <a:pt x="28062" y="109812"/>
                    <a:pt x="27871" y="109773"/>
                    <a:pt x="27681" y="109727"/>
                  </a:cubicBezTo>
                  <a:cubicBezTo>
                    <a:pt x="27492" y="109682"/>
                    <a:pt x="27303" y="109631"/>
                    <a:pt x="27117" y="109575"/>
                  </a:cubicBezTo>
                  <a:cubicBezTo>
                    <a:pt x="26930" y="109519"/>
                    <a:pt x="26745" y="109457"/>
                    <a:pt x="26562" y="109390"/>
                  </a:cubicBezTo>
                  <a:cubicBezTo>
                    <a:pt x="26379" y="109323"/>
                    <a:pt x="26197" y="109251"/>
                    <a:pt x="26018" y="109173"/>
                  </a:cubicBezTo>
                  <a:cubicBezTo>
                    <a:pt x="25840" y="109096"/>
                    <a:pt x="25663" y="109013"/>
                    <a:pt x="25489" y="108925"/>
                  </a:cubicBezTo>
                  <a:cubicBezTo>
                    <a:pt x="25315" y="108837"/>
                    <a:pt x="25143" y="108744"/>
                    <a:pt x="24975" y="108646"/>
                  </a:cubicBezTo>
                  <a:cubicBezTo>
                    <a:pt x="24806" y="108548"/>
                    <a:pt x="24641" y="108445"/>
                    <a:pt x="24478" y="108337"/>
                  </a:cubicBezTo>
                  <a:cubicBezTo>
                    <a:pt x="24315" y="108229"/>
                    <a:pt x="24156" y="108117"/>
                    <a:pt x="24000" y="108000"/>
                  </a:cubicBezTo>
                  <a:cubicBezTo>
                    <a:pt x="23001" y="107251"/>
                    <a:pt x="22025" y="106470"/>
                    <a:pt x="21074" y="105660"/>
                  </a:cubicBezTo>
                  <a:cubicBezTo>
                    <a:pt x="20124" y="104849"/>
                    <a:pt x="19199" y="104009"/>
                    <a:pt x="18301" y="103141"/>
                  </a:cubicBezTo>
                  <a:cubicBezTo>
                    <a:pt x="17402" y="102273"/>
                    <a:pt x="16532" y="101377"/>
                    <a:pt x="15689" y="100455"/>
                  </a:cubicBezTo>
                  <a:cubicBezTo>
                    <a:pt x="14847" y="99532"/>
                    <a:pt x="14034" y="98583"/>
                    <a:pt x="13251" y="97610"/>
                  </a:cubicBezTo>
                  <a:cubicBezTo>
                    <a:pt x="12468" y="96637"/>
                    <a:pt x="11716" y="95639"/>
                    <a:pt x="10995" y="94619"/>
                  </a:cubicBezTo>
                  <a:cubicBezTo>
                    <a:pt x="10274" y="93599"/>
                    <a:pt x="9585" y="92556"/>
                    <a:pt x="8930" y="91493"/>
                  </a:cubicBezTo>
                  <a:cubicBezTo>
                    <a:pt x="8274" y="90430"/>
                    <a:pt x="7652" y="89346"/>
                    <a:pt x="7064" y="88244"/>
                  </a:cubicBezTo>
                  <a:cubicBezTo>
                    <a:pt x="6476" y="87142"/>
                    <a:pt x="5922" y="86022"/>
                    <a:pt x="5404" y="84885"/>
                  </a:cubicBezTo>
                  <a:cubicBezTo>
                    <a:pt x="4886" y="83749"/>
                    <a:pt x="4404" y="82596"/>
                    <a:pt x="3957" y="81430"/>
                  </a:cubicBezTo>
                  <a:cubicBezTo>
                    <a:pt x="3511" y="80263"/>
                    <a:pt x="3102" y="79082"/>
                    <a:pt x="2729" y="77890"/>
                  </a:cubicBezTo>
                  <a:cubicBezTo>
                    <a:pt x="2357" y="76698"/>
                    <a:pt x="2022" y="75494"/>
                    <a:pt x="1724" y="74281"/>
                  </a:cubicBezTo>
                  <a:cubicBezTo>
                    <a:pt x="1427" y="73068"/>
                    <a:pt x="1168" y="71845"/>
                    <a:pt x="947" y="70616"/>
                  </a:cubicBezTo>
                  <a:cubicBezTo>
                    <a:pt x="726" y="69386"/>
                    <a:pt x="543" y="68150"/>
                    <a:pt x="399" y="66910"/>
                  </a:cubicBezTo>
                  <a:cubicBezTo>
                    <a:pt x="255" y="65669"/>
                    <a:pt x="150" y="64424"/>
                    <a:pt x="84" y="63176"/>
                  </a:cubicBezTo>
                  <a:cubicBezTo>
                    <a:pt x="18" y="61929"/>
                    <a:pt x="-9" y="60680"/>
                    <a:pt x="3" y="59431"/>
                  </a:cubicBezTo>
                  <a:cubicBezTo>
                    <a:pt x="15" y="58182"/>
                    <a:pt x="65" y="56933"/>
                    <a:pt x="155" y="55687"/>
                  </a:cubicBezTo>
                  <a:cubicBezTo>
                    <a:pt x="245" y="54441"/>
                    <a:pt x="374" y="53199"/>
                    <a:pt x="541" y="51961"/>
                  </a:cubicBezTo>
                  <a:cubicBezTo>
                    <a:pt x="708" y="50723"/>
                    <a:pt x="914" y="49490"/>
                    <a:pt x="1159" y="48265"/>
                  </a:cubicBezTo>
                  <a:cubicBezTo>
                    <a:pt x="1403" y="47040"/>
                    <a:pt x="1686" y="45823"/>
                    <a:pt x="2006" y="44616"/>
                  </a:cubicBezTo>
                  <a:cubicBezTo>
                    <a:pt x="2326" y="43408"/>
                    <a:pt x="2684" y="42211"/>
                    <a:pt x="3079" y="41026"/>
                  </a:cubicBezTo>
                  <a:cubicBezTo>
                    <a:pt x="3474" y="39841"/>
                    <a:pt x="3906" y="38669"/>
                    <a:pt x="4374" y="37511"/>
                  </a:cubicBezTo>
                  <a:cubicBezTo>
                    <a:pt x="4842" y="36353"/>
                    <a:pt x="5347" y="35210"/>
                    <a:pt x="5886" y="34083"/>
                  </a:cubicBezTo>
                  <a:cubicBezTo>
                    <a:pt x="6426" y="32956"/>
                    <a:pt x="7000" y="31847"/>
                    <a:pt x="7609" y="30756"/>
                  </a:cubicBezTo>
                  <a:cubicBezTo>
                    <a:pt x="8218" y="29665"/>
                    <a:pt x="8861" y="28594"/>
                    <a:pt x="9537" y="27543"/>
                  </a:cubicBezTo>
                  <a:cubicBezTo>
                    <a:pt x="10212" y="26493"/>
                    <a:pt x="10921" y="25463"/>
                    <a:pt x="11661" y="24457"/>
                  </a:cubicBezTo>
                  <a:cubicBezTo>
                    <a:pt x="12401" y="23451"/>
                    <a:pt x="13172" y="22468"/>
                    <a:pt x="13973" y="21509"/>
                  </a:cubicBezTo>
                  <a:cubicBezTo>
                    <a:pt x="14774" y="20551"/>
                    <a:pt x="15605" y="19618"/>
                    <a:pt x="16465" y="18712"/>
                  </a:cubicBezTo>
                  <a:cubicBezTo>
                    <a:pt x="17325" y="17805"/>
                    <a:pt x="18212" y="16926"/>
                    <a:pt x="19127" y="16075"/>
                  </a:cubicBezTo>
                  <a:cubicBezTo>
                    <a:pt x="20041" y="15224"/>
                    <a:pt x="20982" y="14402"/>
                    <a:pt x="21948" y="13610"/>
                  </a:cubicBezTo>
                  <a:cubicBezTo>
                    <a:pt x="22914" y="12818"/>
                    <a:pt x="23904" y="12056"/>
                    <a:pt x="24917" y="11325"/>
                  </a:cubicBezTo>
                  <a:cubicBezTo>
                    <a:pt x="25931" y="10595"/>
                    <a:pt x="26967" y="9897"/>
                    <a:pt x="28024" y="9231"/>
                  </a:cubicBezTo>
                  <a:cubicBezTo>
                    <a:pt x="29081" y="8565"/>
                    <a:pt x="30158" y="7933"/>
                    <a:pt x="31255" y="7334"/>
                  </a:cubicBezTo>
                  <a:cubicBezTo>
                    <a:pt x="32351" y="6736"/>
                    <a:pt x="33466" y="6172"/>
                    <a:pt x="34598" y="5643"/>
                  </a:cubicBezTo>
                  <a:cubicBezTo>
                    <a:pt x="35729" y="5114"/>
                    <a:pt x="36877" y="4620"/>
                    <a:pt x="38040" y="4163"/>
                  </a:cubicBezTo>
                  <a:cubicBezTo>
                    <a:pt x="39202" y="3706"/>
                    <a:pt x="40379" y="3285"/>
                    <a:pt x="41567" y="2902"/>
                  </a:cubicBezTo>
                  <a:cubicBezTo>
                    <a:pt x="42756" y="2518"/>
                    <a:pt x="43956" y="2171"/>
                    <a:pt x="45167" y="1862"/>
                  </a:cubicBezTo>
                  <a:cubicBezTo>
                    <a:pt x="46377" y="1554"/>
                    <a:pt x="47597" y="1283"/>
                    <a:pt x="48824" y="1050"/>
                  </a:cubicBezTo>
                  <a:cubicBezTo>
                    <a:pt x="50052" y="817"/>
                    <a:pt x="51286" y="623"/>
                    <a:pt x="52525" y="467"/>
                  </a:cubicBezTo>
                  <a:cubicBezTo>
                    <a:pt x="53765" y="312"/>
                    <a:pt x="55009" y="195"/>
                    <a:pt x="56255" y="117"/>
                  </a:cubicBezTo>
                  <a:cubicBezTo>
                    <a:pt x="57502" y="39"/>
                    <a:pt x="58751" y="0"/>
                    <a:pt x="6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49" name="probe-tabler-puzzle" descr="puzzle — Tabler contributors; preserve the bundled full upstream license. Source: https://github.com/tabler/tabler-icons/blob/a4ce1404bc6d24d3c365afe7b258d6bf6f48d62d/icons/filled/puzzle.svg; SVG SHA256: e57cb49a544bc20faf82ffc4822788aa41c738a08b741377d03d7a68a6e97b25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50" name="probe-tabler-puzzle-part-1"/>
            <p:cNvSpPr/>
            <p:nvPr/>
          </p:nvSpPr>
          <p:spPr>
            <a:xfrm>
              <a:off x="20000" y="20000"/>
              <a:ext cx="200029" cy="200000"/>
            </a:xfrm>
            <a:custGeom>
              <a:avLst/>
              <a:gdLst/>
              <a:ahLst/>
              <a:cxnLst/>
              <a:rect l="0" t="0" r="r" b="b"/>
              <a:pathLst>
                <a:path w="200029" h="200000">
                  <a:moveTo>
                    <a:pt x="80000" y="0"/>
                  </a:moveTo>
                  <a:cubicBezTo>
                    <a:pt x="80605" y="0"/>
                    <a:pt x="81210" y="18"/>
                    <a:pt x="81813" y="55"/>
                  </a:cubicBezTo>
                  <a:cubicBezTo>
                    <a:pt x="82417" y="91"/>
                    <a:pt x="83020" y="146"/>
                    <a:pt x="83620" y="219"/>
                  </a:cubicBezTo>
                  <a:cubicBezTo>
                    <a:pt x="84221" y="292"/>
                    <a:pt x="84819" y="383"/>
                    <a:pt x="85414" y="492"/>
                  </a:cubicBezTo>
                  <a:cubicBezTo>
                    <a:pt x="86009" y="601"/>
                    <a:pt x="86600" y="728"/>
                    <a:pt x="87188" y="873"/>
                  </a:cubicBezTo>
                  <a:cubicBezTo>
                    <a:pt x="87775" y="1018"/>
                    <a:pt x="88358" y="1181"/>
                    <a:pt x="88935" y="1361"/>
                  </a:cubicBezTo>
                  <a:cubicBezTo>
                    <a:pt x="89513" y="1541"/>
                    <a:pt x="90085" y="1739"/>
                    <a:pt x="90650" y="1953"/>
                  </a:cubicBezTo>
                  <a:cubicBezTo>
                    <a:pt x="91216" y="2168"/>
                    <a:pt x="91775" y="2400"/>
                    <a:pt x="92326" y="2648"/>
                  </a:cubicBezTo>
                  <a:cubicBezTo>
                    <a:pt x="92878" y="2897"/>
                    <a:pt x="93421" y="3162"/>
                    <a:pt x="93957" y="3443"/>
                  </a:cubicBezTo>
                  <a:cubicBezTo>
                    <a:pt x="94492" y="3725"/>
                    <a:pt x="95019" y="4022"/>
                    <a:pt x="95537" y="4336"/>
                  </a:cubicBezTo>
                  <a:cubicBezTo>
                    <a:pt x="96054" y="4649"/>
                    <a:pt x="96562" y="4978"/>
                    <a:pt x="97060" y="5322"/>
                  </a:cubicBezTo>
                  <a:cubicBezTo>
                    <a:pt x="97557" y="5666"/>
                    <a:pt x="98044" y="6024"/>
                    <a:pt x="98520" y="6398"/>
                  </a:cubicBezTo>
                  <a:cubicBezTo>
                    <a:pt x="98996" y="6771"/>
                    <a:pt x="99461" y="7159"/>
                    <a:pt x="99913" y="7560"/>
                  </a:cubicBezTo>
                  <a:cubicBezTo>
                    <a:pt x="100366" y="7962"/>
                    <a:pt x="100806" y="8377"/>
                    <a:pt x="101233" y="8805"/>
                  </a:cubicBezTo>
                  <a:cubicBezTo>
                    <a:pt x="101661" y="9233"/>
                    <a:pt x="102075" y="9674"/>
                    <a:pt x="102476" y="10127"/>
                  </a:cubicBezTo>
                  <a:cubicBezTo>
                    <a:pt x="102876" y="10580"/>
                    <a:pt x="103263" y="11046"/>
                    <a:pt x="103636" y="11522"/>
                  </a:cubicBezTo>
                  <a:cubicBezTo>
                    <a:pt x="104008" y="11999"/>
                    <a:pt x="104366" y="12486"/>
                    <a:pt x="104710" y="12985"/>
                  </a:cubicBezTo>
                  <a:cubicBezTo>
                    <a:pt x="105053" y="13483"/>
                    <a:pt x="105381" y="13991"/>
                    <a:pt x="105693" y="14509"/>
                  </a:cubicBezTo>
                  <a:cubicBezTo>
                    <a:pt x="106005" y="15027"/>
                    <a:pt x="106302" y="15555"/>
                    <a:pt x="106582" y="16091"/>
                  </a:cubicBezTo>
                  <a:cubicBezTo>
                    <a:pt x="106863" y="16627"/>
                    <a:pt x="107127" y="17171"/>
                    <a:pt x="107375" y="17723"/>
                  </a:cubicBezTo>
                  <a:cubicBezTo>
                    <a:pt x="107622" y="18275"/>
                    <a:pt x="107853" y="18834"/>
                    <a:pt x="108067" y="19400"/>
                  </a:cubicBezTo>
                  <a:cubicBezTo>
                    <a:pt x="108280" y="19966"/>
                    <a:pt x="108477" y="20538"/>
                    <a:pt x="108656" y="21116"/>
                  </a:cubicBezTo>
                  <a:cubicBezTo>
                    <a:pt x="108835" y="21694"/>
                    <a:pt x="108997" y="22277"/>
                    <a:pt x="109141" y="22864"/>
                  </a:cubicBezTo>
                  <a:cubicBezTo>
                    <a:pt x="109285" y="23452"/>
                    <a:pt x="109411" y="24044"/>
                    <a:pt x="109519" y="24639"/>
                  </a:cubicBezTo>
                  <a:cubicBezTo>
                    <a:pt x="109627" y="25234"/>
                    <a:pt x="109717" y="25832"/>
                    <a:pt x="109789" y="26433"/>
                  </a:cubicBezTo>
                  <a:cubicBezTo>
                    <a:pt x="109861" y="27033"/>
                    <a:pt x="109915" y="27636"/>
                    <a:pt x="109950" y="28240"/>
                  </a:cubicBezTo>
                  <a:lnTo>
                    <a:pt x="110000" y="30000"/>
                  </a:lnTo>
                  <a:lnTo>
                    <a:pt x="110000" y="40000"/>
                  </a:lnTo>
                  <a:lnTo>
                    <a:pt x="140000" y="40000"/>
                  </a:lnTo>
                  <a:cubicBezTo>
                    <a:pt x="140416" y="40000"/>
                    <a:pt x="140831" y="40013"/>
                    <a:pt x="141246" y="40038"/>
                  </a:cubicBezTo>
                  <a:cubicBezTo>
                    <a:pt x="141661" y="40064"/>
                    <a:pt x="142075" y="40103"/>
                    <a:pt x="142487" y="40154"/>
                  </a:cubicBezTo>
                  <a:cubicBezTo>
                    <a:pt x="142899" y="40206"/>
                    <a:pt x="143310" y="40270"/>
                    <a:pt x="143718" y="40348"/>
                  </a:cubicBezTo>
                  <a:cubicBezTo>
                    <a:pt x="144127" y="40425"/>
                    <a:pt x="144533" y="40515"/>
                    <a:pt x="144935" y="40617"/>
                  </a:cubicBezTo>
                  <a:cubicBezTo>
                    <a:pt x="145338" y="40719"/>
                    <a:pt x="145738" y="40834"/>
                    <a:pt x="146133" y="40962"/>
                  </a:cubicBezTo>
                  <a:cubicBezTo>
                    <a:pt x="146529" y="41089"/>
                    <a:pt x="146921" y="41229"/>
                    <a:pt x="147307" y="41380"/>
                  </a:cubicBezTo>
                  <a:cubicBezTo>
                    <a:pt x="147694" y="41532"/>
                    <a:pt x="148076" y="41696"/>
                    <a:pt x="148453" y="41871"/>
                  </a:cubicBezTo>
                  <a:cubicBezTo>
                    <a:pt x="148830" y="42047"/>
                    <a:pt x="149201" y="42234"/>
                    <a:pt x="149566" y="42433"/>
                  </a:cubicBezTo>
                  <a:cubicBezTo>
                    <a:pt x="149931" y="42631"/>
                    <a:pt x="150290" y="42841"/>
                    <a:pt x="150642" y="43062"/>
                  </a:cubicBezTo>
                  <a:cubicBezTo>
                    <a:pt x="150994" y="43283"/>
                    <a:pt x="151339" y="43515"/>
                    <a:pt x="151676" y="43758"/>
                  </a:cubicBezTo>
                  <a:cubicBezTo>
                    <a:pt x="152014" y="44000"/>
                    <a:pt x="152344" y="44253"/>
                    <a:pt x="152666" y="44516"/>
                  </a:cubicBezTo>
                  <a:cubicBezTo>
                    <a:pt x="152987" y="44779"/>
                    <a:pt x="153301" y="45052"/>
                    <a:pt x="153605" y="45335"/>
                  </a:cubicBezTo>
                  <a:cubicBezTo>
                    <a:pt x="153910" y="45618"/>
                    <a:pt x="154206" y="45910"/>
                    <a:pt x="154493" y="46211"/>
                  </a:cubicBezTo>
                  <a:cubicBezTo>
                    <a:pt x="154779" y="46512"/>
                    <a:pt x="155056" y="46822"/>
                    <a:pt x="155323" y="47140"/>
                  </a:cubicBezTo>
                  <a:cubicBezTo>
                    <a:pt x="155591" y="47458"/>
                    <a:pt x="155848" y="47785"/>
                    <a:pt x="156095" y="48119"/>
                  </a:cubicBezTo>
                  <a:cubicBezTo>
                    <a:pt x="156342" y="48453"/>
                    <a:pt x="156578" y="48795"/>
                    <a:pt x="156804" y="49144"/>
                  </a:cubicBezTo>
                  <a:cubicBezTo>
                    <a:pt x="157029" y="49493"/>
                    <a:pt x="157244" y="49849"/>
                    <a:pt x="157447" y="50212"/>
                  </a:cubicBezTo>
                  <a:cubicBezTo>
                    <a:pt x="157651" y="50574"/>
                    <a:pt x="157843" y="50943"/>
                    <a:pt x="158023" y="51317"/>
                  </a:cubicBezTo>
                  <a:cubicBezTo>
                    <a:pt x="158204" y="51692"/>
                    <a:pt x="158372" y="52072"/>
                    <a:pt x="158529" y="52456"/>
                  </a:cubicBezTo>
                  <a:cubicBezTo>
                    <a:pt x="158686" y="52841"/>
                    <a:pt x="158831" y="53231"/>
                    <a:pt x="158963" y="53625"/>
                  </a:cubicBezTo>
                  <a:cubicBezTo>
                    <a:pt x="159096" y="54019"/>
                    <a:pt x="159216" y="54417"/>
                    <a:pt x="159323" y="54818"/>
                  </a:cubicBezTo>
                  <a:cubicBezTo>
                    <a:pt x="159431" y="55220"/>
                    <a:pt x="159526" y="55624"/>
                    <a:pt x="159609" y="56032"/>
                  </a:cubicBezTo>
                  <a:cubicBezTo>
                    <a:pt x="159691" y="56439"/>
                    <a:pt x="159761" y="56849"/>
                    <a:pt x="159818" y="57261"/>
                  </a:cubicBezTo>
                  <a:cubicBezTo>
                    <a:pt x="159875" y="57672"/>
                    <a:pt x="159919" y="58086"/>
                    <a:pt x="159950" y="58500"/>
                  </a:cubicBezTo>
                  <a:lnTo>
                    <a:pt x="160000" y="60000"/>
                  </a:lnTo>
                  <a:lnTo>
                    <a:pt x="160000" y="90000"/>
                  </a:lnTo>
                  <a:lnTo>
                    <a:pt x="170000" y="90000"/>
                  </a:lnTo>
                  <a:cubicBezTo>
                    <a:pt x="170617" y="89999"/>
                    <a:pt x="171234" y="90018"/>
                    <a:pt x="171850" y="90055"/>
                  </a:cubicBezTo>
                  <a:cubicBezTo>
                    <a:pt x="172466" y="90093"/>
                    <a:pt x="173080" y="90149"/>
                    <a:pt x="173693" y="90225"/>
                  </a:cubicBezTo>
                  <a:cubicBezTo>
                    <a:pt x="174305" y="90300"/>
                    <a:pt x="174915" y="90394"/>
                    <a:pt x="175522" y="90507"/>
                  </a:cubicBezTo>
                  <a:cubicBezTo>
                    <a:pt x="176128" y="90620"/>
                    <a:pt x="176731" y="90752"/>
                    <a:pt x="177330" y="90902"/>
                  </a:cubicBezTo>
                  <a:cubicBezTo>
                    <a:pt x="177928" y="91052"/>
                    <a:pt x="178522" y="91221"/>
                    <a:pt x="179110" y="91407"/>
                  </a:cubicBezTo>
                  <a:cubicBezTo>
                    <a:pt x="179698" y="91594"/>
                    <a:pt x="180280" y="91799"/>
                    <a:pt x="180855" y="92022"/>
                  </a:cubicBezTo>
                  <a:cubicBezTo>
                    <a:pt x="181431" y="92244"/>
                    <a:pt x="181999" y="92485"/>
                    <a:pt x="182560" y="92742"/>
                  </a:cubicBezTo>
                  <a:cubicBezTo>
                    <a:pt x="183120" y="93000"/>
                    <a:pt x="183673" y="93275"/>
                    <a:pt x="184217" y="93567"/>
                  </a:cubicBezTo>
                  <a:cubicBezTo>
                    <a:pt x="184760" y="93859"/>
                    <a:pt x="185295" y="94167"/>
                    <a:pt x="185819" y="94492"/>
                  </a:cubicBezTo>
                  <a:cubicBezTo>
                    <a:pt x="186344" y="94817"/>
                    <a:pt x="186859" y="95158"/>
                    <a:pt x="187362" y="95514"/>
                  </a:cubicBezTo>
                  <a:cubicBezTo>
                    <a:pt x="187866" y="95871"/>
                    <a:pt x="188358" y="96243"/>
                    <a:pt x="188839" y="96629"/>
                  </a:cubicBezTo>
                  <a:cubicBezTo>
                    <a:pt x="189320" y="97016"/>
                    <a:pt x="189788" y="97418"/>
                    <a:pt x="190244" y="97834"/>
                  </a:cubicBezTo>
                  <a:cubicBezTo>
                    <a:pt x="190700" y="98249"/>
                    <a:pt x="191143" y="98679"/>
                    <a:pt x="191572" y="99122"/>
                  </a:cubicBezTo>
                  <a:cubicBezTo>
                    <a:pt x="192002" y="99565"/>
                    <a:pt x="192417" y="100022"/>
                    <a:pt x="192819" y="100490"/>
                  </a:cubicBezTo>
                  <a:cubicBezTo>
                    <a:pt x="193220" y="100959"/>
                    <a:pt x="193607" y="101440"/>
                    <a:pt x="193978" y="101933"/>
                  </a:cubicBezTo>
                  <a:cubicBezTo>
                    <a:pt x="194350" y="102425"/>
                    <a:pt x="194706" y="102929"/>
                    <a:pt x="195047" y="103444"/>
                  </a:cubicBezTo>
                  <a:cubicBezTo>
                    <a:pt x="195387" y="103958"/>
                    <a:pt x="195712" y="104483"/>
                    <a:pt x="196020" y="105018"/>
                  </a:cubicBezTo>
                  <a:cubicBezTo>
                    <a:pt x="196328" y="105552"/>
                    <a:pt x="196620" y="106096"/>
                    <a:pt x="196894" y="106649"/>
                  </a:cubicBezTo>
                  <a:cubicBezTo>
                    <a:pt x="197169" y="107201"/>
                    <a:pt x="197426" y="107762"/>
                    <a:pt x="197666" y="108330"/>
                  </a:cubicBezTo>
                  <a:cubicBezTo>
                    <a:pt x="197906" y="108899"/>
                    <a:pt x="198129" y="109475"/>
                    <a:pt x="198333" y="110057"/>
                  </a:cubicBezTo>
                  <a:cubicBezTo>
                    <a:pt x="198538" y="110639"/>
                    <a:pt x="198724" y="111227"/>
                    <a:pt x="198892" y="111821"/>
                  </a:cubicBezTo>
                  <a:cubicBezTo>
                    <a:pt x="199061" y="112414"/>
                    <a:pt x="199210" y="113013"/>
                    <a:pt x="199342" y="113616"/>
                  </a:cubicBezTo>
                  <a:cubicBezTo>
                    <a:pt x="199473" y="114219"/>
                    <a:pt x="199586" y="114826"/>
                    <a:pt x="199680" y="115436"/>
                  </a:cubicBezTo>
                  <a:cubicBezTo>
                    <a:pt x="199774" y="116045"/>
                    <a:pt x="199849" y="116658"/>
                    <a:pt x="199905" y="117272"/>
                  </a:cubicBezTo>
                  <a:cubicBezTo>
                    <a:pt x="199961" y="117887"/>
                    <a:pt x="199998" y="118503"/>
                    <a:pt x="200016" y="119120"/>
                  </a:cubicBezTo>
                  <a:cubicBezTo>
                    <a:pt x="200034" y="119736"/>
                    <a:pt x="200033" y="120354"/>
                    <a:pt x="200013" y="120970"/>
                  </a:cubicBezTo>
                  <a:cubicBezTo>
                    <a:pt x="199993" y="121587"/>
                    <a:pt x="199954" y="122203"/>
                    <a:pt x="199896" y="122817"/>
                  </a:cubicBezTo>
                  <a:cubicBezTo>
                    <a:pt x="199838" y="123431"/>
                    <a:pt x="199762" y="124044"/>
                    <a:pt x="199666" y="124653"/>
                  </a:cubicBezTo>
                  <a:cubicBezTo>
                    <a:pt x="199570" y="125263"/>
                    <a:pt x="199456" y="125869"/>
                    <a:pt x="199323" y="126472"/>
                  </a:cubicBezTo>
                  <a:cubicBezTo>
                    <a:pt x="199189" y="127074"/>
                    <a:pt x="199038" y="127673"/>
                    <a:pt x="198868" y="128266"/>
                  </a:cubicBezTo>
                  <a:cubicBezTo>
                    <a:pt x="198698" y="128859"/>
                    <a:pt x="198509" y="129447"/>
                    <a:pt x="198303" y="130028"/>
                  </a:cubicBezTo>
                  <a:cubicBezTo>
                    <a:pt x="198097" y="130610"/>
                    <a:pt x="197873" y="131185"/>
                    <a:pt x="197631" y="131752"/>
                  </a:cubicBezTo>
                  <a:cubicBezTo>
                    <a:pt x="197389" y="132320"/>
                    <a:pt x="197130" y="132880"/>
                    <a:pt x="196854" y="133432"/>
                  </a:cubicBezTo>
                  <a:cubicBezTo>
                    <a:pt x="196578" y="133984"/>
                    <a:pt x="196285" y="134527"/>
                    <a:pt x="195975" y="135060"/>
                  </a:cubicBezTo>
                  <a:cubicBezTo>
                    <a:pt x="195665" y="135594"/>
                    <a:pt x="195339" y="136118"/>
                    <a:pt x="194997" y="136631"/>
                  </a:cubicBezTo>
                  <a:cubicBezTo>
                    <a:pt x="194655" y="137145"/>
                    <a:pt x="194297" y="137648"/>
                    <a:pt x="193924" y="138139"/>
                  </a:cubicBezTo>
                  <a:cubicBezTo>
                    <a:pt x="193551" y="138631"/>
                    <a:pt x="193163" y="139110"/>
                    <a:pt x="192760" y="139578"/>
                  </a:cubicBezTo>
                  <a:cubicBezTo>
                    <a:pt x="192357" y="140045"/>
                    <a:pt x="191940" y="140500"/>
                    <a:pt x="191510" y="140942"/>
                  </a:cubicBezTo>
                  <a:cubicBezTo>
                    <a:pt x="191079" y="141384"/>
                    <a:pt x="190635" y="141812"/>
                    <a:pt x="190178" y="142227"/>
                  </a:cubicBezTo>
                  <a:cubicBezTo>
                    <a:pt x="189720" y="142641"/>
                    <a:pt x="189251" y="143041"/>
                    <a:pt x="188769" y="143427"/>
                  </a:cubicBezTo>
                  <a:cubicBezTo>
                    <a:pt x="188287" y="143812"/>
                    <a:pt x="187793" y="144183"/>
                    <a:pt x="187289" y="144538"/>
                  </a:cubicBezTo>
                  <a:cubicBezTo>
                    <a:pt x="186784" y="144893"/>
                    <a:pt x="186269" y="145232"/>
                    <a:pt x="185743" y="145555"/>
                  </a:cubicBezTo>
                  <a:cubicBezTo>
                    <a:pt x="185217" y="145878"/>
                    <a:pt x="184682" y="146185"/>
                    <a:pt x="184137" y="146475"/>
                  </a:cubicBezTo>
                  <a:cubicBezTo>
                    <a:pt x="183593" y="146766"/>
                    <a:pt x="183039" y="147039"/>
                    <a:pt x="182478" y="147295"/>
                  </a:cubicBezTo>
                  <a:cubicBezTo>
                    <a:pt x="181917" y="147551"/>
                    <a:pt x="181348" y="147790"/>
                    <a:pt x="180771" y="148011"/>
                  </a:cubicBezTo>
                  <a:cubicBezTo>
                    <a:pt x="180195" y="148232"/>
                    <a:pt x="179613" y="148435"/>
                    <a:pt x="179024" y="148620"/>
                  </a:cubicBezTo>
                  <a:cubicBezTo>
                    <a:pt x="178435" y="148805"/>
                    <a:pt x="177841" y="148972"/>
                    <a:pt x="177242" y="149120"/>
                  </a:cubicBezTo>
                  <a:cubicBezTo>
                    <a:pt x="176643" y="149268"/>
                    <a:pt x="176040" y="149398"/>
                    <a:pt x="175433" y="149509"/>
                  </a:cubicBezTo>
                  <a:cubicBezTo>
                    <a:pt x="174826" y="149620"/>
                    <a:pt x="174216" y="149713"/>
                    <a:pt x="173603" y="149786"/>
                  </a:cubicBezTo>
                  <a:cubicBezTo>
                    <a:pt x="172991" y="149860"/>
                    <a:pt x="172376" y="149914"/>
                    <a:pt x="171760" y="149950"/>
                  </a:cubicBezTo>
                  <a:lnTo>
                    <a:pt x="170000" y="150000"/>
                  </a:lnTo>
                  <a:lnTo>
                    <a:pt x="160000" y="150000"/>
                  </a:lnTo>
                  <a:lnTo>
                    <a:pt x="160000" y="180000"/>
                  </a:lnTo>
                  <a:cubicBezTo>
                    <a:pt x="160000" y="180416"/>
                    <a:pt x="159987" y="180831"/>
                    <a:pt x="159962" y="181246"/>
                  </a:cubicBezTo>
                  <a:cubicBezTo>
                    <a:pt x="159936" y="181661"/>
                    <a:pt x="159897" y="182075"/>
                    <a:pt x="159846" y="182487"/>
                  </a:cubicBezTo>
                  <a:cubicBezTo>
                    <a:pt x="159794" y="182899"/>
                    <a:pt x="159730" y="183310"/>
                    <a:pt x="159652" y="183718"/>
                  </a:cubicBezTo>
                  <a:cubicBezTo>
                    <a:pt x="159575" y="184127"/>
                    <a:pt x="159485" y="184533"/>
                    <a:pt x="159383" y="184935"/>
                  </a:cubicBezTo>
                  <a:cubicBezTo>
                    <a:pt x="159281" y="185338"/>
                    <a:pt x="159166" y="185738"/>
                    <a:pt x="159038" y="186133"/>
                  </a:cubicBezTo>
                  <a:cubicBezTo>
                    <a:pt x="158911" y="186529"/>
                    <a:pt x="158771" y="186921"/>
                    <a:pt x="158620" y="187307"/>
                  </a:cubicBezTo>
                  <a:cubicBezTo>
                    <a:pt x="158468" y="187694"/>
                    <a:pt x="158304" y="188076"/>
                    <a:pt x="158129" y="188453"/>
                  </a:cubicBezTo>
                  <a:cubicBezTo>
                    <a:pt x="157953" y="188830"/>
                    <a:pt x="157766" y="189201"/>
                    <a:pt x="157567" y="189566"/>
                  </a:cubicBezTo>
                  <a:cubicBezTo>
                    <a:pt x="157369" y="189931"/>
                    <a:pt x="157159" y="190290"/>
                    <a:pt x="156938" y="190642"/>
                  </a:cubicBezTo>
                  <a:cubicBezTo>
                    <a:pt x="156717" y="190994"/>
                    <a:pt x="156485" y="191339"/>
                    <a:pt x="156242" y="191676"/>
                  </a:cubicBezTo>
                  <a:cubicBezTo>
                    <a:pt x="156000" y="192014"/>
                    <a:pt x="155747" y="192344"/>
                    <a:pt x="155484" y="192666"/>
                  </a:cubicBezTo>
                  <a:cubicBezTo>
                    <a:pt x="155221" y="192987"/>
                    <a:pt x="154948" y="193301"/>
                    <a:pt x="154665" y="193605"/>
                  </a:cubicBezTo>
                  <a:cubicBezTo>
                    <a:pt x="154382" y="193910"/>
                    <a:pt x="154090" y="194206"/>
                    <a:pt x="153789" y="194493"/>
                  </a:cubicBezTo>
                  <a:cubicBezTo>
                    <a:pt x="153488" y="194779"/>
                    <a:pt x="153178" y="195056"/>
                    <a:pt x="152860" y="195323"/>
                  </a:cubicBezTo>
                  <a:cubicBezTo>
                    <a:pt x="152542" y="195591"/>
                    <a:pt x="152215" y="195848"/>
                    <a:pt x="151881" y="196095"/>
                  </a:cubicBezTo>
                  <a:cubicBezTo>
                    <a:pt x="151547" y="196342"/>
                    <a:pt x="151205" y="196578"/>
                    <a:pt x="150856" y="196804"/>
                  </a:cubicBezTo>
                  <a:cubicBezTo>
                    <a:pt x="150507" y="197029"/>
                    <a:pt x="150151" y="197244"/>
                    <a:pt x="149788" y="197447"/>
                  </a:cubicBezTo>
                  <a:cubicBezTo>
                    <a:pt x="149426" y="197651"/>
                    <a:pt x="149057" y="197843"/>
                    <a:pt x="148683" y="198023"/>
                  </a:cubicBezTo>
                  <a:cubicBezTo>
                    <a:pt x="148308" y="198204"/>
                    <a:pt x="147928" y="198372"/>
                    <a:pt x="147544" y="198529"/>
                  </a:cubicBezTo>
                  <a:cubicBezTo>
                    <a:pt x="147159" y="198686"/>
                    <a:pt x="146769" y="198831"/>
                    <a:pt x="146375" y="198963"/>
                  </a:cubicBezTo>
                  <a:cubicBezTo>
                    <a:pt x="145981" y="199096"/>
                    <a:pt x="145583" y="199216"/>
                    <a:pt x="145182" y="199323"/>
                  </a:cubicBezTo>
                  <a:cubicBezTo>
                    <a:pt x="144780" y="199431"/>
                    <a:pt x="144376" y="199526"/>
                    <a:pt x="143968" y="199609"/>
                  </a:cubicBezTo>
                  <a:cubicBezTo>
                    <a:pt x="143561" y="199691"/>
                    <a:pt x="143151" y="199761"/>
                    <a:pt x="142739" y="199818"/>
                  </a:cubicBezTo>
                  <a:cubicBezTo>
                    <a:pt x="142328" y="199875"/>
                    <a:pt x="141914" y="199919"/>
                    <a:pt x="141500" y="199950"/>
                  </a:cubicBezTo>
                  <a:lnTo>
                    <a:pt x="140000" y="200000"/>
                  </a:lnTo>
                  <a:lnTo>
                    <a:pt x="110000" y="200000"/>
                  </a:lnTo>
                  <a:cubicBezTo>
                    <a:pt x="109584" y="200000"/>
                    <a:pt x="109169" y="199987"/>
                    <a:pt x="108754" y="199962"/>
                  </a:cubicBezTo>
                  <a:cubicBezTo>
                    <a:pt x="108339" y="199936"/>
                    <a:pt x="107925" y="199897"/>
                    <a:pt x="107513" y="199846"/>
                  </a:cubicBezTo>
                  <a:cubicBezTo>
                    <a:pt x="107101" y="199794"/>
                    <a:pt x="106690" y="199730"/>
                    <a:pt x="106282" y="199652"/>
                  </a:cubicBezTo>
                  <a:cubicBezTo>
                    <a:pt x="105873" y="199575"/>
                    <a:pt x="105467" y="199485"/>
                    <a:pt x="105065" y="199383"/>
                  </a:cubicBezTo>
                  <a:cubicBezTo>
                    <a:pt x="104662" y="199281"/>
                    <a:pt x="104262" y="199166"/>
                    <a:pt x="103867" y="199038"/>
                  </a:cubicBezTo>
                  <a:cubicBezTo>
                    <a:pt x="103471" y="198911"/>
                    <a:pt x="103079" y="198771"/>
                    <a:pt x="102693" y="198620"/>
                  </a:cubicBezTo>
                  <a:cubicBezTo>
                    <a:pt x="102306" y="198468"/>
                    <a:pt x="101924" y="198304"/>
                    <a:pt x="101547" y="198129"/>
                  </a:cubicBezTo>
                  <a:cubicBezTo>
                    <a:pt x="101170" y="197953"/>
                    <a:pt x="100799" y="197766"/>
                    <a:pt x="100434" y="197567"/>
                  </a:cubicBezTo>
                  <a:cubicBezTo>
                    <a:pt x="100069" y="197369"/>
                    <a:pt x="99710" y="197159"/>
                    <a:pt x="99358" y="196938"/>
                  </a:cubicBezTo>
                  <a:cubicBezTo>
                    <a:pt x="99006" y="196717"/>
                    <a:pt x="98661" y="196485"/>
                    <a:pt x="98324" y="196242"/>
                  </a:cubicBezTo>
                  <a:cubicBezTo>
                    <a:pt x="97986" y="196000"/>
                    <a:pt x="97656" y="195747"/>
                    <a:pt x="97334" y="195484"/>
                  </a:cubicBezTo>
                  <a:cubicBezTo>
                    <a:pt x="97013" y="195221"/>
                    <a:pt x="96699" y="194948"/>
                    <a:pt x="96395" y="194665"/>
                  </a:cubicBezTo>
                  <a:cubicBezTo>
                    <a:pt x="96090" y="194382"/>
                    <a:pt x="95794" y="194090"/>
                    <a:pt x="95507" y="193789"/>
                  </a:cubicBezTo>
                  <a:cubicBezTo>
                    <a:pt x="95221" y="193488"/>
                    <a:pt x="94944" y="193178"/>
                    <a:pt x="94677" y="192860"/>
                  </a:cubicBezTo>
                  <a:cubicBezTo>
                    <a:pt x="94409" y="192542"/>
                    <a:pt x="94152" y="192215"/>
                    <a:pt x="93905" y="191881"/>
                  </a:cubicBezTo>
                  <a:cubicBezTo>
                    <a:pt x="93658" y="191547"/>
                    <a:pt x="93422" y="191205"/>
                    <a:pt x="93196" y="190856"/>
                  </a:cubicBezTo>
                  <a:cubicBezTo>
                    <a:pt x="92971" y="190507"/>
                    <a:pt x="92756" y="190151"/>
                    <a:pt x="92553" y="189788"/>
                  </a:cubicBezTo>
                  <a:cubicBezTo>
                    <a:pt x="92349" y="189426"/>
                    <a:pt x="92157" y="189057"/>
                    <a:pt x="91977" y="188683"/>
                  </a:cubicBezTo>
                  <a:cubicBezTo>
                    <a:pt x="91796" y="188308"/>
                    <a:pt x="91628" y="187928"/>
                    <a:pt x="91471" y="187544"/>
                  </a:cubicBezTo>
                  <a:cubicBezTo>
                    <a:pt x="91314" y="187159"/>
                    <a:pt x="91169" y="186769"/>
                    <a:pt x="91037" y="186375"/>
                  </a:cubicBezTo>
                  <a:cubicBezTo>
                    <a:pt x="90904" y="185981"/>
                    <a:pt x="90784" y="185583"/>
                    <a:pt x="90677" y="185182"/>
                  </a:cubicBezTo>
                  <a:cubicBezTo>
                    <a:pt x="90569" y="184780"/>
                    <a:pt x="90474" y="184376"/>
                    <a:pt x="90391" y="183968"/>
                  </a:cubicBezTo>
                  <a:cubicBezTo>
                    <a:pt x="90309" y="183561"/>
                    <a:pt x="90239" y="183151"/>
                    <a:pt x="90182" y="182739"/>
                  </a:cubicBezTo>
                  <a:cubicBezTo>
                    <a:pt x="90125" y="182328"/>
                    <a:pt x="90081" y="181914"/>
                    <a:pt x="90050" y="181500"/>
                  </a:cubicBezTo>
                  <a:lnTo>
                    <a:pt x="90000" y="180000"/>
                  </a:lnTo>
                  <a:lnTo>
                    <a:pt x="90000" y="170000"/>
                  </a:lnTo>
                  <a:cubicBezTo>
                    <a:pt x="90000" y="169794"/>
                    <a:pt x="89993" y="169589"/>
                    <a:pt x="89980" y="169384"/>
                  </a:cubicBezTo>
                  <a:cubicBezTo>
                    <a:pt x="89967" y="169178"/>
                    <a:pt x="89948" y="168974"/>
                    <a:pt x="89923" y="168770"/>
                  </a:cubicBezTo>
                  <a:cubicBezTo>
                    <a:pt x="89897" y="168566"/>
                    <a:pt x="89865" y="168363"/>
                    <a:pt x="89827" y="168160"/>
                  </a:cubicBezTo>
                  <a:cubicBezTo>
                    <a:pt x="89789" y="167958"/>
                    <a:pt x="89745" y="167758"/>
                    <a:pt x="89695" y="167558"/>
                  </a:cubicBezTo>
                  <a:cubicBezTo>
                    <a:pt x="89644" y="167359"/>
                    <a:pt x="89588" y="167161"/>
                    <a:pt x="89525" y="166965"/>
                  </a:cubicBezTo>
                  <a:cubicBezTo>
                    <a:pt x="89462" y="166770"/>
                    <a:pt x="89394" y="166576"/>
                    <a:pt x="89319" y="166384"/>
                  </a:cubicBezTo>
                  <a:cubicBezTo>
                    <a:pt x="89245" y="166193"/>
                    <a:pt x="89164" y="166003"/>
                    <a:pt x="89078" y="165817"/>
                  </a:cubicBezTo>
                  <a:cubicBezTo>
                    <a:pt x="88992" y="165630"/>
                    <a:pt x="88900" y="165446"/>
                    <a:pt x="88802" y="165265"/>
                  </a:cubicBezTo>
                  <a:cubicBezTo>
                    <a:pt x="88704" y="165084"/>
                    <a:pt x="88601" y="164906"/>
                    <a:pt x="88493" y="164732"/>
                  </a:cubicBezTo>
                  <a:cubicBezTo>
                    <a:pt x="88384" y="164557"/>
                    <a:pt x="88270" y="164386"/>
                    <a:pt x="88151" y="164218"/>
                  </a:cubicBezTo>
                  <a:cubicBezTo>
                    <a:pt x="88032" y="164051"/>
                    <a:pt x="87908" y="163887"/>
                    <a:pt x="87779" y="163727"/>
                  </a:cubicBezTo>
                  <a:cubicBezTo>
                    <a:pt x="87649" y="163567"/>
                    <a:pt x="87515" y="163411"/>
                    <a:pt x="87376" y="163259"/>
                  </a:cubicBezTo>
                  <a:cubicBezTo>
                    <a:pt x="87238" y="163108"/>
                    <a:pt x="87094" y="162960"/>
                    <a:pt x="86946" y="162817"/>
                  </a:cubicBezTo>
                  <a:cubicBezTo>
                    <a:pt x="86798" y="162675"/>
                    <a:pt x="86646" y="162536"/>
                    <a:pt x="86490" y="162403"/>
                  </a:cubicBezTo>
                  <a:cubicBezTo>
                    <a:pt x="86333" y="162270"/>
                    <a:pt x="86173" y="162141"/>
                    <a:pt x="86008" y="162017"/>
                  </a:cubicBezTo>
                  <a:cubicBezTo>
                    <a:pt x="85844" y="161894"/>
                    <a:pt x="85676" y="161775"/>
                    <a:pt x="85504" y="161662"/>
                  </a:cubicBezTo>
                  <a:cubicBezTo>
                    <a:pt x="85333" y="161549"/>
                    <a:pt x="85158" y="161441"/>
                    <a:pt x="84979" y="161339"/>
                  </a:cubicBezTo>
                  <a:cubicBezTo>
                    <a:pt x="84801" y="161237"/>
                    <a:pt x="84620" y="161140"/>
                    <a:pt x="84435" y="161048"/>
                  </a:cubicBezTo>
                  <a:cubicBezTo>
                    <a:pt x="84251" y="160957"/>
                    <a:pt x="84064" y="160872"/>
                    <a:pt x="83874" y="160792"/>
                  </a:cubicBezTo>
                  <a:cubicBezTo>
                    <a:pt x="83685" y="160712"/>
                    <a:pt x="83493" y="160639"/>
                    <a:pt x="83299" y="160571"/>
                  </a:cubicBezTo>
                  <a:cubicBezTo>
                    <a:pt x="83105" y="160503"/>
                    <a:pt x="82909" y="160441"/>
                    <a:pt x="82711" y="160385"/>
                  </a:cubicBezTo>
                  <a:cubicBezTo>
                    <a:pt x="82513" y="160330"/>
                    <a:pt x="82313" y="160280"/>
                    <a:pt x="82112" y="160237"/>
                  </a:cubicBezTo>
                  <a:cubicBezTo>
                    <a:pt x="81911" y="160193"/>
                    <a:pt x="81709" y="160156"/>
                    <a:pt x="81506" y="160125"/>
                  </a:cubicBezTo>
                  <a:cubicBezTo>
                    <a:pt x="81303" y="160094"/>
                    <a:pt x="81098" y="160069"/>
                    <a:pt x="80894" y="160051"/>
                  </a:cubicBezTo>
                  <a:cubicBezTo>
                    <a:pt x="80689" y="160033"/>
                    <a:pt x="80483" y="160021"/>
                    <a:pt x="80278" y="160015"/>
                  </a:cubicBezTo>
                  <a:cubicBezTo>
                    <a:pt x="80072" y="160009"/>
                    <a:pt x="79867" y="160010"/>
                    <a:pt x="79661" y="160017"/>
                  </a:cubicBezTo>
                  <a:cubicBezTo>
                    <a:pt x="79456" y="160024"/>
                    <a:pt x="79251" y="160037"/>
                    <a:pt x="79046" y="160057"/>
                  </a:cubicBezTo>
                  <a:cubicBezTo>
                    <a:pt x="78841" y="160076"/>
                    <a:pt x="78637" y="160102"/>
                    <a:pt x="78434" y="160134"/>
                  </a:cubicBezTo>
                  <a:cubicBezTo>
                    <a:pt x="78231" y="160167"/>
                    <a:pt x="78029" y="160205"/>
                    <a:pt x="77828" y="160250"/>
                  </a:cubicBezTo>
                  <a:cubicBezTo>
                    <a:pt x="77628" y="160294"/>
                    <a:pt x="77428" y="160345"/>
                    <a:pt x="77231" y="160402"/>
                  </a:cubicBezTo>
                  <a:cubicBezTo>
                    <a:pt x="77033" y="160459"/>
                    <a:pt x="76838" y="160522"/>
                    <a:pt x="76644" y="160591"/>
                  </a:cubicBezTo>
                  <a:cubicBezTo>
                    <a:pt x="76450" y="160660"/>
                    <a:pt x="76259" y="160735"/>
                    <a:pt x="76070" y="160816"/>
                  </a:cubicBezTo>
                  <a:cubicBezTo>
                    <a:pt x="75881" y="160897"/>
                    <a:pt x="75694" y="160983"/>
                    <a:pt x="75510" y="161076"/>
                  </a:cubicBezTo>
                  <a:cubicBezTo>
                    <a:pt x="75327" y="161168"/>
                    <a:pt x="75146" y="161266"/>
                    <a:pt x="74968" y="161369"/>
                  </a:cubicBezTo>
                  <a:cubicBezTo>
                    <a:pt x="74790" y="161473"/>
                    <a:pt x="74616" y="161582"/>
                    <a:pt x="74445" y="161696"/>
                  </a:cubicBezTo>
                  <a:cubicBezTo>
                    <a:pt x="74274" y="161810"/>
                    <a:pt x="74107" y="161930"/>
                    <a:pt x="73943" y="162054"/>
                  </a:cubicBezTo>
                  <a:cubicBezTo>
                    <a:pt x="73780" y="162179"/>
                    <a:pt x="73620" y="162308"/>
                    <a:pt x="73464" y="162443"/>
                  </a:cubicBezTo>
                  <a:cubicBezTo>
                    <a:pt x="73309" y="162577"/>
                    <a:pt x="73157" y="162716"/>
                    <a:pt x="73010" y="162860"/>
                  </a:cubicBezTo>
                  <a:cubicBezTo>
                    <a:pt x="72863" y="163003"/>
                    <a:pt x="72721" y="163152"/>
                    <a:pt x="72583" y="163304"/>
                  </a:cubicBezTo>
                  <a:cubicBezTo>
                    <a:pt x="72445" y="163457"/>
                    <a:pt x="72312" y="163613"/>
                    <a:pt x="72183" y="163774"/>
                  </a:cubicBezTo>
                  <a:cubicBezTo>
                    <a:pt x="72055" y="163935"/>
                    <a:pt x="71932" y="164099"/>
                    <a:pt x="71814" y="164268"/>
                  </a:cubicBezTo>
                  <a:cubicBezTo>
                    <a:pt x="71696" y="164436"/>
                    <a:pt x="71583" y="164608"/>
                    <a:pt x="71475" y="164783"/>
                  </a:cubicBezTo>
                  <a:cubicBezTo>
                    <a:pt x="71368" y="164959"/>
                    <a:pt x="71266" y="165137"/>
                    <a:pt x="71169" y="165319"/>
                  </a:cubicBezTo>
                  <a:cubicBezTo>
                    <a:pt x="71073" y="165500"/>
                    <a:pt x="70982" y="165685"/>
                    <a:pt x="70897" y="165872"/>
                  </a:cubicBezTo>
                  <a:cubicBezTo>
                    <a:pt x="70812" y="166059"/>
                    <a:pt x="70732" y="166249"/>
                    <a:pt x="70659" y="166441"/>
                  </a:cubicBezTo>
                  <a:cubicBezTo>
                    <a:pt x="70586" y="166633"/>
                    <a:pt x="70518" y="166827"/>
                    <a:pt x="70457" y="167023"/>
                  </a:cubicBezTo>
                  <a:cubicBezTo>
                    <a:pt x="70395" y="167220"/>
                    <a:pt x="70340" y="167418"/>
                    <a:pt x="70291" y="167617"/>
                  </a:cubicBezTo>
                  <a:cubicBezTo>
                    <a:pt x="70242" y="167817"/>
                    <a:pt x="70199" y="168018"/>
                    <a:pt x="70162" y="168220"/>
                  </a:cubicBezTo>
                  <a:cubicBezTo>
                    <a:pt x="70125" y="168422"/>
                    <a:pt x="70094" y="168626"/>
                    <a:pt x="70070" y="168830"/>
                  </a:cubicBezTo>
                  <a:lnTo>
                    <a:pt x="70000" y="170000"/>
                  </a:lnTo>
                  <a:lnTo>
                    <a:pt x="70000" y="180000"/>
                  </a:lnTo>
                  <a:cubicBezTo>
                    <a:pt x="70000" y="180416"/>
                    <a:pt x="69987" y="180831"/>
                    <a:pt x="69962" y="181246"/>
                  </a:cubicBezTo>
                  <a:cubicBezTo>
                    <a:pt x="69936" y="181661"/>
                    <a:pt x="69897" y="182075"/>
                    <a:pt x="69846" y="182487"/>
                  </a:cubicBezTo>
                  <a:cubicBezTo>
                    <a:pt x="69794" y="182899"/>
                    <a:pt x="69730" y="183310"/>
                    <a:pt x="69652" y="183718"/>
                  </a:cubicBezTo>
                  <a:cubicBezTo>
                    <a:pt x="69575" y="184127"/>
                    <a:pt x="69485" y="184533"/>
                    <a:pt x="69383" y="184935"/>
                  </a:cubicBezTo>
                  <a:cubicBezTo>
                    <a:pt x="69281" y="185338"/>
                    <a:pt x="69166" y="185738"/>
                    <a:pt x="69038" y="186133"/>
                  </a:cubicBezTo>
                  <a:cubicBezTo>
                    <a:pt x="68911" y="186529"/>
                    <a:pt x="68771" y="186921"/>
                    <a:pt x="68620" y="187307"/>
                  </a:cubicBezTo>
                  <a:cubicBezTo>
                    <a:pt x="68468" y="187694"/>
                    <a:pt x="68304" y="188076"/>
                    <a:pt x="68129" y="188453"/>
                  </a:cubicBezTo>
                  <a:cubicBezTo>
                    <a:pt x="67953" y="188830"/>
                    <a:pt x="67766" y="189201"/>
                    <a:pt x="67567" y="189566"/>
                  </a:cubicBezTo>
                  <a:cubicBezTo>
                    <a:pt x="67369" y="189931"/>
                    <a:pt x="67159" y="190290"/>
                    <a:pt x="66938" y="190642"/>
                  </a:cubicBezTo>
                  <a:cubicBezTo>
                    <a:pt x="66717" y="190994"/>
                    <a:pt x="66485" y="191339"/>
                    <a:pt x="66242" y="191676"/>
                  </a:cubicBezTo>
                  <a:cubicBezTo>
                    <a:pt x="66000" y="192014"/>
                    <a:pt x="65747" y="192344"/>
                    <a:pt x="65484" y="192666"/>
                  </a:cubicBezTo>
                  <a:cubicBezTo>
                    <a:pt x="65221" y="192987"/>
                    <a:pt x="64948" y="193301"/>
                    <a:pt x="64665" y="193605"/>
                  </a:cubicBezTo>
                  <a:cubicBezTo>
                    <a:pt x="64382" y="193910"/>
                    <a:pt x="64090" y="194206"/>
                    <a:pt x="63789" y="194493"/>
                  </a:cubicBezTo>
                  <a:cubicBezTo>
                    <a:pt x="63488" y="194779"/>
                    <a:pt x="63178" y="195056"/>
                    <a:pt x="62860" y="195323"/>
                  </a:cubicBezTo>
                  <a:cubicBezTo>
                    <a:pt x="62542" y="195591"/>
                    <a:pt x="62215" y="195848"/>
                    <a:pt x="61881" y="196095"/>
                  </a:cubicBezTo>
                  <a:cubicBezTo>
                    <a:pt x="61547" y="196342"/>
                    <a:pt x="61205" y="196578"/>
                    <a:pt x="60856" y="196804"/>
                  </a:cubicBezTo>
                  <a:cubicBezTo>
                    <a:pt x="60507" y="197029"/>
                    <a:pt x="60151" y="197244"/>
                    <a:pt x="59788" y="197447"/>
                  </a:cubicBezTo>
                  <a:cubicBezTo>
                    <a:pt x="59426" y="197651"/>
                    <a:pt x="59057" y="197843"/>
                    <a:pt x="58683" y="198023"/>
                  </a:cubicBezTo>
                  <a:cubicBezTo>
                    <a:pt x="58308" y="198204"/>
                    <a:pt x="57928" y="198372"/>
                    <a:pt x="57544" y="198529"/>
                  </a:cubicBezTo>
                  <a:cubicBezTo>
                    <a:pt x="57159" y="198686"/>
                    <a:pt x="56769" y="198831"/>
                    <a:pt x="56375" y="198963"/>
                  </a:cubicBezTo>
                  <a:cubicBezTo>
                    <a:pt x="55981" y="199096"/>
                    <a:pt x="55583" y="199216"/>
                    <a:pt x="55182" y="199323"/>
                  </a:cubicBezTo>
                  <a:cubicBezTo>
                    <a:pt x="54780" y="199431"/>
                    <a:pt x="54376" y="199526"/>
                    <a:pt x="53968" y="199609"/>
                  </a:cubicBezTo>
                  <a:cubicBezTo>
                    <a:pt x="53561" y="199691"/>
                    <a:pt x="53151" y="199761"/>
                    <a:pt x="52739" y="199818"/>
                  </a:cubicBezTo>
                  <a:cubicBezTo>
                    <a:pt x="52328" y="199875"/>
                    <a:pt x="51914" y="199919"/>
                    <a:pt x="51500" y="199950"/>
                  </a:cubicBezTo>
                  <a:lnTo>
                    <a:pt x="50000" y="200000"/>
                  </a:lnTo>
                  <a:lnTo>
                    <a:pt x="20000" y="200000"/>
                  </a:lnTo>
                  <a:cubicBezTo>
                    <a:pt x="19584" y="200000"/>
                    <a:pt x="19169" y="199987"/>
                    <a:pt x="18754" y="199962"/>
                  </a:cubicBezTo>
                  <a:cubicBezTo>
                    <a:pt x="18339" y="199936"/>
                    <a:pt x="17925" y="199897"/>
                    <a:pt x="17513" y="199846"/>
                  </a:cubicBezTo>
                  <a:cubicBezTo>
                    <a:pt x="17101" y="199794"/>
                    <a:pt x="16690" y="199730"/>
                    <a:pt x="16282" y="199652"/>
                  </a:cubicBezTo>
                  <a:cubicBezTo>
                    <a:pt x="15873" y="199575"/>
                    <a:pt x="15467" y="199485"/>
                    <a:pt x="15065" y="199383"/>
                  </a:cubicBezTo>
                  <a:cubicBezTo>
                    <a:pt x="14662" y="199281"/>
                    <a:pt x="14262" y="199166"/>
                    <a:pt x="13867" y="199038"/>
                  </a:cubicBezTo>
                  <a:cubicBezTo>
                    <a:pt x="13471" y="198911"/>
                    <a:pt x="13079" y="198771"/>
                    <a:pt x="12693" y="198620"/>
                  </a:cubicBezTo>
                  <a:cubicBezTo>
                    <a:pt x="12306" y="198468"/>
                    <a:pt x="11924" y="198304"/>
                    <a:pt x="11547" y="198129"/>
                  </a:cubicBezTo>
                  <a:cubicBezTo>
                    <a:pt x="11170" y="197953"/>
                    <a:pt x="10799" y="197766"/>
                    <a:pt x="10434" y="197567"/>
                  </a:cubicBezTo>
                  <a:cubicBezTo>
                    <a:pt x="10069" y="197369"/>
                    <a:pt x="9710" y="197159"/>
                    <a:pt x="9358" y="196938"/>
                  </a:cubicBezTo>
                  <a:cubicBezTo>
                    <a:pt x="9006" y="196717"/>
                    <a:pt x="8661" y="196485"/>
                    <a:pt x="8324" y="196242"/>
                  </a:cubicBezTo>
                  <a:cubicBezTo>
                    <a:pt x="7986" y="196000"/>
                    <a:pt x="7656" y="195747"/>
                    <a:pt x="7334" y="195484"/>
                  </a:cubicBezTo>
                  <a:cubicBezTo>
                    <a:pt x="7013" y="195221"/>
                    <a:pt x="6699" y="194948"/>
                    <a:pt x="6395" y="194665"/>
                  </a:cubicBezTo>
                  <a:cubicBezTo>
                    <a:pt x="6090" y="194382"/>
                    <a:pt x="5794" y="194090"/>
                    <a:pt x="5507" y="193789"/>
                  </a:cubicBezTo>
                  <a:cubicBezTo>
                    <a:pt x="5221" y="193488"/>
                    <a:pt x="4944" y="193178"/>
                    <a:pt x="4677" y="192860"/>
                  </a:cubicBezTo>
                  <a:cubicBezTo>
                    <a:pt x="4409" y="192542"/>
                    <a:pt x="4152" y="192215"/>
                    <a:pt x="3905" y="191881"/>
                  </a:cubicBezTo>
                  <a:cubicBezTo>
                    <a:pt x="3658" y="191547"/>
                    <a:pt x="3422" y="191205"/>
                    <a:pt x="3196" y="190856"/>
                  </a:cubicBezTo>
                  <a:cubicBezTo>
                    <a:pt x="2971" y="190507"/>
                    <a:pt x="2756" y="190151"/>
                    <a:pt x="2553" y="189788"/>
                  </a:cubicBezTo>
                  <a:cubicBezTo>
                    <a:pt x="2349" y="189426"/>
                    <a:pt x="2157" y="189057"/>
                    <a:pt x="1977" y="188683"/>
                  </a:cubicBezTo>
                  <a:cubicBezTo>
                    <a:pt x="1796" y="188308"/>
                    <a:pt x="1628" y="187928"/>
                    <a:pt x="1471" y="187544"/>
                  </a:cubicBezTo>
                  <a:cubicBezTo>
                    <a:pt x="1314" y="187159"/>
                    <a:pt x="1169" y="186769"/>
                    <a:pt x="1037" y="186375"/>
                  </a:cubicBezTo>
                  <a:cubicBezTo>
                    <a:pt x="904" y="185981"/>
                    <a:pt x="784" y="185583"/>
                    <a:pt x="677" y="185182"/>
                  </a:cubicBezTo>
                  <a:cubicBezTo>
                    <a:pt x="569" y="184780"/>
                    <a:pt x="474" y="184376"/>
                    <a:pt x="391" y="183968"/>
                  </a:cubicBezTo>
                  <a:cubicBezTo>
                    <a:pt x="309" y="183561"/>
                    <a:pt x="239" y="183151"/>
                    <a:pt x="182" y="182739"/>
                  </a:cubicBezTo>
                  <a:cubicBezTo>
                    <a:pt x="125" y="182328"/>
                    <a:pt x="81" y="181914"/>
                    <a:pt x="50" y="181500"/>
                  </a:cubicBezTo>
                  <a:lnTo>
                    <a:pt x="0" y="180000"/>
                  </a:lnTo>
                  <a:lnTo>
                    <a:pt x="0" y="150000"/>
                  </a:lnTo>
                  <a:cubicBezTo>
                    <a:pt x="0" y="149584"/>
                    <a:pt x="13" y="149169"/>
                    <a:pt x="38" y="148754"/>
                  </a:cubicBezTo>
                  <a:cubicBezTo>
                    <a:pt x="64" y="148339"/>
                    <a:pt x="103" y="147925"/>
                    <a:pt x="154" y="147513"/>
                  </a:cubicBezTo>
                  <a:cubicBezTo>
                    <a:pt x="206" y="147101"/>
                    <a:pt x="270" y="146690"/>
                    <a:pt x="348" y="146282"/>
                  </a:cubicBezTo>
                  <a:cubicBezTo>
                    <a:pt x="425" y="145873"/>
                    <a:pt x="515" y="145467"/>
                    <a:pt x="617" y="145065"/>
                  </a:cubicBezTo>
                  <a:cubicBezTo>
                    <a:pt x="719" y="144662"/>
                    <a:pt x="834" y="144262"/>
                    <a:pt x="962" y="143867"/>
                  </a:cubicBezTo>
                  <a:cubicBezTo>
                    <a:pt x="1089" y="143471"/>
                    <a:pt x="1229" y="143079"/>
                    <a:pt x="1380" y="142693"/>
                  </a:cubicBezTo>
                  <a:cubicBezTo>
                    <a:pt x="1532" y="142306"/>
                    <a:pt x="1696" y="141924"/>
                    <a:pt x="1871" y="141547"/>
                  </a:cubicBezTo>
                  <a:cubicBezTo>
                    <a:pt x="2047" y="141170"/>
                    <a:pt x="2234" y="140799"/>
                    <a:pt x="2433" y="140434"/>
                  </a:cubicBezTo>
                  <a:cubicBezTo>
                    <a:pt x="2631" y="140069"/>
                    <a:pt x="2841" y="139710"/>
                    <a:pt x="3062" y="139358"/>
                  </a:cubicBezTo>
                  <a:cubicBezTo>
                    <a:pt x="3283" y="139006"/>
                    <a:pt x="3515" y="138661"/>
                    <a:pt x="3758" y="138324"/>
                  </a:cubicBezTo>
                  <a:cubicBezTo>
                    <a:pt x="4000" y="137986"/>
                    <a:pt x="4253" y="137656"/>
                    <a:pt x="4516" y="137334"/>
                  </a:cubicBezTo>
                  <a:cubicBezTo>
                    <a:pt x="4779" y="137013"/>
                    <a:pt x="5052" y="136699"/>
                    <a:pt x="5335" y="136395"/>
                  </a:cubicBezTo>
                  <a:cubicBezTo>
                    <a:pt x="5618" y="136090"/>
                    <a:pt x="5910" y="135794"/>
                    <a:pt x="6211" y="135507"/>
                  </a:cubicBezTo>
                  <a:cubicBezTo>
                    <a:pt x="6512" y="135221"/>
                    <a:pt x="6822" y="134944"/>
                    <a:pt x="7140" y="134677"/>
                  </a:cubicBezTo>
                  <a:cubicBezTo>
                    <a:pt x="7458" y="134409"/>
                    <a:pt x="7785" y="134152"/>
                    <a:pt x="8119" y="133905"/>
                  </a:cubicBezTo>
                  <a:cubicBezTo>
                    <a:pt x="8453" y="133658"/>
                    <a:pt x="8795" y="133422"/>
                    <a:pt x="9144" y="133196"/>
                  </a:cubicBezTo>
                  <a:cubicBezTo>
                    <a:pt x="9493" y="132971"/>
                    <a:pt x="9849" y="132756"/>
                    <a:pt x="10212" y="132553"/>
                  </a:cubicBezTo>
                  <a:cubicBezTo>
                    <a:pt x="10574" y="132349"/>
                    <a:pt x="10943" y="132157"/>
                    <a:pt x="11317" y="131977"/>
                  </a:cubicBezTo>
                  <a:cubicBezTo>
                    <a:pt x="11692" y="131796"/>
                    <a:pt x="12072" y="131628"/>
                    <a:pt x="12456" y="131471"/>
                  </a:cubicBezTo>
                  <a:cubicBezTo>
                    <a:pt x="12841" y="131314"/>
                    <a:pt x="13231" y="131169"/>
                    <a:pt x="13625" y="131037"/>
                  </a:cubicBezTo>
                  <a:cubicBezTo>
                    <a:pt x="14019" y="130904"/>
                    <a:pt x="14417" y="130784"/>
                    <a:pt x="14818" y="130677"/>
                  </a:cubicBezTo>
                  <a:cubicBezTo>
                    <a:pt x="15220" y="130569"/>
                    <a:pt x="15624" y="130474"/>
                    <a:pt x="16032" y="130391"/>
                  </a:cubicBezTo>
                  <a:cubicBezTo>
                    <a:pt x="16439" y="130309"/>
                    <a:pt x="16849" y="130239"/>
                    <a:pt x="17261" y="130182"/>
                  </a:cubicBezTo>
                  <a:cubicBezTo>
                    <a:pt x="17672" y="130125"/>
                    <a:pt x="18086" y="130081"/>
                    <a:pt x="18500" y="130050"/>
                  </a:cubicBezTo>
                  <a:lnTo>
                    <a:pt x="20000" y="130000"/>
                  </a:lnTo>
                  <a:lnTo>
                    <a:pt x="30000" y="130000"/>
                  </a:lnTo>
                  <a:cubicBezTo>
                    <a:pt x="30206" y="130000"/>
                    <a:pt x="30411" y="129993"/>
                    <a:pt x="30616" y="129980"/>
                  </a:cubicBezTo>
                  <a:cubicBezTo>
                    <a:pt x="30822" y="129967"/>
                    <a:pt x="31026" y="129948"/>
                    <a:pt x="31230" y="129923"/>
                  </a:cubicBezTo>
                  <a:cubicBezTo>
                    <a:pt x="31434" y="129897"/>
                    <a:pt x="31637" y="129865"/>
                    <a:pt x="31840" y="129827"/>
                  </a:cubicBezTo>
                  <a:cubicBezTo>
                    <a:pt x="32042" y="129789"/>
                    <a:pt x="32242" y="129745"/>
                    <a:pt x="32442" y="129695"/>
                  </a:cubicBezTo>
                  <a:cubicBezTo>
                    <a:pt x="32641" y="129644"/>
                    <a:pt x="32839" y="129588"/>
                    <a:pt x="33035" y="129525"/>
                  </a:cubicBezTo>
                  <a:cubicBezTo>
                    <a:pt x="33230" y="129462"/>
                    <a:pt x="33424" y="129394"/>
                    <a:pt x="33616" y="129319"/>
                  </a:cubicBezTo>
                  <a:cubicBezTo>
                    <a:pt x="33807" y="129245"/>
                    <a:pt x="33997" y="129164"/>
                    <a:pt x="34183" y="129078"/>
                  </a:cubicBezTo>
                  <a:cubicBezTo>
                    <a:pt x="34370" y="128992"/>
                    <a:pt x="34554" y="128900"/>
                    <a:pt x="34735" y="128802"/>
                  </a:cubicBezTo>
                  <a:cubicBezTo>
                    <a:pt x="34916" y="128704"/>
                    <a:pt x="35094" y="128601"/>
                    <a:pt x="35268" y="128493"/>
                  </a:cubicBezTo>
                  <a:cubicBezTo>
                    <a:pt x="35443" y="128384"/>
                    <a:pt x="35614" y="128270"/>
                    <a:pt x="35782" y="128151"/>
                  </a:cubicBezTo>
                  <a:cubicBezTo>
                    <a:pt x="35949" y="128032"/>
                    <a:pt x="36113" y="127908"/>
                    <a:pt x="36273" y="127779"/>
                  </a:cubicBezTo>
                  <a:cubicBezTo>
                    <a:pt x="36433" y="127649"/>
                    <a:pt x="36589" y="127515"/>
                    <a:pt x="36741" y="127376"/>
                  </a:cubicBezTo>
                  <a:cubicBezTo>
                    <a:pt x="36892" y="127238"/>
                    <a:pt x="37040" y="127094"/>
                    <a:pt x="37183" y="126946"/>
                  </a:cubicBezTo>
                  <a:cubicBezTo>
                    <a:pt x="37325" y="126798"/>
                    <a:pt x="37464" y="126646"/>
                    <a:pt x="37597" y="126490"/>
                  </a:cubicBezTo>
                  <a:cubicBezTo>
                    <a:pt x="37730" y="126333"/>
                    <a:pt x="37859" y="126173"/>
                    <a:pt x="37983" y="126008"/>
                  </a:cubicBezTo>
                  <a:cubicBezTo>
                    <a:pt x="38106" y="125844"/>
                    <a:pt x="38225" y="125676"/>
                    <a:pt x="38338" y="125504"/>
                  </a:cubicBezTo>
                  <a:cubicBezTo>
                    <a:pt x="38451" y="125333"/>
                    <a:pt x="38559" y="125158"/>
                    <a:pt x="38661" y="124979"/>
                  </a:cubicBezTo>
                  <a:cubicBezTo>
                    <a:pt x="38763" y="124801"/>
                    <a:pt x="38860" y="124620"/>
                    <a:pt x="38952" y="124435"/>
                  </a:cubicBezTo>
                  <a:cubicBezTo>
                    <a:pt x="39043" y="124251"/>
                    <a:pt x="39128" y="124064"/>
                    <a:pt x="39208" y="123874"/>
                  </a:cubicBezTo>
                  <a:cubicBezTo>
                    <a:pt x="39288" y="123685"/>
                    <a:pt x="39361" y="123493"/>
                    <a:pt x="39429" y="123299"/>
                  </a:cubicBezTo>
                  <a:cubicBezTo>
                    <a:pt x="39497" y="123105"/>
                    <a:pt x="39559" y="122909"/>
                    <a:pt x="39615" y="122711"/>
                  </a:cubicBezTo>
                  <a:cubicBezTo>
                    <a:pt x="39670" y="122513"/>
                    <a:pt x="39720" y="122313"/>
                    <a:pt x="39763" y="122112"/>
                  </a:cubicBezTo>
                  <a:cubicBezTo>
                    <a:pt x="39807" y="121911"/>
                    <a:pt x="39844" y="121709"/>
                    <a:pt x="39875" y="121506"/>
                  </a:cubicBezTo>
                  <a:cubicBezTo>
                    <a:pt x="39906" y="121303"/>
                    <a:pt x="39931" y="121098"/>
                    <a:pt x="39949" y="120894"/>
                  </a:cubicBezTo>
                  <a:cubicBezTo>
                    <a:pt x="39967" y="120689"/>
                    <a:pt x="39979" y="120483"/>
                    <a:pt x="39985" y="120278"/>
                  </a:cubicBezTo>
                  <a:cubicBezTo>
                    <a:pt x="39991" y="120072"/>
                    <a:pt x="39990" y="119867"/>
                    <a:pt x="39983" y="119661"/>
                  </a:cubicBezTo>
                  <a:cubicBezTo>
                    <a:pt x="39976" y="119456"/>
                    <a:pt x="39963" y="119251"/>
                    <a:pt x="39943" y="119046"/>
                  </a:cubicBezTo>
                  <a:cubicBezTo>
                    <a:pt x="39924" y="118841"/>
                    <a:pt x="39898" y="118637"/>
                    <a:pt x="39866" y="118434"/>
                  </a:cubicBezTo>
                  <a:cubicBezTo>
                    <a:pt x="39833" y="118231"/>
                    <a:pt x="39795" y="118029"/>
                    <a:pt x="39750" y="117828"/>
                  </a:cubicBezTo>
                  <a:cubicBezTo>
                    <a:pt x="39706" y="117628"/>
                    <a:pt x="39655" y="117428"/>
                    <a:pt x="39598" y="117231"/>
                  </a:cubicBezTo>
                  <a:cubicBezTo>
                    <a:pt x="39541" y="117033"/>
                    <a:pt x="39478" y="116838"/>
                    <a:pt x="39409" y="116644"/>
                  </a:cubicBezTo>
                  <a:cubicBezTo>
                    <a:pt x="39340" y="116450"/>
                    <a:pt x="39265" y="116259"/>
                    <a:pt x="39184" y="116070"/>
                  </a:cubicBezTo>
                  <a:cubicBezTo>
                    <a:pt x="39103" y="115881"/>
                    <a:pt x="39017" y="115694"/>
                    <a:pt x="38924" y="115510"/>
                  </a:cubicBezTo>
                  <a:cubicBezTo>
                    <a:pt x="38832" y="115327"/>
                    <a:pt x="38734" y="115146"/>
                    <a:pt x="38631" y="114968"/>
                  </a:cubicBezTo>
                  <a:cubicBezTo>
                    <a:pt x="38527" y="114790"/>
                    <a:pt x="38418" y="114616"/>
                    <a:pt x="38304" y="114445"/>
                  </a:cubicBezTo>
                  <a:cubicBezTo>
                    <a:pt x="38190" y="114274"/>
                    <a:pt x="38070" y="114107"/>
                    <a:pt x="37946" y="113943"/>
                  </a:cubicBezTo>
                  <a:cubicBezTo>
                    <a:pt x="37821" y="113780"/>
                    <a:pt x="37692" y="113620"/>
                    <a:pt x="37557" y="113464"/>
                  </a:cubicBezTo>
                  <a:cubicBezTo>
                    <a:pt x="37423" y="113309"/>
                    <a:pt x="37284" y="113157"/>
                    <a:pt x="37140" y="113010"/>
                  </a:cubicBezTo>
                  <a:cubicBezTo>
                    <a:pt x="36997" y="112863"/>
                    <a:pt x="36848" y="112721"/>
                    <a:pt x="36696" y="112583"/>
                  </a:cubicBezTo>
                  <a:cubicBezTo>
                    <a:pt x="36543" y="112445"/>
                    <a:pt x="36387" y="112312"/>
                    <a:pt x="36226" y="112183"/>
                  </a:cubicBezTo>
                  <a:cubicBezTo>
                    <a:pt x="36065" y="112055"/>
                    <a:pt x="35901" y="111932"/>
                    <a:pt x="35732" y="111814"/>
                  </a:cubicBezTo>
                  <a:cubicBezTo>
                    <a:pt x="35564" y="111696"/>
                    <a:pt x="35392" y="111583"/>
                    <a:pt x="35217" y="111475"/>
                  </a:cubicBezTo>
                  <a:cubicBezTo>
                    <a:pt x="35041" y="111368"/>
                    <a:pt x="34863" y="111266"/>
                    <a:pt x="34681" y="111169"/>
                  </a:cubicBezTo>
                  <a:cubicBezTo>
                    <a:pt x="34500" y="111073"/>
                    <a:pt x="34315" y="110982"/>
                    <a:pt x="34128" y="110897"/>
                  </a:cubicBezTo>
                  <a:cubicBezTo>
                    <a:pt x="33941" y="110812"/>
                    <a:pt x="33751" y="110732"/>
                    <a:pt x="33559" y="110659"/>
                  </a:cubicBezTo>
                  <a:cubicBezTo>
                    <a:pt x="33367" y="110586"/>
                    <a:pt x="33173" y="110518"/>
                    <a:pt x="32977" y="110457"/>
                  </a:cubicBezTo>
                  <a:cubicBezTo>
                    <a:pt x="32780" y="110395"/>
                    <a:pt x="32582" y="110340"/>
                    <a:pt x="32383" y="110291"/>
                  </a:cubicBezTo>
                  <a:cubicBezTo>
                    <a:pt x="32183" y="110242"/>
                    <a:pt x="31982" y="110198"/>
                    <a:pt x="31780" y="110162"/>
                  </a:cubicBezTo>
                  <a:cubicBezTo>
                    <a:pt x="31578" y="110125"/>
                    <a:pt x="31374" y="110094"/>
                    <a:pt x="31170" y="110070"/>
                  </a:cubicBezTo>
                  <a:lnTo>
                    <a:pt x="30000" y="110000"/>
                  </a:lnTo>
                  <a:lnTo>
                    <a:pt x="20000" y="110000"/>
                  </a:lnTo>
                  <a:cubicBezTo>
                    <a:pt x="19584" y="110000"/>
                    <a:pt x="19169" y="109987"/>
                    <a:pt x="18754" y="109962"/>
                  </a:cubicBezTo>
                  <a:cubicBezTo>
                    <a:pt x="18339" y="109936"/>
                    <a:pt x="17925" y="109897"/>
                    <a:pt x="17513" y="109846"/>
                  </a:cubicBezTo>
                  <a:cubicBezTo>
                    <a:pt x="17101" y="109794"/>
                    <a:pt x="16690" y="109730"/>
                    <a:pt x="16282" y="109652"/>
                  </a:cubicBezTo>
                  <a:cubicBezTo>
                    <a:pt x="15873" y="109575"/>
                    <a:pt x="15467" y="109485"/>
                    <a:pt x="15065" y="109383"/>
                  </a:cubicBezTo>
                  <a:cubicBezTo>
                    <a:pt x="14662" y="109281"/>
                    <a:pt x="14262" y="109166"/>
                    <a:pt x="13867" y="109038"/>
                  </a:cubicBezTo>
                  <a:cubicBezTo>
                    <a:pt x="13471" y="108911"/>
                    <a:pt x="13079" y="108771"/>
                    <a:pt x="12693" y="108620"/>
                  </a:cubicBezTo>
                  <a:cubicBezTo>
                    <a:pt x="12306" y="108468"/>
                    <a:pt x="11924" y="108304"/>
                    <a:pt x="11547" y="108129"/>
                  </a:cubicBezTo>
                  <a:cubicBezTo>
                    <a:pt x="11170" y="107953"/>
                    <a:pt x="10799" y="107766"/>
                    <a:pt x="10434" y="107567"/>
                  </a:cubicBezTo>
                  <a:cubicBezTo>
                    <a:pt x="10069" y="107369"/>
                    <a:pt x="9710" y="107159"/>
                    <a:pt x="9358" y="106938"/>
                  </a:cubicBezTo>
                  <a:cubicBezTo>
                    <a:pt x="9006" y="106717"/>
                    <a:pt x="8661" y="106485"/>
                    <a:pt x="8324" y="106242"/>
                  </a:cubicBezTo>
                  <a:cubicBezTo>
                    <a:pt x="7986" y="106000"/>
                    <a:pt x="7656" y="105747"/>
                    <a:pt x="7334" y="105484"/>
                  </a:cubicBezTo>
                  <a:cubicBezTo>
                    <a:pt x="7013" y="105221"/>
                    <a:pt x="6699" y="104948"/>
                    <a:pt x="6395" y="104665"/>
                  </a:cubicBezTo>
                  <a:cubicBezTo>
                    <a:pt x="6090" y="104382"/>
                    <a:pt x="5794" y="104090"/>
                    <a:pt x="5507" y="103789"/>
                  </a:cubicBezTo>
                  <a:cubicBezTo>
                    <a:pt x="5221" y="103488"/>
                    <a:pt x="4944" y="103178"/>
                    <a:pt x="4677" y="102860"/>
                  </a:cubicBezTo>
                  <a:cubicBezTo>
                    <a:pt x="4409" y="102542"/>
                    <a:pt x="4152" y="102215"/>
                    <a:pt x="3905" y="101881"/>
                  </a:cubicBezTo>
                  <a:cubicBezTo>
                    <a:pt x="3658" y="101547"/>
                    <a:pt x="3422" y="101205"/>
                    <a:pt x="3196" y="100856"/>
                  </a:cubicBezTo>
                  <a:cubicBezTo>
                    <a:pt x="2971" y="100507"/>
                    <a:pt x="2756" y="100151"/>
                    <a:pt x="2553" y="99788"/>
                  </a:cubicBezTo>
                  <a:cubicBezTo>
                    <a:pt x="2349" y="99426"/>
                    <a:pt x="2157" y="99057"/>
                    <a:pt x="1977" y="98683"/>
                  </a:cubicBezTo>
                  <a:cubicBezTo>
                    <a:pt x="1796" y="98308"/>
                    <a:pt x="1628" y="97928"/>
                    <a:pt x="1471" y="97544"/>
                  </a:cubicBezTo>
                  <a:cubicBezTo>
                    <a:pt x="1314" y="97159"/>
                    <a:pt x="1169" y="96769"/>
                    <a:pt x="1037" y="96375"/>
                  </a:cubicBezTo>
                  <a:cubicBezTo>
                    <a:pt x="904" y="95981"/>
                    <a:pt x="784" y="95583"/>
                    <a:pt x="677" y="95182"/>
                  </a:cubicBezTo>
                  <a:cubicBezTo>
                    <a:pt x="569" y="94780"/>
                    <a:pt x="474" y="94376"/>
                    <a:pt x="391" y="93968"/>
                  </a:cubicBezTo>
                  <a:cubicBezTo>
                    <a:pt x="309" y="93561"/>
                    <a:pt x="239" y="93151"/>
                    <a:pt x="182" y="92739"/>
                  </a:cubicBezTo>
                  <a:cubicBezTo>
                    <a:pt x="125" y="92328"/>
                    <a:pt x="81" y="91914"/>
                    <a:pt x="50" y="91500"/>
                  </a:cubicBezTo>
                  <a:lnTo>
                    <a:pt x="0" y="90000"/>
                  </a:lnTo>
                  <a:lnTo>
                    <a:pt x="0" y="60000"/>
                  </a:lnTo>
                  <a:cubicBezTo>
                    <a:pt x="0" y="59584"/>
                    <a:pt x="13" y="59169"/>
                    <a:pt x="38" y="58754"/>
                  </a:cubicBezTo>
                  <a:cubicBezTo>
                    <a:pt x="64" y="58339"/>
                    <a:pt x="103" y="57925"/>
                    <a:pt x="154" y="57513"/>
                  </a:cubicBezTo>
                  <a:cubicBezTo>
                    <a:pt x="206" y="57101"/>
                    <a:pt x="270" y="56690"/>
                    <a:pt x="348" y="56282"/>
                  </a:cubicBezTo>
                  <a:cubicBezTo>
                    <a:pt x="425" y="55873"/>
                    <a:pt x="515" y="55467"/>
                    <a:pt x="617" y="55065"/>
                  </a:cubicBezTo>
                  <a:cubicBezTo>
                    <a:pt x="719" y="54662"/>
                    <a:pt x="834" y="54262"/>
                    <a:pt x="962" y="53867"/>
                  </a:cubicBezTo>
                  <a:cubicBezTo>
                    <a:pt x="1089" y="53471"/>
                    <a:pt x="1229" y="53079"/>
                    <a:pt x="1380" y="52693"/>
                  </a:cubicBezTo>
                  <a:cubicBezTo>
                    <a:pt x="1532" y="52306"/>
                    <a:pt x="1696" y="51924"/>
                    <a:pt x="1871" y="51547"/>
                  </a:cubicBezTo>
                  <a:cubicBezTo>
                    <a:pt x="2047" y="51170"/>
                    <a:pt x="2234" y="50799"/>
                    <a:pt x="2433" y="50434"/>
                  </a:cubicBezTo>
                  <a:cubicBezTo>
                    <a:pt x="2631" y="50069"/>
                    <a:pt x="2841" y="49710"/>
                    <a:pt x="3062" y="49358"/>
                  </a:cubicBezTo>
                  <a:cubicBezTo>
                    <a:pt x="3283" y="49006"/>
                    <a:pt x="3515" y="48661"/>
                    <a:pt x="3758" y="48324"/>
                  </a:cubicBezTo>
                  <a:cubicBezTo>
                    <a:pt x="4000" y="47986"/>
                    <a:pt x="4253" y="47656"/>
                    <a:pt x="4516" y="47334"/>
                  </a:cubicBezTo>
                  <a:cubicBezTo>
                    <a:pt x="4779" y="47013"/>
                    <a:pt x="5052" y="46699"/>
                    <a:pt x="5335" y="46395"/>
                  </a:cubicBezTo>
                  <a:cubicBezTo>
                    <a:pt x="5618" y="46090"/>
                    <a:pt x="5910" y="45794"/>
                    <a:pt x="6211" y="45507"/>
                  </a:cubicBezTo>
                  <a:cubicBezTo>
                    <a:pt x="6512" y="45221"/>
                    <a:pt x="6822" y="44944"/>
                    <a:pt x="7140" y="44677"/>
                  </a:cubicBezTo>
                  <a:cubicBezTo>
                    <a:pt x="7458" y="44409"/>
                    <a:pt x="7785" y="44152"/>
                    <a:pt x="8119" y="43905"/>
                  </a:cubicBezTo>
                  <a:cubicBezTo>
                    <a:pt x="8453" y="43658"/>
                    <a:pt x="8795" y="43422"/>
                    <a:pt x="9144" y="43196"/>
                  </a:cubicBezTo>
                  <a:cubicBezTo>
                    <a:pt x="9493" y="42971"/>
                    <a:pt x="9849" y="42756"/>
                    <a:pt x="10212" y="42553"/>
                  </a:cubicBezTo>
                  <a:cubicBezTo>
                    <a:pt x="10574" y="42349"/>
                    <a:pt x="10943" y="42157"/>
                    <a:pt x="11317" y="41977"/>
                  </a:cubicBezTo>
                  <a:cubicBezTo>
                    <a:pt x="11692" y="41796"/>
                    <a:pt x="12072" y="41628"/>
                    <a:pt x="12456" y="41471"/>
                  </a:cubicBezTo>
                  <a:cubicBezTo>
                    <a:pt x="12841" y="41314"/>
                    <a:pt x="13231" y="41169"/>
                    <a:pt x="13625" y="41037"/>
                  </a:cubicBezTo>
                  <a:cubicBezTo>
                    <a:pt x="14019" y="40904"/>
                    <a:pt x="14417" y="40784"/>
                    <a:pt x="14818" y="40677"/>
                  </a:cubicBezTo>
                  <a:cubicBezTo>
                    <a:pt x="15220" y="40569"/>
                    <a:pt x="15624" y="40474"/>
                    <a:pt x="16032" y="40391"/>
                  </a:cubicBezTo>
                  <a:cubicBezTo>
                    <a:pt x="16439" y="40309"/>
                    <a:pt x="16849" y="40239"/>
                    <a:pt x="17261" y="40182"/>
                  </a:cubicBezTo>
                  <a:cubicBezTo>
                    <a:pt x="17672" y="40125"/>
                    <a:pt x="18086" y="40081"/>
                    <a:pt x="18500" y="40050"/>
                  </a:cubicBezTo>
                  <a:lnTo>
                    <a:pt x="20000" y="40000"/>
                  </a:lnTo>
                  <a:lnTo>
                    <a:pt x="50000" y="40000"/>
                  </a:lnTo>
                  <a:lnTo>
                    <a:pt x="50000" y="30000"/>
                  </a:lnTo>
                  <a:cubicBezTo>
                    <a:pt x="50000" y="29372"/>
                    <a:pt x="50020" y="28743"/>
                    <a:pt x="50059" y="28116"/>
                  </a:cubicBezTo>
                  <a:cubicBezTo>
                    <a:pt x="50099" y="27489"/>
                    <a:pt x="50158" y="26863"/>
                    <a:pt x="50237" y="26240"/>
                  </a:cubicBezTo>
                  <a:cubicBezTo>
                    <a:pt x="50315" y="25617"/>
                    <a:pt x="50414" y="24996"/>
                    <a:pt x="50531" y="24379"/>
                  </a:cubicBezTo>
                  <a:cubicBezTo>
                    <a:pt x="50649" y="23761"/>
                    <a:pt x="50786" y="23148"/>
                    <a:pt x="50943" y="22539"/>
                  </a:cubicBezTo>
                  <a:cubicBezTo>
                    <a:pt x="51099" y="21931"/>
                    <a:pt x="51274" y="21327"/>
                    <a:pt x="51468" y="20729"/>
                  </a:cubicBezTo>
                  <a:cubicBezTo>
                    <a:pt x="51662" y="20132"/>
                    <a:pt x="51875" y="19541"/>
                    <a:pt x="52107" y="18956"/>
                  </a:cubicBezTo>
                  <a:cubicBezTo>
                    <a:pt x="52338" y="18372"/>
                    <a:pt x="52588" y="17795"/>
                    <a:pt x="52855" y="17227"/>
                  </a:cubicBezTo>
                  <a:cubicBezTo>
                    <a:pt x="53123" y="16658"/>
                    <a:pt x="53408" y="16098"/>
                    <a:pt x="53711" y="15547"/>
                  </a:cubicBezTo>
                  <a:cubicBezTo>
                    <a:pt x="54014" y="14997"/>
                    <a:pt x="54333" y="14456"/>
                    <a:pt x="54670" y="13925"/>
                  </a:cubicBezTo>
                  <a:cubicBezTo>
                    <a:pt x="55007" y="13395"/>
                    <a:pt x="55360" y="12875"/>
                    <a:pt x="55729" y="12366"/>
                  </a:cubicBezTo>
                  <a:cubicBezTo>
                    <a:pt x="56099" y="11858"/>
                    <a:pt x="56484" y="11361"/>
                    <a:pt x="56885" y="10877"/>
                  </a:cubicBezTo>
                  <a:cubicBezTo>
                    <a:pt x="57285" y="10393"/>
                    <a:pt x="57701" y="9922"/>
                    <a:pt x="58131" y="9464"/>
                  </a:cubicBezTo>
                  <a:cubicBezTo>
                    <a:pt x="58561" y="9006"/>
                    <a:pt x="59006" y="8561"/>
                    <a:pt x="59464" y="8131"/>
                  </a:cubicBezTo>
                  <a:cubicBezTo>
                    <a:pt x="59922" y="7701"/>
                    <a:pt x="60393" y="7285"/>
                    <a:pt x="60877" y="6885"/>
                  </a:cubicBezTo>
                  <a:cubicBezTo>
                    <a:pt x="61361" y="6484"/>
                    <a:pt x="61858" y="6099"/>
                    <a:pt x="62366" y="5729"/>
                  </a:cubicBezTo>
                  <a:cubicBezTo>
                    <a:pt x="62875" y="5360"/>
                    <a:pt x="63395" y="5007"/>
                    <a:pt x="63925" y="4670"/>
                  </a:cubicBezTo>
                  <a:cubicBezTo>
                    <a:pt x="64456" y="4333"/>
                    <a:pt x="64997" y="4014"/>
                    <a:pt x="65547" y="3711"/>
                  </a:cubicBezTo>
                  <a:cubicBezTo>
                    <a:pt x="66098" y="3408"/>
                    <a:pt x="66658" y="3123"/>
                    <a:pt x="67227" y="2855"/>
                  </a:cubicBezTo>
                  <a:cubicBezTo>
                    <a:pt x="67795" y="2588"/>
                    <a:pt x="68372" y="2338"/>
                    <a:pt x="68956" y="2107"/>
                  </a:cubicBezTo>
                  <a:cubicBezTo>
                    <a:pt x="69541" y="1875"/>
                    <a:pt x="70132" y="1662"/>
                    <a:pt x="70729" y="1468"/>
                  </a:cubicBezTo>
                  <a:cubicBezTo>
                    <a:pt x="71327" y="1274"/>
                    <a:pt x="71931" y="1099"/>
                    <a:pt x="72539" y="943"/>
                  </a:cubicBezTo>
                  <a:cubicBezTo>
                    <a:pt x="73148" y="786"/>
                    <a:pt x="73761" y="649"/>
                    <a:pt x="74379" y="531"/>
                  </a:cubicBezTo>
                  <a:cubicBezTo>
                    <a:pt x="74996" y="414"/>
                    <a:pt x="75617" y="315"/>
                    <a:pt x="76240" y="237"/>
                  </a:cubicBezTo>
                  <a:cubicBezTo>
                    <a:pt x="76863" y="158"/>
                    <a:pt x="77489" y="99"/>
                    <a:pt x="78116" y="59"/>
                  </a:cubicBezTo>
                  <a:cubicBezTo>
                    <a:pt x="78743" y="20"/>
                    <a:pt x="79372" y="0"/>
                    <a:pt x="8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51" name="probe-tabler-settings" descr="settings — Tabler contributors; preserve the bundled full upstream license. Source: https://github.com/tabler/tabler-icons/blob/a4ce1404bc6d24d3c365afe7b258d6bf6f48d62d/icons/filled/settings.svg; SVG SHA256: 551b0c242b49f9051cbdb8340cd1f66ff41def571460e9cb489564f742b8d37b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52" name="probe-tabler-settings-part-1"/>
            <p:cNvSpPr/>
            <p:nvPr/>
          </p:nvSpPr>
          <p:spPr>
            <a:xfrm>
              <a:off x="19998" y="19998"/>
              <a:ext cx="200005" cy="200005"/>
            </a:xfrm>
            <a:custGeom>
              <a:avLst/>
              <a:gdLst/>
              <a:ahLst/>
              <a:cxnLst/>
              <a:rect l="0" t="0" r="r" b="b"/>
              <a:pathLst>
                <a:path w="200005" h="200005">
                  <a:moveTo>
                    <a:pt x="126472" y="20812"/>
                  </a:moveTo>
                  <a:cubicBezTo>
                    <a:pt x="126508" y="20959"/>
                    <a:pt x="126548" y="21105"/>
                    <a:pt x="126593" y="21250"/>
                  </a:cubicBezTo>
                  <a:cubicBezTo>
                    <a:pt x="126638" y="21394"/>
                    <a:pt x="126687" y="21537"/>
                    <a:pt x="126741" y="21679"/>
                  </a:cubicBezTo>
                  <a:cubicBezTo>
                    <a:pt x="126794" y="21820"/>
                    <a:pt x="126853" y="21960"/>
                    <a:pt x="126915" y="22097"/>
                  </a:cubicBezTo>
                  <a:cubicBezTo>
                    <a:pt x="126977" y="22235"/>
                    <a:pt x="127044" y="22371"/>
                    <a:pt x="127115" y="22504"/>
                  </a:cubicBezTo>
                  <a:cubicBezTo>
                    <a:pt x="127186" y="22638"/>
                    <a:pt x="127261" y="22769"/>
                    <a:pt x="127340" y="22898"/>
                  </a:cubicBezTo>
                  <a:cubicBezTo>
                    <a:pt x="127420" y="23027"/>
                    <a:pt x="127503" y="23153"/>
                    <a:pt x="127590" y="23277"/>
                  </a:cubicBezTo>
                  <a:cubicBezTo>
                    <a:pt x="127677" y="23401"/>
                    <a:pt x="127768" y="23521"/>
                    <a:pt x="127863" y="23639"/>
                  </a:cubicBezTo>
                  <a:cubicBezTo>
                    <a:pt x="127957" y="23757"/>
                    <a:pt x="128056" y="23872"/>
                    <a:pt x="128157" y="23984"/>
                  </a:cubicBezTo>
                  <a:cubicBezTo>
                    <a:pt x="128259" y="24096"/>
                    <a:pt x="128365" y="24204"/>
                    <a:pt x="128473" y="24310"/>
                  </a:cubicBezTo>
                  <a:cubicBezTo>
                    <a:pt x="128582" y="24415"/>
                    <a:pt x="128694" y="24516"/>
                    <a:pt x="128809" y="24615"/>
                  </a:cubicBezTo>
                  <a:cubicBezTo>
                    <a:pt x="128924" y="24713"/>
                    <a:pt x="129042" y="24807"/>
                    <a:pt x="129163" y="24898"/>
                  </a:cubicBezTo>
                  <a:cubicBezTo>
                    <a:pt x="129284" y="24989"/>
                    <a:pt x="129408" y="25076"/>
                    <a:pt x="129534" y="25159"/>
                  </a:cubicBezTo>
                  <a:cubicBezTo>
                    <a:pt x="129660" y="25242"/>
                    <a:pt x="129789" y="25321"/>
                    <a:pt x="129921" y="25396"/>
                  </a:cubicBezTo>
                  <a:cubicBezTo>
                    <a:pt x="130052" y="25471"/>
                    <a:pt x="130186" y="25542"/>
                    <a:pt x="130322" y="25608"/>
                  </a:cubicBezTo>
                  <a:cubicBezTo>
                    <a:pt x="130457" y="25675"/>
                    <a:pt x="130595" y="25737"/>
                    <a:pt x="130735" y="25795"/>
                  </a:cubicBezTo>
                  <a:cubicBezTo>
                    <a:pt x="130875" y="25853"/>
                    <a:pt x="131016" y="25907"/>
                    <a:pt x="131159" y="25956"/>
                  </a:cubicBezTo>
                  <a:cubicBezTo>
                    <a:pt x="131302" y="26005"/>
                    <a:pt x="131447" y="26049"/>
                    <a:pt x="131592" y="26089"/>
                  </a:cubicBezTo>
                  <a:cubicBezTo>
                    <a:pt x="131738" y="26129"/>
                    <a:pt x="131885" y="26165"/>
                    <a:pt x="132033" y="26196"/>
                  </a:cubicBezTo>
                  <a:cubicBezTo>
                    <a:pt x="132181" y="26226"/>
                    <a:pt x="132330" y="26253"/>
                    <a:pt x="132480" y="26274"/>
                  </a:cubicBezTo>
                  <a:cubicBezTo>
                    <a:pt x="132630" y="26296"/>
                    <a:pt x="132780" y="26312"/>
                    <a:pt x="132931" y="26324"/>
                  </a:cubicBezTo>
                  <a:cubicBezTo>
                    <a:pt x="133082" y="26337"/>
                    <a:pt x="133233" y="26344"/>
                    <a:pt x="133384" y="26347"/>
                  </a:cubicBezTo>
                  <a:cubicBezTo>
                    <a:pt x="133535" y="26349"/>
                    <a:pt x="133686" y="26347"/>
                    <a:pt x="133837" y="26340"/>
                  </a:cubicBezTo>
                  <a:cubicBezTo>
                    <a:pt x="133989" y="26333"/>
                    <a:pt x="134139" y="26322"/>
                    <a:pt x="134290" y="26305"/>
                  </a:cubicBezTo>
                  <a:cubicBezTo>
                    <a:pt x="134440" y="26289"/>
                    <a:pt x="134590" y="26268"/>
                    <a:pt x="134739" y="26242"/>
                  </a:cubicBezTo>
                  <a:cubicBezTo>
                    <a:pt x="134888" y="26217"/>
                    <a:pt x="135036" y="26186"/>
                    <a:pt x="135183" y="26151"/>
                  </a:cubicBezTo>
                  <a:cubicBezTo>
                    <a:pt x="135330" y="26116"/>
                    <a:pt x="135476" y="26077"/>
                    <a:pt x="135621" y="26033"/>
                  </a:cubicBezTo>
                  <a:cubicBezTo>
                    <a:pt x="135766" y="25989"/>
                    <a:pt x="135909" y="25940"/>
                    <a:pt x="136050" y="25887"/>
                  </a:cubicBezTo>
                  <a:cubicBezTo>
                    <a:pt x="136192" y="25834"/>
                    <a:pt x="136332" y="25776"/>
                    <a:pt x="136470" y="25714"/>
                  </a:cubicBezTo>
                  <a:cubicBezTo>
                    <a:pt x="136608" y="25653"/>
                    <a:pt x="136744" y="25586"/>
                    <a:pt x="136878" y="25516"/>
                  </a:cubicBezTo>
                  <a:cubicBezTo>
                    <a:pt x="137012" y="25446"/>
                    <a:pt x="137143" y="25371"/>
                    <a:pt x="137272" y="25292"/>
                  </a:cubicBezTo>
                  <a:cubicBezTo>
                    <a:pt x="161662" y="10442"/>
                    <a:pt x="189572" y="38342"/>
                    <a:pt x="174722" y="62732"/>
                  </a:cubicBezTo>
                  <a:cubicBezTo>
                    <a:pt x="174644" y="62862"/>
                    <a:pt x="174569" y="62993"/>
                    <a:pt x="174499" y="63127"/>
                  </a:cubicBezTo>
                  <a:cubicBezTo>
                    <a:pt x="174429" y="63261"/>
                    <a:pt x="174362" y="63397"/>
                    <a:pt x="174300" y="63535"/>
                  </a:cubicBezTo>
                  <a:cubicBezTo>
                    <a:pt x="174239" y="63672"/>
                    <a:pt x="174181" y="63812"/>
                    <a:pt x="174128" y="63954"/>
                  </a:cubicBezTo>
                  <a:cubicBezTo>
                    <a:pt x="174075" y="64095"/>
                    <a:pt x="174026" y="64238"/>
                    <a:pt x="173982" y="64383"/>
                  </a:cubicBezTo>
                  <a:cubicBezTo>
                    <a:pt x="173938" y="64528"/>
                    <a:pt x="173898" y="64673"/>
                    <a:pt x="173863" y="64820"/>
                  </a:cubicBezTo>
                  <a:cubicBezTo>
                    <a:pt x="173828" y="64968"/>
                    <a:pt x="173798" y="65116"/>
                    <a:pt x="173772" y="65265"/>
                  </a:cubicBezTo>
                  <a:cubicBezTo>
                    <a:pt x="173746" y="65413"/>
                    <a:pt x="173725" y="65563"/>
                    <a:pt x="173709" y="65713"/>
                  </a:cubicBezTo>
                  <a:cubicBezTo>
                    <a:pt x="173692" y="65864"/>
                    <a:pt x="173681" y="66014"/>
                    <a:pt x="173674" y="66165"/>
                  </a:cubicBezTo>
                  <a:cubicBezTo>
                    <a:pt x="173667" y="66316"/>
                    <a:pt x="173665" y="66468"/>
                    <a:pt x="173667" y="66619"/>
                  </a:cubicBezTo>
                  <a:cubicBezTo>
                    <a:pt x="173670" y="66770"/>
                    <a:pt x="173677" y="66921"/>
                    <a:pt x="173689" y="67072"/>
                  </a:cubicBezTo>
                  <a:cubicBezTo>
                    <a:pt x="173701" y="67222"/>
                    <a:pt x="173718" y="67373"/>
                    <a:pt x="173739" y="67522"/>
                  </a:cubicBezTo>
                  <a:cubicBezTo>
                    <a:pt x="173760" y="67672"/>
                    <a:pt x="173786" y="67821"/>
                    <a:pt x="173817" y="67969"/>
                  </a:cubicBezTo>
                  <a:cubicBezTo>
                    <a:pt x="173848" y="68117"/>
                    <a:pt x="173883" y="68264"/>
                    <a:pt x="173923" y="68410"/>
                  </a:cubicBezTo>
                  <a:cubicBezTo>
                    <a:pt x="173963" y="68555"/>
                    <a:pt x="174007" y="68700"/>
                    <a:pt x="174056" y="68843"/>
                  </a:cubicBezTo>
                  <a:cubicBezTo>
                    <a:pt x="174105" y="68986"/>
                    <a:pt x="174159" y="69127"/>
                    <a:pt x="174216" y="69267"/>
                  </a:cubicBezTo>
                  <a:cubicBezTo>
                    <a:pt x="174274" y="69407"/>
                    <a:pt x="174336" y="69544"/>
                    <a:pt x="174403" y="69680"/>
                  </a:cubicBezTo>
                  <a:cubicBezTo>
                    <a:pt x="174469" y="69816"/>
                    <a:pt x="174540" y="69950"/>
                    <a:pt x="174615" y="70081"/>
                  </a:cubicBezTo>
                  <a:cubicBezTo>
                    <a:pt x="174690" y="70212"/>
                    <a:pt x="174768" y="70341"/>
                    <a:pt x="174851" y="70468"/>
                  </a:cubicBezTo>
                  <a:cubicBezTo>
                    <a:pt x="174934" y="70594"/>
                    <a:pt x="175021" y="70718"/>
                    <a:pt x="175112" y="70839"/>
                  </a:cubicBezTo>
                  <a:cubicBezTo>
                    <a:pt x="175202" y="70960"/>
                    <a:pt x="175297" y="71078"/>
                    <a:pt x="175395" y="71193"/>
                  </a:cubicBezTo>
                  <a:cubicBezTo>
                    <a:pt x="175493" y="71308"/>
                    <a:pt x="175594" y="71420"/>
                    <a:pt x="175699" y="71529"/>
                  </a:cubicBezTo>
                  <a:cubicBezTo>
                    <a:pt x="175804" y="71638"/>
                    <a:pt x="175913" y="71743"/>
                    <a:pt x="176024" y="71845"/>
                  </a:cubicBezTo>
                  <a:cubicBezTo>
                    <a:pt x="176136" y="71947"/>
                    <a:pt x="176251" y="72045"/>
                    <a:pt x="176369" y="72140"/>
                  </a:cubicBezTo>
                  <a:cubicBezTo>
                    <a:pt x="176486" y="72235"/>
                    <a:pt x="176607" y="72326"/>
                    <a:pt x="176731" y="72413"/>
                  </a:cubicBezTo>
                  <a:cubicBezTo>
                    <a:pt x="176854" y="72500"/>
                    <a:pt x="176980" y="72583"/>
                    <a:pt x="177109" y="72663"/>
                  </a:cubicBezTo>
                  <a:cubicBezTo>
                    <a:pt x="177238" y="72742"/>
                    <a:pt x="177369" y="72817"/>
                    <a:pt x="177502" y="72888"/>
                  </a:cubicBezTo>
                  <a:cubicBezTo>
                    <a:pt x="177636" y="72959"/>
                    <a:pt x="177771" y="73026"/>
                    <a:pt x="177909" y="73089"/>
                  </a:cubicBezTo>
                  <a:cubicBezTo>
                    <a:pt x="178046" y="73151"/>
                    <a:pt x="178186" y="73209"/>
                    <a:pt x="178327" y="73263"/>
                  </a:cubicBezTo>
                  <a:cubicBezTo>
                    <a:pt x="178468" y="73317"/>
                    <a:pt x="178611" y="73367"/>
                    <a:pt x="178756" y="73411"/>
                  </a:cubicBezTo>
                  <a:cubicBezTo>
                    <a:pt x="178900" y="73456"/>
                    <a:pt x="179046" y="73497"/>
                    <a:pt x="179192" y="73532"/>
                  </a:cubicBezTo>
                  <a:cubicBezTo>
                    <a:pt x="206942" y="80263"/>
                    <a:pt x="206942" y="119733"/>
                    <a:pt x="179192" y="126473"/>
                  </a:cubicBezTo>
                  <a:cubicBezTo>
                    <a:pt x="179046" y="126508"/>
                    <a:pt x="178900" y="126548"/>
                    <a:pt x="178755" y="126593"/>
                  </a:cubicBezTo>
                  <a:cubicBezTo>
                    <a:pt x="178611" y="126638"/>
                    <a:pt x="178468" y="126687"/>
                    <a:pt x="178326" y="126741"/>
                  </a:cubicBezTo>
                  <a:cubicBezTo>
                    <a:pt x="178185" y="126794"/>
                    <a:pt x="178045" y="126853"/>
                    <a:pt x="177908" y="126915"/>
                  </a:cubicBezTo>
                  <a:cubicBezTo>
                    <a:pt x="177770" y="126977"/>
                    <a:pt x="177634" y="127044"/>
                    <a:pt x="177501" y="127115"/>
                  </a:cubicBezTo>
                  <a:cubicBezTo>
                    <a:pt x="177367" y="127186"/>
                    <a:pt x="177236" y="127261"/>
                    <a:pt x="177107" y="127340"/>
                  </a:cubicBezTo>
                  <a:cubicBezTo>
                    <a:pt x="176978" y="127420"/>
                    <a:pt x="176852" y="127503"/>
                    <a:pt x="176728" y="127590"/>
                  </a:cubicBezTo>
                  <a:cubicBezTo>
                    <a:pt x="176604" y="127677"/>
                    <a:pt x="176484" y="127768"/>
                    <a:pt x="176366" y="127863"/>
                  </a:cubicBezTo>
                  <a:cubicBezTo>
                    <a:pt x="176248" y="127957"/>
                    <a:pt x="176133" y="128056"/>
                    <a:pt x="176021" y="128157"/>
                  </a:cubicBezTo>
                  <a:cubicBezTo>
                    <a:pt x="175909" y="128259"/>
                    <a:pt x="175801" y="128365"/>
                    <a:pt x="175695" y="128473"/>
                  </a:cubicBezTo>
                  <a:cubicBezTo>
                    <a:pt x="175590" y="128582"/>
                    <a:pt x="175489" y="128694"/>
                    <a:pt x="175390" y="128809"/>
                  </a:cubicBezTo>
                  <a:cubicBezTo>
                    <a:pt x="175292" y="128924"/>
                    <a:pt x="175198" y="129042"/>
                    <a:pt x="175107" y="129163"/>
                  </a:cubicBezTo>
                  <a:cubicBezTo>
                    <a:pt x="175016" y="129284"/>
                    <a:pt x="174929" y="129408"/>
                    <a:pt x="174846" y="129534"/>
                  </a:cubicBezTo>
                  <a:cubicBezTo>
                    <a:pt x="174763" y="129660"/>
                    <a:pt x="174684" y="129789"/>
                    <a:pt x="174609" y="129921"/>
                  </a:cubicBezTo>
                  <a:cubicBezTo>
                    <a:pt x="174534" y="130052"/>
                    <a:pt x="174463" y="130186"/>
                    <a:pt x="174397" y="130322"/>
                  </a:cubicBezTo>
                  <a:cubicBezTo>
                    <a:pt x="174330" y="130457"/>
                    <a:pt x="174268" y="130595"/>
                    <a:pt x="174210" y="130735"/>
                  </a:cubicBezTo>
                  <a:cubicBezTo>
                    <a:pt x="174152" y="130875"/>
                    <a:pt x="174098" y="131016"/>
                    <a:pt x="174049" y="131159"/>
                  </a:cubicBezTo>
                  <a:cubicBezTo>
                    <a:pt x="174000" y="131302"/>
                    <a:pt x="173956" y="131447"/>
                    <a:pt x="173916" y="131592"/>
                  </a:cubicBezTo>
                  <a:cubicBezTo>
                    <a:pt x="173876" y="131738"/>
                    <a:pt x="173840" y="131885"/>
                    <a:pt x="173809" y="132033"/>
                  </a:cubicBezTo>
                  <a:cubicBezTo>
                    <a:pt x="173779" y="132181"/>
                    <a:pt x="173752" y="132330"/>
                    <a:pt x="173731" y="132480"/>
                  </a:cubicBezTo>
                  <a:cubicBezTo>
                    <a:pt x="173709" y="132630"/>
                    <a:pt x="173693" y="132780"/>
                    <a:pt x="173681" y="132931"/>
                  </a:cubicBezTo>
                  <a:cubicBezTo>
                    <a:pt x="173668" y="133082"/>
                    <a:pt x="173661" y="133233"/>
                    <a:pt x="173658" y="133384"/>
                  </a:cubicBezTo>
                  <a:cubicBezTo>
                    <a:pt x="173656" y="133535"/>
                    <a:pt x="173658" y="133686"/>
                    <a:pt x="173665" y="133837"/>
                  </a:cubicBezTo>
                  <a:cubicBezTo>
                    <a:pt x="173672" y="133989"/>
                    <a:pt x="173683" y="134139"/>
                    <a:pt x="173700" y="134290"/>
                  </a:cubicBezTo>
                  <a:cubicBezTo>
                    <a:pt x="173716" y="134440"/>
                    <a:pt x="173737" y="134590"/>
                    <a:pt x="173763" y="134739"/>
                  </a:cubicBezTo>
                  <a:cubicBezTo>
                    <a:pt x="173788" y="134888"/>
                    <a:pt x="173819" y="135036"/>
                    <a:pt x="173854" y="135183"/>
                  </a:cubicBezTo>
                  <a:cubicBezTo>
                    <a:pt x="173889" y="135330"/>
                    <a:pt x="173928" y="135476"/>
                    <a:pt x="173972" y="135621"/>
                  </a:cubicBezTo>
                  <a:cubicBezTo>
                    <a:pt x="174016" y="135766"/>
                    <a:pt x="174065" y="135909"/>
                    <a:pt x="174118" y="136050"/>
                  </a:cubicBezTo>
                  <a:cubicBezTo>
                    <a:pt x="174171" y="136192"/>
                    <a:pt x="174229" y="136332"/>
                    <a:pt x="174291" y="136470"/>
                  </a:cubicBezTo>
                  <a:cubicBezTo>
                    <a:pt x="174352" y="136608"/>
                    <a:pt x="174419" y="136744"/>
                    <a:pt x="174489" y="136878"/>
                  </a:cubicBezTo>
                  <a:cubicBezTo>
                    <a:pt x="174559" y="137012"/>
                    <a:pt x="174634" y="137143"/>
                    <a:pt x="174712" y="137273"/>
                  </a:cubicBezTo>
                  <a:cubicBezTo>
                    <a:pt x="189562" y="161663"/>
                    <a:pt x="161662" y="189572"/>
                    <a:pt x="137272" y="174722"/>
                  </a:cubicBezTo>
                  <a:cubicBezTo>
                    <a:pt x="137143" y="174644"/>
                    <a:pt x="137012" y="174569"/>
                    <a:pt x="136878" y="174499"/>
                  </a:cubicBezTo>
                  <a:cubicBezTo>
                    <a:pt x="136744" y="174429"/>
                    <a:pt x="136608" y="174362"/>
                    <a:pt x="136470" y="174300"/>
                  </a:cubicBezTo>
                  <a:cubicBezTo>
                    <a:pt x="136333" y="174239"/>
                    <a:pt x="136193" y="174181"/>
                    <a:pt x="136051" y="174128"/>
                  </a:cubicBezTo>
                  <a:cubicBezTo>
                    <a:pt x="135910" y="174075"/>
                    <a:pt x="135767" y="174026"/>
                    <a:pt x="135622" y="173982"/>
                  </a:cubicBezTo>
                  <a:cubicBezTo>
                    <a:pt x="135477" y="173938"/>
                    <a:pt x="135332" y="173898"/>
                    <a:pt x="135185" y="173863"/>
                  </a:cubicBezTo>
                  <a:cubicBezTo>
                    <a:pt x="135037" y="173828"/>
                    <a:pt x="134889" y="173798"/>
                    <a:pt x="134740" y="173772"/>
                  </a:cubicBezTo>
                  <a:cubicBezTo>
                    <a:pt x="134592" y="173746"/>
                    <a:pt x="134442" y="173725"/>
                    <a:pt x="134292" y="173709"/>
                  </a:cubicBezTo>
                  <a:cubicBezTo>
                    <a:pt x="134141" y="173692"/>
                    <a:pt x="133991" y="173681"/>
                    <a:pt x="133840" y="173674"/>
                  </a:cubicBezTo>
                  <a:cubicBezTo>
                    <a:pt x="133689" y="173667"/>
                    <a:pt x="133537" y="173665"/>
                    <a:pt x="133386" y="173667"/>
                  </a:cubicBezTo>
                  <a:cubicBezTo>
                    <a:pt x="133235" y="173670"/>
                    <a:pt x="133084" y="173677"/>
                    <a:pt x="132933" y="173689"/>
                  </a:cubicBezTo>
                  <a:cubicBezTo>
                    <a:pt x="132783" y="173701"/>
                    <a:pt x="132632" y="173718"/>
                    <a:pt x="132483" y="173739"/>
                  </a:cubicBezTo>
                  <a:cubicBezTo>
                    <a:pt x="132333" y="173760"/>
                    <a:pt x="132184" y="173786"/>
                    <a:pt x="132036" y="173817"/>
                  </a:cubicBezTo>
                  <a:cubicBezTo>
                    <a:pt x="131888" y="173848"/>
                    <a:pt x="131741" y="173883"/>
                    <a:pt x="131595" y="173923"/>
                  </a:cubicBezTo>
                  <a:cubicBezTo>
                    <a:pt x="131450" y="173963"/>
                    <a:pt x="131305" y="174007"/>
                    <a:pt x="131162" y="174056"/>
                  </a:cubicBezTo>
                  <a:cubicBezTo>
                    <a:pt x="131019" y="174105"/>
                    <a:pt x="130878" y="174159"/>
                    <a:pt x="130738" y="174216"/>
                  </a:cubicBezTo>
                  <a:cubicBezTo>
                    <a:pt x="130598" y="174274"/>
                    <a:pt x="130461" y="174336"/>
                    <a:pt x="130325" y="174403"/>
                  </a:cubicBezTo>
                  <a:cubicBezTo>
                    <a:pt x="130189" y="174469"/>
                    <a:pt x="130055" y="174540"/>
                    <a:pt x="129924" y="174615"/>
                  </a:cubicBezTo>
                  <a:cubicBezTo>
                    <a:pt x="129793" y="174690"/>
                    <a:pt x="129664" y="174768"/>
                    <a:pt x="129537" y="174851"/>
                  </a:cubicBezTo>
                  <a:cubicBezTo>
                    <a:pt x="129411" y="174934"/>
                    <a:pt x="129287" y="175021"/>
                    <a:pt x="129166" y="175112"/>
                  </a:cubicBezTo>
                  <a:cubicBezTo>
                    <a:pt x="129045" y="175202"/>
                    <a:pt x="128927" y="175297"/>
                    <a:pt x="128812" y="175395"/>
                  </a:cubicBezTo>
                  <a:cubicBezTo>
                    <a:pt x="128697" y="175493"/>
                    <a:pt x="128585" y="175594"/>
                    <a:pt x="128476" y="175699"/>
                  </a:cubicBezTo>
                  <a:cubicBezTo>
                    <a:pt x="128367" y="175804"/>
                    <a:pt x="128262" y="175913"/>
                    <a:pt x="128160" y="176024"/>
                  </a:cubicBezTo>
                  <a:cubicBezTo>
                    <a:pt x="128058" y="176136"/>
                    <a:pt x="127960" y="176251"/>
                    <a:pt x="127865" y="176369"/>
                  </a:cubicBezTo>
                  <a:cubicBezTo>
                    <a:pt x="127770" y="176486"/>
                    <a:pt x="127679" y="176607"/>
                    <a:pt x="127592" y="176731"/>
                  </a:cubicBezTo>
                  <a:cubicBezTo>
                    <a:pt x="127505" y="176854"/>
                    <a:pt x="127422" y="176980"/>
                    <a:pt x="127342" y="177109"/>
                  </a:cubicBezTo>
                  <a:cubicBezTo>
                    <a:pt x="127263" y="177238"/>
                    <a:pt x="127188" y="177369"/>
                    <a:pt x="127117" y="177502"/>
                  </a:cubicBezTo>
                  <a:cubicBezTo>
                    <a:pt x="127046" y="177636"/>
                    <a:pt x="126979" y="177771"/>
                    <a:pt x="126916" y="177909"/>
                  </a:cubicBezTo>
                  <a:cubicBezTo>
                    <a:pt x="126854" y="178046"/>
                    <a:pt x="126796" y="178186"/>
                    <a:pt x="126742" y="178327"/>
                  </a:cubicBezTo>
                  <a:cubicBezTo>
                    <a:pt x="126688" y="178468"/>
                    <a:pt x="126638" y="178611"/>
                    <a:pt x="126594" y="178756"/>
                  </a:cubicBezTo>
                  <a:cubicBezTo>
                    <a:pt x="126549" y="178900"/>
                    <a:pt x="126508" y="179046"/>
                    <a:pt x="126472" y="179192"/>
                  </a:cubicBezTo>
                  <a:cubicBezTo>
                    <a:pt x="119742" y="206942"/>
                    <a:pt x="80272" y="206942"/>
                    <a:pt x="73532" y="179192"/>
                  </a:cubicBezTo>
                  <a:cubicBezTo>
                    <a:pt x="73497" y="179046"/>
                    <a:pt x="73457" y="178900"/>
                    <a:pt x="73412" y="178755"/>
                  </a:cubicBezTo>
                  <a:cubicBezTo>
                    <a:pt x="73367" y="178611"/>
                    <a:pt x="73318" y="178468"/>
                    <a:pt x="73264" y="178326"/>
                  </a:cubicBezTo>
                  <a:cubicBezTo>
                    <a:pt x="73211" y="178185"/>
                    <a:pt x="73152" y="178045"/>
                    <a:pt x="73090" y="177908"/>
                  </a:cubicBezTo>
                  <a:cubicBezTo>
                    <a:pt x="73028" y="177770"/>
                    <a:pt x="72961" y="177634"/>
                    <a:pt x="72890" y="177501"/>
                  </a:cubicBezTo>
                  <a:cubicBezTo>
                    <a:pt x="72819" y="177367"/>
                    <a:pt x="72744" y="177236"/>
                    <a:pt x="72665" y="177107"/>
                  </a:cubicBezTo>
                  <a:cubicBezTo>
                    <a:pt x="72585" y="176978"/>
                    <a:pt x="72502" y="176852"/>
                    <a:pt x="72415" y="176728"/>
                  </a:cubicBezTo>
                  <a:cubicBezTo>
                    <a:pt x="72328" y="176604"/>
                    <a:pt x="72237" y="176484"/>
                    <a:pt x="72142" y="176366"/>
                  </a:cubicBezTo>
                  <a:cubicBezTo>
                    <a:pt x="72048" y="176248"/>
                    <a:pt x="71949" y="176133"/>
                    <a:pt x="71848" y="176021"/>
                  </a:cubicBezTo>
                  <a:cubicBezTo>
                    <a:pt x="71746" y="175909"/>
                    <a:pt x="71640" y="175801"/>
                    <a:pt x="71532" y="175695"/>
                  </a:cubicBezTo>
                  <a:cubicBezTo>
                    <a:pt x="71423" y="175590"/>
                    <a:pt x="71311" y="175489"/>
                    <a:pt x="71196" y="175390"/>
                  </a:cubicBezTo>
                  <a:cubicBezTo>
                    <a:pt x="71081" y="175292"/>
                    <a:pt x="70963" y="175198"/>
                    <a:pt x="70842" y="175107"/>
                  </a:cubicBezTo>
                  <a:cubicBezTo>
                    <a:pt x="70721" y="175016"/>
                    <a:pt x="70597" y="174929"/>
                    <a:pt x="70471" y="174846"/>
                  </a:cubicBezTo>
                  <a:cubicBezTo>
                    <a:pt x="70345" y="174763"/>
                    <a:pt x="70216" y="174684"/>
                    <a:pt x="70084" y="174609"/>
                  </a:cubicBezTo>
                  <a:cubicBezTo>
                    <a:pt x="69953" y="174534"/>
                    <a:pt x="69819" y="174463"/>
                    <a:pt x="69683" y="174397"/>
                  </a:cubicBezTo>
                  <a:cubicBezTo>
                    <a:pt x="69548" y="174330"/>
                    <a:pt x="69410" y="174268"/>
                    <a:pt x="69270" y="174210"/>
                  </a:cubicBezTo>
                  <a:cubicBezTo>
                    <a:pt x="69130" y="174152"/>
                    <a:pt x="68989" y="174098"/>
                    <a:pt x="68846" y="174049"/>
                  </a:cubicBezTo>
                  <a:cubicBezTo>
                    <a:pt x="68703" y="174000"/>
                    <a:pt x="68558" y="173956"/>
                    <a:pt x="68413" y="173916"/>
                  </a:cubicBezTo>
                  <a:cubicBezTo>
                    <a:pt x="68267" y="173876"/>
                    <a:pt x="68120" y="173840"/>
                    <a:pt x="67972" y="173809"/>
                  </a:cubicBezTo>
                  <a:cubicBezTo>
                    <a:pt x="67824" y="173779"/>
                    <a:pt x="67675" y="173752"/>
                    <a:pt x="67525" y="173731"/>
                  </a:cubicBezTo>
                  <a:cubicBezTo>
                    <a:pt x="67375" y="173709"/>
                    <a:pt x="67225" y="173693"/>
                    <a:pt x="67074" y="173681"/>
                  </a:cubicBezTo>
                  <a:cubicBezTo>
                    <a:pt x="66923" y="173668"/>
                    <a:pt x="66772" y="173661"/>
                    <a:pt x="66621" y="173658"/>
                  </a:cubicBezTo>
                  <a:cubicBezTo>
                    <a:pt x="66470" y="173656"/>
                    <a:pt x="66319" y="173658"/>
                    <a:pt x="66168" y="173665"/>
                  </a:cubicBezTo>
                  <a:cubicBezTo>
                    <a:pt x="66016" y="173672"/>
                    <a:pt x="65866" y="173683"/>
                    <a:pt x="65715" y="173700"/>
                  </a:cubicBezTo>
                  <a:cubicBezTo>
                    <a:pt x="65565" y="173716"/>
                    <a:pt x="65415" y="173737"/>
                    <a:pt x="65266" y="173763"/>
                  </a:cubicBezTo>
                  <a:cubicBezTo>
                    <a:pt x="65117" y="173788"/>
                    <a:pt x="64969" y="173819"/>
                    <a:pt x="64822" y="173854"/>
                  </a:cubicBezTo>
                  <a:cubicBezTo>
                    <a:pt x="64675" y="173889"/>
                    <a:pt x="64529" y="173928"/>
                    <a:pt x="64384" y="173972"/>
                  </a:cubicBezTo>
                  <a:cubicBezTo>
                    <a:pt x="64239" y="174016"/>
                    <a:pt x="64096" y="174065"/>
                    <a:pt x="63955" y="174118"/>
                  </a:cubicBezTo>
                  <a:cubicBezTo>
                    <a:pt x="63813" y="174171"/>
                    <a:pt x="63673" y="174229"/>
                    <a:pt x="63535" y="174291"/>
                  </a:cubicBezTo>
                  <a:cubicBezTo>
                    <a:pt x="63397" y="174352"/>
                    <a:pt x="63261" y="174419"/>
                    <a:pt x="63127" y="174489"/>
                  </a:cubicBezTo>
                  <a:cubicBezTo>
                    <a:pt x="62993" y="174559"/>
                    <a:pt x="62862" y="174634"/>
                    <a:pt x="62732" y="174712"/>
                  </a:cubicBezTo>
                  <a:cubicBezTo>
                    <a:pt x="38342" y="189562"/>
                    <a:pt x="10432" y="161662"/>
                    <a:pt x="25282" y="137272"/>
                  </a:cubicBezTo>
                  <a:cubicBezTo>
                    <a:pt x="25361" y="137143"/>
                    <a:pt x="25436" y="137012"/>
                    <a:pt x="25506" y="136878"/>
                  </a:cubicBezTo>
                  <a:cubicBezTo>
                    <a:pt x="25576" y="136744"/>
                    <a:pt x="25643" y="136608"/>
                    <a:pt x="25705" y="136470"/>
                  </a:cubicBezTo>
                  <a:cubicBezTo>
                    <a:pt x="25766" y="136333"/>
                    <a:pt x="25824" y="136193"/>
                    <a:pt x="25877" y="136051"/>
                  </a:cubicBezTo>
                  <a:cubicBezTo>
                    <a:pt x="25930" y="135910"/>
                    <a:pt x="25979" y="135767"/>
                    <a:pt x="26023" y="135622"/>
                  </a:cubicBezTo>
                  <a:cubicBezTo>
                    <a:pt x="26067" y="135477"/>
                    <a:pt x="26107" y="135332"/>
                    <a:pt x="26142" y="135185"/>
                  </a:cubicBezTo>
                  <a:cubicBezTo>
                    <a:pt x="26177" y="135037"/>
                    <a:pt x="26207" y="134889"/>
                    <a:pt x="26233" y="134740"/>
                  </a:cubicBezTo>
                  <a:cubicBezTo>
                    <a:pt x="26259" y="134592"/>
                    <a:pt x="26280" y="134442"/>
                    <a:pt x="26296" y="134292"/>
                  </a:cubicBezTo>
                  <a:cubicBezTo>
                    <a:pt x="26313" y="134141"/>
                    <a:pt x="26324" y="133991"/>
                    <a:pt x="26331" y="133840"/>
                  </a:cubicBezTo>
                  <a:cubicBezTo>
                    <a:pt x="26338" y="133689"/>
                    <a:pt x="26340" y="133537"/>
                    <a:pt x="26338" y="133386"/>
                  </a:cubicBezTo>
                  <a:cubicBezTo>
                    <a:pt x="26335" y="133235"/>
                    <a:pt x="26328" y="133084"/>
                    <a:pt x="26316" y="132933"/>
                  </a:cubicBezTo>
                  <a:cubicBezTo>
                    <a:pt x="26304" y="132783"/>
                    <a:pt x="26287" y="132632"/>
                    <a:pt x="26266" y="132483"/>
                  </a:cubicBezTo>
                  <a:cubicBezTo>
                    <a:pt x="26245" y="132333"/>
                    <a:pt x="26219" y="132184"/>
                    <a:pt x="26188" y="132036"/>
                  </a:cubicBezTo>
                  <a:cubicBezTo>
                    <a:pt x="26157" y="131888"/>
                    <a:pt x="26122" y="131741"/>
                    <a:pt x="26082" y="131595"/>
                  </a:cubicBezTo>
                  <a:cubicBezTo>
                    <a:pt x="26042" y="131450"/>
                    <a:pt x="25998" y="131305"/>
                    <a:pt x="25949" y="131162"/>
                  </a:cubicBezTo>
                  <a:cubicBezTo>
                    <a:pt x="25900" y="131019"/>
                    <a:pt x="25846" y="130878"/>
                    <a:pt x="25789" y="130738"/>
                  </a:cubicBezTo>
                  <a:cubicBezTo>
                    <a:pt x="25731" y="130598"/>
                    <a:pt x="25669" y="130461"/>
                    <a:pt x="25602" y="130325"/>
                  </a:cubicBezTo>
                  <a:cubicBezTo>
                    <a:pt x="25536" y="130189"/>
                    <a:pt x="25465" y="130055"/>
                    <a:pt x="25390" y="129924"/>
                  </a:cubicBezTo>
                  <a:cubicBezTo>
                    <a:pt x="25315" y="129793"/>
                    <a:pt x="25237" y="129664"/>
                    <a:pt x="25154" y="129537"/>
                  </a:cubicBezTo>
                  <a:cubicBezTo>
                    <a:pt x="25071" y="129411"/>
                    <a:pt x="24984" y="129287"/>
                    <a:pt x="24893" y="129166"/>
                  </a:cubicBezTo>
                  <a:cubicBezTo>
                    <a:pt x="24803" y="129045"/>
                    <a:pt x="24708" y="128927"/>
                    <a:pt x="24610" y="128812"/>
                  </a:cubicBezTo>
                  <a:cubicBezTo>
                    <a:pt x="24512" y="128697"/>
                    <a:pt x="24411" y="128585"/>
                    <a:pt x="24306" y="128476"/>
                  </a:cubicBezTo>
                  <a:cubicBezTo>
                    <a:pt x="24201" y="128367"/>
                    <a:pt x="24092" y="128262"/>
                    <a:pt x="23981" y="128160"/>
                  </a:cubicBezTo>
                  <a:cubicBezTo>
                    <a:pt x="23869" y="128058"/>
                    <a:pt x="23754" y="127960"/>
                    <a:pt x="23636" y="127865"/>
                  </a:cubicBezTo>
                  <a:cubicBezTo>
                    <a:pt x="23519" y="127770"/>
                    <a:pt x="23398" y="127679"/>
                    <a:pt x="23274" y="127592"/>
                  </a:cubicBezTo>
                  <a:cubicBezTo>
                    <a:pt x="23151" y="127505"/>
                    <a:pt x="23025" y="127422"/>
                    <a:pt x="22896" y="127342"/>
                  </a:cubicBezTo>
                  <a:cubicBezTo>
                    <a:pt x="22767" y="127263"/>
                    <a:pt x="22636" y="127188"/>
                    <a:pt x="22503" y="127117"/>
                  </a:cubicBezTo>
                  <a:cubicBezTo>
                    <a:pt x="22369" y="127046"/>
                    <a:pt x="22234" y="126979"/>
                    <a:pt x="22096" y="126916"/>
                  </a:cubicBezTo>
                  <a:cubicBezTo>
                    <a:pt x="21959" y="126854"/>
                    <a:pt x="21819" y="126796"/>
                    <a:pt x="21678" y="126742"/>
                  </a:cubicBezTo>
                  <a:cubicBezTo>
                    <a:pt x="21537" y="126688"/>
                    <a:pt x="21394" y="126638"/>
                    <a:pt x="21249" y="126594"/>
                  </a:cubicBezTo>
                  <a:cubicBezTo>
                    <a:pt x="21105" y="126549"/>
                    <a:pt x="20959" y="126508"/>
                    <a:pt x="20812" y="126472"/>
                  </a:cubicBezTo>
                  <a:cubicBezTo>
                    <a:pt x="-6937" y="119742"/>
                    <a:pt x="-6937" y="80272"/>
                    <a:pt x="20812" y="73532"/>
                  </a:cubicBezTo>
                  <a:cubicBezTo>
                    <a:pt x="20959" y="73497"/>
                    <a:pt x="21105" y="73457"/>
                    <a:pt x="21250" y="73412"/>
                  </a:cubicBezTo>
                  <a:cubicBezTo>
                    <a:pt x="21394" y="73367"/>
                    <a:pt x="21537" y="73318"/>
                    <a:pt x="21679" y="73264"/>
                  </a:cubicBezTo>
                  <a:cubicBezTo>
                    <a:pt x="21820" y="73211"/>
                    <a:pt x="21960" y="73152"/>
                    <a:pt x="22097" y="73090"/>
                  </a:cubicBezTo>
                  <a:cubicBezTo>
                    <a:pt x="22235" y="73028"/>
                    <a:pt x="22371" y="72961"/>
                    <a:pt x="22504" y="72890"/>
                  </a:cubicBezTo>
                  <a:cubicBezTo>
                    <a:pt x="22638" y="72819"/>
                    <a:pt x="22769" y="72744"/>
                    <a:pt x="22898" y="72665"/>
                  </a:cubicBezTo>
                  <a:cubicBezTo>
                    <a:pt x="23027" y="72585"/>
                    <a:pt x="23153" y="72502"/>
                    <a:pt x="23277" y="72415"/>
                  </a:cubicBezTo>
                  <a:cubicBezTo>
                    <a:pt x="23401" y="72328"/>
                    <a:pt x="23521" y="72237"/>
                    <a:pt x="23639" y="72142"/>
                  </a:cubicBezTo>
                  <a:cubicBezTo>
                    <a:pt x="23757" y="72048"/>
                    <a:pt x="23872" y="71949"/>
                    <a:pt x="23984" y="71848"/>
                  </a:cubicBezTo>
                  <a:cubicBezTo>
                    <a:pt x="24096" y="71746"/>
                    <a:pt x="24204" y="71640"/>
                    <a:pt x="24310" y="71532"/>
                  </a:cubicBezTo>
                  <a:cubicBezTo>
                    <a:pt x="24415" y="71423"/>
                    <a:pt x="24516" y="71311"/>
                    <a:pt x="24615" y="71196"/>
                  </a:cubicBezTo>
                  <a:cubicBezTo>
                    <a:pt x="24713" y="71081"/>
                    <a:pt x="24807" y="70963"/>
                    <a:pt x="24898" y="70842"/>
                  </a:cubicBezTo>
                  <a:cubicBezTo>
                    <a:pt x="24989" y="70721"/>
                    <a:pt x="25076" y="70597"/>
                    <a:pt x="25159" y="70471"/>
                  </a:cubicBezTo>
                  <a:cubicBezTo>
                    <a:pt x="25242" y="70345"/>
                    <a:pt x="25321" y="70216"/>
                    <a:pt x="25396" y="70084"/>
                  </a:cubicBezTo>
                  <a:cubicBezTo>
                    <a:pt x="25471" y="69953"/>
                    <a:pt x="25542" y="69819"/>
                    <a:pt x="25608" y="69683"/>
                  </a:cubicBezTo>
                  <a:cubicBezTo>
                    <a:pt x="25675" y="69548"/>
                    <a:pt x="25737" y="69410"/>
                    <a:pt x="25795" y="69270"/>
                  </a:cubicBezTo>
                  <a:cubicBezTo>
                    <a:pt x="25853" y="69130"/>
                    <a:pt x="25907" y="68989"/>
                    <a:pt x="25956" y="68846"/>
                  </a:cubicBezTo>
                  <a:cubicBezTo>
                    <a:pt x="26005" y="68703"/>
                    <a:pt x="26049" y="68558"/>
                    <a:pt x="26089" y="68413"/>
                  </a:cubicBezTo>
                  <a:cubicBezTo>
                    <a:pt x="26129" y="68267"/>
                    <a:pt x="26165" y="68120"/>
                    <a:pt x="26196" y="67972"/>
                  </a:cubicBezTo>
                  <a:cubicBezTo>
                    <a:pt x="26226" y="67824"/>
                    <a:pt x="26253" y="67675"/>
                    <a:pt x="26274" y="67525"/>
                  </a:cubicBezTo>
                  <a:cubicBezTo>
                    <a:pt x="26296" y="67375"/>
                    <a:pt x="26312" y="67225"/>
                    <a:pt x="26324" y="67074"/>
                  </a:cubicBezTo>
                  <a:cubicBezTo>
                    <a:pt x="26337" y="66923"/>
                    <a:pt x="26344" y="66772"/>
                    <a:pt x="26347" y="66621"/>
                  </a:cubicBezTo>
                  <a:cubicBezTo>
                    <a:pt x="26349" y="66470"/>
                    <a:pt x="26347" y="66319"/>
                    <a:pt x="26340" y="66168"/>
                  </a:cubicBezTo>
                  <a:cubicBezTo>
                    <a:pt x="26333" y="66016"/>
                    <a:pt x="26322" y="65866"/>
                    <a:pt x="26305" y="65715"/>
                  </a:cubicBezTo>
                  <a:cubicBezTo>
                    <a:pt x="26289" y="65565"/>
                    <a:pt x="26268" y="65415"/>
                    <a:pt x="26242" y="65266"/>
                  </a:cubicBezTo>
                  <a:cubicBezTo>
                    <a:pt x="26217" y="65117"/>
                    <a:pt x="26186" y="64969"/>
                    <a:pt x="26151" y="64822"/>
                  </a:cubicBezTo>
                  <a:cubicBezTo>
                    <a:pt x="26116" y="64675"/>
                    <a:pt x="26077" y="64529"/>
                    <a:pt x="26033" y="64384"/>
                  </a:cubicBezTo>
                  <a:cubicBezTo>
                    <a:pt x="25989" y="64239"/>
                    <a:pt x="25940" y="64096"/>
                    <a:pt x="25887" y="63955"/>
                  </a:cubicBezTo>
                  <a:cubicBezTo>
                    <a:pt x="25834" y="63813"/>
                    <a:pt x="25776" y="63673"/>
                    <a:pt x="25714" y="63535"/>
                  </a:cubicBezTo>
                  <a:cubicBezTo>
                    <a:pt x="25653" y="63397"/>
                    <a:pt x="25586" y="63261"/>
                    <a:pt x="25516" y="63127"/>
                  </a:cubicBezTo>
                  <a:cubicBezTo>
                    <a:pt x="25446" y="62993"/>
                    <a:pt x="25371" y="62862"/>
                    <a:pt x="25293" y="62732"/>
                  </a:cubicBezTo>
                  <a:cubicBezTo>
                    <a:pt x="10443" y="38342"/>
                    <a:pt x="38342" y="10432"/>
                    <a:pt x="62732" y="25282"/>
                  </a:cubicBezTo>
                  <a:cubicBezTo>
                    <a:pt x="62857" y="25359"/>
                    <a:pt x="62984" y="25432"/>
                    <a:pt x="63114" y="25501"/>
                  </a:cubicBezTo>
                  <a:cubicBezTo>
                    <a:pt x="63243" y="25570"/>
                    <a:pt x="63374" y="25635"/>
                    <a:pt x="63507" y="25696"/>
                  </a:cubicBezTo>
                  <a:cubicBezTo>
                    <a:pt x="63641" y="25757"/>
                    <a:pt x="63776" y="25814"/>
                    <a:pt x="63912" y="25866"/>
                  </a:cubicBezTo>
                  <a:cubicBezTo>
                    <a:pt x="64049" y="25919"/>
                    <a:pt x="64187" y="25968"/>
                    <a:pt x="64327" y="26012"/>
                  </a:cubicBezTo>
                  <a:cubicBezTo>
                    <a:pt x="64466" y="26056"/>
                    <a:pt x="64607" y="26096"/>
                    <a:pt x="64749" y="26132"/>
                  </a:cubicBezTo>
                  <a:cubicBezTo>
                    <a:pt x="64891" y="26168"/>
                    <a:pt x="65034" y="26199"/>
                    <a:pt x="65178" y="26226"/>
                  </a:cubicBezTo>
                  <a:cubicBezTo>
                    <a:pt x="65322" y="26253"/>
                    <a:pt x="65467" y="26276"/>
                    <a:pt x="65612" y="26294"/>
                  </a:cubicBezTo>
                  <a:cubicBezTo>
                    <a:pt x="65758" y="26312"/>
                    <a:pt x="65903" y="26326"/>
                    <a:pt x="66050" y="26336"/>
                  </a:cubicBezTo>
                  <a:cubicBezTo>
                    <a:pt x="66196" y="26345"/>
                    <a:pt x="66342" y="26350"/>
                    <a:pt x="66489" y="26350"/>
                  </a:cubicBezTo>
                  <a:cubicBezTo>
                    <a:pt x="66635" y="26351"/>
                    <a:pt x="66782" y="26347"/>
                    <a:pt x="66928" y="26338"/>
                  </a:cubicBezTo>
                  <a:cubicBezTo>
                    <a:pt x="67074" y="26330"/>
                    <a:pt x="67220" y="26317"/>
                    <a:pt x="67365" y="26300"/>
                  </a:cubicBezTo>
                  <a:cubicBezTo>
                    <a:pt x="67511" y="26282"/>
                    <a:pt x="67656" y="26261"/>
                    <a:pt x="67800" y="26234"/>
                  </a:cubicBezTo>
                  <a:cubicBezTo>
                    <a:pt x="67944" y="26208"/>
                    <a:pt x="68087" y="26178"/>
                    <a:pt x="68229" y="26143"/>
                  </a:cubicBezTo>
                  <a:cubicBezTo>
                    <a:pt x="68372" y="26108"/>
                    <a:pt x="68513" y="26069"/>
                    <a:pt x="68653" y="26025"/>
                  </a:cubicBezTo>
                  <a:cubicBezTo>
                    <a:pt x="68793" y="25982"/>
                    <a:pt x="68931" y="25934"/>
                    <a:pt x="69068" y="25882"/>
                  </a:cubicBezTo>
                  <a:cubicBezTo>
                    <a:pt x="69205" y="25831"/>
                    <a:pt x="69340" y="25774"/>
                    <a:pt x="69474" y="25714"/>
                  </a:cubicBezTo>
                  <a:cubicBezTo>
                    <a:pt x="69608" y="25654"/>
                    <a:pt x="69739" y="25590"/>
                    <a:pt x="69869" y="25522"/>
                  </a:cubicBezTo>
                  <a:cubicBezTo>
                    <a:pt x="69999" y="25454"/>
                    <a:pt x="70126" y="25382"/>
                    <a:pt x="70251" y="25306"/>
                  </a:cubicBezTo>
                  <a:cubicBezTo>
                    <a:pt x="70377" y="25230"/>
                    <a:pt x="70500" y="25150"/>
                    <a:pt x="70620" y="25067"/>
                  </a:cubicBezTo>
                  <a:cubicBezTo>
                    <a:pt x="70741" y="24984"/>
                    <a:pt x="70858" y="24897"/>
                    <a:pt x="70974" y="24806"/>
                  </a:cubicBezTo>
                  <a:cubicBezTo>
                    <a:pt x="71089" y="24716"/>
                    <a:pt x="71201" y="24622"/>
                    <a:pt x="71310" y="24524"/>
                  </a:cubicBezTo>
                  <a:cubicBezTo>
                    <a:pt x="71420" y="24427"/>
                    <a:pt x="71526" y="24326"/>
                    <a:pt x="71630" y="24222"/>
                  </a:cubicBezTo>
                  <a:cubicBezTo>
                    <a:pt x="71733" y="24119"/>
                    <a:pt x="71833" y="24012"/>
                    <a:pt x="71930" y="23902"/>
                  </a:cubicBezTo>
                  <a:cubicBezTo>
                    <a:pt x="72027" y="23792"/>
                    <a:pt x="72120" y="23679"/>
                    <a:pt x="72210" y="23563"/>
                  </a:cubicBezTo>
                  <a:cubicBezTo>
                    <a:pt x="72300" y="23448"/>
                    <a:pt x="72386" y="23329"/>
                    <a:pt x="72469" y="23209"/>
                  </a:cubicBezTo>
                  <a:cubicBezTo>
                    <a:pt x="72552" y="23088"/>
                    <a:pt x="72631" y="22964"/>
                    <a:pt x="72706" y="22839"/>
                  </a:cubicBezTo>
                  <a:cubicBezTo>
                    <a:pt x="72781" y="22713"/>
                    <a:pt x="72853" y="22585"/>
                    <a:pt x="72920" y="22455"/>
                  </a:cubicBezTo>
                  <a:cubicBezTo>
                    <a:pt x="72988" y="22325"/>
                    <a:pt x="73051" y="22193"/>
                    <a:pt x="73110" y="22059"/>
                  </a:cubicBezTo>
                  <a:cubicBezTo>
                    <a:pt x="73170" y="21925"/>
                    <a:pt x="73225" y="21790"/>
                    <a:pt x="73276" y="21652"/>
                  </a:cubicBezTo>
                  <a:cubicBezTo>
                    <a:pt x="73327" y="21515"/>
                    <a:pt x="73374" y="21376"/>
                    <a:pt x="73417" y="21236"/>
                  </a:cubicBezTo>
                  <a:cubicBezTo>
                    <a:pt x="73460" y="21096"/>
                    <a:pt x="73498" y="20955"/>
                    <a:pt x="73532" y="20812"/>
                  </a:cubicBezTo>
                  <a:cubicBezTo>
                    <a:pt x="80263" y="-6937"/>
                    <a:pt x="119733" y="-6937"/>
                    <a:pt x="126473" y="20812"/>
                  </a:cubicBezTo>
                  <a:close/>
                  <a:moveTo>
                    <a:pt x="100002" y="70002"/>
                  </a:moveTo>
                  <a:cubicBezTo>
                    <a:pt x="99374" y="70002"/>
                    <a:pt x="98746" y="70022"/>
                    <a:pt x="98119" y="70062"/>
                  </a:cubicBezTo>
                  <a:cubicBezTo>
                    <a:pt x="97492" y="70101"/>
                    <a:pt x="96866" y="70160"/>
                    <a:pt x="96243" y="70239"/>
                  </a:cubicBezTo>
                  <a:cubicBezTo>
                    <a:pt x="95619" y="70318"/>
                    <a:pt x="94998" y="70416"/>
                    <a:pt x="94381" y="70534"/>
                  </a:cubicBezTo>
                  <a:cubicBezTo>
                    <a:pt x="93764" y="70652"/>
                    <a:pt x="93150" y="70789"/>
                    <a:pt x="92542" y="70945"/>
                  </a:cubicBezTo>
                  <a:cubicBezTo>
                    <a:pt x="91933" y="71101"/>
                    <a:pt x="91330" y="71277"/>
                    <a:pt x="90732" y="71471"/>
                  </a:cubicBezTo>
                  <a:cubicBezTo>
                    <a:pt x="90134" y="71665"/>
                    <a:pt x="89543" y="71878"/>
                    <a:pt x="88959" y="72109"/>
                  </a:cubicBezTo>
                  <a:cubicBezTo>
                    <a:pt x="88375" y="72341"/>
                    <a:pt x="87798" y="72590"/>
                    <a:pt x="87229" y="72858"/>
                  </a:cubicBezTo>
                  <a:cubicBezTo>
                    <a:pt x="86661" y="73125"/>
                    <a:pt x="86101" y="73411"/>
                    <a:pt x="85550" y="73713"/>
                  </a:cubicBezTo>
                  <a:cubicBezTo>
                    <a:pt x="84999" y="74016"/>
                    <a:pt x="84458" y="74336"/>
                    <a:pt x="83928" y="74673"/>
                  </a:cubicBezTo>
                  <a:cubicBezTo>
                    <a:pt x="83397" y="75009"/>
                    <a:pt x="82877" y="75363"/>
                    <a:pt x="82369" y="75732"/>
                  </a:cubicBezTo>
                  <a:cubicBezTo>
                    <a:pt x="81861" y="76101"/>
                    <a:pt x="81364" y="76487"/>
                    <a:pt x="80880" y="76887"/>
                  </a:cubicBezTo>
                  <a:cubicBezTo>
                    <a:pt x="80396" y="77288"/>
                    <a:pt x="79924" y="77703"/>
                    <a:pt x="79466" y="78133"/>
                  </a:cubicBezTo>
                  <a:cubicBezTo>
                    <a:pt x="79008" y="78564"/>
                    <a:pt x="78564" y="79008"/>
                    <a:pt x="78133" y="79466"/>
                  </a:cubicBezTo>
                  <a:cubicBezTo>
                    <a:pt x="77703" y="79924"/>
                    <a:pt x="77288" y="80396"/>
                    <a:pt x="76887" y="80880"/>
                  </a:cubicBezTo>
                  <a:cubicBezTo>
                    <a:pt x="76487" y="81364"/>
                    <a:pt x="76101" y="81861"/>
                    <a:pt x="75732" y="82369"/>
                  </a:cubicBezTo>
                  <a:cubicBezTo>
                    <a:pt x="75363" y="82877"/>
                    <a:pt x="75009" y="83397"/>
                    <a:pt x="74673" y="83928"/>
                  </a:cubicBezTo>
                  <a:cubicBezTo>
                    <a:pt x="74336" y="84458"/>
                    <a:pt x="74016" y="84999"/>
                    <a:pt x="73713" y="85550"/>
                  </a:cubicBezTo>
                  <a:cubicBezTo>
                    <a:pt x="73411" y="86101"/>
                    <a:pt x="73125" y="86661"/>
                    <a:pt x="72858" y="87229"/>
                  </a:cubicBezTo>
                  <a:cubicBezTo>
                    <a:pt x="72590" y="87798"/>
                    <a:pt x="72341" y="88375"/>
                    <a:pt x="72109" y="88959"/>
                  </a:cubicBezTo>
                  <a:cubicBezTo>
                    <a:pt x="71878" y="89543"/>
                    <a:pt x="71665" y="90134"/>
                    <a:pt x="71471" y="90732"/>
                  </a:cubicBezTo>
                  <a:cubicBezTo>
                    <a:pt x="71277" y="91330"/>
                    <a:pt x="71101" y="91933"/>
                    <a:pt x="70945" y="92542"/>
                  </a:cubicBezTo>
                  <a:cubicBezTo>
                    <a:pt x="70789" y="93150"/>
                    <a:pt x="70652" y="93764"/>
                    <a:pt x="70534" y="94381"/>
                  </a:cubicBezTo>
                  <a:cubicBezTo>
                    <a:pt x="70416" y="94998"/>
                    <a:pt x="70318" y="95619"/>
                    <a:pt x="70239" y="96243"/>
                  </a:cubicBezTo>
                  <a:cubicBezTo>
                    <a:pt x="70160" y="96866"/>
                    <a:pt x="70101" y="97492"/>
                    <a:pt x="70062" y="98119"/>
                  </a:cubicBezTo>
                  <a:cubicBezTo>
                    <a:pt x="70022" y="98746"/>
                    <a:pt x="70002" y="99374"/>
                    <a:pt x="70002" y="100003"/>
                  </a:cubicBezTo>
                  <a:cubicBezTo>
                    <a:pt x="70002" y="100631"/>
                    <a:pt x="70022" y="101259"/>
                    <a:pt x="70062" y="101886"/>
                  </a:cubicBezTo>
                  <a:cubicBezTo>
                    <a:pt x="70101" y="102513"/>
                    <a:pt x="70160" y="103139"/>
                    <a:pt x="70239" y="103762"/>
                  </a:cubicBezTo>
                  <a:cubicBezTo>
                    <a:pt x="70318" y="104386"/>
                    <a:pt x="70416" y="105007"/>
                    <a:pt x="70534" y="105624"/>
                  </a:cubicBezTo>
                  <a:cubicBezTo>
                    <a:pt x="70652" y="106241"/>
                    <a:pt x="70789" y="106855"/>
                    <a:pt x="70945" y="107463"/>
                  </a:cubicBezTo>
                  <a:cubicBezTo>
                    <a:pt x="71101" y="108072"/>
                    <a:pt x="71277" y="108675"/>
                    <a:pt x="71471" y="109273"/>
                  </a:cubicBezTo>
                  <a:cubicBezTo>
                    <a:pt x="71665" y="109871"/>
                    <a:pt x="71878" y="110462"/>
                    <a:pt x="72109" y="111046"/>
                  </a:cubicBezTo>
                  <a:cubicBezTo>
                    <a:pt x="72341" y="111630"/>
                    <a:pt x="72590" y="112207"/>
                    <a:pt x="72858" y="112776"/>
                  </a:cubicBezTo>
                  <a:cubicBezTo>
                    <a:pt x="73125" y="113344"/>
                    <a:pt x="73411" y="113904"/>
                    <a:pt x="73713" y="114455"/>
                  </a:cubicBezTo>
                  <a:cubicBezTo>
                    <a:pt x="74016" y="115006"/>
                    <a:pt x="74336" y="115547"/>
                    <a:pt x="74673" y="116077"/>
                  </a:cubicBezTo>
                  <a:cubicBezTo>
                    <a:pt x="75009" y="116608"/>
                    <a:pt x="75363" y="117128"/>
                    <a:pt x="75732" y="117636"/>
                  </a:cubicBezTo>
                  <a:cubicBezTo>
                    <a:pt x="76101" y="118144"/>
                    <a:pt x="76487" y="118641"/>
                    <a:pt x="76887" y="119125"/>
                  </a:cubicBezTo>
                  <a:cubicBezTo>
                    <a:pt x="77288" y="119609"/>
                    <a:pt x="77703" y="120081"/>
                    <a:pt x="78133" y="120539"/>
                  </a:cubicBezTo>
                  <a:cubicBezTo>
                    <a:pt x="78564" y="120997"/>
                    <a:pt x="79008" y="121441"/>
                    <a:pt x="79466" y="121872"/>
                  </a:cubicBezTo>
                  <a:cubicBezTo>
                    <a:pt x="79924" y="122302"/>
                    <a:pt x="80396" y="122717"/>
                    <a:pt x="80880" y="123118"/>
                  </a:cubicBezTo>
                  <a:cubicBezTo>
                    <a:pt x="81364" y="123518"/>
                    <a:pt x="81861" y="123904"/>
                    <a:pt x="82369" y="124273"/>
                  </a:cubicBezTo>
                  <a:cubicBezTo>
                    <a:pt x="82877" y="124642"/>
                    <a:pt x="83397" y="124996"/>
                    <a:pt x="83928" y="125332"/>
                  </a:cubicBezTo>
                  <a:cubicBezTo>
                    <a:pt x="84458" y="125669"/>
                    <a:pt x="84999" y="125989"/>
                    <a:pt x="85550" y="126292"/>
                  </a:cubicBezTo>
                  <a:cubicBezTo>
                    <a:pt x="86101" y="126594"/>
                    <a:pt x="86661" y="126880"/>
                    <a:pt x="87229" y="127147"/>
                  </a:cubicBezTo>
                  <a:cubicBezTo>
                    <a:pt x="87798" y="127415"/>
                    <a:pt x="88375" y="127664"/>
                    <a:pt x="88959" y="127896"/>
                  </a:cubicBezTo>
                  <a:cubicBezTo>
                    <a:pt x="89543" y="128127"/>
                    <a:pt x="90134" y="128340"/>
                    <a:pt x="90732" y="128534"/>
                  </a:cubicBezTo>
                  <a:cubicBezTo>
                    <a:pt x="91330" y="128728"/>
                    <a:pt x="91933" y="128904"/>
                    <a:pt x="92542" y="129060"/>
                  </a:cubicBezTo>
                  <a:cubicBezTo>
                    <a:pt x="93150" y="129216"/>
                    <a:pt x="93764" y="129353"/>
                    <a:pt x="94381" y="129471"/>
                  </a:cubicBezTo>
                  <a:cubicBezTo>
                    <a:pt x="94998" y="129589"/>
                    <a:pt x="95619" y="129687"/>
                    <a:pt x="96243" y="129766"/>
                  </a:cubicBezTo>
                  <a:cubicBezTo>
                    <a:pt x="96866" y="129845"/>
                    <a:pt x="97492" y="129904"/>
                    <a:pt x="98119" y="129943"/>
                  </a:cubicBezTo>
                  <a:cubicBezTo>
                    <a:pt x="98746" y="129983"/>
                    <a:pt x="99374" y="130002"/>
                    <a:pt x="100002" y="130002"/>
                  </a:cubicBezTo>
                  <a:cubicBezTo>
                    <a:pt x="100631" y="130002"/>
                    <a:pt x="101259" y="129983"/>
                    <a:pt x="101886" y="129943"/>
                  </a:cubicBezTo>
                  <a:cubicBezTo>
                    <a:pt x="102513" y="129904"/>
                    <a:pt x="103139" y="129845"/>
                    <a:pt x="103762" y="129766"/>
                  </a:cubicBezTo>
                  <a:cubicBezTo>
                    <a:pt x="104386" y="129687"/>
                    <a:pt x="105007" y="129589"/>
                    <a:pt x="105624" y="129471"/>
                  </a:cubicBezTo>
                  <a:cubicBezTo>
                    <a:pt x="106241" y="129353"/>
                    <a:pt x="106855" y="129216"/>
                    <a:pt x="107463" y="129060"/>
                  </a:cubicBezTo>
                  <a:cubicBezTo>
                    <a:pt x="108072" y="128904"/>
                    <a:pt x="108675" y="128728"/>
                    <a:pt x="109273" y="128534"/>
                  </a:cubicBezTo>
                  <a:cubicBezTo>
                    <a:pt x="109871" y="128340"/>
                    <a:pt x="110462" y="128127"/>
                    <a:pt x="111046" y="127896"/>
                  </a:cubicBezTo>
                  <a:cubicBezTo>
                    <a:pt x="111630" y="127664"/>
                    <a:pt x="112207" y="127415"/>
                    <a:pt x="112776" y="127147"/>
                  </a:cubicBezTo>
                  <a:cubicBezTo>
                    <a:pt x="113344" y="126880"/>
                    <a:pt x="113904" y="126594"/>
                    <a:pt x="114455" y="126292"/>
                  </a:cubicBezTo>
                  <a:cubicBezTo>
                    <a:pt x="115006" y="125989"/>
                    <a:pt x="115547" y="125669"/>
                    <a:pt x="116077" y="125332"/>
                  </a:cubicBezTo>
                  <a:cubicBezTo>
                    <a:pt x="116608" y="124996"/>
                    <a:pt x="117128" y="124642"/>
                    <a:pt x="117636" y="124273"/>
                  </a:cubicBezTo>
                  <a:cubicBezTo>
                    <a:pt x="118144" y="123904"/>
                    <a:pt x="118641" y="123518"/>
                    <a:pt x="119125" y="123118"/>
                  </a:cubicBezTo>
                  <a:cubicBezTo>
                    <a:pt x="119609" y="122717"/>
                    <a:pt x="120081" y="122302"/>
                    <a:pt x="120539" y="121872"/>
                  </a:cubicBezTo>
                  <a:cubicBezTo>
                    <a:pt x="120997" y="121441"/>
                    <a:pt x="121441" y="120997"/>
                    <a:pt x="121872" y="120539"/>
                  </a:cubicBezTo>
                  <a:cubicBezTo>
                    <a:pt x="122302" y="120081"/>
                    <a:pt x="122717" y="119609"/>
                    <a:pt x="123118" y="119125"/>
                  </a:cubicBezTo>
                  <a:cubicBezTo>
                    <a:pt x="123518" y="118641"/>
                    <a:pt x="123904" y="118144"/>
                    <a:pt x="124273" y="117636"/>
                  </a:cubicBezTo>
                  <a:cubicBezTo>
                    <a:pt x="124642" y="117128"/>
                    <a:pt x="124996" y="116608"/>
                    <a:pt x="125332" y="116077"/>
                  </a:cubicBezTo>
                  <a:cubicBezTo>
                    <a:pt x="125669" y="115547"/>
                    <a:pt x="125989" y="115006"/>
                    <a:pt x="126292" y="114455"/>
                  </a:cubicBezTo>
                  <a:cubicBezTo>
                    <a:pt x="126594" y="113904"/>
                    <a:pt x="126880" y="113344"/>
                    <a:pt x="127147" y="112776"/>
                  </a:cubicBezTo>
                  <a:cubicBezTo>
                    <a:pt x="127415" y="112207"/>
                    <a:pt x="127664" y="111630"/>
                    <a:pt x="127896" y="111046"/>
                  </a:cubicBezTo>
                  <a:cubicBezTo>
                    <a:pt x="128127" y="110462"/>
                    <a:pt x="128340" y="109871"/>
                    <a:pt x="128534" y="109273"/>
                  </a:cubicBezTo>
                  <a:cubicBezTo>
                    <a:pt x="128728" y="108675"/>
                    <a:pt x="128904" y="108072"/>
                    <a:pt x="129060" y="107463"/>
                  </a:cubicBezTo>
                  <a:cubicBezTo>
                    <a:pt x="129216" y="106855"/>
                    <a:pt x="129353" y="106241"/>
                    <a:pt x="129471" y="105624"/>
                  </a:cubicBezTo>
                  <a:cubicBezTo>
                    <a:pt x="129589" y="105007"/>
                    <a:pt x="129687" y="104386"/>
                    <a:pt x="129766" y="103762"/>
                  </a:cubicBezTo>
                  <a:cubicBezTo>
                    <a:pt x="129845" y="103139"/>
                    <a:pt x="129904" y="102513"/>
                    <a:pt x="129943" y="101886"/>
                  </a:cubicBezTo>
                  <a:cubicBezTo>
                    <a:pt x="129983" y="101259"/>
                    <a:pt x="130002" y="100631"/>
                    <a:pt x="130002" y="100002"/>
                  </a:cubicBezTo>
                  <a:cubicBezTo>
                    <a:pt x="130002" y="99374"/>
                    <a:pt x="129983" y="98746"/>
                    <a:pt x="129943" y="98119"/>
                  </a:cubicBezTo>
                  <a:cubicBezTo>
                    <a:pt x="129904" y="97492"/>
                    <a:pt x="129845" y="96866"/>
                    <a:pt x="129766" y="96243"/>
                  </a:cubicBezTo>
                  <a:cubicBezTo>
                    <a:pt x="129687" y="95619"/>
                    <a:pt x="129589" y="94998"/>
                    <a:pt x="129471" y="94381"/>
                  </a:cubicBezTo>
                  <a:cubicBezTo>
                    <a:pt x="129353" y="93764"/>
                    <a:pt x="129216" y="93150"/>
                    <a:pt x="129060" y="92542"/>
                  </a:cubicBezTo>
                  <a:cubicBezTo>
                    <a:pt x="128904" y="91933"/>
                    <a:pt x="128728" y="91330"/>
                    <a:pt x="128534" y="90732"/>
                  </a:cubicBezTo>
                  <a:cubicBezTo>
                    <a:pt x="128340" y="90134"/>
                    <a:pt x="128127" y="89543"/>
                    <a:pt x="127896" y="88959"/>
                  </a:cubicBezTo>
                  <a:cubicBezTo>
                    <a:pt x="127664" y="88375"/>
                    <a:pt x="127415" y="87798"/>
                    <a:pt x="127147" y="87229"/>
                  </a:cubicBezTo>
                  <a:cubicBezTo>
                    <a:pt x="126880" y="86661"/>
                    <a:pt x="126594" y="86101"/>
                    <a:pt x="126292" y="85550"/>
                  </a:cubicBezTo>
                  <a:cubicBezTo>
                    <a:pt x="125989" y="84999"/>
                    <a:pt x="125669" y="84458"/>
                    <a:pt x="125332" y="83928"/>
                  </a:cubicBezTo>
                  <a:cubicBezTo>
                    <a:pt x="124996" y="83397"/>
                    <a:pt x="124642" y="82877"/>
                    <a:pt x="124273" y="82369"/>
                  </a:cubicBezTo>
                  <a:cubicBezTo>
                    <a:pt x="123904" y="81861"/>
                    <a:pt x="123518" y="81364"/>
                    <a:pt x="123118" y="80880"/>
                  </a:cubicBezTo>
                  <a:cubicBezTo>
                    <a:pt x="122717" y="80396"/>
                    <a:pt x="122302" y="79924"/>
                    <a:pt x="121872" y="79466"/>
                  </a:cubicBezTo>
                  <a:cubicBezTo>
                    <a:pt x="121441" y="79008"/>
                    <a:pt x="120997" y="78564"/>
                    <a:pt x="120539" y="78133"/>
                  </a:cubicBezTo>
                  <a:cubicBezTo>
                    <a:pt x="120081" y="77703"/>
                    <a:pt x="119609" y="77288"/>
                    <a:pt x="119125" y="76887"/>
                  </a:cubicBezTo>
                  <a:cubicBezTo>
                    <a:pt x="118641" y="76487"/>
                    <a:pt x="118144" y="76101"/>
                    <a:pt x="117636" y="75732"/>
                  </a:cubicBezTo>
                  <a:cubicBezTo>
                    <a:pt x="117128" y="75363"/>
                    <a:pt x="116608" y="75009"/>
                    <a:pt x="116077" y="74673"/>
                  </a:cubicBezTo>
                  <a:cubicBezTo>
                    <a:pt x="115547" y="74336"/>
                    <a:pt x="115006" y="74016"/>
                    <a:pt x="114455" y="73713"/>
                  </a:cubicBezTo>
                  <a:cubicBezTo>
                    <a:pt x="113904" y="73411"/>
                    <a:pt x="113344" y="73125"/>
                    <a:pt x="112776" y="72858"/>
                  </a:cubicBezTo>
                  <a:cubicBezTo>
                    <a:pt x="112207" y="72590"/>
                    <a:pt x="111630" y="72341"/>
                    <a:pt x="111046" y="72109"/>
                  </a:cubicBezTo>
                  <a:cubicBezTo>
                    <a:pt x="110462" y="71878"/>
                    <a:pt x="109871" y="71665"/>
                    <a:pt x="109273" y="71471"/>
                  </a:cubicBezTo>
                  <a:cubicBezTo>
                    <a:pt x="108675" y="71277"/>
                    <a:pt x="108072" y="71101"/>
                    <a:pt x="107463" y="70945"/>
                  </a:cubicBezTo>
                  <a:cubicBezTo>
                    <a:pt x="106855" y="70789"/>
                    <a:pt x="106241" y="70652"/>
                    <a:pt x="105624" y="70534"/>
                  </a:cubicBezTo>
                  <a:cubicBezTo>
                    <a:pt x="105007" y="70416"/>
                    <a:pt x="104386" y="70318"/>
                    <a:pt x="103762" y="70239"/>
                  </a:cubicBezTo>
                  <a:cubicBezTo>
                    <a:pt x="103139" y="70160"/>
                    <a:pt x="102513" y="70101"/>
                    <a:pt x="101886" y="70062"/>
                  </a:cubicBezTo>
                  <a:cubicBezTo>
                    <a:pt x="101259" y="70022"/>
                    <a:pt x="100631" y="70002"/>
                    <a:pt x="100002" y="70002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53" name="probe-lucide-battery" descr="battery — Lucide Icons and Contributors; preserve the bundled full upstream license. Source: https://github.com/lucide-icons/lucide/blob/20aef31db93fe4d9f398dbb15b120d99c48eef95/icons/battery.svg; SVG SHA256: bd0e96da226beca6d150ee25f04bc5ca8466c1ed91e806c2179723e173af2282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54" name="probe-lucide-battery-part-1"/>
            <p:cNvSpPr/>
            <p:nvPr/>
          </p:nvSpPr>
          <p:spPr>
            <a:xfrm>
              <a:off x="220000" y="10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5" name="probe-lucide-battery-part-2"/>
            <p:cNvSpPr/>
            <p:nvPr/>
          </p:nvSpPr>
          <p:spPr>
            <a:xfrm>
              <a:off x="20000" y="60000"/>
              <a:ext cx="160000" cy="120000"/>
            </a:xfrm>
            <a:custGeom>
              <a:avLst/>
              <a:gdLst/>
              <a:ahLst/>
              <a:cxnLst/>
              <a:rect l="0" t="0" r="r" b="b"/>
              <a:pathLst>
                <a:path w="160000" h="120000">
                  <a:moveTo>
                    <a:pt x="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00000"/>
                  </a:lnTo>
                  <a:cubicBezTo>
                    <a:pt x="160000" y="100419"/>
                    <a:pt x="159987" y="100838"/>
                    <a:pt x="159961" y="101256"/>
                  </a:cubicBezTo>
                  <a:cubicBezTo>
                    <a:pt x="159934" y="101674"/>
                    <a:pt x="159895" y="102091"/>
                    <a:pt x="159842" y="102507"/>
                  </a:cubicBezTo>
                  <a:cubicBezTo>
                    <a:pt x="159790" y="102922"/>
                    <a:pt x="159724" y="103336"/>
                    <a:pt x="159646" y="103748"/>
                  </a:cubicBezTo>
                  <a:cubicBezTo>
                    <a:pt x="159567" y="104159"/>
                    <a:pt x="159476" y="104568"/>
                    <a:pt x="159372" y="104974"/>
                  </a:cubicBezTo>
                  <a:cubicBezTo>
                    <a:pt x="159267" y="105380"/>
                    <a:pt x="159151" y="105782"/>
                    <a:pt x="159021" y="106180"/>
                  </a:cubicBezTo>
                  <a:cubicBezTo>
                    <a:pt x="158892" y="106579"/>
                    <a:pt x="158750" y="106973"/>
                    <a:pt x="158596" y="107362"/>
                  </a:cubicBezTo>
                  <a:cubicBezTo>
                    <a:pt x="158441" y="107752"/>
                    <a:pt x="158275" y="108137"/>
                    <a:pt x="158097" y="108516"/>
                  </a:cubicBezTo>
                  <a:cubicBezTo>
                    <a:pt x="157918" y="108895"/>
                    <a:pt x="157728" y="109268"/>
                    <a:pt x="157526" y="109635"/>
                  </a:cubicBezTo>
                  <a:cubicBezTo>
                    <a:pt x="157324" y="110002"/>
                    <a:pt x="157111" y="110363"/>
                    <a:pt x="156887" y="110717"/>
                  </a:cubicBezTo>
                  <a:cubicBezTo>
                    <a:pt x="156662" y="111070"/>
                    <a:pt x="156427" y="111417"/>
                    <a:pt x="156180" y="111756"/>
                  </a:cubicBezTo>
                  <a:cubicBezTo>
                    <a:pt x="155934" y="112095"/>
                    <a:pt x="155677" y="112426"/>
                    <a:pt x="155410" y="112748"/>
                  </a:cubicBezTo>
                  <a:cubicBezTo>
                    <a:pt x="155143" y="113071"/>
                    <a:pt x="154866" y="113386"/>
                    <a:pt x="154579" y="113691"/>
                  </a:cubicBezTo>
                  <a:cubicBezTo>
                    <a:pt x="154293" y="113996"/>
                    <a:pt x="153996" y="114293"/>
                    <a:pt x="153691" y="114579"/>
                  </a:cubicBezTo>
                  <a:cubicBezTo>
                    <a:pt x="153386" y="114866"/>
                    <a:pt x="153071" y="115143"/>
                    <a:pt x="152748" y="115410"/>
                  </a:cubicBezTo>
                  <a:cubicBezTo>
                    <a:pt x="152426" y="115677"/>
                    <a:pt x="152095" y="115934"/>
                    <a:pt x="151756" y="116180"/>
                  </a:cubicBezTo>
                  <a:cubicBezTo>
                    <a:pt x="151417" y="116427"/>
                    <a:pt x="151070" y="116662"/>
                    <a:pt x="150717" y="116887"/>
                  </a:cubicBezTo>
                  <a:cubicBezTo>
                    <a:pt x="150363" y="117111"/>
                    <a:pt x="150002" y="117324"/>
                    <a:pt x="149635" y="117526"/>
                  </a:cubicBezTo>
                  <a:cubicBezTo>
                    <a:pt x="149268" y="117728"/>
                    <a:pt x="148895" y="117918"/>
                    <a:pt x="148516" y="118097"/>
                  </a:cubicBezTo>
                  <a:cubicBezTo>
                    <a:pt x="148137" y="118275"/>
                    <a:pt x="147752" y="118441"/>
                    <a:pt x="147362" y="118596"/>
                  </a:cubicBezTo>
                  <a:cubicBezTo>
                    <a:pt x="146973" y="118750"/>
                    <a:pt x="146579" y="118892"/>
                    <a:pt x="146180" y="119021"/>
                  </a:cubicBezTo>
                  <a:cubicBezTo>
                    <a:pt x="145782" y="119151"/>
                    <a:pt x="145380" y="119267"/>
                    <a:pt x="144974" y="119372"/>
                  </a:cubicBezTo>
                  <a:cubicBezTo>
                    <a:pt x="144568" y="119476"/>
                    <a:pt x="144159" y="119567"/>
                    <a:pt x="143748" y="119646"/>
                  </a:cubicBezTo>
                  <a:cubicBezTo>
                    <a:pt x="143336" y="119724"/>
                    <a:pt x="142922" y="119790"/>
                    <a:pt x="142507" y="119842"/>
                  </a:cubicBezTo>
                  <a:cubicBezTo>
                    <a:pt x="142091" y="119895"/>
                    <a:pt x="141674" y="119934"/>
                    <a:pt x="141256" y="119961"/>
                  </a:cubicBezTo>
                  <a:cubicBezTo>
                    <a:pt x="140838" y="119987"/>
                    <a:pt x="140419" y="120000"/>
                    <a:pt x="140000" y="120000"/>
                  </a:cubicBezTo>
                  <a:lnTo>
                    <a:pt x="20000" y="120000"/>
                  </a:lnTo>
                  <a:cubicBezTo>
                    <a:pt x="19581" y="120000"/>
                    <a:pt x="19162" y="119987"/>
                    <a:pt x="18744" y="119961"/>
                  </a:cubicBezTo>
                  <a:cubicBezTo>
                    <a:pt x="18326" y="119934"/>
                    <a:pt x="17909" y="119895"/>
                    <a:pt x="17493" y="119842"/>
                  </a:cubicBezTo>
                  <a:cubicBezTo>
                    <a:pt x="17078" y="119790"/>
                    <a:pt x="16664" y="119724"/>
                    <a:pt x="16252" y="119646"/>
                  </a:cubicBezTo>
                  <a:cubicBezTo>
                    <a:pt x="15841" y="119567"/>
                    <a:pt x="15432" y="119476"/>
                    <a:pt x="15026" y="119372"/>
                  </a:cubicBezTo>
                  <a:cubicBezTo>
                    <a:pt x="14620" y="119267"/>
                    <a:pt x="14218" y="119151"/>
                    <a:pt x="13820" y="119021"/>
                  </a:cubicBezTo>
                  <a:cubicBezTo>
                    <a:pt x="13421" y="118892"/>
                    <a:pt x="13027" y="118750"/>
                    <a:pt x="12638" y="118596"/>
                  </a:cubicBezTo>
                  <a:cubicBezTo>
                    <a:pt x="12248" y="118441"/>
                    <a:pt x="11863" y="118275"/>
                    <a:pt x="11484" y="118097"/>
                  </a:cubicBezTo>
                  <a:cubicBezTo>
                    <a:pt x="11105" y="117918"/>
                    <a:pt x="10732" y="117728"/>
                    <a:pt x="10365" y="117526"/>
                  </a:cubicBezTo>
                  <a:cubicBezTo>
                    <a:pt x="9998" y="117324"/>
                    <a:pt x="9637" y="117111"/>
                    <a:pt x="9283" y="116887"/>
                  </a:cubicBezTo>
                  <a:cubicBezTo>
                    <a:pt x="8930" y="116662"/>
                    <a:pt x="8583" y="116427"/>
                    <a:pt x="8244" y="116180"/>
                  </a:cubicBezTo>
                  <a:cubicBezTo>
                    <a:pt x="7905" y="115934"/>
                    <a:pt x="7574" y="115677"/>
                    <a:pt x="7252" y="115410"/>
                  </a:cubicBezTo>
                  <a:cubicBezTo>
                    <a:pt x="6929" y="115143"/>
                    <a:pt x="6614" y="114866"/>
                    <a:pt x="6309" y="114579"/>
                  </a:cubicBezTo>
                  <a:cubicBezTo>
                    <a:pt x="6004" y="114293"/>
                    <a:pt x="5707" y="113996"/>
                    <a:pt x="5421" y="113691"/>
                  </a:cubicBezTo>
                  <a:cubicBezTo>
                    <a:pt x="5134" y="113386"/>
                    <a:pt x="4857" y="113071"/>
                    <a:pt x="4590" y="112748"/>
                  </a:cubicBezTo>
                  <a:cubicBezTo>
                    <a:pt x="4323" y="112426"/>
                    <a:pt x="4066" y="112095"/>
                    <a:pt x="3820" y="111756"/>
                  </a:cubicBezTo>
                  <a:cubicBezTo>
                    <a:pt x="3573" y="111417"/>
                    <a:pt x="3338" y="111070"/>
                    <a:pt x="3113" y="110717"/>
                  </a:cubicBezTo>
                  <a:cubicBezTo>
                    <a:pt x="2889" y="110363"/>
                    <a:pt x="2676" y="110002"/>
                    <a:pt x="2474" y="109635"/>
                  </a:cubicBezTo>
                  <a:cubicBezTo>
                    <a:pt x="2272" y="109268"/>
                    <a:pt x="2082" y="108895"/>
                    <a:pt x="1903" y="108516"/>
                  </a:cubicBezTo>
                  <a:cubicBezTo>
                    <a:pt x="1725" y="108137"/>
                    <a:pt x="1559" y="107752"/>
                    <a:pt x="1404" y="107362"/>
                  </a:cubicBezTo>
                  <a:cubicBezTo>
                    <a:pt x="1250" y="106973"/>
                    <a:pt x="1108" y="106579"/>
                    <a:pt x="979" y="106180"/>
                  </a:cubicBezTo>
                  <a:cubicBezTo>
                    <a:pt x="849" y="105782"/>
                    <a:pt x="733" y="105380"/>
                    <a:pt x="628" y="104974"/>
                  </a:cubicBezTo>
                  <a:cubicBezTo>
                    <a:pt x="524" y="104568"/>
                    <a:pt x="433" y="104159"/>
                    <a:pt x="354" y="103748"/>
                  </a:cubicBezTo>
                  <a:cubicBezTo>
                    <a:pt x="276" y="103336"/>
                    <a:pt x="210" y="102922"/>
                    <a:pt x="158" y="102507"/>
                  </a:cubicBezTo>
                  <a:cubicBezTo>
                    <a:pt x="105" y="102091"/>
                    <a:pt x="66" y="101674"/>
                    <a:pt x="39" y="101256"/>
                  </a:cubicBezTo>
                  <a:cubicBezTo>
                    <a:pt x="13" y="100838"/>
                    <a:pt x="0" y="100419"/>
                    <a:pt x="0" y="10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6" name="probe-lucide-cloud" descr="cloud — Lucide Icons and Contributors; preserve the bundled full upstream license. Source: https://github.com/lucide-icons/lucide/blob/20aef31db93fe4d9f398dbb15b120d99c48eef95/icons/cloud.svg; SVG SHA256: 28a34022ed00177eb1f218eea5d2b7af30d09b529187fe32219e4dd8ea2b9740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57" name="probe-lucide-cloud-part-1"/>
            <p:cNvSpPr/>
            <p:nvPr/>
          </p:nvSpPr>
          <p:spPr>
            <a:xfrm>
              <a:off x="20018" y="50000"/>
              <a:ext cx="199982" cy="140000"/>
            </a:xfrm>
            <a:custGeom>
              <a:avLst/>
              <a:gdLst/>
              <a:ahLst/>
              <a:cxnLst/>
              <a:rect l="0" t="0" r="r" b="b"/>
              <a:pathLst>
                <a:path w="199982" h="140000">
                  <a:moveTo>
                    <a:pt x="154982" y="140000"/>
                  </a:moveTo>
                  <a:lnTo>
                    <a:pt x="69982" y="140000"/>
                  </a:lnTo>
                  <a:cubicBezTo>
                    <a:pt x="68529" y="140000"/>
                    <a:pt x="67075" y="139954"/>
                    <a:pt x="65625" y="139863"/>
                  </a:cubicBezTo>
                  <a:cubicBezTo>
                    <a:pt x="64174" y="139772"/>
                    <a:pt x="62727" y="139636"/>
                    <a:pt x="61285" y="139455"/>
                  </a:cubicBezTo>
                  <a:cubicBezTo>
                    <a:pt x="59842" y="139274"/>
                    <a:pt x="58406" y="139049"/>
                    <a:pt x="56978" y="138778"/>
                  </a:cubicBezTo>
                  <a:cubicBezTo>
                    <a:pt x="55550" y="138508"/>
                    <a:pt x="54131" y="138193"/>
                    <a:pt x="52722" y="137834"/>
                  </a:cubicBezTo>
                  <a:cubicBezTo>
                    <a:pt x="51314" y="137475"/>
                    <a:pt x="49917" y="137073"/>
                    <a:pt x="48533" y="136627"/>
                  </a:cubicBezTo>
                  <a:cubicBezTo>
                    <a:pt x="47150" y="136181"/>
                    <a:pt x="45780" y="135693"/>
                    <a:pt x="44427" y="135162"/>
                  </a:cubicBezTo>
                  <a:cubicBezTo>
                    <a:pt x="43074" y="134631"/>
                    <a:pt x="41738" y="134058"/>
                    <a:pt x="40421" y="133444"/>
                  </a:cubicBezTo>
                  <a:cubicBezTo>
                    <a:pt x="39104" y="132829"/>
                    <a:pt x="37806" y="132174"/>
                    <a:pt x="36529" y="131479"/>
                  </a:cubicBezTo>
                  <a:cubicBezTo>
                    <a:pt x="35253" y="130784"/>
                    <a:pt x="33998" y="130050"/>
                    <a:pt x="32767" y="129277"/>
                  </a:cubicBezTo>
                  <a:cubicBezTo>
                    <a:pt x="31536" y="128503"/>
                    <a:pt x="30330" y="127692"/>
                    <a:pt x="29150" y="126844"/>
                  </a:cubicBezTo>
                  <a:cubicBezTo>
                    <a:pt x="27969" y="125996"/>
                    <a:pt x="26816" y="125111"/>
                    <a:pt x="25690" y="124191"/>
                  </a:cubicBezTo>
                  <a:cubicBezTo>
                    <a:pt x="24565" y="123271"/>
                    <a:pt x="23469" y="122316"/>
                    <a:pt x="22403" y="121328"/>
                  </a:cubicBezTo>
                  <a:cubicBezTo>
                    <a:pt x="21337" y="120339"/>
                    <a:pt x="20303" y="119318"/>
                    <a:pt x="19300" y="118265"/>
                  </a:cubicBezTo>
                  <a:cubicBezTo>
                    <a:pt x="18298" y="117213"/>
                    <a:pt x="17329" y="116129"/>
                    <a:pt x="16394" y="115016"/>
                  </a:cubicBezTo>
                  <a:cubicBezTo>
                    <a:pt x="15460" y="113903"/>
                    <a:pt x="14560" y="112761"/>
                    <a:pt x="13696" y="111592"/>
                  </a:cubicBezTo>
                  <a:cubicBezTo>
                    <a:pt x="12833" y="110423"/>
                    <a:pt x="12006" y="109227"/>
                    <a:pt x="11216" y="108007"/>
                  </a:cubicBezTo>
                  <a:cubicBezTo>
                    <a:pt x="10427" y="106786"/>
                    <a:pt x="9676" y="105541"/>
                    <a:pt x="8965" y="104274"/>
                  </a:cubicBezTo>
                  <a:cubicBezTo>
                    <a:pt x="8253" y="103006"/>
                    <a:pt x="7581" y="101717"/>
                    <a:pt x="6950" y="100408"/>
                  </a:cubicBezTo>
                  <a:cubicBezTo>
                    <a:pt x="6318" y="99099"/>
                    <a:pt x="5728" y="97770"/>
                    <a:pt x="5179" y="96424"/>
                  </a:cubicBezTo>
                  <a:cubicBezTo>
                    <a:pt x="4630" y="95078"/>
                    <a:pt x="4124" y="93716"/>
                    <a:pt x="3660" y="92338"/>
                  </a:cubicBezTo>
                  <a:cubicBezTo>
                    <a:pt x="3196" y="90961"/>
                    <a:pt x="2775" y="89569"/>
                    <a:pt x="2398" y="88165"/>
                  </a:cubicBezTo>
                  <a:cubicBezTo>
                    <a:pt x="2021" y="86762"/>
                    <a:pt x="1688" y="85347"/>
                    <a:pt x="1398" y="83922"/>
                  </a:cubicBezTo>
                  <a:cubicBezTo>
                    <a:pt x="1109" y="82498"/>
                    <a:pt x="865" y="81065"/>
                    <a:pt x="665" y="79625"/>
                  </a:cubicBezTo>
                  <a:cubicBezTo>
                    <a:pt x="465" y="78185"/>
                    <a:pt x="310" y="76740"/>
                    <a:pt x="200" y="75290"/>
                  </a:cubicBezTo>
                  <a:cubicBezTo>
                    <a:pt x="90" y="73841"/>
                    <a:pt x="26" y="72389"/>
                    <a:pt x="6" y="70935"/>
                  </a:cubicBezTo>
                  <a:cubicBezTo>
                    <a:pt x="-13" y="69482"/>
                    <a:pt x="13" y="68028"/>
                    <a:pt x="84" y="66577"/>
                  </a:cubicBezTo>
                  <a:cubicBezTo>
                    <a:pt x="155" y="65125"/>
                    <a:pt x="271" y="63676"/>
                    <a:pt x="432" y="62231"/>
                  </a:cubicBezTo>
                  <a:cubicBezTo>
                    <a:pt x="594" y="60787"/>
                    <a:pt x="800" y="59348"/>
                    <a:pt x="1051" y="57916"/>
                  </a:cubicBezTo>
                  <a:cubicBezTo>
                    <a:pt x="1302" y="56484"/>
                    <a:pt x="1597" y="55061"/>
                    <a:pt x="1937" y="53648"/>
                  </a:cubicBezTo>
                  <a:cubicBezTo>
                    <a:pt x="2276" y="52234"/>
                    <a:pt x="2660" y="50832"/>
                    <a:pt x="3087" y="49443"/>
                  </a:cubicBezTo>
                  <a:cubicBezTo>
                    <a:pt x="3514" y="48053"/>
                    <a:pt x="3984" y="46677"/>
                    <a:pt x="4496" y="45317"/>
                  </a:cubicBezTo>
                  <a:cubicBezTo>
                    <a:pt x="5009" y="43957"/>
                    <a:pt x="5563" y="42613"/>
                    <a:pt x="6160" y="41288"/>
                  </a:cubicBezTo>
                  <a:cubicBezTo>
                    <a:pt x="6756" y="39962"/>
                    <a:pt x="7393" y="38655"/>
                    <a:pt x="8071" y="37370"/>
                  </a:cubicBezTo>
                  <a:cubicBezTo>
                    <a:pt x="8748" y="36084"/>
                    <a:pt x="9466" y="34819"/>
                    <a:pt x="10222" y="33578"/>
                  </a:cubicBezTo>
                  <a:cubicBezTo>
                    <a:pt x="10978" y="32337"/>
                    <a:pt x="11773" y="31119"/>
                    <a:pt x="12605" y="29928"/>
                  </a:cubicBezTo>
                  <a:cubicBezTo>
                    <a:pt x="13437" y="28736"/>
                    <a:pt x="14306" y="27570"/>
                    <a:pt x="15211" y="26433"/>
                  </a:cubicBezTo>
                  <a:cubicBezTo>
                    <a:pt x="16115" y="25295"/>
                    <a:pt x="17055" y="24186"/>
                    <a:pt x="18029" y="23107"/>
                  </a:cubicBezTo>
                  <a:cubicBezTo>
                    <a:pt x="19002" y="22027"/>
                    <a:pt x="20010" y="20979"/>
                    <a:pt x="21048" y="19963"/>
                  </a:cubicBezTo>
                  <a:cubicBezTo>
                    <a:pt x="22087" y="18946"/>
                    <a:pt x="23158" y="17962"/>
                    <a:pt x="24258" y="17012"/>
                  </a:cubicBezTo>
                  <a:cubicBezTo>
                    <a:pt x="25358" y="16063"/>
                    <a:pt x="26488" y="15147"/>
                    <a:pt x="27645" y="14268"/>
                  </a:cubicBezTo>
                  <a:cubicBezTo>
                    <a:pt x="28802" y="13388"/>
                    <a:pt x="29987" y="12545"/>
                    <a:pt x="31196" y="11740"/>
                  </a:cubicBezTo>
                  <a:cubicBezTo>
                    <a:pt x="32406" y="10934"/>
                    <a:pt x="33641" y="10166"/>
                    <a:pt x="34898" y="9437"/>
                  </a:cubicBezTo>
                  <a:cubicBezTo>
                    <a:pt x="36156" y="8708"/>
                    <a:pt x="37436" y="8019"/>
                    <a:pt x="38736" y="7370"/>
                  </a:cubicBezTo>
                  <a:cubicBezTo>
                    <a:pt x="40037" y="6720"/>
                    <a:pt x="41357" y="6112"/>
                    <a:pt x="42695" y="5545"/>
                  </a:cubicBezTo>
                  <a:cubicBezTo>
                    <a:pt x="44034" y="4978"/>
                    <a:pt x="45389" y="4453"/>
                    <a:pt x="46760" y="3970"/>
                  </a:cubicBezTo>
                  <a:cubicBezTo>
                    <a:pt x="48131" y="3488"/>
                    <a:pt x="49517" y="3048"/>
                    <a:pt x="50915" y="2652"/>
                  </a:cubicBezTo>
                  <a:cubicBezTo>
                    <a:pt x="52314" y="2256"/>
                    <a:pt x="53724" y="1903"/>
                    <a:pt x="55145" y="1594"/>
                  </a:cubicBezTo>
                  <a:cubicBezTo>
                    <a:pt x="56565" y="1286"/>
                    <a:pt x="57995" y="1022"/>
                    <a:pt x="59432" y="802"/>
                  </a:cubicBezTo>
                  <a:cubicBezTo>
                    <a:pt x="60868" y="583"/>
                    <a:pt x="62312" y="408"/>
                    <a:pt x="63759" y="279"/>
                  </a:cubicBezTo>
                  <a:cubicBezTo>
                    <a:pt x="65207" y="149"/>
                    <a:pt x="66658" y="65"/>
                    <a:pt x="68111" y="25"/>
                  </a:cubicBezTo>
                  <a:cubicBezTo>
                    <a:pt x="69564" y="-14"/>
                    <a:pt x="71018" y="-8"/>
                    <a:pt x="72471" y="44"/>
                  </a:cubicBezTo>
                  <a:cubicBezTo>
                    <a:pt x="73923" y="95"/>
                    <a:pt x="75374" y="191"/>
                    <a:pt x="76821" y="333"/>
                  </a:cubicBezTo>
                  <a:cubicBezTo>
                    <a:pt x="78267" y="475"/>
                    <a:pt x="79709" y="661"/>
                    <a:pt x="81144" y="893"/>
                  </a:cubicBezTo>
                  <a:cubicBezTo>
                    <a:pt x="82579" y="1124"/>
                    <a:pt x="84006" y="1400"/>
                    <a:pt x="85424" y="1720"/>
                  </a:cubicBezTo>
                  <a:cubicBezTo>
                    <a:pt x="86842" y="2041"/>
                    <a:pt x="88249" y="2405"/>
                    <a:pt x="89644" y="2813"/>
                  </a:cubicBezTo>
                  <a:cubicBezTo>
                    <a:pt x="91039" y="3221"/>
                    <a:pt x="92421" y="3672"/>
                    <a:pt x="93788" y="4166"/>
                  </a:cubicBezTo>
                  <a:cubicBezTo>
                    <a:pt x="95155" y="4660"/>
                    <a:pt x="96507" y="5196"/>
                    <a:pt x="97840" y="5774"/>
                  </a:cubicBezTo>
                  <a:cubicBezTo>
                    <a:pt x="99174" y="6352"/>
                    <a:pt x="100489" y="6972"/>
                    <a:pt x="101784" y="7632"/>
                  </a:cubicBezTo>
                  <a:cubicBezTo>
                    <a:pt x="103079" y="8292"/>
                    <a:pt x="104353" y="8992"/>
                    <a:pt x="105605" y="9731"/>
                  </a:cubicBezTo>
                  <a:cubicBezTo>
                    <a:pt x="106856" y="10471"/>
                    <a:pt x="108084" y="11249"/>
                    <a:pt x="109287" y="12064"/>
                  </a:cubicBezTo>
                  <a:cubicBezTo>
                    <a:pt x="110490" y="12880"/>
                    <a:pt x="111667" y="13733"/>
                    <a:pt x="112817" y="14622"/>
                  </a:cubicBezTo>
                  <a:cubicBezTo>
                    <a:pt x="113967" y="15511"/>
                    <a:pt x="115089" y="16436"/>
                    <a:pt x="116181" y="17395"/>
                  </a:cubicBezTo>
                  <a:cubicBezTo>
                    <a:pt x="117273" y="18354"/>
                    <a:pt x="118336" y="19346"/>
                    <a:pt x="119366" y="20372"/>
                  </a:cubicBezTo>
                  <a:cubicBezTo>
                    <a:pt x="120397" y="21397"/>
                    <a:pt x="121395" y="22453"/>
                    <a:pt x="122360" y="23541"/>
                  </a:cubicBezTo>
                  <a:cubicBezTo>
                    <a:pt x="123324" y="24628"/>
                    <a:pt x="124255" y="25745"/>
                    <a:pt x="125150" y="26890"/>
                  </a:cubicBezTo>
                  <a:cubicBezTo>
                    <a:pt x="126045" y="28035"/>
                    <a:pt x="126904" y="29208"/>
                    <a:pt x="127727" y="30406"/>
                  </a:cubicBezTo>
                  <a:cubicBezTo>
                    <a:pt x="128549" y="31605"/>
                    <a:pt x="129333" y="32829"/>
                    <a:pt x="130079" y="34077"/>
                  </a:cubicBezTo>
                  <a:cubicBezTo>
                    <a:pt x="130825" y="35324"/>
                    <a:pt x="131532" y="36594"/>
                    <a:pt x="132199" y="37886"/>
                  </a:cubicBezTo>
                  <a:cubicBezTo>
                    <a:pt x="132866" y="39177"/>
                    <a:pt x="133492" y="40489"/>
                    <a:pt x="134077" y="41820"/>
                  </a:cubicBezTo>
                  <a:cubicBezTo>
                    <a:pt x="134662" y="43150"/>
                    <a:pt x="135206" y="44499"/>
                    <a:pt x="135707" y="45863"/>
                  </a:cubicBezTo>
                  <a:cubicBezTo>
                    <a:pt x="136208" y="47227"/>
                    <a:pt x="136667" y="48607"/>
                    <a:pt x="137082" y="50000"/>
                  </a:cubicBezTo>
                  <a:lnTo>
                    <a:pt x="154982" y="50000"/>
                  </a:lnTo>
                  <a:cubicBezTo>
                    <a:pt x="155925" y="50000"/>
                    <a:pt x="156867" y="50030"/>
                    <a:pt x="157808" y="50089"/>
                  </a:cubicBezTo>
                  <a:cubicBezTo>
                    <a:pt x="158748" y="50148"/>
                    <a:pt x="159687" y="50237"/>
                    <a:pt x="160622" y="50355"/>
                  </a:cubicBezTo>
                  <a:cubicBezTo>
                    <a:pt x="161557" y="50473"/>
                    <a:pt x="162488" y="50620"/>
                    <a:pt x="163414" y="50797"/>
                  </a:cubicBezTo>
                  <a:cubicBezTo>
                    <a:pt x="164340" y="50974"/>
                    <a:pt x="165260" y="51179"/>
                    <a:pt x="166173" y="51414"/>
                  </a:cubicBezTo>
                  <a:cubicBezTo>
                    <a:pt x="167086" y="51648"/>
                    <a:pt x="167991" y="51911"/>
                    <a:pt x="168888" y="52202"/>
                  </a:cubicBezTo>
                  <a:cubicBezTo>
                    <a:pt x="169784" y="52494"/>
                    <a:pt x="170671" y="52813"/>
                    <a:pt x="171548" y="53160"/>
                  </a:cubicBezTo>
                  <a:cubicBezTo>
                    <a:pt x="172424" y="53507"/>
                    <a:pt x="173289" y="53881"/>
                    <a:pt x="174142" y="54283"/>
                  </a:cubicBezTo>
                  <a:cubicBezTo>
                    <a:pt x="174995" y="54684"/>
                    <a:pt x="175835" y="55112"/>
                    <a:pt x="176661" y="55566"/>
                  </a:cubicBezTo>
                  <a:cubicBezTo>
                    <a:pt x="177487" y="56020"/>
                    <a:pt x="178298" y="56500"/>
                    <a:pt x="179094" y="57005"/>
                  </a:cubicBezTo>
                  <a:cubicBezTo>
                    <a:pt x="179890" y="57510"/>
                    <a:pt x="180670" y="58040"/>
                    <a:pt x="181432" y="58594"/>
                  </a:cubicBezTo>
                  <a:cubicBezTo>
                    <a:pt x="182195" y="59148"/>
                    <a:pt x="182940" y="59726"/>
                    <a:pt x="183666" y="60327"/>
                  </a:cubicBezTo>
                  <a:cubicBezTo>
                    <a:pt x="184392" y="60928"/>
                    <a:pt x="185100" y="61551"/>
                    <a:pt x="185787" y="62196"/>
                  </a:cubicBezTo>
                  <a:cubicBezTo>
                    <a:pt x="186474" y="62842"/>
                    <a:pt x="187140" y="63508"/>
                    <a:pt x="187786" y="64195"/>
                  </a:cubicBezTo>
                  <a:cubicBezTo>
                    <a:pt x="188431" y="64882"/>
                    <a:pt x="189054" y="65590"/>
                    <a:pt x="189655" y="66316"/>
                  </a:cubicBezTo>
                  <a:cubicBezTo>
                    <a:pt x="190256" y="67042"/>
                    <a:pt x="190834" y="67787"/>
                    <a:pt x="191388" y="68550"/>
                  </a:cubicBezTo>
                  <a:cubicBezTo>
                    <a:pt x="191942" y="69312"/>
                    <a:pt x="192472" y="70092"/>
                    <a:pt x="192977" y="70888"/>
                  </a:cubicBezTo>
                  <a:cubicBezTo>
                    <a:pt x="193482" y="71684"/>
                    <a:pt x="193962" y="72495"/>
                    <a:pt x="194416" y="73321"/>
                  </a:cubicBezTo>
                  <a:cubicBezTo>
                    <a:pt x="194870" y="74147"/>
                    <a:pt x="195298" y="74987"/>
                    <a:pt x="195699" y="75840"/>
                  </a:cubicBezTo>
                  <a:cubicBezTo>
                    <a:pt x="196101" y="76693"/>
                    <a:pt x="196475" y="77558"/>
                    <a:pt x="196822" y="78434"/>
                  </a:cubicBezTo>
                  <a:cubicBezTo>
                    <a:pt x="197169" y="79311"/>
                    <a:pt x="197488" y="80198"/>
                    <a:pt x="197780" y="81094"/>
                  </a:cubicBezTo>
                  <a:cubicBezTo>
                    <a:pt x="198071" y="81991"/>
                    <a:pt x="198334" y="82896"/>
                    <a:pt x="198568" y="83809"/>
                  </a:cubicBezTo>
                  <a:cubicBezTo>
                    <a:pt x="198803" y="84722"/>
                    <a:pt x="199008" y="85642"/>
                    <a:pt x="199185" y="86568"/>
                  </a:cubicBezTo>
                  <a:cubicBezTo>
                    <a:pt x="199362" y="87494"/>
                    <a:pt x="199509" y="88425"/>
                    <a:pt x="199627" y="89360"/>
                  </a:cubicBezTo>
                  <a:cubicBezTo>
                    <a:pt x="199745" y="90295"/>
                    <a:pt x="199834" y="91234"/>
                    <a:pt x="199893" y="92174"/>
                  </a:cubicBezTo>
                  <a:cubicBezTo>
                    <a:pt x="199952" y="93115"/>
                    <a:pt x="199982" y="94057"/>
                    <a:pt x="199982" y="95000"/>
                  </a:cubicBezTo>
                  <a:cubicBezTo>
                    <a:pt x="199982" y="95943"/>
                    <a:pt x="199952" y="96885"/>
                    <a:pt x="199893" y="97826"/>
                  </a:cubicBezTo>
                  <a:cubicBezTo>
                    <a:pt x="199834" y="98766"/>
                    <a:pt x="199745" y="99705"/>
                    <a:pt x="199627" y="100640"/>
                  </a:cubicBezTo>
                  <a:cubicBezTo>
                    <a:pt x="199509" y="101575"/>
                    <a:pt x="199362" y="102506"/>
                    <a:pt x="199185" y="103432"/>
                  </a:cubicBezTo>
                  <a:cubicBezTo>
                    <a:pt x="199008" y="104358"/>
                    <a:pt x="198803" y="105278"/>
                    <a:pt x="198568" y="106191"/>
                  </a:cubicBezTo>
                  <a:cubicBezTo>
                    <a:pt x="198334" y="107104"/>
                    <a:pt x="198071" y="108009"/>
                    <a:pt x="197780" y="108906"/>
                  </a:cubicBezTo>
                  <a:cubicBezTo>
                    <a:pt x="197488" y="109802"/>
                    <a:pt x="197169" y="110689"/>
                    <a:pt x="196822" y="111566"/>
                  </a:cubicBezTo>
                  <a:cubicBezTo>
                    <a:pt x="196475" y="112442"/>
                    <a:pt x="196101" y="113307"/>
                    <a:pt x="195699" y="114160"/>
                  </a:cubicBezTo>
                  <a:cubicBezTo>
                    <a:pt x="195298" y="115013"/>
                    <a:pt x="194870" y="115853"/>
                    <a:pt x="194416" y="116679"/>
                  </a:cubicBezTo>
                  <a:cubicBezTo>
                    <a:pt x="193962" y="117505"/>
                    <a:pt x="193482" y="118316"/>
                    <a:pt x="192977" y="119112"/>
                  </a:cubicBezTo>
                  <a:cubicBezTo>
                    <a:pt x="192472" y="119908"/>
                    <a:pt x="191942" y="120688"/>
                    <a:pt x="191388" y="121450"/>
                  </a:cubicBezTo>
                  <a:cubicBezTo>
                    <a:pt x="190834" y="122213"/>
                    <a:pt x="190256" y="122958"/>
                    <a:pt x="189655" y="123684"/>
                  </a:cubicBezTo>
                  <a:cubicBezTo>
                    <a:pt x="189054" y="124410"/>
                    <a:pt x="188431" y="125118"/>
                    <a:pt x="187786" y="125805"/>
                  </a:cubicBezTo>
                  <a:cubicBezTo>
                    <a:pt x="187140" y="126492"/>
                    <a:pt x="186474" y="127158"/>
                    <a:pt x="185787" y="127804"/>
                  </a:cubicBezTo>
                  <a:cubicBezTo>
                    <a:pt x="185100" y="128449"/>
                    <a:pt x="184392" y="129072"/>
                    <a:pt x="183666" y="129673"/>
                  </a:cubicBezTo>
                  <a:cubicBezTo>
                    <a:pt x="182940" y="130274"/>
                    <a:pt x="182195" y="130852"/>
                    <a:pt x="181432" y="131406"/>
                  </a:cubicBezTo>
                  <a:cubicBezTo>
                    <a:pt x="180670" y="131960"/>
                    <a:pt x="179890" y="132490"/>
                    <a:pt x="179094" y="132995"/>
                  </a:cubicBezTo>
                  <a:cubicBezTo>
                    <a:pt x="178298" y="133500"/>
                    <a:pt x="177487" y="133980"/>
                    <a:pt x="176661" y="134434"/>
                  </a:cubicBezTo>
                  <a:cubicBezTo>
                    <a:pt x="175835" y="134888"/>
                    <a:pt x="174995" y="135316"/>
                    <a:pt x="174142" y="135717"/>
                  </a:cubicBezTo>
                  <a:cubicBezTo>
                    <a:pt x="173289" y="136119"/>
                    <a:pt x="172424" y="136493"/>
                    <a:pt x="171548" y="136840"/>
                  </a:cubicBezTo>
                  <a:cubicBezTo>
                    <a:pt x="170671" y="137187"/>
                    <a:pt x="169784" y="137506"/>
                    <a:pt x="168888" y="137798"/>
                  </a:cubicBezTo>
                  <a:cubicBezTo>
                    <a:pt x="167991" y="138089"/>
                    <a:pt x="167086" y="138352"/>
                    <a:pt x="166173" y="138586"/>
                  </a:cubicBezTo>
                  <a:cubicBezTo>
                    <a:pt x="165260" y="138821"/>
                    <a:pt x="164340" y="139026"/>
                    <a:pt x="163414" y="139203"/>
                  </a:cubicBezTo>
                  <a:cubicBezTo>
                    <a:pt x="162488" y="139380"/>
                    <a:pt x="161557" y="139527"/>
                    <a:pt x="160622" y="139645"/>
                  </a:cubicBezTo>
                  <a:cubicBezTo>
                    <a:pt x="159687" y="139763"/>
                    <a:pt x="158748" y="139852"/>
                    <a:pt x="157808" y="139911"/>
                  </a:cubicBezTo>
                  <a:cubicBezTo>
                    <a:pt x="156867" y="139970"/>
                    <a:pt x="155925" y="140000"/>
                    <a:pt x="154982" y="1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8" name="probe-lucide-cloud-lightning" descr="cloud-lightning — Lucide Icons and Contributors; preserve the bundled full upstream license. Source: https://github.com/lucide-icons/lucide/blob/20aef31db93fe4d9f398dbb15b120d99c48eef95/icons/cloud-lightning.svg; SVG SHA256: 9966e87d16d255878fd34efa1174cf1756fb5755c1f63e7ff1df4db5d2fefc36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59" name="probe-lucide-cloud-lightning-part-1"/>
            <p:cNvSpPr/>
            <p:nvPr/>
          </p:nvSpPr>
          <p:spPr>
            <a:xfrm>
              <a:off x="20026" y="30027"/>
              <a:ext cx="200053" cy="139703"/>
            </a:xfrm>
            <a:custGeom>
              <a:avLst/>
              <a:gdLst/>
              <a:ahLst/>
              <a:cxnLst/>
              <a:rect l="0" t="0" r="r" b="b"/>
              <a:pathLst>
                <a:path w="200053" h="139703">
                  <a:moveTo>
                    <a:pt x="39974" y="133233"/>
                  </a:moveTo>
                  <a:cubicBezTo>
                    <a:pt x="38664" y="132611"/>
                    <a:pt x="37373" y="131948"/>
                    <a:pt x="36103" y="131246"/>
                  </a:cubicBezTo>
                  <a:cubicBezTo>
                    <a:pt x="34834" y="130543"/>
                    <a:pt x="33587" y="129801"/>
                    <a:pt x="32364" y="129021"/>
                  </a:cubicBezTo>
                  <a:cubicBezTo>
                    <a:pt x="31140" y="128241"/>
                    <a:pt x="29942" y="127423"/>
                    <a:pt x="28769" y="126569"/>
                  </a:cubicBezTo>
                  <a:cubicBezTo>
                    <a:pt x="27597" y="125714"/>
                    <a:pt x="26451" y="124824"/>
                    <a:pt x="25334" y="123898"/>
                  </a:cubicBezTo>
                  <a:cubicBezTo>
                    <a:pt x="24217" y="122972"/>
                    <a:pt x="23129" y="122012"/>
                    <a:pt x="22072" y="121019"/>
                  </a:cubicBezTo>
                  <a:cubicBezTo>
                    <a:pt x="21015" y="120025"/>
                    <a:pt x="19988" y="118999"/>
                    <a:pt x="18995" y="117942"/>
                  </a:cubicBezTo>
                  <a:cubicBezTo>
                    <a:pt x="18001" y="116885"/>
                    <a:pt x="17041" y="115797"/>
                    <a:pt x="16115" y="114681"/>
                  </a:cubicBezTo>
                  <a:cubicBezTo>
                    <a:pt x="15189" y="113564"/>
                    <a:pt x="14297" y="112419"/>
                    <a:pt x="13443" y="111246"/>
                  </a:cubicBezTo>
                  <a:cubicBezTo>
                    <a:pt x="12588" y="110074"/>
                    <a:pt x="11770" y="108876"/>
                    <a:pt x="10989" y="107653"/>
                  </a:cubicBezTo>
                  <a:cubicBezTo>
                    <a:pt x="10209" y="106430"/>
                    <a:pt x="9467" y="105183"/>
                    <a:pt x="8764" y="103914"/>
                  </a:cubicBezTo>
                  <a:cubicBezTo>
                    <a:pt x="8061" y="102645"/>
                    <a:pt x="7398" y="101354"/>
                    <a:pt x="6775" y="100043"/>
                  </a:cubicBezTo>
                  <a:cubicBezTo>
                    <a:pt x="6152" y="98733"/>
                    <a:pt x="5571" y="97404"/>
                    <a:pt x="5031" y="96057"/>
                  </a:cubicBezTo>
                  <a:cubicBezTo>
                    <a:pt x="4491" y="94711"/>
                    <a:pt x="3993" y="93348"/>
                    <a:pt x="3537" y="91970"/>
                  </a:cubicBezTo>
                  <a:cubicBezTo>
                    <a:pt x="3082" y="90593"/>
                    <a:pt x="2669" y="89202"/>
                    <a:pt x="2301" y="87799"/>
                  </a:cubicBezTo>
                  <a:cubicBezTo>
                    <a:pt x="1932" y="86395"/>
                    <a:pt x="1607" y="84981"/>
                    <a:pt x="1326" y="83558"/>
                  </a:cubicBezTo>
                  <a:cubicBezTo>
                    <a:pt x="1045" y="82135"/>
                    <a:pt x="808" y="80703"/>
                    <a:pt x="616" y="79265"/>
                  </a:cubicBezTo>
                  <a:cubicBezTo>
                    <a:pt x="424" y="77827"/>
                    <a:pt x="277" y="76383"/>
                    <a:pt x="174" y="74936"/>
                  </a:cubicBezTo>
                  <a:cubicBezTo>
                    <a:pt x="72" y="73489"/>
                    <a:pt x="15" y="72039"/>
                    <a:pt x="2" y="70588"/>
                  </a:cubicBezTo>
                  <a:cubicBezTo>
                    <a:pt x="-10" y="69138"/>
                    <a:pt x="23" y="67687"/>
                    <a:pt x="101" y="66238"/>
                  </a:cubicBezTo>
                  <a:cubicBezTo>
                    <a:pt x="179" y="64790"/>
                    <a:pt x="302" y="63344"/>
                    <a:pt x="470" y="61903"/>
                  </a:cubicBezTo>
                  <a:cubicBezTo>
                    <a:pt x="638" y="60462"/>
                    <a:pt x="850" y="59026"/>
                    <a:pt x="1107" y="57598"/>
                  </a:cubicBezTo>
                  <a:cubicBezTo>
                    <a:pt x="1364" y="56170"/>
                    <a:pt x="1666" y="54751"/>
                    <a:pt x="2011" y="53342"/>
                  </a:cubicBezTo>
                  <a:cubicBezTo>
                    <a:pt x="2356" y="51933"/>
                    <a:pt x="2745" y="50535"/>
                    <a:pt x="3177" y="49150"/>
                  </a:cubicBezTo>
                  <a:cubicBezTo>
                    <a:pt x="3609" y="47765"/>
                    <a:pt x="4084" y="46394"/>
                    <a:pt x="4602" y="45038"/>
                  </a:cubicBezTo>
                  <a:cubicBezTo>
                    <a:pt x="5119" y="43683"/>
                    <a:pt x="5678" y="42344"/>
                    <a:pt x="6279" y="41023"/>
                  </a:cubicBezTo>
                  <a:cubicBezTo>
                    <a:pt x="6880" y="39703"/>
                    <a:pt x="7521" y="38401"/>
                    <a:pt x="8202" y="37120"/>
                  </a:cubicBezTo>
                  <a:cubicBezTo>
                    <a:pt x="8884" y="35840"/>
                    <a:pt x="9605" y="34580"/>
                    <a:pt x="10365" y="33344"/>
                  </a:cubicBezTo>
                  <a:cubicBezTo>
                    <a:pt x="11124" y="32108"/>
                    <a:pt x="11922" y="30896"/>
                    <a:pt x="12757" y="29710"/>
                  </a:cubicBezTo>
                  <a:cubicBezTo>
                    <a:pt x="13592" y="28524"/>
                    <a:pt x="14464" y="27364"/>
                    <a:pt x="15371" y="26231"/>
                  </a:cubicBezTo>
                  <a:cubicBezTo>
                    <a:pt x="16278" y="25099"/>
                    <a:pt x="17220" y="23995"/>
                    <a:pt x="18196" y="22922"/>
                  </a:cubicBezTo>
                  <a:cubicBezTo>
                    <a:pt x="19172" y="21848"/>
                    <a:pt x="20181" y="20805"/>
                    <a:pt x="21221" y="19794"/>
                  </a:cubicBezTo>
                  <a:cubicBezTo>
                    <a:pt x="22262" y="18783"/>
                    <a:pt x="23333" y="17805"/>
                    <a:pt x="24435" y="16861"/>
                  </a:cubicBezTo>
                  <a:cubicBezTo>
                    <a:pt x="25536" y="15916"/>
                    <a:pt x="26666" y="15006"/>
                    <a:pt x="27824" y="14132"/>
                  </a:cubicBezTo>
                  <a:cubicBezTo>
                    <a:pt x="28982" y="13258"/>
                    <a:pt x="30167" y="12420"/>
                    <a:pt x="31377" y="11620"/>
                  </a:cubicBezTo>
                  <a:cubicBezTo>
                    <a:pt x="32587" y="10819"/>
                    <a:pt x="33821" y="10057"/>
                    <a:pt x="35079" y="9333"/>
                  </a:cubicBezTo>
                  <a:cubicBezTo>
                    <a:pt x="36336" y="8609"/>
                    <a:pt x="37616" y="7925"/>
                    <a:pt x="38915" y="7280"/>
                  </a:cubicBezTo>
                  <a:cubicBezTo>
                    <a:pt x="40215" y="6636"/>
                    <a:pt x="41535" y="6032"/>
                    <a:pt x="42872" y="5470"/>
                  </a:cubicBezTo>
                  <a:cubicBezTo>
                    <a:pt x="44210" y="4908"/>
                    <a:pt x="45564" y="4388"/>
                    <a:pt x="46934" y="3909"/>
                  </a:cubicBezTo>
                  <a:cubicBezTo>
                    <a:pt x="48304" y="3431"/>
                    <a:pt x="49688" y="2996"/>
                    <a:pt x="51085" y="2604"/>
                  </a:cubicBezTo>
                  <a:cubicBezTo>
                    <a:pt x="52482" y="2212"/>
                    <a:pt x="53890" y="1864"/>
                    <a:pt x="55309" y="1559"/>
                  </a:cubicBezTo>
                  <a:cubicBezTo>
                    <a:pt x="56727" y="1255"/>
                    <a:pt x="58155" y="994"/>
                    <a:pt x="59589" y="778"/>
                  </a:cubicBezTo>
                  <a:cubicBezTo>
                    <a:pt x="61024" y="563"/>
                    <a:pt x="62465" y="392"/>
                    <a:pt x="63910" y="265"/>
                  </a:cubicBezTo>
                  <a:cubicBezTo>
                    <a:pt x="65355" y="139"/>
                    <a:pt x="66804" y="58"/>
                    <a:pt x="68255" y="22"/>
                  </a:cubicBezTo>
                  <a:cubicBezTo>
                    <a:pt x="69705" y="-14"/>
                    <a:pt x="71156" y="-5"/>
                    <a:pt x="72606" y="49"/>
                  </a:cubicBezTo>
                  <a:cubicBezTo>
                    <a:pt x="74056" y="103"/>
                    <a:pt x="75503" y="202"/>
                    <a:pt x="76947" y="346"/>
                  </a:cubicBezTo>
                  <a:cubicBezTo>
                    <a:pt x="78390" y="490"/>
                    <a:pt x="79829" y="678"/>
                    <a:pt x="81261" y="912"/>
                  </a:cubicBezTo>
                  <a:cubicBezTo>
                    <a:pt x="82693" y="1145"/>
                    <a:pt x="84117" y="1423"/>
                    <a:pt x="85532" y="1745"/>
                  </a:cubicBezTo>
                  <a:cubicBezTo>
                    <a:pt x="86946" y="2067"/>
                    <a:pt x="88351" y="2433"/>
                    <a:pt x="89743" y="2842"/>
                  </a:cubicBezTo>
                  <a:cubicBezTo>
                    <a:pt x="91134" y="3251"/>
                    <a:pt x="92513" y="3703"/>
                    <a:pt x="93877" y="4198"/>
                  </a:cubicBezTo>
                  <a:cubicBezTo>
                    <a:pt x="95241" y="4693"/>
                    <a:pt x="96589" y="5230"/>
                    <a:pt x="97919" y="5809"/>
                  </a:cubicBezTo>
                  <a:cubicBezTo>
                    <a:pt x="99250" y="6387"/>
                    <a:pt x="100562" y="7007"/>
                    <a:pt x="101853" y="7667"/>
                  </a:cubicBezTo>
                  <a:cubicBezTo>
                    <a:pt x="103145" y="8328"/>
                    <a:pt x="104416" y="9028"/>
                    <a:pt x="105665" y="9767"/>
                  </a:cubicBezTo>
                  <a:cubicBezTo>
                    <a:pt x="106913" y="10506"/>
                    <a:pt x="108138" y="11284"/>
                    <a:pt x="109338" y="12099"/>
                  </a:cubicBezTo>
                  <a:cubicBezTo>
                    <a:pt x="110538" y="12914"/>
                    <a:pt x="111712" y="13767"/>
                    <a:pt x="112860" y="14655"/>
                  </a:cubicBezTo>
                  <a:cubicBezTo>
                    <a:pt x="114007" y="15543"/>
                    <a:pt x="115126" y="16467"/>
                    <a:pt x="116215" y="17425"/>
                  </a:cubicBezTo>
                  <a:cubicBezTo>
                    <a:pt x="117305" y="18383"/>
                    <a:pt x="118365" y="19374"/>
                    <a:pt x="119393" y="20398"/>
                  </a:cubicBezTo>
                  <a:cubicBezTo>
                    <a:pt x="120421" y="21422"/>
                    <a:pt x="121417" y="22477"/>
                    <a:pt x="122379" y="23562"/>
                  </a:cubicBezTo>
                  <a:cubicBezTo>
                    <a:pt x="123341" y="24648"/>
                    <a:pt x="124270" y="25763"/>
                    <a:pt x="125163" y="26907"/>
                  </a:cubicBezTo>
                  <a:cubicBezTo>
                    <a:pt x="126056" y="28050"/>
                    <a:pt x="126913" y="29221"/>
                    <a:pt x="127734" y="30417"/>
                  </a:cubicBezTo>
                  <a:cubicBezTo>
                    <a:pt x="128554" y="31614"/>
                    <a:pt x="129337" y="32835"/>
                    <a:pt x="130082" y="34081"/>
                  </a:cubicBezTo>
                  <a:cubicBezTo>
                    <a:pt x="130826" y="35326"/>
                    <a:pt x="131532" y="36594"/>
                    <a:pt x="132197" y="37883"/>
                  </a:cubicBezTo>
                  <a:cubicBezTo>
                    <a:pt x="132863" y="39172"/>
                    <a:pt x="133488" y="40481"/>
                    <a:pt x="134072" y="41809"/>
                  </a:cubicBezTo>
                  <a:cubicBezTo>
                    <a:pt x="134657" y="43137"/>
                    <a:pt x="135200" y="44483"/>
                    <a:pt x="135700" y="45845"/>
                  </a:cubicBezTo>
                  <a:cubicBezTo>
                    <a:pt x="136201" y="47206"/>
                    <a:pt x="136659" y="48583"/>
                    <a:pt x="137074" y="49973"/>
                  </a:cubicBezTo>
                  <a:lnTo>
                    <a:pt x="154974" y="49973"/>
                  </a:lnTo>
                  <a:cubicBezTo>
                    <a:pt x="155903" y="49972"/>
                    <a:pt x="156831" y="49999"/>
                    <a:pt x="157759" y="50055"/>
                  </a:cubicBezTo>
                  <a:cubicBezTo>
                    <a:pt x="158686" y="50110"/>
                    <a:pt x="159611" y="50195"/>
                    <a:pt x="160533" y="50308"/>
                  </a:cubicBezTo>
                  <a:cubicBezTo>
                    <a:pt x="161454" y="50421"/>
                    <a:pt x="162373" y="50563"/>
                    <a:pt x="163286" y="50733"/>
                  </a:cubicBezTo>
                  <a:cubicBezTo>
                    <a:pt x="164199" y="50903"/>
                    <a:pt x="165106" y="51101"/>
                    <a:pt x="166007" y="51327"/>
                  </a:cubicBezTo>
                  <a:cubicBezTo>
                    <a:pt x="166908" y="51553"/>
                    <a:pt x="167802" y="51807"/>
                    <a:pt x="168687" y="52088"/>
                  </a:cubicBezTo>
                  <a:cubicBezTo>
                    <a:pt x="169572" y="52370"/>
                    <a:pt x="170448" y="52679"/>
                    <a:pt x="171314" y="53014"/>
                  </a:cubicBezTo>
                  <a:cubicBezTo>
                    <a:pt x="172180" y="53350"/>
                    <a:pt x="173036" y="53712"/>
                    <a:pt x="173879" y="54101"/>
                  </a:cubicBezTo>
                  <a:cubicBezTo>
                    <a:pt x="174723" y="54489"/>
                    <a:pt x="175554" y="54904"/>
                    <a:pt x="176372" y="55344"/>
                  </a:cubicBezTo>
                  <a:cubicBezTo>
                    <a:pt x="177190" y="55784"/>
                    <a:pt x="177994" y="56249"/>
                    <a:pt x="178783" y="56739"/>
                  </a:cubicBezTo>
                  <a:cubicBezTo>
                    <a:pt x="179572" y="57229"/>
                    <a:pt x="180346" y="57743"/>
                    <a:pt x="181103" y="58280"/>
                  </a:cubicBezTo>
                  <a:cubicBezTo>
                    <a:pt x="181861" y="58818"/>
                    <a:pt x="182601" y="59379"/>
                    <a:pt x="183324" y="59963"/>
                  </a:cubicBezTo>
                  <a:cubicBezTo>
                    <a:pt x="184046" y="60546"/>
                    <a:pt x="184751" y="61152"/>
                    <a:pt x="185436" y="61779"/>
                  </a:cubicBezTo>
                  <a:cubicBezTo>
                    <a:pt x="186121" y="62406"/>
                    <a:pt x="186787" y="63054"/>
                    <a:pt x="187432" y="63723"/>
                  </a:cubicBezTo>
                  <a:cubicBezTo>
                    <a:pt x="188077" y="64391"/>
                    <a:pt x="188701" y="65079"/>
                    <a:pt x="189303" y="65786"/>
                  </a:cubicBezTo>
                  <a:cubicBezTo>
                    <a:pt x="189905" y="66493"/>
                    <a:pt x="190486" y="67218"/>
                    <a:pt x="191043" y="67961"/>
                  </a:cubicBezTo>
                  <a:cubicBezTo>
                    <a:pt x="191601" y="68704"/>
                    <a:pt x="192135" y="69464"/>
                    <a:pt x="192646" y="70240"/>
                  </a:cubicBezTo>
                  <a:cubicBezTo>
                    <a:pt x="193156" y="71015"/>
                    <a:pt x="193643" y="71807"/>
                    <a:pt x="194104" y="72613"/>
                  </a:cubicBezTo>
                  <a:cubicBezTo>
                    <a:pt x="194566" y="73419"/>
                    <a:pt x="195002" y="74239"/>
                    <a:pt x="195413" y="75072"/>
                  </a:cubicBezTo>
                  <a:cubicBezTo>
                    <a:pt x="195824" y="75905"/>
                    <a:pt x="196208" y="76751"/>
                    <a:pt x="196567" y="77607"/>
                  </a:cubicBezTo>
                  <a:cubicBezTo>
                    <a:pt x="196925" y="78464"/>
                    <a:pt x="197257" y="79332"/>
                    <a:pt x="197562" y="80209"/>
                  </a:cubicBezTo>
                  <a:cubicBezTo>
                    <a:pt x="197866" y="81087"/>
                    <a:pt x="198144" y="81973"/>
                    <a:pt x="198394" y="82868"/>
                  </a:cubicBezTo>
                  <a:cubicBezTo>
                    <a:pt x="198644" y="83762"/>
                    <a:pt x="198866" y="84664"/>
                    <a:pt x="199060" y="85573"/>
                  </a:cubicBezTo>
                  <a:cubicBezTo>
                    <a:pt x="199254" y="86481"/>
                    <a:pt x="199420" y="87395"/>
                    <a:pt x="199557" y="88314"/>
                  </a:cubicBezTo>
                  <a:cubicBezTo>
                    <a:pt x="199695" y="89232"/>
                    <a:pt x="199804" y="90155"/>
                    <a:pt x="199884" y="91080"/>
                  </a:cubicBezTo>
                  <a:cubicBezTo>
                    <a:pt x="199964" y="92005"/>
                    <a:pt x="200016" y="92933"/>
                    <a:pt x="200039" y="93861"/>
                  </a:cubicBezTo>
                  <a:cubicBezTo>
                    <a:pt x="200062" y="94790"/>
                    <a:pt x="200056" y="95719"/>
                    <a:pt x="200021" y="96647"/>
                  </a:cubicBezTo>
                  <a:cubicBezTo>
                    <a:pt x="199987" y="97575"/>
                    <a:pt x="199924" y="98502"/>
                    <a:pt x="199832" y="99426"/>
                  </a:cubicBezTo>
                  <a:cubicBezTo>
                    <a:pt x="199740" y="100350"/>
                    <a:pt x="199619" y="101272"/>
                    <a:pt x="199470" y="102188"/>
                  </a:cubicBezTo>
                  <a:cubicBezTo>
                    <a:pt x="199321" y="103105"/>
                    <a:pt x="199144" y="104017"/>
                    <a:pt x="198939" y="104923"/>
                  </a:cubicBezTo>
                  <a:cubicBezTo>
                    <a:pt x="198733" y="105829"/>
                    <a:pt x="198500" y="106728"/>
                    <a:pt x="198239" y="107619"/>
                  </a:cubicBezTo>
                  <a:cubicBezTo>
                    <a:pt x="197978" y="108510"/>
                    <a:pt x="197690" y="109394"/>
                    <a:pt x="197374" y="110267"/>
                  </a:cubicBezTo>
                  <a:cubicBezTo>
                    <a:pt x="197058" y="111141"/>
                    <a:pt x="196716" y="112004"/>
                    <a:pt x="196347" y="112856"/>
                  </a:cubicBezTo>
                  <a:cubicBezTo>
                    <a:pt x="195977" y="113709"/>
                    <a:pt x="195582" y="114549"/>
                    <a:pt x="195161" y="115377"/>
                  </a:cubicBezTo>
                  <a:cubicBezTo>
                    <a:pt x="194740" y="116205"/>
                    <a:pt x="194293" y="117019"/>
                    <a:pt x="193822" y="117820"/>
                  </a:cubicBezTo>
                  <a:cubicBezTo>
                    <a:pt x="193350" y="118620"/>
                    <a:pt x="192854" y="119405"/>
                    <a:pt x="192334" y="120175"/>
                  </a:cubicBezTo>
                  <a:cubicBezTo>
                    <a:pt x="191814" y="120944"/>
                    <a:pt x="191270" y="121697"/>
                    <a:pt x="190703" y="122433"/>
                  </a:cubicBezTo>
                  <a:cubicBezTo>
                    <a:pt x="190136" y="123169"/>
                    <a:pt x="189547" y="123887"/>
                    <a:pt x="188936" y="124586"/>
                  </a:cubicBezTo>
                  <a:cubicBezTo>
                    <a:pt x="188324" y="125286"/>
                    <a:pt x="187692" y="125966"/>
                    <a:pt x="187038" y="126626"/>
                  </a:cubicBezTo>
                  <a:cubicBezTo>
                    <a:pt x="186385" y="127286"/>
                    <a:pt x="185712" y="127926"/>
                    <a:pt x="185019" y="128544"/>
                  </a:cubicBezTo>
                  <a:cubicBezTo>
                    <a:pt x="184326" y="129163"/>
                    <a:pt x="183614" y="129760"/>
                    <a:pt x="182884" y="130334"/>
                  </a:cubicBezTo>
                  <a:cubicBezTo>
                    <a:pt x="182154" y="130909"/>
                    <a:pt x="181407" y="131460"/>
                    <a:pt x="180643" y="131989"/>
                  </a:cubicBezTo>
                  <a:cubicBezTo>
                    <a:pt x="179879" y="132517"/>
                    <a:pt x="179099" y="133021"/>
                    <a:pt x="178304" y="133501"/>
                  </a:cubicBezTo>
                  <a:cubicBezTo>
                    <a:pt x="177508" y="133981"/>
                    <a:pt x="176699" y="134436"/>
                    <a:pt x="175875" y="134866"/>
                  </a:cubicBezTo>
                  <a:cubicBezTo>
                    <a:pt x="175052" y="135296"/>
                    <a:pt x="174215" y="135700"/>
                    <a:pt x="173367" y="136078"/>
                  </a:cubicBezTo>
                  <a:cubicBezTo>
                    <a:pt x="172519" y="136456"/>
                    <a:pt x="171659" y="136807"/>
                    <a:pt x="170789" y="137132"/>
                  </a:cubicBezTo>
                  <a:cubicBezTo>
                    <a:pt x="169918" y="137457"/>
                    <a:pt x="169038" y="137755"/>
                    <a:pt x="168150" y="138025"/>
                  </a:cubicBezTo>
                  <a:cubicBezTo>
                    <a:pt x="167261" y="138295"/>
                    <a:pt x="166365" y="138538"/>
                    <a:pt x="165461" y="138753"/>
                  </a:cubicBezTo>
                  <a:cubicBezTo>
                    <a:pt x="164557" y="138968"/>
                    <a:pt x="163647" y="139155"/>
                    <a:pt x="162732" y="139313"/>
                  </a:cubicBezTo>
                  <a:cubicBezTo>
                    <a:pt x="161817" y="139472"/>
                    <a:pt x="160897" y="139602"/>
                    <a:pt x="159974" y="139703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" name="probe-lucide-cloud-lightning-part-2"/>
            <p:cNvSpPr/>
            <p:nvPr/>
          </p:nvSpPr>
          <p:spPr>
            <a:xfrm>
              <a:off x="100000" y="120000"/>
              <a:ext cx="40000" cy="100000"/>
            </a:xfrm>
            <a:custGeom>
              <a:avLst/>
              <a:gdLst/>
              <a:ahLst/>
              <a:cxnLst/>
              <a:rect l="0" t="0" r="r" b="b"/>
              <a:pathLst>
                <a:path w="40000" h="100000">
                  <a:moveTo>
                    <a:pt x="30000" y="0"/>
                  </a:moveTo>
                  <a:lnTo>
                    <a:pt x="0" y="50000"/>
                  </a:lnTo>
                  <a:lnTo>
                    <a:pt x="40000" y="50000"/>
                  </a:lnTo>
                  <a:lnTo>
                    <a:pt x="1000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1" name="probe-lucide-cloud-rain" descr="cloud-rain — Lucide Icons and Contributors; preserve the bundled full upstream license. Source: https://github.com/lucide-icons/lucide/blob/20aef31db93fe4d9f398dbb15b120d99c48eef95/icons/cloud-rain.svg; SVG SHA256: 4230ba9d28d0a02c088ec0b21079b63aed9f2b7ee8493588adf34ee144bc307b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62" name="probe-lucide-cloud-rain-part-1"/>
            <p:cNvSpPr/>
            <p:nvPr/>
          </p:nvSpPr>
          <p:spPr>
            <a:xfrm>
              <a:off x="20026" y="30027"/>
              <a:ext cx="199979" cy="132393"/>
            </a:xfrm>
            <a:custGeom>
              <a:avLst/>
              <a:gdLst/>
              <a:ahLst/>
              <a:cxnLst/>
              <a:rect l="0" t="0" r="r" b="b"/>
              <a:pathLst>
                <a:path w="199979" h="132393">
                  <a:moveTo>
                    <a:pt x="19974" y="118963"/>
                  </a:moveTo>
                  <a:cubicBezTo>
                    <a:pt x="18954" y="117921"/>
                    <a:pt x="17966" y="116846"/>
                    <a:pt x="17013" y="115742"/>
                  </a:cubicBezTo>
                  <a:cubicBezTo>
                    <a:pt x="16059" y="114638"/>
                    <a:pt x="15141" y="113504"/>
                    <a:pt x="14258" y="112342"/>
                  </a:cubicBezTo>
                  <a:cubicBezTo>
                    <a:pt x="13376" y="111180"/>
                    <a:pt x="12530" y="109991"/>
                    <a:pt x="11722" y="108777"/>
                  </a:cubicBezTo>
                  <a:cubicBezTo>
                    <a:pt x="10914" y="107562"/>
                    <a:pt x="10144" y="106323"/>
                    <a:pt x="9413" y="105060"/>
                  </a:cubicBezTo>
                  <a:cubicBezTo>
                    <a:pt x="8682" y="103797"/>
                    <a:pt x="7991" y="102512"/>
                    <a:pt x="7341" y="101206"/>
                  </a:cubicBezTo>
                  <a:cubicBezTo>
                    <a:pt x="6690" y="99900"/>
                    <a:pt x="6081" y="98574"/>
                    <a:pt x="5513" y="97230"/>
                  </a:cubicBezTo>
                  <a:cubicBezTo>
                    <a:pt x="4946" y="95886"/>
                    <a:pt x="4421" y="94525"/>
                    <a:pt x="3938" y="93148"/>
                  </a:cubicBezTo>
                  <a:cubicBezTo>
                    <a:pt x="3456" y="91771"/>
                    <a:pt x="3016" y="90380"/>
                    <a:pt x="2621" y="88975"/>
                  </a:cubicBezTo>
                  <a:cubicBezTo>
                    <a:pt x="2225" y="87571"/>
                    <a:pt x="1874" y="86155"/>
                    <a:pt x="1567" y="84729"/>
                  </a:cubicBezTo>
                  <a:cubicBezTo>
                    <a:pt x="1260" y="83302"/>
                    <a:pt x="998" y="81867"/>
                    <a:pt x="781" y="80424"/>
                  </a:cubicBezTo>
                  <a:cubicBezTo>
                    <a:pt x="563" y="78982"/>
                    <a:pt x="391" y="77533"/>
                    <a:pt x="264" y="76079"/>
                  </a:cubicBezTo>
                  <a:cubicBezTo>
                    <a:pt x="138" y="74626"/>
                    <a:pt x="57" y="73169"/>
                    <a:pt x="21" y="71710"/>
                  </a:cubicBezTo>
                  <a:cubicBezTo>
                    <a:pt x="-15" y="70252"/>
                    <a:pt x="-5" y="68793"/>
                    <a:pt x="51" y="67335"/>
                  </a:cubicBezTo>
                  <a:cubicBezTo>
                    <a:pt x="106" y="65877"/>
                    <a:pt x="207" y="64421"/>
                    <a:pt x="354" y="62970"/>
                  </a:cubicBezTo>
                  <a:cubicBezTo>
                    <a:pt x="500" y="61518"/>
                    <a:pt x="692" y="60072"/>
                    <a:pt x="929" y="58632"/>
                  </a:cubicBezTo>
                  <a:cubicBezTo>
                    <a:pt x="1166" y="57192"/>
                    <a:pt x="1448" y="55761"/>
                    <a:pt x="1774" y="54339"/>
                  </a:cubicBezTo>
                  <a:cubicBezTo>
                    <a:pt x="2101" y="52917"/>
                    <a:pt x="2472" y="51506"/>
                    <a:pt x="2886" y="50107"/>
                  </a:cubicBezTo>
                  <a:cubicBezTo>
                    <a:pt x="3301" y="48708"/>
                    <a:pt x="3759" y="47323"/>
                    <a:pt x="4260" y="45952"/>
                  </a:cubicBezTo>
                  <a:cubicBezTo>
                    <a:pt x="4761" y="44582"/>
                    <a:pt x="5305" y="43228"/>
                    <a:pt x="5891" y="41892"/>
                  </a:cubicBezTo>
                  <a:cubicBezTo>
                    <a:pt x="6477" y="40556"/>
                    <a:pt x="7104" y="39239"/>
                    <a:pt x="7773" y="37942"/>
                  </a:cubicBezTo>
                  <a:cubicBezTo>
                    <a:pt x="8441" y="36645"/>
                    <a:pt x="9149" y="35369"/>
                    <a:pt x="9897" y="34116"/>
                  </a:cubicBezTo>
                  <a:cubicBezTo>
                    <a:pt x="10645" y="32864"/>
                    <a:pt x="11432" y="31635"/>
                    <a:pt x="12256" y="30431"/>
                  </a:cubicBezTo>
                  <a:cubicBezTo>
                    <a:pt x="13081" y="29228"/>
                    <a:pt x="13943" y="28051"/>
                    <a:pt x="14841" y="26901"/>
                  </a:cubicBezTo>
                  <a:cubicBezTo>
                    <a:pt x="15740" y="25751"/>
                    <a:pt x="16674" y="24630"/>
                    <a:pt x="17642" y="23539"/>
                  </a:cubicBezTo>
                  <a:cubicBezTo>
                    <a:pt x="18610" y="22448"/>
                    <a:pt x="19612" y="21387"/>
                    <a:pt x="20647" y="20358"/>
                  </a:cubicBezTo>
                  <a:cubicBezTo>
                    <a:pt x="21682" y="19330"/>
                    <a:pt x="22748" y="18334"/>
                    <a:pt x="23845" y="17372"/>
                  </a:cubicBezTo>
                  <a:cubicBezTo>
                    <a:pt x="24942" y="16410"/>
                    <a:pt x="26068" y="15483"/>
                    <a:pt x="27223" y="14591"/>
                  </a:cubicBezTo>
                  <a:cubicBezTo>
                    <a:pt x="28378" y="13700"/>
                    <a:pt x="29560" y="12844"/>
                    <a:pt x="30769" y="12027"/>
                  </a:cubicBezTo>
                  <a:cubicBezTo>
                    <a:pt x="31977" y="11209"/>
                    <a:pt x="33210" y="10429"/>
                    <a:pt x="34467" y="9689"/>
                  </a:cubicBezTo>
                  <a:cubicBezTo>
                    <a:pt x="35724" y="8948"/>
                    <a:pt x="37004" y="8247"/>
                    <a:pt x="38305" y="7587"/>
                  </a:cubicBezTo>
                  <a:cubicBezTo>
                    <a:pt x="39606" y="6926"/>
                    <a:pt x="40927" y="6306"/>
                    <a:pt x="42266" y="5728"/>
                  </a:cubicBezTo>
                  <a:cubicBezTo>
                    <a:pt x="43606" y="5150"/>
                    <a:pt x="44963" y="4614"/>
                    <a:pt x="46336" y="4121"/>
                  </a:cubicBezTo>
                  <a:cubicBezTo>
                    <a:pt x="47709" y="3628"/>
                    <a:pt x="49097" y="3178"/>
                    <a:pt x="50498" y="2771"/>
                  </a:cubicBezTo>
                  <a:cubicBezTo>
                    <a:pt x="51900" y="2365"/>
                    <a:pt x="53313" y="2002"/>
                    <a:pt x="54737" y="1684"/>
                  </a:cubicBezTo>
                  <a:cubicBezTo>
                    <a:pt x="56161" y="1366"/>
                    <a:pt x="57594" y="1093"/>
                    <a:pt x="59035" y="864"/>
                  </a:cubicBezTo>
                  <a:cubicBezTo>
                    <a:pt x="60476" y="636"/>
                    <a:pt x="61923" y="452"/>
                    <a:pt x="63376" y="314"/>
                  </a:cubicBezTo>
                  <a:cubicBezTo>
                    <a:pt x="64828" y="176"/>
                    <a:pt x="66284" y="83"/>
                    <a:pt x="67743" y="36"/>
                  </a:cubicBezTo>
                  <a:cubicBezTo>
                    <a:pt x="69201" y="-11"/>
                    <a:pt x="70660" y="-12"/>
                    <a:pt x="72118" y="32"/>
                  </a:cubicBezTo>
                  <a:cubicBezTo>
                    <a:pt x="73576" y="76"/>
                    <a:pt x="75033" y="166"/>
                    <a:pt x="76486" y="301"/>
                  </a:cubicBezTo>
                  <a:cubicBezTo>
                    <a:pt x="77938" y="436"/>
                    <a:pt x="79386" y="617"/>
                    <a:pt x="80828" y="842"/>
                  </a:cubicBezTo>
                  <a:cubicBezTo>
                    <a:pt x="82269" y="1068"/>
                    <a:pt x="83703" y="1339"/>
                    <a:pt x="85127" y="1654"/>
                  </a:cubicBezTo>
                  <a:cubicBezTo>
                    <a:pt x="86552" y="1969"/>
                    <a:pt x="87966" y="2329"/>
                    <a:pt x="89368" y="2733"/>
                  </a:cubicBezTo>
                  <a:cubicBezTo>
                    <a:pt x="90770" y="3136"/>
                    <a:pt x="92159" y="3584"/>
                    <a:pt x="93533" y="4074"/>
                  </a:cubicBezTo>
                  <a:cubicBezTo>
                    <a:pt x="94907" y="4565"/>
                    <a:pt x="96265" y="5098"/>
                    <a:pt x="97606" y="5673"/>
                  </a:cubicBezTo>
                  <a:cubicBezTo>
                    <a:pt x="98946" y="6249"/>
                    <a:pt x="100269" y="6866"/>
                    <a:pt x="101571" y="7524"/>
                  </a:cubicBezTo>
                  <a:cubicBezTo>
                    <a:pt x="102873" y="8182"/>
                    <a:pt x="104154" y="8880"/>
                    <a:pt x="105413" y="9618"/>
                  </a:cubicBezTo>
                  <a:cubicBezTo>
                    <a:pt x="106671" y="10356"/>
                    <a:pt x="107906" y="11134"/>
                    <a:pt x="109116" y="11949"/>
                  </a:cubicBezTo>
                  <a:cubicBezTo>
                    <a:pt x="110326" y="12764"/>
                    <a:pt x="111510" y="13617"/>
                    <a:pt x="112666" y="14506"/>
                  </a:cubicBezTo>
                  <a:cubicBezTo>
                    <a:pt x="113823" y="15395"/>
                    <a:pt x="114952" y="16320"/>
                    <a:pt x="116050" y="17280"/>
                  </a:cubicBezTo>
                  <a:cubicBezTo>
                    <a:pt x="117149" y="18240"/>
                    <a:pt x="118218" y="19234"/>
                    <a:pt x="119254" y="20260"/>
                  </a:cubicBezTo>
                  <a:cubicBezTo>
                    <a:pt x="120291" y="21287"/>
                    <a:pt x="121295" y="22346"/>
                    <a:pt x="122266" y="23435"/>
                  </a:cubicBezTo>
                  <a:cubicBezTo>
                    <a:pt x="123236" y="24524"/>
                    <a:pt x="124172" y="25644"/>
                    <a:pt x="125073" y="26791"/>
                  </a:cubicBezTo>
                  <a:cubicBezTo>
                    <a:pt x="125973" y="27939"/>
                    <a:pt x="126838" y="29115"/>
                    <a:pt x="127665" y="30317"/>
                  </a:cubicBezTo>
                  <a:cubicBezTo>
                    <a:pt x="128492" y="31518"/>
                    <a:pt x="129281" y="32746"/>
                    <a:pt x="130031" y="33997"/>
                  </a:cubicBezTo>
                  <a:cubicBezTo>
                    <a:pt x="130782" y="35248"/>
                    <a:pt x="131493" y="36522"/>
                    <a:pt x="132164" y="37818"/>
                  </a:cubicBezTo>
                  <a:cubicBezTo>
                    <a:pt x="132834" y="39114"/>
                    <a:pt x="133464" y="40430"/>
                    <a:pt x="134053" y="41765"/>
                  </a:cubicBezTo>
                  <a:cubicBezTo>
                    <a:pt x="134641" y="43100"/>
                    <a:pt x="135188" y="44453"/>
                    <a:pt x="135692" y="45822"/>
                  </a:cubicBezTo>
                  <a:cubicBezTo>
                    <a:pt x="136196" y="47191"/>
                    <a:pt x="136657" y="48575"/>
                    <a:pt x="137074" y="49973"/>
                  </a:cubicBezTo>
                  <a:lnTo>
                    <a:pt x="154974" y="49973"/>
                  </a:lnTo>
                  <a:cubicBezTo>
                    <a:pt x="155908" y="49973"/>
                    <a:pt x="156842" y="50002"/>
                    <a:pt x="157774" y="50060"/>
                  </a:cubicBezTo>
                  <a:cubicBezTo>
                    <a:pt x="158706" y="50118"/>
                    <a:pt x="159637" y="50205"/>
                    <a:pt x="160563" y="50321"/>
                  </a:cubicBezTo>
                  <a:cubicBezTo>
                    <a:pt x="161490" y="50437"/>
                    <a:pt x="162413" y="50582"/>
                    <a:pt x="163331" y="50755"/>
                  </a:cubicBezTo>
                  <a:cubicBezTo>
                    <a:pt x="164249" y="50928"/>
                    <a:pt x="165161" y="51130"/>
                    <a:pt x="166066" y="51361"/>
                  </a:cubicBezTo>
                  <a:cubicBezTo>
                    <a:pt x="166971" y="51591"/>
                    <a:pt x="167869" y="51849"/>
                    <a:pt x="168758" y="52135"/>
                  </a:cubicBezTo>
                  <a:cubicBezTo>
                    <a:pt x="169648" y="52421"/>
                    <a:pt x="170528" y="52735"/>
                    <a:pt x="171397" y="53075"/>
                  </a:cubicBezTo>
                  <a:cubicBezTo>
                    <a:pt x="172267" y="53416"/>
                    <a:pt x="173126" y="53784"/>
                    <a:pt x="173973" y="54178"/>
                  </a:cubicBezTo>
                  <a:cubicBezTo>
                    <a:pt x="174819" y="54572"/>
                    <a:pt x="175654" y="54993"/>
                    <a:pt x="176474" y="55439"/>
                  </a:cubicBezTo>
                  <a:cubicBezTo>
                    <a:pt x="177295" y="55885"/>
                    <a:pt x="178101" y="56357"/>
                    <a:pt x="178892" y="56853"/>
                  </a:cubicBezTo>
                  <a:cubicBezTo>
                    <a:pt x="179684" y="57349"/>
                    <a:pt x="180459" y="57870"/>
                    <a:pt x="181218" y="58415"/>
                  </a:cubicBezTo>
                  <a:cubicBezTo>
                    <a:pt x="181977" y="58960"/>
                    <a:pt x="182719" y="59528"/>
                    <a:pt x="183442" y="60118"/>
                  </a:cubicBezTo>
                  <a:cubicBezTo>
                    <a:pt x="184166" y="60709"/>
                    <a:pt x="184870" y="61322"/>
                    <a:pt x="185556" y="61957"/>
                  </a:cubicBezTo>
                  <a:cubicBezTo>
                    <a:pt x="186241" y="62592"/>
                    <a:pt x="186906" y="63247"/>
                    <a:pt x="187551" y="63924"/>
                  </a:cubicBezTo>
                  <a:cubicBezTo>
                    <a:pt x="188195" y="64600"/>
                    <a:pt x="188819" y="65296"/>
                    <a:pt x="189420" y="66010"/>
                  </a:cubicBezTo>
                  <a:cubicBezTo>
                    <a:pt x="190021" y="66725"/>
                    <a:pt x="190600" y="67459"/>
                    <a:pt x="191155" y="68210"/>
                  </a:cubicBezTo>
                  <a:cubicBezTo>
                    <a:pt x="191711" y="68960"/>
                    <a:pt x="192243" y="69728"/>
                    <a:pt x="192750" y="70512"/>
                  </a:cubicBezTo>
                  <a:cubicBezTo>
                    <a:pt x="193258" y="71296"/>
                    <a:pt x="193741" y="72096"/>
                    <a:pt x="194199" y="72910"/>
                  </a:cubicBezTo>
                  <a:cubicBezTo>
                    <a:pt x="194657" y="73724"/>
                    <a:pt x="195090" y="74552"/>
                    <a:pt x="195496" y="75393"/>
                  </a:cubicBezTo>
                  <a:cubicBezTo>
                    <a:pt x="195903" y="76234"/>
                    <a:pt x="196283" y="77088"/>
                    <a:pt x="196636" y="77952"/>
                  </a:cubicBezTo>
                  <a:cubicBezTo>
                    <a:pt x="196989" y="78817"/>
                    <a:pt x="197316" y="79692"/>
                    <a:pt x="197614" y="80577"/>
                  </a:cubicBezTo>
                  <a:cubicBezTo>
                    <a:pt x="197913" y="81462"/>
                    <a:pt x="198184" y="82356"/>
                    <a:pt x="198428" y="83258"/>
                  </a:cubicBezTo>
                  <a:cubicBezTo>
                    <a:pt x="198671" y="84160"/>
                    <a:pt x="198886" y="85069"/>
                    <a:pt x="199072" y="85984"/>
                  </a:cubicBezTo>
                  <a:cubicBezTo>
                    <a:pt x="199259" y="86900"/>
                    <a:pt x="199417" y="87820"/>
                    <a:pt x="199546" y="88745"/>
                  </a:cubicBezTo>
                  <a:cubicBezTo>
                    <a:pt x="199675" y="89670"/>
                    <a:pt x="199776" y="90599"/>
                    <a:pt x="199847" y="91531"/>
                  </a:cubicBezTo>
                  <a:cubicBezTo>
                    <a:pt x="199919" y="92462"/>
                    <a:pt x="199961" y="93395"/>
                    <a:pt x="199975" y="94329"/>
                  </a:cubicBezTo>
                  <a:cubicBezTo>
                    <a:pt x="199988" y="95263"/>
                    <a:pt x="199972" y="96197"/>
                    <a:pt x="199927" y="97130"/>
                  </a:cubicBezTo>
                  <a:cubicBezTo>
                    <a:pt x="199883" y="98063"/>
                    <a:pt x="199809" y="98994"/>
                    <a:pt x="199706" y="99923"/>
                  </a:cubicBezTo>
                  <a:cubicBezTo>
                    <a:pt x="199603" y="100851"/>
                    <a:pt x="199472" y="101776"/>
                    <a:pt x="199312" y="102696"/>
                  </a:cubicBezTo>
                  <a:cubicBezTo>
                    <a:pt x="199151" y="103616"/>
                    <a:pt x="198962" y="104531"/>
                    <a:pt x="198745" y="105440"/>
                  </a:cubicBezTo>
                  <a:cubicBezTo>
                    <a:pt x="198528" y="106348"/>
                    <a:pt x="198282" y="107250"/>
                    <a:pt x="198009" y="108143"/>
                  </a:cubicBezTo>
                  <a:cubicBezTo>
                    <a:pt x="197736" y="109036"/>
                    <a:pt x="197435" y="109920"/>
                    <a:pt x="197106" y="110795"/>
                  </a:cubicBezTo>
                  <a:cubicBezTo>
                    <a:pt x="196778" y="111669"/>
                    <a:pt x="196422" y="112533"/>
                    <a:pt x="196040" y="113385"/>
                  </a:cubicBezTo>
                  <a:cubicBezTo>
                    <a:pt x="195658" y="114238"/>
                    <a:pt x="195249" y="115078"/>
                    <a:pt x="194815" y="115905"/>
                  </a:cubicBezTo>
                  <a:cubicBezTo>
                    <a:pt x="194380" y="116731"/>
                    <a:pt x="193920" y="117545"/>
                    <a:pt x="193435" y="118343"/>
                  </a:cubicBezTo>
                  <a:cubicBezTo>
                    <a:pt x="192950" y="119141"/>
                    <a:pt x="192440" y="119924"/>
                    <a:pt x="191907" y="120690"/>
                  </a:cubicBezTo>
                  <a:cubicBezTo>
                    <a:pt x="191373" y="121457"/>
                    <a:pt x="190815" y="122207"/>
                    <a:pt x="190235" y="122938"/>
                  </a:cubicBezTo>
                  <a:cubicBezTo>
                    <a:pt x="189654" y="123670"/>
                    <a:pt x="189051" y="124384"/>
                    <a:pt x="188426" y="125078"/>
                  </a:cubicBezTo>
                  <a:cubicBezTo>
                    <a:pt x="187802" y="125772"/>
                    <a:pt x="187155" y="126447"/>
                    <a:pt x="186488" y="127101"/>
                  </a:cubicBezTo>
                  <a:cubicBezTo>
                    <a:pt x="185822" y="127755"/>
                    <a:pt x="185135" y="128388"/>
                    <a:pt x="184428" y="128999"/>
                  </a:cubicBezTo>
                  <a:cubicBezTo>
                    <a:pt x="183722" y="129610"/>
                    <a:pt x="182997" y="130199"/>
                    <a:pt x="182254" y="130766"/>
                  </a:cubicBezTo>
                  <a:cubicBezTo>
                    <a:pt x="181511" y="131332"/>
                    <a:pt x="180751" y="131875"/>
                    <a:pt x="179974" y="132393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3" name="probe-lucide-cloud-rain-part-2"/>
            <p:cNvSpPr/>
            <p:nvPr/>
          </p:nvSpPr>
          <p:spPr>
            <a:xfrm>
              <a:off x="160000" y="14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" name="probe-lucide-cloud-rain-part-3"/>
            <p:cNvSpPr/>
            <p:nvPr/>
          </p:nvSpPr>
          <p:spPr>
            <a:xfrm>
              <a:off x="80000" y="14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5" name="probe-lucide-cloud-rain-part-4"/>
            <p:cNvSpPr/>
            <p:nvPr/>
          </p:nvSpPr>
          <p:spPr>
            <a:xfrm>
              <a:off x="120000" y="16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6" name="probe-lucide-cloud-sun" descr="cloud-sun — Lucide Icons and Contributors; preserve the bundled full upstream license. Source: https://github.com/lucide-icons/lucide/blob/20aef31db93fe4d9f398dbb15b120d99c48eef95/icons/cloud-sun.svg; SVG SHA256: d3d0b5519e3e9e6073bc6d875fcb2b8d0a0c0d0062602490d444ef6a08bb2ab0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67" name="probe-lucide-cloud-sun-part-1"/>
            <p:cNvSpPr/>
            <p:nvPr/>
          </p:nvSpPr>
          <p:spPr>
            <a:xfrm>
              <a:off x="120000" y="2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cloud-sun-part-2"/>
            <p:cNvSpPr/>
            <p:nvPr/>
          </p:nvSpPr>
          <p:spPr>
            <a:xfrm>
              <a:off x="49300" y="493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0" y="0"/>
                  </a:moveTo>
                  <a:lnTo>
                    <a:pt x="1410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9" name="probe-lucide-cloud-sun-part-3"/>
            <p:cNvSpPr/>
            <p:nvPr/>
          </p:nvSpPr>
          <p:spPr>
            <a:xfrm>
              <a:off x="200000" y="12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0" y="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0" name="probe-lucide-cloud-sun-part-4"/>
            <p:cNvSpPr/>
            <p:nvPr/>
          </p:nvSpPr>
          <p:spPr>
            <a:xfrm>
              <a:off x="176600" y="493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14100" y="0"/>
                  </a:moveTo>
                  <a:lnTo>
                    <a:pt x="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cloud-sun-part-5"/>
            <p:cNvSpPr/>
            <p:nvPr/>
          </p:nvSpPr>
          <p:spPr>
            <a:xfrm>
              <a:off x="100220" y="79985"/>
              <a:ext cx="59784" cy="46515"/>
            </a:xfrm>
            <a:custGeom>
              <a:avLst/>
              <a:gdLst/>
              <a:ahLst/>
              <a:cxnLst/>
              <a:rect l="0" t="0" r="r" b="b"/>
              <a:pathLst>
                <a:path w="59784" h="46515">
                  <a:moveTo>
                    <a:pt x="59250" y="46515"/>
                  </a:moveTo>
                  <a:cubicBezTo>
                    <a:pt x="59386" y="45692"/>
                    <a:pt x="59496" y="44865"/>
                    <a:pt x="59580" y="44036"/>
                  </a:cubicBezTo>
                  <a:cubicBezTo>
                    <a:pt x="59664" y="43206"/>
                    <a:pt x="59722" y="42374"/>
                    <a:pt x="59755" y="41540"/>
                  </a:cubicBezTo>
                  <a:cubicBezTo>
                    <a:pt x="59787" y="40707"/>
                    <a:pt x="59793" y="39872"/>
                    <a:pt x="59773" y="39039"/>
                  </a:cubicBezTo>
                  <a:cubicBezTo>
                    <a:pt x="59753" y="38205"/>
                    <a:pt x="59706" y="37372"/>
                    <a:pt x="59634" y="36541"/>
                  </a:cubicBezTo>
                  <a:cubicBezTo>
                    <a:pt x="59562" y="35710"/>
                    <a:pt x="59464" y="34881"/>
                    <a:pt x="59340" y="34057"/>
                  </a:cubicBezTo>
                  <a:cubicBezTo>
                    <a:pt x="59216" y="33232"/>
                    <a:pt x="59067" y="32411"/>
                    <a:pt x="58891" y="31596"/>
                  </a:cubicBezTo>
                  <a:cubicBezTo>
                    <a:pt x="58716" y="30780"/>
                    <a:pt x="58515" y="29970"/>
                    <a:pt x="58289" y="29168"/>
                  </a:cubicBezTo>
                  <a:cubicBezTo>
                    <a:pt x="58064" y="28365"/>
                    <a:pt x="57813" y="27569"/>
                    <a:pt x="57537" y="26782"/>
                  </a:cubicBezTo>
                  <a:cubicBezTo>
                    <a:pt x="57261" y="25995"/>
                    <a:pt x="56961" y="25216"/>
                    <a:pt x="56637" y="24448"/>
                  </a:cubicBezTo>
                  <a:cubicBezTo>
                    <a:pt x="56313" y="23679"/>
                    <a:pt x="55964" y="22921"/>
                    <a:pt x="55593" y="22175"/>
                  </a:cubicBezTo>
                  <a:cubicBezTo>
                    <a:pt x="55221" y="21428"/>
                    <a:pt x="54826" y="20693"/>
                    <a:pt x="54408" y="19971"/>
                  </a:cubicBezTo>
                  <a:cubicBezTo>
                    <a:pt x="53991" y="19249"/>
                    <a:pt x="53551" y="18540"/>
                    <a:pt x="53089" y="17846"/>
                  </a:cubicBezTo>
                  <a:cubicBezTo>
                    <a:pt x="52627" y="17151"/>
                    <a:pt x="52143" y="16472"/>
                    <a:pt x="51639" y="15807"/>
                  </a:cubicBezTo>
                  <a:cubicBezTo>
                    <a:pt x="51134" y="15143"/>
                    <a:pt x="50609" y="14495"/>
                    <a:pt x="50064" y="13863"/>
                  </a:cubicBezTo>
                  <a:cubicBezTo>
                    <a:pt x="49519" y="13232"/>
                    <a:pt x="48955" y="12618"/>
                    <a:pt x="48371" y="12022"/>
                  </a:cubicBezTo>
                  <a:cubicBezTo>
                    <a:pt x="47788" y="11426"/>
                    <a:pt x="47186" y="10848"/>
                    <a:pt x="46566" y="10290"/>
                  </a:cubicBezTo>
                  <a:cubicBezTo>
                    <a:pt x="45947" y="9731"/>
                    <a:pt x="45310" y="9192"/>
                    <a:pt x="44657" y="8674"/>
                  </a:cubicBezTo>
                  <a:cubicBezTo>
                    <a:pt x="44004" y="8155"/>
                    <a:pt x="43334" y="7657"/>
                    <a:pt x="42650" y="7180"/>
                  </a:cubicBezTo>
                  <a:cubicBezTo>
                    <a:pt x="41966" y="6703"/>
                    <a:pt x="41267" y="6248"/>
                    <a:pt x="40554" y="5815"/>
                  </a:cubicBezTo>
                  <a:cubicBezTo>
                    <a:pt x="39841" y="5382"/>
                    <a:pt x="39115" y="4971"/>
                    <a:pt x="38376" y="4583"/>
                  </a:cubicBezTo>
                  <a:cubicBezTo>
                    <a:pt x="37638" y="4196"/>
                    <a:pt x="36887" y="3831"/>
                    <a:pt x="36126" y="3491"/>
                  </a:cubicBezTo>
                  <a:cubicBezTo>
                    <a:pt x="35365" y="3150"/>
                    <a:pt x="34593" y="2833"/>
                    <a:pt x="33812" y="2540"/>
                  </a:cubicBezTo>
                  <a:cubicBezTo>
                    <a:pt x="33031" y="2248"/>
                    <a:pt x="32241" y="1980"/>
                    <a:pt x="31443" y="1737"/>
                  </a:cubicBezTo>
                  <a:cubicBezTo>
                    <a:pt x="30645" y="1494"/>
                    <a:pt x="29840" y="1276"/>
                    <a:pt x="29028" y="1083"/>
                  </a:cubicBezTo>
                  <a:cubicBezTo>
                    <a:pt x="28217" y="890"/>
                    <a:pt x="27400" y="723"/>
                    <a:pt x="26578" y="581"/>
                  </a:cubicBezTo>
                  <a:cubicBezTo>
                    <a:pt x="25756" y="439"/>
                    <a:pt x="24930" y="324"/>
                    <a:pt x="24100" y="234"/>
                  </a:cubicBezTo>
                  <a:cubicBezTo>
                    <a:pt x="23271" y="144"/>
                    <a:pt x="22439" y="80"/>
                    <a:pt x="21606" y="42"/>
                  </a:cubicBezTo>
                  <a:cubicBezTo>
                    <a:pt x="20773" y="4"/>
                    <a:pt x="19939" y="-8"/>
                    <a:pt x="19105" y="6"/>
                  </a:cubicBezTo>
                  <a:cubicBezTo>
                    <a:pt x="18271" y="20"/>
                    <a:pt x="17438" y="60"/>
                    <a:pt x="16606" y="126"/>
                  </a:cubicBezTo>
                  <a:cubicBezTo>
                    <a:pt x="15775" y="193"/>
                    <a:pt x="14946" y="285"/>
                    <a:pt x="14120" y="403"/>
                  </a:cubicBezTo>
                  <a:cubicBezTo>
                    <a:pt x="13294" y="521"/>
                    <a:pt x="12473" y="665"/>
                    <a:pt x="11656" y="835"/>
                  </a:cubicBezTo>
                  <a:cubicBezTo>
                    <a:pt x="10839" y="1004"/>
                    <a:pt x="10028" y="1199"/>
                    <a:pt x="9224" y="1419"/>
                  </a:cubicBezTo>
                  <a:cubicBezTo>
                    <a:pt x="8419" y="1639"/>
                    <a:pt x="7622" y="1885"/>
                    <a:pt x="6833" y="2155"/>
                  </a:cubicBezTo>
                  <a:cubicBezTo>
                    <a:pt x="6044" y="2425"/>
                    <a:pt x="5263" y="2720"/>
                    <a:pt x="4492" y="3038"/>
                  </a:cubicBezTo>
                  <a:cubicBezTo>
                    <a:pt x="3722" y="3357"/>
                    <a:pt x="2961" y="3700"/>
                    <a:pt x="2212" y="4067"/>
                  </a:cubicBezTo>
                  <a:cubicBezTo>
                    <a:pt x="1463" y="4433"/>
                    <a:pt x="725" y="4823"/>
                    <a:pt x="0" y="5235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cloud-sun-part-6"/>
            <p:cNvSpPr/>
            <p:nvPr/>
          </p:nvSpPr>
          <p:spPr>
            <a:xfrm>
              <a:off x="20010" y="120000"/>
              <a:ext cx="139990" cy="100000"/>
            </a:xfrm>
            <a:custGeom>
              <a:avLst/>
              <a:gdLst/>
              <a:ahLst/>
              <a:cxnLst/>
              <a:rect l="0" t="0" r="r" b="b"/>
              <a:pathLst>
                <a:path w="139990" h="100000">
                  <a:moveTo>
                    <a:pt x="109990" y="100000"/>
                  </a:moveTo>
                  <a:lnTo>
                    <a:pt x="49990" y="100000"/>
                  </a:lnTo>
                  <a:cubicBezTo>
                    <a:pt x="48946" y="100000"/>
                    <a:pt x="47902" y="99967"/>
                    <a:pt x="46859" y="99901"/>
                  </a:cubicBezTo>
                  <a:cubicBezTo>
                    <a:pt x="45817" y="99836"/>
                    <a:pt x="44777" y="99737"/>
                    <a:pt x="43741" y="99607"/>
                  </a:cubicBezTo>
                  <a:cubicBezTo>
                    <a:pt x="42705" y="99476"/>
                    <a:pt x="41673" y="99313"/>
                    <a:pt x="40648" y="99118"/>
                  </a:cubicBezTo>
                  <a:cubicBezTo>
                    <a:pt x="39622" y="98922"/>
                    <a:pt x="38602" y="98695"/>
                    <a:pt x="37591" y="98436"/>
                  </a:cubicBezTo>
                  <a:cubicBezTo>
                    <a:pt x="36579" y="98176"/>
                    <a:pt x="35576" y="97886"/>
                    <a:pt x="34583" y="97564"/>
                  </a:cubicBezTo>
                  <a:cubicBezTo>
                    <a:pt x="33589" y="97242"/>
                    <a:pt x="32606" y="96889"/>
                    <a:pt x="31635" y="96505"/>
                  </a:cubicBezTo>
                  <a:cubicBezTo>
                    <a:pt x="30664" y="96122"/>
                    <a:pt x="29705" y="95708"/>
                    <a:pt x="28759" y="95264"/>
                  </a:cubicBezTo>
                  <a:cubicBezTo>
                    <a:pt x="27814" y="94820"/>
                    <a:pt x="26883" y="94347"/>
                    <a:pt x="25967" y="93845"/>
                  </a:cubicBezTo>
                  <a:cubicBezTo>
                    <a:pt x="25051" y="93343"/>
                    <a:pt x="24152" y="92813"/>
                    <a:pt x="23269" y="92255"/>
                  </a:cubicBezTo>
                  <a:cubicBezTo>
                    <a:pt x="22387" y="91696"/>
                    <a:pt x="21522" y="91111"/>
                    <a:pt x="20676" y="90498"/>
                  </a:cubicBezTo>
                  <a:cubicBezTo>
                    <a:pt x="19830" y="89886"/>
                    <a:pt x="19004" y="89247"/>
                    <a:pt x="18198" y="88583"/>
                  </a:cubicBezTo>
                  <a:cubicBezTo>
                    <a:pt x="17392" y="87919"/>
                    <a:pt x="16607" y="87229"/>
                    <a:pt x="15845" y="86516"/>
                  </a:cubicBezTo>
                  <a:cubicBezTo>
                    <a:pt x="15082" y="85803"/>
                    <a:pt x="14342" y="85066"/>
                    <a:pt x="13625" y="84306"/>
                  </a:cubicBezTo>
                  <a:cubicBezTo>
                    <a:pt x="12909" y="83546"/>
                    <a:pt x="12216" y="82764"/>
                    <a:pt x="11549" y="81961"/>
                  </a:cubicBezTo>
                  <a:cubicBezTo>
                    <a:pt x="10881" y="81158"/>
                    <a:pt x="10239" y="80334"/>
                    <a:pt x="9623" y="79491"/>
                  </a:cubicBezTo>
                  <a:cubicBezTo>
                    <a:pt x="9007" y="78648"/>
                    <a:pt x="8418" y="77785"/>
                    <a:pt x="7856" y="76905"/>
                  </a:cubicBezTo>
                  <a:cubicBezTo>
                    <a:pt x="7294" y="76025"/>
                    <a:pt x="6760" y="75127"/>
                    <a:pt x="6254" y="74214"/>
                  </a:cubicBezTo>
                  <a:cubicBezTo>
                    <a:pt x="5749" y="73300"/>
                    <a:pt x="5272" y="72371"/>
                    <a:pt x="4824" y="71427"/>
                  </a:cubicBezTo>
                  <a:cubicBezTo>
                    <a:pt x="4377" y="70484"/>
                    <a:pt x="3959" y="69527"/>
                    <a:pt x="3571" y="68557"/>
                  </a:cubicBezTo>
                  <a:cubicBezTo>
                    <a:pt x="3184" y="67587"/>
                    <a:pt x="2826" y="66606"/>
                    <a:pt x="2500" y="65614"/>
                  </a:cubicBezTo>
                  <a:cubicBezTo>
                    <a:pt x="2174" y="64622"/>
                    <a:pt x="1879" y="63620"/>
                    <a:pt x="1616" y="62609"/>
                  </a:cubicBezTo>
                  <a:cubicBezTo>
                    <a:pt x="1353" y="61599"/>
                    <a:pt x="1121" y="60580"/>
                    <a:pt x="921" y="59555"/>
                  </a:cubicBezTo>
                  <a:cubicBezTo>
                    <a:pt x="722" y="58530"/>
                    <a:pt x="555" y="57499"/>
                    <a:pt x="420" y="56464"/>
                  </a:cubicBezTo>
                  <a:cubicBezTo>
                    <a:pt x="285" y="55428"/>
                    <a:pt x="182" y="54389"/>
                    <a:pt x="112" y="53347"/>
                  </a:cubicBezTo>
                  <a:cubicBezTo>
                    <a:pt x="42" y="52305"/>
                    <a:pt x="5" y="51261"/>
                    <a:pt x="0" y="50217"/>
                  </a:cubicBezTo>
                  <a:cubicBezTo>
                    <a:pt x="-4" y="49172"/>
                    <a:pt x="24" y="48128"/>
                    <a:pt x="85" y="47086"/>
                  </a:cubicBezTo>
                  <a:cubicBezTo>
                    <a:pt x="146" y="46043"/>
                    <a:pt x="239" y="45003"/>
                    <a:pt x="365" y="43966"/>
                  </a:cubicBezTo>
                  <a:cubicBezTo>
                    <a:pt x="491" y="42930"/>
                    <a:pt x="650" y="41897"/>
                    <a:pt x="841" y="40871"/>
                  </a:cubicBezTo>
                  <a:cubicBezTo>
                    <a:pt x="1031" y="39844"/>
                    <a:pt x="1254" y="38823"/>
                    <a:pt x="1509" y="37811"/>
                  </a:cubicBezTo>
                  <a:cubicBezTo>
                    <a:pt x="1763" y="36798"/>
                    <a:pt x="2049" y="35793"/>
                    <a:pt x="2367" y="34799"/>
                  </a:cubicBezTo>
                  <a:cubicBezTo>
                    <a:pt x="2684" y="33804"/>
                    <a:pt x="3033" y="32819"/>
                    <a:pt x="3412" y="31846"/>
                  </a:cubicBezTo>
                  <a:cubicBezTo>
                    <a:pt x="3791" y="30873"/>
                    <a:pt x="4201" y="29912"/>
                    <a:pt x="4640" y="28965"/>
                  </a:cubicBezTo>
                  <a:cubicBezTo>
                    <a:pt x="5079" y="28018"/>
                    <a:pt x="5548" y="27084"/>
                    <a:pt x="6046" y="26166"/>
                  </a:cubicBezTo>
                  <a:cubicBezTo>
                    <a:pt x="6544" y="25248"/>
                    <a:pt x="7070" y="24346"/>
                    <a:pt x="7625" y="23461"/>
                  </a:cubicBezTo>
                  <a:cubicBezTo>
                    <a:pt x="8179" y="22576"/>
                    <a:pt x="8761" y="21709"/>
                    <a:pt x="9369" y="20860"/>
                  </a:cubicBezTo>
                  <a:cubicBezTo>
                    <a:pt x="9978" y="20011"/>
                    <a:pt x="10613" y="19182"/>
                    <a:pt x="11273" y="18373"/>
                  </a:cubicBezTo>
                  <a:cubicBezTo>
                    <a:pt x="11934" y="17564"/>
                    <a:pt x="12620" y="16777"/>
                    <a:pt x="13330" y="16011"/>
                  </a:cubicBezTo>
                  <a:cubicBezTo>
                    <a:pt x="14039" y="15245"/>
                    <a:pt x="14773" y="14501"/>
                    <a:pt x="15529" y="13781"/>
                  </a:cubicBezTo>
                  <a:cubicBezTo>
                    <a:pt x="16286" y="13062"/>
                    <a:pt x="17065" y="12365"/>
                    <a:pt x="17865" y="11694"/>
                  </a:cubicBezTo>
                  <a:cubicBezTo>
                    <a:pt x="18665" y="11023"/>
                    <a:pt x="19486" y="10377"/>
                    <a:pt x="20326" y="9757"/>
                  </a:cubicBezTo>
                  <a:cubicBezTo>
                    <a:pt x="21167" y="9138"/>
                    <a:pt x="22026" y="8544"/>
                    <a:pt x="22904" y="7979"/>
                  </a:cubicBezTo>
                  <a:cubicBezTo>
                    <a:pt x="23781" y="7413"/>
                    <a:pt x="24677" y="6874"/>
                    <a:pt x="25588" y="6365"/>
                  </a:cubicBezTo>
                  <a:cubicBezTo>
                    <a:pt x="26499" y="5855"/>
                    <a:pt x="27426" y="5374"/>
                    <a:pt x="28368" y="4922"/>
                  </a:cubicBezTo>
                  <a:cubicBezTo>
                    <a:pt x="29309" y="4470"/>
                    <a:pt x="30265" y="4048"/>
                    <a:pt x="31233" y="3656"/>
                  </a:cubicBezTo>
                  <a:cubicBezTo>
                    <a:pt x="32201" y="3264"/>
                    <a:pt x="33180" y="2902"/>
                    <a:pt x="34171" y="2572"/>
                  </a:cubicBezTo>
                  <a:cubicBezTo>
                    <a:pt x="35162" y="2241"/>
                    <a:pt x="36162" y="1942"/>
                    <a:pt x="37172" y="1674"/>
                  </a:cubicBezTo>
                  <a:cubicBezTo>
                    <a:pt x="38181" y="1406"/>
                    <a:pt x="39198" y="1170"/>
                    <a:pt x="40222" y="965"/>
                  </a:cubicBezTo>
                  <a:cubicBezTo>
                    <a:pt x="41246" y="761"/>
                    <a:pt x="42277" y="589"/>
                    <a:pt x="43312" y="449"/>
                  </a:cubicBezTo>
                  <a:cubicBezTo>
                    <a:pt x="44346" y="310"/>
                    <a:pt x="45385" y="202"/>
                    <a:pt x="46427" y="128"/>
                  </a:cubicBezTo>
                  <a:cubicBezTo>
                    <a:pt x="47469" y="53"/>
                    <a:pt x="48512" y="11"/>
                    <a:pt x="49557" y="2"/>
                  </a:cubicBezTo>
                  <a:cubicBezTo>
                    <a:pt x="50601" y="-7"/>
                    <a:pt x="51645" y="16"/>
                    <a:pt x="52688" y="72"/>
                  </a:cubicBezTo>
                  <a:cubicBezTo>
                    <a:pt x="53730" y="128"/>
                    <a:pt x="54771" y="217"/>
                    <a:pt x="55808" y="339"/>
                  </a:cubicBezTo>
                  <a:cubicBezTo>
                    <a:pt x="56846" y="460"/>
                    <a:pt x="57879" y="614"/>
                    <a:pt x="58906" y="800"/>
                  </a:cubicBezTo>
                  <a:cubicBezTo>
                    <a:pt x="59934" y="986"/>
                    <a:pt x="60955" y="1204"/>
                    <a:pt x="61969" y="1454"/>
                  </a:cubicBezTo>
                  <a:cubicBezTo>
                    <a:pt x="62983" y="1704"/>
                    <a:pt x="63989" y="1985"/>
                    <a:pt x="64985" y="2298"/>
                  </a:cubicBezTo>
                  <a:cubicBezTo>
                    <a:pt x="65981" y="2611"/>
                    <a:pt x="66968" y="2955"/>
                    <a:pt x="67942" y="3330"/>
                  </a:cubicBezTo>
                  <a:cubicBezTo>
                    <a:pt x="68917" y="3705"/>
                    <a:pt x="69880" y="4110"/>
                    <a:pt x="70829" y="4545"/>
                  </a:cubicBezTo>
                  <a:cubicBezTo>
                    <a:pt x="71778" y="4980"/>
                    <a:pt x="72714" y="5445"/>
                    <a:pt x="73634" y="5938"/>
                  </a:cubicBezTo>
                  <a:cubicBezTo>
                    <a:pt x="74554" y="6432"/>
                    <a:pt x="75459" y="6954"/>
                    <a:pt x="76346" y="7505"/>
                  </a:cubicBezTo>
                  <a:cubicBezTo>
                    <a:pt x="77234" y="8055"/>
                    <a:pt x="78104" y="8633"/>
                    <a:pt x="78955" y="9237"/>
                  </a:cubicBezTo>
                  <a:cubicBezTo>
                    <a:pt x="79807" y="9842"/>
                    <a:pt x="80639" y="10473"/>
                    <a:pt x="81451" y="11130"/>
                  </a:cubicBezTo>
                  <a:cubicBezTo>
                    <a:pt x="82263" y="11787"/>
                    <a:pt x="83054" y="12469"/>
                    <a:pt x="83823" y="13176"/>
                  </a:cubicBezTo>
                  <a:cubicBezTo>
                    <a:pt x="84592" y="13882"/>
                    <a:pt x="85338" y="14612"/>
                    <a:pt x="86062" y="15366"/>
                  </a:cubicBezTo>
                  <a:cubicBezTo>
                    <a:pt x="86785" y="16119"/>
                    <a:pt x="87485" y="16894"/>
                    <a:pt x="88159" y="17691"/>
                  </a:cubicBezTo>
                  <a:cubicBezTo>
                    <a:pt x="88834" y="18488"/>
                    <a:pt x="89484" y="19306"/>
                    <a:pt x="90107" y="20144"/>
                  </a:cubicBezTo>
                  <a:cubicBezTo>
                    <a:pt x="90731" y="20981"/>
                    <a:pt x="91328" y="21838"/>
                    <a:pt x="91898" y="22713"/>
                  </a:cubicBezTo>
                  <a:cubicBezTo>
                    <a:pt x="92468" y="23589"/>
                    <a:pt x="93010" y="24481"/>
                    <a:pt x="93524" y="25390"/>
                  </a:cubicBezTo>
                  <a:cubicBezTo>
                    <a:pt x="94038" y="26299"/>
                    <a:pt x="94524" y="27224"/>
                    <a:pt x="94980" y="28164"/>
                  </a:cubicBezTo>
                  <a:cubicBezTo>
                    <a:pt x="95436" y="29103"/>
                    <a:pt x="95862" y="30056"/>
                    <a:pt x="96259" y="31023"/>
                  </a:cubicBezTo>
                  <a:cubicBezTo>
                    <a:pt x="96655" y="31989"/>
                    <a:pt x="97021" y="32967"/>
                    <a:pt x="97356" y="33956"/>
                  </a:cubicBezTo>
                  <a:cubicBezTo>
                    <a:pt x="97691" y="34945"/>
                    <a:pt x="97995" y="35944"/>
                    <a:pt x="98268" y="36952"/>
                  </a:cubicBezTo>
                  <a:cubicBezTo>
                    <a:pt x="98540" y="37960"/>
                    <a:pt x="98781" y="38977"/>
                    <a:pt x="98990" y="40000"/>
                  </a:cubicBezTo>
                  <a:lnTo>
                    <a:pt x="109990" y="40000"/>
                  </a:lnTo>
                  <a:cubicBezTo>
                    <a:pt x="110618" y="40000"/>
                    <a:pt x="111246" y="40020"/>
                    <a:pt x="111874" y="40059"/>
                  </a:cubicBezTo>
                  <a:cubicBezTo>
                    <a:pt x="112501" y="40099"/>
                    <a:pt x="113126" y="40158"/>
                    <a:pt x="113750" y="40237"/>
                  </a:cubicBezTo>
                  <a:cubicBezTo>
                    <a:pt x="114373" y="40315"/>
                    <a:pt x="114994" y="40414"/>
                    <a:pt x="115611" y="40531"/>
                  </a:cubicBezTo>
                  <a:cubicBezTo>
                    <a:pt x="116228" y="40649"/>
                    <a:pt x="116842" y="40786"/>
                    <a:pt x="117450" y="40943"/>
                  </a:cubicBezTo>
                  <a:cubicBezTo>
                    <a:pt x="118059" y="41099"/>
                    <a:pt x="118663" y="41274"/>
                    <a:pt x="119260" y="41468"/>
                  </a:cubicBezTo>
                  <a:cubicBezTo>
                    <a:pt x="119858" y="41662"/>
                    <a:pt x="120449" y="41875"/>
                    <a:pt x="121034" y="42107"/>
                  </a:cubicBezTo>
                  <a:cubicBezTo>
                    <a:pt x="121618" y="42338"/>
                    <a:pt x="122195" y="42588"/>
                    <a:pt x="122763" y="42855"/>
                  </a:cubicBezTo>
                  <a:cubicBezTo>
                    <a:pt x="123332" y="43123"/>
                    <a:pt x="123892" y="43408"/>
                    <a:pt x="124442" y="43711"/>
                  </a:cubicBezTo>
                  <a:cubicBezTo>
                    <a:pt x="124993" y="44014"/>
                    <a:pt x="125534" y="44333"/>
                    <a:pt x="126065" y="44670"/>
                  </a:cubicBezTo>
                  <a:cubicBezTo>
                    <a:pt x="126595" y="45007"/>
                    <a:pt x="127115" y="45360"/>
                    <a:pt x="127623" y="45729"/>
                  </a:cubicBezTo>
                  <a:cubicBezTo>
                    <a:pt x="128132" y="46099"/>
                    <a:pt x="128628" y="46484"/>
                    <a:pt x="129113" y="46885"/>
                  </a:cubicBezTo>
                  <a:cubicBezTo>
                    <a:pt x="129597" y="47285"/>
                    <a:pt x="130068" y="47701"/>
                    <a:pt x="130526" y="48131"/>
                  </a:cubicBezTo>
                  <a:cubicBezTo>
                    <a:pt x="130984" y="48561"/>
                    <a:pt x="131429" y="49006"/>
                    <a:pt x="131859" y="49464"/>
                  </a:cubicBezTo>
                  <a:cubicBezTo>
                    <a:pt x="132289" y="49922"/>
                    <a:pt x="132705" y="50393"/>
                    <a:pt x="133105" y="50877"/>
                  </a:cubicBezTo>
                  <a:cubicBezTo>
                    <a:pt x="133506" y="51361"/>
                    <a:pt x="133891" y="51858"/>
                    <a:pt x="134260" y="52366"/>
                  </a:cubicBezTo>
                  <a:cubicBezTo>
                    <a:pt x="134630" y="52875"/>
                    <a:pt x="134983" y="53395"/>
                    <a:pt x="135320" y="53925"/>
                  </a:cubicBezTo>
                  <a:cubicBezTo>
                    <a:pt x="135656" y="54456"/>
                    <a:pt x="135976" y="54997"/>
                    <a:pt x="136279" y="55547"/>
                  </a:cubicBezTo>
                  <a:cubicBezTo>
                    <a:pt x="136582" y="56098"/>
                    <a:pt x="136867" y="56658"/>
                    <a:pt x="137135" y="57227"/>
                  </a:cubicBezTo>
                  <a:cubicBezTo>
                    <a:pt x="137402" y="57795"/>
                    <a:pt x="137652" y="58372"/>
                    <a:pt x="137883" y="58956"/>
                  </a:cubicBezTo>
                  <a:cubicBezTo>
                    <a:pt x="138114" y="59541"/>
                    <a:pt x="138327" y="60132"/>
                    <a:pt x="138521" y="60729"/>
                  </a:cubicBezTo>
                  <a:cubicBezTo>
                    <a:pt x="138716" y="61327"/>
                    <a:pt x="138891" y="61931"/>
                    <a:pt x="139047" y="62539"/>
                  </a:cubicBezTo>
                  <a:cubicBezTo>
                    <a:pt x="139204" y="63148"/>
                    <a:pt x="139341" y="63761"/>
                    <a:pt x="139458" y="64379"/>
                  </a:cubicBezTo>
                  <a:cubicBezTo>
                    <a:pt x="139576" y="64996"/>
                    <a:pt x="139674" y="65617"/>
                    <a:pt x="139753" y="66240"/>
                  </a:cubicBezTo>
                  <a:cubicBezTo>
                    <a:pt x="139832" y="66863"/>
                    <a:pt x="139891" y="67489"/>
                    <a:pt x="139931" y="68116"/>
                  </a:cubicBezTo>
                  <a:cubicBezTo>
                    <a:pt x="139970" y="68743"/>
                    <a:pt x="139990" y="69372"/>
                    <a:pt x="139990" y="70000"/>
                  </a:cubicBezTo>
                  <a:cubicBezTo>
                    <a:pt x="139990" y="70628"/>
                    <a:pt x="139970" y="71257"/>
                    <a:pt x="139931" y="71884"/>
                  </a:cubicBezTo>
                  <a:cubicBezTo>
                    <a:pt x="139891" y="72511"/>
                    <a:pt x="139832" y="73137"/>
                    <a:pt x="139753" y="73760"/>
                  </a:cubicBezTo>
                  <a:cubicBezTo>
                    <a:pt x="139674" y="74383"/>
                    <a:pt x="139576" y="75004"/>
                    <a:pt x="139458" y="75621"/>
                  </a:cubicBezTo>
                  <a:cubicBezTo>
                    <a:pt x="139341" y="76239"/>
                    <a:pt x="139204" y="76852"/>
                    <a:pt x="139047" y="77461"/>
                  </a:cubicBezTo>
                  <a:cubicBezTo>
                    <a:pt x="138891" y="78069"/>
                    <a:pt x="138716" y="78673"/>
                    <a:pt x="138521" y="79271"/>
                  </a:cubicBezTo>
                  <a:cubicBezTo>
                    <a:pt x="138327" y="79868"/>
                    <a:pt x="138114" y="80459"/>
                    <a:pt x="137883" y="81044"/>
                  </a:cubicBezTo>
                  <a:cubicBezTo>
                    <a:pt x="137652" y="81628"/>
                    <a:pt x="137402" y="82205"/>
                    <a:pt x="137135" y="82773"/>
                  </a:cubicBezTo>
                  <a:cubicBezTo>
                    <a:pt x="136867" y="83342"/>
                    <a:pt x="136582" y="83902"/>
                    <a:pt x="136279" y="84453"/>
                  </a:cubicBezTo>
                  <a:cubicBezTo>
                    <a:pt x="135976" y="85003"/>
                    <a:pt x="135656" y="85544"/>
                    <a:pt x="135320" y="86075"/>
                  </a:cubicBezTo>
                  <a:cubicBezTo>
                    <a:pt x="134983" y="86605"/>
                    <a:pt x="134630" y="87125"/>
                    <a:pt x="134260" y="87634"/>
                  </a:cubicBezTo>
                  <a:cubicBezTo>
                    <a:pt x="133891" y="88142"/>
                    <a:pt x="133506" y="88639"/>
                    <a:pt x="133105" y="89123"/>
                  </a:cubicBezTo>
                  <a:cubicBezTo>
                    <a:pt x="132705" y="89607"/>
                    <a:pt x="132289" y="90078"/>
                    <a:pt x="131859" y="90536"/>
                  </a:cubicBezTo>
                  <a:cubicBezTo>
                    <a:pt x="131429" y="90994"/>
                    <a:pt x="130984" y="91439"/>
                    <a:pt x="130526" y="91869"/>
                  </a:cubicBezTo>
                  <a:cubicBezTo>
                    <a:pt x="130068" y="92299"/>
                    <a:pt x="129597" y="92715"/>
                    <a:pt x="129113" y="93115"/>
                  </a:cubicBezTo>
                  <a:cubicBezTo>
                    <a:pt x="128628" y="93516"/>
                    <a:pt x="128132" y="93901"/>
                    <a:pt x="127623" y="94271"/>
                  </a:cubicBezTo>
                  <a:cubicBezTo>
                    <a:pt x="127115" y="94640"/>
                    <a:pt x="126595" y="94993"/>
                    <a:pt x="126065" y="95330"/>
                  </a:cubicBezTo>
                  <a:cubicBezTo>
                    <a:pt x="125534" y="95667"/>
                    <a:pt x="124993" y="95986"/>
                    <a:pt x="124442" y="96289"/>
                  </a:cubicBezTo>
                  <a:cubicBezTo>
                    <a:pt x="123892" y="96592"/>
                    <a:pt x="123332" y="96877"/>
                    <a:pt x="122763" y="97145"/>
                  </a:cubicBezTo>
                  <a:cubicBezTo>
                    <a:pt x="122195" y="97412"/>
                    <a:pt x="121618" y="97662"/>
                    <a:pt x="121034" y="97893"/>
                  </a:cubicBezTo>
                  <a:cubicBezTo>
                    <a:pt x="120449" y="98125"/>
                    <a:pt x="119858" y="98338"/>
                    <a:pt x="119260" y="98532"/>
                  </a:cubicBezTo>
                  <a:cubicBezTo>
                    <a:pt x="118663" y="98726"/>
                    <a:pt x="118059" y="98901"/>
                    <a:pt x="117450" y="99057"/>
                  </a:cubicBezTo>
                  <a:cubicBezTo>
                    <a:pt x="116842" y="99214"/>
                    <a:pt x="116228" y="99351"/>
                    <a:pt x="115611" y="99469"/>
                  </a:cubicBezTo>
                  <a:cubicBezTo>
                    <a:pt x="114994" y="99586"/>
                    <a:pt x="114373" y="99685"/>
                    <a:pt x="113750" y="99763"/>
                  </a:cubicBezTo>
                  <a:cubicBezTo>
                    <a:pt x="113126" y="99842"/>
                    <a:pt x="112501" y="99901"/>
                    <a:pt x="111874" y="99941"/>
                  </a:cubicBezTo>
                  <a:cubicBezTo>
                    <a:pt x="111246" y="99980"/>
                    <a:pt x="110618" y="100000"/>
                    <a:pt x="10999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3" name="probe-lucide-droplets" descr="droplets — Lucide Icons and Contributors; preserve the bundled full upstream license. Source: https://github.com/lucide-icons/lucide/blob/20aef31db93fe4d9f398dbb15b120d99c48eef95/icons/droplets.svg; SVG SHA256: 7cc0e91aa44f42f9c39e566f87dd0affd621cf4c103ad5fdbc69a475170917ae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74" name="probe-lucide-droplets-part-1"/>
            <p:cNvSpPr/>
            <p:nvPr/>
          </p:nvSpPr>
          <p:spPr>
            <a:xfrm>
              <a:off x="30000" y="53000"/>
              <a:ext cx="80000" cy="110000"/>
            </a:xfrm>
            <a:custGeom>
              <a:avLst/>
              <a:gdLst/>
              <a:ahLst/>
              <a:cxnLst/>
              <a:rect l="0" t="0" r="r" b="b"/>
              <a:pathLst>
                <a:path w="80000" h="110000">
                  <a:moveTo>
                    <a:pt x="40000" y="110000"/>
                  </a:moveTo>
                  <a:cubicBezTo>
                    <a:pt x="62000" y="110000"/>
                    <a:pt x="80000" y="91700"/>
                    <a:pt x="80000" y="69500"/>
                  </a:cubicBezTo>
                  <a:cubicBezTo>
                    <a:pt x="80000" y="57900"/>
                    <a:pt x="74300" y="46900"/>
                    <a:pt x="62900" y="37600"/>
                  </a:cubicBezTo>
                  <a:cubicBezTo>
                    <a:pt x="51500" y="28300"/>
                    <a:pt x="42900" y="14500"/>
                    <a:pt x="40000" y="0"/>
                  </a:cubicBezTo>
                  <a:cubicBezTo>
                    <a:pt x="37100" y="14500"/>
                    <a:pt x="28600" y="28400"/>
                    <a:pt x="17100" y="37600"/>
                  </a:cubicBezTo>
                  <a:cubicBezTo>
                    <a:pt x="5600" y="46800"/>
                    <a:pt x="0" y="58000"/>
                    <a:pt x="0" y="69500"/>
                  </a:cubicBezTo>
                  <a:cubicBezTo>
                    <a:pt x="0" y="91700"/>
                    <a:pt x="18000" y="110000"/>
                    <a:pt x="40000" y="11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" name="probe-lucide-droplets-part-2"/>
            <p:cNvSpPr/>
            <p:nvPr/>
          </p:nvSpPr>
          <p:spPr>
            <a:xfrm>
              <a:off x="90900" y="30200"/>
              <a:ext cx="119101" cy="190089"/>
            </a:xfrm>
            <a:custGeom>
              <a:avLst/>
              <a:gdLst/>
              <a:ahLst/>
              <a:cxnLst/>
              <a:rect l="0" t="0" r="r" b="b"/>
              <a:pathLst>
                <a:path w="119101" h="190089">
                  <a:moveTo>
                    <a:pt x="34700" y="35800"/>
                  </a:moveTo>
                  <a:cubicBezTo>
                    <a:pt x="35843" y="33973"/>
                    <a:pt x="36933" y="32113"/>
                    <a:pt x="37966" y="30222"/>
                  </a:cubicBezTo>
                  <a:cubicBezTo>
                    <a:pt x="39000" y="28331"/>
                    <a:pt x="39978" y="26410"/>
                    <a:pt x="40899" y="24461"/>
                  </a:cubicBezTo>
                  <a:cubicBezTo>
                    <a:pt x="41819" y="22513"/>
                    <a:pt x="42682" y="20538"/>
                    <a:pt x="43486" y="18538"/>
                  </a:cubicBezTo>
                  <a:cubicBezTo>
                    <a:pt x="44291" y="16539"/>
                    <a:pt x="45036" y="14516"/>
                    <a:pt x="45721" y="12473"/>
                  </a:cubicBezTo>
                  <a:cubicBezTo>
                    <a:pt x="46406" y="10429"/>
                    <a:pt x="47031" y="8366"/>
                    <a:pt x="47594" y="6286"/>
                  </a:cubicBezTo>
                  <a:cubicBezTo>
                    <a:pt x="48158" y="4206"/>
                    <a:pt x="48660" y="2110"/>
                    <a:pt x="49100" y="0"/>
                  </a:cubicBezTo>
                  <a:cubicBezTo>
                    <a:pt x="54100" y="25000"/>
                    <a:pt x="69100" y="49000"/>
                    <a:pt x="89100" y="65000"/>
                  </a:cubicBezTo>
                  <a:cubicBezTo>
                    <a:pt x="109100" y="81000"/>
                    <a:pt x="119100" y="100000"/>
                    <a:pt x="119100" y="120000"/>
                  </a:cubicBezTo>
                  <a:cubicBezTo>
                    <a:pt x="119106" y="121445"/>
                    <a:pt x="119067" y="122889"/>
                    <a:pt x="118983" y="124331"/>
                  </a:cubicBezTo>
                  <a:cubicBezTo>
                    <a:pt x="118900" y="125773"/>
                    <a:pt x="118771" y="127213"/>
                    <a:pt x="118598" y="128647"/>
                  </a:cubicBezTo>
                  <a:cubicBezTo>
                    <a:pt x="118425" y="130081"/>
                    <a:pt x="118208" y="131510"/>
                    <a:pt x="117946" y="132930"/>
                  </a:cubicBezTo>
                  <a:cubicBezTo>
                    <a:pt x="117685" y="134351"/>
                    <a:pt x="117379" y="135763"/>
                    <a:pt x="117030" y="137165"/>
                  </a:cubicBezTo>
                  <a:cubicBezTo>
                    <a:pt x="116680" y="138567"/>
                    <a:pt x="116288" y="139957"/>
                    <a:pt x="115852" y="141335"/>
                  </a:cubicBezTo>
                  <a:cubicBezTo>
                    <a:pt x="115416" y="142712"/>
                    <a:pt x="114938" y="144076"/>
                    <a:pt x="114418" y="145423"/>
                  </a:cubicBezTo>
                  <a:cubicBezTo>
                    <a:pt x="113898" y="146771"/>
                    <a:pt x="113336" y="148102"/>
                    <a:pt x="112733" y="149415"/>
                  </a:cubicBezTo>
                  <a:cubicBezTo>
                    <a:pt x="112130" y="150728"/>
                    <a:pt x="111487" y="152022"/>
                    <a:pt x="110804" y="153295"/>
                  </a:cubicBezTo>
                  <a:cubicBezTo>
                    <a:pt x="110121" y="154568"/>
                    <a:pt x="109398" y="155819"/>
                    <a:pt x="108637" y="157047"/>
                  </a:cubicBezTo>
                  <a:cubicBezTo>
                    <a:pt x="107877" y="158275"/>
                    <a:pt x="107078" y="159479"/>
                    <a:pt x="106242" y="160658"/>
                  </a:cubicBezTo>
                  <a:cubicBezTo>
                    <a:pt x="105407" y="161836"/>
                    <a:pt x="104535" y="162988"/>
                    <a:pt x="103628" y="164113"/>
                  </a:cubicBezTo>
                  <a:cubicBezTo>
                    <a:pt x="102721" y="165237"/>
                    <a:pt x="101779" y="166333"/>
                    <a:pt x="100804" y="167399"/>
                  </a:cubicBezTo>
                  <a:cubicBezTo>
                    <a:pt x="99829" y="168465"/>
                    <a:pt x="98821" y="169500"/>
                    <a:pt x="97782" y="170504"/>
                  </a:cubicBezTo>
                  <a:cubicBezTo>
                    <a:pt x="96743" y="171507"/>
                    <a:pt x="95673" y="172478"/>
                    <a:pt x="94573" y="173415"/>
                  </a:cubicBezTo>
                  <a:cubicBezTo>
                    <a:pt x="93474" y="174352"/>
                    <a:pt x="92345" y="175255"/>
                    <a:pt x="91190" y="176122"/>
                  </a:cubicBezTo>
                  <a:cubicBezTo>
                    <a:pt x="90034" y="176989"/>
                    <a:pt x="88852" y="177820"/>
                    <a:pt x="87645" y="178613"/>
                  </a:cubicBezTo>
                  <a:cubicBezTo>
                    <a:pt x="86438" y="179407"/>
                    <a:pt x="85206" y="180163"/>
                    <a:pt x="83952" y="180880"/>
                  </a:cubicBezTo>
                  <a:cubicBezTo>
                    <a:pt x="82698" y="181597"/>
                    <a:pt x="81422" y="182275"/>
                    <a:pt x="80126" y="182913"/>
                  </a:cubicBezTo>
                  <a:cubicBezTo>
                    <a:pt x="78830" y="183551"/>
                    <a:pt x="77514" y="184149"/>
                    <a:pt x="76181" y="184705"/>
                  </a:cubicBezTo>
                  <a:cubicBezTo>
                    <a:pt x="74848" y="185261"/>
                    <a:pt x="73498" y="185776"/>
                    <a:pt x="72133" y="186249"/>
                  </a:cubicBezTo>
                  <a:cubicBezTo>
                    <a:pt x="70768" y="186721"/>
                    <a:pt x="69388" y="187151"/>
                    <a:pt x="67996" y="187538"/>
                  </a:cubicBezTo>
                  <a:cubicBezTo>
                    <a:pt x="66605" y="187925"/>
                    <a:pt x="65201" y="188269"/>
                    <a:pt x="63788" y="188569"/>
                  </a:cubicBezTo>
                  <a:cubicBezTo>
                    <a:pt x="62375" y="188868"/>
                    <a:pt x="60953" y="189124"/>
                    <a:pt x="59524" y="189336"/>
                  </a:cubicBezTo>
                  <a:cubicBezTo>
                    <a:pt x="58095" y="189547"/>
                    <a:pt x="56659" y="189715"/>
                    <a:pt x="55220" y="189837"/>
                  </a:cubicBezTo>
                  <a:cubicBezTo>
                    <a:pt x="53780" y="189960"/>
                    <a:pt x="52338" y="190037"/>
                    <a:pt x="50893" y="190070"/>
                  </a:cubicBezTo>
                  <a:cubicBezTo>
                    <a:pt x="49449" y="190103"/>
                    <a:pt x="48004" y="190091"/>
                    <a:pt x="46561" y="190035"/>
                  </a:cubicBezTo>
                  <a:cubicBezTo>
                    <a:pt x="45117" y="189978"/>
                    <a:pt x="43676" y="189877"/>
                    <a:pt x="42239" y="189730"/>
                  </a:cubicBezTo>
                  <a:cubicBezTo>
                    <a:pt x="40801" y="189584"/>
                    <a:pt x="39369" y="189393"/>
                    <a:pt x="37944" y="189158"/>
                  </a:cubicBezTo>
                  <a:cubicBezTo>
                    <a:pt x="36518" y="188923"/>
                    <a:pt x="35101" y="188644"/>
                    <a:pt x="33693" y="188321"/>
                  </a:cubicBezTo>
                  <a:cubicBezTo>
                    <a:pt x="32285" y="187998"/>
                    <a:pt x="30887" y="187631"/>
                    <a:pt x="29502" y="187222"/>
                  </a:cubicBezTo>
                  <a:cubicBezTo>
                    <a:pt x="28116" y="186812"/>
                    <a:pt x="26744" y="186359"/>
                    <a:pt x="25387" y="185864"/>
                  </a:cubicBezTo>
                  <a:cubicBezTo>
                    <a:pt x="24030" y="185369"/>
                    <a:pt x="22688" y="184832"/>
                    <a:pt x="21364" y="184254"/>
                  </a:cubicBezTo>
                  <a:cubicBezTo>
                    <a:pt x="20041" y="183676"/>
                    <a:pt x="18735" y="183057"/>
                    <a:pt x="17450" y="182398"/>
                  </a:cubicBezTo>
                  <a:cubicBezTo>
                    <a:pt x="16164" y="181739"/>
                    <a:pt x="14899" y="181040"/>
                    <a:pt x="13657" y="180302"/>
                  </a:cubicBezTo>
                  <a:cubicBezTo>
                    <a:pt x="12415" y="179564"/>
                    <a:pt x="11196" y="178788"/>
                    <a:pt x="10003" y="177975"/>
                  </a:cubicBezTo>
                  <a:cubicBezTo>
                    <a:pt x="8809" y="177161"/>
                    <a:pt x="7640" y="176311"/>
                    <a:pt x="6499" y="175425"/>
                  </a:cubicBezTo>
                  <a:cubicBezTo>
                    <a:pt x="5358" y="174540"/>
                    <a:pt x="4245" y="173619"/>
                    <a:pt x="3161" y="172664"/>
                  </a:cubicBezTo>
                  <a:cubicBezTo>
                    <a:pt x="2077" y="171709"/>
                    <a:pt x="1023" y="170720"/>
                    <a:pt x="0" y="1697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6" name="probe-lucide-earth" descr="earth — Lucide Icons and Contributors; preserve the bundled full upstream license. Source: https://github.com/lucide-icons/lucide/blob/20aef31db93fe4d9f398dbb15b120d99c48eef95/icons/earth.svg; SVG SHA256: 72ca6996d7032013268f46e9bcf360652136eb0f75465e3c98687fef784bbd41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77" name="probe-lucide-earth-part-1"/>
            <p:cNvSpPr/>
            <p:nvPr/>
          </p:nvSpPr>
          <p:spPr>
            <a:xfrm>
              <a:off x="150000" y="150000"/>
              <a:ext cx="65400" cy="65400"/>
            </a:xfrm>
            <a:custGeom>
              <a:avLst/>
              <a:gdLst/>
              <a:ahLst/>
              <a:cxnLst/>
              <a:rect l="0" t="0" r="r" b="b"/>
              <a:pathLst>
                <a:path w="65400" h="65400">
                  <a:moveTo>
                    <a:pt x="65400" y="0"/>
                  </a:moveTo>
                  <a:lnTo>
                    <a:pt x="20000" y="0"/>
                  </a:ln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654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8" name="probe-lucide-earth-part-2"/>
            <p:cNvSpPr/>
            <p:nvPr/>
          </p:nvSpPr>
          <p:spPr>
            <a:xfrm>
              <a:off x="70000" y="33400"/>
              <a:ext cx="141700" cy="86600"/>
            </a:xfrm>
            <a:custGeom>
              <a:avLst/>
              <a:gdLst/>
              <a:ahLst/>
              <a:cxnLst/>
              <a:rect l="0" t="0" r="r" b="b"/>
              <a:pathLst>
                <a:path w="141700" h="86600">
                  <a:moveTo>
                    <a:pt x="0" y="0"/>
                  </a:moveTo>
                  <a:lnTo>
                    <a:pt x="0" y="16600"/>
                  </a:lnTo>
                  <a:cubicBezTo>
                    <a:pt x="0" y="17228"/>
                    <a:pt x="20" y="17857"/>
                    <a:pt x="59" y="18484"/>
                  </a:cubicBezTo>
                  <a:cubicBezTo>
                    <a:pt x="99" y="19111"/>
                    <a:pt x="158" y="19737"/>
                    <a:pt x="237" y="20360"/>
                  </a:cubicBezTo>
                  <a:cubicBezTo>
                    <a:pt x="315" y="20983"/>
                    <a:pt x="414" y="21604"/>
                    <a:pt x="531" y="22221"/>
                  </a:cubicBezTo>
                  <a:cubicBezTo>
                    <a:pt x="649" y="22839"/>
                    <a:pt x="786" y="23452"/>
                    <a:pt x="943" y="24061"/>
                  </a:cubicBezTo>
                  <a:cubicBezTo>
                    <a:pt x="1099" y="24669"/>
                    <a:pt x="1274" y="25273"/>
                    <a:pt x="1468" y="25871"/>
                  </a:cubicBezTo>
                  <a:cubicBezTo>
                    <a:pt x="1662" y="26468"/>
                    <a:pt x="1875" y="27059"/>
                    <a:pt x="2107" y="27644"/>
                  </a:cubicBezTo>
                  <a:cubicBezTo>
                    <a:pt x="2338" y="28228"/>
                    <a:pt x="2588" y="28805"/>
                    <a:pt x="2855" y="29373"/>
                  </a:cubicBezTo>
                  <a:cubicBezTo>
                    <a:pt x="3123" y="29942"/>
                    <a:pt x="3408" y="30502"/>
                    <a:pt x="3711" y="31053"/>
                  </a:cubicBezTo>
                  <a:cubicBezTo>
                    <a:pt x="4014" y="31603"/>
                    <a:pt x="4333" y="32144"/>
                    <a:pt x="4670" y="32675"/>
                  </a:cubicBezTo>
                  <a:cubicBezTo>
                    <a:pt x="5007" y="33205"/>
                    <a:pt x="5360" y="33725"/>
                    <a:pt x="5729" y="34234"/>
                  </a:cubicBezTo>
                  <a:cubicBezTo>
                    <a:pt x="6099" y="34742"/>
                    <a:pt x="6484" y="35239"/>
                    <a:pt x="6885" y="35723"/>
                  </a:cubicBezTo>
                  <a:cubicBezTo>
                    <a:pt x="7285" y="36207"/>
                    <a:pt x="7701" y="36678"/>
                    <a:pt x="8131" y="37136"/>
                  </a:cubicBezTo>
                  <a:cubicBezTo>
                    <a:pt x="8561" y="37594"/>
                    <a:pt x="9006" y="38039"/>
                    <a:pt x="9464" y="38469"/>
                  </a:cubicBezTo>
                  <a:cubicBezTo>
                    <a:pt x="9922" y="38899"/>
                    <a:pt x="10393" y="39315"/>
                    <a:pt x="10877" y="39715"/>
                  </a:cubicBezTo>
                  <a:cubicBezTo>
                    <a:pt x="11361" y="40116"/>
                    <a:pt x="11858" y="40501"/>
                    <a:pt x="12366" y="40871"/>
                  </a:cubicBezTo>
                  <a:cubicBezTo>
                    <a:pt x="12875" y="41240"/>
                    <a:pt x="13395" y="41593"/>
                    <a:pt x="13925" y="41930"/>
                  </a:cubicBezTo>
                  <a:cubicBezTo>
                    <a:pt x="14456" y="42267"/>
                    <a:pt x="14997" y="42586"/>
                    <a:pt x="15547" y="42889"/>
                  </a:cubicBezTo>
                  <a:cubicBezTo>
                    <a:pt x="16098" y="43192"/>
                    <a:pt x="16658" y="43477"/>
                    <a:pt x="17227" y="43745"/>
                  </a:cubicBezTo>
                  <a:cubicBezTo>
                    <a:pt x="17795" y="44012"/>
                    <a:pt x="18372" y="44262"/>
                    <a:pt x="18956" y="44493"/>
                  </a:cubicBezTo>
                  <a:cubicBezTo>
                    <a:pt x="19541" y="44725"/>
                    <a:pt x="20132" y="44938"/>
                    <a:pt x="20729" y="45132"/>
                  </a:cubicBezTo>
                  <a:cubicBezTo>
                    <a:pt x="21327" y="45326"/>
                    <a:pt x="21931" y="45501"/>
                    <a:pt x="22539" y="45657"/>
                  </a:cubicBezTo>
                  <a:cubicBezTo>
                    <a:pt x="23148" y="45814"/>
                    <a:pt x="23761" y="45951"/>
                    <a:pt x="24379" y="46069"/>
                  </a:cubicBezTo>
                  <a:cubicBezTo>
                    <a:pt x="24996" y="46186"/>
                    <a:pt x="25617" y="46285"/>
                    <a:pt x="26240" y="46363"/>
                  </a:cubicBezTo>
                  <a:cubicBezTo>
                    <a:pt x="26863" y="46442"/>
                    <a:pt x="27489" y="46501"/>
                    <a:pt x="28116" y="46541"/>
                  </a:cubicBezTo>
                  <a:cubicBezTo>
                    <a:pt x="28743" y="46580"/>
                    <a:pt x="29372" y="46600"/>
                    <a:pt x="30000" y="46600"/>
                  </a:cubicBezTo>
                  <a:cubicBezTo>
                    <a:pt x="30419" y="46600"/>
                    <a:pt x="30838" y="46613"/>
                    <a:pt x="31256" y="46639"/>
                  </a:cubicBezTo>
                  <a:cubicBezTo>
                    <a:pt x="31674" y="46666"/>
                    <a:pt x="32091" y="46705"/>
                    <a:pt x="32507" y="46758"/>
                  </a:cubicBezTo>
                  <a:cubicBezTo>
                    <a:pt x="32922" y="46810"/>
                    <a:pt x="33336" y="46876"/>
                    <a:pt x="33748" y="46954"/>
                  </a:cubicBezTo>
                  <a:cubicBezTo>
                    <a:pt x="34159" y="47033"/>
                    <a:pt x="34568" y="47124"/>
                    <a:pt x="34974" y="47228"/>
                  </a:cubicBezTo>
                  <a:cubicBezTo>
                    <a:pt x="35380" y="47333"/>
                    <a:pt x="35782" y="47449"/>
                    <a:pt x="36180" y="47579"/>
                  </a:cubicBezTo>
                  <a:cubicBezTo>
                    <a:pt x="36579" y="47708"/>
                    <a:pt x="36973" y="47850"/>
                    <a:pt x="37362" y="48004"/>
                  </a:cubicBezTo>
                  <a:cubicBezTo>
                    <a:pt x="37752" y="48159"/>
                    <a:pt x="38137" y="48325"/>
                    <a:pt x="38516" y="48503"/>
                  </a:cubicBezTo>
                  <a:cubicBezTo>
                    <a:pt x="38895" y="48682"/>
                    <a:pt x="39268" y="48872"/>
                    <a:pt x="39635" y="49074"/>
                  </a:cubicBezTo>
                  <a:cubicBezTo>
                    <a:pt x="40002" y="49276"/>
                    <a:pt x="40363" y="49489"/>
                    <a:pt x="40717" y="49713"/>
                  </a:cubicBezTo>
                  <a:cubicBezTo>
                    <a:pt x="41070" y="49938"/>
                    <a:pt x="41417" y="50173"/>
                    <a:pt x="41756" y="50420"/>
                  </a:cubicBezTo>
                  <a:cubicBezTo>
                    <a:pt x="42095" y="50666"/>
                    <a:pt x="42426" y="50923"/>
                    <a:pt x="42748" y="51190"/>
                  </a:cubicBezTo>
                  <a:cubicBezTo>
                    <a:pt x="43071" y="51457"/>
                    <a:pt x="43386" y="51734"/>
                    <a:pt x="43691" y="52021"/>
                  </a:cubicBezTo>
                  <a:cubicBezTo>
                    <a:pt x="43996" y="52307"/>
                    <a:pt x="44293" y="52604"/>
                    <a:pt x="44579" y="52909"/>
                  </a:cubicBezTo>
                  <a:cubicBezTo>
                    <a:pt x="44866" y="53214"/>
                    <a:pt x="45143" y="53529"/>
                    <a:pt x="45410" y="53852"/>
                  </a:cubicBezTo>
                  <a:cubicBezTo>
                    <a:pt x="45677" y="54174"/>
                    <a:pt x="45934" y="54505"/>
                    <a:pt x="46180" y="54844"/>
                  </a:cubicBezTo>
                  <a:cubicBezTo>
                    <a:pt x="46427" y="55183"/>
                    <a:pt x="46662" y="55530"/>
                    <a:pt x="46887" y="55883"/>
                  </a:cubicBezTo>
                  <a:cubicBezTo>
                    <a:pt x="47111" y="56237"/>
                    <a:pt x="47324" y="56598"/>
                    <a:pt x="47526" y="56965"/>
                  </a:cubicBezTo>
                  <a:cubicBezTo>
                    <a:pt x="47728" y="57332"/>
                    <a:pt x="47918" y="57705"/>
                    <a:pt x="48097" y="58084"/>
                  </a:cubicBezTo>
                  <a:cubicBezTo>
                    <a:pt x="48275" y="58463"/>
                    <a:pt x="48441" y="58848"/>
                    <a:pt x="48596" y="59238"/>
                  </a:cubicBezTo>
                  <a:cubicBezTo>
                    <a:pt x="48750" y="59627"/>
                    <a:pt x="48892" y="60021"/>
                    <a:pt x="49021" y="60420"/>
                  </a:cubicBezTo>
                  <a:cubicBezTo>
                    <a:pt x="49151" y="60818"/>
                    <a:pt x="49267" y="61220"/>
                    <a:pt x="49372" y="61626"/>
                  </a:cubicBezTo>
                  <a:cubicBezTo>
                    <a:pt x="49476" y="62032"/>
                    <a:pt x="49567" y="62441"/>
                    <a:pt x="49646" y="62852"/>
                  </a:cubicBezTo>
                  <a:cubicBezTo>
                    <a:pt x="49724" y="63264"/>
                    <a:pt x="49790" y="63678"/>
                    <a:pt x="49842" y="64093"/>
                  </a:cubicBezTo>
                  <a:cubicBezTo>
                    <a:pt x="49895" y="64509"/>
                    <a:pt x="49934" y="64926"/>
                    <a:pt x="49961" y="65344"/>
                  </a:cubicBezTo>
                  <a:cubicBezTo>
                    <a:pt x="49987" y="65762"/>
                    <a:pt x="50000" y="66181"/>
                    <a:pt x="50000" y="66600"/>
                  </a:cubicBezTo>
                  <a:cubicBezTo>
                    <a:pt x="50000" y="77600"/>
                    <a:pt x="59000" y="86600"/>
                    <a:pt x="70000" y="86600"/>
                  </a:cubicBezTo>
                  <a:cubicBezTo>
                    <a:pt x="70419" y="86600"/>
                    <a:pt x="70838" y="86587"/>
                    <a:pt x="71256" y="86561"/>
                  </a:cubicBezTo>
                  <a:cubicBezTo>
                    <a:pt x="71674" y="86534"/>
                    <a:pt x="72091" y="86495"/>
                    <a:pt x="72507" y="86442"/>
                  </a:cubicBezTo>
                  <a:cubicBezTo>
                    <a:pt x="72922" y="86390"/>
                    <a:pt x="73336" y="86324"/>
                    <a:pt x="73748" y="86246"/>
                  </a:cubicBezTo>
                  <a:cubicBezTo>
                    <a:pt x="74159" y="86167"/>
                    <a:pt x="74568" y="86076"/>
                    <a:pt x="74974" y="85972"/>
                  </a:cubicBezTo>
                  <a:cubicBezTo>
                    <a:pt x="75380" y="85867"/>
                    <a:pt x="75782" y="85751"/>
                    <a:pt x="76180" y="85621"/>
                  </a:cubicBezTo>
                  <a:cubicBezTo>
                    <a:pt x="76579" y="85492"/>
                    <a:pt x="76973" y="85350"/>
                    <a:pt x="77362" y="85196"/>
                  </a:cubicBezTo>
                  <a:cubicBezTo>
                    <a:pt x="77752" y="85041"/>
                    <a:pt x="78137" y="84875"/>
                    <a:pt x="78516" y="84697"/>
                  </a:cubicBezTo>
                  <a:cubicBezTo>
                    <a:pt x="78895" y="84518"/>
                    <a:pt x="79268" y="84328"/>
                    <a:pt x="79635" y="84126"/>
                  </a:cubicBezTo>
                  <a:cubicBezTo>
                    <a:pt x="80002" y="83924"/>
                    <a:pt x="80363" y="83711"/>
                    <a:pt x="80717" y="83487"/>
                  </a:cubicBezTo>
                  <a:cubicBezTo>
                    <a:pt x="81070" y="83262"/>
                    <a:pt x="81417" y="83027"/>
                    <a:pt x="81756" y="82780"/>
                  </a:cubicBezTo>
                  <a:cubicBezTo>
                    <a:pt x="82095" y="82534"/>
                    <a:pt x="82426" y="82277"/>
                    <a:pt x="82748" y="82010"/>
                  </a:cubicBezTo>
                  <a:cubicBezTo>
                    <a:pt x="83071" y="81743"/>
                    <a:pt x="83386" y="81466"/>
                    <a:pt x="83691" y="81179"/>
                  </a:cubicBezTo>
                  <a:cubicBezTo>
                    <a:pt x="83996" y="80893"/>
                    <a:pt x="84293" y="80596"/>
                    <a:pt x="84579" y="80291"/>
                  </a:cubicBezTo>
                  <a:cubicBezTo>
                    <a:pt x="84866" y="79986"/>
                    <a:pt x="85143" y="79671"/>
                    <a:pt x="85410" y="79348"/>
                  </a:cubicBezTo>
                  <a:cubicBezTo>
                    <a:pt x="85677" y="79026"/>
                    <a:pt x="85934" y="78695"/>
                    <a:pt x="86180" y="78356"/>
                  </a:cubicBezTo>
                  <a:cubicBezTo>
                    <a:pt x="86427" y="78017"/>
                    <a:pt x="86662" y="77670"/>
                    <a:pt x="86887" y="77317"/>
                  </a:cubicBezTo>
                  <a:cubicBezTo>
                    <a:pt x="87111" y="76963"/>
                    <a:pt x="87324" y="76602"/>
                    <a:pt x="87526" y="76235"/>
                  </a:cubicBezTo>
                  <a:cubicBezTo>
                    <a:pt x="87728" y="75868"/>
                    <a:pt x="87918" y="75495"/>
                    <a:pt x="88097" y="75116"/>
                  </a:cubicBezTo>
                  <a:cubicBezTo>
                    <a:pt x="88275" y="74737"/>
                    <a:pt x="88441" y="74352"/>
                    <a:pt x="88596" y="73962"/>
                  </a:cubicBezTo>
                  <a:cubicBezTo>
                    <a:pt x="88750" y="73573"/>
                    <a:pt x="88892" y="73179"/>
                    <a:pt x="89021" y="72780"/>
                  </a:cubicBezTo>
                  <a:cubicBezTo>
                    <a:pt x="89151" y="72382"/>
                    <a:pt x="89267" y="71980"/>
                    <a:pt x="89372" y="71574"/>
                  </a:cubicBezTo>
                  <a:cubicBezTo>
                    <a:pt x="89476" y="71168"/>
                    <a:pt x="89567" y="70759"/>
                    <a:pt x="89646" y="70348"/>
                  </a:cubicBezTo>
                  <a:cubicBezTo>
                    <a:pt x="89724" y="69936"/>
                    <a:pt x="89790" y="69522"/>
                    <a:pt x="89842" y="69107"/>
                  </a:cubicBezTo>
                  <a:cubicBezTo>
                    <a:pt x="89895" y="68691"/>
                    <a:pt x="89934" y="68274"/>
                    <a:pt x="89961" y="67856"/>
                  </a:cubicBezTo>
                  <a:cubicBezTo>
                    <a:pt x="89987" y="67438"/>
                    <a:pt x="90000" y="67019"/>
                    <a:pt x="90000" y="66600"/>
                  </a:cubicBezTo>
                  <a:cubicBezTo>
                    <a:pt x="90000" y="55600"/>
                    <a:pt x="99000" y="46600"/>
                    <a:pt x="110000" y="46600"/>
                  </a:cubicBezTo>
                  <a:lnTo>
                    <a:pt x="141700" y="466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9" name="probe-lucide-earth-part-3"/>
            <p:cNvSpPr/>
            <p:nvPr/>
          </p:nvSpPr>
          <p:spPr>
            <a:xfrm>
              <a:off x="20500" y="110000"/>
              <a:ext cx="89500" cy="109500"/>
            </a:xfrm>
            <a:custGeom>
              <a:avLst/>
              <a:gdLst/>
              <a:ahLst/>
              <a:cxnLst/>
              <a:rect l="0" t="0" r="r" b="b"/>
              <a:pathLst>
                <a:path w="89500" h="109500">
                  <a:moveTo>
                    <a:pt x="89500" y="109500"/>
                  </a:moveTo>
                  <a:lnTo>
                    <a:pt x="89500" y="70000"/>
                  </a:lnTo>
                  <a:cubicBezTo>
                    <a:pt x="89500" y="69581"/>
                    <a:pt x="89487" y="69162"/>
                    <a:pt x="89461" y="68744"/>
                  </a:cubicBezTo>
                  <a:cubicBezTo>
                    <a:pt x="89434" y="68326"/>
                    <a:pt x="89395" y="67909"/>
                    <a:pt x="89342" y="67493"/>
                  </a:cubicBezTo>
                  <a:cubicBezTo>
                    <a:pt x="89290" y="67078"/>
                    <a:pt x="89224" y="66664"/>
                    <a:pt x="89146" y="66252"/>
                  </a:cubicBezTo>
                  <a:cubicBezTo>
                    <a:pt x="89067" y="65841"/>
                    <a:pt x="88976" y="65432"/>
                    <a:pt x="88872" y="65026"/>
                  </a:cubicBezTo>
                  <a:cubicBezTo>
                    <a:pt x="88767" y="64620"/>
                    <a:pt x="88651" y="64218"/>
                    <a:pt x="88521" y="63820"/>
                  </a:cubicBezTo>
                  <a:cubicBezTo>
                    <a:pt x="88392" y="63421"/>
                    <a:pt x="88250" y="63027"/>
                    <a:pt x="88096" y="62638"/>
                  </a:cubicBezTo>
                  <a:cubicBezTo>
                    <a:pt x="87941" y="62248"/>
                    <a:pt x="87775" y="61863"/>
                    <a:pt x="87597" y="61484"/>
                  </a:cubicBezTo>
                  <a:cubicBezTo>
                    <a:pt x="87418" y="61105"/>
                    <a:pt x="87228" y="60732"/>
                    <a:pt x="87026" y="60365"/>
                  </a:cubicBezTo>
                  <a:cubicBezTo>
                    <a:pt x="86824" y="59998"/>
                    <a:pt x="86611" y="59637"/>
                    <a:pt x="86387" y="59283"/>
                  </a:cubicBezTo>
                  <a:cubicBezTo>
                    <a:pt x="86162" y="58930"/>
                    <a:pt x="85927" y="58583"/>
                    <a:pt x="85680" y="58244"/>
                  </a:cubicBezTo>
                  <a:cubicBezTo>
                    <a:pt x="85434" y="57905"/>
                    <a:pt x="85177" y="57574"/>
                    <a:pt x="84910" y="57252"/>
                  </a:cubicBezTo>
                  <a:cubicBezTo>
                    <a:pt x="84643" y="56929"/>
                    <a:pt x="84366" y="56614"/>
                    <a:pt x="84079" y="56309"/>
                  </a:cubicBezTo>
                  <a:cubicBezTo>
                    <a:pt x="83793" y="56004"/>
                    <a:pt x="83496" y="55707"/>
                    <a:pt x="83191" y="55421"/>
                  </a:cubicBezTo>
                  <a:cubicBezTo>
                    <a:pt x="82886" y="55134"/>
                    <a:pt x="82571" y="54857"/>
                    <a:pt x="82248" y="54590"/>
                  </a:cubicBezTo>
                  <a:cubicBezTo>
                    <a:pt x="81926" y="54323"/>
                    <a:pt x="81595" y="54066"/>
                    <a:pt x="81256" y="53820"/>
                  </a:cubicBezTo>
                  <a:cubicBezTo>
                    <a:pt x="80917" y="53573"/>
                    <a:pt x="80570" y="53338"/>
                    <a:pt x="80217" y="53113"/>
                  </a:cubicBezTo>
                  <a:cubicBezTo>
                    <a:pt x="79863" y="52889"/>
                    <a:pt x="79502" y="52676"/>
                    <a:pt x="79135" y="52474"/>
                  </a:cubicBezTo>
                  <a:cubicBezTo>
                    <a:pt x="78768" y="52272"/>
                    <a:pt x="78395" y="52082"/>
                    <a:pt x="78016" y="51903"/>
                  </a:cubicBezTo>
                  <a:cubicBezTo>
                    <a:pt x="77637" y="51725"/>
                    <a:pt x="77252" y="51559"/>
                    <a:pt x="76862" y="51404"/>
                  </a:cubicBezTo>
                  <a:cubicBezTo>
                    <a:pt x="76473" y="51250"/>
                    <a:pt x="76079" y="51108"/>
                    <a:pt x="75680" y="50979"/>
                  </a:cubicBezTo>
                  <a:cubicBezTo>
                    <a:pt x="75282" y="50849"/>
                    <a:pt x="74880" y="50733"/>
                    <a:pt x="74474" y="50628"/>
                  </a:cubicBezTo>
                  <a:cubicBezTo>
                    <a:pt x="74068" y="50524"/>
                    <a:pt x="73659" y="50433"/>
                    <a:pt x="73248" y="50354"/>
                  </a:cubicBezTo>
                  <a:cubicBezTo>
                    <a:pt x="72836" y="50276"/>
                    <a:pt x="72422" y="50210"/>
                    <a:pt x="72007" y="50158"/>
                  </a:cubicBezTo>
                  <a:cubicBezTo>
                    <a:pt x="71591" y="50105"/>
                    <a:pt x="71174" y="50066"/>
                    <a:pt x="70756" y="50039"/>
                  </a:cubicBezTo>
                  <a:cubicBezTo>
                    <a:pt x="70338" y="50013"/>
                    <a:pt x="69919" y="50000"/>
                    <a:pt x="69500" y="50000"/>
                  </a:cubicBezTo>
                  <a:cubicBezTo>
                    <a:pt x="69081" y="50000"/>
                    <a:pt x="68662" y="49987"/>
                    <a:pt x="68244" y="49961"/>
                  </a:cubicBezTo>
                  <a:cubicBezTo>
                    <a:pt x="67826" y="49934"/>
                    <a:pt x="67409" y="49895"/>
                    <a:pt x="66993" y="49842"/>
                  </a:cubicBezTo>
                  <a:cubicBezTo>
                    <a:pt x="66578" y="49790"/>
                    <a:pt x="66164" y="49724"/>
                    <a:pt x="65752" y="49646"/>
                  </a:cubicBezTo>
                  <a:cubicBezTo>
                    <a:pt x="65341" y="49567"/>
                    <a:pt x="64932" y="49476"/>
                    <a:pt x="64526" y="49372"/>
                  </a:cubicBezTo>
                  <a:cubicBezTo>
                    <a:pt x="64120" y="49267"/>
                    <a:pt x="63718" y="49151"/>
                    <a:pt x="63320" y="49021"/>
                  </a:cubicBezTo>
                  <a:cubicBezTo>
                    <a:pt x="62921" y="48892"/>
                    <a:pt x="62527" y="48750"/>
                    <a:pt x="62138" y="48596"/>
                  </a:cubicBezTo>
                  <a:cubicBezTo>
                    <a:pt x="61748" y="48441"/>
                    <a:pt x="61363" y="48275"/>
                    <a:pt x="60984" y="48097"/>
                  </a:cubicBezTo>
                  <a:cubicBezTo>
                    <a:pt x="60605" y="47918"/>
                    <a:pt x="60232" y="47728"/>
                    <a:pt x="59865" y="47526"/>
                  </a:cubicBezTo>
                  <a:cubicBezTo>
                    <a:pt x="59498" y="47324"/>
                    <a:pt x="59137" y="47111"/>
                    <a:pt x="58783" y="46887"/>
                  </a:cubicBezTo>
                  <a:cubicBezTo>
                    <a:pt x="58430" y="46662"/>
                    <a:pt x="58083" y="46427"/>
                    <a:pt x="57744" y="46180"/>
                  </a:cubicBezTo>
                  <a:cubicBezTo>
                    <a:pt x="57405" y="45934"/>
                    <a:pt x="57074" y="45677"/>
                    <a:pt x="56752" y="45410"/>
                  </a:cubicBezTo>
                  <a:cubicBezTo>
                    <a:pt x="56429" y="45143"/>
                    <a:pt x="56114" y="44866"/>
                    <a:pt x="55809" y="44579"/>
                  </a:cubicBezTo>
                  <a:cubicBezTo>
                    <a:pt x="55504" y="44293"/>
                    <a:pt x="55207" y="43996"/>
                    <a:pt x="54921" y="43691"/>
                  </a:cubicBezTo>
                  <a:cubicBezTo>
                    <a:pt x="54634" y="43386"/>
                    <a:pt x="54357" y="43071"/>
                    <a:pt x="54090" y="42748"/>
                  </a:cubicBezTo>
                  <a:cubicBezTo>
                    <a:pt x="53823" y="42426"/>
                    <a:pt x="53566" y="42095"/>
                    <a:pt x="53320" y="41756"/>
                  </a:cubicBezTo>
                  <a:cubicBezTo>
                    <a:pt x="53073" y="41417"/>
                    <a:pt x="52838" y="41070"/>
                    <a:pt x="52613" y="40717"/>
                  </a:cubicBezTo>
                  <a:cubicBezTo>
                    <a:pt x="52389" y="40363"/>
                    <a:pt x="52176" y="40002"/>
                    <a:pt x="51974" y="39635"/>
                  </a:cubicBezTo>
                  <a:cubicBezTo>
                    <a:pt x="51772" y="39268"/>
                    <a:pt x="51582" y="38895"/>
                    <a:pt x="51403" y="38516"/>
                  </a:cubicBezTo>
                  <a:cubicBezTo>
                    <a:pt x="51225" y="38137"/>
                    <a:pt x="51059" y="37752"/>
                    <a:pt x="50904" y="37362"/>
                  </a:cubicBezTo>
                  <a:cubicBezTo>
                    <a:pt x="50750" y="36973"/>
                    <a:pt x="50608" y="36579"/>
                    <a:pt x="50479" y="36180"/>
                  </a:cubicBezTo>
                  <a:cubicBezTo>
                    <a:pt x="50349" y="35782"/>
                    <a:pt x="50233" y="35380"/>
                    <a:pt x="50128" y="34974"/>
                  </a:cubicBezTo>
                  <a:cubicBezTo>
                    <a:pt x="50024" y="34568"/>
                    <a:pt x="49933" y="34159"/>
                    <a:pt x="49854" y="33748"/>
                  </a:cubicBezTo>
                  <a:cubicBezTo>
                    <a:pt x="49776" y="33336"/>
                    <a:pt x="49710" y="32922"/>
                    <a:pt x="49658" y="32507"/>
                  </a:cubicBezTo>
                  <a:cubicBezTo>
                    <a:pt x="49605" y="32091"/>
                    <a:pt x="49566" y="31674"/>
                    <a:pt x="49539" y="31256"/>
                  </a:cubicBezTo>
                  <a:cubicBezTo>
                    <a:pt x="49513" y="30838"/>
                    <a:pt x="49500" y="30419"/>
                    <a:pt x="49500" y="30000"/>
                  </a:cubicBezTo>
                  <a:lnTo>
                    <a:pt x="49500" y="20000"/>
                  </a:lnTo>
                  <a:cubicBezTo>
                    <a:pt x="49500" y="19581"/>
                    <a:pt x="49487" y="19162"/>
                    <a:pt x="49461" y="18744"/>
                  </a:cubicBezTo>
                  <a:cubicBezTo>
                    <a:pt x="49434" y="18326"/>
                    <a:pt x="49395" y="17909"/>
                    <a:pt x="49342" y="17493"/>
                  </a:cubicBezTo>
                  <a:cubicBezTo>
                    <a:pt x="49290" y="17078"/>
                    <a:pt x="49224" y="16664"/>
                    <a:pt x="49146" y="16252"/>
                  </a:cubicBezTo>
                  <a:cubicBezTo>
                    <a:pt x="49067" y="15841"/>
                    <a:pt x="48976" y="15432"/>
                    <a:pt x="48872" y="15026"/>
                  </a:cubicBezTo>
                  <a:cubicBezTo>
                    <a:pt x="48767" y="14620"/>
                    <a:pt x="48651" y="14218"/>
                    <a:pt x="48521" y="13820"/>
                  </a:cubicBezTo>
                  <a:cubicBezTo>
                    <a:pt x="48392" y="13421"/>
                    <a:pt x="48250" y="13027"/>
                    <a:pt x="48096" y="12638"/>
                  </a:cubicBezTo>
                  <a:cubicBezTo>
                    <a:pt x="47941" y="12248"/>
                    <a:pt x="47775" y="11863"/>
                    <a:pt x="47597" y="11484"/>
                  </a:cubicBezTo>
                  <a:cubicBezTo>
                    <a:pt x="47418" y="11105"/>
                    <a:pt x="47228" y="10732"/>
                    <a:pt x="47026" y="10365"/>
                  </a:cubicBezTo>
                  <a:cubicBezTo>
                    <a:pt x="46824" y="9998"/>
                    <a:pt x="46611" y="9637"/>
                    <a:pt x="46387" y="9283"/>
                  </a:cubicBezTo>
                  <a:cubicBezTo>
                    <a:pt x="46162" y="8930"/>
                    <a:pt x="45927" y="8583"/>
                    <a:pt x="45680" y="8244"/>
                  </a:cubicBezTo>
                  <a:cubicBezTo>
                    <a:pt x="45434" y="7905"/>
                    <a:pt x="45177" y="7574"/>
                    <a:pt x="44910" y="7252"/>
                  </a:cubicBezTo>
                  <a:cubicBezTo>
                    <a:pt x="44643" y="6929"/>
                    <a:pt x="44366" y="6614"/>
                    <a:pt x="44079" y="6309"/>
                  </a:cubicBezTo>
                  <a:cubicBezTo>
                    <a:pt x="43793" y="6004"/>
                    <a:pt x="43496" y="5707"/>
                    <a:pt x="43191" y="5421"/>
                  </a:cubicBezTo>
                  <a:cubicBezTo>
                    <a:pt x="42886" y="5134"/>
                    <a:pt x="42571" y="4857"/>
                    <a:pt x="42248" y="4590"/>
                  </a:cubicBezTo>
                  <a:cubicBezTo>
                    <a:pt x="41926" y="4323"/>
                    <a:pt x="41595" y="4066"/>
                    <a:pt x="41256" y="3820"/>
                  </a:cubicBezTo>
                  <a:cubicBezTo>
                    <a:pt x="40917" y="3573"/>
                    <a:pt x="40570" y="3338"/>
                    <a:pt x="40217" y="3113"/>
                  </a:cubicBezTo>
                  <a:cubicBezTo>
                    <a:pt x="39863" y="2889"/>
                    <a:pt x="39502" y="2676"/>
                    <a:pt x="39135" y="2474"/>
                  </a:cubicBezTo>
                  <a:cubicBezTo>
                    <a:pt x="38768" y="2272"/>
                    <a:pt x="38395" y="2082"/>
                    <a:pt x="38016" y="1903"/>
                  </a:cubicBezTo>
                  <a:cubicBezTo>
                    <a:pt x="37637" y="1725"/>
                    <a:pt x="37252" y="1559"/>
                    <a:pt x="36862" y="1404"/>
                  </a:cubicBezTo>
                  <a:cubicBezTo>
                    <a:pt x="36473" y="1250"/>
                    <a:pt x="36079" y="1108"/>
                    <a:pt x="35680" y="979"/>
                  </a:cubicBezTo>
                  <a:cubicBezTo>
                    <a:pt x="35282" y="849"/>
                    <a:pt x="34880" y="733"/>
                    <a:pt x="34474" y="628"/>
                  </a:cubicBezTo>
                  <a:cubicBezTo>
                    <a:pt x="34068" y="524"/>
                    <a:pt x="33659" y="433"/>
                    <a:pt x="33248" y="354"/>
                  </a:cubicBezTo>
                  <a:cubicBezTo>
                    <a:pt x="32836" y="276"/>
                    <a:pt x="32422" y="210"/>
                    <a:pt x="32007" y="158"/>
                  </a:cubicBezTo>
                  <a:cubicBezTo>
                    <a:pt x="31591" y="105"/>
                    <a:pt x="31174" y="66"/>
                    <a:pt x="30756" y="39"/>
                  </a:cubicBezTo>
                  <a:cubicBezTo>
                    <a:pt x="30338" y="13"/>
                    <a:pt x="29919" y="0"/>
                    <a:pt x="29500" y="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0" name="probe-lucide-earth-part-4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1" name="probe-lucide-flame" descr="flame — Lucide Icons and Contributors; preserve the bundled full upstream license. Source: https://github.com/lucide-icons/lucide/blob/20aef31db93fe4d9f398dbb15b120d99c48eef95/icons/flame.svg; SVG SHA256: cede1462a46a7a3b3daf9d101f0b59484b1d882a4c42a75670810a6d4f8d42fb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82" name="probe-lucide-flame-part-1"/>
            <p:cNvSpPr/>
            <p:nvPr/>
          </p:nvSpPr>
          <p:spPr>
            <a:xfrm>
              <a:off x="50000" y="30000"/>
              <a:ext cx="140000" cy="190000"/>
            </a:xfrm>
            <a:custGeom>
              <a:avLst/>
              <a:gdLst/>
              <a:ahLst/>
              <a:cxnLst/>
              <a:rect l="0" t="0" r="r" b="b"/>
              <a:pathLst>
                <a:path w="140000" h="190000">
                  <a:moveTo>
                    <a:pt x="70000" y="0"/>
                  </a:moveTo>
                  <a:quadBezTo>
                    <a:pt x="80000" y="40000"/>
                    <a:pt x="110000" y="65000"/>
                  </a:quadBezTo>
                  <a:quadBezTo>
                    <a:pt x="140000" y="90000"/>
                    <a:pt x="140000" y="120000"/>
                  </a:quadBezTo>
                  <a:cubicBezTo>
                    <a:pt x="140000" y="121466"/>
                    <a:pt x="139954" y="122932"/>
                    <a:pt x="139862" y="124395"/>
                  </a:cubicBezTo>
                  <a:cubicBezTo>
                    <a:pt x="139770" y="125859"/>
                    <a:pt x="139632" y="127319"/>
                    <a:pt x="139448" y="128773"/>
                  </a:cubicBezTo>
                  <a:cubicBezTo>
                    <a:pt x="139264" y="130228"/>
                    <a:pt x="139035" y="131676"/>
                    <a:pt x="138760" y="133117"/>
                  </a:cubicBezTo>
                  <a:cubicBezTo>
                    <a:pt x="138485" y="134557"/>
                    <a:pt x="138165" y="135988"/>
                    <a:pt x="137801" y="137408"/>
                  </a:cubicBezTo>
                  <a:cubicBezTo>
                    <a:pt x="137436" y="138828"/>
                    <a:pt x="137027" y="140237"/>
                    <a:pt x="136574" y="141631"/>
                  </a:cubicBezTo>
                  <a:cubicBezTo>
                    <a:pt x="136121" y="143026"/>
                    <a:pt x="135624" y="144405"/>
                    <a:pt x="135084" y="145769"/>
                  </a:cubicBezTo>
                  <a:cubicBezTo>
                    <a:pt x="134545" y="147132"/>
                    <a:pt x="133962" y="148478"/>
                    <a:pt x="133338" y="149805"/>
                  </a:cubicBezTo>
                  <a:cubicBezTo>
                    <a:pt x="132714" y="151131"/>
                    <a:pt x="132048" y="152438"/>
                    <a:pt x="131341" y="153723"/>
                  </a:cubicBezTo>
                  <a:cubicBezTo>
                    <a:pt x="130635" y="155008"/>
                    <a:pt x="129889" y="156270"/>
                    <a:pt x="129103" y="157508"/>
                  </a:cubicBezTo>
                  <a:cubicBezTo>
                    <a:pt x="128317" y="158746"/>
                    <a:pt x="127493" y="159959"/>
                    <a:pt x="126631" y="161145"/>
                  </a:cubicBezTo>
                  <a:cubicBezTo>
                    <a:pt x="125769" y="162331"/>
                    <a:pt x="124871" y="163490"/>
                    <a:pt x="123936" y="164620"/>
                  </a:cubicBezTo>
                  <a:cubicBezTo>
                    <a:pt x="123001" y="165749"/>
                    <a:pt x="122031" y="166849"/>
                    <a:pt x="121028" y="167918"/>
                  </a:cubicBezTo>
                  <a:cubicBezTo>
                    <a:pt x="120024" y="168987"/>
                    <a:pt x="118987" y="170024"/>
                    <a:pt x="117918" y="171028"/>
                  </a:cubicBezTo>
                  <a:cubicBezTo>
                    <a:pt x="116849" y="172031"/>
                    <a:pt x="115749" y="173001"/>
                    <a:pt x="114620" y="173936"/>
                  </a:cubicBezTo>
                  <a:cubicBezTo>
                    <a:pt x="113490" y="174871"/>
                    <a:pt x="112331" y="175769"/>
                    <a:pt x="111145" y="176631"/>
                  </a:cubicBezTo>
                  <a:cubicBezTo>
                    <a:pt x="109959" y="177493"/>
                    <a:pt x="108746" y="178317"/>
                    <a:pt x="107508" y="179103"/>
                  </a:cubicBezTo>
                  <a:cubicBezTo>
                    <a:pt x="106270" y="179889"/>
                    <a:pt x="105008" y="180635"/>
                    <a:pt x="103723" y="181341"/>
                  </a:cubicBezTo>
                  <a:cubicBezTo>
                    <a:pt x="102438" y="182048"/>
                    <a:pt x="101131" y="182714"/>
                    <a:pt x="99805" y="183338"/>
                  </a:cubicBezTo>
                  <a:cubicBezTo>
                    <a:pt x="98478" y="183962"/>
                    <a:pt x="97132" y="184545"/>
                    <a:pt x="95769" y="185084"/>
                  </a:cubicBezTo>
                  <a:cubicBezTo>
                    <a:pt x="94405" y="185624"/>
                    <a:pt x="93026" y="186121"/>
                    <a:pt x="91631" y="186574"/>
                  </a:cubicBezTo>
                  <a:cubicBezTo>
                    <a:pt x="90237" y="187027"/>
                    <a:pt x="88828" y="187436"/>
                    <a:pt x="87408" y="187801"/>
                  </a:cubicBezTo>
                  <a:cubicBezTo>
                    <a:pt x="85988" y="188165"/>
                    <a:pt x="84557" y="188485"/>
                    <a:pt x="83117" y="188760"/>
                  </a:cubicBezTo>
                  <a:cubicBezTo>
                    <a:pt x="81676" y="189035"/>
                    <a:pt x="80228" y="189264"/>
                    <a:pt x="78773" y="189448"/>
                  </a:cubicBezTo>
                  <a:cubicBezTo>
                    <a:pt x="77319" y="189632"/>
                    <a:pt x="75859" y="189770"/>
                    <a:pt x="74395" y="189862"/>
                  </a:cubicBezTo>
                  <a:cubicBezTo>
                    <a:pt x="72932" y="189954"/>
                    <a:pt x="71466" y="190000"/>
                    <a:pt x="70000" y="190000"/>
                  </a:cubicBezTo>
                  <a:cubicBezTo>
                    <a:pt x="68534" y="190000"/>
                    <a:pt x="67068" y="189954"/>
                    <a:pt x="65605" y="189862"/>
                  </a:cubicBezTo>
                  <a:cubicBezTo>
                    <a:pt x="64141" y="189770"/>
                    <a:pt x="62681" y="189632"/>
                    <a:pt x="61227" y="189448"/>
                  </a:cubicBezTo>
                  <a:cubicBezTo>
                    <a:pt x="59772" y="189264"/>
                    <a:pt x="58324" y="189035"/>
                    <a:pt x="56883" y="188760"/>
                  </a:cubicBezTo>
                  <a:cubicBezTo>
                    <a:pt x="55443" y="188485"/>
                    <a:pt x="54012" y="188165"/>
                    <a:pt x="52592" y="187801"/>
                  </a:cubicBezTo>
                  <a:cubicBezTo>
                    <a:pt x="51172" y="187436"/>
                    <a:pt x="49763" y="187027"/>
                    <a:pt x="48369" y="186574"/>
                  </a:cubicBezTo>
                  <a:cubicBezTo>
                    <a:pt x="46974" y="186121"/>
                    <a:pt x="45595" y="185624"/>
                    <a:pt x="44231" y="185084"/>
                  </a:cubicBezTo>
                  <a:cubicBezTo>
                    <a:pt x="42868" y="184545"/>
                    <a:pt x="41522" y="183962"/>
                    <a:pt x="40195" y="183338"/>
                  </a:cubicBezTo>
                  <a:cubicBezTo>
                    <a:pt x="38869" y="182714"/>
                    <a:pt x="37562" y="182048"/>
                    <a:pt x="36277" y="181341"/>
                  </a:cubicBezTo>
                  <a:cubicBezTo>
                    <a:pt x="34992" y="180635"/>
                    <a:pt x="33730" y="179889"/>
                    <a:pt x="32492" y="179103"/>
                  </a:cubicBezTo>
                  <a:cubicBezTo>
                    <a:pt x="31254" y="178317"/>
                    <a:pt x="30041" y="177493"/>
                    <a:pt x="28855" y="176631"/>
                  </a:cubicBezTo>
                  <a:cubicBezTo>
                    <a:pt x="27669" y="175769"/>
                    <a:pt x="26510" y="174871"/>
                    <a:pt x="25380" y="173936"/>
                  </a:cubicBezTo>
                  <a:cubicBezTo>
                    <a:pt x="24251" y="173001"/>
                    <a:pt x="23151" y="172031"/>
                    <a:pt x="22082" y="171028"/>
                  </a:cubicBezTo>
                  <a:cubicBezTo>
                    <a:pt x="21013" y="170024"/>
                    <a:pt x="19976" y="168987"/>
                    <a:pt x="18972" y="167918"/>
                  </a:cubicBezTo>
                  <a:cubicBezTo>
                    <a:pt x="17969" y="166849"/>
                    <a:pt x="16999" y="165749"/>
                    <a:pt x="16064" y="164620"/>
                  </a:cubicBezTo>
                  <a:cubicBezTo>
                    <a:pt x="15129" y="163490"/>
                    <a:pt x="14231" y="162331"/>
                    <a:pt x="13369" y="161145"/>
                  </a:cubicBezTo>
                  <a:cubicBezTo>
                    <a:pt x="12507" y="159959"/>
                    <a:pt x="11683" y="158746"/>
                    <a:pt x="10897" y="157508"/>
                  </a:cubicBezTo>
                  <a:cubicBezTo>
                    <a:pt x="10111" y="156270"/>
                    <a:pt x="9365" y="155008"/>
                    <a:pt x="8659" y="153723"/>
                  </a:cubicBezTo>
                  <a:cubicBezTo>
                    <a:pt x="7952" y="152438"/>
                    <a:pt x="7286" y="151131"/>
                    <a:pt x="6662" y="149805"/>
                  </a:cubicBezTo>
                  <a:cubicBezTo>
                    <a:pt x="6038" y="148478"/>
                    <a:pt x="5455" y="147132"/>
                    <a:pt x="4916" y="145769"/>
                  </a:cubicBezTo>
                  <a:cubicBezTo>
                    <a:pt x="4376" y="144405"/>
                    <a:pt x="3879" y="143026"/>
                    <a:pt x="3426" y="141631"/>
                  </a:cubicBezTo>
                  <a:cubicBezTo>
                    <a:pt x="2973" y="140237"/>
                    <a:pt x="2564" y="138828"/>
                    <a:pt x="2199" y="137408"/>
                  </a:cubicBezTo>
                  <a:cubicBezTo>
                    <a:pt x="1835" y="135988"/>
                    <a:pt x="1515" y="134557"/>
                    <a:pt x="1240" y="133117"/>
                  </a:cubicBezTo>
                  <a:cubicBezTo>
                    <a:pt x="965" y="131676"/>
                    <a:pt x="736" y="130228"/>
                    <a:pt x="552" y="128773"/>
                  </a:cubicBezTo>
                  <a:cubicBezTo>
                    <a:pt x="368" y="127319"/>
                    <a:pt x="230" y="125859"/>
                    <a:pt x="138" y="124395"/>
                  </a:cubicBezTo>
                  <a:cubicBezTo>
                    <a:pt x="46" y="122932"/>
                    <a:pt x="0" y="121466"/>
                    <a:pt x="0" y="120000"/>
                  </a:cubicBezTo>
                  <a:cubicBezTo>
                    <a:pt x="0" y="119025"/>
                    <a:pt x="29" y="118050"/>
                    <a:pt x="86" y="117077"/>
                  </a:cubicBezTo>
                  <a:cubicBezTo>
                    <a:pt x="143" y="116103"/>
                    <a:pt x="228" y="115132"/>
                    <a:pt x="342" y="114163"/>
                  </a:cubicBezTo>
                  <a:cubicBezTo>
                    <a:pt x="456" y="113195"/>
                    <a:pt x="598" y="112230"/>
                    <a:pt x="768" y="111270"/>
                  </a:cubicBezTo>
                  <a:cubicBezTo>
                    <a:pt x="938" y="110310"/>
                    <a:pt x="1137" y="109355"/>
                    <a:pt x="1363" y="108406"/>
                  </a:cubicBezTo>
                  <a:cubicBezTo>
                    <a:pt x="1589" y="107458"/>
                    <a:pt x="1843" y="106516"/>
                    <a:pt x="2124" y="105583"/>
                  </a:cubicBezTo>
                  <a:cubicBezTo>
                    <a:pt x="2405" y="104649"/>
                    <a:pt x="2713" y="103724"/>
                    <a:pt x="3049" y="102808"/>
                  </a:cubicBezTo>
                  <a:cubicBezTo>
                    <a:pt x="3384" y="101893"/>
                    <a:pt x="3746" y="100987"/>
                    <a:pt x="4134" y="100092"/>
                  </a:cubicBezTo>
                  <a:cubicBezTo>
                    <a:pt x="4522" y="99198"/>
                    <a:pt x="4937" y="98315"/>
                    <a:pt x="5376" y="97445"/>
                  </a:cubicBezTo>
                  <a:cubicBezTo>
                    <a:pt x="5816" y="96575"/>
                    <a:pt x="6281" y="95717"/>
                    <a:pt x="6771" y="94874"/>
                  </a:cubicBezTo>
                  <a:cubicBezTo>
                    <a:pt x="7261" y="94031"/>
                    <a:pt x="7776" y="93203"/>
                    <a:pt x="8314" y="92390"/>
                  </a:cubicBezTo>
                  <a:cubicBezTo>
                    <a:pt x="8853" y="91577"/>
                    <a:pt x="9415" y="90780"/>
                    <a:pt x="10000" y="90000"/>
                  </a:cubicBezTo>
                  <a:cubicBezTo>
                    <a:pt x="10000" y="90524"/>
                    <a:pt x="10016" y="91047"/>
                    <a:pt x="10049" y="91570"/>
                  </a:cubicBezTo>
                  <a:cubicBezTo>
                    <a:pt x="10082" y="92092"/>
                    <a:pt x="10132" y="92614"/>
                    <a:pt x="10197" y="93133"/>
                  </a:cubicBezTo>
                  <a:cubicBezTo>
                    <a:pt x="10263" y="93653"/>
                    <a:pt x="10345" y="94170"/>
                    <a:pt x="10443" y="94685"/>
                  </a:cubicBezTo>
                  <a:cubicBezTo>
                    <a:pt x="10541" y="95199"/>
                    <a:pt x="10655" y="95710"/>
                    <a:pt x="10785" y="96217"/>
                  </a:cubicBezTo>
                  <a:cubicBezTo>
                    <a:pt x="10916" y="96724"/>
                    <a:pt x="11062" y="97227"/>
                    <a:pt x="11224" y="97725"/>
                  </a:cubicBezTo>
                  <a:cubicBezTo>
                    <a:pt x="11385" y="98223"/>
                    <a:pt x="11563" y="98716"/>
                    <a:pt x="11756" y="99203"/>
                  </a:cubicBezTo>
                  <a:cubicBezTo>
                    <a:pt x="11948" y="99690"/>
                    <a:pt x="12156" y="100171"/>
                    <a:pt x="12379" y="100644"/>
                  </a:cubicBezTo>
                  <a:cubicBezTo>
                    <a:pt x="12602" y="101118"/>
                    <a:pt x="12840" y="101585"/>
                    <a:pt x="13092" y="102044"/>
                  </a:cubicBezTo>
                  <a:cubicBezTo>
                    <a:pt x="13345" y="102503"/>
                    <a:pt x="13611" y="102954"/>
                    <a:pt x="13892" y="103396"/>
                  </a:cubicBezTo>
                  <a:cubicBezTo>
                    <a:pt x="14172" y="103838"/>
                    <a:pt x="14467" y="104271"/>
                    <a:pt x="14775" y="104695"/>
                  </a:cubicBezTo>
                  <a:cubicBezTo>
                    <a:pt x="15082" y="105118"/>
                    <a:pt x="15403" y="105532"/>
                    <a:pt x="15737" y="105936"/>
                  </a:cubicBezTo>
                  <a:cubicBezTo>
                    <a:pt x="16071" y="106339"/>
                    <a:pt x="16417" y="106732"/>
                    <a:pt x="16776" y="107114"/>
                  </a:cubicBezTo>
                  <a:cubicBezTo>
                    <a:pt x="17134" y="107495"/>
                    <a:pt x="17505" y="107866"/>
                    <a:pt x="17886" y="108224"/>
                  </a:cubicBezTo>
                  <a:cubicBezTo>
                    <a:pt x="18268" y="108583"/>
                    <a:pt x="18661" y="108929"/>
                    <a:pt x="19064" y="109263"/>
                  </a:cubicBezTo>
                  <a:cubicBezTo>
                    <a:pt x="19468" y="109597"/>
                    <a:pt x="19882" y="109918"/>
                    <a:pt x="20305" y="110225"/>
                  </a:cubicBezTo>
                  <a:cubicBezTo>
                    <a:pt x="20729" y="110533"/>
                    <a:pt x="21162" y="110828"/>
                    <a:pt x="21604" y="111108"/>
                  </a:cubicBezTo>
                  <a:cubicBezTo>
                    <a:pt x="22046" y="111389"/>
                    <a:pt x="22497" y="111655"/>
                    <a:pt x="22956" y="111908"/>
                  </a:cubicBezTo>
                  <a:cubicBezTo>
                    <a:pt x="23415" y="112160"/>
                    <a:pt x="23882" y="112398"/>
                    <a:pt x="24356" y="112621"/>
                  </a:cubicBezTo>
                  <a:cubicBezTo>
                    <a:pt x="24829" y="112844"/>
                    <a:pt x="25310" y="113052"/>
                    <a:pt x="25797" y="113244"/>
                  </a:cubicBezTo>
                  <a:cubicBezTo>
                    <a:pt x="26284" y="113437"/>
                    <a:pt x="26777" y="113615"/>
                    <a:pt x="27275" y="113776"/>
                  </a:cubicBezTo>
                  <a:cubicBezTo>
                    <a:pt x="27773" y="113938"/>
                    <a:pt x="28276" y="114084"/>
                    <a:pt x="28783" y="114215"/>
                  </a:cubicBezTo>
                  <a:cubicBezTo>
                    <a:pt x="29290" y="114345"/>
                    <a:pt x="29801" y="114459"/>
                    <a:pt x="30315" y="114557"/>
                  </a:cubicBezTo>
                  <a:cubicBezTo>
                    <a:pt x="30830" y="114655"/>
                    <a:pt x="31347" y="114737"/>
                    <a:pt x="31867" y="114803"/>
                  </a:cubicBezTo>
                  <a:cubicBezTo>
                    <a:pt x="32386" y="114868"/>
                    <a:pt x="32908" y="114918"/>
                    <a:pt x="33430" y="114951"/>
                  </a:cubicBezTo>
                  <a:cubicBezTo>
                    <a:pt x="33953" y="114984"/>
                    <a:pt x="34476" y="115000"/>
                    <a:pt x="35000" y="115000"/>
                  </a:cubicBezTo>
                  <a:cubicBezTo>
                    <a:pt x="35524" y="115000"/>
                    <a:pt x="36047" y="114984"/>
                    <a:pt x="36570" y="114951"/>
                  </a:cubicBezTo>
                  <a:cubicBezTo>
                    <a:pt x="37092" y="114918"/>
                    <a:pt x="37614" y="114868"/>
                    <a:pt x="38133" y="114803"/>
                  </a:cubicBezTo>
                  <a:cubicBezTo>
                    <a:pt x="38653" y="114737"/>
                    <a:pt x="39170" y="114655"/>
                    <a:pt x="39685" y="114557"/>
                  </a:cubicBezTo>
                  <a:cubicBezTo>
                    <a:pt x="40199" y="114459"/>
                    <a:pt x="40710" y="114345"/>
                    <a:pt x="41217" y="114215"/>
                  </a:cubicBezTo>
                  <a:cubicBezTo>
                    <a:pt x="41724" y="114084"/>
                    <a:pt x="42227" y="113938"/>
                    <a:pt x="42725" y="113776"/>
                  </a:cubicBezTo>
                  <a:cubicBezTo>
                    <a:pt x="43223" y="113615"/>
                    <a:pt x="43716" y="113437"/>
                    <a:pt x="44203" y="113244"/>
                  </a:cubicBezTo>
                  <a:cubicBezTo>
                    <a:pt x="44690" y="113052"/>
                    <a:pt x="45171" y="112844"/>
                    <a:pt x="45644" y="112621"/>
                  </a:cubicBezTo>
                  <a:cubicBezTo>
                    <a:pt x="46118" y="112398"/>
                    <a:pt x="46585" y="112160"/>
                    <a:pt x="47044" y="111908"/>
                  </a:cubicBezTo>
                  <a:cubicBezTo>
                    <a:pt x="47503" y="111655"/>
                    <a:pt x="47954" y="111389"/>
                    <a:pt x="48396" y="111108"/>
                  </a:cubicBezTo>
                  <a:cubicBezTo>
                    <a:pt x="48838" y="110828"/>
                    <a:pt x="49271" y="110533"/>
                    <a:pt x="49695" y="110225"/>
                  </a:cubicBezTo>
                  <a:cubicBezTo>
                    <a:pt x="50118" y="109918"/>
                    <a:pt x="50532" y="109597"/>
                    <a:pt x="50936" y="109263"/>
                  </a:cubicBezTo>
                  <a:cubicBezTo>
                    <a:pt x="51339" y="108929"/>
                    <a:pt x="51732" y="108583"/>
                    <a:pt x="52114" y="108224"/>
                  </a:cubicBezTo>
                  <a:cubicBezTo>
                    <a:pt x="52495" y="107866"/>
                    <a:pt x="52866" y="107495"/>
                    <a:pt x="53224" y="107114"/>
                  </a:cubicBezTo>
                  <a:cubicBezTo>
                    <a:pt x="53583" y="106732"/>
                    <a:pt x="53929" y="106339"/>
                    <a:pt x="54263" y="105936"/>
                  </a:cubicBezTo>
                  <a:cubicBezTo>
                    <a:pt x="54597" y="105532"/>
                    <a:pt x="54918" y="105118"/>
                    <a:pt x="55225" y="104695"/>
                  </a:cubicBezTo>
                  <a:cubicBezTo>
                    <a:pt x="55533" y="104271"/>
                    <a:pt x="55828" y="103838"/>
                    <a:pt x="56108" y="103396"/>
                  </a:cubicBezTo>
                  <a:cubicBezTo>
                    <a:pt x="56389" y="102954"/>
                    <a:pt x="56655" y="102503"/>
                    <a:pt x="56908" y="102044"/>
                  </a:cubicBezTo>
                  <a:cubicBezTo>
                    <a:pt x="57160" y="101585"/>
                    <a:pt x="57398" y="101118"/>
                    <a:pt x="57621" y="100644"/>
                  </a:cubicBezTo>
                  <a:cubicBezTo>
                    <a:pt x="57844" y="100171"/>
                    <a:pt x="58052" y="99690"/>
                    <a:pt x="58244" y="99203"/>
                  </a:cubicBezTo>
                  <a:cubicBezTo>
                    <a:pt x="58437" y="98716"/>
                    <a:pt x="58615" y="98223"/>
                    <a:pt x="58776" y="97725"/>
                  </a:cubicBezTo>
                  <a:cubicBezTo>
                    <a:pt x="58938" y="97227"/>
                    <a:pt x="59084" y="96724"/>
                    <a:pt x="59215" y="96217"/>
                  </a:cubicBezTo>
                  <a:cubicBezTo>
                    <a:pt x="59345" y="95710"/>
                    <a:pt x="59459" y="95199"/>
                    <a:pt x="59557" y="94685"/>
                  </a:cubicBezTo>
                  <a:cubicBezTo>
                    <a:pt x="59655" y="94170"/>
                    <a:pt x="59737" y="93653"/>
                    <a:pt x="59803" y="93133"/>
                  </a:cubicBezTo>
                  <a:cubicBezTo>
                    <a:pt x="59868" y="92614"/>
                    <a:pt x="59918" y="92092"/>
                    <a:pt x="59951" y="91570"/>
                  </a:cubicBezTo>
                  <a:cubicBezTo>
                    <a:pt x="59984" y="91047"/>
                    <a:pt x="60000" y="90524"/>
                    <a:pt x="60000" y="90000"/>
                  </a:cubicBezTo>
                  <a:cubicBezTo>
                    <a:pt x="60000" y="70000"/>
                    <a:pt x="45000" y="60000"/>
                    <a:pt x="45000" y="40000"/>
                  </a:cubicBezTo>
                  <a:quadBezTo>
                    <a:pt x="45000" y="20000"/>
                    <a:pt x="70000" y="0"/>
                  </a:quad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3" name="probe-lucide-gauge" descr="gauge — Lucide Icons and Contributors; preserve the bundled full upstream license. Source: https://github.com/lucide-icons/lucide/blob/20aef31db93fe4d9f398dbb15b120d99c48eef95/icons/gauge.svg; SVG SHA256: d7710543a5085c5a61d0bbac1da8b89ef28e541b38ed739357991dff33d475b5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84" name="probe-lucide-gauge-part-1"/>
            <p:cNvSpPr/>
            <p:nvPr/>
          </p:nvSpPr>
          <p:spPr>
            <a:xfrm>
              <a:off x="120000" y="10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5" name="probe-lucide-gauge-part-2"/>
            <p:cNvSpPr/>
            <p:nvPr/>
          </p:nvSpPr>
          <p:spPr>
            <a:xfrm>
              <a:off x="20000" y="39996"/>
              <a:ext cx="200000" cy="150004"/>
            </a:xfrm>
            <a:custGeom>
              <a:avLst/>
              <a:gdLst/>
              <a:ahLst/>
              <a:cxnLst/>
              <a:rect l="0" t="0" r="r" b="b"/>
              <a:pathLst>
                <a:path w="200000" h="150004">
                  <a:moveTo>
                    <a:pt x="13400" y="150004"/>
                  </a:moveTo>
                  <a:cubicBezTo>
                    <a:pt x="12358" y="148199"/>
                    <a:pt x="11372" y="146362"/>
                    <a:pt x="10445" y="144496"/>
                  </a:cubicBezTo>
                  <a:cubicBezTo>
                    <a:pt x="9518" y="142629"/>
                    <a:pt x="8649" y="140734"/>
                    <a:pt x="7840" y="138814"/>
                  </a:cubicBezTo>
                  <a:cubicBezTo>
                    <a:pt x="7031" y="136893"/>
                    <a:pt x="6282" y="134947"/>
                    <a:pt x="5595" y="132980"/>
                  </a:cubicBezTo>
                  <a:cubicBezTo>
                    <a:pt x="4907" y="131012"/>
                    <a:pt x="4282" y="129023"/>
                    <a:pt x="3719" y="127017"/>
                  </a:cubicBezTo>
                  <a:cubicBezTo>
                    <a:pt x="3156" y="125010"/>
                    <a:pt x="2655" y="122986"/>
                    <a:pt x="2219" y="120948"/>
                  </a:cubicBezTo>
                  <a:cubicBezTo>
                    <a:pt x="1782" y="118910"/>
                    <a:pt x="1409" y="116859"/>
                    <a:pt x="1101" y="114798"/>
                  </a:cubicBezTo>
                  <a:cubicBezTo>
                    <a:pt x="793" y="112737"/>
                    <a:pt x="549" y="110666"/>
                    <a:pt x="370" y="108590"/>
                  </a:cubicBezTo>
                  <a:cubicBezTo>
                    <a:pt x="191" y="106513"/>
                    <a:pt x="77" y="104432"/>
                    <a:pt x="28" y="102348"/>
                  </a:cubicBezTo>
                  <a:cubicBezTo>
                    <a:pt x="-21" y="100265"/>
                    <a:pt x="-5" y="98180"/>
                    <a:pt x="76" y="96097"/>
                  </a:cubicBezTo>
                  <a:cubicBezTo>
                    <a:pt x="158" y="94015"/>
                    <a:pt x="304" y="91935"/>
                    <a:pt x="515" y="89862"/>
                  </a:cubicBezTo>
                  <a:cubicBezTo>
                    <a:pt x="727" y="87788"/>
                    <a:pt x="1003" y="85722"/>
                    <a:pt x="1343" y="83666"/>
                  </a:cubicBezTo>
                  <a:cubicBezTo>
                    <a:pt x="1684" y="81609"/>
                    <a:pt x="2088" y="79564"/>
                    <a:pt x="2556" y="77533"/>
                  </a:cubicBezTo>
                  <a:cubicBezTo>
                    <a:pt x="3025" y="75503"/>
                    <a:pt x="3556" y="73487"/>
                    <a:pt x="4150" y="71489"/>
                  </a:cubicBezTo>
                  <a:cubicBezTo>
                    <a:pt x="4745" y="69491"/>
                    <a:pt x="5401" y="67513"/>
                    <a:pt x="6119" y="65556"/>
                  </a:cubicBezTo>
                  <a:cubicBezTo>
                    <a:pt x="6837" y="63599"/>
                    <a:pt x="7616" y="61666"/>
                    <a:pt x="8455" y="59758"/>
                  </a:cubicBezTo>
                  <a:cubicBezTo>
                    <a:pt x="9293" y="57850"/>
                    <a:pt x="10192" y="55968"/>
                    <a:pt x="11148" y="54117"/>
                  </a:cubicBezTo>
                  <a:cubicBezTo>
                    <a:pt x="12104" y="52265"/>
                    <a:pt x="13118" y="50443"/>
                    <a:pt x="14188" y="48655"/>
                  </a:cubicBezTo>
                  <a:cubicBezTo>
                    <a:pt x="15258" y="46866"/>
                    <a:pt x="16384" y="45112"/>
                    <a:pt x="17564" y="43394"/>
                  </a:cubicBezTo>
                  <a:cubicBezTo>
                    <a:pt x="18744" y="41675"/>
                    <a:pt x="19977" y="39995"/>
                    <a:pt x="21262" y="38354"/>
                  </a:cubicBezTo>
                  <a:cubicBezTo>
                    <a:pt x="22547" y="36712"/>
                    <a:pt x="23882" y="35112"/>
                    <a:pt x="25267" y="33554"/>
                  </a:cubicBezTo>
                  <a:cubicBezTo>
                    <a:pt x="26652" y="31997"/>
                    <a:pt x="28085" y="30483"/>
                    <a:pt x="29565" y="29015"/>
                  </a:cubicBezTo>
                  <a:cubicBezTo>
                    <a:pt x="31044" y="27547"/>
                    <a:pt x="32569" y="26125"/>
                    <a:pt x="34138" y="24753"/>
                  </a:cubicBezTo>
                  <a:cubicBezTo>
                    <a:pt x="35706" y="23380"/>
                    <a:pt x="37317" y="22057"/>
                    <a:pt x="38968" y="20785"/>
                  </a:cubicBezTo>
                  <a:cubicBezTo>
                    <a:pt x="40619" y="19513"/>
                    <a:pt x="42309" y="18293"/>
                    <a:pt x="44036" y="17126"/>
                  </a:cubicBezTo>
                  <a:cubicBezTo>
                    <a:pt x="45764" y="15960"/>
                    <a:pt x="47527" y="14848"/>
                    <a:pt x="49324" y="13791"/>
                  </a:cubicBezTo>
                  <a:cubicBezTo>
                    <a:pt x="51120" y="12735"/>
                    <a:pt x="52950" y="11736"/>
                    <a:pt x="54809" y="10794"/>
                  </a:cubicBezTo>
                  <a:cubicBezTo>
                    <a:pt x="56668" y="9852"/>
                    <a:pt x="58556" y="8968"/>
                    <a:pt x="60471" y="8144"/>
                  </a:cubicBezTo>
                  <a:cubicBezTo>
                    <a:pt x="62385" y="7321"/>
                    <a:pt x="64325" y="6557"/>
                    <a:pt x="66287" y="5854"/>
                  </a:cubicBezTo>
                  <a:cubicBezTo>
                    <a:pt x="68249" y="5151"/>
                    <a:pt x="70233" y="4510"/>
                    <a:pt x="72235" y="3932"/>
                  </a:cubicBezTo>
                  <a:cubicBezTo>
                    <a:pt x="74238" y="3353"/>
                    <a:pt x="76257" y="2837"/>
                    <a:pt x="78292" y="2385"/>
                  </a:cubicBezTo>
                  <a:cubicBezTo>
                    <a:pt x="80326" y="1932"/>
                    <a:pt x="82375" y="1543"/>
                    <a:pt x="84433" y="1219"/>
                  </a:cubicBezTo>
                  <a:cubicBezTo>
                    <a:pt x="86492" y="895"/>
                    <a:pt x="88561" y="635"/>
                    <a:pt x="90636" y="439"/>
                  </a:cubicBezTo>
                  <a:cubicBezTo>
                    <a:pt x="92711" y="244"/>
                    <a:pt x="94791" y="114"/>
                    <a:pt x="96874" y="49"/>
                  </a:cubicBezTo>
                  <a:cubicBezTo>
                    <a:pt x="98958" y="-16"/>
                    <a:pt x="101042" y="-16"/>
                    <a:pt x="103126" y="49"/>
                  </a:cubicBezTo>
                  <a:cubicBezTo>
                    <a:pt x="105209" y="114"/>
                    <a:pt x="107289" y="244"/>
                    <a:pt x="109364" y="439"/>
                  </a:cubicBezTo>
                  <a:cubicBezTo>
                    <a:pt x="111439" y="635"/>
                    <a:pt x="113508" y="895"/>
                    <a:pt x="115567" y="1219"/>
                  </a:cubicBezTo>
                  <a:cubicBezTo>
                    <a:pt x="117625" y="1543"/>
                    <a:pt x="119674" y="1932"/>
                    <a:pt x="121708" y="2385"/>
                  </a:cubicBezTo>
                  <a:cubicBezTo>
                    <a:pt x="123743" y="2837"/>
                    <a:pt x="125762" y="3353"/>
                    <a:pt x="127765" y="3932"/>
                  </a:cubicBezTo>
                  <a:cubicBezTo>
                    <a:pt x="129767" y="4510"/>
                    <a:pt x="131751" y="5151"/>
                    <a:pt x="133713" y="5854"/>
                  </a:cubicBezTo>
                  <a:cubicBezTo>
                    <a:pt x="135675" y="6557"/>
                    <a:pt x="137615" y="7321"/>
                    <a:pt x="139529" y="8144"/>
                  </a:cubicBezTo>
                  <a:cubicBezTo>
                    <a:pt x="141444" y="8968"/>
                    <a:pt x="143332" y="9852"/>
                    <a:pt x="145191" y="10794"/>
                  </a:cubicBezTo>
                  <a:cubicBezTo>
                    <a:pt x="147050" y="11736"/>
                    <a:pt x="148880" y="12735"/>
                    <a:pt x="150676" y="13791"/>
                  </a:cubicBezTo>
                  <a:cubicBezTo>
                    <a:pt x="152473" y="14848"/>
                    <a:pt x="154236" y="15960"/>
                    <a:pt x="155964" y="17126"/>
                  </a:cubicBezTo>
                  <a:cubicBezTo>
                    <a:pt x="157691" y="18293"/>
                    <a:pt x="159381" y="19513"/>
                    <a:pt x="161032" y="20785"/>
                  </a:cubicBezTo>
                  <a:cubicBezTo>
                    <a:pt x="162683" y="22057"/>
                    <a:pt x="164294" y="23380"/>
                    <a:pt x="165862" y="24753"/>
                  </a:cubicBezTo>
                  <a:cubicBezTo>
                    <a:pt x="167431" y="26125"/>
                    <a:pt x="168956" y="27547"/>
                    <a:pt x="170435" y="29015"/>
                  </a:cubicBezTo>
                  <a:cubicBezTo>
                    <a:pt x="171915" y="30483"/>
                    <a:pt x="173348" y="31997"/>
                    <a:pt x="174733" y="33554"/>
                  </a:cubicBezTo>
                  <a:cubicBezTo>
                    <a:pt x="176118" y="35112"/>
                    <a:pt x="177453" y="36712"/>
                    <a:pt x="178738" y="38354"/>
                  </a:cubicBezTo>
                  <a:cubicBezTo>
                    <a:pt x="180023" y="39995"/>
                    <a:pt x="181256" y="41675"/>
                    <a:pt x="182436" y="43394"/>
                  </a:cubicBezTo>
                  <a:cubicBezTo>
                    <a:pt x="183616" y="45112"/>
                    <a:pt x="184742" y="46866"/>
                    <a:pt x="185812" y="48655"/>
                  </a:cubicBezTo>
                  <a:cubicBezTo>
                    <a:pt x="186882" y="50443"/>
                    <a:pt x="187896" y="52265"/>
                    <a:pt x="188852" y="54117"/>
                  </a:cubicBezTo>
                  <a:cubicBezTo>
                    <a:pt x="189808" y="55968"/>
                    <a:pt x="190707" y="57850"/>
                    <a:pt x="191545" y="59758"/>
                  </a:cubicBezTo>
                  <a:cubicBezTo>
                    <a:pt x="192384" y="61666"/>
                    <a:pt x="193163" y="63599"/>
                    <a:pt x="193881" y="65556"/>
                  </a:cubicBezTo>
                  <a:cubicBezTo>
                    <a:pt x="194599" y="67513"/>
                    <a:pt x="195255" y="69491"/>
                    <a:pt x="195850" y="71489"/>
                  </a:cubicBezTo>
                  <a:cubicBezTo>
                    <a:pt x="196444" y="73487"/>
                    <a:pt x="196975" y="75503"/>
                    <a:pt x="197444" y="77533"/>
                  </a:cubicBezTo>
                  <a:cubicBezTo>
                    <a:pt x="197912" y="79564"/>
                    <a:pt x="198316" y="81609"/>
                    <a:pt x="198657" y="83666"/>
                  </a:cubicBezTo>
                  <a:cubicBezTo>
                    <a:pt x="198997" y="85722"/>
                    <a:pt x="199273" y="87788"/>
                    <a:pt x="199485" y="89862"/>
                  </a:cubicBezTo>
                  <a:cubicBezTo>
                    <a:pt x="199696" y="91935"/>
                    <a:pt x="199842" y="94015"/>
                    <a:pt x="199924" y="96097"/>
                  </a:cubicBezTo>
                  <a:cubicBezTo>
                    <a:pt x="200005" y="98180"/>
                    <a:pt x="200021" y="100265"/>
                    <a:pt x="199972" y="102348"/>
                  </a:cubicBezTo>
                  <a:cubicBezTo>
                    <a:pt x="199923" y="104432"/>
                    <a:pt x="199809" y="106513"/>
                    <a:pt x="199630" y="108590"/>
                  </a:cubicBezTo>
                  <a:cubicBezTo>
                    <a:pt x="199451" y="110666"/>
                    <a:pt x="199207" y="112737"/>
                    <a:pt x="198899" y="114798"/>
                  </a:cubicBezTo>
                  <a:cubicBezTo>
                    <a:pt x="198591" y="116859"/>
                    <a:pt x="198218" y="118910"/>
                    <a:pt x="197781" y="120948"/>
                  </a:cubicBezTo>
                  <a:cubicBezTo>
                    <a:pt x="197345" y="122986"/>
                    <a:pt x="196844" y="125010"/>
                    <a:pt x="196281" y="127017"/>
                  </a:cubicBezTo>
                  <a:cubicBezTo>
                    <a:pt x="195718" y="129023"/>
                    <a:pt x="195093" y="131012"/>
                    <a:pt x="194405" y="132980"/>
                  </a:cubicBezTo>
                  <a:cubicBezTo>
                    <a:pt x="193718" y="134947"/>
                    <a:pt x="192969" y="136893"/>
                    <a:pt x="192160" y="138814"/>
                  </a:cubicBezTo>
                  <a:cubicBezTo>
                    <a:pt x="191351" y="140734"/>
                    <a:pt x="190482" y="142629"/>
                    <a:pt x="189555" y="144496"/>
                  </a:cubicBezTo>
                  <a:cubicBezTo>
                    <a:pt x="188628" y="146362"/>
                    <a:pt x="187642" y="148199"/>
                    <a:pt x="186600" y="150004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6" name="probe-lucide-globe" descr="globe — Lucide Icons and Contributors; preserve the bundled full upstream license. Source: https://github.com/lucide-icons/lucide/blob/20aef31db93fe4d9f398dbb15b120d99c48eef95/icons/globe.svg; SVG SHA256: 82c6b8fa0b8e8d775ec9becd86f74a4e50bff7bee4c81f7362de45348504f14d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87" name="probe-lucide-globe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8" name="probe-lucide-globe-part-2"/>
            <p:cNvSpPr/>
            <p:nvPr/>
          </p:nvSpPr>
          <p:spPr>
            <a:xfrm>
              <a:off x="80000" y="20000"/>
              <a:ext cx="80000" cy="200000"/>
            </a:xfrm>
            <a:custGeom>
              <a:avLst/>
              <a:gdLst/>
              <a:ahLst/>
              <a:cxnLst/>
              <a:rect l="0" t="0" r="r" b="b"/>
              <a:pathLst>
                <a:path w="80000" h="200000">
                  <a:moveTo>
                    <a:pt x="40000" y="0"/>
                  </a:moveTo>
                  <a:cubicBezTo>
                    <a:pt x="37970" y="2131"/>
                    <a:pt x="36006" y="4323"/>
                    <a:pt x="34110" y="6574"/>
                  </a:cubicBezTo>
                  <a:cubicBezTo>
                    <a:pt x="32214" y="8824"/>
                    <a:pt x="30387" y="11132"/>
                    <a:pt x="28631" y="13494"/>
                  </a:cubicBezTo>
                  <a:cubicBezTo>
                    <a:pt x="26876" y="15856"/>
                    <a:pt x="25192" y="18270"/>
                    <a:pt x="23584" y="20734"/>
                  </a:cubicBezTo>
                  <a:cubicBezTo>
                    <a:pt x="21975" y="23199"/>
                    <a:pt x="20441" y="25711"/>
                    <a:pt x="18986" y="28269"/>
                  </a:cubicBezTo>
                  <a:cubicBezTo>
                    <a:pt x="17530" y="30826"/>
                    <a:pt x="16152" y="33427"/>
                    <a:pt x="14855" y="36069"/>
                  </a:cubicBezTo>
                  <a:cubicBezTo>
                    <a:pt x="13557" y="38710"/>
                    <a:pt x="12340" y="41390"/>
                    <a:pt x="11206" y="44106"/>
                  </a:cubicBezTo>
                  <a:cubicBezTo>
                    <a:pt x="10072" y="46821"/>
                    <a:pt x="9020" y="49570"/>
                    <a:pt x="8053" y="52350"/>
                  </a:cubicBezTo>
                  <a:cubicBezTo>
                    <a:pt x="7086" y="55129"/>
                    <a:pt x="6204" y="57937"/>
                    <a:pt x="5408" y="60770"/>
                  </a:cubicBezTo>
                  <a:cubicBezTo>
                    <a:pt x="4611" y="63603"/>
                    <a:pt x="3902" y="66460"/>
                    <a:pt x="3279" y="69336"/>
                  </a:cubicBezTo>
                  <a:cubicBezTo>
                    <a:pt x="2657" y="72212"/>
                    <a:pt x="2122" y="75107"/>
                    <a:pt x="1676" y="78016"/>
                  </a:cubicBezTo>
                  <a:cubicBezTo>
                    <a:pt x="1230" y="80925"/>
                    <a:pt x="873" y="83846"/>
                    <a:pt x="604" y="86777"/>
                  </a:cubicBezTo>
                  <a:cubicBezTo>
                    <a:pt x="336" y="89707"/>
                    <a:pt x="157" y="92645"/>
                    <a:pt x="67" y="95587"/>
                  </a:cubicBezTo>
                  <a:cubicBezTo>
                    <a:pt x="-22" y="98528"/>
                    <a:pt x="-22" y="101472"/>
                    <a:pt x="67" y="104413"/>
                  </a:cubicBezTo>
                  <a:cubicBezTo>
                    <a:pt x="157" y="107355"/>
                    <a:pt x="336" y="110293"/>
                    <a:pt x="604" y="113223"/>
                  </a:cubicBezTo>
                  <a:cubicBezTo>
                    <a:pt x="873" y="116154"/>
                    <a:pt x="1230" y="119075"/>
                    <a:pt x="1676" y="121984"/>
                  </a:cubicBezTo>
                  <a:cubicBezTo>
                    <a:pt x="2122" y="124893"/>
                    <a:pt x="2657" y="127788"/>
                    <a:pt x="3279" y="130664"/>
                  </a:cubicBezTo>
                  <a:cubicBezTo>
                    <a:pt x="3902" y="133540"/>
                    <a:pt x="4611" y="136397"/>
                    <a:pt x="5408" y="139230"/>
                  </a:cubicBezTo>
                  <a:cubicBezTo>
                    <a:pt x="6204" y="142063"/>
                    <a:pt x="7086" y="144871"/>
                    <a:pt x="8053" y="147650"/>
                  </a:cubicBezTo>
                  <a:cubicBezTo>
                    <a:pt x="9020" y="150430"/>
                    <a:pt x="10072" y="153179"/>
                    <a:pt x="11206" y="155894"/>
                  </a:cubicBezTo>
                  <a:cubicBezTo>
                    <a:pt x="12340" y="158610"/>
                    <a:pt x="13557" y="161290"/>
                    <a:pt x="14855" y="163931"/>
                  </a:cubicBezTo>
                  <a:cubicBezTo>
                    <a:pt x="16152" y="166573"/>
                    <a:pt x="17530" y="169174"/>
                    <a:pt x="18986" y="171731"/>
                  </a:cubicBezTo>
                  <a:cubicBezTo>
                    <a:pt x="20441" y="174289"/>
                    <a:pt x="21975" y="176801"/>
                    <a:pt x="23584" y="179266"/>
                  </a:cubicBezTo>
                  <a:cubicBezTo>
                    <a:pt x="25192" y="181730"/>
                    <a:pt x="26876" y="184144"/>
                    <a:pt x="28631" y="186506"/>
                  </a:cubicBezTo>
                  <a:cubicBezTo>
                    <a:pt x="30387" y="188868"/>
                    <a:pt x="32214" y="191176"/>
                    <a:pt x="34110" y="193426"/>
                  </a:cubicBezTo>
                  <a:cubicBezTo>
                    <a:pt x="36006" y="195677"/>
                    <a:pt x="37970" y="197869"/>
                    <a:pt x="40000" y="200000"/>
                  </a:cubicBezTo>
                  <a:cubicBezTo>
                    <a:pt x="42030" y="197869"/>
                    <a:pt x="43994" y="195677"/>
                    <a:pt x="45890" y="193426"/>
                  </a:cubicBezTo>
                  <a:cubicBezTo>
                    <a:pt x="47786" y="191176"/>
                    <a:pt x="49613" y="188868"/>
                    <a:pt x="51369" y="186506"/>
                  </a:cubicBezTo>
                  <a:cubicBezTo>
                    <a:pt x="53124" y="184144"/>
                    <a:pt x="54808" y="181730"/>
                    <a:pt x="56416" y="179266"/>
                  </a:cubicBezTo>
                  <a:cubicBezTo>
                    <a:pt x="58025" y="176801"/>
                    <a:pt x="59559" y="174289"/>
                    <a:pt x="61014" y="171731"/>
                  </a:cubicBezTo>
                  <a:cubicBezTo>
                    <a:pt x="62470" y="169174"/>
                    <a:pt x="63848" y="166573"/>
                    <a:pt x="65145" y="163931"/>
                  </a:cubicBezTo>
                  <a:cubicBezTo>
                    <a:pt x="66443" y="161290"/>
                    <a:pt x="67660" y="158610"/>
                    <a:pt x="68794" y="155894"/>
                  </a:cubicBezTo>
                  <a:cubicBezTo>
                    <a:pt x="69928" y="153179"/>
                    <a:pt x="70980" y="150430"/>
                    <a:pt x="71947" y="147650"/>
                  </a:cubicBezTo>
                  <a:cubicBezTo>
                    <a:pt x="72914" y="144871"/>
                    <a:pt x="73796" y="142063"/>
                    <a:pt x="74592" y="139230"/>
                  </a:cubicBezTo>
                  <a:cubicBezTo>
                    <a:pt x="75389" y="136397"/>
                    <a:pt x="76098" y="133540"/>
                    <a:pt x="76721" y="130664"/>
                  </a:cubicBezTo>
                  <a:cubicBezTo>
                    <a:pt x="77343" y="127788"/>
                    <a:pt x="77878" y="124893"/>
                    <a:pt x="78324" y="121984"/>
                  </a:cubicBezTo>
                  <a:cubicBezTo>
                    <a:pt x="78770" y="119075"/>
                    <a:pt x="79127" y="116154"/>
                    <a:pt x="79396" y="113223"/>
                  </a:cubicBezTo>
                  <a:cubicBezTo>
                    <a:pt x="79664" y="110293"/>
                    <a:pt x="79843" y="107355"/>
                    <a:pt x="79933" y="104413"/>
                  </a:cubicBezTo>
                  <a:cubicBezTo>
                    <a:pt x="80022" y="101472"/>
                    <a:pt x="80022" y="98528"/>
                    <a:pt x="79933" y="95587"/>
                  </a:cubicBezTo>
                  <a:cubicBezTo>
                    <a:pt x="79843" y="92645"/>
                    <a:pt x="79664" y="89707"/>
                    <a:pt x="79396" y="86777"/>
                  </a:cubicBezTo>
                  <a:cubicBezTo>
                    <a:pt x="79127" y="83846"/>
                    <a:pt x="78770" y="80925"/>
                    <a:pt x="78324" y="78016"/>
                  </a:cubicBezTo>
                  <a:cubicBezTo>
                    <a:pt x="77878" y="75107"/>
                    <a:pt x="77343" y="72212"/>
                    <a:pt x="76721" y="69336"/>
                  </a:cubicBezTo>
                  <a:cubicBezTo>
                    <a:pt x="76098" y="66460"/>
                    <a:pt x="75389" y="63603"/>
                    <a:pt x="74592" y="60770"/>
                  </a:cubicBezTo>
                  <a:cubicBezTo>
                    <a:pt x="73796" y="57937"/>
                    <a:pt x="72914" y="55129"/>
                    <a:pt x="71947" y="52350"/>
                  </a:cubicBezTo>
                  <a:cubicBezTo>
                    <a:pt x="70980" y="49570"/>
                    <a:pt x="69928" y="46821"/>
                    <a:pt x="68794" y="44106"/>
                  </a:cubicBezTo>
                  <a:cubicBezTo>
                    <a:pt x="67660" y="41390"/>
                    <a:pt x="66443" y="38710"/>
                    <a:pt x="65145" y="36069"/>
                  </a:cubicBezTo>
                  <a:cubicBezTo>
                    <a:pt x="63848" y="33427"/>
                    <a:pt x="62470" y="30826"/>
                    <a:pt x="61014" y="28269"/>
                  </a:cubicBezTo>
                  <a:cubicBezTo>
                    <a:pt x="59559" y="25711"/>
                    <a:pt x="58025" y="23199"/>
                    <a:pt x="56416" y="20734"/>
                  </a:cubicBezTo>
                  <a:cubicBezTo>
                    <a:pt x="54808" y="18270"/>
                    <a:pt x="53124" y="15856"/>
                    <a:pt x="51369" y="13494"/>
                  </a:cubicBezTo>
                  <a:cubicBezTo>
                    <a:pt x="49613" y="11132"/>
                    <a:pt x="47786" y="8824"/>
                    <a:pt x="45890" y="6574"/>
                  </a:cubicBezTo>
                  <a:cubicBezTo>
                    <a:pt x="43994" y="4323"/>
                    <a:pt x="42030" y="2131"/>
                    <a:pt x="4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9" name="probe-lucide-globe-part-3"/>
            <p:cNvSpPr/>
            <p:nvPr/>
          </p:nvSpPr>
          <p:spPr>
            <a:xfrm>
              <a:off x="20000" y="120000"/>
              <a:ext cx="200000" cy="10"/>
            </a:xfrm>
            <a:custGeom>
              <a:avLst/>
              <a:gdLst/>
              <a:ahLst/>
              <a:cxnLst/>
              <a:rect l="0" t="0" r="r" b="b"/>
              <a:pathLst>
                <a:path w="200000" h="10">
                  <a:moveTo>
                    <a:pt x="0" y="0"/>
                  </a:moveTo>
                  <a:lnTo>
                    <a:pt x="2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0" name="probe-lucide-house" descr="house — Lucide Icons and Contributors; preserve the bundled full upstream license. Source: https://github.com/lucide-icons/lucide/blob/20aef31db93fe4d9f398dbb15b120d99c48eef95/icons/house.svg; SVG SHA256: 28216c479005731ef5e382e7d8627eda2b129b019eb1f3d9de9f5915576d448e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91" name="probe-lucide-house-part-1"/>
            <p:cNvSpPr/>
            <p:nvPr/>
          </p:nvSpPr>
          <p:spPr>
            <a:xfrm>
              <a:off x="90000" y="120000"/>
              <a:ext cx="60000" cy="90000"/>
            </a:xfrm>
            <a:custGeom>
              <a:avLst/>
              <a:gdLst/>
              <a:ahLst/>
              <a:cxnLst/>
              <a:rect l="0" t="0" r="r" b="b"/>
              <a:pathLst>
                <a:path w="60000" h="90000">
                  <a:moveTo>
                    <a:pt x="60000" y="90000"/>
                  </a:moveTo>
                  <a:lnTo>
                    <a:pt x="60000" y="10000"/>
                  </a:lnTo>
                  <a:cubicBezTo>
                    <a:pt x="60000" y="9791"/>
                    <a:pt x="59993" y="9581"/>
                    <a:pt x="59980" y="9372"/>
                  </a:cubicBezTo>
                  <a:cubicBezTo>
                    <a:pt x="59967" y="9163"/>
                    <a:pt x="59947" y="8954"/>
                    <a:pt x="59921" y="8747"/>
                  </a:cubicBezTo>
                  <a:cubicBezTo>
                    <a:pt x="59895" y="8539"/>
                    <a:pt x="59862" y="8332"/>
                    <a:pt x="59823" y="8126"/>
                  </a:cubicBezTo>
                  <a:cubicBezTo>
                    <a:pt x="59784" y="7920"/>
                    <a:pt x="59738" y="7716"/>
                    <a:pt x="59686" y="7513"/>
                  </a:cubicBezTo>
                  <a:cubicBezTo>
                    <a:pt x="59634" y="7310"/>
                    <a:pt x="59575" y="7109"/>
                    <a:pt x="59511" y="6910"/>
                  </a:cubicBezTo>
                  <a:cubicBezTo>
                    <a:pt x="59446" y="6711"/>
                    <a:pt x="59375" y="6514"/>
                    <a:pt x="59298" y="6319"/>
                  </a:cubicBezTo>
                  <a:cubicBezTo>
                    <a:pt x="59221" y="6124"/>
                    <a:pt x="59137" y="5932"/>
                    <a:pt x="59048" y="5742"/>
                  </a:cubicBezTo>
                  <a:cubicBezTo>
                    <a:pt x="58959" y="5553"/>
                    <a:pt x="58864" y="5366"/>
                    <a:pt x="58763" y="5182"/>
                  </a:cubicBezTo>
                  <a:cubicBezTo>
                    <a:pt x="58662" y="4999"/>
                    <a:pt x="58556" y="4819"/>
                    <a:pt x="58443" y="4642"/>
                  </a:cubicBezTo>
                  <a:cubicBezTo>
                    <a:pt x="58331" y="4465"/>
                    <a:pt x="58213" y="4292"/>
                    <a:pt x="58090" y="4122"/>
                  </a:cubicBezTo>
                  <a:cubicBezTo>
                    <a:pt x="57967" y="3953"/>
                    <a:pt x="57839" y="3787"/>
                    <a:pt x="57705" y="3626"/>
                  </a:cubicBezTo>
                  <a:cubicBezTo>
                    <a:pt x="57572" y="3464"/>
                    <a:pt x="57433" y="3307"/>
                    <a:pt x="57290" y="3155"/>
                  </a:cubicBezTo>
                  <a:cubicBezTo>
                    <a:pt x="57146" y="3002"/>
                    <a:pt x="56998" y="2854"/>
                    <a:pt x="56845" y="2710"/>
                  </a:cubicBezTo>
                  <a:cubicBezTo>
                    <a:pt x="56693" y="2567"/>
                    <a:pt x="56536" y="2428"/>
                    <a:pt x="56374" y="2295"/>
                  </a:cubicBezTo>
                  <a:cubicBezTo>
                    <a:pt x="56213" y="2161"/>
                    <a:pt x="56047" y="2033"/>
                    <a:pt x="55878" y="1910"/>
                  </a:cubicBezTo>
                  <a:cubicBezTo>
                    <a:pt x="55708" y="1787"/>
                    <a:pt x="55535" y="1669"/>
                    <a:pt x="55358" y="1557"/>
                  </a:cubicBezTo>
                  <a:cubicBezTo>
                    <a:pt x="55181" y="1444"/>
                    <a:pt x="55001" y="1338"/>
                    <a:pt x="54818" y="1237"/>
                  </a:cubicBezTo>
                  <a:cubicBezTo>
                    <a:pt x="54634" y="1136"/>
                    <a:pt x="54447" y="1041"/>
                    <a:pt x="54258" y="952"/>
                  </a:cubicBezTo>
                  <a:cubicBezTo>
                    <a:pt x="54068" y="863"/>
                    <a:pt x="53876" y="779"/>
                    <a:pt x="53681" y="702"/>
                  </a:cubicBezTo>
                  <a:cubicBezTo>
                    <a:pt x="53486" y="625"/>
                    <a:pt x="53289" y="554"/>
                    <a:pt x="53090" y="489"/>
                  </a:cubicBezTo>
                  <a:cubicBezTo>
                    <a:pt x="52891" y="425"/>
                    <a:pt x="52690" y="366"/>
                    <a:pt x="52487" y="314"/>
                  </a:cubicBezTo>
                  <a:cubicBezTo>
                    <a:pt x="52284" y="262"/>
                    <a:pt x="52080" y="216"/>
                    <a:pt x="51874" y="177"/>
                  </a:cubicBezTo>
                  <a:cubicBezTo>
                    <a:pt x="51668" y="138"/>
                    <a:pt x="51461" y="105"/>
                    <a:pt x="51253" y="79"/>
                  </a:cubicBezTo>
                  <a:cubicBezTo>
                    <a:pt x="51046" y="53"/>
                    <a:pt x="50837" y="33"/>
                    <a:pt x="50628" y="20"/>
                  </a:cubicBezTo>
                  <a:cubicBezTo>
                    <a:pt x="50419" y="7"/>
                    <a:pt x="50209" y="0"/>
                    <a:pt x="50000" y="0"/>
                  </a:cubicBezTo>
                  <a:lnTo>
                    <a:pt x="10000" y="0"/>
                  </a:lnTo>
                  <a:cubicBezTo>
                    <a:pt x="9791" y="0"/>
                    <a:pt x="9581" y="7"/>
                    <a:pt x="9372" y="20"/>
                  </a:cubicBezTo>
                  <a:cubicBezTo>
                    <a:pt x="9163" y="33"/>
                    <a:pt x="8954" y="53"/>
                    <a:pt x="8747" y="79"/>
                  </a:cubicBezTo>
                  <a:cubicBezTo>
                    <a:pt x="8539" y="105"/>
                    <a:pt x="8332" y="138"/>
                    <a:pt x="8126" y="177"/>
                  </a:cubicBezTo>
                  <a:cubicBezTo>
                    <a:pt x="7920" y="216"/>
                    <a:pt x="7716" y="262"/>
                    <a:pt x="7513" y="314"/>
                  </a:cubicBezTo>
                  <a:cubicBezTo>
                    <a:pt x="7310" y="366"/>
                    <a:pt x="7109" y="425"/>
                    <a:pt x="6910" y="489"/>
                  </a:cubicBezTo>
                  <a:cubicBezTo>
                    <a:pt x="6711" y="554"/>
                    <a:pt x="6514" y="625"/>
                    <a:pt x="6319" y="702"/>
                  </a:cubicBezTo>
                  <a:cubicBezTo>
                    <a:pt x="6124" y="779"/>
                    <a:pt x="5932" y="863"/>
                    <a:pt x="5742" y="952"/>
                  </a:cubicBezTo>
                  <a:cubicBezTo>
                    <a:pt x="5553" y="1041"/>
                    <a:pt x="5366" y="1136"/>
                    <a:pt x="5182" y="1237"/>
                  </a:cubicBezTo>
                  <a:cubicBezTo>
                    <a:pt x="4999" y="1338"/>
                    <a:pt x="4819" y="1444"/>
                    <a:pt x="4642" y="1557"/>
                  </a:cubicBezTo>
                  <a:cubicBezTo>
                    <a:pt x="4465" y="1669"/>
                    <a:pt x="4292" y="1787"/>
                    <a:pt x="4122" y="1910"/>
                  </a:cubicBezTo>
                  <a:cubicBezTo>
                    <a:pt x="3953" y="2033"/>
                    <a:pt x="3787" y="2161"/>
                    <a:pt x="3626" y="2295"/>
                  </a:cubicBezTo>
                  <a:cubicBezTo>
                    <a:pt x="3464" y="2428"/>
                    <a:pt x="3307" y="2567"/>
                    <a:pt x="3155" y="2710"/>
                  </a:cubicBezTo>
                  <a:cubicBezTo>
                    <a:pt x="3002" y="2854"/>
                    <a:pt x="2854" y="3002"/>
                    <a:pt x="2710" y="3155"/>
                  </a:cubicBezTo>
                  <a:cubicBezTo>
                    <a:pt x="2567" y="3307"/>
                    <a:pt x="2428" y="3464"/>
                    <a:pt x="2295" y="3626"/>
                  </a:cubicBezTo>
                  <a:cubicBezTo>
                    <a:pt x="2161" y="3787"/>
                    <a:pt x="2033" y="3953"/>
                    <a:pt x="1910" y="4122"/>
                  </a:cubicBezTo>
                  <a:cubicBezTo>
                    <a:pt x="1787" y="4292"/>
                    <a:pt x="1669" y="4465"/>
                    <a:pt x="1557" y="4642"/>
                  </a:cubicBezTo>
                  <a:cubicBezTo>
                    <a:pt x="1444" y="4819"/>
                    <a:pt x="1338" y="4999"/>
                    <a:pt x="1237" y="5182"/>
                  </a:cubicBezTo>
                  <a:cubicBezTo>
                    <a:pt x="1136" y="5366"/>
                    <a:pt x="1041" y="5553"/>
                    <a:pt x="952" y="5742"/>
                  </a:cubicBezTo>
                  <a:cubicBezTo>
                    <a:pt x="863" y="5932"/>
                    <a:pt x="779" y="6124"/>
                    <a:pt x="702" y="6319"/>
                  </a:cubicBezTo>
                  <a:cubicBezTo>
                    <a:pt x="625" y="6514"/>
                    <a:pt x="554" y="6711"/>
                    <a:pt x="489" y="6910"/>
                  </a:cubicBezTo>
                  <a:cubicBezTo>
                    <a:pt x="425" y="7109"/>
                    <a:pt x="366" y="7310"/>
                    <a:pt x="314" y="7513"/>
                  </a:cubicBezTo>
                  <a:cubicBezTo>
                    <a:pt x="262" y="7716"/>
                    <a:pt x="216" y="7920"/>
                    <a:pt x="177" y="8126"/>
                  </a:cubicBezTo>
                  <a:cubicBezTo>
                    <a:pt x="138" y="8332"/>
                    <a:pt x="105" y="8539"/>
                    <a:pt x="79" y="8747"/>
                  </a:cubicBezTo>
                  <a:cubicBezTo>
                    <a:pt x="53" y="8954"/>
                    <a:pt x="33" y="9163"/>
                    <a:pt x="20" y="9372"/>
                  </a:cubicBezTo>
                  <a:cubicBezTo>
                    <a:pt x="7" y="9581"/>
                    <a:pt x="0" y="9791"/>
                    <a:pt x="0" y="10000"/>
                  </a:cubicBezTo>
                  <a:lnTo>
                    <a:pt x="0" y="9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2" name="probe-lucide-house-part-2"/>
            <p:cNvSpPr/>
            <p:nvPr/>
          </p:nvSpPr>
          <p:spPr>
            <a:xfrm>
              <a:off x="30000" y="19995"/>
              <a:ext cx="180000" cy="190005"/>
            </a:xfrm>
            <a:custGeom>
              <a:avLst/>
              <a:gdLst/>
              <a:ahLst/>
              <a:cxnLst/>
              <a:rect l="0" t="0" r="r" b="b"/>
              <a:pathLst>
                <a:path w="180000" h="190005">
                  <a:moveTo>
                    <a:pt x="0" y="80005"/>
                  </a:moveTo>
                  <a:cubicBezTo>
                    <a:pt x="0" y="79591"/>
                    <a:pt x="13" y="79177"/>
                    <a:pt x="38" y="78764"/>
                  </a:cubicBezTo>
                  <a:cubicBezTo>
                    <a:pt x="64" y="78350"/>
                    <a:pt x="102" y="77938"/>
                    <a:pt x="153" y="77527"/>
                  </a:cubicBezTo>
                  <a:cubicBezTo>
                    <a:pt x="205" y="77116"/>
                    <a:pt x="269" y="76707"/>
                    <a:pt x="345" y="76300"/>
                  </a:cubicBezTo>
                  <a:cubicBezTo>
                    <a:pt x="422" y="75894"/>
                    <a:pt x="511" y="75489"/>
                    <a:pt x="613" y="75088"/>
                  </a:cubicBezTo>
                  <a:cubicBezTo>
                    <a:pt x="714" y="74686"/>
                    <a:pt x="828" y="74288"/>
                    <a:pt x="955" y="73894"/>
                  </a:cubicBezTo>
                  <a:cubicBezTo>
                    <a:pt x="1081" y="73500"/>
                    <a:pt x="1220" y="73110"/>
                    <a:pt x="1370" y="72724"/>
                  </a:cubicBezTo>
                  <a:cubicBezTo>
                    <a:pt x="1521" y="72338"/>
                    <a:pt x="1684" y="71958"/>
                    <a:pt x="1858" y="71582"/>
                  </a:cubicBezTo>
                  <a:cubicBezTo>
                    <a:pt x="2032" y="71206"/>
                    <a:pt x="2218" y="70836"/>
                    <a:pt x="2415" y="70472"/>
                  </a:cubicBezTo>
                  <a:cubicBezTo>
                    <a:pt x="2612" y="70108"/>
                    <a:pt x="2821" y="69751"/>
                    <a:pt x="3040" y="69399"/>
                  </a:cubicBezTo>
                  <a:cubicBezTo>
                    <a:pt x="3260" y="69048"/>
                    <a:pt x="3490" y="68704"/>
                    <a:pt x="3731" y="68367"/>
                  </a:cubicBezTo>
                  <a:cubicBezTo>
                    <a:pt x="3972" y="68031"/>
                    <a:pt x="4223" y="67701"/>
                    <a:pt x="4484" y="67380"/>
                  </a:cubicBezTo>
                  <a:cubicBezTo>
                    <a:pt x="4745" y="67059"/>
                    <a:pt x="5017" y="66746"/>
                    <a:pt x="5297" y="66442"/>
                  </a:cubicBezTo>
                  <a:cubicBezTo>
                    <a:pt x="5578" y="66137"/>
                    <a:pt x="5868" y="65842"/>
                    <a:pt x="6167" y="65555"/>
                  </a:cubicBezTo>
                  <a:cubicBezTo>
                    <a:pt x="6466" y="65269"/>
                    <a:pt x="6774" y="64992"/>
                    <a:pt x="7090" y="64725"/>
                  </a:cubicBezTo>
                  <a:lnTo>
                    <a:pt x="77090" y="4725"/>
                  </a:lnTo>
                  <a:cubicBezTo>
                    <a:pt x="77401" y="4462"/>
                    <a:pt x="77719" y="4209"/>
                    <a:pt x="78045" y="3966"/>
                  </a:cubicBezTo>
                  <a:cubicBezTo>
                    <a:pt x="78372" y="3723"/>
                    <a:pt x="78705" y="3490"/>
                    <a:pt x="79045" y="3267"/>
                  </a:cubicBezTo>
                  <a:cubicBezTo>
                    <a:pt x="79386" y="3044"/>
                    <a:pt x="79733" y="2832"/>
                    <a:pt x="80086" y="2630"/>
                  </a:cubicBezTo>
                  <a:cubicBezTo>
                    <a:pt x="80439" y="2428"/>
                    <a:pt x="80799" y="2238"/>
                    <a:pt x="81164" y="2058"/>
                  </a:cubicBezTo>
                  <a:cubicBezTo>
                    <a:pt x="81529" y="1878"/>
                    <a:pt x="81899" y="1710"/>
                    <a:pt x="82274" y="1552"/>
                  </a:cubicBezTo>
                  <a:cubicBezTo>
                    <a:pt x="82650" y="1395"/>
                    <a:pt x="83029" y="1250"/>
                    <a:pt x="83414" y="1116"/>
                  </a:cubicBezTo>
                  <a:cubicBezTo>
                    <a:pt x="83798" y="982"/>
                    <a:pt x="84186" y="859"/>
                    <a:pt x="84577" y="749"/>
                  </a:cubicBezTo>
                  <a:cubicBezTo>
                    <a:pt x="84969" y="639"/>
                    <a:pt x="85364" y="541"/>
                    <a:pt x="85761" y="454"/>
                  </a:cubicBezTo>
                  <a:cubicBezTo>
                    <a:pt x="86159" y="368"/>
                    <a:pt x="86559" y="294"/>
                    <a:pt x="86961" y="232"/>
                  </a:cubicBezTo>
                  <a:cubicBezTo>
                    <a:pt x="87363" y="170"/>
                    <a:pt x="87767" y="121"/>
                    <a:pt x="88172" y="84"/>
                  </a:cubicBezTo>
                  <a:cubicBezTo>
                    <a:pt x="88577" y="47"/>
                    <a:pt x="88983" y="22"/>
                    <a:pt x="89390" y="9"/>
                  </a:cubicBezTo>
                  <a:cubicBezTo>
                    <a:pt x="89797" y="-3"/>
                    <a:pt x="90203" y="-3"/>
                    <a:pt x="90610" y="9"/>
                  </a:cubicBezTo>
                  <a:cubicBezTo>
                    <a:pt x="91017" y="22"/>
                    <a:pt x="91423" y="47"/>
                    <a:pt x="91828" y="84"/>
                  </a:cubicBezTo>
                  <a:cubicBezTo>
                    <a:pt x="92233" y="121"/>
                    <a:pt x="92637" y="170"/>
                    <a:pt x="93039" y="232"/>
                  </a:cubicBezTo>
                  <a:cubicBezTo>
                    <a:pt x="93441" y="294"/>
                    <a:pt x="93841" y="368"/>
                    <a:pt x="94239" y="454"/>
                  </a:cubicBezTo>
                  <a:cubicBezTo>
                    <a:pt x="94636" y="541"/>
                    <a:pt x="95031" y="639"/>
                    <a:pt x="95423" y="749"/>
                  </a:cubicBezTo>
                  <a:cubicBezTo>
                    <a:pt x="95814" y="859"/>
                    <a:pt x="96202" y="982"/>
                    <a:pt x="96586" y="1116"/>
                  </a:cubicBezTo>
                  <a:cubicBezTo>
                    <a:pt x="96971" y="1250"/>
                    <a:pt x="97350" y="1395"/>
                    <a:pt x="97726" y="1552"/>
                  </a:cubicBezTo>
                  <a:cubicBezTo>
                    <a:pt x="98101" y="1710"/>
                    <a:pt x="98471" y="1878"/>
                    <a:pt x="98836" y="2058"/>
                  </a:cubicBezTo>
                  <a:cubicBezTo>
                    <a:pt x="99201" y="2238"/>
                    <a:pt x="99561" y="2428"/>
                    <a:pt x="99914" y="2630"/>
                  </a:cubicBezTo>
                  <a:cubicBezTo>
                    <a:pt x="100267" y="2832"/>
                    <a:pt x="100614" y="3044"/>
                    <a:pt x="100955" y="3267"/>
                  </a:cubicBezTo>
                  <a:cubicBezTo>
                    <a:pt x="101295" y="3490"/>
                    <a:pt x="101628" y="3723"/>
                    <a:pt x="101955" y="3966"/>
                  </a:cubicBezTo>
                  <a:cubicBezTo>
                    <a:pt x="102281" y="4209"/>
                    <a:pt x="102599" y="4462"/>
                    <a:pt x="102910" y="4725"/>
                  </a:cubicBezTo>
                  <a:lnTo>
                    <a:pt x="172910" y="64725"/>
                  </a:lnTo>
                  <a:cubicBezTo>
                    <a:pt x="173226" y="64992"/>
                    <a:pt x="173534" y="65269"/>
                    <a:pt x="173833" y="65555"/>
                  </a:cubicBezTo>
                  <a:cubicBezTo>
                    <a:pt x="174132" y="65842"/>
                    <a:pt x="174422" y="66137"/>
                    <a:pt x="174703" y="66442"/>
                  </a:cubicBezTo>
                  <a:cubicBezTo>
                    <a:pt x="174983" y="66746"/>
                    <a:pt x="175255" y="67059"/>
                    <a:pt x="175516" y="67380"/>
                  </a:cubicBezTo>
                  <a:cubicBezTo>
                    <a:pt x="175777" y="67701"/>
                    <a:pt x="176028" y="68031"/>
                    <a:pt x="176269" y="68367"/>
                  </a:cubicBezTo>
                  <a:cubicBezTo>
                    <a:pt x="176510" y="68704"/>
                    <a:pt x="176740" y="69048"/>
                    <a:pt x="176960" y="69399"/>
                  </a:cubicBezTo>
                  <a:cubicBezTo>
                    <a:pt x="177179" y="69751"/>
                    <a:pt x="177388" y="70108"/>
                    <a:pt x="177585" y="70472"/>
                  </a:cubicBezTo>
                  <a:cubicBezTo>
                    <a:pt x="177782" y="70836"/>
                    <a:pt x="177968" y="71206"/>
                    <a:pt x="178142" y="71582"/>
                  </a:cubicBezTo>
                  <a:cubicBezTo>
                    <a:pt x="178316" y="71958"/>
                    <a:pt x="178479" y="72338"/>
                    <a:pt x="178630" y="72724"/>
                  </a:cubicBezTo>
                  <a:cubicBezTo>
                    <a:pt x="178780" y="73110"/>
                    <a:pt x="178919" y="73500"/>
                    <a:pt x="179045" y="73894"/>
                  </a:cubicBezTo>
                  <a:cubicBezTo>
                    <a:pt x="179172" y="74288"/>
                    <a:pt x="179286" y="74686"/>
                    <a:pt x="179387" y="75088"/>
                  </a:cubicBezTo>
                  <a:cubicBezTo>
                    <a:pt x="179489" y="75489"/>
                    <a:pt x="179578" y="75894"/>
                    <a:pt x="179655" y="76300"/>
                  </a:cubicBezTo>
                  <a:cubicBezTo>
                    <a:pt x="179731" y="76707"/>
                    <a:pt x="179795" y="77116"/>
                    <a:pt x="179847" y="77527"/>
                  </a:cubicBezTo>
                  <a:cubicBezTo>
                    <a:pt x="179898" y="77938"/>
                    <a:pt x="179936" y="78350"/>
                    <a:pt x="179962" y="78764"/>
                  </a:cubicBezTo>
                  <a:cubicBezTo>
                    <a:pt x="179987" y="79177"/>
                    <a:pt x="180000" y="79591"/>
                    <a:pt x="180000" y="80005"/>
                  </a:cubicBezTo>
                  <a:lnTo>
                    <a:pt x="180000" y="170005"/>
                  </a:lnTo>
                  <a:cubicBezTo>
                    <a:pt x="180000" y="170424"/>
                    <a:pt x="179987" y="170843"/>
                    <a:pt x="179961" y="171261"/>
                  </a:cubicBezTo>
                  <a:cubicBezTo>
                    <a:pt x="179934" y="171679"/>
                    <a:pt x="179895" y="172096"/>
                    <a:pt x="179842" y="172511"/>
                  </a:cubicBezTo>
                  <a:cubicBezTo>
                    <a:pt x="179790" y="172927"/>
                    <a:pt x="179724" y="173341"/>
                    <a:pt x="179646" y="173752"/>
                  </a:cubicBezTo>
                  <a:cubicBezTo>
                    <a:pt x="179567" y="174164"/>
                    <a:pt x="179476" y="174573"/>
                    <a:pt x="179372" y="174979"/>
                  </a:cubicBezTo>
                  <a:cubicBezTo>
                    <a:pt x="179267" y="175384"/>
                    <a:pt x="179151" y="175787"/>
                    <a:pt x="179021" y="176185"/>
                  </a:cubicBezTo>
                  <a:cubicBezTo>
                    <a:pt x="178892" y="176584"/>
                    <a:pt x="178750" y="176978"/>
                    <a:pt x="178596" y="177367"/>
                  </a:cubicBezTo>
                  <a:cubicBezTo>
                    <a:pt x="178441" y="177757"/>
                    <a:pt x="178275" y="178141"/>
                    <a:pt x="178097" y="178520"/>
                  </a:cubicBezTo>
                  <a:cubicBezTo>
                    <a:pt x="177918" y="178899"/>
                    <a:pt x="177728" y="179273"/>
                    <a:pt x="177526" y="179640"/>
                  </a:cubicBezTo>
                  <a:cubicBezTo>
                    <a:pt x="177324" y="180007"/>
                    <a:pt x="177111" y="180368"/>
                    <a:pt x="176887" y="180721"/>
                  </a:cubicBezTo>
                  <a:cubicBezTo>
                    <a:pt x="176662" y="181075"/>
                    <a:pt x="176427" y="181422"/>
                    <a:pt x="176180" y="181760"/>
                  </a:cubicBezTo>
                  <a:cubicBezTo>
                    <a:pt x="175934" y="182099"/>
                    <a:pt x="175677" y="182430"/>
                    <a:pt x="175410" y="182753"/>
                  </a:cubicBezTo>
                  <a:cubicBezTo>
                    <a:pt x="175143" y="183076"/>
                    <a:pt x="174866" y="183390"/>
                    <a:pt x="174579" y="183696"/>
                  </a:cubicBezTo>
                  <a:cubicBezTo>
                    <a:pt x="174293" y="184001"/>
                    <a:pt x="173996" y="184297"/>
                    <a:pt x="173691" y="184584"/>
                  </a:cubicBezTo>
                  <a:cubicBezTo>
                    <a:pt x="173386" y="184871"/>
                    <a:pt x="173071" y="185148"/>
                    <a:pt x="172748" y="185415"/>
                  </a:cubicBezTo>
                  <a:cubicBezTo>
                    <a:pt x="172426" y="185682"/>
                    <a:pt x="172095" y="185939"/>
                    <a:pt x="171756" y="186185"/>
                  </a:cubicBezTo>
                  <a:cubicBezTo>
                    <a:pt x="171417" y="186431"/>
                    <a:pt x="171070" y="186667"/>
                    <a:pt x="170717" y="186891"/>
                  </a:cubicBezTo>
                  <a:cubicBezTo>
                    <a:pt x="170363" y="187116"/>
                    <a:pt x="170002" y="187329"/>
                    <a:pt x="169635" y="187531"/>
                  </a:cubicBezTo>
                  <a:cubicBezTo>
                    <a:pt x="169268" y="187733"/>
                    <a:pt x="168895" y="187923"/>
                    <a:pt x="168516" y="188101"/>
                  </a:cubicBezTo>
                  <a:cubicBezTo>
                    <a:pt x="168137" y="188280"/>
                    <a:pt x="167752" y="188446"/>
                    <a:pt x="167362" y="188600"/>
                  </a:cubicBezTo>
                  <a:cubicBezTo>
                    <a:pt x="166973" y="188755"/>
                    <a:pt x="166579" y="188896"/>
                    <a:pt x="166180" y="189026"/>
                  </a:cubicBezTo>
                  <a:cubicBezTo>
                    <a:pt x="165782" y="189155"/>
                    <a:pt x="165380" y="189272"/>
                    <a:pt x="164974" y="189376"/>
                  </a:cubicBezTo>
                  <a:cubicBezTo>
                    <a:pt x="164568" y="189481"/>
                    <a:pt x="164159" y="189572"/>
                    <a:pt x="163748" y="189651"/>
                  </a:cubicBezTo>
                  <a:cubicBezTo>
                    <a:pt x="163336" y="189729"/>
                    <a:pt x="162922" y="189795"/>
                    <a:pt x="162507" y="189847"/>
                  </a:cubicBezTo>
                  <a:cubicBezTo>
                    <a:pt x="162091" y="189900"/>
                    <a:pt x="161674" y="189939"/>
                    <a:pt x="161256" y="189965"/>
                  </a:cubicBezTo>
                  <a:cubicBezTo>
                    <a:pt x="160838" y="189992"/>
                    <a:pt x="160419" y="190005"/>
                    <a:pt x="160000" y="190005"/>
                  </a:cubicBezTo>
                  <a:lnTo>
                    <a:pt x="20000" y="190005"/>
                  </a:lnTo>
                  <a:cubicBezTo>
                    <a:pt x="19581" y="190005"/>
                    <a:pt x="19162" y="189992"/>
                    <a:pt x="18744" y="189965"/>
                  </a:cubicBezTo>
                  <a:cubicBezTo>
                    <a:pt x="18326" y="189939"/>
                    <a:pt x="17909" y="189900"/>
                    <a:pt x="17493" y="189847"/>
                  </a:cubicBezTo>
                  <a:cubicBezTo>
                    <a:pt x="17078" y="189795"/>
                    <a:pt x="16664" y="189729"/>
                    <a:pt x="16252" y="189651"/>
                  </a:cubicBezTo>
                  <a:cubicBezTo>
                    <a:pt x="15841" y="189572"/>
                    <a:pt x="15432" y="189481"/>
                    <a:pt x="15026" y="189376"/>
                  </a:cubicBezTo>
                  <a:cubicBezTo>
                    <a:pt x="14620" y="189272"/>
                    <a:pt x="14218" y="189155"/>
                    <a:pt x="13820" y="189026"/>
                  </a:cubicBezTo>
                  <a:cubicBezTo>
                    <a:pt x="13421" y="188896"/>
                    <a:pt x="13027" y="188755"/>
                    <a:pt x="12638" y="188600"/>
                  </a:cubicBezTo>
                  <a:cubicBezTo>
                    <a:pt x="12248" y="188446"/>
                    <a:pt x="11863" y="188280"/>
                    <a:pt x="11484" y="188101"/>
                  </a:cubicBezTo>
                  <a:cubicBezTo>
                    <a:pt x="11105" y="187923"/>
                    <a:pt x="10732" y="187733"/>
                    <a:pt x="10365" y="187531"/>
                  </a:cubicBezTo>
                  <a:cubicBezTo>
                    <a:pt x="9998" y="187329"/>
                    <a:pt x="9637" y="187116"/>
                    <a:pt x="9283" y="186891"/>
                  </a:cubicBezTo>
                  <a:cubicBezTo>
                    <a:pt x="8930" y="186667"/>
                    <a:pt x="8583" y="186431"/>
                    <a:pt x="8244" y="186185"/>
                  </a:cubicBezTo>
                  <a:cubicBezTo>
                    <a:pt x="7905" y="185939"/>
                    <a:pt x="7574" y="185682"/>
                    <a:pt x="7252" y="185415"/>
                  </a:cubicBezTo>
                  <a:cubicBezTo>
                    <a:pt x="6929" y="185148"/>
                    <a:pt x="6614" y="184871"/>
                    <a:pt x="6309" y="184584"/>
                  </a:cubicBezTo>
                  <a:cubicBezTo>
                    <a:pt x="6004" y="184297"/>
                    <a:pt x="5707" y="184001"/>
                    <a:pt x="5421" y="183696"/>
                  </a:cubicBezTo>
                  <a:cubicBezTo>
                    <a:pt x="5134" y="183390"/>
                    <a:pt x="4857" y="183076"/>
                    <a:pt x="4590" y="182753"/>
                  </a:cubicBezTo>
                  <a:cubicBezTo>
                    <a:pt x="4323" y="182430"/>
                    <a:pt x="4066" y="182099"/>
                    <a:pt x="3820" y="181760"/>
                  </a:cubicBezTo>
                  <a:cubicBezTo>
                    <a:pt x="3573" y="181422"/>
                    <a:pt x="3338" y="181075"/>
                    <a:pt x="3113" y="180721"/>
                  </a:cubicBezTo>
                  <a:cubicBezTo>
                    <a:pt x="2889" y="180368"/>
                    <a:pt x="2676" y="180007"/>
                    <a:pt x="2474" y="179640"/>
                  </a:cubicBezTo>
                  <a:cubicBezTo>
                    <a:pt x="2272" y="179273"/>
                    <a:pt x="2082" y="178899"/>
                    <a:pt x="1903" y="178520"/>
                  </a:cubicBezTo>
                  <a:cubicBezTo>
                    <a:pt x="1725" y="178141"/>
                    <a:pt x="1559" y="177757"/>
                    <a:pt x="1404" y="177367"/>
                  </a:cubicBezTo>
                  <a:cubicBezTo>
                    <a:pt x="1250" y="176978"/>
                    <a:pt x="1108" y="176584"/>
                    <a:pt x="979" y="176185"/>
                  </a:cubicBezTo>
                  <a:cubicBezTo>
                    <a:pt x="849" y="175787"/>
                    <a:pt x="733" y="175384"/>
                    <a:pt x="628" y="174979"/>
                  </a:cubicBezTo>
                  <a:cubicBezTo>
                    <a:pt x="524" y="174573"/>
                    <a:pt x="433" y="174164"/>
                    <a:pt x="354" y="173752"/>
                  </a:cubicBezTo>
                  <a:cubicBezTo>
                    <a:pt x="276" y="173341"/>
                    <a:pt x="210" y="172927"/>
                    <a:pt x="158" y="172511"/>
                  </a:cubicBezTo>
                  <a:cubicBezTo>
                    <a:pt x="105" y="172096"/>
                    <a:pt x="66" y="171679"/>
                    <a:pt x="39" y="171261"/>
                  </a:cubicBezTo>
                  <a:cubicBezTo>
                    <a:pt x="13" y="170843"/>
                    <a:pt x="0" y="170424"/>
                    <a:pt x="0" y="170005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3" name="probe-lucide-plug" descr="plug — Lucide Icons and Contributors; preserve the bundled full upstream license. Source: https://github.com/lucide-icons/lucide/blob/20aef31db93fe4d9f398dbb15b120d99c48eef95/icons/plug.svg; SVG SHA256: 11ba780e4b6f15d37906a8a73537144b59720333d7a9fc8048a437d0389422f8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94" name="probe-lucide-plug-part-1"/>
            <p:cNvSpPr/>
            <p:nvPr/>
          </p:nvSpPr>
          <p:spPr>
            <a:xfrm>
              <a:off x="120000" y="170000"/>
              <a:ext cx="10" cy="50000"/>
            </a:xfrm>
            <a:custGeom>
              <a:avLst/>
              <a:gdLst/>
              <a:ahLst/>
              <a:cxnLst/>
              <a:rect l="0" t="0" r="r" b="b"/>
              <a:pathLst>
                <a:path w="10" h="50000">
                  <a:moveTo>
                    <a:pt x="0" y="5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plug-part-2"/>
            <p:cNvSpPr/>
            <p:nvPr/>
          </p:nvSpPr>
          <p:spPr>
            <a:xfrm>
              <a:off x="150000" y="2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6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plug-part-3"/>
            <p:cNvSpPr/>
            <p:nvPr/>
          </p:nvSpPr>
          <p:spPr>
            <a:xfrm>
              <a:off x="60000" y="80000"/>
              <a:ext cx="120000" cy="90000"/>
            </a:xfrm>
            <a:custGeom>
              <a:avLst/>
              <a:gdLst/>
              <a:ahLst/>
              <a:cxnLst/>
              <a:rect l="0" t="0" r="r" b="b"/>
              <a:pathLst>
                <a:path w="120000" h="90000">
                  <a:moveTo>
                    <a:pt x="110000" y="0"/>
                  </a:moveTo>
                  <a:cubicBezTo>
                    <a:pt x="110209" y="0"/>
                    <a:pt x="110419" y="7"/>
                    <a:pt x="110628" y="20"/>
                  </a:cubicBezTo>
                  <a:cubicBezTo>
                    <a:pt x="110837" y="33"/>
                    <a:pt x="111046" y="53"/>
                    <a:pt x="111253" y="79"/>
                  </a:cubicBezTo>
                  <a:cubicBezTo>
                    <a:pt x="111461" y="105"/>
                    <a:pt x="111668" y="138"/>
                    <a:pt x="111874" y="177"/>
                  </a:cubicBezTo>
                  <a:cubicBezTo>
                    <a:pt x="112080" y="216"/>
                    <a:pt x="112284" y="262"/>
                    <a:pt x="112487" y="314"/>
                  </a:cubicBezTo>
                  <a:cubicBezTo>
                    <a:pt x="112690" y="366"/>
                    <a:pt x="112891" y="425"/>
                    <a:pt x="113090" y="489"/>
                  </a:cubicBezTo>
                  <a:cubicBezTo>
                    <a:pt x="113289" y="554"/>
                    <a:pt x="113486" y="625"/>
                    <a:pt x="113681" y="702"/>
                  </a:cubicBezTo>
                  <a:cubicBezTo>
                    <a:pt x="113876" y="779"/>
                    <a:pt x="114068" y="863"/>
                    <a:pt x="114258" y="952"/>
                  </a:cubicBezTo>
                  <a:cubicBezTo>
                    <a:pt x="114447" y="1041"/>
                    <a:pt x="114634" y="1136"/>
                    <a:pt x="114818" y="1237"/>
                  </a:cubicBezTo>
                  <a:cubicBezTo>
                    <a:pt x="115001" y="1338"/>
                    <a:pt x="115181" y="1444"/>
                    <a:pt x="115358" y="1557"/>
                  </a:cubicBezTo>
                  <a:cubicBezTo>
                    <a:pt x="115535" y="1669"/>
                    <a:pt x="115708" y="1787"/>
                    <a:pt x="115878" y="1910"/>
                  </a:cubicBezTo>
                  <a:cubicBezTo>
                    <a:pt x="116047" y="2033"/>
                    <a:pt x="116213" y="2161"/>
                    <a:pt x="116374" y="2295"/>
                  </a:cubicBezTo>
                  <a:cubicBezTo>
                    <a:pt x="116536" y="2428"/>
                    <a:pt x="116693" y="2567"/>
                    <a:pt x="116845" y="2710"/>
                  </a:cubicBezTo>
                  <a:cubicBezTo>
                    <a:pt x="116998" y="2854"/>
                    <a:pt x="117146" y="3002"/>
                    <a:pt x="117290" y="3155"/>
                  </a:cubicBezTo>
                  <a:cubicBezTo>
                    <a:pt x="117433" y="3307"/>
                    <a:pt x="117572" y="3464"/>
                    <a:pt x="117705" y="3626"/>
                  </a:cubicBezTo>
                  <a:cubicBezTo>
                    <a:pt x="117839" y="3787"/>
                    <a:pt x="117967" y="3953"/>
                    <a:pt x="118090" y="4122"/>
                  </a:cubicBezTo>
                  <a:cubicBezTo>
                    <a:pt x="118213" y="4292"/>
                    <a:pt x="118331" y="4465"/>
                    <a:pt x="118443" y="4642"/>
                  </a:cubicBezTo>
                  <a:cubicBezTo>
                    <a:pt x="118556" y="4819"/>
                    <a:pt x="118662" y="4999"/>
                    <a:pt x="118763" y="5182"/>
                  </a:cubicBezTo>
                  <a:cubicBezTo>
                    <a:pt x="118864" y="5366"/>
                    <a:pt x="118959" y="5553"/>
                    <a:pt x="119048" y="5742"/>
                  </a:cubicBezTo>
                  <a:cubicBezTo>
                    <a:pt x="119137" y="5932"/>
                    <a:pt x="119221" y="6124"/>
                    <a:pt x="119298" y="6319"/>
                  </a:cubicBezTo>
                  <a:cubicBezTo>
                    <a:pt x="119375" y="6514"/>
                    <a:pt x="119446" y="6711"/>
                    <a:pt x="119511" y="6910"/>
                  </a:cubicBezTo>
                  <a:cubicBezTo>
                    <a:pt x="119575" y="7109"/>
                    <a:pt x="119634" y="7310"/>
                    <a:pt x="119686" y="7513"/>
                  </a:cubicBezTo>
                  <a:cubicBezTo>
                    <a:pt x="119738" y="7716"/>
                    <a:pt x="119784" y="7920"/>
                    <a:pt x="119823" y="8126"/>
                  </a:cubicBezTo>
                  <a:cubicBezTo>
                    <a:pt x="119862" y="8332"/>
                    <a:pt x="119895" y="8539"/>
                    <a:pt x="119921" y="8747"/>
                  </a:cubicBezTo>
                  <a:cubicBezTo>
                    <a:pt x="119947" y="8954"/>
                    <a:pt x="119967" y="9163"/>
                    <a:pt x="119980" y="9372"/>
                  </a:cubicBezTo>
                  <a:cubicBezTo>
                    <a:pt x="119993" y="9581"/>
                    <a:pt x="120000" y="9791"/>
                    <a:pt x="120000" y="10000"/>
                  </a:cubicBezTo>
                  <a:lnTo>
                    <a:pt x="120000" y="50000"/>
                  </a:lnTo>
                  <a:cubicBezTo>
                    <a:pt x="120000" y="50838"/>
                    <a:pt x="119974" y="51675"/>
                    <a:pt x="119921" y="52512"/>
                  </a:cubicBezTo>
                  <a:cubicBezTo>
                    <a:pt x="119868" y="53348"/>
                    <a:pt x="119790" y="54182"/>
                    <a:pt x="119685" y="55013"/>
                  </a:cubicBezTo>
                  <a:cubicBezTo>
                    <a:pt x="119580" y="55845"/>
                    <a:pt x="119448" y="56672"/>
                    <a:pt x="119291" y="57495"/>
                  </a:cubicBezTo>
                  <a:cubicBezTo>
                    <a:pt x="119134" y="58318"/>
                    <a:pt x="118952" y="59136"/>
                    <a:pt x="118743" y="59948"/>
                  </a:cubicBezTo>
                  <a:cubicBezTo>
                    <a:pt x="118535" y="60759"/>
                    <a:pt x="118301" y="61564"/>
                    <a:pt x="118042" y="62361"/>
                  </a:cubicBezTo>
                  <a:cubicBezTo>
                    <a:pt x="117783" y="63158"/>
                    <a:pt x="117499" y="63946"/>
                    <a:pt x="117191" y="64725"/>
                  </a:cubicBezTo>
                  <a:cubicBezTo>
                    <a:pt x="116883" y="65504"/>
                    <a:pt x="116550" y="66273"/>
                    <a:pt x="116193" y="67031"/>
                  </a:cubicBezTo>
                  <a:cubicBezTo>
                    <a:pt x="115836" y="67789"/>
                    <a:pt x="115456" y="68536"/>
                    <a:pt x="115052" y="69270"/>
                  </a:cubicBezTo>
                  <a:cubicBezTo>
                    <a:pt x="114649" y="70004"/>
                    <a:pt x="114222" y="70726"/>
                    <a:pt x="113773" y="71433"/>
                  </a:cubicBezTo>
                  <a:cubicBezTo>
                    <a:pt x="113324" y="72140"/>
                    <a:pt x="112853" y="72834"/>
                    <a:pt x="112361" y="73511"/>
                  </a:cubicBezTo>
                  <a:cubicBezTo>
                    <a:pt x="111868" y="74189"/>
                    <a:pt x="111355" y="74851"/>
                    <a:pt x="110821" y="75497"/>
                  </a:cubicBezTo>
                  <a:cubicBezTo>
                    <a:pt x="110286" y="76143"/>
                    <a:pt x="109732" y="76771"/>
                    <a:pt x="109159" y="77382"/>
                  </a:cubicBezTo>
                  <a:cubicBezTo>
                    <a:pt x="108585" y="77993"/>
                    <a:pt x="107993" y="78585"/>
                    <a:pt x="107382" y="79159"/>
                  </a:cubicBezTo>
                  <a:cubicBezTo>
                    <a:pt x="106771" y="79732"/>
                    <a:pt x="106143" y="80286"/>
                    <a:pt x="105497" y="80821"/>
                  </a:cubicBezTo>
                  <a:cubicBezTo>
                    <a:pt x="104851" y="81355"/>
                    <a:pt x="104189" y="81868"/>
                    <a:pt x="103511" y="82361"/>
                  </a:cubicBezTo>
                  <a:cubicBezTo>
                    <a:pt x="102834" y="82853"/>
                    <a:pt x="102140" y="83324"/>
                    <a:pt x="101433" y="83773"/>
                  </a:cubicBezTo>
                  <a:cubicBezTo>
                    <a:pt x="100726" y="84222"/>
                    <a:pt x="100004" y="84649"/>
                    <a:pt x="99270" y="85052"/>
                  </a:cubicBezTo>
                  <a:cubicBezTo>
                    <a:pt x="98536" y="85456"/>
                    <a:pt x="97789" y="85836"/>
                    <a:pt x="97031" y="86193"/>
                  </a:cubicBezTo>
                  <a:cubicBezTo>
                    <a:pt x="96273" y="86550"/>
                    <a:pt x="95504" y="86883"/>
                    <a:pt x="94725" y="87191"/>
                  </a:cubicBezTo>
                  <a:cubicBezTo>
                    <a:pt x="93946" y="87499"/>
                    <a:pt x="93158" y="87783"/>
                    <a:pt x="92361" y="88042"/>
                  </a:cubicBezTo>
                  <a:cubicBezTo>
                    <a:pt x="91564" y="88301"/>
                    <a:pt x="90759" y="88535"/>
                    <a:pt x="89948" y="88743"/>
                  </a:cubicBezTo>
                  <a:cubicBezTo>
                    <a:pt x="89136" y="88952"/>
                    <a:pt x="88318" y="89134"/>
                    <a:pt x="87495" y="89291"/>
                  </a:cubicBezTo>
                  <a:cubicBezTo>
                    <a:pt x="86672" y="89448"/>
                    <a:pt x="85845" y="89580"/>
                    <a:pt x="85013" y="89685"/>
                  </a:cubicBezTo>
                  <a:cubicBezTo>
                    <a:pt x="84182" y="89790"/>
                    <a:pt x="83348" y="89868"/>
                    <a:pt x="82512" y="89921"/>
                  </a:cubicBezTo>
                  <a:cubicBezTo>
                    <a:pt x="81675" y="89974"/>
                    <a:pt x="80838" y="90000"/>
                    <a:pt x="80000" y="90000"/>
                  </a:cubicBezTo>
                  <a:lnTo>
                    <a:pt x="40000" y="90000"/>
                  </a:lnTo>
                  <a:cubicBezTo>
                    <a:pt x="39162" y="90000"/>
                    <a:pt x="38325" y="89974"/>
                    <a:pt x="37488" y="89921"/>
                  </a:cubicBezTo>
                  <a:cubicBezTo>
                    <a:pt x="36652" y="89868"/>
                    <a:pt x="35818" y="89790"/>
                    <a:pt x="34987" y="89685"/>
                  </a:cubicBezTo>
                  <a:cubicBezTo>
                    <a:pt x="34155" y="89580"/>
                    <a:pt x="33328" y="89448"/>
                    <a:pt x="32505" y="89291"/>
                  </a:cubicBezTo>
                  <a:cubicBezTo>
                    <a:pt x="31682" y="89134"/>
                    <a:pt x="30864" y="88952"/>
                    <a:pt x="30052" y="88743"/>
                  </a:cubicBezTo>
                  <a:cubicBezTo>
                    <a:pt x="29241" y="88535"/>
                    <a:pt x="28436" y="88301"/>
                    <a:pt x="27639" y="88042"/>
                  </a:cubicBezTo>
                  <a:cubicBezTo>
                    <a:pt x="26842" y="87783"/>
                    <a:pt x="26054" y="87499"/>
                    <a:pt x="25275" y="87191"/>
                  </a:cubicBezTo>
                  <a:cubicBezTo>
                    <a:pt x="24496" y="86883"/>
                    <a:pt x="23727" y="86550"/>
                    <a:pt x="22969" y="86193"/>
                  </a:cubicBezTo>
                  <a:cubicBezTo>
                    <a:pt x="22211" y="85836"/>
                    <a:pt x="21464" y="85456"/>
                    <a:pt x="20730" y="85052"/>
                  </a:cubicBezTo>
                  <a:cubicBezTo>
                    <a:pt x="19996" y="84649"/>
                    <a:pt x="19274" y="84222"/>
                    <a:pt x="18567" y="83773"/>
                  </a:cubicBezTo>
                  <a:cubicBezTo>
                    <a:pt x="17860" y="83324"/>
                    <a:pt x="17166" y="82853"/>
                    <a:pt x="16489" y="82361"/>
                  </a:cubicBezTo>
                  <a:cubicBezTo>
                    <a:pt x="15811" y="81868"/>
                    <a:pt x="15149" y="81355"/>
                    <a:pt x="14503" y="80821"/>
                  </a:cubicBezTo>
                  <a:cubicBezTo>
                    <a:pt x="13857" y="80286"/>
                    <a:pt x="13229" y="79732"/>
                    <a:pt x="12618" y="79159"/>
                  </a:cubicBezTo>
                  <a:cubicBezTo>
                    <a:pt x="12007" y="78585"/>
                    <a:pt x="11415" y="77993"/>
                    <a:pt x="10841" y="77382"/>
                  </a:cubicBezTo>
                  <a:cubicBezTo>
                    <a:pt x="10268" y="76771"/>
                    <a:pt x="9714" y="76143"/>
                    <a:pt x="9179" y="75497"/>
                  </a:cubicBezTo>
                  <a:cubicBezTo>
                    <a:pt x="8645" y="74851"/>
                    <a:pt x="8132" y="74189"/>
                    <a:pt x="7639" y="73511"/>
                  </a:cubicBezTo>
                  <a:cubicBezTo>
                    <a:pt x="7147" y="72834"/>
                    <a:pt x="6676" y="72140"/>
                    <a:pt x="6227" y="71433"/>
                  </a:cubicBezTo>
                  <a:cubicBezTo>
                    <a:pt x="5778" y="70726"/>
                    <a:pt x="5351" y="70004"/>
                    <a:pt x="4948" y="69270"/>
                  </a:cubicBezTo>
                  <a:cubicBezTo>
                    <a:pt x="4544" y="68536"/>
                    <a:pt x="4164" y="67789"/>
                    <a:pt x="3807" y="67031"/>
                  </a:cubicBezTo>
                  <a:cubicBezTo>
                    <a:pt x="3450" y="66273"/>
                    <a:pt x="3117" y="65504"/>
                    <a:pt x="2809" y="64725"/>
                  </a:cubicBezTo>
                  <a:cubicBezTo>
                    <a:pt x="2501" y="63946"/>
                    <a:pt x="2217" y="63158"/>
                    <a:pt x="1958" y="62361"/>
                  </a:cubicBezTo>
                  <a:cubicBezTo>
                    <a:pt x="1699" y="61564"/>
                    <a:pt x="1465" y="60759"/>
                    <a:pt x="1257" y="59948"/>
                  </a:cubicBezTo>
                  <a:cubicBezTo>
                    <a:pt x="1048" y="59136"/>
                    <a:pt x="866" y="58318"/>
                    <a:pt x="709" y="57495"/>
                  </a:cubicBezTo>
                  <a:cubicBezTo>
                    <a:pt x="552" y="56672"/>
                    <a:pt x="420" y="55845"/>
                    <a:pt x="315" y="55013"/>
                  </a:cubicBezTo>
                  <a:cubicBezTo>
                    <a:pt x="210" y="54182"/>
                    <a:pt x="132" y="53348"/>
                    <a:pt x="79" y="52512"/>
                  </a:cubicBezTo>
                  <a:cubicBezTo>
                    <a:pt x="26" y="51675"/>
                    <a:pt x="0" y="50838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7" name="probe-lucide-plug-part-4"/>
            <p:cNvSpPr/>
            <p:nvPr/>
          </p:nvSpPr>
          <p:spPr>
            <a:xfrm>
              <a:off x="90000" y="2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6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lucide/thermometer-snowflake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lucide/thermometer-sun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lucide/utility-pole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lucide/waves-horizontal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lucide/zap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noto/emoji_u1f4a7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noto/emoji_u1f50b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noto/emoji_u2600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noto/emoji_u2744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tabler/battery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tabler/bolt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tabler/sun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bioicons/Alpaca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bioicons/DicotSeedling</a:t>
            </a:r>
          </a:p>
        </p:txBody>
      </p:sp>
      <p:grpSp>
        <p:nvGrpSpPr>
          <p:cNvPr id="23" name="probe-lucide-snowflake" descr="snowflake — Lucide Icons and Contributors; preserve the bundled full upstream license. Source: https://github.com/lucide-icons/lucide/blob/20aef31db93fe4d9f398dbb15b120d99c48eef95/icons/snowflake.svg; SVG SHA256: 9b77c3f6fbd49a7669cc530f8e9d6216ff652457c16e27b2c4eb4d81ac7c4bdd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snowflake-part-1"/>
            <p:cNvSpPr/>
            <p:nvPr/>
          </p:nvSpPr>
          <p:spPr>
            <a:xfrm>
              <a:off x="60000" y="175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40000" y="25000"/>
                  </a:moveTo>
                  <a:lnTo>
                    <a:pt x="27500" y="0"/>
                  </a:lnTo>
                  <a:lnTo>
                    <a:pt x="0" y="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snowflake-part-2"/>
            <p:cNvSpPr/>
            <p:nvPr/>
          </p:nvSpPr>
          <p:spPr>
            <a:xfrm>
              <a:off x="60000" y="40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40000" y="0"/>
                  </a:moveTo>
                  <a:lnTo>
                    <a:pt x="27500" y="25000"/>
                  </a:ln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snowflake-part-3"/>
            <p:cNvSpPr/>
            <p:nvPr/>
          </p:nvSpPr>
          <p:spPr>
            <a:xfrm>
              <a:off x="140000" y="175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0" y="25000"/>
                  </a:moveTo>
                  <a:lnTo>
                    <a:pt x="12500" y="0"/>
                  </a:lnTo>
                  <a:lnTo>
                    <a:pt x="40000" y="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probe-lucide-snowflake-part-4"/>
            <p:cNvSpPr/>
            <p:nvPr/>
          </p:nvSpPr>
          <p:spPr>
            <a:xfrm>
              <a:off x="140000" y="40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0" y="0"/>
                  </a:moveTo>
                  <a:lnTo>
                    <a:pt x="12500" y="25000"/>
                  </a:lnTo>
                  <a:lnTo>
                    <a:pt x="4000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probe-lucide-snowflake-part-5"/>
            <p:cNvSpPr/>
            <p:nvPr/>
          </p:nvSpPr>
          <p:spPr>
            <a:xfrm>
              <a:off x="100000" y="150000"/>
              <a:ext cx="70000" cy="60000"/>
            </a:xfrm>
            <a:custGeom>
              <a:avLst/>
              <a:gdLst/>
              <a:ahLst/>
              <a:cxnLst/>
              <a:rect l="0" t="0" r="r" b="b"/>
              <a:pathLst>
                <a:path w="70000" h="60000">
                  <a:moveTo>
                    <a:pt x="70000" y="60000"/>
                  </a:moveTo>
                  <a:lnTo>
                    <a:pt x="40000" y="0"/>
                  </a:ln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snowflake-part-6"/>
            <p:cNvSpPr/>
            <p:nvPr/>
          </p:nvSpPr>
          <p:spPr>
            <a:xfrm>
              <a:off x="140000" y="30000"/>
              <a:ext cx="30000" cy="90000"/>
            </a:xfrm>
            <a:custGeom>
              <a:avLst/>
              <a:gdLst/>
              <a:ahLst/>
              <a:cxnLst/>
              <a:rect l="0" t="0" r="r" b="b"/>
              <a:pathLst>
                <a:path w="30000" h="90000">
                  <a:moveTo>
                    <a:pt x="30000" y="0"/>
                  </a:moveTo>
                  <a:lnTo>
                    <a:pt x="0" y="60000"/>
                  </a:lnTo>
                  <a:lnTo>
                    <a:pt x="15000" y="9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snowflake-part-7"/>
            <p:cNvSpPr/>
            <p:nvPr/>
          </p:nvSpPr>
          <p:spPr>
            <a:xfrm>
              <a:off x="20000" y="90000"/>
              <a:ext cx="80000" cy="30000"/>
            </a:xfrm>
            <a:custGeom>
              <a:avLst/>
              <a:gdLst/>
              <a:ahLst/>
              <a:cxnLst/>
              <a:rect l="0" t="0" r="r" b="b"/>
              <a:pathLst>
                <a:path w="80000" h="30000">
                  <a:moveTo>
                    <a:pt x="0" y="30000"/>
                  </a:moveTo>
                  <a:lnTo>
                    <a:pt x="65000" y="30000"/>
                  </a:ln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probe-lucide-snowflake-part-8"/>
            <p:cNvSpPr/>
            <p:nvPr/>
          </p:nvSpPr>
          <p:spPr>
            <a:xfrm>
              <a:off x="185000" y="100000"/>
              <a:ext cx="15000" cy="40000"/>
            </a:xfrm>
            <a:custGeom>
              <a:avLst/>
              <a:gdLst/>
              <a:ahLst/>
              <a:cxnLst/>
              <a:rect l="0" t="0" r="r" b="b"/>
              <a:pathLst>
                <a:path w="15000" h="40000">
                  <a:moveTo>
                    <a:pt x="15000" y="0"/>
                  </a:moveTo>
                  <a:lnTo>
                    <a:pt x="0" y="20000"/>
                  </a:lnTo>
                  <a:lnTo>
                    <a:pt x="15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probe-lucide-snowflake-part-9"/>
            <p:cNvSpPr/>
            <p:nvPr/>
          </p:nvSpPr>
          <p:spPr>
            <a:xfrm>
              <a:off x="140000" y="120000"/>
              <a:ext cx="80000" cy="30000"/>
            </a:xfrm>
            <a:custGeom>
              <a:avLst/>
              <a:gdLst/>
              <a:ahLst/>
              <a:cxnLst/>
              <a:rect l="0" t="0" r="r" b="b"/>
              <a:pathLst>
                <a:path w="80000" h="30000">
                  <a:moveTo>
                    <a:pt x="80000" y="0"/>
                  </a:moveTo>
                  <a:lnTo>
                    <a:pt x="15000" y="0"/>
                  </a:ln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snowflake-part-10"/>
            <p:cNvSpPr/>
            <p:nvPr/>
          </p:nvSpPr>
          <p:spPr>
            <a:xfrm>
              <a:off x="40000" y="100000"/>
              <a:ext cx="15000" cy="40000"/>
            </a:xfrm>
            <a:custGeom>
              <a:avLst/>
              <a:gdLst/>
              <a:ahLst/>
              <a:cxnLst/>
              <a:rect l="0" t="0" r="r" b="b"/>
              <a:pathLst>
                <a:path w="15000" h="40000">
                  <a:moveTo>
                    <a:pt x="0" y="0"/>
                  </a:moveTo>
                  <a:lnTo>
                    <a:pt x="15000" y="20000"/>
                  </a:ln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snowflake-part-11"/>
            <p:cNvSpPr/>
            <p:nvPr/>
          </p:nvSpPr>
          <p:spPr>
            <a:xfrm>
              <a:off x="70000" y="120000"/>
              <a:ext cx="30000" cy="90000"/>
            </a:xfrm>
            <a:custGeom>
              <a:avLst/>
              <a:gdLst/>
              <a:ahLst/>
              <a:cxnLst/>
              <a:rect l="0" t="0" r="r" b="b"/>
              <a:pathLst>
                <a:path w="30000" h="90000">
                  <a:moveTo>
                    <a:pt x="0" y="90000"/>
                  </a:moveTo>
                  <a:lnTo>
                    <a:pt x="30000" y="30000"/>
                  </a:lnTo>
                  <a:lnTo>
                    <a:pt x="1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snowflake-part-12"/>
            <p:cNvSpPr/>
            <p:nvPr/>
          </p:nvSpPr>
          <p:spPr>
            <a:xfrm>
              <a:off x="70000" y="30000"/>
              <a:ext cx="70000" cy="60000"/>
            </a:xfrm>
            <a:custGeom>
              <a:avLst/>
              <a:gdLst/>
              <a:ahLst/>
              <a:cxnLst/>
              <a:rect l="0" t="0" r="r" b="b"/>
              <a:pathLst>
                <a:path w="70000" h="60000">
                  <a:moveTo>
                    <a:pt x="0" y="0"/>
                  </a:moveTo>
                  <a:lnTo>
                    <a:pt x="30000" y="60000"/>
                  </a:lnTo>
                  <a:lnTo>
                    <a:pt x="7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6" name="probe-lucide-sun" descr="sun — Lucide Icons and Contributors; preserve the bundled full upstream license. Source: https://github.com/lucide-icons/lucide/blob/20aef31db93fe4d9f398dbb15b120d99c48eef95/icons/sun.svg; SVG SHA256: a3955c8b0425fcc5c9ba12d2bdd77fe53b2cd5dd05e7742a56f342e996fb2ef8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37" name="probe-lucide-sun-part-1"/>
            <p:cNvSpPr/>
            <p:nvPr/>
          </p:nvSpPr>
          <p:spPr>
            <a:xfrm>
              <a:off x="80000" y="80000"/>
              <a:ext cx="80000" cy="80000"/>
            </a:xfrm>
            <a:custGeom>
              <a:avLst/>
              <a:gdLst/>
              <a:ahLst/>
              <a:cxnLst/>
              <a:rect l="0" t="0" r="r" b="b"/>
              <a:pathLst>
                <a:path w="80000" h="80000">
                  <a:moveTo>
                    <a:pt x="80000" y="40000"/>
                  </a:moveTo>
                  <a:cubicBezTo>
                    <a:pt x="80000" y="40838"/>
                    <a:pt x="79974" y="41675"/>
                    <a:pt x="79921" y="42512"/>
                  </a:cubicBezTo>
                  <a:cubicBezTo>
                    <a:pt x="79868" y="43348"/>
                    <a:pt x="79790" y="44182"/>
                    <a:pt x="79685" y="45013"/>
                  </a:cubicBezTo>
                  <a:cubicBezTo>
                    <a:pt x="79580" y="45845"/>
                    <a:pt x="79448" y="46672"/>
                    <a:pt x="79291" y="47495"/>
                  </a:cubicBezTo>
                  <a:cubicBezTo>
                    <a:pt x="79134" y="48318"/>
                    <a:pt x="78952" y="49136"/>
                    <a:pt x="78743" y="49948"/>
                  </a:cubicBezTo>
                  <a:cubicBezTo>
                    <a:pt x="78535" y="50759"/>
                    <a:pt x="78301" y="51564"/>
                    <a:pt x="78042" y="52361"/>
                  </a:cubicBezTo>
                  <a:cubicBezTo>
                    <a:pt x="77783" y="53158"/>
                    <a:pt x="77499" y="53946"/>
                    <a:pt x="77191" y="54725"/>
                  </a:cubicBezTo>
                  <a:cubicBezTo>
                    <a:pt x="76883" y="55504"/>
                    <a:pt x="76550" y="56273"/>
                    <a:pt x="76193" y="57031"/>
                  </a:cubicBezTo>
                  <a:cubicBezTo>
                    <a:pt x="75836" y="57789"/>
                    <a:pt x="75456" y="58536"/>
                    <a:pt x="75052" y="59270"/>
                  </a:cubicBezTo>
                  <a:cubicBezTo>
                    <a:pt x="74649" y="60004"/>
                    <a:pt x="74222" y="60726"/>
                    <a:pt x="73773" y="61433"/>
                  </a:cubicBezTo>
                  <a:cubicBezTo>
                    <a:pt x="73324" y="62140"/>
                    <a:pt x="72853" y="62834"/>
                    <a:pt x="72361" y="63511"/>
                  </a:cubicBezTo>
                  <a:cubicBezTo>
                    <a:pt x="71868" y="64189"/>
                    <a:pt x="71355" y="64851"/>
                    <a:pt x="70821" y="65497"/>
                  </a:cubicBezTo>
                  <a:cubicBezTo>
                    <a:pt x="70286" y="66143"/>
                    <a:pt x="69732" y="66771"/>
                    <a:pt x="69159" y="67382"/>
                  </a:cubicBezTo>
                  <a:cubicBezTo>
                    <a:pt x="68585" y="67993"/>
                    <a:pt x="67993" y="68585"/>
                    <a:pt x="67382" y="69159"/>
                  </a:cubicBezTo>
                  <a:cubicBezTo>
                    <a:pt x="66771" y="69732"/>
                    <a:pt x="66143" y="70286"/>
                    <a:pt x="65497" y="70821"/>
                  </a:cubicBezTo>
                  <a:cubicBezTo>
                    <a:pt x="64851" y="71355"/>
                    <a:pt x="64189" y="71868"/>
                    <a:pt x="63511" y="72361"/>
                  </a:cubicBezTo>
                  <a:cubicBezTo>
                    <a:pt x="62834" y="72853"/>
                    <a:pt x="62140" y="73324"/>
                    <a:pt x="61433" y="73773"/>
                  </a:cubicBezTo>
                  <a:cubicBezTo>
                    <a:pt x="60726" y="74222"/>
                    <a:pt x="60004" y="74649"/>
                    <a:pt x="59270" y="75052"/>
                  </a:cubicBezTo>
                  <a:cubicBezTo>
                    <a:pt x="58536" y="75456"/>
                    <a:pt x="57789" y="75836"/>
                    <a:pt x="57031" y="76193"/>
                  </a:cubicBezTo>
                  <a:cubicBezTo>
                    <a:pt x="56273" y="76550"/>
                    <a:pt x="55504" y="76883"/>
                    <a:pt x="54725" y="77191"/>
                  </a:cubicBezTo>
                  <a:cubicBezTo>
                    <a:pt x="53946" y="77499"/>
                    <a:pt x="53158" y="77783"/>
                    <a:pt x="52361" y="78042"/>
                  </a:cubicBezTo>
                  <a:cubicBezTo>
                    <a:pt x="51564" y="78301"/>
                    <a:pt x="50759" y="78535"/>
                    <a:pt x="49948" y="78743"/>
                  </a:cubicBezTo>
                  <a:cubicBezTo>
                    <a:pt x="49136" y="78952"/>
                    <a:pt x="48318" y="79134"/>
                    <a:pt x="47495" y="79291"/>
                  </a:cubicBezTo>
                  <a:cubicBezTo>
                    <a:pt x="46672" y="79448"/>
                    <a:pt x="45845" y="79580"/>
                    <a:pt x="45013" y="79685"/>
                  </a:cubicBezTo>
                  <a:cubicBezTo>
                    <a:pt x="44182" y="79790"/>
                    <a:pt x="43348" y="79868"/>
                    <a:pt x="42512" y="79921"/>
                  </a:cubicBezTo>
                  <a:cubicBezTo>
                    <a:pt x="41675" y="79974"/>
                    <a:pt x="40838" y="80000"/>
                    <a:pt x="40000" y="80000"/>
                  </a:cubicBezTo>
                  <a:cubicBezTo>
                    <a:pt x="39162" y="80000"/>
                    <a:pt x="38325" y="79974"/>
                    <a:pt x="37488" y="79921"/>
                  </a:cubicBezTo>
                  <a:cubicBezTo>
                    <a:pt x="36652" y="79868"/>
                    <a:pt x="35818" y="79790"/>
                    <a:pt x="34987" y="79685"/>
                  </a:cubicBezTo>
                  <a:cubicBezTo>
                    <a:pt x="34155" y="79580"/>
                    <a:pt x="33328" y="79448"/>
                    <a:pt x="32505" y="79291"/>
                  </a:cubicBezTo>
                  <a:cubicBezTo>
                    <a:pt x="31682" y="79134"/>
                    <a:pt x="30864" y="78952"/>
                    <a:pt x="30052" y="78743"/>
                  </a:cubicBezTo>
                  <a:cubicBezTo>
                    <a:pt x="29241" y="78535"/>
                    <a:pt x="28436" y="78301"/>
                    <a:pt x="27639" y="78042"/>
                  </a:cubicBezTo>
                  <a:cubicBezTo>
                    <a:pt x="26842" y="77783"/>
                    <a:pt x="26054" y="77499"/>
                    <a:pt x="25275" y="77191"/>
                  </a:cubicBezTo>
                  <a:cubicBezTo>
                    <a:pt x="24496" y="76883"/>
                    <a:pt x="23727" y="76550"/>
                    <a:pt x="22969" y="76193"/>
                  </a:cubicBezTo>
                  <a:cubicBezTo>
                    <a:pt x="22211" y="75836"/>
                    <a:pt x="21464" y="75456"/>
                    <a:pt x="20730" y="75052"/>
                  </a:cubicBezTo>
                  <a:cubicBezTo>
                    <a:pt x="19996" y="74649"/>
                    <a:pt x="19274" y="74222"/>
                    <a:pt x="18567" y="73773"/>
                  </a:cubicBezTo>
                  <a:cubicBezTo>
                    <a:pt x="17860" y="73324"/>
                    <a:pt x="17166" y="72853"/>
                    <a:pt x="16489" y="72361"/>
                  </a:cubicBezTo>
                  <a:cubicBezTo>
                    <a:pt x="15811" y="71868"/>
                    <a:pt x="15149" y="71355"/>
                    <a:pt x="14503" y="70821"/>
                  </a:cubicBezTo>
                  <a:cubicBezTo>
                    <a:pt x="13857" y="70286"/>
                    <a:pt x="13229" y="69732"/>
                    <a:pt x="12618" y="69159"/>
                  </a:cubicBezTo>
                  <a:cubicBezTo>
                    <a:pt x="12007" y="68585"/>
                    <a:pt x="11415" y="67993"/>
                    <a:pt x="10841" y="67382"/>
                  </a:cubicBezTo>
                  <a:cubicBezTo>
                    <a:pt x="10268" y="66771"/>
                    <a:pt x="9714" y="66143"/>
                    <a:pt x="9179" y="65497"/>
                  </a:cubicBezTo>
                  <a:cubicBezTo>
                    <a:pt x="8645" y="64851"/>
                    <a:pt x="8132" y="64189"/>
                    <a:pt x="7639" y="63511"/>
                  </a:cubicBezTo>
                  <a:cubicBezTo>
                    <a:pt x="7147" y="62834"/>
                    <a:pt x="6676" y="62140"/>
                    <a:pt x="6227" y="61433"/>
                  </a:cubicBezTo>
                  <a:cubicBezTo>
                    <a:pt x="5778" y="60726"/>
                    <a:pt x="5351" y="60004"/>
                    <a:pt x="4948" y="59270"/>
                  </a:cubicBezTo>
                  <a:cubicBezTo>
                    <a:pt x="4544" y="58536"/>
                    <a:pt x="4164" y="57789"/>
                    <a:pt x="3807" y="57031"/>
                  </a:cubicBezTo>
                  <a:cubicBezTo>
                    <a:pt x="3450" y="56273"/>
                    <a:pt x="3117" y="55504"/>
                    <a:pt x="2809" y="54725"/>
                  </a:cubicBezTo>
                  <a:cubicBezTo>
                    <a:pt x="2501" y="53946"/>
                    <a:pt x="2217" y="53158"/>
                    <a:pt x="1958" y="52361"/>
                  </a:cubicBezTo>
                  <a:cubicBezTo>
                    <a:pt x="1699" y="51564"/>
                    <a:pt x="1465" y="50759"/>
                    <a:pt x="1257" y="49948"/>
                  </a:cubicBezTo>
                  <a:cubicBezTo>
                    <a:pt x="1048" y="49136"/>
                    <a:pt x="866" y="48318"/>
                    <a:pt x="709" y="47495"/>
                  </a:cubicBezTo>
                  <a:cubicBezTo>
                    <a:pt x="552" y="46672"/>
                    <a:pt x="420" y="45845"/>
                    <a:pt x="315" y="45013"/>
                  </a:cubicBezTo>
                  <a:cubicBezTo>
                    <a:pt x="210" y="44182"/>
                    <a:pt x="132" y="43348"/>
                    <a:pt x="79" y="42512"/>
                  </a:cubicBezTo>
                  <a:cubicBezTo>
                    <a:pt x="26" y="41675"/>
                    <a:pt x="0" y="40838"/>
                    <a:pt x="0" y="40000"/>
                  </a:cubicBezTo>
                  <a:cubicBezTo>
                    <a:pt x="0" y="39162"/>
                    <a:pt x="26" y="38325"/>
                    <a:pt x="79" y="37488"/>
                  </a:cubicBezTo>
                  <a:cubicBezTo>
                    <a:pt x="132" y="36652"/>
                    <a:pt x="210" y="35818"/>
                    <a:pt x="315" y="34987"/>
                  </a:cubicBezTo>
                  <a:cubicBezTo>
                    <a:pt x="420" y="34155"/>
                    <a:pt x="552" y="33328"/>
                    <a:pt x="709" y="32505"/>
                  </a:cubicBezTo>
                  <a:cubicBezTo>
                    <a:pt x="866" y="31682"/>
                    <a:pt x="1048" y="30864"/>
                    <a:pt x="1257" y="30052"/>
                  </a:cubicBezTo>
                  <a:cubicBezTo>
                    <a:pt x="1465" y="29241"/>
                    <a:pt x="1699" y="28436"/>
                    <a:pt x="1958" y="27639"/>
                  </a:cubicBezTo>
                  <a:cubicBezTo>
                    <a:pt x="2217" y="26842"/>
                    <a:pt x="2501" y="26054"/>
                    <a:pt x="2809" y="25275"/>
                  </a:cubicBezTo>
                  <a:cubicBezTo>
                    <a:pt x="3117" y="24496"/>
                    <a:pt x="3450" y="23727"/>
                    <a:pt x="3807" y="22969"/>
                  </a:cubicBezTo>
                  <a:cubicBezTo>
                    <a:pt x="4164" y="22211"/>
                    <a:pt x="4544" y="21464"/>
                    <a:pt x="4948" y="20730"/>
                  </a:cubicBezTo>
                  <a:cubicBezTo>
                    <a:pt x="5351" y="19996"/>
                    <a:pt x="5778" y="19274"/>
                    <a:pt x="6227" y="18567"/>
                  </a:cubicBezTo>
                  <a:cubicBezTo>
                    <a:pt x="6676" y="17860"/>
                    <a:pt x="7147" y="17166"/>
                    <a:pt x="7639" y="16489"/>
                  </a:cubicBezTo>
                  <a:cubicBezTo>
                    <a:pt x="8132" y="15811"/>
                    <a:pt x="8645" y="15149"/>
                    <a:pt x="9179" y="14503"/>
                  </a:cubicBezTo>
                  <a:cubicBezTo>
                    <a:pt x="9714" y="13857"/>
                    <a:pt x="10268" y="13229"/>
                    <a:pt x="10841" y="12618"/>
                  </a:cubicBezTo>
                  <a:cubicBezTo>
                    <a:pt x="11415" y="12007"/>
                    <a:pt x="12007" y="11415"/>
                    <a:pt x="12618" y="10841"/>
                  </a:cubicBezTo>
                  <a:cubicBezTo>
                    <a:pt x="13229" y="10268"/>
                    <a:pt x="13857" y="9714"/>
                    <a:pt x="14503" y="9179"/>
                  </a:cubicBezTo>
                  <a:cubicBezTo>
                    <a:pt x="15149" y="8645"/>
                    <a:pt x="15811" y="8132"/>
                    <a:pt x="16489" y="7639"/>
                  </a:cubicBezTo>
                  <a:cubicBezTo>
                    <a:pt x="17166" y="7147"/>
                    <a:pt x="17860" y="6676"/>
                    <a:pt x="18567" y="6227"/>
                  </a:cubicBezTo>
                  <a:cubicBezTo>
                    <a:pt x="19274" y="5778"/>
                    <a:pt x="19996" y="5351"/>
                    <a:pt x="20730" y="4948"/>
                  </a:cubicBezTo>
                  <a:cubicBezTo>
                    <a:pt x="21464" y="4544"/>
                    <a:pt x="22211" y="4164"/>
                    <a:pt x="22969" y="3807"/>
                  </a:cubicBezTo>
                  <a:cubicBezTo>
                    <a:pt x="23727" y="3450"/>
                    <a:pt x="24496" y="3117"/>
                    <a:pt x="25275" y="2809"/>
                  </a:cubicBezTo>
                  <a:cubicBezTo>
                    <a:pt x="26054" y="2501"/>
                    <a:pt x="26842" y="2217"/>
                    <a:pt x="27639" y="1958"/>
                  </a:cubicBezTo>
                  <a:cubicBezTo>
                    <a:pt x="28436" y="1699"/>
                    <a:pt x="29241" y="1465"/>
                    <a:pt x="30052" y="1257"/>
                  </a:cubicBezTo>
                  <a:cubicBezTo>
                    <a:pt x="30864" y="1048"/>
                    <a:pt x="31682" y="866"/>
                    <a:pt x="32505" y="709"/>
                  </a:cubicBezTo>
                  <a:cubicBezTo>
                    <a:pt x="33328" y="552"/>
                    <a:pt x="34155" y="420"/>
                    <a:pt x="34987" y="315"/>
                  </a:cubicBezTo>
                  <a:cubicBezTo>
                    <a:pt x="35818" y="210"/>
                    <a:pt x="36652" y="132"/>
                    <a:pt x="37488" y="79"/>
                  </a:cubicBezTo>
                  <a:cubicBezTo>
                    <a:pt x="38325" y="26"/>
                    <a:pt x="39162" y="0"/>
                    <a:pt x="40000" y="0"/>
                  </a:cubicBezTo>
                  <a:cubicBezTo>
                    <a:pt x="40838" y="0"/>
                    <a:pt x="41675" y="26"/>
                    <a:pt x="42512" y="79"/>
                  </a:cubicBezTo>
                  <a:cubicBezTo>
                    <a:pt x="43348" y="132"/>
                    <a:pt x="44182" y="210"/>
                    <a:pt x="45013" y="315"/>
                  </a:cubicBezTo>
                  <a:cubicBezTo>
                    <a:pt x="45845" y="420"/>
                    <a:pt x="46672" y="552"/>
                    <a:pt x="47495" y="709"/>
                  </a:cubicBezTo>
                  <a:cubicBezTo>
                    <a:pt x="48318" y="866"/>
                    <a:pt x="49136" y="1048"/>
                    <a:pt x="49948" y="1257"/>
                  </a:cubicBezTo>
                  <a:cubicBezTo>
                    <a:pt x="50759" y="1465"/>
                    <a:pt x="51564" y="1699"/>
                    <a:pt x="52361" y="1958"/>
                  </a:cubicBezTo>
                  <a:cubicBezTo>
                    <a:pt x="53158" y="2217"/>
                    <a:pt x="53946" y="2501"/>
                    <a:pt x="54725" y="2809"/>
                  </a:cubicBezTo>
                  <a:cubicBezTo>
                    <a:pt x="55504" y="3117"/>
                    <a:pt x="56273" y="3450"/>
                    <a:pt x="57031" y="3807"/>
                  </a:cubicBezTo>
                  <a:cubicBezTo>
                    <a:pt x="57789" y="4164"/>
                    <a:pt x="58536" y="4544"/>
                    <a:pt x="59270" y="4948"/>
                  </a:cubicBezTo>
                  <a:cubicBezTo>
                    <a:pt x="60004" y="5351"/>
                    <a:pt x="60726" y="5778"/>
                    <a:pt x="61433" y="6227"/>
                  </a:cubicBezTo>
                  <a:cubicBezTo>
                    <a:pt x="62140" y="6676"/>
                    <a:pt x="62834" y="7147"/>
                    <a:pt x="63511" y="7639"/>
                  </a:cubicBezTo>
                  <a:cubicBezTo>
                    <a:pt x="64189" y="8132"/>
                    <a:pt x="64851" y="8645"/>
                    <a:pt x="65497" y="9179"/>
                  </a:cubicBezTo>
                  <a:cubicBezTo>
                    <a:pt x="66143" y="9714"/>
                    <a:pt x="66771" y="10268"/>
                    <a:pt x="67382" y="10841"/>
                  </a:cubicBezTo>
                  <a:cubicBezTo>
                    <a:pt x="67993" y="11415"/>
                    <a:pt x="68585" y="12007"/>
                    <a:pt x="69159" y="12618"/>
                  </a:cubicBezTo>
                  <a:cubicBezTo>
                    <a:pt x="69732" y="13229"/>
                    <a:pt x="70286" y="13857"/>
                    <a:pt x="70821" y="14503"/>
                  </a:cubicBezTo>
                  <a:cubicBezTo>
                    <a:pt x="71355" y="15149"/>
                    <a:pt x="71868" y="15811"/>
                    <a:pt x="72361" y="16489"/>
                  </a:cubicBezTo>
                  <a:cubicBezTo>
                    <a:pt x="72853" y="17166"/>
                    <a:pt x="73324" y="17860"/>
                    <a:pt x="73773" y="18567"/>
                  </a:cubicBezTo>
                  <a:cubicBezTo>
                    <a:pt x="74222" y="19274"/>
                    <a:pt x="74649" y="19996"/>
                    <a:pt x="75052" y="20730"/>
                  </a:cubicBezTo>
                  <a:cubicBezTo>
                    <a:pt x="75456" y="21464"/>
                    <a:pt x="75836" y="22211"/>
                    <a:pt x="76193" y="22969"/>
                  </a:cubicBezTo>
                  <a:cubicBezTo>
                    <a:pt x="76550" y="23727"/>
                    <a:pt x="76883" y="24496"/>
                    <a:pt x="77191" y="25275"/>
                  </a:cubicBezTo>
                  <a:cubicBezTo>
                    <a:pt x="77499" y="26054"/>
                    <a:pt x="77783" y="26842"/>
                    <a:pt x="78042" y="27639"/>
                  </a:cubicBezTo>
                  <a:cubicBezTo>
                    <a:pt x="78301" y="28436"/>
                    <a:pt x="78535" y="29241"/>
                    <a:pt x="78743" y="30052"/>
                  </a:cubicBezTo>
                  <a:cubicBezTo>
                    <a:pt x="78952" y="30864"/>
                    <a:pt x="79134" y="31682"/>
                    <a:pt x="79291" y="32505"/>
                  </a:cubicBezTo>
                  <a:cubicBezTo>
                    <a:pt x="79448" y="33328"/>
                    <a:pt x="79580" y="34155"/>
                    <a:pt x="79685" y="34987"/>
                  </a:cubicBezTo>
                  <a:cubicBezTo>
                    <a:pt x="79790" y="35818"/>
                    <a:pt x="79868" y="36652"/>
                    <a:pt x="79921" y="37488"/>
                  </a:cubicBezTo>
                  <a:cubicBezTo>
                    <a:pt x="79974" y="38325"/>
                    <a:pt x="80000" y="39162"/>
                    <a:pt x="80000" y="4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" name="probe-lucide-sun-part-2"/>
            <p:cNvSpPr/>
            <p:nvPr/>
          </p:nvSpPr>
          <p:spPr>
            <a:xfrm>
              <a:off x="120000" y="2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probe-lucide-sun-part-3"/>
            <p:cNvSpPr/>
            <p:nvPr/>
          </p:nvSpPr>
          <p:spPr>
            <a:xfrm>
              <a:off x="120000" y="20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probe-lucide-sun-part-4"/>
            <p:cNvSpPr/>
            <p:nvPr/>
          </p:nvSpPr>
          <p:spPr>
            <a:xfrm>
              <a:off x="49300" y="493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0" y="0"/>
                  </a:moveTo>
                  <a:lnTo>
                    <a:pt x="1410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probe-lucide-sun-part-5"/>
            <p:cNvSpPr/>
            <p:nvPr/>
          </p:nvSpPr>
          <p:spPr>
            <a:xfrm>
              <a:off x="176600" y="1766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0" y="0"/>
                  </a:moveTo>
                  <a:lnTo>
                    <a:pt x="1410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probe-lucide-sun-part-6"/>
            <p:cNvSpPr/>
            <p:nvPr/>
          </p:nvSpPr>
          <p:spPr>
            <a:xfrm>
              <a:off x="20000" y="12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0" y="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probe-lucide-sun-part-7"/>
            <p:cNvSpPr/>
            <p:nvPr/>
          </p:nvSpPr>
          <p:spPr>
            <a:xfrm>
              <a:off x="200000" y="12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0" y="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probe-lucide-sun-part-8"/>
            <p:cNvSpPr/>
            <p:nvPr/>
          </p:nvSpPr>
          <p:spPr>
            <a:xfrm>
              <a:off x="49300" y="1766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14100" y="0"/>
                  </a:moveTo>
                  <a:lnTo>
                    <a:pt x="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" name="probe-lucide-sun-part-9"/>
            <p:cNvSpPr/>
            <p:nvPr/>
          </p:nvSpPr>
          <p:spPr>
            <a:xfrm>
              <a:off x="176600" y="493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14100" y="0"/>
                  </a:moveTo>
                  <a:lnTo>
                    <a:pt x="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6" name="probe-lucide-thermometer-snowflake" descr="thermometer-snowflake — Lucide Icons and Contributors; preserve the bundled full upstream license. Source: https://github.com/lucide-icons/lucide/blob/20aef31db93fe4d9f398dbb15b120d99c48eef95/icons/thermometer-snowflake.svg; SVG SHA256: ae1fa14b3a2ed8058cd0369f6761ae8200c2ebcfe2aa61b6a9ff73c9162b89eb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47" name="probe-lucide-thermometer-snowflake-part-1"/>
            <p:cNvSpPr/>
            <p:nvPr/>
          </p:nvSpPr>
          <p:spPr>
            <a:xfrm>
              <a:off x="60000" y="175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40000" y="25000"/>
                  </a:moveTo>
                  <a:lnTo>
                    <a:pt x="27500" y="0"/>
                  </a:lnTo>
                  <a:lnTo>
                    <a:pt x="0" y="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8" name="probe-lucide-thermometer-snowflake-part-2"/>
            <p:cNvSpPr/>
            <p:nvPr/>
          </p:nvSpPr>
          <p:spPr>
            <a:xfrm>
              <a:off x="60000" y="40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40000" y="0"/>
                  </a:moveTo>
                  <a:lnTo>
                    <a:pt x="27500" y="25000"/>
                  </a:ln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probe-lucide-thermometer-snowflake-part-3"/>
            <p:cNvSpPr/>
            <p:nvPr/>
          </p:nvSpPr>
          <p:spPr>
            <a:xfrm>
              <a:off x="100000" y="150000"/>
              <a:ext cx="5850" cy="10"/>
            </a:xfrm>
            <a:custGeom>
              <a:avLst/>
              <a:gdLst/>
              <a:ahLst/>
              <a:cxnLst/>
              <a:rect l="0" t="0" r="r" b="b"/>
              <a:pathLst>
                <a:path w="5850" h="10">
                  <a:moveTo>
                    <a:pt x="585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0" name="probe-lucide-thermometer-snowflake-part-4"/>
            <p:cNvSpPr/>
            <p:nvPr/>
          </p:nvSpPr>
          <p:spPr>
            <a:xfrm>
              <a:off x="20000" y="90000"/>
              <a:ext cx="80000" cy="30000"/>
            </a:xfrm>
            <a:custGeom>
              <a:avLst/>
              <a:gdLst/>
              <a:ahLst/>
              <a:cxnLst/>
              <a:rect l="0" t="0" r="r" b="b"/>
              <a:pathLst>
                <a:path w="80000" h="30000">
                  <a:moveTo>
                    <a:pt x="0" y="30000"/>
                  </a:moveTo>
                  <a:lnTo>
                    <a:pt x="65000" y="30000"/>
                  </a:ln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probe-lucide-thermometer-snowflake-part-5"/>
            <p:cNvSpPr/>
            <p:nvPr/>
          </p:nvSpPr>
          <p:spPr>
            <a:xfrm>
              <a:off x="140000" y="20000"/>
              <a:ext cx="80000" cy="200041"/>
            </a:xfrm>
            <a:custGeom>
              <a:avLst/>
              <a:gdLst/>
              <a:ahLst/>
              <a:cxnLst/>
              <a:rect l="0" t="0" r="r" b="b"/>
              <a:pathLst>
                <a:path w="80000" h="200041">
                  <a:moveTo>
                    <a:pt x="60000" y="125400"/>
                  </a:moveTo>
                  <a:cubicBezTo>
                    <a:pt x="60720" y="125816"/>
                    <a:pt x="61427" y="126254"/>
                    <a:pt x="62119" y="126713"/>
                  </a:cubicBezTo>
                  <a:cubicBezTo>
                    <a:pt x="62812" y="127173"/>
                    <a:pt x="63490" y="127654"/>
                    <a:pt x="64152" y="128156"/>
                  </a:cubicBezTo>
                  <a:cubicBezTo>
                    <a:pt x="64815" y="128658"/>
                    <a:pt x="65461" y="129180"/>
                    <a:pt x="66091" y="129722"/>
                  </a:cubicBezTo>
                  <a:cubicBezTo>
                    <a:pt x="66722" y="130264"/>
                    <a:pt x="67334" y="130826"/>
                    <a:pt x="67929" y="131406"/>
                  </a:cubicBezTo>
                  <a:cubicBezTo>
                    <a:pt x="68524" y="131987"/>
                    <a:pt x="69101" y="132585"/>
                    <a:pt x="69659" y="133202"/>
                  </a:cubicBezTo>
                  <a:cubicBezTo>
                    <a:pt x="70217" y="133818"/>
                    <a:pt x="70755" y="134452"/>
                    <a:pt x="71273" y="135101"/>
                  </a:cubicBezTo>
                  <a:cubicBezTo>
                    <a:pt x="71791" y="135751"/>
                    <a:pt x="72289" y="136417"/>
                    <a:pt x="72766" y="137098"/>
                  </a:cubicBezTo>
                  <a:cubicBezTo>
                    <a:pt x="73243" y="137779"/>
                    <a:pt x="73698" y="138474"/>
                    <a:pt x="74132" y="139184"/>
                  </a:cubicBezTo>
                  <a:cubicBezTo>
                    <a:pt x="74565" y="139893"/>
                    <a:pt x="74976" y="140615"/>
                    <a:pt x="75365" y="141350"/>
                  </a:cubicBezTo>
                  <a:cubicBezTo>
                    <a:pt x="75753" y="142085"/>
                    <a:pt x="76118" y="142832"/>
                    <a:pt x="76460" y="143590"/>
                  </a:cubicBezTo>
                  <a:cubicBezTo>
                    <a:pt x="76802" y="144347"/>
                    <a:pt x="77120" y="145115"/>
                    <a:pt x="77414" y="145893"/>
                  </a:cubicBezTo>
                  <a:cubicBezTo>
                    <a:pt x="77708" y="146670"/>
                    <a:pt x="77978" y="147457"/>
                    <a:pt x="78223" y="148251"/>
                  </a:cubicBezTo>
                  <a:cubicBezTo>
                    <a:pt x="78468" y="149045"/>
                    <a:pt x="78688" y="149847"/>
                    <a:pt x="78883" y="150655"/>
                  </a:cubicBezTo>
                  <a:cubicBezTo>
                    <a:pt x="79078" y="151463"/>
                    <a:pt x="79248" y="152277"/>
                    <a:pt x="79392" y="153095"/>
                  </a:cubicBezTo>
                  <a:cubicBezTo>
                    <a:pt x="79537" y="153914"/>
                    <a:pt x="79655" y="154736"/>
                    <a:pt x="79748" y="155562"/>
                  </a:cubicBezTo>
                  <a:cubicBezTo>
                    <a:pt x="79842" y="156388"/>
                    <a:pt x="79909" y="157217"/>
                    <a:pt x="79950" y="158047"/>
                  </a:cubicBezTo>
                  <a:cubicBezTo>
                    <a:pt x="79992" y="158877"/>
                    <a:pt x="80007" y="159709"/>
                    <a:pt x="79997" y="160540"/>
                  </a:cubicBezTo>
                  <a:cubicBezTo>
                    <a:pt x="79987" y="161371"/>
                    <a:pt x="79950" y="162201"/>
                    <a:pt x="79888" y="163030"/>
                  </a:cubicBezTo>
                  <a:cubicBezTo>
                    <a:pt x="79826" y="163859"/>
                    <a:pt x="79738" y="164686"/>
                    <a:pt x="79624" y="165509"/>
                  </a:cubicBezTo>
                  <a:cubicBezTo>
                    <a:pt x="79511" y="166333"/>
                    <a:pt x="79372" y="167152"/>
                    <a:pt x="79207" y="167967"/>
                  </a:cubicBezTo>
                  <a:cubicBezTo>
                    <a:pt x="79042" y="168782"/>
                    <a:pt x="78852" y="169591"/>
                    <a:pt x="78637" y="170394"/>
                  </a:cubicBezTo>
                  <a:cubicBezTo>
                    <a:pt x="78422" y="171197"/>
                    <a:pt x="78182" y="171993"/>
                    <a:pt x="77917" y="172780"/>
                  </a:cubicBezTo>
                  <a:cubicBezTo>
                    <a:pt x="77652" y="173568"/>
                    <a:pt x="77363" y="174348"/>
                    <a:pt x="77050" y="175118"/>
                  </a:cubicBezTo>
                  <a:cubicBezTo>
                    <a:pt x="76737" y="175888"/>
                    <a:pt x="76399" y="176648"/>
                    <a:pt x="76039" y="177396"/>
                  </a:cubicBezTo>
                  <a:cubicBezTo>
                    <a:pt x="75678" y="178145"/>
                    <a:pt x="75294" y="178883"/>
                    <a:pt x="74888" y="179608"/>
                  </a:cubicBezTo>
                  <a:cubicBezTo>
                    <a:pt x="74481" y="180333"/>
                    <a:pt x="74052" y="181045"/>
                    <a:pt x="73601" y="181743"/>
                  </a:cubicBezTo>
                  <a:cubicBezTo>
                    <a:pt x="73150" y="182441"/>
                    <a:pt x="72677" y="183125"/>
                    <a:pt x="72184" y="183794"/>
                  </a:cubicBezTo>
                  <a:cubicBezTo>
                    <a:pt x="71690" y="184463"/>
                    <a:pt x="71176" y="185116"/>
                    <a:pt x="70642" y="185753"/>
                  </a:cubicBezTo>
                  <a:cubicBezTo>
                    <a:pt x="70108" y="186389"/>
                    <a:pt x="69554" y="187009"/>
                    <a:pt x="68981" y="187611"/>
                  </a:cubicBezTo>
                  <a:cubicBezTo>
                    <a:pt x="68408" y="188214"/>
                    <a:pt x="67816" y="188798"/>
                    <a:pt x="67207" y="189363"/>
                  </a:cubicBezTo>
                  <a:cubicBezTo>
                    <a:pt x="66598" y="189928"/>
                    <a:pt x="65971" y="190475"/>
                    <a:pt x="65328" y="191001"/>
                  </a:cubicBezTo>
                  <a:cubicBezTo>
                    <a:pt x="64684" y="191527"/>
                    <a:pt x="64025" y="192033"/>
                    <a:pt x="63350" y="192519"/>
                  </a:cubicBezTo>
                  <a:cubicBezTo>
                    <a:pt x="62675" y="193004"/>
                    <a:pt x="61985" y="193468"/>
                    <a:pt x="61281" y="193910"/>
                  </a:cubicBezTo>
                  <a:cubicBezTo>
                    <a:pt x="60578" y="194352"/>
                    <a:pt x="59860" y="194772"/>
                    <a:pt x="59130" y="195170"/>
                  </a:cubicBezTo>
                  <a:cubicBezTo>
                    <a:pt x="58400" y="195567"/>
                    <a:pt x="57658" y="195942"/>
                    <a:pt x="56905" y="196293"/>
                  </a:cubicBezTo>
                  <a:cubicBezTo>
                    <a:pt x="56151" y="196645"/>
                    <a:pt x="55387" y="196972"/>
                    <a:pt x="54614" y="197276"/>
                  </a:cubicBezTo>
                  <a:cubicBezTo>
                    <a:pt x="53840" y="197580"/>
                    <a:pt x="53057" y="197859"/>
                    <a:pt x="52266" y="198114"/>
                  </a:cubicBezTo>
                  <a:cubicBezTo>
                    <a:pt x="51475" y="198369"/>
                    <a:pt x="50676" y="198599"/>
                    <a:pt x="49870" y="198804"/>
                  </a:cubicBezTo>
                  <a:cubicBezTo>
                    <a:pt x="49065" y="199009"/>
                    <a:pt x="48253" y="199189"/>
                    <a:pt x="47436" y="199344"/>
                  </a:cubicBezTo>
                  <a:cubicBezTo>
                    <a:pt x="46620" y="199498"/>
                    <a:pt x="45798" y="199627"/>
                    <a:pt x="44974" y="199731"/>
                  </a:cubicBezTo>
                  <a:cubicBezTo>
                    <a:pt x="44149" y="199834"/>
                    <a:pt x="43321" y="199912"/>
                    <a:pt x="42492" y="199963"/>
                  </a:cubicBezTo>
                  <a:cubicBezTo>
                    <a:pt x="41662" y="200015"/>
                    <a:pt x="40831" y="200041"/>
                    <a:pt x="40000" y="200041"/>
                  </a:cubicBezTo>
                  <a:cubicBezTo>
                    <a:pt x="39169" y="200041"/>
                    <a:pt x="38338" y="200015"/>
                    <a:pt x="37508" y="199963"/>
                  </a:cubicBezTo>
                  <a:cubicBezTo>
                    <a:pt x="36679" y="199912"/>
                    <a:pt x="35851" y="199834"/>
                    <a:pt x="35026" y="199731"/>
                  </a:cubicBezTo>
                  <a:cubicBezTo>
                    <a:pt x="34202" y="199627"/>
                    <a:pt x="33380" y="199498"/>
                    <a:pt x="32564" y="199344"/>
                  </a:cubicBezTo>
                  <a:cubicBezTo>
                    <a:pt x="31747" y="199189"/>
                    <a:pt x="30935" y="199009"/>
                    <a:pt x="30130" y="198804"/>
                  </a:cubicBezTo>
                  <a:cubicBezTo>
                    <a:pt x="29324" y="198599"/>
                    <a:pt x="28525" y="198369"/>
                    <a:pt x="27734" y="198114"/>
                  </a:cubicBezTo>
                  <a:cubicBezTo>
                    <a:pt x="26943" y="197859"/>
                    <a:pt x="26160" y="197580"/>
                    <a:pt x="25386" y="197276"/>
                  </a:cubicBezTo>
                  <a:cubicBezTo>
                    <a:pt x="24613" y="196972"/>
                    <a:pt x="23849" y="196645"/>
                    <a:pt x="23095" y="196293"/>
                  </a:cubicBezTo>
                  <a:cubicBezTo>
                    <a:pt x="22342" y="195942"/>
                    <a:pt x="21600" y="195567"/>
                    <a:pt x="20870" y="195170"/>
                  </a:cubicBezTo>
                  <a:cubicBezTo>
                    <a:pt x="20140" y="194772"/>
                    <a:pt x="19422" y="194352"/>
                    <a:pt x="18719" y="193910"/>
                  </a:cubicBezTo>
                  <a:cubicBezTo>
                    <a:pt x="18015" y="193468"/>
                    <a:pt x="17325" y="193004"/>
                    <a:pt x="16650" y="192519"/>
                  </a:cubicBezTo>
                  <a:cubicBezTo>
                    <a:pt x="15975" y="192033"/>
                    <a:pt x="15316" y="191527"/>
                    <a:pt x="14672" y="191001"/>
                  </a:cubicBezTo>
                  <a:cubicBezTo>
                    <a:pt x="14029" y="190475"/>
                    <a:pt x="13402" y="189928"/>
                    <a:pt x="12793" y="189363"/>
                  </a:cubicBezTo>
                  <a:cubicBezTo>
                    <a:pt x="12184" y="188798"/>
                    <a:pt x="11592" y="188214"/>
                    <a:pt x="11019" y="187611"/>
                  </a:cubicBezTo>
                  <a:cubicBezTo>
                    <a:pt x="10446" y="187009"/>
                    <a:pt x="9892" y="186389"/>
                    <a:pt x="9358" y="185753"/>
                  </a:cubicBezTo>
                  <a:cubicBezTo>
                    <a:pt x="8824" y="185116"/>
                    <a:pt x="8310" y="184463"/>
                    <a:pt x="7816" y="183794"/>
                  </a:cubicBezTo>
                  <a:cubicBezTo>
                    <a:pt x="7323" y="183125"/>
                    <a:pt x="6850" y="182441"/>
                    <a:pt x="6399" y="181743"/>
                  </a:cubicBezTo>
                  <a:cubicBezTo>
                    <a:pt x="5948" y="181045"/>
                    <a:pt x="5519" y="180333"/>
                    <a:pt x="5112" y="179608"/>
                  </a:cubicBezTo>
                  <a:cubicBezTo>
                    <a:pt x="4706" y="178883"/>
                    <a:pt x="4322" y="178145"/>
                    <a:pt x="3961" y="177396"/>
                  </a:cubicBezTo>
                  <a:cubicBezTo>
                    <a:pt x="3601" y="176648"/>
                    <a:pt x="3263" y="175888"/>
                    <a:pt x="2950" y="175118"/>
                  </a:cubicBezTo>
                  <a:cubicBezTo>
                    <a:pt x="2637" y="174348"/>
                    <a:pt x="2348" y="173568"/>
                    <a:pt x="2083" y="172780"/>
                  </a:cubicBezTo>
                  <a:cubicBezTo>
                    <a:pt x="1818" y="171993"/>
                    <a:pt x="1578" y="171197"/>
                    <a:pt x="1363" y="170394"/>
                  </a:cubicBezTo>
                  <a:cubicBezTo>
                    <a:pt x="1148" y="169591"/>
                    <a:pt x="958" y="168782"/>
                    <a:pt x="793" y="167967"/>
                  </a:cubicBezTo>
                  <a:cubicBezTo>
                    <a:pt x="628" y="167152"/>
                    <a:pt x="489" y="166333"/>
                    <a:pt x="376" y="165509"/>
                  </a:cubicBezTo>
                  <a:cubicBezTo>
                    <a:pt x="262" y="164686"/>
                    <a:pt x="174" y="163859"/>
                    <a:pt x="112" y="163030"/>
                  </a:cubicBezTo>
                  <a:cubicBezTo>
                    <a:pt x="50" y="162201"/>
                    <a:pt x="13" y="161371"/>
                    <a:pt x="3" y="160540"/>
                  </a:cubicBezTo>
                  <a:cubicBezTo>
                    <a:pt x="-7" y="159709"/>
                    <a:pt x="8" y="158877"/>
                    <a:pt x="50" y="158047"/>
                  </a:cubicBezTo>
                  <a:cubicBezTo>
                    <a:pt x="91" y="157217"/>
                    <a:pt x="158" y="156388"/>
                    <a:pt x="252" y="155562"/>
                  </a:cubicBezTo>
                  <a:cubicBezTo>
                    <a:pt x="345" y="154736"/>
                    <a:pt x="463" y="153914"/>
                    <a:pt x="608" y="153095"/>
                  </a:cubicBezTo>
                  <a:cubicBezTo>
                    <a:pt x="752" y="152277"/>
                    <a:pt x="922" y="151463"/>
                    <a:pt x="1117" y="150655"/>
                  </a:cubicBezTo>
                  <a:cubicBezTo>
                    <a:pt x="1312" y="149847"/>
                    <a:pt x="1532" y="149045"/>
                    <a:pt x="1777" y="148251"/>
                  </a:cubicBezTo>
                  <a:cubicBezTo>
                    <a:pt x="2022" y="147457"/>
                    <a:pt x="2292" y="146670"/>
                    <a:pt x="2586" y="145893"/>
                  </a:cubicBezTo>
                  <a:cubicBezTo>
                    <a:pt x="2880" y="145115"/>
                    <a:pt x="3198" y="144347"/>
                    <a:pt x="3540" y="143590"/>
                  </a:cubicBezTo>
                  <a:cubicBezTo>
                    <a:pt x="3882" y="142832"/>
                    <a:pt x="4247" y="142085"/>
                    <a:pt x="4635" y="141350"/>
                  </a:cubicBezTo>
                  <a:cubicBezTo>
                    <a:pt x="5024" y="140615"/>
                    <a:pt x="5435" y="139893"/>
                    <a:pt x="5868" y="139184"/>
                  </a:cubicBezTo>
                  <a:cubicBezTo>
                    <a:pt x="6302" y="138474"/>
                    <a:pt x="6757" y="137779"/>
                    <a:pt x="7234" y="137098"/>
                  </a:cubicBezTo>
                  <a:cubicBezTo>
                    <a:pt x="7711" y="136417"/>
                    <a:pt x="8209" y="135751"/>
                    <a:pt x="8727" y="135101"/>
                  </a:cubicBezTo>
                  <a:cubicBezTo>
                    <a:pt x="9245" y="134452"/>
                    <a:pt x="9783" y="133818"/>
                    <a:pt x="10341" y="133202"/>
                  </a:cubicBezTo>
                  <a:cubicBezTo>
                    <a:pt x="10899" y="132585"/>
                    <a:pt x="11476" y="131987"/>
                    <a:pt x="12071" y="131406"/>
                  </a:cubicBezTo>
                  <a:cubicBezTo>
                    <a:pt x="12666" y="130826"/>
                    <a:pt x="13278" y="130264"/>
                    <a:pt x="13909" y="129722"/>
                  </a:cubicBezTo>
                  <a:cubicBezTo>
                    <a:pt x="14539" y="129180"/>
                    <a:pt x="15185" y="128658"/>
                    <a:pt x="15848" y="128156"/>
                  </a:cubicBezTo>
                  <a:cubicBezTo>
                    <a:pt x="16510" y="127654"/>
                    <a:pt x="17188" y="127173"/>
                    <a:pt x="17881" y="126713"/>
                  </a:cubicBezTo>
                  <a:cubicBezTo>
                    <a:pt x="18573" y="126254"/>
                    <a:pt x="19280" y="125816"/>
                    <a:pt x="20000" y="125400"/>
                  </a:cubicBezTo>
                  <a:lnTo>
                    <a:pt x="20000" y="20000"/>
                  </a:lnTo>
                  <a:cubicBezTo>
                    <a:pt x="20000" y="19581"/>
                    <a:pt x="20013" y="19162"/>
                    <a:pt x="20039" y="18744"/>
                  </a:cubicBezTo>
                  <a:cubicBezTo>
                    <a:pt x="20066" y="18326"/>
                    <a:pt x="20105" y="17909"/>
                    <a:pt x="20158" y="17493"/>
                  </a:cubicBezTo>
                  <a:cubicBezTo>
                    <a:pt x="20210" y="17078"/>
                    <a:pt x="20276" y="16664"/>
                    <a:pt x="20354" y="16252"/>
                  </a:cubicBezTo>
                  <a:cubicBezTo>
                    <a:pt x="20433" y="15841"/>
                    <a:pt x="20524" y="15432"/>
                    <a:pt x="20628" y="15026"/>
                  </a:cubicBezTo>
                  <a:cubicBezTo>
                    <a:pt x="20733" y="14620"/>
                    <a:pt x="20849" y="14218"/>
                    <a:pt x="20979" y="13820"/>
                  </a:cubicBezTo>
                  <a:cubicBezTo>
                    <a:pt x="21108" y="13421"/>
                    <a:pt x="21250" y="13027"/>
                    <a:pt x="21404" y="12638"/>
                  </a:cubicBezTo>
                  <a:cubicBezTo>
                    <a:pt x="21559" y="12248"/>
                    <a:pt x="21725" y="11863"/>
                    <a:pt x="21903" y="11484"/>
                  </a:cubicBezTo>
                  <a:cubicBezTo>
                    <a:pt x="22082" y="11105"/>
                    <a:pt x="22272" y="10732"/>
                    <a:pt x="22474" y="10365"/>
                  </a:cubicBezTo>
                  <a:cubicBezTo>
                    <a:pt x="22676" y="9998"/>
                    <a:pt x="22889" y="9637"/>
                    <a:pt x="23113" y="9283"/>
                  </a:cubicBezTo>
                  <a:cubicBezTo>
                    <a:pt x="23338" y="8930"/>
                    <a:pt x="23573" y="8583"/>
                    <a:pt x="23820" y="8244"/>
                  </a:cubicBezTo>
                  <a:cubicBezTo>
                    <a:pt x="24066" y="7905"/>
                    <a:pt x="24323" y="7574"/>
                    <a:pt x="24590" y="7252"/>
                  </a:cubicBezTo>
                  <a:cubicBezTo>
                    <a:pt x="24857" y="6929"/>
                    <a:pt x="25134" y="6614"/>
                    <a:pt x="25421" y="6309"/>
                  </a:cubicBezTo>
                  <a:cubicBezTo>
                    <a:pt x="25707" y="6004"/>
                    <a:pt x="26004" y="5707"/>
                    <a:pt x="26309" y="5421"/>
                  </a:cubicBezTo>
                  <a:cubicBezTo>
                    <a:pt x="26614" y="5134"/>
                    <a:pt x="26929" y="4857"/>
                    <a:pt x="27252" y="4590"/>
                  </a:cubicBezTo>
                  <a:cubicBezTo>
                    <a:pt x="27574" y="4323"/>
                    <a:pt x="27905" y="4066"/>
                    <a:pt x="28244" y="3820"/>
                  </a:cubicBezTo>
                  <a:cubicBezTo>
                    <a:pt x="28583" y="3573"/>
                    <a:pt x="28930" y="3338"/>
                    <a:pt x="29283" y="3113"/>
                  </a:cubicBezTo>
                  <a:cubicBezTo>
                    <a:pt x="29637" y="2889"/>
                    <a:pt x="29998" y="2676"/>
                    <a:pt x="30365" y="2474"/>
                  </a:cubicBezTo>
                  <a:cubicBezTo>
                    <a:pt x="30732" y="2272"/>
                    <a:pt x="31105" y="2082"/>
                    <a:pt x="31484" y="1903"/>
                  </a:cubicBezTo>
                  <a:cubicBezTo>
                    <a:pt x="31863" y="1725"/>
                    <a:pt x="32248" y="1559"/>
                    <a:pt x="32638" y="1404"/>
                  </a:cubicBezTo>
                  <a:cubicBezTo>
                    <a:pt x="33027" y="1250"/>
                    <a:pt x="33421" y="1108"/>
                    <a:pt x="33820" y="979"/>
                  </a:cubicBezTo>
                  <a:cubicBezTo>
                    <a:pt x="34218" y="849"/>
                    <a:pt x="34620" y="733"/>
                    <a:pt x="35026" y="628"/>
                  </a:cubicBezTo>
                  <a:cubicBezTo>
                    <a:pt x="35432" y="524"/>
                    <a:pt x="35841" y="433"/>
                    <a:pt x="36252" y="354"/>
                  </a:cubicBezTo>
                  <a:cubicBezTo>
                    <a:pt x="36664" y="276"/>
                    <a:pt x="37078" y="210"/>
                    <a:pt x="37493" y="158"/>
                  </a:cubicBezTo>
                  <a:cubicBezTo>
                    <a:pt x="37909" y="105"/>
                    <a:pt x="38326" y="66"/>
                    <a:pt x="38744" y="39"/>
                  </a:cubicBezTo>
                  <a:cubicBezTo>
                    <a:pt x="39162" y="13"/>
                    <a:pt x="39581" y="0"/>
                    <a:pt x="40000" y="0"/>
                  </a:cubicBezTo>
                  <a:cubicBezTo>
                    <a:pt x="40419" y="0"/>
                    <a:pt x="40838" y="13"/>
                    <a:pt x="41256" y="39"/>
                  </a:cubicBezTo>
                  <a:cubicBezTo>
                    <a:pt x="41674" y="66"/>
                    <a:pt x="42091" y="105"/>
                    <a:pt x="42507" y="158"/>
                  </a:cubicBezTo>
                  <a:cubicBezTo>
                    <a:pt x="42922" y="210"/>
                    <a:pt x="43336" y="276"/>
                    <a:pt x="43748" y="354"/>
                  </a:cubicBezTo>
                  <a:cubicBezTo>
                    <a:pt x="44159" y="433"/>
                    <a:pt x="44568" y="524"/>
                    <a:pt x="44974" y="628"/>
                  </a:cubicBezTo>
                  <a:cubicBezTo>
                    <a:pt x="45380" y="733"/>
                    <a:pt x="45782" y="849"/>
                    <a:pt x="46180" y="979"/>
                  </a:cubicBezTo>
                  <a:cubicBezTo>
                    <a:pt x="46579" y="1108"/>
                    <a:pt x="46973" y="1250"/>
                    <a:pt x="47362" y="1404"/>
                  </a:cubicBezTo>
                  <a:cubicBezTo>
                    <a:pt x="47752" y="1559"/>
                    <a:pt x="48137" y="1725"/>
                    <a:pt x="48516" y="1903"/>
                  </a:cubicBezTo>
                  <a:cubicBezTo>
                    <a:pt x="48895" y="2082"/>
                    <a:pt x="49268" y="2272"/>
                    <a:pt x="49635" y="2474"/>
                  </a:cubicBezTo>
                  <a:cubicBezTo>
                    <a:pt x="50002" y="2676"/>
                    <a:pt x="50363" y="2889"/>
                    <a:pt x="50717" y="3113"/>
                  </a:cubicBezTo>
                  <a:cubicBezTo>
                    <a:pt x="51070" y="3338"/>
                    <a:pt x="51417" y="3573"/>
                    <a:pt x="51756" y="3820"/>
                  </a:cubicBezTo>
                  <a:cubicBezTo>
                    <a:pt x="52095" y="4066"/>
                    <a:pt x="52426" y="4323"/>
                    <a:pt x="52748" y="4590"/>
                  </a:cubicBezTo>
                  <a:cubicBezTo>
                    <a:pt x="53071" y="4857"/>
                    <a:pt x="53386" y="5134"/>
                    <a:pt x="53691" y="5421"/>
                  </a:cubicBezTo>
                  <a:cubicBezTo>
                    <a:pt x="53996" y="5707"/>
                    <a:pt x="54293" y="6004"/>
                    <a:pt x="54579" y="6309"/>
                  </a:cubicBezTo>
                  <a:cubicBezTo>
                    <a:pt x="54866" y="6614"/>
                    <a:pt x="55143" y="6929"/>
                    <a:pt x="55410" y="7252"/>
                  </a:cubicBezTo>
                  <a:cubicBezTo>
                    <a:pt x="55677" y="7574"/>
                    <a:pt x="55934" y="7905"/>
                    <a:pt x="56180" y="8244"/>
                  </a:cubicBezTo>
                  <a:cubicBezTo>
                    <a:pt x="56427" y="8583"/>
                    <a:pt x="56662" y="8930"/>
                    <a:pt x="56887" y="9283"/>
                  </a:cubicBezTo>
                  <a:cubicBezTo>
                    <a:pt x="57111" y="9637"/>
                    <a:pt x="57324" y="9998"/>
                    <a:pt x="57526" y="10365"/>
                  </a:cubicBezTo>
                  <a:cubicBezTo>
                    <a:pt x="57728" y="10732"/>
                    <a:pt x="57918" y="11105"/>
                    <a:pt x="58097" y="11484"/>
                  </a:cubicBezTo>
                  <a:cubicBezTo>
                    <a:pt x="58275" y="11863"/>
                    <a:pt x="58441" y="12248"/>
                    <a:pt x="58596" y="12638"/>
                  </a:cubicBezTo>
                  <a:cubicBezTo>
                    <a:pt x="58750" y="13027"/>
                    <a:pt x="58892" y="13421"/>
                    <a:pt x="59021" y="13820"/>
                  </a:cubicBezTo>
                  <a:cubicBezTo>
                    <a:pt x="59151" y="14218"/>
                    <a:pt x="59267" y="14620"/>
                    <a:pt x="59372" y="15026"/>
                  </a:cubicBezTo>
                  <a:cubicBezTo>
                    <a:pt x="59476" y="15432"/>
                    <a:pt x="59567" y="15841"/>
                    <a:pt x="59646" y="16252"/>
                  </a:cubicBezTo>
                  <a:cubicBezTo>
                    <a:pt x="59724" y="16664"/>
                    <a:pt x="59790" y="17078"/>
                    <a:pt x="59842" y="17493"/>
                  </a:cubicBezTo>
                  <a:cubicBezTo>
                    <a:pt x="59895" y="17909"/>
                    <a:pt x="59934" y="18326"/>
                    <a:pt x="59961" y="18744"/>
                  </a:cubicBezTo>
                  <a:cubicBezTo>
                    <a:pt x="59987" y="19162"/>
                    <a:pt x="60000" y="19581"/>
                    <a:pt x="6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2" name="probe-lucide-thermometer-snowflake-part-6"/>
            <p:cNvSpPr/>
            <p:nvPr/>
          </p:nvSpPr>
          <p:spPr>
            <a:xfrm>
              <a:off x="40000" y="100000"/>
              <a:ext cx="15000" cy="40000"/>
            </a:xfrm>
            <a:custGeom>
              <a:avLst/>
              <a:gdLst/>
              <a:ahLst/>
              <a:cxnLst/>
              <a:rect l="0" t="0" r="r" b="b"/>
              <a:pathLst>
                <a:path w="15000" h="40000">
                  <a:moveTo>
                    <a:pt x="0" y="0"/>
                  </a:moveTo>
                  <a:lnTo>
                    <a:pt x="15000" y="20000"/>
                  </a:ln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3" name="probe-lucide-thermometer-snowflake-part-7"/>
            <p:cNvSpPr/>
            <p:nvPr/>
          </p:nvSpPr>
          <p:spPr>
            <a:xfrm>
              <a:off x="70000" y="120000"/>
              <a:ext cx="30000" cy="90000"/>
            </a:xfrm>
            <a:custGeom>
              <a:avLst/>
              <a:gdLst/>
              <a:ahLst/>
              <a:cxnLst/>
              <a:rect l="0" t="0" r="r" b="b"/>
              <a:pathLst>
                <a:path w="30000" h="90000">
                  <a:moveTo>
                    <a:pt x="0" y="90000"/>
                  </a:moveTo>
                  <a:lnTo>
                    <a:pt x="30000" y="30000"/>
                  </a:lnTo>
                  <a:lnTo>
                    <a:pt x="1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4" name="probe-lucide-thermometer-snowflake-part-8"/>
            <p:cNvSpPr/>
            <p:nvPr/>
          </p:nvSpPr>
          <p:spPr>
            <a:xfrm>
              <a:off x="70000" y="30000"/>
              <a:ext cx="50000" cy="60000"/>
            </a:xfrm>
            <a:custGeom>
              <a:avLst/>
              <a:gdLst/>
              <a:ahLst/>
              <a:cxnLst/>
              <a:rect l="0" t="0" r="r" b="b"/>
              <a:pathLst>
                <a:path w="50000" h="60000">
                  <a:moveTo>
                    <a:pt x="0" y="0"/>
                  </a:moveTo>
                  <a:lnTo>
                    <a:pt x="30000" y="60000"/>
                  </a:lnTo>
                  <a:lnTo>
                    <a:pt x="5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5" name="probe-lucide-thermometer-sun" descr="thermometer-sun — Lucide Icons and Contributors; preserve the bundled full upstream license. Source: https://github.com/lucide-icons/lucide/blob/20aef31db93fe4d9f398dbb15b120d99c48eef95/icons/thermometer-sun.svg; SVG SHA256: e7725bb266a9035a7ccdce41850b518f90f34cbe515e8dbfbcea0ae5ab184567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56" name="probe-lucide-thermometer-sun-part-1"/>
            <p:cNvSpPr/>
            <p:nvPr/>
          </p:nvSpPr>
          <p:spPr>
            <a:xfrm>
              <a:off x="120000" y="2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7" name="probe-lucide-thermometer-sun-part-2"/>
            <p:cNvSpPr/>
            <p:nvPr/>
          </p:nvSpPr>
          <p:spPr>
            <a:xfrm>
              <a:off x="79980" y="80000"/>
              <a:ext cx="40020" cy="76470"/>
            </a:xfrm>
            <a:custGeom>
              <a:avLst/>
              <a:gdLst/>
              <a:ahLst/>
              <a:cxnLst/>
              <a:rect l="0" t="0" r="r" b="b"/>
              <a:pathLst>
                <a:path w="40020" h="76470">
                  <a:moveTo>
                    <a:pt x="40020" y="0"/>
                  </a:moveTo>
                  <a:cubicBezTo>
                    <a:pt x="39196" y="0"/>
                    <a:pt x="38372" y="25"/>
                    <a:pt x="37550" y="75"/>
                  </a:cubicBezTo>
                  <a:cubicBezTo>
                    <a:pt x="36728" y="126"/>
                    <a:pt x="35907" y="201"/>
                    <a:pt x="35089" y="303"/>
                  </a:cubicBezTo>
                  <a:cubicBezTo>
                    <a:pt x="34272" y="404"/>
                    <a:pt x="33457" y="530"/>
                    <a:pt x="32647" y="682"/>
                  </a:cubicBezTo>
                  <a:cubicBezTo>
                    <a:pt x="31837" y="833"/>
                    <a:pt x="31032" y="1009"/>
                    <a:pt x="30233" y="1211"/>
                  </a:cubicBezTo>
                  <a:cubicBezTo>
                    <a:pt x="29434" y="1412"/>
                    <a:pt x="28642" y="1638"/>
                    <a:pt x="27857" y="1888"/>
                  </a:cubicBezTo>
                  <a:cubicBezTo>
                    <a:pt x="27072" y="2138"/>
                    <a:pt x="26294" y="2412"/>
                    <a:pt x="25526" y="2710"/>
                  </a:cubicBezTo>
                  <a:cubicBezTo>
                    <a:pt x="24758" y="3009"/>
                    <a:pt x="23999" y="3330"/>
                    <a:pt x="23251" y="3675"/>
                  </a:cubicBezTo>
                  <a:cubicBezTo>
                    <a:pt x="22503" y="4020"/>
                    <a:pt x="21766" y="4388"/>
                    <a:pt x="21040" y="4779"/>
                  </a:cubicBezTo>
                  <a:cubicBezTo>
                    <a:pt x="20315" y="5170"/>
                    <a:pt x="19601" y="5582"/>
                    <a:pt x="18901" y="6017"/>
                  </a:cubicBezTo>
                  <a:cubicBezTo>
                    <a:pt x="18201" y="6452"/>
                    <a:pt x="17515" y="6908"/>
                    <a:pt x="16843" y="7385"/>
                  </a:cubicBezTo>
                  <a:cubicBezTo>
                    <a:pt x="16171" y="7862"/>
                    <a:pt x="15514" y="8359"/>
                    <a:pt x="14873" y="8877"/>
                  </a:cubicBezTo>
                  <a:cubicBezTo>
                    <a:pt x="14232" y="9395"/>
                    <a:pt x="13607" y="9932"/>
                    <a:pt x="12999" y="10488"/>
                  </a:cubicBezTo>
                  <a:cubicBezTo>
                    <a:pt x="12391" y="11044"/>
                    <a:pt x="11801" y="11619"/>
                    <a:pt x="11228" y="12212"/>
                  </a:cubicBezTo>
                  <a:cubicBezTo>
                    <a:pt x="10656" y="12804"/>
                    <a:pt x="10102" y="13415"/>
                    <a:pt x="9567" y="14041"/>
                  </a:cubicBezTo>
                  <a:cubicBezTo>
                    <a:pt x="9032" y="14668"/>
                    <a:pt x="8517" y="15312"/>
                    <a:pt x="8022" y="15970"/>
                  </a:cubicBezTo>
                  <a:cubicBezTo>
                    <a:pt x="7527" y="16629"/>
                    <a:pt x="7053" y="17303"/>
                    <a:pt x="6599" y="17991"/>
                  </a:cubicBezTo>
                  <a:cubicBezTo>
                    <a:pt x="6146" y="18679"/>
                    <a:pt x="5714" y="19381"/>
                    <a:pt x="5304" y="20095"/>
                  </a:cubicBezTo>
                  <a:cubicBezTo>
                    <a:pt x="4894" y="20810"/>
                    <a:pt x="4506" y="21537"/>
                    <a:pt x="4141" y="22276"/>
                  </a:cubicBezTo>
                  <a:cubicBezTo>
                    <a:pt x="3776" y="23015"/>
                    <a:pt x="3434" y="23764"/>
                    <a:pt x="3115" y="24524"/>
                  </a:cubicBezTo>
                  <a:cubicBezTo>
                    <a:pt x="2796" y="25284"/>
                    <a:pt x="2501" y="26053"/>
                    <a:pt x="2230" y="26831"/>
                  </a:cubicBezTo>
                  <a:cubicBezTo>
                    <a:pt x="1959" y="27609"/>
                    <a:pt x="1711" y="28396"/>
                    <a:pt x="1489" y="29189"/>
                  </a:cubicBezTo>
                  <a:cubicBezTo>
                    <a:pt x="1266" y="29982"/>
                    <a:pt x="1068" y="30782"/>
                    <a:pt x="895" y="31588"/>
                  </a:cubicBezTo>
                  <a:cubicBezTo>
                    <a:pt x="721" y="32393"/>
                    <a:pt x="573" y="33204"/>
                    <a:pt x="450" y="34019"/>
                  </a:cubicBezTo>
                  <a:cubicBezTo>
                    <a:pt x="327" y="34833"/>
                    <a:pt x="229" y="35652"/>
                    <a:pt x="156" y="36472"/>
                  </a:cubicBezTo>
                  <a:cubicBezTo>
                    <a:pt x="83" y="37293"/>
                    <a:pt x="36" y="38116"/>
                    <a:pt x="14" y="38940"/>
                  </a:cubicBezTo>
                  <a:cubicBezTo>
                    <a:pt x="-8" y="39763"/>
                    <a:pt x="-4" y="40587"/>
                    <a:pt x="25" y="41411"/>
                  </a:cubicBezTo>
                  <a:cubicBezTo>
                    <a:pt x="54" y="42234"/>
                    <a:pt x="108" y="43057"/>
                    <a:pt x="188" y="43877"/>
                  </a:cubicBezTo>
                  <a:cubicBezTo>
                    <a:pt x="268" y="44697"/>
                    <a:pt x="373" y="45514"/>
                    <a:pt x="504" y="46328"/>
                  </a:cubicBezTo>
                  <a:cubicBezTo>
                    <a:pt x="634" y="47141"/>
                    <a:pt x="789" y="47951"/>
                    <a:pt x="970" y="48755"/>
                  </a:cubicBezTo>
                  <a:cubicBezTo>
                    <a:pt x="1150" y="49559"/>
                    <a:pt x="1355" y="50357"/>
                    <a:pt x="1585" y="51148"/>
                  </a:cubicBezTo>
                  <a:cubicBezTo>
                    <a:pt x="1815" y="51939"/>
                    <a:pt x="2069" y="52723"/>
                    <a:pt x="2347" y="53499"/>
                  </a:cubicBezTo>
                  <a:cubicBezTo>
                    <a:pt x="2625" y="54275"/>
                    <a:pt x="2927" y="55042"/>
                    <a:pt x="3252" y="55798"/>
                  </a:cubicBezTo>
                  <a:cubicBezTo>
                    <a:pt x="3578" y="56555"/>
                    <a:pt x="3926" y="57302"/>
                    <a:pt x="4298" y="58038"/>
                  </a:cubicBezTo>
                  <a:cubicBezTo>
                    <a:pt x="4669" y="58773"/>
                    <a:pt x="5064" y="59497"/>
                    <a:pt x="5480" y="60208"/>
                  </a:cubicBezTo>
                  <a:cubicBezTo>
                    <a:pt x="5896" y="60919"/>
                    <a:pt x="6334" y="61617"/>
                    <a:pt x="6794" y="62301"/>
                  </a:cubicBezTo>
                  <a:cubicBezTo>
                    <a:pt x="7253" y="62985"/>
                    <a:pt x="7733" y="63655"/>
                    <a:pt x="8234" y="64309"/>
                  </a:cubicBezTo>
                  <a:cubicBezTo>
                    <a:pt x="8735" y="64963"/>
                    <a:pt x="9256" y="65602"/>
                    <a:pt x="9796" y="66224"/>
                  </a:cubicBezTo>
                  <a:cubicBezTo>
                    <a:pt x="10336" y="66846"/>
                    <a:pt x="10895" y="67452"/>
                    <a:pt x="11473" y="68039"/>
                  </a:cubicBezTo>
                  <a:cubicBezTo>
                    <a:pt x="12050" y="68627"/>
                    <a:pt x="12646" y="69197"/>
                    <a:pt x="13259" y="69747"/>
                  </a:cubicBezTo>
                  <a:cubicBezTo>
                    <a:pt x="13872" y="70298"/>
                    <a:pt x="14501" y="70830"/>
                    <a:pt x="15147" y="71342"/>
                  </a:cubicBezTo>
                  <a:cubicBezTo>
                    <a:pt x="15792" y="71854"/>
                    <a:pt x="16454" y="72346"/>
                    <a:pt x="17130" y="72817"/>
                  </a:cubicBezTo>
                  <a:cubicBezTo>
                    <a:pt x="17806" y="73288"/>
                    <a:pt x="18496" y="73738"/>
                    <a:pt x="19200" y="74167"/>
                  </a:cubicBezTo>
                  <a:cubicBezTo>
                    <a:pt x="19904" y="74595"/>
                    <a:pt x="20621" y="75002"/>
                    <a:pt x="21349" y="75386"/>
                  </a:cubicBezTo>
                  <a:cubicBezTo>
                    <a:pt x="22078" y="75770"/>
                    <a:pt x="22819" y="76132"/>
                    <a:pt x="23570" y="7647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thermometer-sun-part-3"/>
            <p:cNvSpPr/>
            <p:nvPr/>
          </p:nvSpPr>
          <p:spPr>
            <a:xfrm>
              <a:off x="20000" y="120000"/>
              <a:ext cx="20000" cy="10"/>
            </a:xfrm>
            <a:custGeom>
              <a:avLst/>
              <a:gdLst/>
              <a:ahLst/>
              <a:cxnLst/>
              <a:rect l="0" t="0" r="r" b="b"/>
              <a:pathLst>
                <a:path w="20000" h="10">
                  <a:moveTo>
                    <a:pt x="0" y="0"/>
                  </a:moveTo>
                  <a:lnTo>
                    <a:pt x="2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9" name="probe-lucide-thermometer-sun-part-4"/>
            <p:cNvSpPr/>
            <p:nvPr/>
          </p:nvSpPr>
          <p:spPr>
            <a:xfrm>
              <a:off x="140000" y="20000"/>
              <a:ext cx="80000" cy="200041"/>
            </a:xfrm>
            <a:custGeom>
              <a:avLst/>
              <a:gdLst/>
              <a:ahLst/>
              <a:cxnLst/>
              <a:rect l="0" t="0" r="r" b="b"/>
              <a:pathLst>
                <a:path w="80000" h="200041">
                  <a:moveTo>
                    <a:pt x="60000" y="125400"/>
                  </a:moveTo>
                  <a:cubicBezTo>
                    <a:pt x="60720" y="125816"/>
                    <a:pt x="61427" y="126254"/>
                    <a:pt x="62119" y="126713"/>
                  </a:cubicBezTo>
                  <a:cubicBezTo>
                    <a:pt x="62812" y="127173"/>
                    <a:pt x="63490" y="127654"/>
                    <a:pt x="64152" y="128156"/>
                  </a:cubicBezTo>
                  <a:cubicBezTo>
                    <a:pt x="64815" y="128658"/>
                    <a:pt x="65461" y="129180"/>
                    <a:pt x="66091" y="129722"/>
                  </a:cubicBezTo>
                  <a:cubicBezTo>
                    <a:pt x="66722" y="130264"/>
                    <a:pt x="67334" y="130826"/>
                    <a:pt x="67929" y="131406"/>
                  </a:cubicBezTo>
                  <a:cubicBezTo>
                    <a:pt x="68524" y="131987"/>
                    <a:pt x="69101" y="132585"/>
                    <a:pt x="69659" y="133202"/>
                  </a:cubicBezTo>
                  <a:cubicBezTo>
                    <a:pt x="70217" y="133818"/>
                    <a:pt x="70755" y="134452"/>
                    <a:pt x="71273" y="135101"/>
                  </a:cubicBezTo>
                  <a:cubicBezTo>
                    <a:pt x="71791" y="135751"/>
                    <a:pt x="72289" y="136417"/>
                    <a:pt x="72766" y="137098"/>
                  </a:cubicBezTo>
                  <a:cubicBezTo>
                    <a:pt x="73243" y="137779"/>
                    <a:pt x="73698" y="138474"/>
                    <a:pt x="74132" y="139184"/>
                  </a:cubicBezTo>
                  <a:cubicBezTo>
                    <a:pt x="74565" y="139893"/>
                    <a:pt x="74976" y="140615"/>
                    <a:pt x="75365" y="141350"/>
                  </a:cubicBezTo>
                  <a:cubicBezTo>
                    <a:pt x="75753" y="142085"/>
                    <a:pt x="76118" y="142832"/>
                    <a:pt x="76460" y="143590"/>
                  </a:cubicBezTo>
                  <a:cubicBezTo>
                    <a:pt x="76802" y="144347"/>
                    <a:pt x="77120" y="145115"/>
                    <a:pt x="77414" y="145893"/>
                  </a:cubicBezTo>
                  <a:cubicBezTo>
                    <a:pt x="77708" y="146670"/>
                    <a:pt x="77978" y="147457"/>
                    <a:pt x="78223" y="148251"/>
                  </a:cubicBezTo>
                  <a:cubicBezTo>
                    <a:pt x="78468" y="149045"/>
                    <a:pt x="78688" y="149847"/>
                    <a:pt x="78883" y="150655"/>
                  </a:cubicBezTo>
                  <a:cubicBezTo>
                    <a:pt x="79078" y="151463"/>
                    <a:pt x="79248" y="152277"/>
                    <a:pt x="79392" y="153095"/>
                  </a:cubicBezTo>
                  <a:cubicBezTo>
                    <a:pt x="79537" y="153914"/>
                    <a:pt x="79655" y="154736"/>
                    <a:pt x="79748" y="155562"/>
                  </a:cubicBezTo>
                  <a:cubicBezTo>
                    <a:pt x="79842" y="156388"/>
                    <a:pt x="79909" y="157217"/>
                    <a:pt x="79950" y="158047"/>
                  </a:cubicBezTo>
                  <a:cubicBezTo>
                    <a:pt x="79992" y="158877"/>
                    <a:pt x="80007" y="159709"/>
                    <a:pt x="79997" y="160540"/>
                  </a:cubicBezTo>
                  <a:cubicBezTo>
                    <a:pt x="79987" y="161371"/>
                    <a:pt x="79950" y="162201"/>
                    <a:pt x="79888" y="163030"/>
                  </a:cubicBezTo>
                  <a:cubicBezTo>
                    <a:pt x="79826" y="163859"/>
                    <a:pt x="79738" y="164686"/>
                    <a:pt x="79624" y="165509"/>
                  </a:cubicBezTo>
                  <a:cubicBezTo>
                    <a:pt x="79511" y="166333"/>
                    <a:pt x="79372" y="167152"/>
                    <a:pt x="79207" y="167967"/>
                  </a:cubicBezTo>
                  <a:cubicBezTo>
                    <a:pt x="79042" y="168782"/>
                    <a:pt x="78852" y="169591"/>
                    <a:pt x="78637" y="170394"/>
                  </a:cubicBezTo>
                  <a:cubicBezTo>
                    <a:pt x="78422" y="171197"/>
                    <a:pt x="78182" y="171993"/>
                    <a:pt x="77917" y="172780"/>
                  </a:cubicBezTo>
                  <a:cubicBezTo>
                    <a:pt x="77652" y="173568"/>
                    <a:pt x="77363" y="174348"/>
                    <a:pt x="77050" y="175118"/>
                  </a:cubicBezTo>
                  <a:cubicBezTo>
                    <a:pt x="76737" y="175888"/>
                    <a:pt x="76399" y="176648"/>
                    <a:pt x="76039" y="177396"/>
                  </a:cubicBezTo>
                  <a:cubicBezTo>
                    <a:pt x="75678" y="178145"/>
                    <a:pt x="75294" y="178883"/>
                    <a:pt x="74888" y="179608"/>
                  </a:cubicBezTo>
                  <a:cubicBezTo>
                    <a:pt x="74481" y="180333"/>
                    <a:pt x="74052" y="181045"/>
                    <a:pt x="73601" y="181743"/>
                  </a:cubicBezTo>
                  <a:cubicBezTo>
                    <a:pt x="73150" y="182441"/>
                    <a:pt x="72677" y="183125"/>
                    <a:pt x="72184" y="183794"/>
                  </a:cubicBezTo>
                  <a:cubicBezTo>
                    <a:pt x="71690" y="184463"/>
                    <a:pt x="71176" y="185116"/>
                    <a:pt x="70642" y="185753"/>
                  </a:cubicBezTo>
                  <a:cubicBezTo>
                    <a:pt x="70108" y="186389"/>
                    <a:pt x="69554" y="187009"/>
                    <a:pt x="68981" y="187611"/>
                  </a:cubicBezTo>
                  <a:cubicBezTo>
                    <a:pt x="68408" y="188214"/>
                    <a:pt x="67816" y="188798"/>
                    <a:pt x="67207" y="189363"/>
                  </a:cubicBezTo>
                  <a:cubicBezTo>
                    <a:pt x="66598" y="189928"/>
                    <a:pt x="65971" y="190475"/>
                    <a:pt x="65328" y="191001"/>
                  </a:cubicBezTo>
                  <a:cubicBezTo>
                    <a:pt x="64684" y="191527"/>
                    <a:pt x="64025" y="192033"/>
                    <a:pt x="63350" y="192519"/>
                  </a:cubicBezTo>
                  <a:cubicBezTo>
                    <a:pt x="62675" y="193004"/>
                    <a:pt x="61985" y="193468"/>
                    <a:pt x="61281" y="193910"/>
                  </a:cubicBezTo>
                  <a:cubicBezTo>
                    <a:pt x="60578" y="194352"/>
                    <a:pt x="59860" y="194772"/>
                    <a:pt x="59130" y="195170"/>
                  </a:cubicBezTo>
                  <a:cubicBezTo>
                    <a:pt x="58400" y="195567"/>
                    <a:pt x="57658" y="195942"/>
                    <a:pt x="56905" y="196293"/>
                  </a:cubicBezTo>
                  <a:cubicBezTo>
                    <a:pt x="56151" y="196645"/>
                    <a:pt x="55387" y="196972"/>
                    <a:pt x="54614" y="197276"/>
                  </a:cubicBezTo>
                  <a:cubicBezTo>
                    <a:pt x="53840" y="197580"/>
                    <a:pt x="53057" y="197859"/>
                    <a:pt x="52266" y="198114"/>
                  </a:cubicBezTo>
                  <a:cubicBezTo>
                    <a:pt x="51475" y="198369"/>
                    <a:pt x="50676" y="198599"/>
                    <a:pt x="49870" y="198804"/>
                  </a:cubicBezTo>
                  <a:cubicBezTo>
                    <a:pt x="49065" y="199009"/>
                    <a:pt x="48253" y="199189"/>
                    <a:pt x="47436" y="199344"/>
                  </a:cubicBezTo>
                  <a:cubicBezTo>
                    <a:pt x="46620" y="199498"/>
                    <a:pt x="45798" y="199627"/>
                    <a:pt x="44974" y="199731"/>
                  </a:cubicBezTo>
                  <a:cubicBezTo>
                    <a:pt x="44149" y="199834"/>
                    <a:pt x="43321" y="199912"/>
                    <a:pt x="42492" y="199963"/>
                  </a:cubicBezTo>
                  <a:cubicBezTo>
                    <a:pt x="41662" y="200015"/>
                    <a:pt x="40831" y="200041"/>
                    <a:pt x="40000" y="200041"/>
                  </a:cubicBezTo>
                  <a:cubicBezTo>
                    <a:pt x="39169" y="200041"/>
                    <a:pt x="38338" y="200015"/>
                    <a:pt x="37508" y="199963"/>
                  </a:cubicBezTo>
                  <a:cubicBezTo>
                    <a:pt x="36679" y="199912"/>
                    <a:pt x="35851" y="199834"/>
                    <a:pt x="35026" y="199731"/>
                  </a:cubicBezTo>
                  <a:cubicBezTo>
                    <a:pt x="34202" y="199627"/>
                    <a:pt x="33380" y="199498"/>
                    <a:pt x="32564" y="199344"/>
                  </a:cubicBezTo>
                  <a:cubicBezTo>
                    <a:pt x="31747" y="199189"/>
                    <a:pt x="30935" y="199009"/>
                    <a:pt x="30130" y="198804"/>
                  </a:cubicBezTo>
                  <a:cubicBezTo>
                    <a:pt x="29324" y="198599"/>
                    <a:pt x="28525" y="198369"/>
                    <a:pt x="27734" y="198114"/>
                  </a:cubicBezTo>
                  <a:cubicBezTo>
                    <a:pt x="26943" y="197859"/>
                    <a:pt x="26160" y="197580"/>
                    <a:pt x="25386" y="197276"/>
                  </a:cubicBezTo>
                  <a:cubicBezTo>
                    <a:pt x="24613" y="196972"/>
                    <a:pt x="23849" y="196645"/>
                    <a:pt x="23095" y="196293"/>
                  </a:cubicBezTo>
                  <a:cubicBezTo>
                    <a:pt x="22342" y="195942"/>
                    <a:pt x="21600" y="195567"/>
                    <a:pt x="20870" y="195170"/>
                  </a:cubicBezTo>
                  <a:cubicBezTo>
                    <a:pt x="20140" y="194772"/>
                    <a:pt x="19422" y="194352"/>
                    <a:pt x="18719" y="193910"/>
                  </a:cubicBezTo>
                  <a:cubicBezTo>
                    <a:pt x="18015" y="193468"/>
                    <a:pt x="17325" y="193004"/>
                    <a:pt x="16650" y="192519"/>
                  </a:cubicBezTo>
                  <a:cubicBezTo>
                    <a:pt x="15975" y="192033"/>
                    <a:pt x="15316" y="191527"/>
                    <a:pt x="14672" y="191001"/>
                  </a:cubicBezTo>
                  <a:cubicBezTo>
                    <a:pt x="14029" y="190475"/>
                    <a:pt x="13402" y="189928"/>
                    <a:pt x="12793" y="189363"/>
                  </a:cubicBezTo>
                  <a:cubicBezTo>
                    <a:pt x="12184" y="188798"/>
                    <a:pt x="11592" y="188214"/>
                    <a:pt x="11019" y="187611"/>
                  </a:cubicBezTo>
                  <a:cubicBezTo>
                    <a:pt x="10446" y="187009"/>
                    <a:pt x="9892" y="186389"/>
                    <a:pt x="9358" y="185753"/>
                  </a:cubicBezTo>
                  <a:cubicBezTo>
                    <a:pt x="8824" y="185116"/>
                    <a:pt x="8310" y="184463"/>
                    <a:pt x="7816" y="183794"/>
                  </a:cubicBezTo>
                  <a:cubicBezTo>
                    <a:pt x="7323" y="183125"/>
                    <a:pt x="6850" y="182441"/>
                    <a:pt x="6399" y="181743"/>
                  </a:cubicBezTo>
                  <a:cubicBezTo>
                    <a:pt x="5948" y="181045"/>
                    <a:pt x="5519" y="180333"/>
                    <a:pt x="5112" y="179608"/>
                  </a:cubicBezTo>
                  <a:cubicBezTo>
                    <a:pt x="4706" y="178883"/>
                    <a:pt x="4322" y="178145"/>
                    <a:pt x="3961" y="177396"/>
                  </a:cubicBezTo>
                  <a:cubicBezTo>
                    <a:pt x="3601" y="176648"/>
                    <a:pt x="3263" y="175888"/>
                    <a:pt x="2950" y="175118"/>
                  </a:cubicBezTo>
                  <a:cubicBezTo>
                    <a:pt x="2637" y="174348"/>
                    <a:pt x="2348" y="173568"/>
                    <a:pt x="2083" y="172780"/>
                  </a:cubicBezTo>
                  <a:cubicBezTo>
                    <a:pt x="1818" y="171993"/>
                    <a:pt x="1578" y="171197"/>
                    <a:pt x="1363" y="170394"/>
                  </a:cubicBezTo>
                  <a:cubicBezTo>
                    <a:pt x="1148" y="169591"/>
                    <a:pt x="958" y="168782"/>
                    <a:pt x="793" y="167967"/>
                  </a:cubicBezTo>
                  <a:cubicBezTo>
                    <a:pt x="628" y="167152"/>
                    <a:pt x="489" y="166333"/>
                    <a:pt x="376" y="165509"/>
                  </a:cubicBezTo>
                  <a:cubicBezTo>
                    <a:pt x="262" y="164686"/>
                    <a:pt x="174" y="163859"/>
                    <a:pt x="112" y="163030"/>
                  </a:cubicBezTo>
                  <a:cubicBezTo>
                    <a:pt x="50" y="162201"/>
                    <a:pt x="13" y="161371"/>
                    <a:pt x="3" y="160540"/>
                  </a:cubicBezTo>
                  <a:cubicBezTo>
                    <a:pt x="-7" y="159709"/>
                    <a:pt x="8" y="158877"/>
                    <a:pt x="50" y="158047"/>
                  </a:cubicBezTo>
                  <a:cubicBezTo>
                    <a:pt x="91" y="157217"/>
                    <a:pt x="158" y="156388"/>
                    <a:pt x="252" y="155562"/>
                  </a:cubicBezTo>
                  <a:cubicBezTo>
                    <a:pt x="345" y="154736"/>
                    <a:pt x="463" y="153914"/>
                    <a:pt x="608" y="153095"/>
                  </a:cubicBezTo>
                  <a:cubicBezTo>
                    <a:pt x="752" y="152277"/>
                    <a:pt x="922" y="151463"/>
                    <a:pt x="1117" y="150655"/>
                  </a:cubicBezTo>
                  <a:cubicBezTo>
                    <a:pt x="1312" y="149847"/>
                    <a:pt x="1532" y="149045"/>
                    <a:pt x="1777" y="148251"/>
                  </a:cubicBezTo>
                  <a:cubicBezTo>
                    <a:pt x="2022" y="147457"/>
                    <a:pt x="2292" y="146670"/>
                    <a:pt x="2586" y="145893"/>
                  </a:cubicBezTo>
                  <a:cubicBezTo>
                    <a:pt x="2880" y="145115"/>
                    <a:pt x="3198" y="144347"/>
                    <a:pt x="3540" y="143590"/>
                  </a:cubicBezTo>
                  <a:cubicBezTo>
                    <a:pt x="3882" y="142832"/>
                    <a:pt x="4247" y="142085"/>
                    <a:pt x="4635" y="141350"/>
                  </a:cubicBezTo>
                  <a:cubicBezTo>
                    <a:pt x="5024" y="140615"/>
                    <a:pt x="5435" y="139893"/>
                    <a:pt x="5868" y="139184"/>
                  </a:cubicBezTo>
                  <a:cubicBezTo>
                    <a:pt x="6302" y="138474"/>
                    <a:pt x="6757" y="137779"/>
                    <a:pt x="7234" y="137098"/>
                  </a:cubicBezTo>
                  <a:cubicBezTo>
                    <a:pt x="7711" y="136417"/>
                    <a:pt x="8209" y="135751"/>
                    <a:pt x="8727" y="135101"/>
                  </a:cubicBezTo>
                  <a:cubicBezTo>
                    <a:pt x="9245" y="134452"/>
                    <a:pt x="9783" y="133818"/>
                    <a:pt x="10341" y="133202"/>
                  </a:cubicBezTo>
                  <a:cubicBezTo>
                    <a:pt x="10899" y="132585"/>
                    <a:pt x="11476" y="131987"/>
                    <a:pt x="12071" y="131406"/>
                  </a:cubicBezTo>
                  <a:cubicBezTo>
                    <a:pt x="12666" y="130826"/>
                    <a:pt x="13278" y="130264"/>
                    <a:pt x="13909" y="129722"/>
                  </a:cubicBezTo>
                  <a:cubicBezTo>
                    <a:pt x="14539" y="129180"/>
                    <a:pt x="15185" y="128658"/>
                    <a:pt x="15848" y="128156"/>
                  </a:cubicBezTo>
                  <a:cubicBezTo>
                    <a:pt x="16510" y="127654"/>
                    <a:pt x="17188" y="127173"/>
                    <a:pt x="17881" y="126713"/>
                  </a:cubicBezTo>
                  <a:cubicBezTo>
                    <a:pt x="18573" y="126254"/>
                    <a:pt x="19280" y="125816"/>
                    <a:pt x="20000" y="125400"/>
                  </a:cubicBezTo>
                  <a:lnTo>
                    <a:pt x="20000" y="20000"/>
                  </a:lnTo>
                  <a:cubicBezTo>
                    <a:pt x="20000" y="19581"/>
                    <a:pt x="20013" y="19162"/>
                    <a:pt x="20039" y="18744"/>
                  </a:cubicBezTo>
                  <a:cubicBezTo>
                    <a:pt x="20066" y="18326"/>
                    <a:pt x="20105" y="17909"/>
                    <a:pt x="20158" y="17493"/>
                  </a:cubicBezTo>
                  <a:cubicBezTo>
                    <a:pt x="20210" y="17078"/>
                    <a:pt x="20276" y="16664"/>
                    <a:pt x="20354" y="16252"/>
                  </a:cubicBezTo>
                  <a:cubicBezTo>
                    <a:pt x="20433" y="15841"/>
                    <a:pt x="20524" y="15432"/>
                    <a:pt x="20628" y="15026"/>
                  </a:cubicBezTo>
                  <a:cubicBezTo>
                    <a:pt x="20733" y="14620"/>
                    <a:pt x="20849" y="14218"/>
                    <a:pt x="20979" y="13820"/>
                  </a:cubicBezTo>
                  <a:cubicBezTo>
                    <a:pt x="21108" y="13421"/>
                    <a:pt x="21250" y="13027"/>
                    <a:pt x="21404" y="12638"/>
                  </a:cubicBezTo>
                  <a:cubicBezTo>
                    <a:pt x="21559" y="12248"/>
                    <a:pt x="21725" y="11863"/>
                    <a:pt x="21903" y="11484"/>
                  </a:cubicBezTo>
                  <a:cubicBezTo>
                    <a:pt x="22082" y="11105"/>
                    <a:pt x="22272" y="10732"/>
                    <a:pt x="22474" y="10365"/>
                  </a:cubicBezTo>
                  <a:cubicBezTo>
                    <a:pt x="22676" y="9998"/>
                    <a:pt x="22889" y="9637"/>
                    <a:pt x="23113" y="9283"/>
                  </a:cubicBezTo>
                  <a:cubicBezTo>
                    <a:pt x="23338" y="8930"/>
                    <a:pt x="23573" y="8583"/>
                    <a:pt x="23820" y="8244"/>
                  </a:cubicBezTo>
                  <a:cubicBezTo>
                    <a:pt x="24066" y="7905"/>
                    <a:pt x="24323" y="7574"/>
                    <a:pt x="24590" y="7252"/>
                  </a:cubicBezTo>
                  <a:cubicBezTo>
                    <a:pt x="24857" y="6929"/>
                    <a:pt x="25134" y="6614"/>
                    <a:pt x="25421" y="6309"/>
                  </a:cubicBezTo>
                  <a:cubicBezTo>
                    <a:pt x="25707" y="6004"/>
                    <a:pt x="26004" y="5707"/>
                    <a:pt x="26309" y="5421"/>
                  </a:cubicBezTo>
                  <a:cubicBezTo>
                    <a:pt x="26614" y="5134"/>
                    <a:pt x="26929" y="4857"/>
                    <a:pt x="27252" y="4590"/>
                  </a:cubicBezTo>
                  <a:cubicBezTo>
                    <a:pt x="27574" y="4323"/>
                    <a:pt x="27905" y="4066"/>
                    <a:pt x="28244" y="3820"/>
                  </a:cubicBezTo>
                  <a:cubicBezTo>
                    <a:pt x="28583" y="3573"/>
                    <a:pt x="28930" y="3338"/>
                    <a:pt x="29283" y="3113"/>
                  </a:cubicBezTo>
                  <a:cubicBezTo>
                    <a:pt x="29637" y="2889"/>
                    <a:pt x="29998" y="2676"/>
                    <a:pt x="30365" y="2474"/>
                  </a:cubicBezTo>
                  <a:cubicBezTo>
                    <a:pt x="30732" y="2272"/>
                    <a:pt x="31105" y="2082"/>
                    <a:pt x="31484" y="1903"/>
                  </a:cubicBezTo>
                  <a:cubicBezTo>
                    <a:pt x="31863" y="1725"/>
                    <a:pt x="32248" y="1559"/>
                    <a:pt x="32638" y="1404"/>
                  </a:cubicBezTo>
                  <a:cubicBezTo>
                    <a:pt x="33027" y="1250"/>
                    <a:pt x="33421" y="1108"/>
                    <a:pt x="33820" y="979"/>
                  </a:cubicBezTo>
                  <a:cubicBezTo>
                    <a:pt x="34218" y="849"/>
                    <a:pt x="34620" y="733"/>
                    <a:pt x="35026" y="628"/>
                  </a:cubicBezTo>
                  <a:cubicBezTo>
                    <a:pt x="35432" y="524"/>
                    <a:pt x="35841" y="433"/>
                    <a:pt x="36252" y="354"/>
                  </a:cubicBezTo>
                  <a:cubicBezTo>
                    <a:pt x="36664" y="276"/>
                    <a:pt x="37078" y="210"/>
                    <a:pt x="37493" y="158"/>
                  </a:cubicBezTo>
                  <a:cubicBezTo>
                    <a:pt x="37909" y="105"/>
                    <a:pt x="38326" y="66"/>
                    <a:pt x="38744" y="39"/>
                  </a:cubicBezTo>
                  <a:cubicBezTo>
                    <a:pt x="39162" y="13"/>
                    <a:pt x="39581" y="0"/>
                    <a:pt x="40000" y="0"/>
                  </a:cubicBezTo>
                  <a:cubicBezTo>
                    <a:pt x="40419" y="0"/>
                    <a:pt x="40838" y="13"/>
                    <a:pt x="41256" y="39"/>
                  </a:cubicBezTo>
                  <a:cubicBezTo>
                    <a:pt x="41674" y="66"/>
                    <a:pt x="42091" y="105"/>
                    <a:pt x="42507" y="158"/>
                  </a:cubicBezTo>
                  <a:cubicBezTo>
                    <a:pt x="42922" y="210"/>
                    <a:pt x="43336" y="276"/>
                    <a:pt x="43748" y="354"/>
                  </a:cubicBezTo>
                  <a:cubicBezTo>
                    <a:pt x="44159" y="433"/>
                    <a:pt x="44568" y="524"/>
                    <a:pt x="44974" y="628"/>
                  </a:cubicBezTo>
                  <a:cubicBezTo>
                    <a:pt x="45380" y="733"/>
                    <a:pt x="45782" y="849"/>
                    <a:pt x="46180" y="979"/>
                  </a:cubicBezTo>
                  <a:cubicBezTo>
                    <a:pt x="46579" y="1108"/>
                    <a:pt x="46973" y="1250"/>
                    <a:pt x="47362" y="1404"/>
                  </a:cubicBezTo>
                  <a:cubicBezTo>
                    <a:pt x="47752" y="1559"/>
                    <a:pt x="48137" y="1725"/>
                    <a:pt x="48516" y="1903"/>
                  </a:cubicBezTo>
                  <a:cubicBezTo>
                    <a:pt x="48895" y="2082"/>
                    <a:pt x="49268" y="2272"/>
                    <a:pt x="49635" y="2474"/>
                  </a:cubicBezTo>
                  <a:cubicBezTo>
                    <a:pt x="50002" y="2676"/>
                    <a:pt x="50363" y="2889"/>
                    <a:pt x="50717" y="3113"/>
                  </a:cubicBezTo>
                  <a:cubicBezTo>
                    <a:pt x="51070" y="3338"/>
                    <a:pt x="51417" y="3573"/>
                    <a:pt x="51756" y="3820"/>
                  </a:cubicBezTo>
                  <a:cubicBezTo>
                    <a:pt x="52095" y="4066"/>
                    <a:pt x="52426" y="4323"/>
                    <a:pt x="52748" y="4590"/>
                  </a:cubicBezTo>
                  <a:cubicBezTo>
                    <a:pt x="53071" y="4857"/>
                    <a:pt x="53386" y="5134"/>
                    <a:pt x="53691" y="5421"/>
                  </a:cubicBezTo>
                  <a:cubicBezTo>
                    <a:pt x="53996" y="5707"/>
                    <a:pt x="54293" y="6004"/>
                    <a:pt x="54579" y="6309"/>
                  </a:cubicBezTo>
                  <a:cubicBezTo>
                    <a:pt x="54866" y="6614"/>
                    <a:pt x="55143" y="6929"/>
                    <a:pt x="55410" y="7252"/>
                  </a:cubicBezTo>
                  <a:cubicBezTo>
                    <a:pt x="55677" y="7574"/>
                    <a:pt x="55934" y="7905"/>
                    <a:pt x="56180" y="8244"/>
                  </a:cubicBezTo>
                  <a:cubicBezTo>
                    <a:pt x="56427" y="8583"/>
                    <a:pt x="56662" y="8930"/>
                    <a:pt x="56887" y="9283"/>
                  </a:cubicBezTo>
                  <a:cubicBezTo>
                    <a:pt x="57111" y="9637"/>
                    <a:pt x="57324" y="9998"/>
                    <a:pt x="57526" y="10365"/>
                  </a:cubicBezTo>
                  <a:cubicBezTo>
                    <a:pt x="57728" y="10732"/>
                    <a:pt x="57918" y="11105"/>
                    <a:pt x="58097" y="11484"/>
                  </a:cubicBezTo>
                  <a:cubicBezTo>
                    <a:pt x="58275" y="11863"/>
                    <a:pt x="58441" y="12248"/>
                    <a:pt x="58596" y="12638"/>
                  </a:cubicBezTo>
                  <a:cubicBezTo>
                    <a:pt x="58750" y="13027"/>
                    <a:pt x="58892" y="13421"/>
                    <a:pt x="59021" y="13820"/>
                  </a:cubicBezTo>
                  <a:cubicBezTo>
                    <a:pt x="59151" y="14218"/>
                    <a:pt x="59267" y="14620"/>
                    <a:pt x="59372" y="15026"/>
                  </a:cubicBezTo>
                  <a:cubicBezTo>
                    <a:pt x="59476" y="15432"/>
                    <a:pt x="59567" y="15841"/>
                    <a:pt x="59646" y="16252"/>
                  </a:cubicBezTo>
                  <a:cubicBezTo>
                    <a:pt x="59724" y="16664"/>
                    <a:pt x="59790" y="17078"/>
                    <a:pt x="59842" y="17493"/>
                  </a:cubicBezTo>
                  <a:cubicBezTo>
                    <a:pt x="59895" y="17909"/>
                    <a:pt x="59934" y="18326"/>
                    <a:pt x="59961" y="18744"/>
                  </a:cubicBezTo>
                  <a:cubicBezTo>
                    <a:pt x="59987" y="19162"/>
                    <a:pt x="60000" y="19581"/>
                    <a:pt x="6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" name="probe-lucide-thermometer-sun-part-5"/>
            <p:cNvSpPr/>
            <p:nvPr/>
          </p:nvSpPr>
          <p:spPr>
            <a:xfrm>
              <a:off x="49300" y="493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0" y="0"/>
                  </a:moveTo>
                  <a:lnTo>
                    <a:pt x="1410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1" name="probe-lucide-thermometer-sun-part-6"/>
            <p:cNvSpPr/>
            <p:nvPr/>
          </p:nvSpPr>
          <p:spPr>
            <a:xfrm>
              <a:off x="49300" y="176600"/>
              <a:ext cx="14100" cy="14100"/>
            </a:xfrm>
            <a:custGeom>
              <a:avLst/>
              <a:gdLst/>
              <a:ahLst/>
              <a:cxnLst/>
              <a:rect l="0" t="0" r="r" b="b"/>
              <a:pathLst>
                <a:path w="14100" h="14100">
                  <a:moveTo>
                    <a:pt x="14100" y="0"/>
                  </a:moveTo>
                  <a:lnTo>
                    <a:pt x="0" y="141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2" name="probe-lucide-utility-pole" descr="utility-pole — Lucide Icons and Contributors; preserve the bundled full upstream license. Source: https://github.com/lucide-icons/lucide/blob/20aef31db93fe4d9f398dbb15b120d99c48eef95/icons/utility-pole.svg; SVG SHA256: 073989984cd3bf7498c7d1bd1ce6d67237a31fab9123cbf1b1837ca1d4d4d160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63" name="probe-lucide-utility-pole-part-1"/>
            <p:cNvSpPr/>
            <p:nvPr/>
          </p:nvSpPr>
          <p:spPr>
            <a:xfrm>
              <a:off x="120000" y="20000"/>
              <a:ext cx="10" cy="200000"/>
            </a:xfrm>
            <a:custGeom>
              <a:avLst/>
              <a:gdLst/>
              <a:ahLst/>
              <a:cxnLst/>
              <a:rect l="0" t="0" r="r" b="b"/>
              <a:pathLst>
                <a:path w="10" h="200000">
                  <a:moveTo>
                    <a:pt x="0" y="0"/>
                  </a:moveTo>
                  <a:lnTo>
                    <a:pt x="0" y="2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" name="probe-lucide-utility-pole-part-2"/>
            <p:cNvSpPr/>
            <p:nvPr/>
          </p:nvSpPr>
          <p:spPr>
            <a:xfrm>
              <a:off x="20000" y="50000"/>
              <a:ext cx="200000" cy="10"/>
            </a:xfrm>
            <a:custGeom>
              <a:avLst/>
              <a:gdLst/>
              <a:ahLst/>
              <a:cxnLst/>
              <a:rect l="0" t="0" r="r" b="b"/>
              <a:pathLst>
                <a:path w="200000" h="10">
                  <a:moveTo>
                    <a:pt x="0" y="0"/>
                  </a:moveTo>
                  <a:lnTo>
                    <a:pt x="20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5" name="probe-lucide-utility-pole-part-3"/>
            <p:cNvSpPr/>
            <p:nvPr/>
          </p:nvSpPr>
          <p:spPr>
            <a:xfrm>
              <a:off x="30000" y="3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6" name="probe-lucide-utility-pole-part-4"/>
            <p:cNvSpPr/>
            <p:nvPr/>
          </p:nvSpPr>
          <p:spPr>
            <a:xfrm>
              <a:off x="70000" y="3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utility-pole-part-5"/>
            <p:cNvSpPr/>
            <p:nvPr/>
          </p:nvSpPr>
          <p:spPr>
            <a:xfrm>
              <a:off x="170000" y="3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utility-pole-part-6"/>
            <p:cNvSpPr/>
            <p:nvPr/>
          </p:nvSpPr>
          <p:spPr>
            <a:xfrm>
              <a:off x="210000" y="30000"/>
              <a:ext cx="10" cy="20000"/>
            </a:xfrm>
            <a:custGeom>
              <a:avLst/>
              <a:gdLst/>
              <a:ahLst/>
              <a:cxnLst/>
              <a:rect l="0" t="0" r="r" b="b"/>
              <a:pathLst>
                <a:path w="10" h="20000">
                  <a:moveTo>
                    <a:pt x="0" y="0"/>
                  </a:moveTo>
                  <a:lnTo>
                    <a:pt x="0" y="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9" name="probe-lucide-utility-pole-part-7"/>
            <p:cNvSpPr/>
            <p:nvPr/>
          </p:nvSpPr>
          <p:spPr>
            <a:xfrm>
              <a:off x="50000" y="50000"/>
              <a:ext cx="140000" cy="70000"/>
            </a:xfrm>
            <a:custGeom>
              <a:avLst/>
              <a:gdLst/>
              <a:ahLst/>
              <a:cxnLst/>
              <a:rect l="0" t="0" r="r" b="b"/>
              <a:pathLst>
                <a:path w="140000" h="70000">
                  <a:moveTo>
                    <a:pt x="140000" y="0"/>
                  </a:moveTo>
                  <a:lnTo>
                    <a:pt x="70000" y="70000"/>
                  </a:ln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0" name="probe-lucide-waves-horizontal" descr="waves-horizontal — Lucide Icons and Contributors; preserve the bundled full upstream license. Source: https://github.com/lucide-icons/lucide/blob/20aef31db93fe4d9f398dbb15b120d99c48eef95/icons/waves-horizontal.svg; SVG SHA256: b31f6534ef601e7c138922e99b0557ae61db7e5704c1a05806ecb78b2eaad443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71" name="probe-lucide-waves-horizontal-part-1"/>
            <p:cNvSpPr/>
            <p:nvPr/>
          </p:nvSpPr>
          <p:spPr>
            <a:xfrm>
              <a:off x="20000" y="110000"/>
              <a:ext cx="200000" cy="20000"/>
            </a:xfrm>
            <a:custGeom>
              <a:avLst/>
              <a:gdLst/>
              <a:ahLst/>
              <a:cxnLst/>
              <a:rect l="0" t="0" r="r" b="b"/>
              <a:pathLst>
                <a:path w="200000" h="20000">
                  <a:moveTo>
                    <a:pt x="0" y="10000"/>
                  </a:moveTo>
                  <a:quadBezTo>
                    <a:pt x="25000" y="30000"/>
                    <a:pt x="50000" y="10000"/>
                  </a:quadBezTo>
                  <a:quadBezTo>
                    <a:pt x="75000" y="-10000"/>
                    <a:pt x="100000" y="10000"/>
                  </a:quadBezTo>
                  <a:quadBezTo>
                    <a:pt x="125000" y="30000"/>
                    <a:pt x="150000" y="10000"/>
                  </a:quadBezTo>
                  <a:quadBezTo>
                    <a:pt x="175000" y="-10000"/>
                    <a:pt x="200000" y="10000"/>
                  </a:quad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waves-horizontal-part-2"/>
            <p:cNvSpPr/>
            <p:nvPr/>
          </p:nvSpPr>
          <p:spPr>
            <a:xfrm>
              <a:off x="20000" y="180000"/>
              <a:ext cx="200000" cy="20000"/>
            </a:xfrm>
            <a:custGeom>
              <a:avLst/>
              <a:gdLst/>
              <a:ahLst/>
              <a:cxnLst/>
              <a:rect l="0" t="0" r="r" b="b"/>
              <a:pathLst>
                <a:path w="200000" h="20000">
                  <a:moveTo>
                    <a:pt x="0" y="10000"/>
                  </a:moveTo>
                  <a:quadBezTo>
                    <a:pt x="25000" y="30000"/>
                    <a:pt x="50000" y="10000"/>
                  </a:quadBezTo>
                  <a:quadBezTo>
                    <a:pt x="75000" y="-10000"/>
                    <a:pt x="100000" y="10000"/>
                  </a:quadBezTo>
                  <a:quadBezTo>
                    <a:pt x="125000" y="30000"/>
                    <a:pt x="150000" y="10000"/>
                  </a:quadBezTo>
                  <a:quadBezTo>
                    <a:pt x="175000" y="-10000"/>
                    <a:pt x="200000" y="10000"/>
                  </a:quad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3" name="probe-lucide-waves-horizontal-part-3"/>
            <p:cNvSpPr/>
            <p:nvPr/>
          </p:nvSpPr>
          <p:spPr>
            <a:xfrm>
              <a:off x="20000" y="40000"/>
              <a:ext cx="200000" cy="20000"/>
            </a:xfrm>
            <a:custGeom>
              <a:avLst/>
              <a:gdLst/>
              <a:ahLst/>
              <a:cxnLst/>
              <a:rect l="0" t="0" r="r" b="b"/>
              <a:pathLst>
                <a:path w="200000" h="20000">
                  <a:moveTo>
                    <a:pt x="0" y="10000"/>
                  </a:moveTo>
                  <a:quadBezTo>
                    <a:pt x="25000" y="30000"/>
                    <a:pt x="50000" y="10000"/>
                  </a:quadBezTo>
                  <a:quadBezTo>
                    <a:pt x="75000" y="-10000"/>
                    <a:pt x="100000" y="10000"/>
                  </a:quadBezTo>
                  <a:quadBezTo>
                    <a:pt x="125000" y="30000"/>
                    <a:pt x="150000" y="10000"/>
                  </a:quadBezTo>
                  <a:quadBezTo>
                    <a:pt x="175000" y="-10000"/>
                    <a:pt x="200000" y="10000"/>
                  </a:quad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4" name="probe-lucide-wind" descr="wind — Lucide Icons and Contributors; preserve the bundled full upstream license. Source: https://github.com/lucide-icons/lucide/blob/20aef31db93fe4d9f398dbb15b120d99c48eef95/icons/wind.svg; SVG SHA256: eb35f6f00125b779a993c21ee761432faf8fc3210272c94448f63e2196d419b7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75" name="probe-lucide-wind-part-1"/>
            <p:cNvSpPr/>
            <p:nvPr/>
          </p:nvSpPr>
          <p:spPr>
            <a:xfrm>
              <a:off x="20000" y="160000"/>
              <a:ext cx="140000" cy="40000"/>
            </a:xfrm>
            <a:custGeom>
              <a:avLst/>
              <a:gdLst/>
              <a:ahLst/>
              <a:cxnLst/>
              <a:rect l="0" t="0" r="r" b="b"/>
              <a:pathLst>
                <a:path w="140000" h="40000">
                  <a:moveTo>
                    <a:pt x="108000" y="36000"/>
                  </a:moveTo>
                  <a:cubicBezTo>
                    <a:pt x="108331" y="36248"/>
                    <a:pt x="108670" y="36486"/>
                    <a:pt x="109015" y="36713"/>
                  </a:cubicBezTo>
                  <a:cubicBezTo>
                    <a:pt x="109361" y="36941"/>
                    <a:pt x="109714" y="37157"/>
                    <a:pt x="110073" y="37362"/>
                  </a:cubicBezTo>
                  <a:cubicBezTo>
                    <a:pt x="110432" y="37568"/>
                    <a:pt x="110797" y="37762"/>
                    <a:pt x="111169" y="37945"/>
                  </a:cubicBezTo>
                  <a:cubicBezTo>
                    <a:pt x="111540" y="38127"/>
                    <a:pt x="111917" y="38298"/>
                    <a:pt x="112298" y="38458"/>
                  </a:cubicBezTo>
                  <a:cubicBezTo>
                    <a:pt x="112680" y="38617"/>
                    <a:pt x="113067" y="38764"/>
                    <a:pt x="113458" y="38900"/>
                  </a:cubicBezTo>
                  <a:cubicBezTo>
                    <a:pt x="113849" y="39035"/>
                    <a:pt x="114244" y="39158"/>
                    <a:pt x="114642" y="39269"/>
                  </a:cubicBezTo>
                  <a:cubicBezTo>
                    <a:pt x="115041" y="39380"/>
                    <a:pt x="115443" y="39478"/>
                    <a:pt x="115848" y="39564"/>
                  </a:cubicBezTo>
                  <a:cubicBezTo>
                    <a:pt x="116252" y="39650"/>
                    <a:pt x="116659" y="39723"/>
                    <a:pt x="117069" y="39784"/>
                  </a:cubicBezTo>
                  <a:cubicBezTo>
                    <a:pt x="117478" y="39845"/>
                    <a:pt x="117889" y="39893"/>
                    <a:pt x="118301" y="39928"/>
                  </a:cubicBezTo>
                  <a:cubicBezTo>
                    <a:pt x="118713" y="39963"/>
                    <a:pt x="119127" y="39985"/>
                    <a:pt x="119540" y="39995"/>
                  </a:cubicBezTo>
                  <a:cubicBezTo>
                    <a:pt x="119954" y="40004"/>
                    <a:pt x="120368" y="40001"/>
                    <a:pt x="120781" y="39985"/>
                  </a:cubicBezTo>
                  <a:cubicBezTo>
                    <a:pt x="121194" y="39969"/>
                    <a:pt x="121607" y="39940"/>
                    <a:pt x="122019" y="39898"/>
                  </a:cubicBezTo>
                  <a:cubicBezTo>
                    <a:pt x="122430" y="39856"/>
                    <a:pt x="122840" y="39802"/>
                    <a:pt x="123249" y="39734"/>
                  </a:cubicBezTo>
                  <a:cubicBezTo>
                    <a:pt x="123657" y="39667"/>
                    <a:pt x="124063" y="39587"/>
                    <a:pt x="124466" y="39495"/>
                  </a:cubicBezTo>
                  <a:cubicBezTo>
                    <a:pt x="124869" y="39403"/>
                    <a:pt x="125270" y="39298"/>
                    <a:pt x="125667" y="39180"/>
                  </a:cubicBezTo>
                  <a:cubicBezTo>
                    <a:pt x="126063" y="39063"/>
                    <a:pt x="126456" y="38934"/>
                    <a:pt x="126845" y="38792"/>
                  </a:cubicBezTo>
                  <a:cubicBezTo>
                    <a:pt x="127234" y="38651"/>
                    <a:pt x="127618" y="38497"/>
                    <a:pt x="127997" y="38332"/>
                  </a:cubicBezTo>
                  <a:cubicBezTo>
                    <a:pt x="128376" y="38166"/>
                    <a:pt x="128750" y="37989"/>
                    <a:pt x="129119" y="37800"/>
                  </a:cubicBezTo>
                  <a:cubicBezTo>
                    <a:pt x="129487" y="37612"/>
                    <a:pt x="129849" y="37412"/>
                    <a:pt x="130205" y="37201"/>
                  </a:cubicBezTo>
                  <a:cubicBezTo>
                    <a:pt x="130561" y="36990"/>
                    <a:pt x="130910" y="36767"/>
                    <a:pt x="131252" y="36535"/>
                  </a:cubicBezTo>
                  <a:cubicBezTo>
                    <a:pt x="131594" y="36302"/>
                    <a:pt x="131929" y="36059"/>
                    <a:pt x="132255" y="35805"/>
                  </a:cubicBezTo>
                  <a:cubicBezTo>
                    <a:pt x="132582" y="35552"/>
                    <a:pt x="132901" y="35288"/>
                    <a:pt x="133212" y="35015"/>
                  </a:cubicBezTo>
                  <a:cubicBezTo>
                    <a:pt x="133523" y="34742"/>
                    <a:pt x="133825" y="34459"/>
                    <a:pt x="134118" y="34167"/>
                  </a:cubicBezTo>
                  <a:cubicBezTo>
                    <a:pt x="134411" y="33875"/>
                    <a:pt x="134695" y="33574"/>
                    <a:pt x="134969" y="33264"/>
                  </a:cubicBezTo>
                  <a:cubicBezTo>
                    <a:pt x="135243" y="32954"/>
                    <a:pt x="135508" y="32636"/>
                    <a:pt x="135763" y="32310"/>
                  </a:cubicBezTo>
                  <a:cubicBezTo>
                    <a:pt x="136017" y="31984"/>
                    <a:pt x="136262" y="31650"/>
                    <a:pt x="136496" y="31309"/>
                  </a:cubicBezTo>
                  <a:cubicBezTo>
                    <a:pt x="136730" y="30968"/>
                    <a:pt x="136953" y="30619"/>
                    <a:pt x="137165" y="30264"/>
                  </a:cubicBezTo>
                  <a:cubicBezTo>
                    <a:pt x="137378" y="29909"/>
                    <a:pt x="137579" y="29548"/>
                    <a:pt x="137769" y="29180"/>
                  </a:cubicBezTo>
                  <a:cubicBezTo>
                    <a:pt x="137959" y="28813"/>
                    <a:pt x="138137" y="28439"/>
                    <a:pt x="138304" y="28061"/>
                  </a:cubicBezTo>
                  <a:cubicBezTo>
                    <a:pt x="138470" y="27682"/>
                    <a:pt x="138625" y="27298"/>
                    <a:pt x="138768" y="26910"/>
                  </a:cubicBezTo>
                  <a:cubicBezTo>
                    <a:pt x="138911" y="26522"/>
                    <a:pt x="139042" y="26129"/>
                    <a:pt x="139161" y="25733"/>
                  </a:cubicBezTo>
                  <a:cubicBezTo>
                    <a:pt x="139279" y="25337"/>
                    <a:pt x="139386" y="24937"/>
                    <a:pt x="139479" y="24534"/>
                  </a:cubicBezTo>
                  <a:cubicBezTo>
                    <a:pt x="139573" y="24131"/>
                    <a:pt x="139654" y="23725"/>
                    <a:pt x="139723" y="23317"/>
                  </a:cubicBezTo>
                  <a:cubicBezTo>
                    <a:pt x="139792" y="22909"/>
                    <a:pt x="139848" y="22499"/>
                    <a:pt x="139891" y="22088"/>
                  </a:cubicBezTo>
                  <a:cubicBezTo>
                    <a:pt x="139934" y="21676"/>
                    <a:pt x="139964" y="21264"/>
                    <a:pt x="139982" y="20850"/>
                  </a:cubicBezTo>
                  <a:cubicBezTo>
                    <a:pt x="140000" y="20437"/>
                    <a:pt x="140004" y="20023"/>
                    <a:pt x="139996" y="19609"/>
                  </a:cubicBezTo>
                  <a:cubicBezTo>
                    <a:pt x="139988" y="19196"/>
                    <a:pt x="139967" y="18783"/>
                    <a:pt x="139933" y="18370"/>
                  </a:cubicBezTo>
                  <a:cubicBezTo>
                    <a:pt x="139900" y="17958"/>
                    <a:pt x="139853" y="17547"/>
                    <a:pt x="139794" y="17137"/>
                  </a:cubicBezTo>
                  <a:cubicBezTo>
                    <a:pt x="139735" y="16728"/>
                    <a:pt x="139663" y="16320"/>
                    <a:pt x="139578" y="15915"/>
                  </a:cubicBezTo>
                  <a:cubicBezTo>
                    <a:pt x="139494" y="15510"/>
                    <a:pt x="139397" y="15108"/>
                    <a:pt x="139287" y="14709"/>
                  </a:cubicBezTo>
                  <a:cubicBezTo>
                    <a:pt x="139178" y="14310"/>
                    <a:pt x="139056" y="13915"/>
                    <a:pt x="138922" y="13523"/>
                  </a:cubicBezTo>
                  <a:cubicBezTo>
                    <a:pt x="138788" y="13132"/>
                    <a:pt x="138642" y="12745"/>
                    <a:pt x="138484" y="12362"/>
                  </a:cubicBezTo>
                  <a:cubicBezTo>
                    <a:pt x="138326" y="11980"/>
                    <a:pt x="138156" y="11603"/>
                    <a:pt x="137975" y="11231"/>
                  </a:cubicBezTo>
                  <a:cubicBezTo>
                    <a:pt x="137794" y="10859"/>
                    <a:pt x="137601" y="10493"/>
                    <a:pt x="137397" y="10133"/>
                  </a:cubicBezTo>
                  <a:cubicBezTo>
                    <a:pt x="137193" y="9773"/>
                    <a:pt x="136977" y="9420"/>
                    <a:pt x="136751" y="9073"/>
                  </a:cubicBezTo>
                  <a:cubicBezTo>
                    <a:pt x="136525" y="8727"/>
                    <a:pt x="136289" y="8387"/>
                    <a:pt x="136041" y="8056"/>
                  </a:cubicBezTo>
                  <a:cubicBezTo>
                    <a:pt x="135794" y="7724"/>
                    <a:pt x="135537" y="7400"/>
                    <a:pt x="135270" y="7084"/>
                  </a:cubicBezTo>
                  <a:cubicBezTo>
                    <a:pt x="135003" y="6768"/>
                    <a:pt x="134726" y="6460"/>
                    <a:pt x="134440" y="6162"/>
                  </a:cubicBezTo>
                  <a:cubicBezTo>
                    <a:pt x="134153" y="5863"/>
                    <a:pt x="133858" y="5573"/>
                    <a:pt x="133554" y="5293"/>
                  </a:cubicBezTo>
                  <a:cubicBezTo>
                    <a:pt x="133249" y="5013"/>
                    <a:pt x="132937" y="4742"/>
                    <a:pt x="132616" y="4481"/>
                  </a:cubicBezTo>
                  <a:cubicBezTo>
                    <a:pt x="132295" y="4220"/>
                    <a:pt x="131966" y="3969"/>
                    <a:pt x="131629" y="3728"/>
                  </a:cubicBezTo>
                  <a:cubicBezTo>
                    <a:pt x="131292" y="3488"/>
                    <a:pt x="130948" y="3258"/>
                    <a:pt x="130598" y="3039"/>
                  </a:cubicBezTo>
                  <a:cubicBezTo>
                    <a:pt x="130247" y="2819"/>
                    <a:pt x="129889" y="2611"/>
                    <a:pt x="129525" y="2414"/>
                  </a:cubicBezTo>
                  <a:cubicBezTo>
                    <a:pt x="129162" y="2217"/>
                    <a:pt x="128792" y="2031"/>
                    <a:pt x="128417" y="1857"/>
                  </a:cubicBezTo>
                  <a:cubicBezTo>
                    <a:pt x="128041" y="1683"/>
                    <a:pt x="127661" y="1521"/>
                    <a:pt x="127275" y="1370"/>
                  </a:cubicBezTo>
                  <a:cubicBezTo>
                    <a:pt x="126890" y="1220"/>
                    <a:pt x="126500" y="1081"/>
                    <a:pt x="126106" y="955"/>
                  </a:cubicBezTo>
                  <a:cubicBezTo>
                    <a:pt x="125712" y="829"/>
                    <a:pt x="125314" y="715"/>
                    <a:pt x="124913" y="613"/>
                  </a:cubicBezTo>
                  <a:cubicBezTo>
                    <a:pt x="124512" y="511"/>
                    <a:pt x="124108" y="422"/>
                    <a:pt x="123702" y="346"/>
                  </a:cubicBezTo>
                  <a:cubicBezTo>
                    <a:pt x="123295" y="269"/>
                    <a:pt x="122886" y="205"/>
                    <a:pt x="122476" y="154"/>
                  </a:cubicBezTo>
                  <a:cubicBezTo>
                    <a:pt x="122065" y="103"/>
                    <a:pt x="121653" y="64"/>
                    <a:pt x="121240" y="38"/>
                  </a:cubicBezTo>
                  <a:cubicBezTo>
                    <a:pt x="120827" y="13"/>
                    <a:pt x="120414" y="0"/>
                    <a:pt x="120000" y="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6" name="probe-lucide-wind-part-2"/>
            <p:cNvSpPr/>
            <p:nvPr/>
          </p:nvSpPr>
          <p:spPr>
            <a:xfrm>
              <a:off x="20000" y="70000"/>
              <a:ext cx="200000" cy="50000"/>
            </a:xfrm>
            <a:custGeom>
              <a:avLst/>
              <a:gdLst/>
              <a:ahLst/>
              <a:cxnLst/>
              <a:rect l="0" t="0" r="r" b="b"/>
              <a:pathLst>
                <a:path w="200000" h="50000">
                  <a:moveTo>
                    <a:pt x="155000" y="10000"/>
                  </a:moveTo>
                  <a:cubicBezTo>
                    <a:pt x="155313" y="9583"/>
                    <a:pt x="155639" y="9175"/>
                    <a:pt x="155978" y="8778"/>
                  </a:cubicBezTo>
                  <a:cubicBezTo>
                    <a:pt x="156316" y="8381"/>
                    <a:pt x="156667" y="7995"/>
                    <a:pt x="157030" y="7620"/>
                  </a:cubicBezTo>
                  <a:cubicBezTo>
                    <a:pt x="157392" y="7245"/>
                    <a:pt x="157767" y="6881"/>
                    <a:pt x="158152" y="6530"/>
                  </a:cubicBezTo>
                  <a:cubicBezTo>
                    <a:pt x="158537" y="6178"/>
                    <a:pt x="158934" y="5839"/>
                    <a:pt x="159340" y="5512"/>
                  </a:cubicBezTo>
                  <a:cubicBezTo>
                    <a:pt x="159747" y="5185"/>
                    <a:pt x="160164" y="4871"/>
                    <a:pt x="160590" y="4571"/>
                  </a:cubicBezTo>
                  <a:cubicBezTo>
                    <a:pt x="161017" y="4270"/>
                    <a:pt x="161452" y="3983"/>
                    <a:pt x="161896" y="3709"/>
                  </a:cubicBezTo>
                  <a:cubicBezTo>
                    <a:pt x="162341" y="3436"/>
                    <a:pt x="162794" y="3176"/>
                    <a:pt x="163254" y="2931"/>
                  </a:cubicBezTo>
                  <a:cubicBezTo>
                    <a:pt x="163715" y="2686"/>
                    <a:pt x="164183" y="2455"/>
                    <a:pt x="164658" y="2240"/>
                  </a:cubicBezTo>
                  <a:cubicBezTo>
                    <a:pt x="165133" y="2024"/>
                    <a:pt x="165614" y="1823"/>
                    <a:pt x="166102" y="1637"/>
                  </a:cubicBezTo>
                  <a:cubicBezTo>
                    <a:pt x="166589" y="1452"/>
                    <a:pt x="167082" y="1281"/>
                    <a:pt x="167581" y="1126"/>
                  </a:cubicBezTo>
                  <a:cubicBezTo>
                    <a:pt x="168079" y="971"/>
                    <a:pt x="168582" y="832"/>
                    <a:pt x="169089" y="709"/>
                  </a:cubicBezTo>
                  <a:cubicBezTo>
                    <a:pt x="169596" y="586"/>
                    <a:pt x="170106" y="478"/>
                    <a:pt x="170620" y="387"/>
                  </a:cubicBezTo>
                  <a:cubicBezTo>
                    <a:pt x="171133" y="295"/>
                    <a:pt x="171650" y="220"/>
                    <a:pt x="172168" y="161"/>
                  </a:cubicBezTo>
                  <a:cubicBezTo>
                    <a:pt x="172686" y="102"/>
                    <a:pt x="173207" y="59"/>
                    <a:pt x="173728" y="32"/>
                  </a:cubicBezTo>
                  <a:cubicBezTo>
                    <a:pt x="174249" y="6"/>
                    <a:pt x="174770" y="-4"/>
                    <a:pt x="175292" y="2"/>
                  </a:cubicBezTo>
                  <a:cubicBezTo>
                    <a:pt x="175814" y="8"/>
                    <a:pt x="176335" y="30"/>
                    <a:pt x="176855" y="69"/>
                  </a:cubicBezTo>
                  <a:cubicBezTo>
                    <a:pt x="177375" y="108"/>
                    <a:pt x="177894" y="163"/>
                    <a:pt x="178411" y="234"/>
                  </a:cubicBezTo>
                  <a:cubicBezTo>
                    <a:pt x="178928" y="305"/>
                    <a:pt x="179442" y="392"/>
                    <a:pt x="179954" y="496"/>
                  </a:cubicBezTo>
                  <a:cubicBezTo>
                    <a:pt x="180465" y="599"/>
                    <a:pt x="180973" y="718"/>
                    <a:pt x="181477" y="854"/>
                  </a:cubicBezTo>
                  <a:cubicBezTo>
                    <a:pt x="181981" y="989"/>
                    <a:pt x="182480" y="1140"/>
                    <a:pt x="182975" y="1306"/>
                  </a:cubicBezTo>
                  <a:cubicBezTo>
                    <a:pt x="183469" y="1473"/>
                    <a:pt x="183958" y="1654"/>
                    <a:pt x="184442" y="1851"/>
                  </a:cubicBezTo>
                  <a:cubicBezTo>
                    <a:pt x="184925" y="2048"/>
                    <a:pt x="185401" y="2261"/>
                    <a:pt x="185871" y="2487"/>
                  </a:cubicBezTo>
                  <a:cubicBezTo>
                    <a:pt x="186341" y="2714"/>
                    <a:pt x="186804" y="2956"/>
                    <a:pt x="187258" y="3212"/>
                  </a:cubicBezTo>
                  <a:cubicBezTo>
                    <a:pt x="187713" y="3467"/>
                    <a:pt x="188159" y="3737"/>
                    <a:pt x="188597" y="4021"/>
                  </a:cubicBezTo>
                  <a:cubicBezTo>
                    <a:pt x="189035" y="4305"/>
                    <a:pt x="189464" y="4602"/>
                    <a:pt x="189883" y="4913"/>
                  </a:cubicBezTo>
                  <a:cubicBezTo>
                    <a:pt x="190302" y="5223"/>
                    <a:pt x="190711" y="5547"/>
                    <a:pt x="191110" y="5883"/>
                  </a:cubicBezTo>
                  <a:cubicBezTo>
                    <a:pt x="191509" y="6219"/>
                    <a:pt x="191898" y="6568"/>
                    <a:pt x="192275" y="6928"/>
                  </a:cubicBezTo>
                  <a:cubicBezTo>
                    <a:pt x="192652" y="7289"/>
                    <a:pt x="193018" y="7661"/>
                    <a:pt x="193371" y="8044"/>
                  </a:cubicBezTo>
                  <a:cubicBezTo>
                    <a:pt x="193725" y="8428"/>
                    <a:pt x="194067" y="8822"/>
                    <a:pt x="194396" y="9227"/>
                  </a:cubicBezTo>
                  <a:cubicBezTo>
                    <a:pt x="194725" y="9632"/>
                    <a:pt x="195042" y="10047"/>
                    <a:pt x="195345" y="10471"/>
                  </a:cubicBezTo>
                  <a:cubicBezTo>
                    <a:pt x="195648" y="10896"/>
                    <a:pt x="195938" y="11330"/>
                    <a:pt x="196214" y="11772"/>
                  </a:cubicBezTo>
                  <a:cubicBezTo>
                    <a:pt x="196490" y="12215"/>
                    <a:pt x="196752" y="12666"/>
                    <a:pt x="197000" y="13125"/>
                  </a:cubicBezTo>
                  <a:cubicBezTo>
                    <a:pt x="197248" y="13584"/>
                    <a:pt x="197481" y="14051"/>
                    <a:pt x="197700" y="14525"/>
                  </a:cubicBezTo>
                  <a:cubicBezTo>
                    <a:pt x="197918" y="14999"/>
                    <a:pt x="198122" y="15479"/>
                    <a:pt x="198310" y="15965"/>
                  </a:cubicBezTo>
                  <a:cubicBezTo>
                    <a:pt x="198499" y="16452"/>
                    <a:pt x="198672" y="16944"/>
                    <a:pt x="198830" y="17441"/>
                  </a:cubicBezTo>
                  <a:cubicBezTo>
                    <a:pt x="198988" y="17939"/>
                    <a:pt x="199130" y="18441"/>
                    <a:pt x="199256" y="18947"/>
                  </a:cubicBezTo>
                  <a:cubicBezTo>
                    <a:pt x="199382" y="19453"/>
                    <a:pt x="199493" y="19963"/>
                    <a:pt x="199587" y="20476"/>
                  </a:cubicBezTo>
                  <a:cubicBezTo>
                    <a:pt x="199682" y="20989"/>
                    <a:pt x="199760" y="21505"/>
                    <a:pt x="199822" y="22023"/>
                  </a:cubicBezTo>
                  <a:cubicBezTo>
                    <a:pt x="199884" y="22541"/>
                    <a:pt x="199930" y="23061"/>
                    <a:pt x="199960" y="23582"/>
                  </a:cubicBezTo>
                  <a:cubicBezTo>
                    <a:pt x="199989" y="24103"/>
                    <a:pt x="200003" y="24624"/>
                    <a:pt x="200000" y="25146"/>
                  </a:cubicBezTo>
                  <a:cubicBezTo>
                    <a:pt x="199997" y="25668"/>
                    <a:pt x="199977" y="26189"/>
                    <a:pt x="199941" y="26710"/>
                  </a:cubicBezTo>
                  <a:cubicBezTo>
                    <a:pt x="199906" y="27230"/>
                    <a:pt x="199854" y="27749"/>
                    <a:pt x="199786" y="28267"/>
                  </a:cubicBezTo>
                  <a:cubicBezTo>
                    <a:pt x="199718" y="28784"/>
                    <a:pt x="199633" y="29299"/>
                    <a:pt x="199533" y="29811"/>
                  </a:cubicBezTo>
                  <a:cubicBezTo>
                    <a:pt x="199432" y="30323"/>
                    <a:pt x="199316" y="30831"/>
                    <a:pt x="199184" y="31336"/>
                  </a:cubicBezTo>
                  <a:cubicBezTo>
                    <a:pt x="199052" y="31841"/>
                    <a:pt x="198904" y="32341"/>
                    <a:pt x="198740" y="32836"/>
                  </a:cubicBezTo>
                  <a:cubicBezTo>
                    <a:pt x="198577" y="33332"/>
                    <a:pt x="198398" y="33822"/>
                    <a:pt x="198203" y="34306"/>
                  </a:cubicBezTo>
                  <a:cubicBezTo>
                    <a:pt x="198009" y="34790"/>
                    <a:pt x="197800" y="35268"/>
                    <a:pt x="197576" y="35739"/>
                  </a:cubicBezTo>
                  <a:cubicBezTo>
                    <a:pt x="197352" y="36211"/>
                    <a:pt x="197113" y="36675"/>
                    <a:pt x="196860" y="37131"/>
                  </a:cubicBezTo>
                  <a:cubicBezTo>
                    <a:pt x="196607" y="37587"/>
                    <a:pt x="196339" y="38035"/>
                    <a:pt x="196058" y="38474"/>
                  </a:cubicBezTo>
                  <a:cubicBezTo>
                    <a:pt x="195777" y="38914"/>
                    <a:pt x="195482" y="39344"/>
                    <a:pt x="195174" y="39765"/>
                  </a:cubicBezTo>
                  <a:cubicBezTo>
                    <a:pt x="194866" y="40186"/>
                    <a:pt x="194544" y="40598"/>
                    <a:pt x="194211" y="40999"/>
                  </a:cubicBezTo>
                  <a:cubicBezTo>
                    <a:pt x="193877" y="41399"/>
                    <a:pt x="193530" y="41790"/>
                    <a:pt x="193172" y="42169"/>
                  </a:cubicBezTo>
                  <a:cubicBezTo>
                    <a:pt x="192814" y="42548"/>
                    <a:pt x="192444" y="42916"/>
                    <a:pt x="192063" y="43272"/>
                  </a:cubicBezTo>
                  <a:cubicBezTo>
                    <a:pt x="191681" y="43628"/>
                    <a:pt x="191289" y="43972"/>
                    <a:pt x="190886" y="44304"/>
                  </a:cubicBezTo>
                  <a:cubicBezTo>
                    <a:pt x="190483" y="44635"/>
                    <a:pt x="190070" y="44954"/>
                    <a:pt x="189647" y="45260"/>
                  </a:cubicBezTo>
                  <a:cubicBezTo>
                    <a:pt x="189225" y="45565"/>
                    <a:pt x="188792" y="45858"/>
                    <a:pt x="188351" y="46136"/>
                  </a:cubicBezTo>
                  <a:cubicBezTo>
                    <a:pt x="187910" y="46415"/>
                    <a:pt x="187461" y="46680"/>
                    <a:pt x="187003" y="46930"/>
                  </a:cubicBezTo>
                  <a:cubicBezTo>
                    <a:pt x="186545" y="47181"/>
                    <a:pt x="186080" y="47417"/>
                    <a:pt x="185607" y="47638"/>
                  </a:cubicBezTo>
                  <a:cubicBezTo>
                    <a:pt x="185135" y="47859"/>
                    <a:pt x="184656" y="48066"/>
                    <a:pt x="184171" y="48257"/>
                  </a:cubicBezTo>
                  <a:cubicBezTo>
                    <a:pt x="183685" y="48449"/>
                    <a:pt x="183194" y="48625"/>
                    <a:pt x="182698" y="48785"/>
                  </a:cubicBezTo>
                  <a:cubicBezTo>
                    <a:pt x="182201" y="48946"/>
                    <a:pt x="181700" y="49091"/>
                    <a:pt x="181195" y="49220"/>
                  </a:cubicBezTo>
                  <a:cubicBezTo>
                    <a:pt x="180689" y="49350"/>
                    <a:pt x="180180" y="49463"/>
                    <a:pt x="179667" y="49560"/>
                  </a:cubicBezTo>
                  <a:cubicBezTo>
                    <a:pt x="179155" y="49658"/>
                    <a:pt x="178639" y="49739"/>
                    <a:pt x="178122" y="49804"/>
                  </a:cubicBezTo>
                  <a:cubicBezTo>
                    <a:pt x="177604" y="49869"/>
                    <a:pt x="177085" y="49918"/>
                    <a:pt x="176564" y="49951"/>
                  </a:cubicBezTo>
                  <a:cubicBezTo>
                    <a:pt x="176043" y="49984"/>
                    <a:pt x="175522" y="50000"/>
                    <a:pt x="175000" y="50000"/>
                  </a:cubicBez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7" name="probe-lucide-wind-part-3"/>
            <p:cNvSpPr/>
            <p:nvPr/>
          </p:nvSpPr>
          <p:spPr>
            <a:xfrm>
              <a:off x="20000" y="40000"/>
              <a:ext cx="110000" cy="40000"/>
            </a:xfrm>
            <a:custGeom>
              <a:avLst/>
              <a:gdLst/>
              <a:ahLst/>
              <a:cxnLst/>
              <a:rect l="0" t="0" r="r" b="b"/>
              <a:pathLst>
                <a:path w="110000" h="40000">
                  <a:moveTo>
                    <a:pt x="78000" y="4000"/>
                  </a:moveTo>
                  <a:cubicBezTo>
                    <a:pt x="78331" y="3752"/>
                    <a:pt x="78670" y="3514"/>
                    <a:pt x="79015" y="3287"/>
                  </a:cubicBezTo>
                  <a:cubicBezTo>
                    <a:pt x="79361" y="3059"/>
                    <a:pt x="79714" y="2843"/>
                    <a:pt x="80073" y="2638"/>
                  </a:cubicBezTo>
                  <a:cubicBezTo>
                    <a:pt x="80432" y="2432"/>
                    <a:pt x="80797" y="2238"/>
                    <a:pt x="81169" y="2055"/>
                  </a:cubicBezTo>
                  <a:cubicBezTo>
                    <a:pt x="81540" y="1873"/>
                    <a:pt x="81917" y="1702"/>
                    <a:pt x="82298" y="1542"/>
                  </a:cubicBezTo>
                  <a:cubicBezTo>
                    <a:pt x="82680" y="1383"/>
                    <a:pt x="83067" y="1236"/>
                    <a:pt x="83458" y="1100"/>
                  </a:cubicBezTo>
                  <a:cubicBezTo>
                    <a:pt x="83849" y="965"/>
                    <a:pt x="84244" y="842"/>
                    <a:pt x="84642" y="731"/>
                  </a:cubicBezTo>
                  <a:cubicBezTo>
                    <a:pt x="85041" y="620"/>
                    <a:pt x="85443" y="522"/>
                    <a:pt x="85848" y="436"/>
                  </a:cubicBezTo>
                  <a:cubicBezTo>
                    <a:pt x="86252" y="350"/>
                    <a:pt x="86659" y="277"/>
                    <a:pt x="87069" y="216"/>
                  </a:cubicBezTo>
                  <a:cubicBezTo>
                    <a:pt x="87478" y="155"/>
                    <a:pt x="87889" y="107"/>
                    <a:pt x="88301" y="72"/>
                  </a:cubicBezTo>
                  <a:cubicBezTo>
                    <a:pt x="88713" y="37"/>
                    <a:pt x="89127" y="15"/>
                    <a:pt x="89540" y="5"/>
                  </a:cubicBezTo>
                  <a:cubicBezTo>
                    <a:pt x="89954" y="-4"/>
                    <a:pt x="90368" y="-1"/>
                    <a:pt x="90781" y="15"/>
                  </a:cubicBezTo>
                  <a:cubicBezTo>
                    <a:pt x="91194" y="31"/>
                    <a:pt x="91607" y="60"/>
                    <a:pt x="92019" y="102"/>
                  </a:cubicBezTo>
                  <a:cubicBezTo>
                    <a:pt x="92430" y="144"/>
                    <a:pt x="92840" y="198"/>
                    <a:pt x="93249" y="266"/>
                  </a:cubicBezTo>
                  <a:cubicBezTo>
                    <a:pt x="93657" y="333"/>
                    <a:pt x="94063" y="413"/>
                    <a:pt x="94466" y="505"/>
                  </a:cubicBezTo>
                  <a:cubicBezTo>
                    <a:pt x="94869" y="597"/>
                    <a:pt x="95270" y="702"/>
                    <a:pt x="95667" y="820"/>
                  </a:cubicBezTo>
                  <a:cubicBezTo>
                    <a:pt x="96063" y="937"/>
                    <a:pt x="96456" y="1066"/>
                    <a:pt x="96845" y="1208"/>
                  </a:cubicBezTo>
                  <a:cubicBezTo>
                    <a:pt x="97234" y="1349"/>
                    <a:pt x="97618" y="1503"/>
                    <a:pt x="97997" y="1668"/>
                  </a:cubicBezTo>
                  <a:cubicBezTo>
                    <a:pt x="98376" y="1834"/>
                    <a:pt x="98750" y="2011"/>
                    <a:pt x="99119" y="2200"/>
                  </a:cubicBezTo>
                  <a:cubicBezTo>
                    <a:pt x="99487" y="2388"/>
                    <a:pt x="99849" y="2588"/>
                    <a:pt x="100205" y="2799"/>
                  </a:cubicBezTo>
                  <a:cubicBezTo>
                    <a:pt x="100561" y="3010"/>
                    <a:pt x="100910" y="3233"/>
                    <a:pt x="101252" y="3465"/>
                  </a:cubicBezTo>
                  <a:cubicBezTo>
                    <a:pt x="101594" y="3698"/>
                    <a:pt x="101929" y="3941"/>
                    <a:pt x="102255" y="4195"/>
                  </a:cubicBezTo>
                  <a:cubicBezTo>
                    <a:pt x="102582" y="4448"/>
                    <a:pt x="102901" y="4712"/>
                    <a:pt x="103212" y="4985"/>
                  </a:cubicBezTo>
                  <a:cubicBezTo>
                    <a:pt x="103523" y="5258"/>
                    <a:pt x="103825" y="5541"/>
                    <a:pt x="104118" y="5833"/>
                  </a:cubicBezTo>
                  <a:cubicBezTo>
                    <a:pt x="104411" y="6125"/>
                    <a:pt x="104695" y="6426"/>
                    <a:pt x="104969" y="6736"/>
                  </a:cubicBezTo>
                  <a:cubicBezTo>
                    <a:pt x="105243" y="7046"/>
                    <a:pt x="105508" y="7364"/>
                    <a:pt x="105763" y="7690"/>
                  </a:cubicBezTo>
                  <a:cubicBezTo>
                    <a:pt x="106017" y="8016"/>
                    <a:pt x="106262" y="8350"/>
                    <a:pt x="106496" y="8691"/>
                  </a:cubicBezTo>
                  <a:cubicBezTo>
                    <a:pt x="106730" y="9032"/>
                    <a:pt x="106953" y="9381"/>
                    <a:pt x="107165" y="9736"/>
                  </a:cubicBezTo>
                  <a:cubicBezTo>
                    <a:pt x="107378" y="10091"/>
                    <a:pt x="107579" y="10452"/>
                    <a:pt x="107769" y="10820"/>
                  </a:cubicBezTo>
                  <a:cubicBezTo>
                    <a:pt x="107959" y="11187"/>
                    <a:pt x="108137" y="11561"/>
                    <a:pt x="108304" y="11939"/>
                  </a:cubicBezTo>
                  <a:cubicBezTo>
                    <a:pt x="108470" y="12318"/>
                    <a:pt x="108625" y="12702"/>
                    <a:pt x="108768" y="13090"/>
                  </a:cubicBezTo>
                  <a:cubicBezTo>
                    <a:pt x="108911" y="13478"/>
                    <a:pt x="109042" y="13871"/>
                    <a:pt x="109161" y="14267"/>
                  </a:cubicBezTo>
                  <a:cubicBezTo>
                    <a:pt x="109279" y="14663"/>
                    <a:pt x="109386" y="15063"/>
                    <a:pt x="109479" y="15466"/>
                  </a:cubicBezTo>
                  <a:cubicBezTo>
                    <a:pt x="109573" y="15869"/>
                    <a:pt x="109654" y="16275"/>
                    <a:pt x="109723" y="16683"/>
                  </a:cubicBezTo>
                  <a:cubicBezTo>
                    <a:pt x="109792" y="17091"/>
                    <a:pt x="109848" y="17501"/>
                    <a:pt x="109891" y="17912"/>
                  </a:cubicBezTo>
                  <a:cubicBezTo>
                    <a:pt x="109934" y="18324"/>
                    <a:pt x="109964" y="18736"/>
                    <a:pt x="109982" y="19150"/>
                  </a:cubicBezTo>
                  <a:cubicBezTo>
                    <a:pt x="110000" y="19563"/>
                    <a:pt x="110004" y="19977"/>
                    <a:pt x="109996" y="20391"/>
                  </a:cubicBezTo>
                  <a:cubicBezTo>
                    <a:pt x="109988" y="20804"/>
                    <a:pt x="109967" y="21217"/>
                    <a:pt x="109933" y="21630"/>
                  </a:cubicBezTo>
                  <a:cubicBezTo>
                    <a:pt x="109900" y="22042"/>
                    <a:pt x="109853" y="22453"/>
                    <a:pt x="109794" y="22863"/>
                  </a:cubicBezTo>
                  <a:cubicBezTo>
                    <a:pt x="109735" y="23272"/>
                    <a:pt x="109663" y="23680"/>
                    <a:pt x="109578" y="24085"/>
                  </a:cubicBezTo>
                  <a:cubicBezTo>
                    <a:pt x="109494" y="24490"/>
                    <a:pt x="109397" y="24892"/>
                    <a:pt x="109287" y="25291"/>
                  </a:cubicBezTo>
                  <a:cubicBezTo>
                    <a:pt x="109178" y="25690"/>
                    <a:pt x="109056" y="26085"/>
                    <a:pt x="108922" y="26477"/>
                  </a:cubicBezTo>
                  <a:cubicBezTo>
                    <a:pt x="108788" y="26868"/>
                    <a:pt x="108642" y="27255"/>
                    <a:pt x="108484" y="27638"/>
                  </a:cubicBezTo>
                  <a:cubicBezTo>
                    <a:pt x="108326" y="28020"/>
                    <a:pt x="108156" y="28397"/>
                    <a:pt x="107975" y="28769"/>
                  </a:cubicBezTo>
                  <a:cubicBezTo>
                    <a:pt x="107794" y="29141"/>
                    <a:pt x="107601" y="29507"/>
                    <a:pt x="107397" y="29867"/>
                  </a:cubicBezTo>
                  <a:cubicBezTo>
                    <a:pt x="107193" y="30227"/>
                    <a:pt x="106977" y="30580"/>
                    <a:pt x="106751" y="30927"/>
                  </a:cubicBezTo>
                  <a:cubicBezTo>
                    <a:pt x="106525" y="31273"/>
                    <a:pt x="106289" y="31613"/>
                    <a:pt x="106041" y="31944"/>
                  </a:cubicBezTo>
                  <a:cubicBezTo>
                    <a:pt x="105794" y="32276"/>
                    <a:pt x="105537" y="32600"/>
                    <a:pt x="105270" y="32916"/>
                  </a:cubicBezTo>
                  <a:cubicBezTo>
                    <a:pt x="105003" y="33232"/>
                    <a:pt x="104726" y="33540"/>
                    <a:pt x="104440" y="33838"/>
                  </a:cubicBezTo>
                  <a:cubicBezTo>
                    <a:pt x="104153" y="34137"/>
                    <a:pt x="103858" y="34427"/>
                    <a:pt x="103554" y="34707"/>
                  </a:cubicBezTo>
                  <a:cubicBezTo>
                    <a:pt x="103249" y="34987"/>
                    <a:pt x="102937" y="35258"/>
                    <a:pt x="102616" y="35519"/>
                  </a:cubicBezTo>
                  <a:cubicBezTo>
                    <a:pt x="102295" y="35780"/>
                    <a:pt x="101966" y="36031"/>
                    <a:pt x="101629" y="36272"/>
                  </a:cubicBezTo>
                  <a:cubicBezTo>
                    <a:pt x="101292" y="36512"/>
                    <a:pt x="100948" y="36742"/>
                    <a:pt x="100598" y="36961"/>
                  </a:cubicBezTo>
                  <a:cubicBezTo>
                    <a:pt x="100247" y="37181"/>
                    <a:pt x="99889" y="37389"/>
                    <a:pt x="99525" y="37586"/>
                  </a:cubicBezTo>
                  <a:cubicBezTo>
                    <a:pt x="99162" y="37783"/>
                    <a:pt x="98792" y="37969"/>
                    <a:pt x="98417" y="38143"/>
                  </a:cubicBezTo>
                  <a:cubicBezTo>
                    <a:pt x="98041" y="38317"/>
                    <a:pt x="97661" y="38479"/>
                    <a:pt x="97275" y="38630"/>
                  </a:cubicBezTo>
                  <a:cubicBezTo>
                    <a:pt x="96890" y="38780"/>
                    <a:pt x="96500" y="38919"/>
                    <a:pt x="96106" y="39045"/>
                  </a:cubicBezTo>
                  <a:cubicBezTo>
                    <a:pt x="95712" y="39171"/>
                    <a:pt x="95314" y="39285"/>
                    <a:pt x="94913" y="39387"/>
                  </a:cubicBezTo>
                  <a:cubicBezTo>
                    <a:pt x="94512" y="39489"/>
                    <a:pt x="94108" y="39578"/>
                    <a:pt x="93702" y="39654"/>
                  </a:cubicBezTo>
                  <a:cubicBezTo>
                    <a:pt x="93295" y="39731"/>
                    <a:pt x="92886" y="39795"/>
                    <a:pt x="92476" y="39846"/>
                  </a:cubicBezTo>
                  <a:cubicBezTo>
                    <a:pt x="92065" y="39897"/>
                    <a:pt x="91653" y="39936"/>
                    <a:pt x="91240" y="39962"/>
                  </a:cubicBezTo>
                  <a:cubicBezTo>
                    <a:pt x="90827" y="39987"/>
                    <a:pt x="90414" y="40000"/>
                    <a:pt x="9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8" name="probe-lucide-zap" descr="zap — Lucide Icons and Contributors; preserve the bundled full upstream license. Source: https://github.com/lucide-icons/lucide/blob/20aef31db93fe4d9f398dbb15b120d99c48eef95/icons/zap.svg; SVG SHA256: 4c395891eab4d1e5627c5d414a16db037317cb2f12453de0f3a1130964c6d444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79" name="probe-lucide-zap-part-1"/>
            <p:cNvSpPr/>
            <p:nvPr/>
          </p:nvSpPr>
          <p:spPr>
            <a:xfrm>
              <a:off x="40003" y="20008"/>
              <a:ext cx="159994" cy="199984"/>
            </a:xfrm>
            <a:custGeom>
              <a:avLst/>
              <a:gdLst/>
              <a:ahLst/>
              <a:cxnLst/>
              <a:rect l="0" t="0" r="r" b="b"/>
              <a:pathLst>
                <a:path w="159994" h="199984">
                  <a:moveTo>
                    <a:pt x="119137" y="19992"/>
                  </a:moveTo>
                  <a:cubicBezTo>
                    <a:pt x="119241" y="19696"/>
                    <a:pt x="119336" y="19398"/>
                    <a:pt x="119422" y="19096"/>
                  </a:cubicBezTo>
                  <a:cubicBezTo>
                    <a:pt x="119507" y="18795"/>
                    <a:pt x="119583" y="18491"/>
                    <a:pt x="119650" y="18185"/>
                  </a:cubicBezTo>
                  <a:cubicBezTo>
                    <a:pt x="119716" y="17878"/>
                    <a:pt x="119773" y="17570"/>
                    <a:pt x="119820" y="17261"/>
                  </a:cubicBezTo>
                  <a:cubicBezTo>
                    <a:pt x="119868" y="16951"/>
                    <a:pt x="119905" y="16640"/>
                    <a:pt x="119933" y="16328"/>
                  </a:cubicBezTo>
                  <a:cubicBezTo>
                    <a:pt x="119961" y="16015"/>
                    <a:pt x="119979" y="15703"/>
                    <a:pt x="119987" y="15389"/>
                  </a:cubicBezTo>
                  <a:cubicBezTo>
                    <a:pt x="119995" y="15076"/>
                    <a:pt x="119993" y="14763"/>
                    <a:pt x="119982" y="14450"/>
                  </a:cubicBezTo>
                  <a:cubicBezTo>
                    <a:pt x="119970" y="14136"/>
                    <a:pt x="119949" y="13824"/>
                    <a:pt x="119918" y="13512"/>
                  </a:cubicBezTo>
                  <a:cubicBezTo>
                    <a:pt x="119887" y="13200"/>
                    <a:pt x="119846" y="12890"/>
                    <a:pt x="119795" y="12580"/>
                  </a:cubicBezTo>
                  <a:cubicBezTo>
                    <a:pt x="119745" y="12271"/>
                    <a:pt x="119685" y="11964"/>
                    <a:pt x="119615" y="11658"/>
                  </a:cubicBezTo>
                  <a:cubicBezTo>
                    <a:pt x="119545" y="11353"/>
                    <a:pt x="119466" y="11049"/>
                    <a:pt x="119377" y="10749"/>
                  </a:cubicBezTo>
                  <a:cubicBezTo>
                    <a:pt x="119288" y="10449"/>
                    <a:pt x="119190" y="10151"/>
                    <a:pt x="119082" y="9857"/>
                  </a:cubicBezTo>
                  <a:cubicBezTo>
                    <a:pt x="118975" y="9562"/>
                    <a:pt x="118858" y="9271"/>
                    <a:pt x="118733" y="8984"/>
                  </a:cubicBezTo>
                  <a:cubicBezTo>
                    <a:pt x="118607" y="8697"/>
                    <a:pt x="118472" y="8414"/>
                    <a:pt x="118329" y="8136"/>
                  </a:cubicBezTo>
                  <a:cubicBezTo>
                    <a:pt x="118186" y="7857"/>
                    <a:pt x="118034" y="7583"/>
                    <a:pt x="117873" y="7314"/>
                  </a:cubicBezTo>
                  <a:cubicBezTo>
                    <a:pt x="117712" y="7045"/>
                    <a:pt x="117543" y="6781"/>
                    <a:pt x="117366" y="6522"/>
                  </a:cubicBezTo>
                  <a:cubicBezTo>
                    <a:pt x="117189" y="6264"/>
                    <a:pt x="117004" y="6011"/>
                    <a:pt x="116811" y="5764"/>
                  </a:cubicBezTo>
                  <a:cubicBezTo>
                    <a:pt x="116618" y="5517"/>
                    <a:pt x="116418" y="5277"/>
                    <a:pt x="116210" y="5042"/>
                  </a:cubicBezTo>
                  <a:cubicBezTo>
                    <a:pt x="116002" y="4808"/>
                    <a:pt x="115786" y="4580"/>
                    <a:pt x="115564" y="4359"/>
                  </a:cubicBezTo>
                  <a:cubicBezTo>
                    <a:pt x="115342" y="4139"/>
                    <a:pt x="115113" y="3925"/>
                    <a:pt x="114877" y="3718"/>
                  </a:cubicBezTo>
                  <a:cubicBezTo>
                    <a:pt x="114641" y="3512"/>
                    <a:pt x="114399" y="3313"/>
                    <a:pt x="114151" y="3121"/>
                  </a:cubicBezTo>
                  <a:cubicBezTo>
                    <a:pt x="113903" y="2930"/>
                    <a:pt x="113649" y="2747"/>
                    <a:pt x="113390" y="2571"/>
                  </a:cubicBezTo>
                  <a:cubicBezTo>
                    <a:pt x="113130" y="2396"/>
                    <a:pt x="112865" y="2228"/>
                    <a:pt x="112595" y="2070"/>
                  </a:cubicBezTo>
                  <a:cubicBezTo>
                    <a:pt x="112325" y="1911"/>
                    <a:pt x="112050" y="1761"/>
                    <a:pt x="111770" y="1619"/>
                  </a:cubicBezTo>
                  <a:cubicBezTo>
                    <a:pt x="111491" y="1477"/>
                    <a:pt x="111207" y="1345"/>
                    <a:pt x="110919" y="1221"/>
                  </a:cubicBezTo>
                  <a:cubicBezTo>
                    <a:pt x="110631" y="1097"/>
                    <a:pt x="110339" y="982"/>
                    <a:pt x="110044" y="877"/>
                  </a:cubicBezTo>
                  <a:cubicBezTo>
                    <a:pt x="109749" y="771"/>
                    <a:pt x="109451" y="675"/>
                    <a:pt x="109150" y="588"/>
                  </a:cubicBezTo>
                  <a:cubicBezTo>
                    <a:pt x="108849" y="501"/>
                    <a:pt x="108545" y="424"/>
                    <a:pt x="108240" y="356"/>
                  </a:cubicBezTo>
                  <a:cubicBezTo>
                    <a:pt x="107934" y="288"/>
                    <a:pt x="107626" y="230"/>
                    <a:pt x="107316" y="181"/>
                  </a:cubicBezTo>
                  <a:cubicBezTo>
                    <a:pt x="107007" y="133"/>
                    <a:pt x="106696" y="94"/>
                    <a:pt x="106384" y="65"/>
                  </a:cubicBezTo>
                  <a:cubicBezTo>
                    <a:pt x="106072" y="36"/>
                    <a:pt x="105759" y="16"/>
                    <a:pt x="105446" y="7"/>
                  </a:cubicBezTo>
                  <a:cubicBezTo>
                    <a:pt x="105133" y="-3"/>
                    <a:pt x="104819" y="-2"/>
                    <a:pt x="104506" y="8"/>
                  </a:cubicBezTo>
                  <a:cubicBezTo>
                    <a:pt x="104193" y="18"/>
                    <a:pt x="103880" y="38"/>
                    <a:pt x="103568" y="68"/>
                  </a:cubicBezTo>
                  <a:cubicBezTo>
                    <a:pt x="103256" y="97"/>
                    <a:pt x="102945" y="137"/>
                    <a:pt x="102636" y="186"/>
                  </a:cubicBezTo>
                  <a:cubicBezTo>
                    <a:pt x="102327" y="235"/>
                    <a:pt x="102019" y="294"/>
                    <a:pt x="101713" y="363"/>
                  </a:cubicBezTo>
                  <a:cubicBezTo>
                    <a:pt x="101407" y="431"/>
                    <a:pt x="101104" y="509"/>
                    <a:pt x="100803" y="597"/>
                  </a:cubicBezTo>
                  <a:cubicBezTo>
                    <a:pt x="100502" y="684"/>
                    <a:pt x="100204" y="781"/>
                    <a:pt x="99909" y="887"/>
                  </a:cubicBezTo>
                  <a:cubicBezTo>
                    <a:pt x="99614" y="994"/>
                    <a:pt x="99323" y="1109"/>
                    <a:pt x="99035" y="1233"/>
                  </a:cubicBezTo>
                  <a:cubicBezTo>
                    <a:pt x="98748" y="1358"/>
                    <a:pt x="98464" y="1491"/>
                    <a:pt x="98185" y="1633"/>
                  </a:cubicBezTo>
                  <a:cubicBezTo>
                    <a:pt x="97906" y="1775"/>
                    <a:pt x="97631" y="1926"/>
                    <a:pt x="97361" y="2086"/>
                  </a:cubicBezTo>
                  <a:cubicBezTo>
                    <a:pt x="97092" y="2245"/>
                    <a:pt x="96827" y="2413"/>
                    <a:pt x="96568" y="2589"/>
                  </a:cubicBezTo>
                  <a:cubicBezTo>
                    <a:pt x="96308" y="2765"/>
                    <a:pt x="96055" y="2949"/>
                    <a:pt x="95807" y="3141"/>
                  </a:cubicBezTo>
                  <a:cubicBezTo>
                    <a:pt x="95559" y="3333"/>
                    <a:pt x="95318" y="3532"/>
                    <a:pt x="95082" y="3739"/>
                  </a:cubicBezTo>
                  <a:cubicBezTo>
                    <a:pt x="94847" y="3946"/>
                    <a:pt x="94619" y="4160"/>
                    <a:pt x="94397" y="4382"/>
                  </a:cubicBezTo>
                  <a:lnTo>
                    <a:pt x="4397" y="94382"/>
                  </a:lnTo>
                  <a:cubicBezTo>
                    <a:pt x="4177" y="94601"/>
                    <a:pt x="3965" y="94827"/>
                    <a:pt x="3760" y="95059"/>
                  </a:cubicBezTo>
                  <a:cubicBezTo>
                    <a:pt x="3554" y="95292"/>
                    <a:pt x="3356" y="95530"/>
                    <a:pt x="3166" y="95775"/>
                  </a:cubicBezTo>
                  <a:cubicBezTo>
                    <a:pt x="2975" y="96019"/>
                    <a:pt x="2792" y="96270"/>
                    <a:pt x="2617" y="96526"/>
                  </a:cubicBezTo>
                  <a:cubicBezTo>
                    <a:pt x="2442" y="96782"/>
                    <a:pt x="2275" y="97043"/>
                    <a:pt x="2117" y="97310"/>
                  </a:cubicBezTo>
                  <a:cubicBezTo>
                    <a:pt x="1958" y="97576"/>
                    <a:pt x="1807" y="97847"/>
                    <a:pt x="1665" y="98123"/>
                  </a:cubicBezTo>
                  <a:cubicBezTo>
                    <a:pt x="1523" y="98398"/>
                    <a:pt x="1390" y="98678"/>
                    <a:pt x="1265" y="98962"/>
                  </a:cubicBezTo>
                  <a:cubicBezTo>
                    <a:pt x="1141" y="99246"/>
                    <a:pt x="1025" y="99534"/>
                    <a:pt x="918" y="99825"/>
                  </a:cubicBezTo>
                  <a:cubicBezTo>
                    <a:pt x="811" y="100116"/>
                    <a:pt x="713" y="100410"/>
                    <a:pt x="625" y="100707"/>
                  </a:cubicBezTo>
                  <a:cubicBezTo>
                    <a:pt x="536" y="101005"/>
                    <a:pt x="457" y="101304"/>
                    <a:pt x="387" y="101606"/>
                  </a:cubicBezTo>
                  <a:cubicBezTo>
                    <a:pt x="317" y="101909"/>
                    <a:pt x="256" y="102213"/>
                    <a:pt x="205" y="102519"/>
                  </a:cubicBezTo>
                  <a:cubicBezTo>
                    <a:pt x="154" y="102824"/>
                    <a:pt x="113" y="103132"/>
                    <a:pt x="80" y="103440"/>
                  </a:cubicBezTo>
                  <a:cubicBezTo>
                    <a:pt x="48" y="103748"/>
                    <a:pt x="26" y="104058"/>
                    <a:pt x="13" y="104368"/>
                  </a:cubicBezTo>
                  <a:cubicBezTo>
                    <a:pt x="0" y="104677"/>
                    <a:pt x="-3" y="104988"/>
                    <a:pt x="3" y="105298"/>
                  </a:cubicBezTo>
                  <a:cubicBezTo>
                    <a:pt x="9" y="105608"/>
                    <a:pt x="25" y="105917"/>
                    <a:pt x="51" y="106226"/>
                  </a:cubicBezTo>
                  <a:cubicBezTo>
                    <a:pt x="76" y="106535"/>
                    <a:pt x="111" y="106843"/>
                    <a:pt x="156" y="107150"/>
                  </a:cubicBezTo>
                  <a:cubicBezTo>
                    <a:pt x="201" y="107457"/>
                    <a:pt x="255" y="107762"/>
                    <a:pt x="318" y="108066"/>
                  </a:cubicBezTo>
                  <a:cubicBezTo>
                    <a:pt x="382" y="108369"/>
                    <a:pt x="455" y="108671"/>
                    <a:pt x="537" y="108970"/>
                  </a:cubicBezTo>
                  <a:cubicBezTo>
                    <a:pt x="619" y="109269"/>
                    <a:pt x="711" y="109565"/>
                    <a:pt x="811" y="109858"/>
                  </a:cubicBezTo>
                  <a:cubicBezTo>
                    <a:pt x="912" y="110152"/>
                    <a:pt x="1022" y="110442"/>
                    <a:pt x="1140" y="110728"/>
                  </a:cubicBezTo>
                  <a:cubicBezTo>
                    <a:pt x="1259" y="111015"/>
                    <a:pt x="1386" y="111298"/>
                    <a:pt x="1522" y="111576"/>
                  </a:cubicBezTo>
                  <a:cubicBezTo>
                    <a:pt x="1659" y="111855"/>
                    <a:pt x="1803" y="112129"/>
                    <a:pt x="1956" y="112399"/>
                  </a:cubicBezTo>
                  <a:cubicBezTo>
                    <a:pt x="2109" y="112668"/>
                    <a:pt x="2271" y="112933"/>
                    <a:pt x="2440" y="113193"/>
                  </a:cubicBezTo>
                  <a:cubicBezTo>
                    <a:pt x="2610" y="113452"/>
                    <a:pt x="2787" y="113707"/>
                    <a:pt x="2973" y="113955"/>
                  </a:cubicBezTo>
                  <a:cubicBezTo>
                    <a:pt x="3158" y="114204"/>
                    <a:pt x="3351" y="114447"/>
                    <a:pt x="3551" y="114683"/>
                  </a:cubicBezTo>
                  <a:cubicBezTo>
                    <a:pt x="3752" y="114920"/>
                    <a:pt x="3959" y="115150"/>
                    <a:pt x="4174" y="115374"/>
                  </a:cubicBezTo>
                  <a:cubicBezTo>
                    <a:pt x="4388" y="115598"/>
                    <a:pt x="4610" y="115815"/>
                    <a:pt x="4838" y="116025"/>
                  </a:cubicBezTo>
                  <a:cubicBezTo>
                    <a:pt x="5066" y="116235"/>
                    <a:pt x="5301" y="116438"/>
                    <a:pt x="5541" y="116634"/>
                  </a:cubicBezTo>
                  <a:cubicBezTo>
                    <a:pt x="5782" y="116829"/>
                    <a:pt x="6029" y="117017"/>
                    <a:pt x="6281" y="117197"/>
                  </a:cubicBezTo>
                  <a:cubicBezTo>
                    <a:pt x="6533" y="117378"/>
                    <a:pt x="6791" y="117550"/>
                    <a:pt x="7054" y="117714"/>
                  </a:cubicBezTo>
                  <a:cubicBezTo>
                    <a:pt x="7317" y="117878"/>
                    <a:pt x="7585" y="118035"/>
                    <a:pt x="7858" y="118182"/>
                  </a:cubicBezTo>
                  <a:cubicBezTo>
                    <a:pt x="8130" y="118330"/>
                    <a:pt x="8408" y="118469"/>
                    <a:pt x="8689" y="118599"/>
                  </a:cubicBezTo>
                  <a:cubicBezTo>
                    <a:pt x="8970" y="118730"/>
                    <a:pt x="9255" y="118852"/>
                    <a:pt x="9544" y="118964"/>
                  </a:cubicBezTo>
                  <a:cubicBezTo>
                    <a:pt x="9833" y="119077"/>
                    <a:pt x="10125" y="119181"/>
                    <a:pt x="10421" y="119276"/>
                  </a:cubicBezTo>
                  <a:cubicBezTo>
                    <a:pt x="10716" y="119370"/>
                    <a:pt x="11014" y="119456"/>
                    <a:pt x="11314" y="119532"/>
                  </a:cubicBezTo>
                  <a:cubicBezTo>
                    <a:pt x="11615" y="119608"/>
                    <a:pt x="11918" y="119675"/>
                    <a:pt x="12223" y="119732"/>
                  </a:cubicBezTo>
                  <a:cubicBezTo>
                    <a:pt x="12527" y="119790"/>
                    <a:pt x="12834" y="119838"/>
                    <a:pt x="13141" y="119876"/>
                  </a:cubicBezTo>
                  <a:cubicBezTo>
                    <a:pt x="13449" y="119915"/>
                    <a:pt x="13758" y="119943"/>
                    <a:pt x="14067" y="119963"/>
                  </a:cubicBezTo>
                  <a:cubicBezTo>
                    <a:pt x="14377" y="119982"/>
                    <a:pt x="14687" y="119992"/>
                    <a:pt x="14997" y="119992"/>
                  </a:cubicBezTo>
                  <a:lnTo>
                    <a:pt x="55017" y="119992"/>
                  </a:lnTo>
                  <a:cubicBezTo>
                    <a:pt x="55119" y="119992"/>
                    <a:pt x="55222" y="119995"/>
                    <a:pt x="55324" y="120002"/>
                  </a:cubicBezTo>
                  <a:cubicBezTo>
                    <a:pt x="55427" y="120008"/>
                    <a:pt x="55529" y="120018"/>
                    <a:pt x="55631" y="120030"/>
                  </a:cubicBezTo>
                  <a:cubicBezTo>
                    <a:pt x="55732" y="120043"/>
                    <a:pt x="55834" y="120059"/>
                    <a:pt x="55935" y="120078"/>
                  </a:cubicBezTo>
                  <a:cubicBezTo>
                    <a:pt x="56035" y="120097"/>
                    <a:pt x="56136" y="120119"/>
                    <a:pt x="56235" y="120144"/>
                  </a:cubicBezTo>
                  <a:cubicBezTo>
                    <a:pt x="56335" y="120169"/>
                    <a:pt x="56433" y="120197"/>
                    <a:pt x="56531" y="120229"/>
                  </a:cubicBezTo>
                  <a:cubicBezTo>
                    <a:pt x="56629" y="120260"/>
                    <a:pt x="56725" y="120294"/>
                    <a:pt x="56821" y="120331"/>
                  </a:cubicBezTo>
                  <a:cubicBezTo>
                    <a:pt x="56917" y="120368"/>
                    <a:pt x="57011" y="120408"/>
                    <a:pt x="57104" y="120451"/>
                  </a:cubicBezTo>
                  <a:cubicBezTo>
                    <a:pt x="57197" y="120494"/>
                    <a:pt x="57289" y="120540"/>
                    <a:pt x="57380" y="120589"/>
                  </a:cubicBezTo>
                  <a:cubicBezTo>
                    <a:pt x="57470" y="120637"/>
                    <a:pt x="57559" y="120689"/>
                    <a:pt x="57646" y="120743"/>
                  </a:cubicBezTo>
                  <a:cubicBezTo>
                    <a:pt x="57733" y="120797"/>
                    <a:pt x="57819" y="120854"/>
                    <a:pt x="57902" y="120913"/>
                  </a:cubicBezTo>
                  <a:cubicBezTo>
                    <a:pt x="57986" y="120972"/>
                    <a:pt x="58068" y="121034"/>
                    <a:pt x="58148" y="121099"/>
                  </a:cubicBezTo>
                  <a:cubicBezTo>
                    <a:pt x="58228" y="121163"/>
                    <a:pt x="58305" y="121230"/>
                    <a:pt x="58381" y="121299"/>
                  </a:cubicBezTo>
                  <a:cubicBezTo>
                    <a:pt x="58457" y="121368"/>
                    <a:pt x="58531" y="121440"/>
                    <a:pt x="58602" y="121513"/>
                  </a:cubicBezTo>
                  <a:cubicBezTo>
                    <a:pt x="58673" y="121587"/>
                    <a:pt x="58742" y="121663"/>
                    <a:pt x="58809" y="121741"/>
                  </a:cubicBezTo>
                  <a:cubicBezTo>
                    <a:pt x="58876" y="121819"/>
                    <a:pt x="58940" y="121899"/>
                    <a:pt x="59002" y="121980"/>
                  </a:cubicBezTo>
                  <a:cubicBezTo>
                    <a:pt x="59064" y="122062"/>
                    <a:pt x="59123" y="122146"/>
                    <a:pt x="59180" y="122232"/>
                  </a:cubicBezTo>
                  <a:cubicBezTo>
                    <a:pt x="59236" y="122317"/>
                    <a:pt x="59290" y="122405"/>
                    <a:pt x="59341" y="122493"/>
                  </a:cubicBezTo>
                  <a:cubicBezTo>
                    <a:pt x="59393" y="122582"/>
                    <a:pt x="59441" y="122673"/>
                    <a:pt x="59487" y="122764"/>
                  </a:cubicBezTo>
                  <a:cubicBezTo>
                    <a:pt x="59533" y="122856"/>
                    <a:pt x="59575" y="122950"/>
                    <a:pt x="59615" y="123044"/>
                  </a:cubicBezTo>
                  <a:cubicBezTo>
                    <a:pt x="59655" y="123139"/>
                    <a:pt x="59692" y="123234"/>
                    <a:pt x="59727" y="123331"/>
                  </a:cubicBezTo>
                  <a:cubicBezTo>
                    <a:pt x="59761" y="123428"/>
                    <a:pt x="59792" y="123526"/>
                    <a:pt x="59820" y="123624"/>
                  </a:cubicBezTo>
                  <a:cubicBezTo>
                    <a:pt x="59848" y="123723"/>
                    <a:pt x="59873" y="123822"/>
                    <a:pt x="59895" y="123923"/>
                  </a:cubicBezTo>
                  <a:cubicBezTo>
                    <a:pt x="59917" y="124023"/>
                    <a:pt x="59936" y="124124"/>
                    <a:pt x="59951" y="124225"/>
                  </a:cubicBezTo>
                  <a:cubicBezTo>
                    <a:pt x="59967" y="124326"/>
                    <a:pt x="59980" y="124428"/>
                    <a:pt x="59989" y="124530"/>
                  </a:cubicBezTo>
                  <a:cubicBezTo>
                    <a:pt x="59999" y="124633"/>
                    <a:pt x="60005" y="124735"/>
                    <a:pt x="60008" y="124838"/>
                  </a:cubicBezTo>
                  <a:cubicBezTo>
                    <a:pt x="60011" y="124940"/>
                    <a:pt x="60011" y="125043"/>
                    <a:pt x="60008" y="125145"/>
                  </a:cubicBezTo>
                  <a:cubicBezTo>
                    <a:pt x="60005" y="125248"/>
                    <a:pt x="59999" y="125350"/>
                    <a:pt x="59989" y="125452"/>
                  </a:cubicBezTo>
                  <a:cubicBezTo>
                    <a:pt x="59980" y="125554"/>
                    <a:pt x="59967" y="125656"/>
                    <a:pt x="59951" y="125758"/>
                  </a:cubicBezTo>
                  <a:cubicBezTo>
                    <a:pt x="59936" y="125859"/>
                    <a:pt x="59917" y="125960"/>
                    <a:pt x="59895" y="126060"/>
                  </a:cubicBezTo>
                  <a:cubicBezTo>
                    <a:pt x="59873" y="126160"/>
                    <a:pt x="59848" y="126260"/>
                    <a:pt x="59820" y="126359"/>
                  </a:cubicBezTo>
                  <a:cubicBezTo>
                    <a:pt x="59792" y="126457"/>
                    <a:pt x="59761" y="126555"/>
                    <a:pt x="59727" y="126652"/>
                  </a:cubicBezTo>
                  <a:lnTo>
                    <a:pt x="40857" y="179992"/>
                  </a:lnTo>
                  <a:cubicBezTo>
                    <a:pt x="40752" y="180287"/>
                    <a:pt x="40657" y="180586"/>
                    <a:pt x="40572" y="180888"/>
                  </a:cubicBezTo>
                  <a:cubicBezTo>
                    <a:pt x="40486" y="181189"/>
                    <a:pt x="40410" y="181493"/>
                    <a:pt x="40344" y="181800"/>
                  </a:cubicBezTo>
                  <a:cubicBezTo>
                    <a:pt x="40277" y="182106"/>
                    <a:pt x="40220" y="182414"/>
                    <a:pt x="40173" y="182724"/>
                  </a:cubicBezTo>
                  <a:cubicBezTo>
                    <a:pt x="40126" y="183034"/>
                    <a:pt x="40088" y="183345"/>
                    <a:pt x="40061" y="183657"/>
                  </a:cubicBezTo>
                  <a:cubicBezTo>
                    <a:pt x="40033" y="183970"/>
                    <a:pt x="40015" y="184283"/>
                    <a:pt x="40007" y="184596"/>
                  </a:cubicBezTo>
                  <a:cubicBezTo>
                    <a:pt x="39999" y="184909"/>
                    <a:pt x="40000" y="185223"/>
                    <a:pt x="40012" y="185536"/>
                  </a:cubicBezTo>
                  <a:cubicBezTo>
                    <a:pt x="40024" y="185849"/>
                    <a:pt x="40045" y="186162"/>
                    <a:pt x="40076" y="186474"/>
                  </a:cubicBezTo>
                  <a:cubicBezTo>
                    <a:pt x="40107" y="186786"/>
                    <a:pt x="40148" y="187096"/>
                    <a:pt x="40199" y="187406"/>
                  </a:cubicBezTo>
                  <a:cubicBezTo>
                    <a:pt x="40249" y="187715"/>
                    <a:pt x="40310" y="188023"/>
                    <a:pt x="40380" y="188328"/>
                  </a:cubicBezTo>
                  <a:cubicBezTo>
                    <a:pt x="40449" y="188634"/>
                    <a:pt x="40529" y="188937"/>
                    <a:pt x="40618" y="189238"/>
                  </a:cubicBezTo>
                  <a:cubicBezTo>
                    <a:pt x="40707" y="189538"/>
                    <a:pt x="40805" y="189836"/>
                    <a:pt x="40912" y="190130"/>
                  </a:cubicBezTo>
                  <a:cubicBezTo>
                    <a:pt x="41020" y="190425"/>
                    <a:pt x="41137" y="190716"/>
                    <a:pt x="41263" y="191003"/>
                  </a:cubicBezTo>
                  <a:cubicBezTo>
                    <a:pt x="41388" y="191290"/>
                    <a:pt x="41523" y="191573"/>
                    <a:pt x="41667" y="191852"/>
                  </a:cubicBezTo>
                  <a:cubicBezTo>
                    <a:pt x="41810" y="192130"/>
                    <a:pt x="41962" y="192404"/>
                    <a:pt x="42123" y="192673"/>
                  </a:cubicBezTo>
                  <a:cubicBezTo>
                    <a:pt x="42284" y="192943"/>
                    <a:pt x="42453" y="193207"/>
                    <a:pt x="42630" y="193465"/>
                  </a:cubicBezTo>
                  <a:cubicBezTo>
                    <a:pt x="42807" y="193724"/>
                    <a:pt x="42993" y="193977"/>
                    <a:pt x="43186" y="194223"/>
                  </a:cubicBezTo>
                  <a:cubicBezTo>
                    <a:pt x="43379" y="194470"/>
                    <a:pt x="43579" y="194711"/>
                    <a:pt x="43788" y="194945"/>
                  </a:cubicBezTo>
                  <a:cubicBezTo>
                    <a:pt x="43996" y="195180"/>
                    <a:pt x="44211" y="195408"/>
                    <a:pt x="44434" y="195628"/>
                  </a:cubicBezTo>
                  <a:cubicBezTo>
                    <a:pt x="44656" y="195849"/>
                    <a:pt x="44885" y="196063"/>
                    <a:pt x="45121" y="196269"/>
                  </a:cubicBezTo>
                  <a:cubicBezTo>
                    <a:pt x="45357" y="196476"/>
                    <a:pt x="45599" y="196675"/>
                    <a:pt x="45848" y="196866"/>
                  </a:cubicBezTo>
                  <a:cubicBezTo>
                    <a:pt x="46096" y="197057"/>
                    <a:pt x="46350" y="197241"/>
                    <a:pt x="46610" y="197416"/>
                  </a:cubicBezTo>
                  <a:cubicBezTo>
                    <a:pt x="46870" y="197592"/>
                    <a:pt x="47135" y="197759"/>
                    <a:pt x="47405" y="197918"/>
                  </a:cubicBezTo>
                  <a:cubicBezTo>
                    <a:pt x="47675" y="198076"/>
                    <a:pt x="47951" y="198227"/>
                    <a:pt x="48230" y="198368"/>
                  </a:cubicBezTo>
                  <a:cubicBezTo>
                    <a:pt x="48510" y="198510"/>
                    <a:pt x="48794" y="198642"/>
                    <a:pt x="49082" y="198766"/>
                  </a:cubicBezTo>
                  <a:cubicBezTo>
                    <a:pt x="49370" y="198890"/>
                    <a:pt x="49662" y="199004"/>
                    <a:pt x="49957" y="199110"/>
                  </a:cubicBezTo>
                  <a:cubicBezTo>
                    <a:pt x="50252" y="199215"/>
                    <a:pt x="50550" y="199311"/>
                    <a:pt x="50852" y="199398"/>
                  </a:cubicBezTo>
                  <a:cubicBezTo>
                    <a:pt x="51153" y="199485"/>
                    <a:pt x="51457" y="199562"/>
                    <a:pt x="51763" y="199630"/>
                  </a:cubicBezTo>
                  <a:cubicBezTo>
                    <a:pt x="52069" y="199697"/>
                    <a:pt x="52377" y="199755"/>
                    <a:pt x="52687" y="199804"/>
                  </a:cubicBezTo>
                  <a:cubicBezTo>
                    <a:pt x="52996" y="199852"/>
                    <a:pt x="53307" y="199891"/>
                    <a:pt x="53619" y="199920"/>
                  </a:cubicBezTo>
                  <a:cubicBezTo>
                    <a:pt x="53931" y="199949"/>
                    <a:pt x="54244" y="199968"/>
                    <a:pt x="54558" y="199977"/>
                  </a:cubicBezTo>
                  <a:cubicBezTo>
                    <a:pt x="54871" y="199986"/>
                    <a:pt x="55185" y="199986"/>
                    <a:pt x="55498" y="199975"/>
                  </a:cubicBezTo>
                  <a:cubicBezTo>
                    <a:pt x="55811" y="199965"/>
                    <a:pt x="56124" y="199945"/>
                    <a:pt x="56436" y="199915"/>
                  </a:cubicBezTo>
                  <a:cubicBezTo>
                    <a:pt x="56748" y="199885"/>
                    <a:pt x="57059" y="199845"/>
                    <a:pt x="57368" y="199796"/>
                  </a:cubicBezTo>
                  <a:cubicBezTo>
                    <a:pt x="57678" y="199746"/>
                    <a:pt x="57986" y="199687"/>
                    <a:pt x="58292" y="199618"/>
                  </a:cubicBezTo>
                  <a:cubicBezTo>
                    <a:pt x="58597" y="199550"/>
                    <a:pt x="58901" y="199471"/>
                    <a:pt x="59202" y="199384"/>
                  </a:cubicBezTo>
                  <a:cubicBezTo>
                    <a:pt x="59503" y="199296"/>
                    <a:pt x="59801" y="199199"/>
                    <a:pt x="60096" y="199092"/>
                  </a:cubicBezTo>
                  <a:cubicBezTo>
                    <a:pt x="60390" y="198986"/>
                    <a:pt x="60682" y="198870"/>
                    <a:pt x="60969" y="198745"/>
                  </a:cubicBezTo>
                  <a:cubicBezTo>
                    <a:pt x="61257" y="198621"/>
                    <a:pt x="61541" y="198487"/>
                    <a:pt x="61820" y="198345"/>
                  </a:cubicBezTo>
                  <a:cubicBezTo>
                    <a:pt x="62099" y="198202"/>
                    <a:pt x="62374" y="198051"/>
                    <a:pt x="62643" y="197891"/>
                  </a:cubicBezTo>
                  <a:cubicBezTo>
                    <a:pt x="62913" y="197732"/>
                    <a:pt x="63178" y="197563"/>
                    <a:pt x="63437" y="197387"/>
                  </a:cubicBezTo>
                  <a:cubicBezTo>
                    <a:pt x="63696" y="197211"/>
                    <a:pt x="63950" y="197027"/>
                    <a:pt x="64197" y="196834"/>
                  </a:cubicBezTo>
                  <a:cubicBezTo>
                    <a:pt x="64445" y="196642"/>
                    <a:pt x="64686" y="196443"/>
                    <a:pt x="64921" y="196235"/>
                  </a:cubicBezTo>
                  <a:cubicBezTo>
                    <a:pt x="65157" y="196028"/>
                    <a:pt x="65385" y="195813"/>
                    <a:pt x="65607" y="195592"/>
                  </a:cubicBezTo>
                  <a:lnTo>
                    <a:pt x="155607" y="105592"/>
                  </a:lnTo>
                  <a:cubicBezTo>
                    <a:pt x="155826" y="105372"/>
                    <a:pt x="156038" y="105146"/>
                    <a:pt x="156243" y="104914"/>
                  </a:cubicBezTo>
                  <a:cubicBezTo>
                    <a:pt x="156448" y="104682"/>
                    <a:pt x="156646" y="104443"/>
                    <a:pt x="156836" y="104198"/>
                  </a:cubicBezTo>
                  <a:cubicBezTo>
                    <a:pt x="157026" y="103953"/>
                    <a:pt x="157209" y="103703"/>
                    <a:pt x="157384" y="103447"/>
                  </a:cubicBezTo>
                  <a:cubicBezTo>
                    <a:pt x="157558" y="103191"/>
                    <a:pt x="157725" y="102929"/>
                    <a:pt x="157884" y="102663"/>
                  </a:cubicBezTo>
                  <a:cubicBezTo>
                    <a:pt x="158042" y="102397"/>
                    <a:pt x="158192" y="102126"/>
                    <a:pt x="158334" y="101850"/>
                  </a:cubicBezTo>
                  <a:cubicBezTo>
                    <a:pt x="158476" y="101574"/>
                    <a:pt x="158609" y="101294"/>
                    <a:pt x="158733" y="101010"/>
                  </a:cubicBezTo>
                  <a:cubicBezTo>
                    <a:pt x="158858" y="100727"/>
                    <a:pt x="158973" y="100439"/>
                    <a:pt x="159080" y="100148"/>
                  </a:cubicBezTo>
                  <a:cubicBezTo>
                    <a:pt x="159186" y="99857"/>
                    <a:pt x="159284" y="99562"/>
                    <a:pt x="159372" y="99265"/>
                  </a:cubicBezTo>
                  <a:cubicBezTo>
                    <a:pt x="159460" y="98968"/>
                    <a:pt x="159539" y="98669"/>
                    <a:pt x="159609" y="98367"/>
                  </a:cubicBezTo>
                  <a:cubicBezTo>
                    <a:pt x="159679" y="98065"/>
                    <a:pt x="159739" y="97760"/>
                    <a:pt x="159790" y="97455"/>
                  </a:cubicBezTo>
                  <a:cubicBezTo>
                    <a:pt x="159841" y="97149"/>
                    <a:pt x="159882" y="96842"/>
                    <a:pt x="159914" y="96533"/>
                  </a:cubicBezTo>
                  <a:cubicBezTo>
                    <a:pt x="159946" y="96225"/>
                    <a:pt x="159968" y="95916"/>
                    <a:pt x="159981" y="95606"/>
                  </a:cubicBezTo>
                  <a:cubicBezTo>
                    <a:pt x="159994" y="95297"/>
                    <a:pt x="159997" y="94987"/>
                    <a:pt x="159990" y="94677"/>
                  </a:cubicBezTo>
                  <a:cubicBezTo>
                    <a:pt x="159984" y="94367"/>
                    <a:pt x="159968" y="94057"/>
                    <a:pt x="159942" y="93748"/>
                  </a:cubicBezTo>
                  <a:cubicBezTo>
                    <a:pt x="159916" y="93440"/>
                    <a:pt x="159881" y="93131"/>
                    <a:pt x="159836" y="92825"/>
                  </a:cubicBezTo>
                  <a:cubicBezTo>
                    <a:pt x="159791" y="92518"/>
                    <a:pt x="159737" y="92213"/>
                    <a:pt x="159674" y="91910"/>
                  </a:cubicBezTo>
                  <a:cubicBezTo>
                    <a:pt x="159610" y="91606"/>
                    <a:pt x="159537" y="91305"/>
                    <a:pt x="159454" y="91006"/>
                  </a:cubicBezTo>
                  <a:cubicBezTo>
                    <a:pt x="159372" y="90707"/>
                    <a:pt x="159280" y="90411"/>
                    <a:pt x="159180" y="90118"/>
                  </a:cubicBezTo>
                  <a:cubicBezTo>
                    <a:pt x="159079" y="89825"/>
                    <a:pt x="158969" y="89535"/>
                    <a:pt x="158851" y="89249"/>
                  </a:cubicBezTo>
                  <a:cubicBezTo>
                    <a:pt x="158732" y="88962"/>
                    <a:pt x="158604" y="88680"/>
                    <a:pt x="158468" y="88401"/>
                  </a:cubicBezTo>
                  <a:cubicBezTo>
                    <a:pt x="158332" y="88123"/>
                    <a:pt x="158187" y="87849"/>
                    <a:pt x="158034" y="87579"/>
                  </a:cubicBezTo>
                  <a:cubicBezTo>
                    <a:pt x="157881" y="87310"/>
                    <a:pt x="157720" y="87045"/>
                    <a:pt x="157550" y="86786"/>
                  </a:cubicBezTo>
                  <a:cubicBezTo>
                    <a:pt x="157380" y="86526"/>
                    <a:pt x="157203" y="86272"/>
                    <a:pt x="157018" y="86024"/>
                  </a:cubicBezTo>
                  <a:cubicBezTo>
                    <a:pt x="156832" y="85775"/>
                    <a:pt x="156639" y="85533"/>
                    <a:pt x="156439" y="85296"/>
                  </a:cubicBezTo>
                  <a:cubicBezTo>
                    <a:pt x="156239" y="85060"/>
                    <a:pt x="156031" y="84829"/>
                    <a:pt x="155816" y="84606"/>
                  </a:cubicBezTo>
                  <a:cubicBezTo>
                    <a:pt x="155602" y="84382"/>
                    <a:pt x="155380" y="84165"/>
                    <a:pt x="155152" y="83955"/>
                  </a:cubicBezTo>
                  <a:cubicBezTo>
                    <a:pt x="154924" y="83745"/>
                    <a:pt x="154690" y="83543"/>
                    <a:pt x="154449" y="83347"/>
                  </a:cubicBezTo>
                  <a:cubicBezTo>
                    <a:pt x="154209" y="83152"/>
                    <a:pt x="153962" y="82964"/>
                    <a:pt x="153710" y="82784"/>
                  </a:cubicBezTo>
                  <a:cubicBezTo>
                    <a:pt x="153457" y="82604"/>
                    <a:pt x="153200" y="82432"/>
                    <a:pt x="152937" y="82268"/>
                  </a:cubicBezTo>
                  <a:cubicBezTo>
                    <a:pt x="152674" y="82103"/>
                    <a:pt x="152406" y="81947"/>
                    <a:pt x="152133" y="81800"/>
                  </a:cubicBezTo>
                  <a:cubicBezTo>
                    <a:pt x="151861" y="81652"/>
                    <a:pt x="151584" y="81513"/>
                    <a:pt x="151302" y="81383"/>
                  </a:cubicBezTo>
                  <a:cubicBezTo>
                    <a:pt x="151021" y="81253"/>
                    <a:pt x="150736" y="81131"/>
                    <a:pt x="150447" y="81018"/>
                  </a:cubicBezTo>
                  <a:cubicBezTo>
                    <a:pt x="150159" y="80906"/>
                    <a:pt x="149866" y="80802"/>
                    <a:pt x="149571" y="80707"/>
                  </a:cubicBezTo>
                  <a:cubicBezTo>
                    <a:pt x="149276" y="80613"/>
                    <a:pt x="148978" y="80527"/>
                    <a:pt x="148678" y="80451"/>
                  </a:cubicBezTo>
                  <a:cubicBezTo>
                    <a:pt x="148377" y="80375"/>
                    <a:pt x="148075" y="80308"/>
                    <a:pt x="147770" y="80251"/>
                  </a:cubicBezTo>
                  <a:cubicBezTo>
                    <a:pt x="147465" y="80194"/>
                    <a:pt x="147159" y="80146"/>
                    <a:pt x="146852" y="80107"/>
                  </a:cubicBezTo>
                  <a:cubicBezTo>
                    <a:pt x="146544" y="80069"/>
                    <a:pt x="146235" y="80040"/>
                    <a:pt x="145926" y="80021"/>
                  </a:cubicBezTo>
                  <a:cubicBezTo>
                    <a:pt x="145617" y="80002"/>
                    <a:pt x="145307" y="79992"/>
                    <a:pt x="144997" y="79992"/>
                  </a:cubicBezTo>
                  <a:lnTo>
                    <a:pt x="105027" y="79992"/>
                  </a:lnTo>
                  <a:cubicBezTo>
                    <a:pt x="104924" y="79992"/>
                    <a:pt x="104821" y="79989"/>
                    <a:pt x="104718" y="79983"/>
                  </a:cubicBezTo>
                  <a:cubicBezTo>
                    <a:pt x="104616" y="79976"/>
                    <a:pt x="104513" y="79967"/>
                    <a:pt x="104411" y="79955"/>
                  </a:cubicBezTo>
                  <a:cubicBezTo>
                    <a:pt x="104309" y="79942"/>
                    <a:pt x="104208" y="79926"/>
                    <a:pt x="104106" y="79908"/>
                  </a:cubicBezTo>
                  <a:cubicBezTo>
                    <a:pt x="104005" y="79889"/>
                    <a:pt x="103905" y="79867"/>
                    <a:pt x="103805" y="79842"/>
                  </a:cubicBezTo>
                  <a:cubicBezTo>
                    <a:pt x="103705" y="79817"/>
                    <a:pt x="103606" y="79789"/>
                    <a:pt x="103508" y="79758"/>
                  </a:cubicBezTo>
                  <a:cubicBezTo>
                    <a:pt x="103410" y="79727"/>
                    <a:pt x="103313" y="79693"/>
                    <a:pt x="103217" y="79656"/>
                  </a:cubicBezTo>
                  <a:cubicBezTo>
                    <a:pt x="103121" y="79619"/>
                    <a:pt x="103027" y="79578"/>
                    <a:pt x="102933" y="79536"/>
                  </a:cubicBezTo>
                  <a:cubicBezTo>
                    <a:pt x="102840" y="79493"/>
                    <a:pt x="102748" y="79447"/>
                    <a:pt x="102657" y="79398"/>
                  </a:cubicBezTo>
                  <a:cubicBezTo>
                    <a:pt x="102566" y="79350"/>
                    <a:pt x="102477" y="79298"/>
                    <a:pt x="102390" y="79244"/>
                  </a:cubicBezTo>
                  <a:cubicBezTo>
                    <a:pt x="102302" y="79190"/>
                    <a:pt x="102216" y="79133"/>
                    <a:pt x="102132" y="79074"/>
                  </a:cubicBezTo>
                  <a:cubicBezTo>
                    <a:pt x="102048" y="79015"/>
                    <a:pt x="101966" y="78953"/>
                    <a:pt x="101886" y="78888"/>
                  </a:cubicBezTo>
                  <a:cubicBezTo>
                    <a:pt x="101806" y="78824"/>
                    <a:pt x="101728" y="78757"/>
                    <a:pt x="101652" y="78687"/>
                  </a:cubicBezTo>
                  <a:cubicBezTo>
                    <a:pt x="101576" y="78618"/>
                    <a:pt x="101502" y="78547"/>
                    <a:pt x="101430" y="78473"/>
                  </a:cubicBezTo>
                  <a:cubicBezTo>
                    <a:pt x="101359" y="78399"/>
                    <a:pt x="101290" y="78323"/>
                    <a:pt x="101223" y="78245"/>
                  </a:cubicBezTo>
                  <a:cubicBezTo>
                    <a:pt x="101156" y="78167"/>
                    <a:pt x="101091" y="78087"/>
                    <a:pt x="101029" y="78005"/>
                  </a:cubicBezTo>
                  <a:cubicBezTo>
                    <a:pt x="100967" y="77922"/>
                    <a:pt x="100908" y="77838"/>
                    <a:pt x="100851" y="77753"/>
                  </a:cubicBezTo>
                  <a:cubicBezTo>
                    <a:pt x="100794" y="77667"/>
                    <a:pt x="100740" y="77579"/>
                    <a:pt x="100689" y="77490"/>
                  </a:cubicBezTo>
                  <a:cubicBezTo>
                    <a:pt x="100637" y="77401"/>
                    <a:pt x="100589" y="77311"/>
                    <a:pt x="100543" y="77219"/>
                  </a:cubicBezTo>
                  <a:cubicBezTo>
                    <a:pt x="100497" y="77127"/>
                    <a:pt x="100454" y="77033"/>
                    <a:pt x="100414" y="76938"/>
                  </a:cubicBezTo>
                  <a:cubicBezTo>
                    <a:pt x="100374" y="76844"/>
                    <a:pt x="100337" y="76748"/>
                    <a:pt x="100303" y="76651"/>
                  </a:cubicBezTo>
                  <a:cubicBezTo>
                    <a:pt x="100269" y="76554"/>
                    <a:pt x="100238" y="76456"/>
                    <a:pt x="100210" y="76357"/>
                  </a:cubicBezTo>
                  <a:cubicBezTo>
                    <a:pt x="100181" y="76258"/>
                    <a:pt x="100156" y="76158"/>
                    <a:pt x="100135" y="76057"/>
                  </a:cubicBezTo>
                  <a:cubicBezTo>
                    <a:pt x="100113" y="75957"/>
                    <a:pt x="100094" y="75856"/>
                    <a:pt x="100078" y="75754"/>
                  </a:cubicBezTo>
                  <a:cubicBezTo>
                    <a:pt x="100062" y="75653"/>
                    <a:pt x="100050" y="75550"/>
                    <a:pt x="100041" y="75448"/>
                  </a:cubicBezTo>
                  <a:cubicBezTo>
                    <a:pt x="100031" y="75346"/>
                    <a:pt x="100025" y="75243"/>
                    <a:pt x="100022" y="75140"/>
                  </a:cubicBezTo>
                  <a:cubicBezTo>
                    <a:pt x="100019" y="75037"/>
                    <a:pt x="100019" y="74934"/>
                    <a:pt x="100022" y="74832"/>
                  </a:cubicBezTo>
                  <a:cubicBezTo>
                    <a:pt x="100026" y="74729"/>
                    <a:pt x="100032" y="74626"/>
                    <a:pt x="100042" y="74524"/>
                  </a:cubicBezTo>
                  <a:cubicBezTo>
                    <a:pt x="100051" y="74421"/>
                    <a:pt x="100064" y="74319"/>
                    <a:pt x="100080" y="74218"/>
                  </a:cubicBezTo>
                  <a:cubicBezTo>
                    <a:pt x="100096" y="74116"/>
                    <a:pt x="100115" y="74015"/>
                    <a:pt x="100137" y="73915"/>
                  </a:cubicBezTo>
                  <a:cubicBezTo>
                    <a:pt x="100159" y="73814"/>
                    <a:pt x="100184" y="73714"/>
                    <a:pt x="100213" y="73616"/>
                  </a:cubicBezTo>
                  <a:cubicBezTo>
                    <a:pt x="100241" y="73517"/>
                    <a:pt x="100272" y="73419"/>
                    <a:pt x="100307" y="73322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0" name="probe-noto-emoji_u1f324" descr="Noto Emoji artwork by Google; Apache License 2.0; preserve full bundled license. Source: https://github.com/googlefonts/noto-emoji/blob/e20cbc2bbec1926686be9f9bee7d1d2cfa1fea0e/2D/svg/emoji_u1f324.svg; SVG SHA256: f6c174450bd3e67cc4cb688394523d788756297b2ebed964035a4cf008b9ee90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1280000" cy="1280000"/>
          </a:xfrm>
        </p:grpSpPr>
        <p:sp>
          <p:nvSpPr>
            <p:cNvPr id="81" name="probe-noto-emoji_u1f324-part-1"/>
            <p:cNvSpPr/>
            <p:nvPr/>
          </p:nvSpPr>
          <p:spPr>
            <a:xfrm>
              <a:off x="277018" y="344865"/>
              <a:ext cx="572270" cy="578090"/>
            </a:xfrm>
            <a:custGeom>
              <a:avLst/>
              <a:gdLst/>
              <a:ahLst/>
              <a:cxnLst/>
              <a:rect l="0" t="0" r="r" b="b"/>
              <a:pathLst>
                <a:path w="572270" h="578090">
                  <a:moveTo>
                    <a:pt x="58782" y="108935"/>
                  </a:moveTo>
                  <a:cubicBezTo>
                    <a:pt x="-23918" y="215235"/>
                    <a:pt x="-22518" y="404235"/>
                    <a:pt x="83182" y="497835"/>
                  </a:cubicBezTo>
                  <a:cubicBezTo>
                    <a:pt x="203282" y="604135"/>
                    <a:pt x="372182" y="603035"/>
                    <a:pt x="478482" y="505235"/>
                  </a:cubicBezTo>
                  <a:cubicBezTo>
                    <a:pt x="605982" y="388035"/>
                    <a:pt x="598582" y="192835"/>
                    <a:pt x="485982" y="82335"/>
                  </a:cubicBezTo>
                  <a:cubicBezTo>
                    <a:pt x="372782" y="-28765"/>
                    <a:pt x="170382" y="-34565"/>
                    <a:pt x="58782" y="108935"/>
                  </a:cubicBezTo>
                  <a:close/>
                </a:path>
              </a:pathLst>
            </a:custGeom>
            <a:solidFill>
              <a:srgbClr val="FCC11A"/>
            </a:solidFill>
            <a:ln w="8037" cap="flat">
              <a:noFill/>
              <a:prstDash val="solid"/>
              <a:miter/>
            </a:ln>
          </p:spPr>
        </p:sp>
        <p:sp>
          <p:nvSpPr>
            <p:cNvPr id="82" name="probe-noto-emoji_u1f324-part-2"/>
            <p:cNvSpPr/>
            <p:nvPr/>
          </p:nvSpPr>
          <p:spPr>
            <a:xfrm>
              <a:off x="367609" y="414189"/>
              <a:ext cx="124351" cy="152413"/>
            </a:xfrm>
            <a:custGeom>
              <a:avLst/>
              <a:gdLst/>
              <a:ahLst/>
              <a:cxnLst/>
              <a:rect l="0" t="0" r="r" b="b"/>
              <a:pathLst>
                <a:path w="124351" h="152413">
                  <a:moveTo>
                    <a:pt x="101091" y="3111"/>
                  </a:moveTo>
                  <a:cubicBezTo>
                    <a:pt x="68391" y="-11389"/>
                    <a:pt x="32591" y="28011"/>
                    <a:pt x="16991" y="55011"/>
                  </a:cubicBezTo>
                  <a:cubicBezTo>
                    <a:pt x="1391" y="82011"/>
                    <a:pt x="-13109" y="135011"/>
                    <a:pt x="20091" y="148511"/>
                  </a:cubicBezTo>
                  <a:cubicBezTo>
                    <a:pt x="53291" y="162011"/>
                    <a:pt x="77191" y="139211"/>
                    <a:pt x="101091" y="99711"/>
                  </a:cubicBezTo>
                  <a:cubicBezTo>
                    <a:pt x="124991" y="60211"/>
                    <a:pt x="138491" y="19711"/>
                    <a:pt x="101091" y="3111"/>
                  </a:cubicBezTo>
                  <a:close/>
                </a:path>
              </a:pathLst>
            </a:custGeom>
            <a:solidFill>
              <a:srgbClr val="FEE269"/>
            </a:solidFill>
            <a:ln w="8037" cap="flat">
              <a:noFill/>
              <a:prstDash val="solid"/>
              <a:miter/>
            </a:ln>
          </p:spPr>
        </p:sp>
        <p:sp>
          <p:nvSpPr>
            <p:cNvPr id="83" name="probe-noto-emoji_u1f324-part-3"/>
            <p:cNvSpPr/>
            <p:nvPr/>
          </p:nvSpPr>
          <p:spPr>
            <a:xfrm>
              <a:off x="549601" y="112148"/>
              <a:ext cx="152177" cy="207191"/>
            </a:xfrm>
            <a:custGeom>
              <a:avLst/>
              <a:gdLst/>
              <a:ahLst/>
              <a:cxnLst/>
              <a:rect l="0" t="0" r="r" b="b"/>
              <a:pathLst>
                <a:path w="152177" h="207191">
                  <a:moveTo>
                    <a:pt x="4299" y="156952"/>
                  </a:moveTo>
                  <a:cubicBezTo>
                    <a:pt x="-3601" y="171852"/>
                    <a:pt x="-901" y="183152"/>
                    <a:pt x="14799" y="186952"/>
                  </a:cubicBezTo>
                  <a:cubicBezTo>
                    <a:pt x="30499" y="190652"/>
                    <a:pt x="128699" y="206652"/>
                    <a:pt x="136899" y="207152"/>
                  </a:cubicBezTo>
                  <a:cubicBezTo>
                    <a:pt x="148899" y="207852"/>
                    <a:pt x="153399" y="198952"/>
                    <a:pt x="151899" y="188452"/>
                  </a:cubicBezTo>
                  <a:cubicBezTo>
                    <a:pt x="150399" y="177952"/>
                    <a:pt x="126399" y="31052"/>
                    <a:pt x="124199" y="17652"/>
                  </a:cubicBezTo>
                  <a:cubicBezTo>
                    <a:pt x="121999" y="4252"/>
                    <a:pt x="107699" y="-9348"/>
                    <a:pt x="94199" y="8652"/>
                  </a:cubicBezTo>
                  <a:cubicBezTo>
                    <a:pt x="80699" y="26552"/>
                    <a:pt x="10299" y="145752"/>
                    <a:pt x="4299" y="156952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84" name="probe-noto-emoji_u1f324-part-4"/>
            <p:cNvSpPr/>
            <p:nvPr/>
          </p:nvSpPr>
          <p:spPr>
            <a:xfrm>
              <a:off x="781267" y="307303"/>
              <a:ext cx="205286" cy="190219"/>
            </a:xfrm>
            <a:custGeom>
              <a:avLst/>
              <a:gdLst/>
              <a:ahLst/>
              <a:cxnLst/>
              <a:rect l="0" t="0" r="r" b="b"/>
              <a:pathLst>
                <a:path w="205286" h="190219">
                  <a:moveTo>
                    <a:pt x="11033" y="62997"/>
                  </a:moveTo>
                  <a:cubicBezTo>
                    <a:pt x="-3767" y="69397"/>
                    <a:pt x="-2267" y="78797"/>
                    <a:pt x="7233" y="89797"/>
                  </a:cubicBezTo>
                  <a:cubicBezTo>
                    <a:pt x="16733" y="100797"/>
                    <a:pt x="82833" y="180997"/>
                    <a:pt x="88633" y="186397"/>
                  </a:cubicBezTo>
                  <a:cubicBezTo>
                    <a:pt x="94533" y="191797"/>
                    <a:pt x="103633" y="192297"/>
                    <a:pt x="110033" y="182497"/>
                  </a:cubicBezTo>
                  <a:cubicBezTo>
                    <a:pt x="116433" y="172697"/>
                    <a:pt x="195233" y="32197"/>
                    <a:pt x="201133" y="23297"/>
                  </a:cubicBezTo>
                  <a:cubicBezTo>
                    <a:pt x="210833" y="8697"/>
                    <a:pt x="202633" y="-4703"/>
                    <a:pt x="185933" y="1597"/>
                  </a:cubicBezTo>
                  <a:cubicBezTo>
                    <a:pt x="173333" y="6497"/>
                    <a:pt x="20333" y="58997"/>
                    <a:pt x="11033" y="62997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85" name="probe-noto-emoji_u1f324-part-5"/>
            <p:cNvSpPr/>
            <p:nvPr/>
          </p:nvSpPr>
          <p:spPr>
            <a:xfrm>
              <a:off x="687867" y="865617"/>
              <a:ext cx="181037" cy="209806"/>
            </a:xfrm>
            <a:custGeom>
              <a:avLst/>
              <a:gdLst/>
              <a:ahLst/>
              <a:cxnLst/>
              <a:rect l="0" t="0" r="r" b="b"/>
              <a:pathLst>
                <a:path w="181037" h="209806">
                  <a:moveTo>
                    <a:pt x="114033" y="2783"/>
                  </a:moveTo>
                  <a:cubicBezTo>
                    <a:pt x="125933" y="-3617"/>
                    <a:pt x="136533" y="1283"/>
                    <a:pt x="139533" y="14783"/>
                  </a:cubicBezTo>
                  <a:cubicBezTo>
                    <a:pt x="142533" y="28283"/>
                    <a:pt x="175533" y="166083"/>
                    <a:pt x="180733" y="191583"/>
                  </a:cubicBezTo>
                  <a:cubicBezTo>
                    <a:pt x="183333" y="204383"/>
                    <a:pt x="168733" y="214783"/>
                    <a:pt x="156733" y="207283"/>
                  </a:cubicBezTo>
                  <a:cubicBezTo>
                    <a:pt x="144733" y="199783"/>
                    <a:pt x="14533" y="108983"/>
                    <a:pt x="6133" y="101683"/>
                  </a:cubicBezTo>
                  <a:cubicBezTo>
                    <a:pt x="-5867" y="91183"/>
                    <a:pt x="2433" y="80283"/>
                    <a:pt x="8333" y="74683"/>
                  </a:cubicBezTo>
                  <a:cubicBezTo>
                    <a:pt x="20333" y="63483"/>
                    <a:pt x="102733" y="8783"/>
                    <a:pt x="114033" y="2783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86" name="probe-noto-emoji_u1f324-part-6"/>
            <p:cNvSpPr/>
            <p:nvPr/>
          </p:nvSpPr>
          <p:spPr>
            <a:xfrm>
              <a:off x="421527" y="943999"/>
              <a:ext cx="157215" cy="215623"/>
            </a:xfrm>
            <a:custGeom>
              <a:avLst/>
              <a:gdLst/>
              <a:ahLst/>
              <a:cxnLst/>
              <a:rect l="0" t="0" r="r" b="b"/>
              <a:pathLst>
                <a:path w="157215" h="215623">
                  <a:moveTo>
                    <a:pt x="17773" y="101"/>
                  </a:moveTo>
                  <a:cubicBezTo>
                    <a:pt x="2673" y="-1299"/>
                    <a:pt x="-1727" y="12101"/>
                    <a:pt x="573" y="24101"/>
                  </a:cubicBezTo>
                  <a:cubicBezTo>
                    <a:pt x="2773" y="36101"/>
                    <a:pt x="25273" y="188101"/>
                    <a:pt x="26773" y="199401"/>
                  </a:cubicBezTo>
                  <a:cubicBezTo>
                    <a:pt x="28973" y="215901"/>
                    <a:pt x="46273" y="222601"/>
                    <a:pt x="57473" y="206101"/>
                  </a:cubicBezTo>
                  <a:cubicBezTo>
                    <a:pt x="68673" y="189601"/>
                    <a:pt x="145673" y="66301"/>
                    <a:pt x="151873" y="54801"/>
                  </a:cubicBezTo>
                  <a:cubicBezTo>
                    <a:pt x="163073" y="33801"/>
                    <a:pt x="154873" y="29301"/>
                    <a:pt x="143673" y="24101"/>
                  </a:cubicBezTo>
                  <a:cubicBezTo>
                    <a:pt x="132373" y="18801"/>
                    <a:pt x="33473" y="1601"/>
                    <a:pt x="17773" y="101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87" name="probe-noto-emoji_u1f324-part-7"/>
            <p:cNvSpPr/>
            <p:nvPr/>
          </p:nvSpPr>
          <p:spPr>
            <a:xfrm>
              <a:off x="119586" y="758565"/>
              <a:ext cx="209654" cy="180662"/>
            </a:xfrm>
            <a:custGeom>
              <a:avLst/>
              <a:gdLst/>
              <a:ahLst/>
              <a:cxnLst/>
              <a:rect l="0" t="0" r="r" b="b"/>
              <a:pathLst>
                <a:path w="209654" h="180662">
                  <a:moveTo>
                    <a:pt x="103914" y="10935"/>
                  </a:moveTo>
                  <a:cubicBezTo>
                    <a:pt x="114414" y="-6265"/>
                    <a:pt x="127914" y="-1765"/>
                    <a:pt x="137614" y="14635"/>
                  </a:cubicBezTo>
                  <a:cubicBezTo>
                    <a:pt x="144314" y="25935"/>
                    <a:pt x="200514" y="101535"/>
                    <a:pt x="205814" y="109735"/>
                  </a:cubicBezTo>
                  <a:cubicBezTo>
                    <a:pt x="211014" y="117935"/>
                    <a:pt x="213314" y="133735"/>
                    <a:pt x="196814" y="137435"/>
                  </a:cubicBezTo>
                  <a:cubicBezTo>
                    <a:pt x="180314" y="141135"/>
                    <a:pt x="46214" y="176435"/>
                    <a:pt x="25214" y="180135"/>
                  </a:cubicBezTo>
                  <a:cubicBezTo>
                    <a:pt x="4214" y="183835"/>
                    <a:pt x="-7786" y="167435"/>
                    <a:pt x="5714" y="149435"/>
                  </a:cubicBezTo>
                  <a:cubicBezTo>
                    <a:pt x="13614" y="139035"/>
                    <a:pt x="98014" y="20735"/>
                    <a:pt x="103914" y="10935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88" name="probe-noto-emoji_u1f324-part-8"/>
            <p:cNvSpPr/>
            <p:nvPr/>
          </p:nvSpPr>
          <p:spPr>
            <a:xfrm>
              <a:off x="39834" y="490428"/>
              <a:ext cx="209099" cy="153499"/>
            </a:xfrm>
            <a:custGeom>
              <a:avLst/>
              <a:gdLst/>
              <a:ahLst/>
              <a:cxnLst/>
              <a:rect l="0" t="0" r="r" b="b"/>
              <a:pathLst>
                <a:path w="209099" h="153499">
                  <a:moveTo>
                    <a:pt x="155166" y="148772"/>
                  </a:moveTo>
                  <a:cubicBezTo>
                    <a:pt x="174366" y="157272"/>
                    <a:pt x="183366" y="154172"/>
                    <a:pt x="187366" y="140572"/>
                  </a:cubicBezTo>
                  <a:cubicBezTo>
                    <a:pt x="192566" y="122572"/>
                    <a:pt x="208366" y="40172"/>
                    <a:pt x="209066" y="21472"/>
                  </a:cubicBezTo>
                  <a:cubicBezTo>
                    <a:pt x="209566" y="9272"/>
                    <a:pt x="204566" y="-2528"/>
                    <a:pt x="185866" y="472"/>
                  </a:cubicBezTo>
                  <a:cubicBezTo>
                    <a:pt x="167166" y="3472"/>
                    <a:pt x="32366" y="22172"/>
                    <a:pt x="15166" y="28172"/>
                  </a:cubicBezTo>
                  <a:cubicBezTo>
                    <a:pt x="-4834" y="35172"/>
                    <a:pt x="-3434" y="57172"/>
                    <a:pt x="9966" y="64172"/>
                  </a:cubicBezTo>
                  <a:cubicBezTo>
                    <a:pt x="25566" y="72372"/>
                    <a:pt x="141766" y="142772"/>
                    <a:pt x="155166" y="148772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324-part-9"/>
            <p:cNvSpPr/>
            <p:nvPr/>
          </p:nvSpPr>
          <p:spPr>
            <a:xfrm>
              <a:off x="254244" y="185677"/>
              <a:ext cx="180479" cy="214831"/>
            </a:xfrm>
            <a:custGeom>
              <a:avLst/>
              <a:gdLst/>
              <a:ahLst/>
              <a:cxnLst/>
              <a:rect l="0" t="0" r="r" b="b"/>
              <a:pathLst>
                <a:path w="180479" h="214831">
                  <a:moveTo>
                    <a:pt x="173756" y="138823"/>
                  </a:moveTo>
                  <a:cubicBezTo>
                    <a:pt x="184556" y="130223"/>
                    <a:pt x="181256" y="117823"/>
                    <a:pt x="171556" y="111123"/>
                  </a:cubicBezTo>
                  <a:cubicBezTo>
                    <a:pt x="161856" y="104423"/>
                    <a:pt x="41456" y="17323"/>
                    <a:pt x="26256" y="5523"/>
                  </a:cubicBezTo>
                  <a:cubicBezTo>
                    <a:pt x="12756" y="-4977"/>
                    <a:pt x="-3744" y="-1177"/>
                    <a:pt x="756" y="22723"/>
                  </a:cubicBezTo>
                  <a:cubicBezTo>
                    <a:pt x="3956" y="39923"/>
                    <a:pt x="42356" y="190623"/>
                    <a:pt x="44956" y="201023"/>
                  </a:cubicBezTo>
                  <a:cubicBezTo>
                    <a:pt x="47956" y="213023"/>
                    <a:pt x="56956" y="219023"/>
                    <a:pt x="67456" y="211523"/>
                  </a:cubicBezTo>
                  <a:cubicBezTo>
                    <a:pt x="77956" y="204023"/>
                    <a:pt x="162556" y="147823"/>
                    <a:pt x="173756" y="138823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90" name="probe-noto-emoji_u1f324-part-10"/>
            <p:cNvSpPr/>
            <p:nvPr/>
          </p:nvSpPr>
          <p:spPr>
            <a:xfrm>
              <a:off x="402592" y="407700"/>
              <a:ext cx="840624" cy="446300"/>
            </a:xfrm>
            <a:custGeom>
              <a:avLst/>
              <a:gdLst/>
              <a:ahLst/>
              <a:cxnLst/>
              <a:rect l="0" t="0" r="r" b="b"/>
              <a:pathLst>
                <a:path w="840624" h="446300">
                  <a:moveTo>
                    <a:pt x="726008" y="278200"/>
                  </a:moveTo>
                  <a:cubicBezTo>
                    <a:pt x="726108" y="271700"/>
                    <a:pt x="748108" y="47400"/>
                    <a:pt x="551108" y="5900"/>
                  </a:cubicBezTo>
                  <a:cubicBezTo>
                    <a:pt x="360708" y="-34300"/>
                    <a:pt x="310808" y="144100"/>
                    <a:pt x="310808" y="144100"/>
                  </a:cubicBezTo>
                  <a:cubicBezTo>
                    <a:pt x="310808" y="144100"/>
                    <a:pt x="243308" y="135800"/>
                    <a:pt x="193808" y="173400"/>
                  </a:cubicBezTo>
                  <a:cubicBezTo>
                    <a:pt x="144308" y="211100"/>
                    <a:pt x="141508" y="273200"/>
                    <a:pt x="141508" y="273200"/>
                  </a:cubicBezTo>
                  <a:cubicBezTo>
                    <a:pt x="141508" y="273200"/>
                    <a:pt x="61908" y="270200"/>
                    <a:pt x="24408" y="314500"/>
                  </a:cubicBezTo>
                  <a:cubicBezTo>
                    <a:pt x="-9492" y="354500"/>
                    <a:pt x="1808" y="390600"/>
                    <a:pt x="1808" y="390600"/>
                  </a:cubicBezTo>
                  <a:lnTo>
                    <a:pt x="221508" y="446300"/>
                  </a:lnTo>
                  <a:lnTo>
                    <a:pt x="776808" y="431400"/>
                  </a:lnTo>
                  <a:lnTo>
                    <a:pt x="840508" y="392800"/>
                  </a:lnTo>
                  <a:cubicBezTo>
                    <a:pt x="840508" y="392800"/>
                    <a:pt x="844108" y="342300"/>
                    <a:pt x="811208" y="310300"/>
                  </a:cubicBezTo>
                  <a:cubicBezTo>
                    <a:pt x="765808" y="266300"/>
                    <a:pt x="726008" y="278200"/>
                    <a:pt x="726008" y="278200"/>
                  </a:cubicBezTo>
                  <a:close/>
                </a:path>
              </a:pathLst>
            </a:custGeom>
            <a:solidFill>
              <a:srgbClr val="E2EBEE"/>
            </a:solidFill>
            <a:ln w="8037" cap="flat">
              <a:noFill/>
              <a:prstDash val="solid"/>
              <a:miter/>
            </a:ln>
          </p:spPr>
        </p:sp>
        <p:sp>
          <p:nvSpPr>
            <p:cNvPr id="91" name="probe-noto-emoji_u1f324-part-11"/>
            <p:cNvSpPr/>
            <p:nvPr/>
          </p:nvSpPr>
          <p:spPr>
            <a:xfrm>
              <a:off x="402620" y="773000"/>
              <a:ext cx="840380" cy="102109"/>
            </a:xfrm>
            <a:custGeom>
              <a:avLst/>
              <a:gdLst/>
              <a:ahLst/>
              <a:cxnLst/>
              <a:rect l="0" t="0" r="r" b="b"/>
              <a:pathLst>
                <a:path w="840380" h="102109">
                  <a:moveTo>
                    <a:pt x="210280" y="0"/>
                  </a:moveTo>
                  <a:cubicBezTo>
                    <a:pt x="210280" y="0"/>
                    <a:pt x="149380" y="26800"/>
                    <a:pt x="73980" y="20200"/>
                  </a:cubicBezTo>
                  <a:cubicBezTo>
                    <a:pt x="29180" y="16300"/>
                    <a:pt x="580" y="3000"/>
                    <a:pt x="580" y="3000"/>
                  </a:cubicBezTo>
                  <a:cubicBezTo>
                    <a:pt x="580" y="3000"/>
                    <a:pt x="-7120" y="54800"/>
                    <a:pt x="33580" y="80300"/>
                  </a:cubicBezTo>
                  <a:cubicBezTo>
                    <a:pt x="64080" y="99400"/>
                    <a:pt x="93180" y="102300"/>
                    <a:pt x="147380" y="102100"/>
                  </a:cubicBezTo>
                  <a:cubicBezTo>
                    <a:pt x="201580" y="101900"/>
                    <a:pt x="694780" y="100900"/>
                    <a:pt x="730280" y="100500"/>
                  </a:cubicBezTo>
                  <a:cubicBezTo>
                    <a:pt x="765880" y="100100"/>
                    <a:pt x="799680" y="93800"/>
                    <a:pt x="816980" y="77700"/>
                  </a:cubicBezTo>
                  <a:cubicBezTo>
                    <a:pt x="838780" y="57400"/>
                    <a:pt x="840380" y="27500"/>
                    <a:pt x="840380" y="27500"/>
                  </a:cubicBezTo>
                  <a:cubicBezTo>
                    <a:pt x="840380" y="27500"/>
                    <a:pt x="806180" y="37700"/>
                    <a:pt x="758580" y="31500"/>
                  </a:cubicBezTo>
                  <a:cubicBezTo>
                    <a:pt x="711180" y="25300"/>
                    <a:pt x="683580" y="4100"/>
                    <a:pt x="683580" y="4100"/>
                  </a:cubicBezTo>
                  <a:cubicBezTo>
                    <a:pt x="683580" y="4100"/>
                    <a:pt x="649480" y="33200"/>
                    <a:pt x="473180" y="36400"/>
                  </a:cubicBezTo>
                  <a:cubicBezTo>
                    <a:pt x="282980" y="39900"/>
                    <a:pt x="210280" y="0"/>
                    <a:pt x="210280" y="0"/>
                  </a:cubicBezTo>
                  <a:close/>
                </a:path>
              </a:pathLst>
            </a:custGeom>
            <a:solidFill>
              <a:srgbClr val="BACDD2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92" name="probe-noto-emoji_u1f327" descr="Noto Emoji artwork by Google; Apache License 2.0; preserve full bundled license. Source: https://github.com/googlefonts/noto-emoji/blob/e20cbc2bbec1926686be9f9bee7d1d2cfa1fea0e/2D/svg/emoji_u1f327.svg; SVG SHA256: a0ec117c2afb64f206c81b4fa9c75ef333ba74e56ec4965be3d861f0b1aa48f9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1280000" cy="1280000"/>
          </a:xfrm>
        </p:grpSpPr>
        <p:sp>
          <p:nvSpPr>
            <p:cNvPr id="93" name="probe-noto-emoji_u1f327-part-1"/>
            <p:cNvSpPr/>
            <p:nvPr/>
          </p:nvSpPr>
          <p:spPr>
            <a:xfrm>
              <a:off x="45197" y="63368"/>
              <a:ext cx="1191803" cy="625390"/>
            </a:xfrm>
            <a:custGeom>
              <a:avLst/>
              <a:gdLst/>
              <a:ahLst/>
              <a:cxnLst/>
              <a:rect l="0" t="0" r="r" b="b"/>
              <a:pathLst>
                <a:path w="1191803" h="625390">
                  <a:moveTo>
                    <a:pt x="1031003" y="399532"/>
                  </a:moveTo>
                  <a:cubicBezTo>
                    <a:pt x="1031003" y="399532"/>
                    <a:pt x="1048203" y="76332"/>
                    <a:pt x="792103" y="12332"/>
                  </a:cubicBezTo>
                  <a:cubicBezTo>
                    <a:pt x="496003" y="-61668"/>
                    <a:pt x="437703" y="221532"/>
                    <a:pt x="437703" y="221532"/>
                  </a:cubicBezTo>
                  <a:cubicBezTo>
                    <a:pt x="437703" y="221532"/>
                    <a:pt x="322203" y="199632"/>
                    <a:pt x="250303" y="277732"/>
                  </a:cubicBezTo>
                  <a:cubicBezTo>
                    <a:pt x="190003" y="343232"/>
                    <a:pt x="195703" y="407332"/>
                    <a:pt x="195703" y="407332"/>
                  </a:cubicBezTo>
                  <a:cubicBezTo>
                    <a:pt x="195703" y="407332"/>
                    <a:pt x="116103" y="390132"/>
                    <a:pt x="53603" y="444832"/>
                  </a:cubicBezTo>
                  <a:cubicBezTo>
                    <a:pt x="-8897" y="499532"/>
                    <a:pt x="503" y="550932"/>
                    <a:pt x="503" y="550932"/>
                  </a:cubicBezTo>
                  <a:lnTo>
                    <a:pt x="186303" y="622732"/>
                  </a:lnTo>
                  <a:cubicBezTo>
                    <a:pt x="186303" y="622732"/>
                    <a:pt x="1124603" y="627432"/>
                    <a:pt x="1129303" y="624332"/>
                  </a:cubicBezTo>
                  <a:cubicBezTo>
                    <a:pt x="1134003" y="621232"/>
                    <a:pt x="1191803" y="530632"/>
                    <a:pt x="1191803" y="530632"/>
                  </a:cubicBezTo>
                  <a:cubicBezTo>
                    <a:pt x="1191803" y="530632"/>
                    <a:pt x="1182403" y="452532"/>
                    <a:pt x="1127803" y="421332"/>
                  </a:cubicBezTo>
                  <a:cubicBezTo>
                    <a:pt x="1073103" y="390132"/>
                    <a:pt x="1031003" y="399532"/>
                    <a:pt x="1031003" y="399532"/>
                  </a:cubicBezTo>
                  <a:close/>
                </a:path>
              </a:pathLst>
            </a:custGeom>
            <a:solidFill>
              <a:srgbClr val="E2EBEE"/>
            </a:solidFill>
            <a:ln w="8037" cap="flat">
              <a:noFill/>
              <a:prstDash val="solid"/>
              <a:miter/>
            </a:ln>
          </p:spPr>
        </p:sp>
        <p:sp>
          <p:nvSpPr>
            <p:cNvPr id="94" name="probe-noto-emoji_u1f327-part-2"/>
            <p:cNvSpPr/>
            <p:nvPr/>
          </p:nvSpPr>
          <p:spPr>
            <a:xfrm>
              <a:off x="44683" y="475237"/>
              <a:ext cx="1196343" cy="265724"/>
            </a:xfrm>
            <a:custGeom>
              <a:avLst/>
              <a:gdLst/>
              <a:ahLst/>
              <a:cxnLst/>
              <a:rect l="0" t="0" r="r" b="b"/>
              <a:pathLst>
                <a:path w="1196343" h="265724">
                  <a:moveTo>
                    <a:pt x="97817" y="259263"/>
                  </a:moveTo>
                  <a:cubicBezTo>
                    <a:pt x="144617" y="260863"/>
                    <a:pt x="450717" y="267063"/>
                    <a:pt x="636417" y="265463"/>
                  </a:cubicBezTo>
                  <a:cubicBezTo>
                    <a:pt x="822117" y="263863"/>
                    <a:pt x="1104517" y="266863"/>
                    <a:pt x="1143717" y="248363"/>
                  </a:cubicBezTo>
                  <a:cubicBezTo>
                    <a:pt x="1174417" y="233863"/>
                    <a:pt x="1192717" y="209863"/>
                    <a:pt x="1195617" y="176263"/>
                  </a:cubicBezTo>
                  <a:cubicBezTo>
                    <a:pt x="1198417" y="144163"/>
                    <a:pt x="1192217" y="118763"/>
                    <a:pt x="1192217" y="118763"/>
                  </a:cubicBezTo>
                  <a:cubicBezTo>
                    <a:pt x="1192217" y="118763"/>
                    <a:pt x="1148517" y="150363"/>
                    <a:pt x="1065717" y="151563"/>
                  </a:cubicBezTo>
                  <a:cubicBezTo>
                    <a:pt x="1014217" y="152263"/>
                    <a:pt x="909617" y="143763"/>
                    <a:pt x="929917" y="125063"/>
                  </a:cubicBezTo>
                  <a:cubicBezTo>
                    <a:pt x="935617" y="119763"/>
                    <a:pt x="1016517" y="58463"/>
                    <a:pt x="1012617" y="1763"/>
                  </a:cubicBezTo>
                  <a:cubicBezTo>
                    <a:pt x="1011717" y="-11637"/>
                    <a:pt x="939217" y="54863"/>
                    <a:pt x="870517" y="82963"/>
                  </a:cubicBezTo>
                  <a:cubicBezTo>
                    <a:pt x="801817" y="111063"/>
                    <a:pt x="736617" y="132763"/>
                    <a:pt x="645817" y="126963"/>
                  </a:cubicBezTo>
                  <a:cubicBezTo>
                    <a:pt x="569317" y="121963"/>
                    <a:pt x="536117" y="90863"/>
                    <a:pt x="536117" y="90863"/>
                  </a:cubicBezTo>
                  <a:cubicBezTo>
                    <a:pt x="536117" y="90863"/>
                    <a:pt x="499217" y="134163"/>
                    <a:pt x="388317" y="143463"/>
                  </a:cubicBezTo>
                  <a:cubicBezTo>
                    <a:pt x="277417" y="152863"/>
                    <a:pt x="253517" y="111163"/>
                    <a:pt x="253517" y="111163"/>
                  </a:cubicBezTo>
                  <a:cubicBezTo>
                    <a:pt x="253517" y="111163"/>
                    <a:pt x="199817" y="151763"/>
                    <a:pt x="109617" y="150563"/>
                  </a:cubicBezTo>
                  <a:cubicBezTo>
                    <a:pt x="19617" y="149163"/>
                    <a:pt x="1917" y="116763"/>
                    <a:pt x="1917" y="116763"/>
                  </a:cubicBezTo>
                  <a:cubicBezTo>
                    <a:pt x="1917" y="116763"/>
                    <a:pt x="-6583" y="174463"/>
                    <a:pt x="12217" y="208163"/>
                  </a:cubicBezTo>
                  <a:cubicBezTo>
                    <a:pt x="31417" y="242463"/>
                    <a:pt x="66317" y="258263"/>
                    <a:pt x="97817" y="259263"/>
                  </a:cubicBezTo>
                  <a:close/>
                </a:path>
              </a:pathLst>
            </a:custGeom>
            <a:solidFill>
              <a:srgbClr val="B9CED2"/>
            </a:solidFill>
            <a:ln w="8037" cap="flat">
              <a:noFill/>
              <a:prstDash val="solid"/>
              <a:miter/>
            </a:ln>
          </p:spPr>
        </p:sp>
        <p:sp>
          <p:nvSpPr>
            <p:cNvPr id="95" name="probe-noto-emoji_u1f327-part-3"/>
            <p:cNvSpPr/>
            <p:nvPr/>
          </p:nvSpPr>
          <p:spPr>
            <a:xfrm>
              <a:off x="580616" y="815193"/>
              <a:ext cx="136140" cy="195023"/>
            </a:xfrm>
            <a:custGeom>
              <a:avLst/>
              <a:gdLst/>
              <a:ahLst/>
              <a:cxnLst/>
              <a:rect l="0" t="0" r="r" b="b"/>
              <a:pathLst>
                <a:path w="136140" h="195023">
                  <a:moveTo>
                    <a:pt x="119284" y="507"/>
                  </a:moveTo>
                  <a:cubicBezTo>
                    <a:pt x="102184" y="-5493"/>
                    <a:pt x="41184" y="42807"/>
                    <a:pt x="13684" y="90507"/>
                  </a:cubicBezTo>
                  <a:cubicBezTo>
                    <a:pt x="-13916" y="138407"/>
                    <a:pt x="4084" y="173407"/>
                    <a:pt x="33584" y="187807"/>
                  </a:cubicBezTo>
                  <a:cubicBezTo>
                    <a:pt x="66784" y="204007"/>
                    <a:pt x="114584" y="194007"/>
                    <a:pt x="128184" y="146807"/>
                  </a:cubicBezTo>
                  <a:cubicBezTo>
                    <a:pt x="141584" y="100107"/>
                    <a:pt x="137684" y="7007"/>
                    <a:pt x="119284" y="507"/>
                  </a:cubicBezTo>
                  <a:close/>
                </a:path>
              </a:pathLst>
            </a:custGeom>
            <a:solidFill>
              <a:srgbClr val="4FC4F8"/>
            </a:solidFill>
            <a:ln w="8037" cap="flat">
              <a:noFill/>
              <a:prstDash val="solid"/>
              <a:miter/>
            </a:ln>
          </p:spPr>
        </p:sp>
        <p:sp>
          <p:nvSpPr>
            <p:cNvPr id="96" name="probe-noto-emoji_u1f327-part-4"/>
            <p:cNvSpPr/>
            <p:nvPr/>
          </p:nvSpPr>
          <p:spPr>
            <a:xfrm>
              <a:off x="256777" y="791454"/>
              <a:ext cx="134492" cy="197249"/>
            </a:xfrm>
            <a:custGeom>
              <a:avLst/>
              <a:gdLst/>
              <a:ahLst/>
              <a:cxnLst/>
              <a:rect l="0" t="0" r="r" b="b"/>
              <a:pathLst>
                <a:path w="134492" h="197249">
                  <a:moveTo>
                    <a:pt x="119823" y="446"/>
                  </a:moveTo>
                  <a:cubicBezTo>
                    <a:pt x="104323" y="-5054"/>
                    <a:pt x="54023" y="41646"/>
                    <a:pt x="31423" y="66846"/>
                  </a:cubicBezTo>
                  <a:cubicBezTo>
                    <a:pt x="1123" y="100746"/>
                    <a:pt x="-22277" y="163946"/>
                    <a:pt x="35223" y="189546"/>
                  </a:cubicBezTo>
                  <a:cubicBezTo>
                    <a:pt x="93123" y="215246"/>
                    <a:pt x="130723" y="173146"/>
                    <a:pt x="133623" y="114946"/>
                  </a:cubicBezTo>
                  <a:cubicBezTo>
                    <a:pt x="136423" y="60746"/>
                    <a:pt x="132623" y="5046"/>
                    <a:pt x="119823" y="446"/>
                  </a:cubicBezTo>
                  <a:close/>
                </a:path>
              </a:pathLst>
            </a:custGeom>
            <a:solidFill>
              <a:srgbClr val="4FC4F8"/>
            </a:solidFill>
            <a:ln w="8037" cap="flat">
              <a:noFill/>
              <a:prstDash val="solid"/>
              <a:miter/>
            </a:ln>
          </p:spPr>
        </p:sp>
        <p:sp>
          <p:nvSpPr>
            <p:cNvPr id="97" name="probe-noto-emoji_u1f327-part-5"/>
            <p:cNvSpPr/>
            <p:nvPr/>
          </p:nvSpPr>
          <p:spPr>
            <a:xfrm>
              <a:off x="376925" y="1015630"/>
              <a:ext cx="135018" cy="199666"/>
            </a:xfrm>
            <a:custGeom>
              <a:avLst/>
              <a:gdLst/>
              <a:ahLst/>
              <a:cxnLst/>
              <a:rect l="0" t="0" r="r" b="b"/>
              <a:pathLst>
                <a:path w="135018" h="199666">
                  <a:moveTo>
                    <a:pt x="121775" y="870"/>
                  </a:moveTo>
                  <a:cubicBezTo>
                    <a:pt x="105275" y="-8030"/>
                    <a:pt x="35975" y="53470"/>
                    <a:pt x="13875" y="90170"/>
                  </a:cubicBezTo>
                  <a:cubicBezTo>
                    <a:pt x="-8125" y="126870"/>
                    <a:pt x="-6725" y="173970"/>
                    <a:pt x="38275" y="193270"/>
                  </a:cubicBezTo>
                  <a:cubicBezTo>
                    <a:pt x="83275" y="212570"/>
                    <a:pt x="122975" y="187870"/>
                    <a:pt x="131275" y="123570"/>
                  </a:cubicBezTo>
                  <a:cubicBezTo>
                    <a:pt x="137075" y="77970"/>
                    <a:pt x="137675" y="9470"/>
                    <a:pt x="121775" y="870"/>
                  </a:cubicBezTo>
                  <a:close/>
                </a:path>
              </a:pathLst>
            </a:custGeom>
            <a:solidFill>
              <a:srgbClr val="4FC4F8"/>
            </a:solidFill>
            <a:ln w="8037" cap="flat">
              <a:noFill/>
              <a:prstDash val="solid"/>
              <a:miter/>
            </a:ln>
          </p:spPr>
        </p:sp>
        <p:sp>
          <p:nvSpPr>
            <p:cNvPr id="98" name="probe-noto-emoji_u1f327-part-6"/>
            <p:cNvSpPr/>
            <p:nvPr/>
          </p:nvSpPr>
          <p:spPr>
            <a:xfrm>
              <a:off x="714330" y="1021311"/>
              <a:ext cx="133742" cy="197696"/>
            </a:xfrm>
            <a:custGeom>
              <a:avLst/>
              <a:gdLst/>
              <a:ahLst/>
              <a:cxnLst/>
              <a:rect l="0" t="0" r="r" b="b"/>
              <a:pathLst>
                <a:path w="133742" h="197696">
                  <a:moveTo>
                    <a:pt x="119470" y="489"/>
                  </a:moveTo>
                  <a:cubicBezTo>
                    <a:pt x="107570" y="-6211"/>
                    <a:pt x="25170" y="57389"/>
                    <a:pt x="6670" y="103689"/>
                  </a:cubicBezTo>
                  <a:cubicBezTo>
                    <a:pt x="-30030" y="195589"/>
                    <a:pt x="95370" y="236589"/>
                    <a:pt x="123870" y="150189"/>
                  </a:cubicBezTo>
                  <a:cubicBezTo>
                    <a:pt x="140470" y="99789"/>
                    <a:pt x="134170" y="8789"/>
                    <a:pt x="119470" y="489"/>
                  </a:cubicBezTo>
                  <a:close/>
                </a:path>
              </a:pathLst>
            </a:custGeom>
            <a:solidFill>
              <a:srgbClr val="4FC4F8"/>
            </a:solidFill>
            <a:ln w="8037" cap="flat">
              <a:noFill/>
              <a:prstDash val="solid"/>
              <a:miter/>
            </a:ln>
          </p:spPr>
        </p:sp>
        <p:sp>
          <p:nvSpPr>
            <p:cNvPr id="99" name="probe-noto-emoji_u1f327-part-7"/>
            <p:cNvSpPr/>
            <p:nvPr/>
          </p:nvSpPr>
          <p:spPr>
            <a:xfrm>
              <a:off x="917795" y="822534"/>
              <a:ext cx="138268" cy="201662"/>
            </a:xfrm>
            <a:custGeom>
              <a:avLst/>
              <a:gdLst/>
              <a:ahLst/>
              <a:cxnLst/>
              <a:rect l="0" t="0" r="r" b="b"/>
              <a:pathLst>
                <a:path w="138268" h="201662">
                  <a:moveTo>
                    <a:pt x="120905" y="1166"/>
                  </a:moveTo>
                  <a:cubicBezTo>
                    <a:pt x="104605" y="-8834"/>
                    <a:pt x="36105" y="47566"/>
                    <a:pt x="13305" y="89966"/>
                  </a:cubicBezTo>
                  <a:cubicBezTo>
                    <a:pt x="-15495" y="143566"/>
                    <a:pt x="6905" y="183966"/>
                    <a:pt x="38305" y="196766"/>
                  </a:cubicBezTo>
                  <a:cubicBezTo>
                    <a:pt x="70905" y="209966"/>
                    <a:pt x="112805" y="197266"/>
                    <a:pt x="127005" y="148966"/>
                  </a:cubicBezTo>
                  <a:cubicBezTo>
                    <a:pt x="147505" y="79366"/>
                    <a:pt x="136705" y="10966"/>
                    <a:pt x="120905" y="1166"/>
                  </a:cubicBezTo>
                  <a:close/>
                </a:path>
              </a:pathLst>
            </a:custGeom>
            <a:solidFill>
              <a:srgbClr val="4FC4F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0" name="probe-noto-emoji_u1f327-part-8"/>
            <p:cNvSpPr/>
            <p:nvPr/>
          </p:nvSpPr>
          <p:spPr>
            <a:xfrm>
              <a:off x="937520" y="910753"/>
              <a:ext cx="49880" cy="77765"/>
            </a:xfrm>
            <a:custGeom>
              <a:avLst/>
              <a:gdLst/>
              <a:ahLst/>
              <a:cxnLst/>
              <a:rect l="0" t="0" r="r" b="b"/>
              <a:pathLst>
                <a:path w="49880" h="77765">
                  <a:moveTo>
                    <a:pt x="26480" y="147"/>
                  </a:moveTo>
                  <a:cubicBezTo>
                    <a:pt x="15680" y="1447"/>
                    <a:pt x="2280" y="16847"/>
                    <a:pt x="180" y="43147"/>
                  </a:cubicBezTo>
                  <a:cubicBezTo>
                    <a:pt x="-1920" y="69447"/>
                    <a:pt x="14680" y="82747"/>
                    <a:pt x="31480" y="76047"/>
                  </a:cubicBezTo>
                  <a:cubicBezTo>
                    <a:pt x="47280" y="69747"/>
                    <a:pt x="49880" y="47247"/>
                    <a:pt x="49880" y="33047"/>
                  </a:cubicBezTo>
                  <a:cubicBezTo>
                    <a:pt x="49880" y="18847"/>
                    <a:pt x="43180" y="-1953"/>
                    <a:pt x="26480" y="147"/>
                  </a:cubicBezTo>
                  <a:close/>
                </a:path>
              </a:pathLst>
            </a:custGeom>
            <a:solidFill>
              <a:srgbClr val="AEE6F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1" name="probe-noto-emoji_u1f327-part-9"/>
            <p:cNvSpPr/>
            <p:nvPr/>
          </p:nvSpPr>
          <p:spPr>
            <a:xfrm>
              <a:off x="593141" y="902226"/>
              <a:ext cx="53992" cy="79953"/>
            </a:xfrm>
            <a:custGeom>
              <a:avLst/>
              <a:gdLst/>
              <a:ahLst/>
              <a:cxnLst/>
              <a:rect l="0" t="0" r="r" b="b"/>
              <a:pathLst>
                <a:path w="53992" h="79953">
                  <a:moveTo>
                    <a:pt x="36859" y="374"/>
                  </a:moveTo>
                  <a:cubicBezTo>
                    <a:pt x="25459" y="-2826"/>
                    <a:pt x="4259" y="14774"/>
                    <a:pt x="559" y="43274"/>
                  </a:cubicBezTo>
                  <a:cubicBezTo>
                    <a:pt x="-2341" y="65274"/>
                    <a:pt x="6159" y="78574"/>
                    <a:pt x="23259" y="79874"/>
                  </a:cubicBezTo>
                  <a:cubicBezTo>
                    <a:pt x="47059" y="81674"/>
                    <a:pt x="54559" y="52374"/>
                    <a:pt x="53959" y="34474"/>
                  </a:cubicBezTo>
                  <a:cubicBezTo>
                    <a:pt x="53559" y="24274"/>
                    <a:pt x="51759" y="4574"/>
                    <a:pt x="36859" y="374"/>
                  </a:cubicBezTo>
                  <a:close/>
                </a:path>
              </a:pathLst>
            </a:custGeom>
            <a:solidFill>
              <a:srgbClr val="AEE6F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2" name="probe-noto-emoji_u1f327-part-10"/>
            <p:cNvSpPr/>
            <p:nvPr/>
          </p:nvSpPr>
          <p:spPr>
            <a:xfrm>
              <a:off x="396100" y="1097874"/>
              <a:ext cx="50888" cy="81380"/>
            </a:xfrm>
            <a:custGeom>
              <a:avLst/>
              <a:gdLst/>
              <a:ahLst/>
              <a:cxnLst/>
              <a:rect l="0" t="0" r="r" b="b"/>
              <a:pathLst>
                <a:path w="50888" h="81380">
                  <a:moveTo>
                    <a:pt x="28400" y="26"/>
                  </a:moveTo>
                  <a:cubicBezTo>
                    <a:pt x="17800" y="-774"/>
                    <a:pt x="0" y="17026"/>
                    <a:pt x="0" y="44726"/>
                  </a:cubicBezTo>
                  <a:cubicBezTo>
                    <a:pt x="0" y="72426"/>
                    <a:pt x="14400" y="84426"/>
                    <a:pt x="31400" y="80726"/>
                  </a:cubicBezTo>
                  <a:cubicBezTo>
                    <a:pt x="48400" y="76926"/>
                    <a:pt x="51800" y="44426"/>
                    <a:pt x="50700" y="31526"/>
                  </a:cubicBezTo>
                  <a:cubicBezTo>
                    <a:pt x="49600" y="18626"/>
                    <a:pt x="44100" y="1226"/>
                    <a:pt x="28400" y="26"/>
                  </a:cubicBezTo>
                  <a:close/>
                </a:path>
              </a:pathLst>
            </a:custGeom>
            <a:solidFill>
              <a:srgbClr val="AEE6F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3" name="probe-noto-emoji_u1f327-part-11"/>
            <p:cNvSpPr/>
            <p:nvPr/>
          </p:nvSpPr>
          <p:spPr>
            <a:xfrm>
              <a:off x="273958" y="883815"/>
              <a:ext cx="52419" cy="72681"/>
            </a:xfrm>
            <a:custGeom>
              <a:avLst/>
              <a:gdLst/>
              <a:ahLst/>
              <a:cxnLst/>
              <a:rect l="0" t="0" r="r" b="b"/>
              <a:pathLst>
                <a:path w="52419" h="72681">
                  <a:moveTo>
                    <a:pt x="35142" y="585"/>
                  </a:moveTo>
                  <a:cubicBezTo>
                    <a:pt x="20842" y="-3515"/>
                    <a:pt x="2542" y="14585"/>
                    <a:pt x="342" y="34985"/>
                  </a:cubicBezTo>
                  <a:cubicBezTo>
                    <a:pt x="-1958" y="55385"/>
                    <a:pt x="7542" y="70185"/>
                    <a:pt x="22642" y="72485"/>
                  </a:cubicBezTo>
                  <a:cubicBezTo>
                    <a:pt x="37742" y="74785"/>
                    <a:pt x="50642" y="56585"/>
                    <a:pt x="52142" y="35385"/>
                  </a:cubicBezTo>
                  <a:cubicBezTo>
                    <a:pt x="53742" y="14185"/>
                    <a:pt x="48442" y="4285"/>
                    <a:pt x="35142" y="585"/>
                  </a:cubicBezTo>
                  <a:close/>
                </a:path>
              </a:pathLst>
            </a:custGeom>
            <a:solidFill>
              <a:srgbClr val="AEE6F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4" name="probe-noto-emoji_u1f327-part-12"/>
            <p:cNvSpPr/>
            <p:nvPr/>
          </p:nvSpPr>
          <p:spPr>
            <a:xfrm>
              <a:off x="732390" y="1109656"/>
              <a:ext cx="51953" cy="83078"/>
            </a:xfrm>
            <a:custGeom>
              <a:avLst/>
              <a:gdLst/>
              <a:ahLst/>
              <a:cxnLst/>
              <a:rect l="0" t="0" r="r" b="b"/>
              <a:pathLst>
                <a:path w="51953" h="83078">
                  <a:moveTo>
                    <a:pt x="31610" y="44"/>
                  </a:moveTo>
                  <a:cubicBezTo>
                    <a:pt x="18410" y="-1056"/>
                    <a:pt x="-490" y="18444"/>
                    <a:pt x="10" y="47944"/>
                  </a:cubicBezTo>
                  <a:cubicBezTo>
                    <a:pt x="510" y="77444"/>
                    <a:pt x="15810" y="82444"/>
                    <a:pt x="25910" y="83044"/>
                  </a:cubicBezTo>
                  <a:cubicBezTo>
                    <a:pt x="40410" y="83944"/>
                    <a:pt x="50510" y="66844"/>
                    <a:pt x="51810" y="40044"/>
                  </a:cubicBezTo>
                  <a:cubicBezTo>
                    <a:pt x="52910" y="17544"/>
                    <a:pt x="47810" y="1344"/>
                    <a:pt x="31610" y="44"/>
                  </a:cubicBezTo>
                  <a:close/>
                </a:path>
              </a:pathLst>
            </a:custGeom>
            <a:solidFill>
              <a:srgbClr val="AEE6FD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05" name="probe-noto-emoji_u1f4a7" descr="Noto Emoji artwork by Google; Apache License 2.0; preserve full bundled license. Source: https://github.com/googlefonts/noto-emoji/blob/e20cbc2bbec1926686be9f9bee7d1d2cfa1fea0e/2D/svg/emoji_u1f4a7.svg; SVG SHA256: d4751fed323d453bc85a3366c01f1a0bf0f5ca5260bf48e6eb4b150c2af86dfa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1280000" cy="1280000"/>
          </a:xfrm>
        </p:grpSpPr>
        <p:sp>
          <p:nvSpPr>
            <p:cNvPr id="106" name="probe-noto-emoji_u1f4a7-part-1"/>
            <p:cNvSpPr/>
            <p:nvPr/>
          </p:nvSpPr>
          <p:spPr>
            <a:xfrm>
              <a:off x="274226" y="40680"/>
              <a:ext cx="736183" cy="1197533"/>
            </a:xfrm>
            <a:custGeom>
              <a:avLst/>
              <a:gdLst/>
              <a:ahLst/>
              <a:cxnLst/>
              <a:rect l="0" t="0" r="r" b="b"/>
              <a:pathLst>
                <a:path w="736183" h="1197533">
                  <a:moveTo>
                    <a:pt x="359574" y="20"/>
                  </a:moveTo>
                  <a:cubicBezTo>
                    <a:pt x="317374" y="920"/>
                    <a:pt x="305174" y="46920"/>
                    <a:pt x="290074" y="84520"/>
                  </a:cubicBezTo>
                  <a:cubicBezTo>
                    <a:pt x="274974" y="122120"/>
                    <a:pt x="185074" y="326620"/>
                    <a:pt x="126874" y="429820"/>
                  </a:cubicBezTo>
                  <a:cubicBezTo>
                    <a:pt x="68674" y="533020"/>
                    <a:pt x="-10126" y="668220"/>
                    <a:pt x="1074" y="861520"/>
                  </a:cubicBezTo>
                  <a:cubicBezTo>
                    <a:pt x="12374" y="1054820"/>
                    <a:pt x="162474" y="1199120"/>
                    <a:pt x="372774" y="1197520"/>
                  </a:cubicBezTo>
                  <a:cubicBezTo>
                    <a:pt x="562874" y="1196120"/>
                    <a:pt x="729174" y="1086520"/>
                    <a:pt x="735974" y="848420"/>
                  </a:cubicBezTo>
                  <a:cubicBezTo>
                    <a:pt x="741574" y="651320"/>
                    <a:pt x="633174" y="481020"/>
                    <a:pt x="579674" y="376820"/>
                  </a:cubicBezTo>
                  <a:cubicBezTo>
                    <a:pt x="547874" y="314820"/>
                    <a:pt x="443774" y="107320"/>
                    <a:pt x="432774" y="81620"/>
                  </a:cubicBezTo>
                  <a:cubicBezTo>
                    <a:pt x="413074" y="35620"/>
                    <a:pt x="404674" y="-980"/>
                    <a:pt x="359574" y="20"/>
                  </a:cubicBezTo>
                  <a:close/>
                </a:path>
              </a:pathLst>
            </a:custGeom>
            <a:solidFill>
              <a:srgbClr val="4EC1F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7" name="probe-noto-emoji_u1f4a7-part-2"/>
            <p:cNvSpPr/>
            <p:nvPr/>
          </p:nvSpPr>
          <p:spPr>
            <a:xfrm>
              <a:off x="373800" y="644178"/>
              <a:ext cx="168223" cy="398184"/>
            </a:xfrm>
            <a:custGeom>
              <a:avLst/>
              <a:gdLst/>
              <a:ahLst/>
              <a:cxnLst/>
              <a:rect l="0" t="0" r="r" b="b"/>
              <a:pathLst>
                <a:path w="168223" h="398184">
                  <a:moveTo>
                    <a:pt x="100000" y="22"/>
                  </a:moveTo>
                  <a:cubicBezTo>
                    <a:pt x="70400" y="1322"/>
                    <a:pt x="0" y="92922"/>
                    <a:pt x="0" y="208422"/>
                  </a:cubicBezTo>
                  <a:cubicBezTo>
                    <a:pt x="0" y="323922"/>
                    <a:pt x="54500" y="409222"/>
                    <a:pt x="114000" y="397022"/>
                  </a:cubicBezTo>
                  <a:cubicBezTo>
                    <a:pt x="183000" y="382922"/>
                    <a:pt x="171700" y="312522"/>
                    <a:pt x="157600" y="256222"/>
                  </a:cubicBezTo>
                  <a:cubicBezTo>
                    <a:pt x="145500" y="207822"/>
                    <a:pt x="126600" y="150622"/>
                    <a:pt x="122400" y="98522"/>
                  </a:cubicBezTo>
                  <a:cubicBezTo>
                    <a:pt x="119800" y="64822"/>
                    <a:pt x="131000" y="-1378"/>
                    <a:pt x="100000" y="22"/>
                  </a:cubicBezTo>
                  <a:close/>
                </a:path>
              </a:pathLst>
            </a:custGeom>
            <a:solidFill>
              <a:srgbClr val="B3E2FB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08" name="probe-noto-emoji_u1f50b" descr="Noto Emoji artwork by Google; Apache License 2.0; preserve full bundled license. Source: https://github.com/googlefonts/noto-emoji/blob/e20cbc2bbec1926686be9f9bee7d1d2cfa1fea0e/2D/svg/emoji_u1f50b.svg; SVG SHA256: 91208eced24e0ef97ecc6e9d9a5749fe2b051ea46bd1f5e021ade2d4d8b56281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1280000" cy="1280000"/>
          </a:xfrm>
        </p:grpSpPr>
        <p:sp>
          <p:nvSpPr>
            <p:cNvPr id="109" name="probe-noto-emoji_u1f50b-part-1"/>
            <p:cNvSpPr/>
            <p:nvPr/>
          </p:nvSpPr>
          <p:spPr>
            <a:xfrm>
              <a:off x="340200" y="203500"/>
              <a:ext cx="599600" cy="1029100"/>
            </a:xfrm>
            <a:custGeom>
              <a:avLst/>
              <a:gdLst/>
              <a:ahLst/>
              <a:cxnLst/>
              <a:rect l="0" t="0" r="r" b="b"/>
              <a:pathLst>
                <a:path w="599600" h="1029100">
                  <a:moveTo>
                    <a:pt x="0" y="0"/>
                  </a:moveTo>
                  <a:lnTo>
                    <a:pt x="0" y="885700"/>
                  </a:lnTo>
                  <a:cubicBezTo>
                    <a:pt x="0" y="964900"/>
                    <a:pt x="134200" y="1029100"/>
                    <a:pt x="299800" y="1029100"/>
                  </a:cubicBezTo>
                  <a:cubicBezTo>
                    <a:pt x="465400" y="1029100"/>
                    <a:pt x="599600" y="964900"/>
                    <a:pt x="599600" y="885700"/>
                  </a:cubicBezTo>
                  <a:lnTo>
                    <a:pt x="59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CC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0" name="probe-noto-emoji_u1f50b-part-2"/>
            <p:cNvSpPr/>
            <p:nvPr/>
          </p:nvSpPr>
          <p:spPr>
            <a:xfrm>
              <a:off x="339881" y="32600"/>
              <a:ext cx="600119" cy="324700"/>
            </a:xfrm>
            <a:custGeom>
              <a:avLst/>
              <a:gdLst/>
              <a:ahLst/>
              <a:cxnLst/>
              <a:rect l="0" t="0" r="r" b="b"/>
              <a:pathLst>
                <a:path w="600119" h="324700">
                  <a:moveTo>
                    <a:pt x="600119" y="171000"/>
                  </a:moveTo>
                  <a:cubicBezTo>
                    <a:pt x="600119" y="265400"/>
                    <a:pt x="442219" y="324700"/>
                    <a:pt x="300319" y="324700"/>
                  </a:cubicBezTo>
                  <a:cubicBezTo>
                    <a:pt x="162119" y="324700"/>
                    <a:pt x="10119" y="265100"/>
                    <a:pt x="519" y="171000"/>
                  </a:cubicBezTo>
                  <a:cubicBezTo>
                    <a:pt x="-9781" y="69600"/>
                    <a:pt x="134719" y="0"/>
                    <a:pt x="300319" y="0"/>
                  </a:cubicBezTo>
                  <a:cubicBezTo>
                    <a:pt x="465919" y="0"/>
                    <a:pt x="600119" y="76600"/>
                    <a:pt x="600119" y="171000"/>
                  </a:cubicBezTo>
                  <a:close/>
                </a:path>
              </a:pathLst>
            </a:custGeom>
            <a:solidFill>
              <a:srgbClr val="9EE35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1" name="probe-noto-emoji_u1f50b-part-3"/>
            <p:cNvSpPr/>
            <p:nvPr/>
          </p:nvSpPr>
          <p:spPr>
            <a:xfrm>
              <a:off x="405600" y="61200"/>
              <a:ext cx="472800" cy="228600"/>
            </a:xfrm>
            <a:custGeom>
              <a:avLst/>
              <a:gdLst/>
              <a:ahLst/>
              <a:cxnLst/>
              <a:rect l="0" t="0" r="r" b="b"/>
              <a:pathLst>
                <a:path w="472800" h="228600">
                  <a:moveTo>
                    <a:pt x="472800" y="114300"/>
                  </a:moveTo>
                  <a:cubicBezTo>
                    <a:pt x="472800" y="116694"/>
                    <a:pt x="472644" y="119088"/>
                    <a:pt x="472334" y="121477"/>
                  </a:cubicBezTo>
                  <a:cubicBezTo>
                    <a:pt x="472023" y="123866"/>
                    <a:pt x="471557" y="126250"/>
                    <a:pt x="470936" y="128626"/>
                  </a:cubicBezTo>
                  <a:cubicBezTo>
                    <a:pt x="470315" y="131001"/>
                    <a:pt x="469541" y="133366"/>
                    <a:pt x="468613" y="135718"/>
                  </a:cubicBezTo>
                  <a:cubicBezTo>
                    <a:pt x="467685" y="138069"/>
                    <a:pt x="466604" y="140406"/>
                    <a:pt x="465373" y="142725"/>
                  </a:cubicBezTo>
                  <a:cubicBezTo>
                    <a:pt x="464142" y="145044"/>
                    <a:pt x="462760" y="147344"/>
                    <a:pt x="461230" y="149621"/>
                  </a:cubicBezTo>
                  <a:cubicBezTo>
                    <a:pt x="459700" y="151898"/>
                    <a:pt x="458022" y="154151"/>
                    <a:pt x="456199" y="156377"/>
                  </a:cubicBezTo>
                  <a:cubicBezTo>
                    <a:pt x="454376" y="158603"/>
                    <a:pt x="452409" y="160800"/>
                    <a:pt x="450301" y="162967"/>
                  </a:cubicBezTo>
                  <a:cubicBezTo>
                    <a:pt x="448193" y="165133"/>
                    <a:pt x="445944" y="167266"/>
                    <a:pt x="443559" y="169364"/>
                  </a:cubicBezTo>
                  <a:cubicBezTo>
                    <a:pt x="441173" y="171462"/>
                    <a:pt x="438652" y="173524"/>
                    <a:pt x="435999" y="175545"/>
                  </a:cubicBezTo>
                  <a:cubicBezTo>
                    <a:pt x="433346" y="177566"/>
                    <a:pt x="430562" y="179547"/>
                    <a:pt x="427652" y="181484"/>
                  </a:cubicBezTo>
                  <a:cubicBezTo>
                    <a:pt x="424741" y="183421"/>
                    <a:pt x="421706" y="185313"/>
                    <a:pt x="418549" y="187158"/>
                  </a:cubicBezTo>
                  <a:cubicBezTo>
                    <a:pt x="415393" y="189002"/>
                    <a:pt x="412118" y="190799"/>
                    <a:pt x="408728" y="192544"/>
                  </a:cubicBezTo>
                  <a:cubicBezTo>
                    <a:pt x="405339" y="194289"/>
                    <a:pt x="401836" y="195982"/>
                    <a:pt x="398227" y="197621"/>
                  </a:cubicBezTo>
                  <a:cubicBezTo>
                    <a:pt x="394617" y="199260"/>
                    <a:pt x="390902" y="200844"/>
                    <a:pt x="387087" y="202370"/>
                  </a:cubicBezTo>
                  <a:cubicBezTo>
                    <a:pt x="383272" y="203896"/>
                    <a:pt x="379358" y="205363"/>
                    <a:pt x="375352" y="206771"/>
                  </a:cubicBezTo>
                  <a:cubicBezTo>
                    <a:pt x="371347" y="208178"/>
                    <a:pt x="367250" y="209524"/>
                    <a:pt x="363069" y="210807"/>
                  </a:cubicBezTo>
                  <a:cubicBezTo>
                    <a:pt x="358889" y="212089"/>
                    <a:pt x="354626" y="213308"/>
                    <a:pt x="350287" y="214462"/>
                  </a:cubicBezTo>
                  <a:cubicBezTo>
                    <a:pt x="345947" y="215615"/>
                    <a:pt x="341535" y="216702"/>
                    <a:pt x="337054" y="217722"/>
                  </a:cubicBezTo>
                  <a:cubicBezTo>
                    <a:pt x="332574" y="218741"/>
                    <a:pt x="328028" y="219692"/>
                    <a:pt x="323425" y="220573"/>
                  </a:cubicBezTo>
                  <a:cubicBezTo>
                    <a:pt x="318821" y="221455"/>
                    <a:pt x="314161" y="222266"/>
                    <a:pt x="309452" y="223006"/>
                  </a:cubicBezTo>
                  <a:cubicBezTo>
                    <a:pt x="304742" y="223746"/>
                    <a:pt x="299986" y="224414"/>
                    <a:pt x="295190" y="225009"/>
                  </a:cubicBezTo>
                  <a:cubicBezTo>
                    <a:pt x="290394" y="225604"/>
                    <a:pt x="285561" y="226127"/>
                    <a:pt x="280697" y="226575"/>
                  </a:cubicBezTo>
                  <a:cubicBezTo>
                    <a:pt x="275833" y="227024"/>
                    <a:pt x="270941" y="227399"/>
                    <a:pt x="266029" y="227699"/>
                  </a:cubicBezTo>
                  <a:cubicBezTo>
                    <a:pt x="261116" y="227999"/>
                    <a:pt x="256185" y="228224"/>
                    <a:pt x="251244" y="228374"/>
                  </a:cubicBezTo>
                  <a:cubicBezTo>
                    <a:pt x="246302" y="228525"/>
                    <a:pt x="241352" y="228600"/>
                    <a:pt x="236400" y="228600"/>
                  </a:cubicBezTo>
                  <a:cubicBezTo>
                    <a:pt x="231448" y="228600"/>
                    <a:pt x="226498" y="228525"/>
                    <a:pt x="221556" y="228374"/>
                  </a:cubicBezTo>
                  <a:cubicBezTo>
                    <a:pt x="216615" y="228224"/>
                    <a:pt x="211684" y="227999"/>
                    <a:pt x="206771" y="227699"/>
                  </a:cubicBezTo>
                  <a:cubicBezTo>
                    <a:pt x="201859" y="227399"/>
                    <a:pt x="196967" y="227024"/>
                    <a:pt x="192103" y="226575"/>
                  </a:cubicBezTo>
                  <a:cubicBezTo>
                    <a:pt x="187239" y="226127"/>
                    <a:pt x="182406" y="225604"/>
                    <a:pt x="177610" y="225009"/>
                  </a:cubicBezTo>
                  <a:cubicBezTo>
                    <a:pt x="172814" y="224414"/>
                    <a:pt x="168058" y="223746"/>
                    <a:pt x="163348" y="223006"/>
                  </a:cubicBezTo>
                  <a:cubicBezTo>
                    <a:pt x="158639" y="222266"/>
                    <a:pt x="153979" y="221455"/>
                    <a:pt x="149375" y="220573"/>
                  </a:cubicBezTo>
                  <a:cubicBezTo>
                    <a:pt x="144772" y="219692"/>
                    <a:pt x="140226" y="218741"/>
                    <a:pt x="135746" y="217722"/>
                  </a:cubicBezTo>
                  <a:cubicBezTo>
                    <a:pt x="131265" y="216702"/>
                    <a:pt x="126853" y="215615"/>
                    <a:pt x="122513" y="214462"/>
                  </a:cubicBezTo>
                  <a:cubicBezTo>
                    <a:pt x="118174" y="213308"/>
                    <a:pt x="113911" y="212089"/>
                    <a:pt x="109731" y="210807"/>
                  </a:cubicBezTo>
                  <a:cubicBezTo>
                    <a:pt x="105550" y="209524"/>
                    <a:pt x="101453" y="208178"/>
                    <a:pt x="97448" y="206771"/>
                  </a:cubicBezTo>
                  <a:cubicBezTo>
                    <a:pt x="93442" y="205363"/>
                    <a:pt x="89528" y="203896"/>
                    <a:pt x="85713" y="202370"/>
                  </a:cubicBezTo>
                  <a:cubicBezTo>
                    <a:pt x="81898" y="200844"/>
                    <a:pt x="78183" y="199260"/>
                    <a:pt x="74573" y="197621"/>
                  </a:cubicBezTo>
                  <a:cubicBezTo>
                    <a:pt x="70964" y="195982"/>
                    <a:pt x="67461" y="194289"/>
                    <a:pt x="64072" y="192544"/>
                  </a:cubicBezTo>
                  <a:cubicBezTo>
                    <a:pt x="60682" y="190799"/>
                    <a:pt x="57407" y="189002"/>
                    <a:pt x="54251" y="187158"/>
                  </a:cubicBezTo>
                  <a:cubicBezTo>
                    <a:pt x="51094" y="185313"/>
                    <a:pt x="48059" y="183421"/>
                    <a:pt x="45148" y="181484"/>
                  </a:cubicBezTo>
                  <a:cubicBezTo>
                    <a:pt x="42238" y="179547"/>
                    <a:pt x="39454" y="177566"/>
                    <a:pt x="36801" y="175545"/>
                  </a:cubicBezTo>
                  <a:cubicBezTo>
                    <a:pt x="34148" y="173524"/>
                    <a:pt x="31627" y="171462"/>
                    <a:pt x="29241" y="169364"/>
                  </a:cubicBezTo>
                  <a:cubicBezTo>
                    <a:pt x="26856" y="167266"/>
                    <a:pt x="24607" y="165133"/>
                    <a:pt x="22499" y="162967"/>
                  </a:cubicBezTo>
                  <a:cubicBezTo>
                    <a:pt x="20391" y="160800"/>
                    <a:pt x="18424" y="158603"/>
                    <a:pt x="16601" y="156377"/>
                  </a:cubicBezTo>
                  <a:cubicBezTo>
                    <a:pt x="14778" y="154151"/>
                    <a:pt x="13100" y="151898"/>
                    <a:pt x="11570" y="149621"/>
                  </a:cubicBezTo>
                  <a:cubicBezTo>
                    <a:pt x="10040" y="147344"/>
                    <a:pt x="8658" y="145044"/>
                    <a:pt x="7427" y="142725"/>
                  </a:cubicBezTo>
                  <a:cubicBezTo>
                    <a:pt x="6196" y="140406"/>
                    <a:pt x="5115" y="138069"/>
                    <a:pt x="4187" y="135718"/>
                  </a:cubicBezTo>
                  <a:cubicBezTo>
                    <a:pt x="3259" y="133366"/>
                    <a:pt x="2485" y="131001"/>
                    <a:pt x="1864" y="128626"/>
                  </a:cubicBezTo>
                  <a:cubicBezTo>
                    <a:pt x="1243" y="126250"/>
                    <a:pt x="777" y="123866"/>
                    <a:pt x="466" y="121477"/>
                  </a:cubicBezTo>
                  <a:cubicBezTo>
                    <a:pt x="156" y="119088"/>
                    <a:pt x="0" y="116694"/>
                    <a:pt x="0" y="114300"/>
                  </a:cubicBezTo>
                  <a:cubicBezTo>
                    <a:pt x="0" y="111906"/>
                    <a:pt x="156" y="109512"/>
                    <a:pt x="466" y="107123"/>
                  </a:cubicBezTo>
                  <a:cubicBezTo>
                    <a:pt x="777" y="104734"/>
                    <a:pt x="1243" y="102350"/>
                    <a:pt x="1864" y="99974"/>
                  </a:cubicBezTo>
                  <a:cubicBezTo>
                    <a:pt x="2485" y="97599"/>
                    <a:pt x="3259" y="95234"/>
                    <a:pt x="4187" y="92882"/>
                  </a:cubicBezTo>
                  <a:cubicBezTo>
                    <a:pt x="5115" y="90531"/>
                    <a:pt x="6196" y="88194"/>
                    <a:pt x="7427" y="85875"/>
                  </a:cubicBezTo>
                  <a:cubicBezTo>
                    <a:pt x="8658" y="83556"/>
                    <a:pt x="10040" y="81256"/>
                    <a:pt x="11570" y="78979"/>
                  </a:cubicBezTo>
                  <a:cubicBezTo>
                    <a:pt x="13100" y="76702"/>
                    <a:pt x="14778" y="74449"/>
                    <a:pt x="16601" y="72223"/>
                  </a:cubicBezTo>
                  <a:cubicBezTo>
                    <a:pt x="18424" y="69997"/>
                    <a:pt x="20391" y="67800"/>
                    <a:pt x="22499" y="65633"/>
                  </a:cubicBezTo>
                  <a:cubicBezTo>
                    <a:pt x="24607" y="63467"/>
                    <a:pt x="26856" y="61334"/>
                    <a:pt x="29241" y="59236"/>
                  </a:cubicBezTo>
                  <a:cubicBezTo>
                    <a:pt x="31627" y="57138"/>
                    <a:pt x="34148" y="55076"/>
                    <a:pt x="36801" y="53055"/>
                  </a:cubicBezTo>
                  <a:cubicBezTo>
                    <a:pt x="39454" y="51034"/>
                    <a:pt x="42238" y="49053"/>
                    <a:pt x="45148" y="47116"/>
                  </a:cubicBezTo>
                  <a:cubicBezTo>
                    <a:pt x="48059" y="45179"/>
                    <a:pt x="51094" y="43287"/>
                    <a:pt x="54251" y="41442"/>
                  </a:cubicBezTo>
                  <a:cubicBezTo>
                    <a:pt x="57407" y="39598"/>
                    <a:pt x="60682" y="37801"/>
                    <a:pt x="64072" y="36056"/>
                  </a:cubicBezTo>
                  <a:cubicBezTo>
                    <a:pt x="67461" y="34311"/>
                    <a:pt x="70964" y="32618"/>
                    <a:pt x="74573" y="30979"/>
                  </a:cubicBezTo>
                  <a:cubicBezTo>
                    <a:pt x="78183" y="29340"/>
                    <a:pt x="81898" y="27756"/>
                    <a:pt x="85713" y="26230"/>
                  </a:cubicBezTo>
                  <a:cubicBezTo>
                    <a:pt x="89528" y="24704"/>
                    <a:pt x="93442" y="23237"/>
                    <a:pt x="97448" y="21829"/>
                  </a:cubicBezTo>
                  <a:cubicBezTo>
                    <a:pt x="101453" y="20422"/>
                    <a:pt x="105550" y="19076"/>
                    <a:pt x="109731" y="17793"/>
                  </a:cubicBezTo>
                  <a:cubicBezTo>
                    <a:pt x="113911" y="16511"/>
                    <a:pt x="118174" y="15292"/>
                    <a:pt x="122513" y="14138"/>
                  </a:cubicBezTo>
                  <a:cubicBezTo>
                    <a:pt x="126853" y="12985"/>
                    <a:pt x="131265" y="11898"/>
                    <a:pt x="135746" y="10878"/>
                  </a:cubicBezTo>
                  <a:cubicBezTo>
                    <a:pt x="140226" y="9859"/>
                    <a:pt x="144772" y="8908"/>
                    <a:pt x="149375" y="8027"/>
                  </a:cubicBezTo>
                  <a:cubicBezTo>
                    <a:pt x="153979" y="7145"/>
                    <a:pt x="158639" y="6334"/>
                    <a:pt x="163348" y="5594"/>
                  </a:cubicBezTo>
                  <a:cubicBezTo>
                    <a:pt x="168058" y="4854"/>
                    <a:pt x="172814" y="4186"/>
                    <a:pt x="177610" y="3591"/>
                  </a:cubicBezTo>
                  <a:cubicBezTo>
                    <a:pt x="182406" y="2996"/>
                    <a:pt x="187239" y="2473"/>
                    <a:pt x="192103" y="2025"/>
                  </a:cubicBezTo>
                  <a:cubicBezTo>
                    <a:pt x="196967" y="1576"/>
                    <a:pt x="201859" y="1201"/>
                    <a:pt x="206771" y="901"/>
                  </a:cubicBezTo>
                  <a:cubicBezTo>
                    <a:pt x="211684" y="601"/>
                    <a:pt x="216615" y="376"/>
                    <a:pt x="221556" y="226"/>
                  </a:cubicBezTo>
                  <a:cubicBezTo>
                    <a:pt x="226498" y="75"/>
                    <a:pt x="231448" y="0"/>
                    <a:pt x="236400" y="0"/>
                  </a:cubicBezTo>
                  <a:cubicBezTo>
                    <a:pt x="241352" y="0"/>
                    <a:pt x="246302" y="75"/>
                    <a:pt x="251244" y="226"/>
                  </a:cubicBezTo>
                  <a:cubicBezTo>
                    <a:pt x="256185" y="376"/>
                    <a:pt x="261116" y="601"/>
                    <a:pt x="266029" y="901"/>
                  </a:cubicBezTo>
                  <a:cubicBezTo>
                    <a:pt x="270941" y="1201"/>
                    <a:pt x="275833" y="1576"/>
                    <a:pt x="280697" y="2025"/>
                  </a:cubicBezTo>
                  <a:cubicBezTo>
                    <a:pt x="285561" y="2473"/>
                    <a:pt x="290394" y="2996"/>
                    <a:pt x="295190" y="3591"/>
                  </a:cubicBezTo>
                  <a:cubicBezTo>
                    <a:pt x="299986" y="4186"/>
                    <a:pt x="304742" y="4854"/>
                    <a:pt x="309452" y="5594"/>
                  </a:cubicBezTo>
                  <a:cubicBezTo>
                    <a:pt x="314161" y="6334"/>
                    <a:pt x="318821" y="7145"/>
                    <a:pt x="323425" y="8027"/>
                  </a:cubicBezTo>
                  <a:cubicBezTo>
                    <a:pt x="328028" y="8908"/>
                    <a:pt x="332574" y="9859"/>
                    <a:pt x="337054" y="10878"/>
                  </a:cubicBezTo>
                  <a:cubicBezTo>
                    <a:pt x="341535" y="11898"/>
                    <a:pt x="345947" y="12985"/>
                    <a:pt x="350287" y="14138"/>
                  </a:cubicBezTo>
                  <a:cubicBezTo>
                    <a:pt x="354626" y="15292"/>
                    <a:pt x="358889" y="16511"/>
                    <a:pt x="363069" y="17793"/>
                  </a:cubicBezTo>
                  <a:cubicBezTo>
                    <a:pt x="367250" y="19076"/>
                    <a:pt x="371347" y="20422"/>
                    <a:pt x="375352" y="21829"/>
                  </a:cubicBezTo>
                  <a:cubicBezTo>
                    <a:pt x="379358" y="23237"/>
                    <a:pt x="383272" y="24704"/>
                    <a:pt x="387087" y="26230"/>
                  </a:cubicBezTo>
                  <a:cubicBezTo>
                    <a:pt x="390902" y="27756"/>
                    <a:pt x="394617" y="29340"/>
                    <a:pt x="398227" y="30979"/>
                  </a:cubicBezTo>
                  <a:cubicBezTo>
                    <a:pt x="401836" y="32618"/>
                    <a:pt x="405339" y="34311"/>
                    <a:pt x="408728" y="36056"/>
                  </a:cubicBezTo>
                  <a:cubicBezTo>
                    <a:pt x="412118" y="37801"/>
                    <a:pt x="415393" y="39598"/>
                    <a:pt x="418549" y="41442"/>
                  </a:cubicBezTo>
                  <a:cubicBezTo>
                    <a:pt x="421706" y="43287"/>
                    <a:pt x="424741" y="45179"/>
                    <a:pt x="427652" y="47116"/>
                  </a:cubicBezTo>
                  <a:cubicBezTo>
                    <a:pt x="430562" y="49053"/>
                    <a:pt x="433346" y="51034"/>
                    <a:pt x="435999" y="53055"/>
                  </a:cubicBezTo>
                  <a:cubicBezTo>
                    <a:pt x="438652" y="55076"/>
                    <a:pt x="441173" y="57138"/>
                    <a:pt x="443559" y="59236"/>
                  </a:cubicBezTo>
                  <a:cubicBezTo>
                    <a:pt x="445944" y="61334"/>
                    <a:pt x="448193" y="63467"/>
                    <a:pt x="450301" y="65633"/>
                  </a:cubicBezTo>
                  <a:cubicBezTo>
                    <a:pt x="452409" y="67800"/>
                    <a:pt x="454376" y="69997"/>
                    <a:pt x="456199" y="72223"/>
                  </a:cubicBezTo>
                  <a:cubicBezTo>
                    <a:pt x="458022" y="74449"/>
                    <a:pt x="459700" y="76702"/>
                    <a:pt x="461230" y="78979"/>
                  </a:cubicBezTo>
                  <a:cubicBezTo>
                    <a:pt x="462760" y="81256"/>
                    <a:pt x="464142" y="83556"/>
                    <a:pt x="465373" y="85875"/>
                  </a:cubicBezTo>
                  <a:cubicBezTo>
                    <a:pt x="466604" y="88194"/>
                    <a:pt x="467685" y="90531"/>
                    <a:pt x="468613" y="92882"/>
                  </a:cubicBezTo>
                  <a:cubicBezTo>
                    <a:pt x="469541" y="95234"/>
                    <a:pt x="470315" y="97599"/>
                    <a:pt x="470936" y="99974"/>
                  </a:cubicBezTo>
                  <a:cubicBezTo>
                    <a:pt x="471557" y="102350"/>
                    <a:pt x="472023" y="104734"/>
                    <a:pt x="472334" y="107123"/>
                  </a:cubicBezTo>
                  <a:cubicBezTo>
                    <a:pt x="472644" y="109512"/>
                    <a:pt x="472800" y="111906"/>
                    <a:pt x="472800" y="114300"/>
                  </a:cubicBezTo>
                  <a:close/>
                </a:path>
              </a:pathLst>
            </a:custGeom>
            <a:solidFill>
              <a:srgbClr val="D9D9D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2" name="probe-noto-emoji_u1f50b-part-4"/>
            <p:cNvSpPr/>
            <p:nvPr/>
          </p:nvSpPr>
          <p:spPr>
            <a:xfrm>
              <a:off x="765600" y="64400"/>
              <a:ext cx="133" cy="6600"/>
            </a:xfrm>
            <a:custGeom>
              <a:avLst/>
              <a:gdLst/>
              <a:ahLst/>
              <a:cxnLst/>
              <a:rect l="0" t="0" r="r" b="b"/>
              <a:pathLst>
                <a:path w="133" h="6600">
                  <a:moveTo>
                    <a:pt x="0" y="0"/>
                  </a:moveTo>
                  <a:cubicBezTo>
                    <a:pt x="0" y="0"/>
                    <a:pt x="0" y="2500"/>
                    <a:pt x="0" y="6600"/>
                  </a:cubicBezTo>
                  <a:cubicBezTo>
                    <a:pt x="300" y="25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9E9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3" name="probe-noto-emoji_u1f50b-part-5"/>
            <p:cNvSpPr/>
            <p:nvPr/>
          </p:nvSpPr>
          <p:spPr>
            <a:xfrm>
              <a:off x="509600" y="431100"/>
              <a:ext cx="260700" cy="252650"/>
            </a:xfrm>
            <a:custGeom>
              <a:avLst/>
              <a:gdLst/>
              <a:ahLst/>
              <a:cxnLst/>
              <a:rect l="0" t="0" r="r" b="b"/>
              <a:pathLst>
                <a:path w="260700" h="252650">
                  <a:moveTo>
                    <a:pt x="260300" y="84300"/>
                  </a:moveTo>
                  <a:cubicBezTo>
                    <a:pt x="260300" y="77700"/>
                    <a:pt x="257800" y="73700"/>
                    <a:pt x="251700" y="71300"/>
                  </a:cubicBezTo>
                  <a:cubicBezTo>
                    <a:pt x="246000" y="69000"/>
                    <a:pt x="237700" y="71400"/>
                    <a:pt x="229200" y="73600"/>
                  </a:cubicBezTo>
                  <a:cubicBezTo>
                    <a:pt x="212400" y="77800"/>
                    <a:pt x="195100" y="80200"/>
                    <a:pt x="179500" y="80000"/>
                  </a:cubicBezTo>
                  <a:cubicBezTo>
                    <a:pt x="173200" y="79900"/>
                    <a:pt x="173800" y="73900"/>
                    <a:pt x="173800" y="68400"/>
                  </a:cubicBezTo>
                  <a:cubicBezTo>
                    <a:pt x="173800" y="64100"/>
                    <a:pt x="173800" y="29000"/>
                    <a:pt x="173800" y="13600"/>
                  </a:cubicBezTo>
                  <a:cubicBezTo>
                    <a:pt x="173800" y="7600"/>
                    <a:pt x="173100" y="0"/>
                    <a:pt x="162000" y="0"/>
                  </a:cubicBezTo>
                  <a:cubicBezTo>
                    <a:pt x="155300" y="0"/>
                    <a:pt x="147200" y="1800"/>
                    <a:pt x="130300" y="2000"/>
                  </a:cubicBezTo>
                  <a:cubicBezTo>
                    <a:pt x="113400" y="1900"/>
                    <a:pt x="105300" y="0"/>
                    <a:pt x="98600" y="0"/>
                  </a:cubicBezTo>
                  <a:cubicBezTo>
                    <a:pt x="87500" y="0"/>
                    <a:pt x="86800" y="7600"/>
                    <a:pt x="86800" y="13600"/>
                  </a:cubicBezTo>
                  <a:cubicBezTo>
                    <a:pt x="86800" y="29000"/>
                    <a:pt x="86800" y="64100"/>
                    <a:pt x="86800" y="68400"/>
                  </a:cubicBezTo>
                  <a:cubicBezTo>
                    <a:pt x="86800" y="73900"/>
                    <a:pt x="87400" y="79900"/>
                    <a:pt x="81100" y="80000"/>
                  </a:cubicBezTo>
                  <a:cubicBezTo>
                    <a:pt x="65500" y="80200"/>
                    <a:pt x="48200" y="77800"/>
                    <a:pt x="31400" y="73600"/>
                  </a:cubicBezTo>
                  <a:cubicBezTo>
                    <a:pt x="22800" y="71500"/>
                    <a:pt x="14600" y="69100"/>
                    <a:pt x="8900" y="71300"/>
                  </a:cubicBezTo>
                  <a:cubicBezTo>
                    <a:pt x="2800" y="73800"/>
                    <a:pt x="300" y="77700"/>
                    <a:pt x="300" y="84300"/>
                  </a:cubicBezTo>
                  <a:lnTo>
                    <a:pt x="0" y="135200"/>
                  </a:lnTo>
                  <a:cubicBezTo>
                    <a:pt x="2800" y="143100"/>
                    <a:pt x="5700" y="148800"/>
                    <a:pt x="8900" y="150500"/>
                  </a:cubicBezTo>
                  <a:cubicBezTo>
                    <a:pt x="18300" y="155400"/>
                    <a:pt x="38800" y="162900"/>
                    <a:pt x="71600" y="164500"/>
                  </a:cubicBezTo>
                  <a:cubicBezTo>
                    <a:pt x="78100" y="164800"/>
                    <a:pt x="85400" y="162600"/>
                    <a:pt x="86900" y="169700"/>
                  </a:cubicBezTo>
                  <a:cubicBezTo>
                    <a:pt x="87600" y="173200"/>
                    <a:pt x="86900" y="216400"/>
                    <a:pt x="86900" y="233900"/>
                  </a:cubicBezTo>
                  <a:cubicBezTo>
                    <a:pt x="86900" y="249800"/>
                    <a:pt x="109900" y="251500"/>
                    <a:pt x="122300" y="252500"/>
                  </a:cubicBezTo>
                  <a:cubicBezTo>
                    <a:pt x="125000" y="252700"/>
                    <a:pt x="135800" y="252700"/>
                    <a:pt x="138400" y="252500"/>
                  </a:cubicBezTo>
                  <a:cubicBezTo>
                    <a:pt x="150700" y="251400"/>
                    <a:pt x="173800" y="249800"/>
                    <a:pt x="173800" y="233900"/>
                  </a:cubicBezTo>
                  <a:cubicBezTo>
                    <a:pt x="173800" y="216400"/>
                    <a:pt x="173100" y="173200"/>
                    <a:pt x="173800" y="169700"/>
                  </a:cubicBezTo>
                  <a:cubicBezTo>
                    <a:pt x="175300" y="162600"/>
                    <a:pt x="182500" y="164800"/>
                    <a:pt x="189100" y="164500"/>
                  </a:cubicBezTo>
                  <a:cubicBezTo>
                    <a:pt x="221900" y="162900"/>
                    <a:pt x="242400" y="155300"/>
                    <a:pt x="251800" y="150500"/>
                  </a:cubicBezTo>
                  <a:cubicBezTo>
                    <a:pt x="254900" y="148900"/>
                    <a:pt x="257900" y="143200"/>
                    <a:pt x="260700" y="135200"/>
                  </a:cubicBezTo>
                  <a:lnTo>
                    <a:pt x="260300" y="84300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4" name="probe-noto-emoji_u1f50b-part-6"/>
            <p:cNvSpPr/>
            <p:nvPr/>
          </p:nvSpPr>
          <p:spPr>
            <a:xfrm>
              <a:off x="509800" y="1025357"/>
              <a:ext cx="260600" cy="106265"/>
            </a:xfrm>
            <a:custGeom>
              <a:avLst/>
              <a:gdLst/>
              <a:ahLst/>
              <a:cxnLst/>
              <a:rect l="0" t="0" r="r" b="b"/>
              <a:pathLst>
                <a:path w="260600" h="106265">
                  <a:moveTo>
                    <a:pt x="240900" y="243"/>
                  </a:moveTo>
                  <a:cubicBezTo>
                    <a:pt x="240900" y="243"/>
                    <a:pt x="202400" y="11943"/>
                    <a:pt x="130200" y="11943"/>
                  </a:cubicBezTo>
                  <a:cubicBezTo>
                    <a:pt x="58000" y="11943"/>
                    <a:pt x="19500" y="243"/>
                    <a:pt x="19500" y="243"/>
                  </a:cubicBezTo>
                  <a:cubicBezTo>
                    <a:pt x="5800" y="-1757"/>
                    <a:pt x="0" y="8943"/>
                    <a:pt x="0" y="19743"/>
                  </a:cubicBezTo>
                  <a:lnTo>
                    <a:pt x="0" y="61943"/>
                  </a:lnTo>
                  <a:cubicBezTo>
                    <a:pt x="0" y="71943"/>
                    <a:pt x="6500" y="81243"/>
                    <a:pt x="18100" y="86943"/>
                  </a:cubicBezTo>
                  <a:cubicBezTo>
                    <a:pt x="42000" y="98743"/>
                    <a:pt x="80600" y="106743"/>
                    <a:pt x="126800" y="106243"/>
                  </a:cubicBezTo>
                  <a:cubicBezTo>
                    <a:pt x="128000" y="106243"/>
                    <a:pt x="129100" y="106143"/>
                    <a:pt x="130300" y="106143"/>
                  </a:cubicBezTo>
                  <a:cubicBezTo>
                    <a:pt x="131500" y="106143"/>
                    <a:pt x="132600" y="106243"/>
                    <a:pt x="133800" y="106243"/>
                  </a:cubicBezTo>
                  <a:cubicBezTo>
                    <a:pt x="180100" y="106743"/>
                    <a:pt x="218600" y="98743"/>
                    <a:pt x="242500" y="86943"/>
                  </a:cubicBezTo>
                  <a:cubicBezTo>
                    <a:pt x="254100" y="81243"/>
                    <a:pt x="260600" y="71943"/>
                    <a:pt x="260600" y="61943"/>
                  </a:cubicBezTo>
                  <a:lnTo>
                    <a:pt x="260600" y="19743"/>
                  </a:lnTo>
                  <a:cubicBezTo>
                    <a:pt x="260500" y="8943"/>
                    <a:pt x="254600" y="-1757"/>
                    <a:pt x="240900" y="243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5" name="probe-noto-emoji_u1f50b-part-7"/>
            <p:cNvSpPr/>
            <p:nvPr/>
          </p:nvSpPr>
          <p:spPr>
            <a:xfrm>
              <a:off x="404083" y="145922"/>
              <a:ext cx="184577" cy="136587"/>
            </a:xfrm>
            <a:custGeom>
              <a:avLst/>
              <a:gdLst/>
              <a:ahLst/>
              <a:cxnLst/>
              <a:rect l="0" t="0" r="r" b="b"/>
              <a:pathLst>
                <a:path w="184577" h="136587">
                  <a:moveTo>
                    <a:pt x="181817" y="132178"/>
                  </a:moveTo>
                  <a:cubicBezTo>
                    <a:pt x="197817" y="116778"/>
                    <a:pt x="140217" y="103478"/>
                    <a:pt x="113017" y="94178"/>
                  </a:cubicBezTo>
                  <a:cubicBezTo>
                    <a:pt x="78817" y="82478"/>
                    <a:pt x="43017" y="61878"/>
                    <a:pt x="32117" y="21578"/>
                  </a:cubicBezTo>
                  <a:cubicBezTo>
                    <a:pt x="23917" y="-8822"/>
                    <a:pt x="9617" y="678"/>
                    <a:pt x="7017" y="4278"/>
                  </a:cubicBezTo>
                  <a:cubicBezTo>
                    <a:pt x="3317" y="9378"/>
                    <a:pt x="-10983" y="39178"/>
                    <a:pt x="16517" y="72278"/>
                  </a:cubicBezTo>
                  <a:cubicBezTo>
                    <a:pt x="35417" y="95078"/>
                    <a:pt x="66017" y="112378"/>
                    <a:pt x="92117" y="121178"/>
                  </a:cubicBezTo>
                  <a:cubicBezTo>
                    <a:pt x="127817" y="133278"/>
                    <a:pt x="171217" y="142378"/>
                    <a:pt x="181817" y="132178"/>
                  </a:cubicBezTo>
                  <a:close/>
                </a:path>
              </a:pathLst>
            </a:custGeom>
            <a:solidFill>
              <a:srgbClr val="F5F5F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6" name="probe-noto-emoji_u1f50b-part-8"/>
            <p:cNvSpPr/>
            <p:nvPr/>
          </p:nvSpPr>
          <p:spPr>
            <a:xfrm>
              <a:off x="559585" y="113495"/>
              <a:ext cx="119042" cy="57128"/>
            </a:xfrm>
            <a:custGeom>
              <a:avLst/>
              <a:gdLst/>
              <a:ahLst/>
              <a:cxnLst/>
              <a:rect l="0" t="0" r="r" b="b"/>
              <a:pathLst>
                <a:path w="119042" h="57128">
                  <a:moveTo>
                    <a:pt x="415" y="18305"/>
                  </a:moveTo>
                  <a:cubicBezTo>
                    <a:pt x="3715" y="7105"/>
                    <a:pt x="32715" y="205"/>
                    <a:pt x="50315" y="5"/>
                  </a:cubicBezTo>
                  <a:cubicBezTo>
                    <a:pt x="80415" y="-395"/>
                    <a:pt x="111415" y="22705"/>
                    <a:pt x="116015" y="30605"/>
                  </a:cubicBezTo>
                  <a:cubicBezTo>
                    <a:pt x="128915" y="52605"/>
                    <a:pt x="99515" y="60405"/>
                    <a:pt x="48115" y="55905"/>
                  </a:cubicBezTo>
                  <a:cubicBezTo>
                    <a:pt x="13515" y="52905"/>
                    <a:pt x="-2885" y="29605"/>
                    <a:pt x="415" y="18305"/>
                  </a:cubicBezTo>
                  <a:close/>
                </a:path>
              </a:pathLst>
            </a:custGeom>
            <a:solidFill>
              <a:srgbClr val="F5F5F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7" name="probe-noto-emoji_u1f50b-part-9"/>
            <p:cNvSpPr/>
            <p:nvPr/>
          </p:nvSpPr>
          <p:spPr>
            <a:xfrm>
              <a:off x="545182" y="128395"/>
              <a:ext cx="189862" cy="94705"/>
            </a:xfrm>
            <a:custGeom>
              <a:avLst/>
              <a:gdLst/>
              <a:ahLst/>
              <a:cxnLst/>
              <a:rect l="0" t="0" r="r" b="b"/>
              <a:pathLst>
                <a:path w="189862" h="94705">
                  <a:moveTo>
                    <a:pt x="185918" y="21705"/>
                  </a:moveTo>
                  <a:cubicBezTo>
                    <a:pt x="182418" y="15505"/>
                    <a:pt x="178818" y="9005"/>
                    <a:pt x="175418" y="2705"/>
                  </a:cubicBezTo>
                  <a:cubicBezTo>
                    <a:pt x="171818" y="-3795"/>
                    <a:pt x="171918" y="3205"/>
                    <a:pt x="171118" y="5905"/>
                  </a:cubicBezTo>
                  <a:cubicBezTo>
                    <a:pt x="167018" y="20105"/>
                    <a:pt x="158918" y="26405"/>
                    <a:pt x="153218" y="29505"/>
                  </a:cubicBezTo>
                  <a:cubicBezTo>
                    <a:pt x="136018" y="38705"/>
                    <a:pt x="115418" y="43105"/>
                    <a:pt x="94918" y="42805"/>
                  </a:cubicBezTo>
                  <a:cubicBezTo>
                    <a:pt x="74318" y="43005"/>
                    <a:pt x="53818" y="38705"/>
                    <a:pt x="36618" y="29505"/>
                  </a:cubicBezTo>
                  <a:cubicBezTo>
                    <a:pt x="30818" y="26405"/>
                    <a:pt x="22818" y="20105"/>
                    <a:pt x="18718" y="5905"/>
                  </a:cubicBezTo>
                  <a:cubicBezTo>
                    <a:pt x="17918" y="3105"/>
                    <a:pt x="18018" y="-3795"/>
                    <a:pt x="14418" y="2705"/>
                  </a:cubicBezTo>
                  <a:cubicBezTo>
                    <a:pt x="10918" y="9005"/>
                    <a:pt x="7418" y="15505"/>
                    <a:pt x="3918" y="21705"/>
                  </a:cubicBezTo>
                  <a:cubicBezTo>
                    <a:pt x="-5082" y="37505"/>
                    <a:pt x="2718" y="55005"/>
                    <a:pt x="14218" y="66205"/>
                  </a:cubicBezTo>
                  <a:cubicBezTo>
                    <a:pt x="34318" y="85705"/>
                    <a:pt x="65518" y="94705"/>
                    <a:pt x="95018" y="94705"/>
                  </a:cubicBezTo>
                  <a:lnTo>
                    <a:pt x="95018" y="94705"/>
                  </a:lnTo>
                  <a:lnTo>
                    <a:pt x="95018" y="94705"/>
                  </a:lnTo>
                  <a:cubicBezTo>
                    <a:pt x="124518" y="94705"/>
                    <a:pt x="155718" y="85705"/>
                    <a:pt x="175818" y="66205"/>
                  </a:cubicBezTo>
                  <a:cubicBezTo>
                    <a:pt x="187218" y="54905"/>
                    <a:pt x="194918" y="37405"/>
                    <a:pt x="185918" y="21705"/>
                  </a:cubicBezTo>
                  <a:close/>
                </a:path>
              </a:pathLst>
            </a:custGeom>
            <a:solidFill>
              <a:srgbClr val="9E9E9E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18" name="probe-noto-emoji_u2600" descr="Noto Emoji artwork by Google; Apache License 2.0; preserve full bundled license. Source: https://github.com/googlefonts/noto-emoji/blob/e20cbc2bbec1926686be9f9bee7d1d2cfa1fea0e/2D/svg/emoji_u2600.svg; SVG SHA256: 822abba4f2e39d9059d85964116b1f9300e04320ee1a9e5af09831bf2f8c82df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280000" cy="1280000"/>
          </a:xfrm>
        </p:grpSpPr>
        <p:sp>
          <p:nvSpPr>
            <p:cNvPr id="119" name="probe-noto-emoji_u2600-part-1"/>
            <p:cNvSpPr/>
            <p:nvPr/>
          </p:nvSpPr>
          <p:spPr>
            <a:xfrm>
              <a:off x="305107" y="291663"/>
              <a:ext cx="671580" cy="678384"/>
            </a:xfrm>
            <a:custGeom>
              <a:avLst/>
              <a:gdLst/>
              <a:ahLst/>
              <a:cxnLst/>
              <a:rect l="0" t="0" r="r" b="b"/>
              <a:pathLst>
                <a:path w="671580" h="678384">
                  <a:moveTo>
                    <a:pt x="68993" y="127837"/>
                  </a:moveTo>
                  <a:cubicBezTo>
                    <a:pt x="-28107" y="252637"/>
                    <a:pt x="-26407" y="474337"/>
                    <a:pt x="97693" y="584237"/>
                  </a:cubicBezTo>
                  <a:cubicBezTo>
                    <a:pt x="238593" y="708937"/>
                    <a:pt x="436893" y="707637"/>
                    <a:pt x="561593" y="592937"/>
                  </a:cubicBezTo>
                  <a:cubicBezTo>
                    <a:pt x="711093" y="455337"/>
                    <a:pt x="702493" y="226337"/>
                    <a:pt x="570293" y="96637"/>
                  </a:cubicBezTo>
                  <a:cubicBezTo>
                    <a:pt x="437393" y="-33763"/>
                    <a:pt x="199893" y="-40563"/>
                    <a:pt x="68993" y="127837"/>
                  </a:cubicBezTo>
                  <a:close/>
                </a:path>
              </a:pathLst>
            </a:custGeom>
            <a:solidFill>
              <a:srgbClr val="FCC11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0" name="probe-noto-emoji_u2600-part-2"/>
            <p:cNvSpPr/>
            <p:nvPr/>
          </p:nvSpPr>
          <p:spPr>
            <a:xfrm>
              <a:off x="411383" y="373059"/>
              <a:ext cx="145910" cy="178796"/>
            </a:xfrm>
            <a:custGeom>
              <a:avLst/>
              <a:gdLst/>
              <a:ahLst/>
              <a:cxnLst/>
              <a:rect l="0" t="0" r="r" b="b"/>
              <a:pathLst>
                <a:path w="145910" h="178796">
                  <a:moveTo>
                    <a:pt x="118617" y="3641"/>
                  </a:moveTo>
                  <a:cubicBezTo>
                    <a:pt x="80217" y="-13359"/>
                    <a:pt x="38217" y="32941"/>
                    <a:pt x="19917" y="64541"/>
                  </a:cubicBezTo>
                  <a:cubicBezTo>
                    <a:pt x="1617" y="96241"/>
                    <a:pt x="-15383" y="158341"/>
                    <a:pt x="23617" y="174241"/>
                  </a:cubicBezTo>
                  <a:cubicBezTo>
                    <a:pt x="62617" y="190041"/>
                    <a:pt x="90617" y="163241"/>
                    <a:pt x="118717" y="116941"/>
                  </a:cubicBezTo>
                  <a:cubicBezTo>
                    <a:pt x="146617" y="70641"/>
                    <a:pt x="162517" y="23141"/>
                    <a:pt x="118617" y="3641"/>
                  </a:cubicBezTo>
                  <a:close/>
                </a:path>
              </a:pathLst>
            </a:custGeom>
            <a:solidFill>
              <a:srgbClr val="FEE26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1" name="probe-noto-emoji_u2600-part-3"/>
            <p:cNvSpPr/>
            <p:nvPr/>
          </p:nvSpPr>
          <p:spPr>
            <a:xfrm>
              <a:off x="624917" y="18522"/>
              <a:ext cx="178593" cy="243131"/>
            </a:xfrm>
            <a:custGeom>
              <a:avLst/>
              <a:gdLst/>
              <a:ahLst/>
              <a:cxnLst/>
              <a:rect l="0" t="0" r="r" b="b"/>
              <a:pathLst>
                <a:path w="178593" h="243131">
                  <a:moveTo>
                    <a:pt x="5083" y="184178"/>
                  </a:moveTo>
                  <a:cubicBezTo>
                    <a:pt x="-4217" y="201578"/>
                    <a:pt x="-1117" y="214978"/>
                    <a:pt x="17383" y="219378"/>
                  </a:cubicBezTo>
                  <a:cubicBezTo>
                    <a:pt x="35883" y="223778"/>
                    <a:pt x="150983" y="242478"/>
                    <a:pt x="160683" y="243078"/>
                  </a:cubicBezTo>
                  <a:cubicBezTo>
                    <a:pt x="174783" y="243978"/>
                    <a:pt x="179983" y="233378"/>
                    <a:pt x="178283" y="221078"/>
                  </a:cubicBezTo>
                  <a:cubicBezTo>
                    <a:pt x="176483" y="208778"/>
                    <a:pt x="148383" y="36478"/>
                    <a:pt x="145783" y="20678"/>
                  </a:cubicBezTo>
                  <a:cubicBezTo>
                    <a:pt x="143183" y="4878"/>
                    <a:pt x="126483" y="-10922"/>
                    <a:pt x="110583" y="10178"/>
                  </a:cubicBezTo>
                  <a:cubicBezTo>
                    <a:pt x="94683" y="31278"/>
                    <a:pt x="12083" y="171078"/>
                    <a:pt x="5083" y="184178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2" name="probe-noto-emoji_u2600-part-4"/>
            <p:cNvSpPr/>
            <p:nvPr/>
          </p:nvSpPr>
          <p:spPr>
            <a:xfrm>
              <a:off x="913437" y="272032"/>
              <a:ext cx="247856" cy="209868"/>
            </a:xfrm>
            <a:custGeom>
              <a:avLst/>
              <a:gdLst/>
              <a:ahLst/>
              <a:cxnLst/>
              <a:rect l="0" t="0" r="r" b="b"/>
              <a:pathLst>
                <a:path w="247856" h="209868">
                  <a:moveTo>
                    <a:pt x="14563" y="50268"/>
                  </a:moveTo>
                  <a:cubicBezTo>
                    <a:pt x="-3537" y="55868"/>
                    <a:pt x="-3037" y="66968"/>
                    <a:pt x="6663" y="81068"/>
                  </a:cubicBezTo>
                  <a:cubicBezTo>
                    <a:pt x="16363" y="95168"/>
                    <a:pt x="83163" y="197068"/>
                    <a:pt x="89263" y="204168"/>
                  </a:cubicBezTo>
                  <a:cubicBezTo>
                    <a:pt x="95463" y="211168"/>
                    <a:pt x="105963" y="212968"/>
                    <a:pt x="114763" y="202368"/>
                  </a:cubicBezTo>
                  <a:cubicBezTo>
                    <a:pt x="123563" y="191868"/>
                    <a:pt x="233363" y="37868"/>
                    <a:pt x="241363" y="28268"/>
                  </a:cubicBezTo>
                  <a:cubicBezTo>
                    <a:pt x="254563" y="12468"/>
                    <a:pt x="246663" y="-4232"/>
                    <a:pt x="226463" y="968"/>
                  </a:cubicBezTo>
                  <a:cubicBezTo>
                    <a:pt x="211063" y="5068"/>
                    <a:pt x="25963" y="46768"/>
                    <a:pt x="14563" y="50268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3" name="probe-noto-emoji_u2600-part-5"/>
            <p:cNvSpPr/>
            <p:nvPr/>
          </p:nvSpPr>
          <p:spPr>
            <a:xfrm>
              <a:off x="1005948" y="614539"/>
              <a:ext cx="245750" cy="182962"/>
            </a:xfrm>
            <a:custGeom>
              <a:avLst/>
              <a:gdLst/>
              <a:ahLst/>
              <a:cxnLst/>
              <a:rect l="0" t="0" r="r" b="b"/>
              <a:pathLst>
                <a:path w="245750" h="182962">
                  <a:moveTo>
                    <a:pt x="60052" y="4061"/>
                  </a:moveTo>
                  <a:cubicBezTo>
                    <a:pt x="47052" y="-3339"/>
                    <a:pt x="30152" y="-1239"/>
                    <a:pt x="25752" y="15461"/>
                  </a:cubicBezTo>
                  <a:cubicBezTo>
                    <a:pt x="21352" y="32161"/>
                    <a:pt x="2052" y="153461"/>
                    <a:pt x="252" y="164061"/>
                  </a:cubicBezTo>
                  <a:cubicBezTo>
                    <a:pt x="-1548" y="174661"/>
                    <a:pt x="6452" y="185161"/>
                    <a:pt x="19552" y="182561"/>
                  </a:cubicBezTo>
                  <a:cubicBezTo>
                    <a:pt x="32652" y="179961"/>
                    <a:pt x="214052" y="153061"/>
                    <a:pt x="226152" y="150061"/>
                  </a:cubicBezTo>
                  <a:cubicBezTo>
                    <a:pt x="247252" y="144761"/>
                    <a:pt x="254252" y="123661"/>
                    <a:pt x="232352" y="107861"/>
                  </a:cubicBezTo>
                  <a:cubicBezTo>
                    <a:pt x="218152" y="97561"/>
                    <a:pt x="72352" y="11061"/>
                    <a:pt x="60052" y="4061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4" name="probe-noto-emoji_u2600-part-6"/>
            <p:cNvSpPr/>
            <p:nvPr/>
          </p:nvSpPr>
          <p:spPr>
            <a:xfrm>
              <a:off x="787207" y="902732"/>
              <a:ext cx="212359" cy="246316"/>
            </a:xfrm>
            <a:custGeom>
              <a:avLst/>
              <a:gdLst/>
              <a:ahLst/>
              <a:cxnLst/>
              <a:rect l="0" t="0" r="r" b="b"/>
              <a:pathLst>
                <a:path w="212359" h="246316">
                  <a:moveTo>
                    <a:pt x="133693" y="3268"/>
                  </a:moveTo>
                  <a:cubicBezTo>
                    <a:pt x="147693" y="-4232"/>
                    <a:pt x="160093" y="1468"/>
                    <a:pt x="163593" y="17368"/>
                  </a:cubicBezTo>
                  <a:cubicBezTo>
                    <a:pt x="167093" y="33168"/>
                    <a:pt x="205793" y="194968"/>
                    <a:pt x="211993" y="224868"/>
                  </a:cubicBezTo>
                  <a:cubicBezTo>
                    <a:pt x="215093" y="239868"/>
                    <a:pt x="197893" y="252168"/>
                    <a:pt x="183893" y="243368"/>
                  </a:cubicBezTo>
                  <a:cubicBezTo>
                    <a:pt x="169793" y="234568"/>
                    <a:pt x="16993" y="128068"/>
                    <a:pt x="7193" y="119368"/>
                  </a:cubicBezTo>
                  <a:cubicBezTo>
                    <a:pt x="-6907" y="107068"/>
                    <a:pt x="2893" y="94268"/>
                    <a:pt x="9793" y="87768"/>
                  </a:cubicBezTo>
                  <a:cubicBezTo>
                    <a:pt x="23793" y="74468"/>
                    <a:pt x="120493" y="10368"/>
                    <a:pt x="133693" y="3268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5" name="probe-noto-emoji_u2600-part-7"/>
            <p:cNvSpPr/>
            <p:nvPr/>
          </p:nvSpPr>
          <p:spPr>
            <a:xfrm>
              <a:off x="474529" y="994674"/>
              <a:ext cx="184556" cy="252985"/>
            </a:xfrm>
            <a:custGeom>
              <a:avLst/>
              <a:gdLst/>
              <a:ahLst/>
              <a:cxnLst/>
              <a:rect l="0" t="0" r="r" b="b"/>
              <a:pathLst>
                <a:path w="184556" h="252985">
                  <a:moveTo>
                    <a:pt x="20871" y="126"/>
                  </a:moveTo>
                  <a:cubicBezTo>
                    <a:pt x="3171" y="-1574"/>
                    <a:pt x="-2029" y="14226"/>
                    <a:pt x="671" y="28226"/>
                  </a:cubicBezTo>
                  <a:cubicBezTo>
                    <a:pt x="3271" y="42326"/>
                    <a:pt x="29671" y="220626"/>
                    <a:pt x="31471" y="233926"/>
                  </a:cubicBezTo>
                  <a:cubicBezTo>
                    <a:pt x="34071" y="253226"/>
                    <a:pt x="54371" y="261226"/>
                    <a:pt x="67471" y="241826"/>
                  </a:cubicBezTo>
                  <a:cubicBezTo>
                    <a:pt x="80571" y="222426"/>
                    <a:pt x="170971" y="77826"/>
                    <a:pt x="178271" y="64226"/>
                  </a:cubicBezTo>
                  <a:cubicBezTo>
                    <a:pt x="191471" y="39626"/>
                    <a:pt x="181771" y="34326"/>
                    <a:pt x="168571" y="28226"/>
                  </a:cubicBezTo>
                  <a:cubicBezTo>
                    <a:pt x="155471" y="22126"/>
                    <a:pt x="39371" y="1926"/>
                    <a:pt x="20871" y="126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6" name="probe-noto-emoji_u2600-part-8"/>
            <p:cNvSpPr/>
            <p:nvPr/>
          </p:nvSpPr>
          <p:spPr>
            <a:xfrm>
              <a:off x="120424" y="777167"/>
              <a:ext cx="246027" cy="212165"/>
            </a:xfrm>
            <a:custGeom>
              <a:avLst/>
              <a:gdLst/>
              <a:ahLst/>
              <a:cxnLst/>
              <a:rect l="0" t="0" r="r" b="b"/>
              <a:pathLst>
                <a:path w="246027" h="212165">
                  <a:moveTo>
                    <a:pt x="121876" y="12833"/>
                  </a:moveTo>
                  <a:cubicBezTo>
                    <a:pt x="134176" y="-7367"/>
                    <a:pt x="149976" y="-2067"/>
                    <a:pt x="161476" y="17233"/>
                  </a:cubicBezTo>
                  <a:cubicBezTo>
                    <a:pt x="169276" y="30433"/>
                    <a:pt x="235276" y="119233"/>
                    <a:pt x="241476" y="128833"/>
                  </a:cubicBezTo>
                  <a:cubicBezTo>
                    <a:pt x="247676" y="138533"/>
                    <a:pt x="250276" y="156933"/>
                    <a:pt x="230976" y="161333"/>
                  </a:cubicBezTo>
                  <a:cubicBezTo>
                    <a:pt x="211476" y="165833"/>
                    <a:pt x="54176" y="207133"/>
                    <a:pt x="29576" y="211533"/>
                  </a:cubicBezTo>
                  <a:cubicBezTo>
                    <a:pt x="4976" y="215933"/>
                    <a:pt x="-9124" y="196633"/>
                    <a:pt x="6676" y="175533"/>
                  </a:cubicBezTo>
                  <a:cubicBezTo>
                    <a:pt x="15876" y="163133"/>
                    <a:pt x="114876" y="24333"/>
                    <a:pt x="121876" y="12833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7" name="probe-noto-emoji_u2600-part-9"/>
            <p:cNvSpPr/>
            <p:nvPr/>
          </p:nvSpPr>
          <p:spPr>
            <a:xfrm>
              <a:off x="26689" y="462350"/>
              <a:ext cx="245552" cy="180221"/>
            </a:xfrm>
            <a:custGeom>
              <a:avLst/>
              <a:gdLst/>
              <a:ahLst/>
              <a:cxnLst/>
              <a:rect l="0" t="0" r="r" b="b"/>
              <a:pathLst>
                <a:path w="245552" h="180221">
                  <a:moveTo>
                    <a:pt x="182211" y="174650"/>
                  </a:moveTo>
                  <a:cubicBezTo>
                    <a:pt x="204711" y="184650"/>
                    <a:pt x="215311" y="181050"/>
                    <a:pt x="220011" y="164950"/>
                  </a:cubicBezTo>
                  <a:cubicBezTo>
                    <a:pt x="226211" y="143850"/>
                    <a:pt x="244611" y="47150"/>
                    <a:pt x="245511" y="25150"/>
                  </a:cubicBezTo>
                  <a:cubicBezTo>
                    <a:pt x="246111" y="10850"/>
                    <a:pt x="240211" y="-2950"/>
                    <a:pt x="218211" y="550"/>
                  </a:cubicBezTo>
                  <a:cubicBezTo>
                    <a:pt x="196211" y="4050"/>
                    <a:pt x="38011" y="26150"/>
                    <a:pt x="17811" y="33150"/>
                  </a:cubicBezTo>
                  <a:cubicBezTo>
                    <a:pt x="-5689" y="41350"/>
                    <a:pt x="-3989" y="67150"/>
                    <a:pt x="11611" y="75350"/>
                  </a:cubicBezTo>
                  <a:cubicBezTo>
                    <a:pt x="30111" y="85050"/>
                    <a:pt x="166311" y="167650"/>
                    <a:pt x="182211" y="174650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8" name="probe-noto-emoji_u2600-part-10"/>
            <p:cNvSpPr/>
            <p:nvPr/>
          </p:nvSpPr>
          <p:spPr>
            <a:xfrm>
              <a:off x="278408" y="104820"/>
              <a:ext cx="211791" cy="252070"/>
            </a:xfrm>
            <a:custGeom>
              <a:avLst/>
              <a:gdLst/>
              <a:ahLst/>
              <a:cxnLst/>
              <a:rect l="0" t="0" r="r" b="b"/>
              <a:pathLst>
                <a:path w="211791" h="252070">
                  <a:moveTo>
                    <a:pt x="203892" y="162980"/>
                  </a:moveTo>
                  <a:cubicBezTo>
                    <a:pt x="216592" y="152880"/>
                    <a:pt x="212692" y="138380"/>
                    <a:pt x="201292" y="130480"/>
                  </a:cubicBezTo>
                  <a:cubicBezTo>
                    <a:pt x="189892" y="122580"/>
                    <a:pt x="48692" y="20480"/>
                    <a:pt x="30792" y="6480"/>
                  </a:cubicBezTo>
                  <a:cubicBezTo>
                    <a:pt x="14992" y="-5820"/>
                    <a:pt x="-4408" y="-1420"/>
                    <a:pt x="892" y="26680"/>
                  </a:cubicBezTo>
                  <a:cubicBezTo>
                    <a:pt x="4692" y="46880"/>
                    <a:pt x="49692" y="223680"/>
                    <a:pt x="52792" y="235880"/>
                  </a:cubicBezTo>
                  <a:cubicBezTo>
                    <a:pt x="56292" y="249980"/>
                    <a:pt x="66892" y="256980"/>
                    <a:pt x="79192" y="248180"/>
                  </a:cubicBezTo>
                  <a:cubicBezTo>
                    <a:pt x="91292" y="239480"/>
                    <a:pt x="190692" y="173580"/>
                    <a:pt x="203892" y="162980"/>
                  </a:cubicBezTo>
                  <a:close/>
                </a:path>
              </a:pathLst>
            </a:custGeom>
            <a:solidFill>
              <a:srgbClr val="FFA722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29" name="probe-noto-emoji_u2744" descr="Noto Emoji artwork by Google; Apache License 2.0; preserve full bundled license. Source: https://github.com/googlefonts/noto-emoji/blob/e20cbc2bbec1926686be9f9bee7d1d2cfa1fea0e/2D/svg/emoji_u2744.svg; SVG SHA256: 55c9ed52bd0ed4595b07ab0f0695b418256ebc963c214fc3d19efff58f44b419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1280000" cy="1280000"/>
          </a:xfrm>
        </p:grpSpPr>
        <p:sp>
          <p:nvSpPr>
            <p:cNvPr id="130" name="probe-noto-emoji_u2744-part-1"/>
            <p:cNvSpPr/>
            <p:nvPr/>
          </p:nvSpPr>
          <p:spPr>
            <a:xfrm>
              <a:off x="139000" y="47200"/>
              <a:ext cx="1026126" cy="1180582"/>
            </a:xfrm>
            <a:custGeom>
              <a:avLst/>
              <a:gdLst/>
              <a:ahLst/>
              <a:cxnLst/>
              <a:rect l="0" t="0" r="r" b="b"/>
              <a:pathLst>
                <a:path w="1026126" h="1180582">
                  <a:moveTo>
                    <a:pt x="559300" y="458100"/>
                  </a:moveTo>
                  <a:lnTo>
                    <a:pt x="555300" y="273800"/>
                  </a:lnTo>
                  <a:cubicBezTo>
                    <a:pt x="555300" y="273800"/>
                    <a:pt x="651400" y="223000"/>
                    <a:pt x="669800" y="189500"/>
                  </a:cubicBezTo>
                  <a:cubicBezTo>
                    <a:pt x="688200" y="156000"/>
                    <a:pt x="680600" y="99800"/>
                    <a:pt x="660100" y="97700"/>
                  </a:cubicBezTo>
                  <a:cubicBezTo>
                    <a:pt x="639600" y="95600"/>
                    <a:pt x="551000" y="160400"/>
                    <a:pt x="543500" y="152800"/>
                  </a:cubicBezTo>
                  <a:cubicBezTo>
                    <a:pt x="535900" y="145200"/>
                    <a:pt x="580200" y="91200"/>
                    <a:pt x="578100" y="70700"/>
                  </a:cubicBezTo>
                  <a:cubicBezTo>
                    <a:pt x="575900" y="50200"/>
                    <a:pt x="510000" y="0"/>
                    <a:pt x="510000" y="0"/>
                  </a:cubicBezTo>
                  <a:lnTo>
                    <a:pt x="435500" y="84700"/>
                  </a:lnTo>
                  <a:cubicBezTo>
                    <a:pt x="435500" y="84700"/>
                    <a:pt x="457100" y="151700"/>
                    <a:pt x="453900" y="158200"/>
                  </a:cubicBezTo>
                  <a:cubicBezTo>
                    <a:pt x="450700" y="164700"/>
                    <a:pt x="349100" y="102000"/>
                    <a:pt x="327500" y="106300"/>
                  </a:cubicBezTo>
                  <a:cubicBezTo>
                    <a:pt x="305900" y="110600"/>
                    <a:pt x="313300" y="154500"/>
                    <a:pt x="320800" y="175100"/>
                  </a:cubicBezTo>
                  <a:cubicBezTo>
                    <a:pt x="328400" y="195600"/>
                    <a:pt x="466800" y="259700"/>
                    <a:pt x="466800" y="259700"/>
                  </a:cubicBezTo>
                  <a:lnTo>
                    <a:pt x="460800" y="460900"/>
                  </a:lnTo>
                  <a:cubicBezTo>
                    <a:pt x="460800" y="460900"/>
                    <a:pt x="435500" y="460500"/>
                    <a:pt x="429000" y="463800"/>
                  </a:cubicBezTo>
                  <a:cubicBezTo>
                    <a:pt x="422500" y="467000"/>
                    <a:pt x="407000" y="493000"/>
                    <a:pt x="407000" y="493000"/>
                  </a:cubicBezTo>
                  <a:cubicBezTo>
                    <a:pt x="407000" y="493000"/>
                    <a:pt x="261500" y="414200"/>
                    <a:pt x="260400" y="398000"/>
                  </a:cubicBezTo>
                  <a:cubicBezTo>
                    <a:pt x="259300" y="381800"/>
                    <a:pt x="262600" y="237000"/>
                    <a:pt x="255000" y="221900"/>
                  </a:cubicBezTo>
                  <a:cubicBezTo>
                    <a:pt x="247400" y="206800"/>
                    <a:pt x="215000" y="189200"/>
                    <a:pt x="198800" y="189200"/>
                  </a:cubicBezTo>
                  <a:cubicBezTo>
                    <a:pt x="182600" y="189200"/>
                    <a:pt x="171800" y="349300"/>
                    <a:pt x="162100" y="349300"/>
                  </a:cubicBezTo>
                  <a:cubicBezTo>
                    <a:pt x="152400" y="349300"/>
                    <a:pt x="115600" y="255300"/>
                    <a:pt x="104800" y="255300"/>
                  </a:cubicBezTo>
                  <a:cubicBezTo>
                    <a:pt x="94000" y="255300"/>
                    <a:pt x="10300" y="269300"/>
                    <a:pt x="10300" y="269300"/>
                  </a:cubicBezTo>
                  <a:lnTo>
                    <a:pt x="42200" y="396800"/>
                  </a:lnTo>
                  <a:lnTo>
                    <a:pt x="141600" y="417300"/>
                  </a:lnTo>
                  <a:lnTo>
                    <a:pt x="19900" y="554900"/>
                  </a:lnTo>
                  <a:cubicBezTo>
                    <a:pt x="19900" y="554900"/>
                    <a:pt x="49700" y="583900"/>
                    <a:pt x="77800" y="577400"/>
                  </a:cubicBezTo>
                  <a:cubicBezTo>
                    <a:pt x="105900" y="570900"/>
                    <a:pt x="186900" y="489900"/>
                    <a:pt x="195500" y="489900"/>
                  </a:cubicBezTo>
                  <a:cubicBezTo>
                    <a:pt x="204100" y="489900"/>
                    <a:pt x="351100" y="574200"/>
                    <a:pt x="351100" y="574200"/>
                  </a:cubicBezTo>
                  <a:cubicBezTo>
                    <a:pt x="351100" y="574200"/>
                    <a:pt x="344600" y="589300"/>
                    <a:pt x="348900" y="598000"/>
                  </a:cubicBezTo>
                  <a:cubicBezTo>
                    <a:pt x="353200" y="606600"/>
                    <a:pt x="360800" y="617400"/>
                    <a:pt x="360800" y="617400"/>
                  </a:cubicBezTo>
                  <a:cubicBezTo>
                    <a:pt x="360800" y="617400"/>
                    <a:pt x="215000" y="706000"/>
                    <a:pt x="205200" y="703800"/>
                  </a:cubicBezTo>
                  <a:cubicBezTo>
                    <a:pt x="195400" y="701600"/>
                    <a:pt x="97200" y="631400"/>
                    <a:pt x="69100" y="631400"/>
                  </a:cubicBezTo>
                  <a:cubicBezTo>
                    <a:pt x="41000" y="631400"/>
                    <a:pt x="23700" y="668100"/>
                    <a:pt x="23700" y="668100"/>
                  </a:cubicBezTo>
                  <a:lnTo>
                    <a:pt x="140400" y="766400"/>
                  </a:lnTo>
                  <a:lnTo>
                    <a:pt x="42100" y="815000"/>
                  </a:lnTo>
                  <a:lnTo>
                    <a:pt x="0" y="902500"/>
                  </a:lnTo>
                  <a:cubicBezTo>
                    <a:pt x="0" y="902500"/>
                    <a:pt x="95100" y="936000"/>
                    <a:pt x="108000" y="932700"/>
                  </a:cubicBezTo>
                  <a:cubicBezTo>
                    <a:pt x="120900" y="929400"/>
                    <a:pt x="154500" y="849500"/>
                    <a:pt x="160900" y="847400"/>
                  </a:cubicBezTo>
                  <a:cubicBezTo>
                    <a:pt x="167400" y="845200"/>
                    <a:pt x="169800" y="865600"/>
                    <a:pt x="169800" y="865600"/>
                  </a:cubicBezTo>
                  <a:cubicBezTo>
                    <a:pt x="169800" y="865600"/>
                    <a:pt x="204100" y="972800"/>
                    <a:pt x="217100" y="969500"/>
                  </a:cubicBezTo>
                  <a:cubicBezTo>
                    <a:pt x="230100" y="966200"/>
                    <a:pt x="262500" y="945700"/>
                    <a:pt x="266800" y="929500"/>
                  </a:cubicBezTo>
                  <a:cubicBezTo>
                    <a:pt x="271100" y="913300"/>
                    <a:pt x="260400" y="784800"/>
                    <a:pt x="260400" y="784800"/>
                  </a:cubicBezTo>
                  <a:lnTo>
                    <a:pt x="413800" y="701500"/>
                  </a:lnTo>
                  <a:cubicBezTo>
                    <a:pt x="413800" y="701500"/>
                    <a:pt x="426000" y="721300"/>
                    <a:pt x="434300" y="727300"/>
                  </a:cubicBezTo>
                  <a:cubicBezTo>
                    <a:pt x="440800" y="732000"/>
                    <a:pt x="473100" y="735100"/>
                    <a:pt x="473100" y="735100"/>
                  </a:cubicBezTo>
                  <a:lnTo>
                    <a:pt x="468800" y="902500"/>
                  </a:lnTo>
                  <a:cubicBezTo>
                    <a:pt x="468800" y="902500"/>
                    <a:pt x="308800" y="971500"/>
                    <a:pt x="303400" y="990900"/>
                  </a:cubicBezTo>
                  <a:cubicBezTo>
                    <a:pt x="298000" y="1010300"/>
                    <a:pt x="299200" y="1053700"/>
                    <a:pt x="314400" y="1059100"/>
                  </a:cubicBezTo>
                  <a:cubicBezTo>
                    <a:pt x="329500" y="1064500"/>
                    <a:pt x="447500" y="1010500"/>
                    <a:pt x="452900" y="1014800"/>
                  </a:cubicBezTo>
                  <a:cubicBezTo>
                    <a:pt x="458300" y="1019100"/>
                    <a:pt x="450600" y="1099000"/>
                    <a:pt x="450600" y="1099000"/>
                  </a:cubicBezTo>
                  <a:cubicBezTo>
                    <a:pt x="450600" y="1099000"/>
                    <a:pt x="514000" y="1188600"/>
                    <a:pt x="528000" y="1180000"/>
                  </a:cubicBezTo>
                  <a:cubicBezTo>
                    <a:pt x="542000" y="1171400"/>
                    <a:pt x="591100" y="1116400"/>
                    <a:pt x="591500" y="1106200"/>
                  </a:cubicBezTo>
                  <a:cubicBezTo>
                    <a:pt x="592400" y="1086900"/>
                    <a:pt x="544300" y="1020400"/>
                    <a:pt x="545200" y="1016500"/>
                  </a:cubicBezTo>
                  <a:cubicBezTo>
                    <a:pt x="547100" y="1008000"/>
                    <a:pt x="645000" y="1078500"/>
                    <a:pt x="662300" y="1076300"/>
                  </a:cubicBezTo>
                  <a:cubicBezTo>
                    <a:pt x="679600" y="1074100"/>
                    <a:pt x="692500" y="1055800"/>
                    <a:pt x="692500" y="1035200"/>
                  </a:cubicBezTo>
                  <a:cubicBezTo>
                    <a:pt x="692500" y="1014700"/>
                    <a:pt x="560700" y="917500"/>
                    <a:pt x="560700" y="917500"/>
                  </a:cubicBezTo>
                  <a:lnTo>
                    <a:pt x="558600" y="731800"/>
                  </a:lnTo>
                  <a:cubicBezTo>
                    <a:pt x="558600" y="731800"/>
                    <a:pt x="584100" y="730400"/>
                    <a:pt x="592800" y="726100"/>
                  </a:cubicBezTo>
                  <a:cubicBezTo>
                    <a:pt x="601400" y="721800"/>
                    <a:pt x="618600" y="682700"/>
                    <a:pt x="618600" y="682700"/>
                  </a:cubicBezTo>
                  <a:lnTo>
                    <a:pt x="775700" y="788000"/>
                  </a:lnTo>
                  <a:cubicBezTo>
                    <a:pt x="775700" y="788000"/>
                    <a:pt x="769200" y="965200"/>
                    <a:pt x="785400" y="976000"/>
                  </a:cubicBezTo>
                  <a:cubicBezTo>
                    <a:pt x="801600" y="986800"/>
                    <a:pt x="830800" y="993300"/>
                    <a:pt x="841600" y="987900"/>
                  </a:cubicBezTo>
                  <a:cubicBezTo>
                    <a:pt x="852400" y="982500"/>
                    <a:pt x="853500" y="831300"/>
                    <a:pt x="853500" y="831300"/>
                  </a:cubicBezTo>
                  <a:lnTo>
                    <a:pt x="921600" y="892900"/>
                  </a:lnTo>
                  <a:cubicBezTo>
                    <a:pt x="921600" y="892900"/>
                    <a:pt x="1019400" y="884200"/>
                    <a:pt x="1019400" y="871200"/>
                  </a:cubicBezTo>
                  <a:cubicBezTo>
                    <a:pt x="1019400" y="858200"/>
                    <a:pt x="999800" y="784800"/>
                    <a:pt x="991900" y="778400"/>
                  </a:cubicBezTo>
                  <a:cubicBezTo>
                    <a:pt x="977800" y="767000"/>
                    <a:pt x="915600" y="772600"/>
                    <a:pt x="908300" y="768700"/>
                  </a:cubicBezTo>
                  <a:cubicBezTo>
                    <a:pt x="902500" y="765600"/>
                    <a:pt x="1022100" y="717900"/>
                    <a:pt x="1022100" y="698500"/>
                  </a:cubicBezTo>
                  <a:cubicBezTo>
                    <a:pt x="1022100" y="679100"/>
                    <a:pt x="983000" y="648400"/>
                    <a:pt x="972200" y="647300"/>
                  </a:cubicBezTo>
                  <a:cubicBezTo>
                    <a:pt x="961400" y="646200"/>
                    <a:pt x="820100" y="709300"/>
                    <a:pt x="820100" y="709300"/>
                  </a:cubicBezTo>
                  <a:lnTo>
                    <a:pt x="655900" y="612100"/>
                  </a:lnTo>
                  <a:cubicBezTo>
                    <a:pt x="655900" y="612100"/>
                    <a:pt x="664500" y="597000"/>
                    <a:pt x="664500" y="589400"/>
                  </a:cubicBezTo>
                  <a:cubicBezTo>
                    <a:pt x="664500" y="581800"/>
                    <a:pt x="653800" y="569100"/>
                    <a:pt x="653800" y="569100"/>
                  </a:cubicBezTo>
                  <a:lnTo>
                    <a:pt x="822200" y="477100"/>
                  </a:lnTo>
                  <a:cubicBezTo>
                    <a:pt x="822200" y="477100"/>
                    <a:pt x="970200" y="530000"/>
                    <a:pt x="984200" y="523600"/>
                  </a:cubicBezTo>
                  <a:cubicBezTo>
                    <a:pt x="998200" y="517100"/>
                    <a:pt x="1010100" y="505200"/>
                    <a:pt x="1010100" y="493400"/>
                  </a:cubicBezTo>
                  <a:cubicBezTo>
                    <a:pt x="1010100" y="481600"/>
                    <a:pt x="885100" y="424100"/>
                    <a:pt x="894500" y="418900"/>
                  </a:cubicBezTo>
                  <a:cubicBezTo>
                    <a:pt x="901700" y="414900"/>
                    <a:pt x="971200" y="423200"/>
                    <a:pt x="982000" y="418900"/>
                  </a:cubicBezTo>
                  <a:cubicBezTo>
                    <a:pt x="992800" y="414600"/>
                    <a:pt x="1027200" y="327000"/>
                    <a:pt x="1026100" y="322700"/>
                  </a:cubicBezTo>
                  <a:cubicBezTo>
                    <a:pt x="1025000" y="318400"/>
                    <a:pt x="908500" y="289300"/>
                    <a:pt x="908500" y="289300"/>
                  </a:cubicBezTo>
                  <a:lnTo>
                    <a:pt x="856600" y="350900"/>
                  </a:lnTo>
                  <a:cubicBezTo>
                    <a:pt x="856600" y="350900"/>
                    <a:pt x="865200" y="234200"/>
                    <a:pt x="852300" y="221300"/>
                  </a:cubicBezTo>
                  <a:cubicBezTo>
                    <a:pt x="839400" y="208400"/>
                    <a:pt x="804500" y="214800"/>
                    <a:pt x="790500" y="224500"/>
                  </a:cubicBezTo>
                  <a:cubicBezTo>
                    <a:pt x="776500" y="234200"/>
                    <a:pt x="768100" y="406000"/>
                    <a:pt x="768100" y="406000"/>
                  </a:cubicBezTo>
                  <a:lnTo>
                    <a:pt x="609700" y="491900"/>
                  </a:lnTo>
                  <a:cubicBezTo>
                    <a:pt x="609700" y="491900"/>
                    <a:pt x="594900" y="468100"/>
                    <a:pt x="586200" y="463700"/>
                  </a:cubicBezTo>
                  <a:cubicBezTo>
                    <a:pt x="577700" y="459000"/>
                    <a:pt x="559300" y="458100"/>
                    <a:pt x="559300" y="458100"/>
                  </a:cubicBezTo>
                  <a:close/>
                </a:path>
              </a:pathLst>
            </a:custGeom>
            <a:solidFill>
              <a:srgbClr val="95C7E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1" name="probe-noto-emoji_u2744-part-2"/>
            <p:cNvSpPr/>
            <p:nvPr/>
          </p:nvSpPr>
          <p:spPr>
            <a:xfrm>
              <a:off x="734300" y="264000"/>
              <a:ext cx="215700" cy="296500"/>
            </a:xfrm>
            <a:custGeom>
              <a:avLst/>
              <a:gdLst/>
              <a:ahLst/>
              <a:cxnLst/>
              <a:rect l="0" t="0" r="r" b="b"/>
              <a:pathLst>
                <a:path w="215700" h="296500">
                  <a:moveTo>
                    <a:pt x="30100" y="296500"/>
                  </a:moveTo>
                  <a:lnTo>
                    <a:pt x="215700" y="199700"/>
                  </a:lnTo>
                  <a:lnTo>
                    <a:pt x="212900" y="0"/>
                  </a:lnTo>
                  <a:cubicBezTo>
                    <a:pt x="212900" y="0"/>
                    <a:pt x="184100" y="4900"/>
                    <a:pt x="170000" y="23700"/>
                  </a:cubicBezTo>
                  <a:cubicBezTo>
                    <a:pt x="155900" y="42500"/>
                    <a:pt x="160600" y="168800"/>
                    <a:pt x="160600" y="168800"/>
                  </a:cubicBezTo>
                  <a:lnTo>
                    <a:pt x="0" y="256100"/>
                  </a:lnTo>
                  <a:lnTo>
                    <a:pt x="30100" y="296500"/>
                  </a:ln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2" name="probe-noto-emoji_u2744-part-3"/>
            <p:cNvSpPr/>
            <p:nvPr/>
          </p:nvSpPr>
          <p:spPr>
            <a:xfrm>
              <a:off x="994800" y="308007"/>
              <a:ext cx="173610" cy="130993"/>
            </a:xfrm>
            <a:custGeom>
              <a:avLst/>
              <a:gdLst/>
              <a:ahLst/>
              <a:cxnLst/>
              <a:rect l="0" t="0" r="r" b="b"/>
              <a:pathLst>
                <a:path w="173610" h="130993">
                  <a:moveTo>
                    <a:pt x="0" y="130993"/>
                  </a:moveTo>
                  <a:cubicBezTo>
                    <a:pt x="0" y="130993"/>
                    <a:pt x="60800" y="55393"/>
                    <a:pt x="72500" y="51593"/>
                  </a:cubicBezTo>
                  <a:cubicBezTo>
                    <a:pt x="92100" y="45193"/>
                    <a:pt x="167800" y="71793"/>
                    <a:pt x="167800" y="71793"/>
                  </a:cubicBezTo>
                  <a:cubicBezTo>
                    <a:pt x="167800" y="71793"/>
                    <a:pt x="176200" y="50893"/>
                    <a:pt x="172800" y="42793"/>
                  </a:cubicBezTo>
                  <a:cubicBezTo>
                    <a:pt x="169400" y="34693"/>
                    <a:pt x="76300" y="-6907"/>
                    <a:pt x="54000" y="993"/>
                  </a:cubicBezTo>
                  <a:cubicBezTo>
                    <a:pt x="36600" y="7193"/>
                    <a:pt x="1200" y="74393"/>
                    <a:pt x="1200" y="74393"/>
                  </a:cubicBezTo>
                  <a:lnTo>
                    <a:pt x="0" y="130993"/>
                  </a:ln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3" name="probe-noto-emoji_u2744-part-4"/>
            <p:cNvSpPr/>
            <p:nvPr/>
          </p:nvSpPr>
          <p:spPr>
            <a:xfrm>
              <a:off x="953200" y="507383"/>
              <a:ext cx="182200" cy="80199"/>
            </a:xfrm>
            <a:custGeom>
              <a:avLst/>
              <a:gdLst/>
              <a:ahLst/>
              <a:cxnLst/>
              <a:rect l="0" t="0" r="r" b="b"/>
              <a:pathLst>
                <a:path w="182200" h="80199">
                  <a:moveTo>
                    <a:pt x="36400" y="17"/>
                  </a:moveTo>
                  <a:cubicBezTo>
                    <a:pt x="32400" y="-683"/>
                    <a:pt x="0" y="20517"/>
                    <a:pt x="0" y="20517"/>
                  </a:cubicBezTo>
                  <a:cubicBezTo>
                    <a:pt x="0" y="20517"/>
                    <a:pt x="96200" y="78817"/>
                    <a:pt x="124400" y="80117"/>
                  </a:cubicBezTo>
                  <a:cubicBezTo>
                    <a:pt x="159200" y="81817"/>
                    <a:pt x="182200" y="56417"/>
                    <a:pt x="182200" y="56417"/>
                  </a:cubicBezTo>
                  <a:cubicBezTo>
                    <a:pt x="182200" y="56417"/>
                    <a:pt x="157300" y="57117"/>
                    <a:pt x="139200" y="50417"/>
                  </a:cubicBezTo>
                  <a:cubicBezTo>
                    <a:pt x="109700" y="39417"/>
                    <a:pt x="36400" y="17"/>
                    <a:pt x="36400" y="17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4" name="probe-noto-emoji_u2744-part-5"/>
            <p:cNvSpPr/>
            <p:nvPr/>
          </p:nvSpPr>
          <p:spPr>
            <a:xfrm>
              <a:off x="749100" y="700900"/>
              <a:ext cx="196943" cy="329900"/>
            </a:xfrm>
            <a:custGeom>
              <a:avLst/>
              <a:gdLst/>
              <a:ahLst/>
              <a:cxnLst/>
              <a:rect l="0" t="0" r="r" b="b"/>
              <a:pathLst>
                <a:path w="196943" h="329900">
                  <a:moveTo>
                    <a:pt x="22800" y="0"/>
                  </a:moveTo>
                  <a:lnTo>
                    <a:pt x="0" y="46400"/>
                  </a:lnTo>
                  <a:cubicBezTo>
                    <a:pt x="0" y="46400"/>
                    <a:pt x="137100" y="131700"/>
                    <a:pt x="137700" y="135800"/>
                  </a:cubicBezTo>
                  <a:cubicBezTo>
                    <a:pt x="138400" y="139800"/>
                    <a:pt x="134300" y="287600"/>
                    <a:pt x="148500" y="304400"/>
                  </a:cubicBezTo>
                  <a:cubicBezTo>
                    <a:pt x="162600" y="321200"/>
                    <a:pt x="189500" y="329900"/>
                    <a:pt x="189500" y="329900"/>
                  </a:cubicBezTo>
                  <a:cubicBezTo>
                    <a:pt x="189500" y="329900"/>
                    <a:pt x="197600" y="112200"/>
                    <a:pt x="196900" y="108800"/>
                  </a:cubicBezTo>
                  <a:cubicBezTo>
                    <a:pt x="196100" y="105400"/>
                    <a:pt x="22800" y="0"/>
                    <a:pt x="22800" y="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5" name="probe-noto-emoji_u2744-part-6"/>
            <p:cNvSpPr/>
            <p:nvPr/>
          </p:nvSpPr>
          <p:spPr>
            <a:xfrm>
              <a:off x="946800" y="683400"/>
              <a:ext cx="171200" cy="90700"/>
            </a:xfrm>
            <a:custGeom>
              <a:avLst/>
              <a:gdLst/>
              <a:ahLst/>
              <a:cxnLst/>
              <a:rect l="0" t="0" r="r" b="b"/>
              <a:pathLst>
                <a:path w="171200" h="90700">
                  <a:moveTo>
                    <a:pt x="0" y="65400"/>
                  </a:moveTo>
                  <a:cubicBezTo>
                    <a:pt x="0" y="65400"/>
                    <a:pt x="96600" y="0"/>
                    <a:pt x="122800" y="0"/>
                  </a:cubicBezTo>
                  <a:cubicBezTo>
                    <a:pt x="149000" y="0"/>
                    <a:pt x="171200" y="13400"/>
                    <a:pt x="171200" y="13400"/>
                  </a:cubicBezTo>
                  <a:lnTo>
                    <a:pt x="43400" y="90700"/>
                  </a:lnTo>
                  <a:lnTo>
                    <a:pt x="0" y="65400"/>
                  </a:ln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6" name="probe-noto-emoji_u2744-part-7"/>
            <p:cNvSpPr/>
            <p:nvPr/>
          </p:nvSpPr>
          <p:spPr>
            <a:xfrm>
              <a:off x="991900" y="847100"/>
              <a:ext cx="169427" cy="127816"/>
            </a:xfrm>
            <a:custGeom>
              <a:avLst/>
              <a:gdLst/>
              <a:ahLst/>
              <a:cxnLst/>
              <a:rect l="0" t="0" r="r" b="b"/>
              <a:pathLst>
                <a:path w="169427" h="127816">
                  <a:moveTo>
                    <a:pt x="5100" y="0"/>
                  </a:moveTo>
                  <a:cubicBezTo>
                    <a:pt x="1700" y="9400"/>
                    <a:pt x="0" y="44600"/>
                    <a:pt x="0" y="44600"/>
                  </a:cubicBezTo>
                  <a:cubicBezTo>
                    <a:pt x="0" y="44600"/>
                    <a:pt x="31400" y="118500"/>
                    <a:pt x="53500" y="126500"/>
                  </a:cubicBezTo>
                  <a:cubicBezTo>
                    <a:pt x="75700" y="134600"/>
                    <a:pt x="160300" y="103000"/>
                    <a:pt x="167100" y="94900"/>
                  </a:cubicBezTo>
                  <a:cubicBezTo>
                    <a:pt x="173800" y="86800"/>
                    <a:pt x="163900" y="54000"/>
                    <a:pt x="163900" y="54000"/>
                  </a:cubicBezTo>
                  <a:cubicBezTo>
                    <a:pt x="163900" y="54000"/>
                    <a:pt x="97000" y="80500"/>
                    <a:pt x="77000" y="76800"/>
                  </a:cubicBezTo>
                  <a:cubicBezTo>
                    <a:pt x="51400" y="72100"/>
                    <a:pt x="5100" y="0"/>
                    <a:pt x="5100" y="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7" name="probe-noto-emoji_u2744-part-8"/>
            <p:cNvSpPr/>
            <p:nvPr/>
          </p:nvSpPr>
          <p:spPr>
            <a:xfrm>
              <a:off x="537490" y="544112"/>
              <a:ext cx="206610" cy="189932"/>
            </a:xfrm>
            <a:custGeom>
              <a:avLst/>
              <a:gdLst/>
              <a:ahLst/>
              <a:cxnLst/>
              <a:rect l="0" t="0" r="r" b="b"/>
              <a:pathLst>
                <a:path w="206610" h="189932">
                  <a:moveTo>
                    <a:pt x="52810" y="4288"/>
                  </a:moveTo>
                  <a:cubicBezTo>
                    <a:pt x="43110" y="13988"/>
                    <a:pt x="810" y="76088"/>
                    <a:pt x="10" y="88088"/>
                  </a:cubicBezTo>
                  <a:cubicBezTo>
                    <a:pt x="-790" y="100188"/>
                    <a:pt x="46310" y="180688"/>
                    <a:pt x="57610" y="187088"/>
                  </a:cubicBezTo>
                  <a:cubicBezTo>
                    <a:pt x="68910" y="193488"/>
                    <a:pt x="159910" y="187088"/>
                    <a:pt x="159910" y="187088"/>
                  </a:cubicBezTo>
                  <a:lnTo>
                    <a:pt x="206610" y="91188"/>
                  </a:lnTo>
                  <a:cubicBezTo>
                    <a:pt x="206610" y="91188"/>
                    <a:pt x="165510" y="3388"/>
                    <a:pt x="159110" y="1788"/>
                  </a:cubicBezTo>
                  <a:cubicBezTo>
                    <a:pt x="152710" y="188"/>
                    <a:pt x="59310" y="-2212"/>
                    <a:pt x="52810" y="4288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8" name="probe-noto-emoji_u2744-part-9"/>
            <p:cNvSpPr/>
            <p:nvPr/>
          </p:nvSpPr>
          <p:spPr>
            <a:xfrm>
              <a:off x="554100" y="37600"/>
              <a:ext cx="120600" cy="183012"/>
            </a:xfrm>
            <a:custGeom>
              <a:avLst/>
              <a:gdLst/>
              <a:ahLst/>
              <a:cxnLst/>
              <a:rect l="0" t="0" r="r" b="b"/>
              <a:pathLst>
                <a:path w="120600" h="183012">
                  <a:moveTo>
                    <a:pt x="77700" y="183000"/>
                  </a:moveTo>
                  <a:cubicBezTo>
                    <a:pt x="84100" y="184200"/>
                    <a:pt x="54000" y="93500"/>
                    <a:pt x="54000" y="93500"/>
                  </a:cubicBezTo>
                  <a:lnTo>
                    <a:pt x="120600" y="30600"/>
                  </a:lnTo>
                  <a:cubicBezTo>
                    <a:pt x="120600" y="30600"/>
                    <a:pt x="95800" y="0"/>
                    <a:pt x="83000" y="0"/>
                  </a:cubicBezTo>
                  <a:cubicBezTo>
                    <a:pt x="70100" y="0"/>
                    <a:pt x="0" y="65200"/>
                    <a:pt x="0" y="80600"/>
                  </a:cubicBezTo>
                  <a:cubicBezTo>
                    <a:pt x="0" y="96000"/>
                    <a:pt x="38700" y="167800"/>
                    <a:pt x="38700" y="167800"/>
                  </a:cubicBezTo>
                  <a:cubicBezTo>
                    <a:pt x="38700" y="167800"/>
                    <a:pt x="65500" y="180700"/>
                    <a:pt x="77700" y="18300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9" name="probe-noto-emoji_u2744-part-10"/>
            <p:cNvSpPr/>
            <p:nvPr/>
          </p:nvSpPr>
          <p:spPr>
            <a:xfrm>
              <a:off x="452400" y="189300"/>
              <a:ext cx="179800" cy="319100"/>
            </a:xfrm>
            <a:custGeom>
              <a:avLst/>
              <a:gdLst/>
              <a:ahLst/>
              <a:cxnLst/>
              <a:rect l="0" t="0" r="r" b="b"/>
              <a:pathLst>
                <a:path w="179800" h="319100">
                  <a:moveTo>
                    <a:pt x="0" y="0"/>
                  </a:moveTo>
                  <a:cubicBezTo>
                    <a:pt x="0" y="0"/>
                    <a:pt x="100" y="45300"/>
                    <a:pt x="14600" y="61400"/>
                  </a:cubicBezTo>
                  <a:cubicBezTo>
                    <a:pt x="29100" y="77500"/>
                    <a:pt x="132300" y="128000"/>
                    <a:pt x="132300" y="128000"/>
                  </a:cubicBezTo>
                  <a:lnTo>
                    <a:pt x="134900" y="319100"/>
                  </a:lnTo>
                  <a:lnTo>
                    <a:pt x="179800" y="318900"/>
                  </a:lnTo>
                  <a:lnTo>
                    <a:pt x="179800" y="96500"/>
                  </a:lnTo>
                  <a:cubicBezTo>
                    <a:pt x="179800" y="96500"/>
                    <a:pt x="90400" y="53800"/>
                    <a:pt x="72700" y="45800"/>
                  </a:cubicBezTo>
                  <a:cubicBezTo>
                    <a:pt x="55000" y="37700"/>
                    <a:pt x="12900" y="16900"/>
                    <a:pt x="0" y="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0" name="probe-noto-emoji_u2744-part-11"/>
            <p:cNvSpPr/>
            <p:nvPr/>
          </p:nvSpPr>
          <p:spPr>
            <a:xfrm>
              <a:off x="396200" y="438900"/>
              <a:ext cx="157100" cy="123200"/>
            </a:xfrm>
            <a:custGeom>
              <a:avLst/>
              <a:gdLst/>
              <a:ahLst/>
              <a:cxnLst/>
              <a:rect l="0" t="0" r="r" b="b"/>
              <a:pathLst>
                <a:path w="157100" h="123200">
                  <a:moveTo>
                    <a:pt x="0" y="37800"/>
                  </a:moveTo>
                  <a:lnTo>
                    <a:pt x="135300" y="123200"/>
                  </a:lnTo>
                  <a:lnTo>
                    <a:pt x="157100" y="90200"/>
                  </a:lnTo>
                  <a:lnTo>
                    <a:pt x="3200" y="0"/>
                  </a:ln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1" name="probe-noto-emoji_u2744-part-12"/>
            <p:cNvSpPr/>
            <p:nvPr/>
          </p:nvSpPr>
          <p:spPr>
            <a:xfrm>
              <a:off x="299651" y="234602"/>
              <a:ext cx="46060" cy="190699"/>
            </a:xfrm>
            <a:custGeom>
              <a:avLst/>
              <a:gdLst/>
              <a:ahLst/>
              <a:cxnLst/>
              <a:rect l="0" t="0" r="r" b="b"/>
              <a:pathLst>
                <a:path w="46060" h="190699">
                  <a:moveTo>
                    <a:pt x="49" y="162798"/>
                  </a:moveTo>
                  <a:cubicBezTo>
                    <a:pt x="49" y="162798"/>
                    <a:pt x="28649" y="190898"/>
                    <a:pt x="34849" y="190698"/>
                  </a:cubicBezTo>
                  <a:cubicBezTo>
                    <a:pt x="46849" y="190298"/>
                    <a:pt x="46049" y="3198"/>
                    <a:pt x="46049" y="3198"/>
                  </a:cubicBezTo>
                  <a:cubicBezTo>
                    <a:pt x="46049" y="3198"/>
                    <a:pt x="22949" y="-5502"/>
                    <a:pt x="10849" y="5798"/>
                  </a:cubicBezTo>
                  <a:cubicBezTo>
                    <a:pt x="-1351" y="16998"/>
                    <a:pt x="49" y="162798"/>
                    <a:pt x="49" y="162798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2" name="probe-noto-emoji_u2744-part-13"/>
            <p:cNvSpPr/>
            <p:nvPr/>
          </p:nvSpPr>
          <p:spPr>
            <a:xfrm>
              <a:off x="110349" y="315500"/>
              <a:ext cx="197269" cy="294900"/>
            </a:xfrm>
            <a:custGeom>
              <a:avLst/>
              <a:gdLst/>
              <a:ahLst/>
              <a:cxnLst/>
              <a:rect l="0" t="0" r="r" b="b"/>
              <a:pathLst>
                <a:path w="197269" h="294900">
                  <a:moveTo>
                    <a:pt x="174751" y="127400"/>
                  </a:moveTo>
                  <a:cubicBezTo>
                    <a:pt x="203451" y="134700"/>
                    <a:pt x="198051" y="154800"/>
                    <a:pt x="194051" y="161200"/>
                  </a:cubicBezTo>
                  <a:cubicBezTo>
                    <a:pt x="190051" y="167600"/>
                    <a:pt x="58751" y="294900"/>
                    <a:pt x="58751" y="294900"/>
                  </a:cubicBezTo>
                  <a:cubicBezTo>
                    <a:pt x="58751" y="294900"/>
                    <a:pt x="33751" y="281200"/>
                    <a:pt x="33751" y="266700"/>
                  </a:cubicBezTo>
                  <a:cubicBezTo>
                    <a:pt x="33751" y="252200"/>
                    <a:pt x="147651" y="158500"/>
                    <a:pt x="141651" y="157100"/>
                  </a:cubicBezTo>
                  <a:cubicBezTo>
                    <a:pt x="136951" y="156100"/>
                    <a:pt x="55451" y="169800"/>
                    <a:pt x="37751" y="158700"/>
                  </a:cubicBezTo>
                  <a:cubicBezTo>
                    <a:pt x="26351" y="151600"/>
                    <a:pt x="-5249" y="32700"/>
                    <a:pt x="751" y="16700"/>
                  </a:cubicBezTo>
                  <a:cubicBezTo>
                    <a:pt x="5551" y="3800"/>
                    <a:pt x="46651" y="0"/>
                    <a:pt x="46651" y="0"/>
                  </a:cubicBezTo>
                  <a:cubicBezTo>
                    <a:pt x="46651" y="0"/>
                    <a:pt x="61151" y="106300"/>
                    <a:pt x="72451" y="112000"/>
                  </a:cubicBezTo>
                  <a:cubicBezTo>
                    <a:pt x="83651" y="117700"/>
                    <a:pt x="151851" y="121600"/>
                    <a:pt x="174751" y="12740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3" name="probe-noto-emoji_u2744-part-14"/>
            <p:cNvSpPr/>
            <p:nvPr/>
          </p:nvSpPr>
          <p:spPr>
            <a:xfrm>
              <a:off x="336600" y="659700"/>
              <a:ext cx="180400" cy="120700"/>
            </a:xfrm>
            <a:custGeom>
              <a:avLst/>
              <a:gdLst/>
              <a:ahLst/>
              <a:cxnLst/>
              <a:rect l="0" t="0" r="r" b="b"/>
              <a:pathLst>
                <a:path w="180400" h="120700">
                  <a:moveTo>
                    <a:pt x="160400" y="0"/>
                  </a:moveTo>
                  <a:lnTo>
                    <a:pt x="0" y="88000"/>
                  </a:lnTo>
                  <a:lnTo>
                    <a:pt x="40300" y="120700"/>
                  </a:lnTo>
                  <a:lnTo>
                    <a:pt x="180400" y="30500"/>
                  </a:ln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4" name="probe-noto-emoji_u2744-part-15"/>
            <p:cNvSpPr/>
            <p:nvPr/>
          </p:nvSpPr>
          <p:spPr>
            <a:xfrm>
              <a:off x="115674" y="695800"/>
              <a:ext cx="198440" cy="257445"/>
            </a:xfrm>
            <a:custGeom>
              <a:avLst/>
              <a:gdLst/>
              <a:ahLst/>
              <a:cxnLst/>
              <a:rect l="0" t="0" r="r" b="b"/>
              <a:pathLst>
                <a:path w="198440" h="257445">
                  <a:moveTo>
                    <a:pt x="198426" y="112000"/>
                  </a:moveTo>
                  <a:cubicBezTo>
                    <a:pt x="197226" y="125700"/>
                    <a:pt x="140826" y="153300"/>
                    <a:pt x="136026" y="157400"/>
                  </a:cubicBezTo>
                  <a:cubicBezTo>
                    <a:pt x="131226" y="161400"/>
                    <a:pt x="78426" y="149100"/>
                    <a:pt x="75126" y="153900"/>
                  </a:cubicBezTo>
                  <a:cubicBezTo>
                    <a:pt x="71926" y="158700"/>
                    <a:pt x="41626" y="251900"/>
                    <a:pt x="35926" y="257400"/>
                  </a:cubicBezTo>
                  <a:cubicBezTo>
                    <a:pt x="35126" y="258200"/>
                    <a:pt x="3026" y="248200"/>
                    <a:pt x="626" y="242900"/>
                  </a:cubicBezTo>
                  <a:cubicBezTo>
                    <a:pt x="-5174" y="230200"/>
                    <a:pt x="30826" y="129700"/>
                    <a:pt x="46926" y="115200"/>
                  </a:cubicBezTo>
                  <a:cubicBezTo>
                    <a:pt x="63026" y="100700"/>
                    <a:pt x="133926" y="119200"/>
                    <a:pt x="136326" y="114400"/>
                  </a:cubicBezTo>
                  <a:cubicBezTo>
                    <a:pt x="138726" y="109600"/>
                    <a:pt x="43726" y="58000"/>
                    <a:pt x="36426" y="41900"/>
                  </a:cubicBezTo>
                  <a:cubicBezTo>
                    <a:pt x="29226" y="25800"/>
                    <a:pt x="59826" y="0"/>
                    <a:pt x="59826" y="0"/>
                  </a:cubicBezTo>
                  <a:cubicBezTo>
                    <a:pt x="59826" y="0"/>
                    <a:pt x="200026" y="93400"/>
                    <a:pt x="198426" y="11200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5" name="probe-noto-emoji_u2744-part-16"/>
            <p:cNvSpPr/>
            <p:nvPr/>
          </p:nvSpPr>
          <p:spPr>
            <a:xfrm>
              <a:off x="301700" y="860741"/>
              <a:ext cx="54600" cy="163725"/>
            </a:xfrm>
            <a:custGeom>
              <a:avLst/>
              <a:gdLst/>
              <a:ahLst/>
              <a:cxnLst/>
              <a:rect l="0" t="0" r="r" b="b"/>
              <a:pathLst>
                <a:path w="54600" h="163725">
                  <a:moveTo>
                    <a:pt x="33200" y="259"/>
                  </a:moveTo>
                  <a:cubicBezTo>
                    <a:pt x="27900" y="-3441"/>
                    <a:pt x="0" y="33659"/>
                    <a:pt x="0" y="33659"/>
                  </a:cubicBezTo>
                  <a:cubicBezTo>
                    <a:pt x="0" y="33659"/>
                    <a:pt x="9800" y="153559"/>
                    <a:pt x="18900" y="161259"/>
                  </a:cubicBezTo>
                  <a:cubicBezTo>
                    <a:pt x="28100" y="169059"/>
                    <a:pt x="54600" y="155859"/>
                    <a:pt x="54600" y="155859"/>
                  </a:cubicBezTo>
                  <a:cubicBezTo>
                    <a:pt x="54600" y="155859"/>
                    <a:pt x="41200" y="5859"/>
                    <a:pt x="33200" y="259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6" name="probe-noto-emoji_u2744-part-17"/>
            <p:cNvSpPr/>
            <p:nvPr/>
          </p:nvSpPr>
          <p:spPr>
            <a:xfrm>
              <a:off x="439551" y="779300"/>
              <a:ext cx="192994" cy="294800"/>
            </a:xfrm>
            <a:custGeom>
              <a:avLst/>
              <a:gdLst/>
              <a:ahLst/>
              <a:cxnLst/>
              <a:rect l="0" t="0" r="r" b="b"/>
              <a:pathLst>
                <a:path w="192994" h="294800">
                  <a:moveTo>
                    <a:pt x="152449" y="0"/>
                  </a:moveTo>
                  <a:cubicBezTo>
                    <a:pt x="152449" y="0"/>
                    <a:pt x="153949" y="149300"/>
                    <a:pt x="150749" y="154900"/>
                  </a:cubicBezTo>
                  <a:cubicBezTo>
                    <a:pt x="147549" y="160500"/>
                    <a:pt x="26049" y="218200"/>
                    <a:pt x="8949" y="240300"/>
                  </a:cubicBezTo>
                  <a:cubicBezTo>
                    <a:pt x="-2651" y="255300"/>
                    <a:pt x="349" y="294800"/>
                    <a:pt x="349" y="294800"/>
                  </a:cubicBezTo>
                  <a:cubicBezTo>
                    <a:pt x="349" y="294800"/>
                    <a:pt x="186949" y="189600"/>
                    <a:pt x="190949" y="186400"/>
                  </a:cubicBezTo>
                  <a:cubicBezTo>
                    <a:pt x="194949" y="183200"/>
                    <a:pt x="191849" y="500"/>
                    <a:pt x="191849" y="500"/>
                  </a:cubicBezTo>
                  <a:lnTo>
                    <a:pt x="152449" y="0"/>
                  </a:ln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7" name="probe-noto-emoji_u2744-part-18"/>
            <p:cNvSpPr/>
            <p:nvPr/>
          </p:nvSpPr>
          <p:spPr>
            <a:xfrm>
              <a:off x="699200" y="941100"/>
              <a:ext cx="132518" cy="144600"/>
            </a:xfrm>
            <a:custGeom>
              <a:avLst/>
              <a:gdLst/>
              <a:ahLst/>
              <a:cxnLst/>
              <a:rect l="0" t="0" r="r" b="b"/>
              <a:pathLst>
                <a:path w="132518" h="144600">
                  <a:moveTo>
                    <a:pt x="132100" y="144600"/>
                  </a:moveTo>
                  <a:cubicBezTo>
                    <a:pt x="132100" y="144600"/>
                    <a:pt x="3800" y="65100"/>
                    <a:pt x="2300" y="54400"/>
                  </a:cubicBezTo>
                  <a:cubicBezTo>
                    <a:pt x="800" y="44200"/>
                    <a:pt x="0" y="0"/>
                    <a:pt x="0" y="0"/>
                  </a:cubicBezTo>
                  <a:cubicBezTo>
                    <a:pt x="0" y="0"/>
                    <a:pt x="112700" y="79300"/>
                    <a:pt x="124000" y="97800"/>
                  </a:cubicBezTo>
                  <a:cubicBezTo>
                    <a:pt x="135300" y="116300"/>
                    <a:pt x="132100" y="144600"/>
                    <a:pt x="132100" y="144600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8" name="probe-noto-emoji_u2744-part-19"/>
            <p:cNvSpPr/>
            <p:nvPr/>
          </p:nvSpPr>
          <p:spPr>
            <a:xfrm>
              <a:off x="551555" y="1047958"/>
              <a:ext cx="128645" cy="194349"/>
            </a:xfrm>
            <a:custGeom>
              <a:avLst/>
              <a:gdLst/>
              <a:ahLst/>
              <a:cxnLst/>
              <a:rect l="0" t="0" r="r" b="b"/>
              <a:pathLst>
                <a:path w="128645" h="194349">
                  <a:moveTo>
                    <a:pt x="52445" y="87642"/>
                  </a:moveTo>
                  <a:cubicBezTo>
                    <a:pt x="54445" y="108542"/>
                    <a:pt x="128645" y="168142"/>
                    <a:pt x="128645" y="168142"/>
                  </a:cubicBezTo>
                  <a:cubicBezTo>
                    <a:pt x="128645" y="168142"/>
                    <a:pt x="105145" y="193542"/>
                    <a:pt x="93045" y="194342"/>
                  </a:cubicBezTo>
                  <a:cubicBezTo>
                    <a:pt x="80945" y="195142"/>
                    <a:pt x="1645" y="119042"/>
                    <a:pt x="45" y="106242"/>
                  </a:cubicBezTo>
                  <a:cubicBezTo>
                    <a:pt x="-1555" y="93342"/>
                    <a:pt x="40345" y="12042"/>
                    <a:pt x="40345" y="12042"/>
                  </a:cubicBezTo>
                  <a:cubicBezTo>
                    <a:pt x="40345" y="12042"/>
                    <a:pt x="59145" y="3042"/>
                    <a:pt x="73345" y="42"/>
                  </a:cubicBezTo>
                  <a:cubicBezTo>
                    <a:pt x="82345" y="-1958"/>
                    <a:pt x="50545" y="67342"/>
                    <a:pt x="52445" y="87642"/>
                  </a:cubicBezTo>
                  <a:close/>
                </a:path>
              </a:pathLst>
            </a:custGeom>
            <a:solidFill>
              <a:srgbClr val="AF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9" name="probe-noto-emoji_u2744-part-20"/>
            <p:cNvSpPr/>
            <p:nvPr/>
          </p:nvSpPr>
          <p:spPr>
            <a:xfrm>
              <a:off x="589248" y="544243"/>
              <a:ext cx="168152" cy="193378"/>
            </a:xfrm>
            <a:custGeom>
              <a:avLst/>
              <a:gdLst/>
              <a:ahLst/>
              <a:cxnLst/>
              <a:rect l="0" t="0" r="r" b="b"/>
              <a:pathLst>
                <a:path w="168152" h="193378">
                  <a:moveTo>
                    <a:pt x="120752" y="80657"/>
                  </a:moveTo>
                  <a:cubicBezTo>
                    <a:pt x="120752" y="80657"/>
                    <a:pt x="108852" y="104357"/>
                    <a:pt x="102952" y="117757"/>
                  </a:cubicBezTo>
                  <a:cubicBezTo>
                    <a:pt x="97052" y="131157"/>
                    <a:pt x="89652" y="154057"/>
                    <a:pt x="89652" y="154057"/>
                  </a:cubicBezTo>
                  <a:cubicBezTo>
                    <a:pt x="89652" y="154057"/>
                    <a:pt x="34052" y="158357"/>
                    <a:pt x="19252" y="157757"/>
                  </a:cubicBezTo>
                  <a:cubicBezTo>
                    <a:pt x="-48" y="157057"/>
                    <a:pt x="-11148" y="191857"/>
                    <a:pt x="17052" y="192557"/>
                  </a:cubicBezTo>
                  <a:cubicBezTo>
                    <a:pt x="45252" y="193257"/>
                    <a:pt x="112652" y="194757"/>
                    <a:pt x="118552" y="190357"/>
                  </a:cubicBezTo>
                  <a:cubicBezTo>
                    <a:pt x="124452" y="185957"/>
                    <a:pt x="168152" y="105857"/>
                    <a:pt x="168152" y="88057"/>
                  </a:cubicBezTo>
                  <a:cubicBezTo>
                    <a:pt x="168152" y="70257"/>
                    <a:pt x="129652" y="20657"/>
                    <a:pt x="115552" y="6557"/>
                  </a:cubicBezTo>
                  <a:cubicBezTo>
                    <a:pt x="99152" y="-9843"/>
                    <a:pt x="70352" y="6557"/>
                    <a:pt x="86652" y="33257"/>
                  </a:cubicBezTo>
                  <a:cubicBezTo>
                    <a:pt x="102952" y="59957"/>
                    <a:pt x="120752" y="80657"/>
                    <a:pt x="120752" y="80657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0" name="probe-noto-emoji_u2744-part-21"/>
            <p:cNvSpPr/>
            <p:nvPr/>
          </p:nvSpPr>
          <p:spPr>
            <a:xfrm>
              <a:off x="913810" y="296285"/>
              <a:ext cx="40881" cy="124015"/>
            </a:xfrm>
            <a:custGeom>
              <a:avLst/>
              <a:gdLst/>
              <a:ahLst/>
              <a:cxnLst/>
              <a:rect l="0" t="0" r="r" b="b"/>
              <a:pathLst>
                <a:path w="40881" h="124015">
                  <a:moveTo>
                    <a:pt x="20490" y="15"/>
                  </a:moveTo>
                  <a:cubicBezTo>
                    <a:pt x="-2110" y="-785"/>
                    <a:pt x="-410" y="29815"/>
                    <a:pt x="390" y="65215"/>
                  </a:cubicBezTo>
                  <a:cubicBezTo>
                    <a:pt x="1190" y="100615"/>
                    <a:pt x="3590" y="124015"/>
                    <a:pt x="22090" y="124015"/>
                  </a:cubicBezTo>
                  <a:cubicBezTo>
                    <a:pt x="44690" y="124015"/>
                    <a:pt x="40590" y="74915"/>
                    <a:pt x="40590" y="52315"/>
                  </a:cubicBezTo>
                  <a:cubicBezTo>
                    <a:pt x="40590" y="29815"/>
                    <a:pt x="43890" y="815"/>
                    <a:pt x="20490" y="15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1" name="probe-noto-emoji_u2744-part-22"/>
            <p:cNvSpPr/>
            <p:nvPr/>
          </p:nvSpPr>
          <p:spPr>
            <a:xfrm>
              <a:off x="579471" y="71000"/>
              <a:ext cx="63093" cy="58421"/>
            </a:xfrm>
            <a:custGeom>
              <a:avLst/>
              <a:gdLst/>
              <a:ahLst/>
              <a:cxnLst/>
              <a:rect l="0" t="0" r="r" b="b"/>
              <a:pathLst>
                <a:path w="63093" h="58421">
                  <a:moveTo>
                    <a:pt x="58429" y="4600"/>
                  </a:moveTo>
                  <a:cubicBezTo>
                    <a:pt x="71529" y="17700"/>
                    <a:pt x="53629" y="40000"/>
                    <a:pt x="46329" y="46500"/>
                  </a:cubicBezTo>
                  <a:cubicBezTo>
                    <a:pt x="39129" y="52900"/>
                    <a:pt x="18929" y="65800"/>
                    <a:pt x="5229" y="52900"/>
                  </a:cubicBezTo>
                  <a:cubicBezTo>
                    <a:pt x="-8471" y="40000"/>
                    <a:pt x="7629" y="21500"/>
                    <a:pt x="20529" y="11800"/>
                  </a:cubicBezTo>
                  <a:cubicBezTo>
                    <a:pt x="33429" y="2100"/>
                    <a:pt x="48729" y="-5100"/>
                    <a:pt x="58429" y="4600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2" name="probe-noto-emoji_u2744-part-23"/>
            <p:cNvSpPr/>
            <p:nvPr/>
          </p:nvSpPr>
          <p:spPr>
            <a:xfrm>
              <a:off x="613393" y="278519"/>
              <a:ext cx="31662" cy="229693"/>
            </a:xfrm>
            <a:custGeom>
              <a:avLst/>
              <a:gdLst/>
              <a:ahLst/>
              <a:cxnLst/>
              <a:rect l="0" t="0" r="r" b="b"/>
              <a:pathLst>
                <a:path w="31662" h="229693">
                  <a:moveTo>
                    <a:pt x="19607" y="81"/>
                  </a:moveTo>
                  <a:cubicBezTo>
                    <a:pt x="-1293" y="-2319"/>
                    <a:pt x="-493" y="49181"/>
                    <a:pt x="307" y="112081"/>
                  </a:cubicBezTo>
                  <a:cubicBezTo>
                    <a:pt x="1307" y="192681"/>
                    <a:pt x="307" y="230481"/>
                    <a:pt x="17207" y="229681"/>
                  </a:cubicBezTo>
                  <a:cubicBezTo>
                    <a:pt x="36507" y="228781"/>
                    <a:pt x="30907" y="188581"/>
                    <a:pt x="30907" y="104781"/>
                  </a:cubicBezTo>
                  <a:cubicBezTo>
                    <a:pt x="30907" y="58781"/>
                    <a:pt x="35707" y="1881"/>
                    <a:pt x="19607" y="81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3" name="probe-noto-emoji_u2744-part-24"/>
            <p:cNvSpPr/>
            <p:nvPr/>
          </p:nvSpPr>
          <p:spPr>
            <a:xfrm>
              <a:off x="132672" y="329914"/>
              <a:ext cx="67702" cy="119585"/>
            </a:xfrm>
            <a:custGeom>
              <a:avLst/>
              <a:gdLst/>
              <a:ahLst/>
              <a:cxnLst/>
              <a:rect l="0" t="0" r="r" b="b"/>
              <a:pathLst>
                <a:path w="67702" h="119585">
                  <a:moveTo>
                    <a:pt x="17028" y="986"/>
                  </a:moveTo>
                  <a:cubicBezTo>
                    <a:pt x="-10272" y="9486"/>
                    <a:pt x="1728" y="42886"/>
                    <a:pt x="8928" y="67086"/>
                  </a:cubicBezTo>
                  <a:cubicBezTo>
                    <a:pt x="13528" y="82486"/>
                    <a:pt x="27528" y="126386"/>
                    <a:pt x="53228" y="118686"/>
                  </a:cubicBezTo>
                  <a:cubicBezTo>
                    <a:pt x="78928" y="110986"/>
                    <a:pt x="63728" y="74386"/>
                    <a:pt x="58028" y="50986"/>
                  </a:cubicBezTo>
                  <a:cubicBezTo>
                    <a:pt x="52528" y="27586"/>
                    <a:pt x="40428" y="-6214"/>
                    <a:pt x="17028" y="986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4" name="probe-noto-emoji_u2744-part-25"/>
            <p:cNvSpPr/>
            <p:nvPr/>
          </p:nvSpPr>
          <p:spPr>
            <a:xfrm>
              <a:off x="905300" y="895600"/>
              <a:ext cx="34011" cy="105500"/>
            </a:xfrm>
            <a:custGeom>
              <a:avLst/>
              <a:gdLst/>
              <a:ahLst/>
              <a:cxnLst/>
              <a:rect l="0" t="0" r="r" b="b"/>
              <a:pathLst>
                <a:path w="34011" h="105500">
                  <a:moveTo>
                    <a:pt x="17700" y="0"/>
                  </a:moveTo>
                  <a:cubicBezTo>
                    <a:pt x="1600" y="0"/>
                    <a:pt x="0" y="30600"/>
                    <a:pt x="0" y="58000"/>
                  </a:cubicBezTo>
                  <a:cubicBezTo>
                    <a:pt x="0" y="85400"/>
                    <a:pt x="0" y="105500"/>
                    <a:pt x="18500" y="105500"/>
                  </a:cubicBezTo>
                  <a:cubicBezTo>
                    <a:pt x="37000" y="105500"/>
                    <a:pt x="33800" y="65200"/>
                    <a:pt x="33800" y="50700"/>
                  </a:cubicBezTo>
                  <a:cubicBezTo>
                    <a:pt x="33800" y="36200"/>
                    <a:pt x="36300" y="0"/>
                    <a:pt x="17700" y="0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5" name="probe-noto-emoji_u2744-part-26"/>
            <p:cNvSpPr/>
            <p:nvPr/>
          </p:nvSpPr>
          <p:spPr>
            <a:xfrm>
              <a:off x="615900" y="778789"/>
              <a:ext cx="30552" cy="186931"/>
            </a:xfrm>
            <a:custGeom>
              <a:avLst/>
              <a:gdLst/>
              <a:ahLst/>
              <a:cxnLst/>
              <a:rect l="0" t="0" r="r" b="b"/>
              <a:pathLst>
                <a:path w="30552" h="186931">
                  <a:moveTo>
                    <a:pt x="15500" y="11"/>
                  </a:moveTo>
                  <a:cubicBezTo>
                    <a:pt x="1800" y="611"/>
                    <a:pt x="200" y="31411"/>
                    <a:pt x="200" y="91811"/>
                  </a:cubicBezTo>
                  <a:cubicBezTo>
                    <a:pt x="200" y="152211"/>
                    <a:pt x="-3100" y="187911"/>
                    <a:pt x="17100" y="186911"/>
                  </a:cubicBezTo>
                  <a:cubicBezTo>
                    <a:pt x="33200" y="186111"/>
                    <a:pt x="30000" y="125711"/>
                    <a:pt x="30000" y="84611"/>
                  </a:cubicBezTo>
                  <a:cubicBezTo>
                    <a:pt x="30000" y="43511"/>
                    <a:pt x="34900" y="-789"/>
                    <a:pt x="15500" y="11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6" name="probe-noto-emoji_u2744-part-27"/>
            <p:cNvSpPr/>
            <p:nvPr/>
          </p:nvSpPr>
          <p:spPr>
            <a:xfrm>
              <a:off x="369837" y="685841"/>
              <a:ext cx="149800" cy="95535"/>
            </a:xfrm>
            <a:custGeom>
              <a:avLst/>
              <a:gdLst/>
              <a:ahLst/>
              <a:cxnLst/>
              <a:rect l="0" t="0" r="r" b="b"/>
              <a:pathLst>
                <a:path w="149800" h="95535">
                  <a:moveTo>
                    <a:pt x="2263" y="93559"/>
                  </a:moveTo>
                  <a:cubicBezTo>
                    <a:pt x="10363" y="102959"/>
                    <a:pt x="51763" y="76659"/>
                    <a:pt x="81563" y="60259"/>
                  </a:cubicBezTo>
                  <a:cubicBezTo>
                    <a:pt x="117363" y="40559"/>
                    <a:pt x="157063" y="21659"/>
                    <a:pt x="148663" y="4959"/>
                  </a:cubicBezTo>
                  <a:cubicBezTo>
                    <a:pt x="140263" y="-11741"/>
                    <a:pt x="98363" y="17859"/>
                    <a:pt x="69363" y="32959"/>
                  </a:cubicBezTo>
                  <a:cubicBezTo>
                    <a:pt x="40363" y="48159"/>
                    <a:pt x="-11437" y="77659"/>
                    <a:pt x="2263" y="93559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7" name="probe-noto-emoji_u2744-part-28"/>
            <p:cNvSpPr/>
            <p:nvPr/>
          </p:nvSpPr>
          <p:spPr>
            <a:xfrm>
              <a:off x="152149" y="824622"/>
              <a:ext cx="101511" cy="85870"/>
            </a:xfrm>
            <a:custGeom>
              <a:avLst/>
              <a:gdLst/>
              <a:ahLst/>
              <a:cxnLst/>
              <a:rect l="0" t="0" r="r" b="b"/>
              <a:pathLst>
                <a:path w="101511" h="85870">
                  <a:moveTo>
                    <a:pt x="94951" y="33078"/>
                  </a:moveTo>
                  <a:cubicBezTo>
                    <a:pt x="86251" y="39578"/>
                    <a:pt x="61951" y="35478"/>
                    <a:pt x="51451" y="43578"/>
                  </a:cubicBezTo>
                  <a:cubicBezTo>
                    <a:pt x="40951" y="51678"/>
                    <a:pt x="38751" y="79078"/>
                    <a:pt x="26451" y="83878"/>
                  </a:cubicBezTo>
                  <a:cubicBezTo>
                    <a:pt x="7951" y="91078"/>
                    <a:pt x="-6549" y="78278"/>
                    <a:pt x="3051" y="53278"/>
                  </a:cubicBezTo>
                  <a:cubicBezTo>
                    <a:pt x="12751" y="28278"/>
                    <a:pt x="15951" y="11378"/>
                    <a:pt x="24751" y="4978"/>
                  </a:cubicBezTo>
                  <a:cubicBezTo>
                    <a:pt x="33651" y="-1422"/>
                    <a:pt x="65851" y="178"/>
                    <a:pt x="78751" y="178"/>
                  </a:cubicBezTo>
                  <a:cubicBezTo>
                    <a:pt x="101351" y="78"/>
                    <a:pt x="107851" y="23378"/>
                    <a:pt x="94951" y="33078"/>
                  </a:cubicBezTo>
                  <a:close/>
                </a:path>
              </a:pathLst>
            </a:custGeom>
            <a:solidFill>
              <a:srgbClr val="FEFEFE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58" name="probe-tabler-battery" descr="battery — Tabler contributors; preserve the bundled full upstream license. Source: https://github.com/tabler/tabler-icons/blob/a4ce1404bc6d24d3c365afe7b258d6bf6f48d62d/icons/filled/battery.svg; SVG SHA256: 0d7ce7cca61b3ebaafc286e532618e26424666809e6f45fe91bc5b84f5c766da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159" name="probe-tabler-battery-part-1"/>
            <p:cNvSpPr/>
            <p:nvPr/>
          </p:nvSpPr>
          <p:spPr>
            <a:xfrm>
              <a:off x="30000" y="60000"/>
              <a:ext cx="180000" cy="120000"/>
            </a:xfrm>
            <a:custGeom>
              <a:avLst/>
              <a:gdLst/>
              <a:ahLst/>
              <a:cxnLst/>
              <a:rect l="0" t="0" r="r" b="b"/>
              <a:pathLst>
                <a:path w="180000" h="120000">
                  <a:moveTo>
                    <a:pt x="140000" y="0"/>
                  </a:moveTo>
                  <a:cubicBezTo>
                    <a:pt x="140605" y="0"/>
                    <a:pt x="141210" y="18"/>
                    <a:pt x="141813" y="55"/>
                  </a:cubicBezTo>
                  <a:cubicBezTo>
                    <a:pt x="142417" y="91"/>
                    <a:pt x="143020" y="146"/>
                    <a:pt x="143620" y="219"/>
                  </a:cubicBezTo>
                  <a:cubicBezTo>
                    <a:pt x="144221" y="292"/>
                    <a:pt x="144819" y="383"/>
                    <a:pt x="145414" y="492"/>
                  </a:cubicBezTo>
                  <a:cubicBezTo>
                    <a:pt x="146009" y="601"/>
                    <a:pt x="146600" y="728"/>
                    <a:pt x="147188" y="873"/>
                  </a:cubicBezTo>
                  <a:cubicBezTo>
                    <a:pt x="147775" y="1018"/>
                    <a:pt x="148358" y="1181"/>
                    <a:pt x="148935" y="1361"/>
                  </a:cubicBezTo>
                  <a:cubicBezTo>
                    <a:pt x="149513" y="1541"/>
                    <a:pt x="150085" y="1739"/>
                    <a:pt x="150650" y="1953"/>
                  </a:cubicBezTo>
                  <a:cubicBezTo>
                    <a:pt x="151216" y="2168"/>
                    <a:pt x="151775" y="2400"/>
                    <a:pt x="152326" y="2648"/>
                  </a:cubicBezTo>
                  <a:cubicBezTo>
                    <a:pt x="152878" y="2897"/>
                    <a:pt x="153421" y="3162"/>
                    <a:pt x="153957" y="3443"/>
                  </a:cubicBezTo>
                  <a:cubicBezTo>
                    <a:pt x="154492" y="3725"/>
                    <a:pt x="155019" y="4022"/>
                    <a:pt x="155537" y="4336"/>
                  </a:cubicBezTo>
                  <a:cubicBezTo>
                    <a:pt x="156054" y="4649"/>
                    <a:pt x="156562" y="4978"/>
                    <a:pt x="157060" y="5322"/>
                  </a:cubicBezTo>
                  <a:cubicBezTo>
                    <a:pt x="157557" y="5666"/>
                    <a:pt x="158044" y="6024"/>
                    <a:pt x="158520" y="6398"/>
                  </a:cubicBezTo>
                  <a:cubicBezTo>
                    <a:pt x="158996" y="6771"/>
                    <a:pt x="159461" y="7159"/>
                    <a:pt x="159913" y="7560"/>
                  </a:cubicBezTo>
                  <a:cubicBezTo>
                    <a:pt x="160366" y="7962"/>
                    <a:pt x="160806" y="8377"/>
                    <a:pt x="161233" y="8805"/>
                  </a:cubicBezTo>
                  <a:cubicBezTo>
                    <a:pt x="161661" y="9233"/>
                    <a:pt x="162075" y="9674"/>
                    <a:pt x="162476" y="10127"/>
                  </a:cubicBezTo>
                  <a:cubicBezTo>
                    <a:pt x="162876" y="10580"/>
                    <a:pt x="163263" y="11046"/>
                    <a:pt x="163636" y="11522"/>
                  </a:cubicBezTo>
                  <a:cubicBezTo>
                    <a:pt x="164008" y="11999"/>
                    <a:pt x="164366" y="12486"/>
                    <a:pt x="164710" y="12985"/>
                  </a:cubicBezTo>
                  <a:cubicBezTo>
                    <a:pt x="165053" y="13483"/>
                    <a:pt x="165381" y="13991"/>
                    <a:pt x="165693" y="14509"/>
                  </a:cubicBezTo>
                  <a:cubicBezTo>
                    <a:pt x="166005" y="15027"/>
                    <a:pt x="166302" y="15555"/>
                    <a:pt x="166582" y="16091"/>
                  </a:cubicBezTo>
                  <a:cubicBezTo>
                    <a:pt x="166863" y="16627"/>
                    <a:pt x="167127" y="17171"/>
                    <a:pt x="167375" y="17723"/>
                  </a:cubicBezTo>
                  <a:cubicBezTo>
                    <a:pt x="167622" y="18275"/>
                    <a:pt x="167853" y="18834"/>
                    <a:pt x="168067" y="19400"/>
                  </a:cubicBezTo>
                  <a:cubicBezTo>
                    <a:pt x="168280" y="19966"/>
                    <a:pt x="168477" y="20538"/>
                    <a:pt x="168656" y="21116"/>
                  </a:cubicBezTo>
                  <a:cubicBezTo>
                    <a:pt x="168835" y="21694"/>
                    <a:pt x="168997" y="22277"/>
                    <a:pt x="169141" y="22864"/>
                  </a:cubicBezTo>
                  <a:cubicBezTo>
                    <a:pt x="169285" y="23452"/>
                    <a:pt x="169411" y="24044"/>
                    <a:pt x="169519" y="24639"/>
                  </a:cubicBezTo>
                  <a:cubicBezTo>
                    <a:pt x="169627" y="25234"/>
                    <a:pt x="169717" y="25832"/>
                    <a:pt x="169789" y="26433"/>
                  </a:cubicBezTo>
                  <a:cubicBezTo>
                    <a:pt x="169861" y="27033"/>
                    <a:pt x="169915" y="27636"/>
                    <a:pt x="169950" y="28240"/>
                  </a:cubicBezTo>
                  <a:lnTo>
                    <a:pt x="170000" y="30000"/>
                  </a:lnTo>
                  <a:lnTo>
                    <a:pt x="170000" y="30860"/>
                  </a:lnTo>
                  <a:lnTo>
                    <a:pt x="170520" y="31050"/>
                  </a:lnTo>
                  <a:cubicBezTo>
                    <a:pt x="170803" y="31162"/>
                    <a:pt x="171083" y="31283"/>
                    <a:pt x="171359" y="31412"/>
                  </a:cubicBezTo>
                  <a:cubicBezTo>
                    <a:pt x="171636" y="31541"/>
                    <a:pt x="171908" y="31679"/>
                    <a:pt x="172175" y="31825"/>
                  </a:cubicBezTo>
                  <a:cubicBezTo>
                    <a:pt x="172443" y="31971"/>
                    <a:pt x="172706" y="32125"/>
                    <a:pt x="172964" y="32286"/>
                  </a:cubicBezTo>
                  <a:cubicBezTo>
                    <a:pt x="173223" y="32448"/>
                    <a:pt x="173476" y="32618"/>
                    <a:pt x="173724" y="32795"/>
                  </a:cubicBezTo>
                  <a:cubicBezTo>
                    <a:pt x="173972" y="32973"/>
                    <a:pt x="174215" y="33157"/>
                    <a:pt x="174451" y="33349"/>
                  </a:cubicBezTo>
                  <a:cubicBezTo>
                    <a:pt x="174688" y="33542"/>
                    <a:pt x="174919" y="33741"/>
                    <a:pt x="175143" y="33947"/>
                  </a:cubicBezTo>
                  <a:cubicBezTo>
                    <a:pt x="175368" y="34153"/>
                    <a:pt x="175586" y="34366"/>
                    <a:pt x="175798" y="34585"/>
                  </a:cubicBezTo>
                  <a:cubicBezTo>
                    <a:pt x="176009" y="34805"/>
                    <a:pt x="176214" y="35031"/>
                    <a:pt x="176412" y="35263"/>
                  </a:cubicBezTo>
                  <a:cubicBezTo>
                    <a:pt x="176610" y="35494"/>
                    <a:pt x="176801" y="35732"/>
                    <a:pt x="176984" y="35976"/>
                  </a:cubicBezTo>
                  <a:cubicBezTo>
                    <a:pt x="177167" y="36219"/>
                    <a:pt x="177343" y="36469"/>
                    <a:pt x="177511" y="36723"/>
                  </a:cubicBezTo>
                  <a:cubicBezTo>
                    <a:pt x="177679" y="36977"/>
                    <a:pt x="177840" y="37236"/>
                    <a:pt x="177992" y="37500"/>
                  </a:cubicBezTo>
                  <a:cubicBezTo>
                    <a:pt x="178144" y="37764"/>
                    <a:pt x="178289" y="38033"/>
                    <a:pt x="178425" y="38306"/>
                  </a:cubicBezTo>
                  <a:cubicBezTo>
                    <a:pt x="178561" y="38579"/>
                    <a:pt x="178688" y="38856"/>
                    <a:pt x="178807" y="39136"/>
                  </a:cubicBezTo>
                  <a:cubicBezTo>
                    <a:pt x="178927" y="39417"/>
                    <a:pt x="179037" y="39701"/>
                    <a:pt x="179139" y="39988"/>
                  </a:cubicBezTo>
                  <a:cubicBezTo>
                    <a:pt x="179241" y="40276"/>
                    <a:pt x="179334" y="40566"/>
                    <a:pt x="179418" y="40859"/>
                  </a:cubicBezTo>
                  <a:cubicBezTo>
                    <a:pt x="179502" y="41152"/>
                    <a:pt x="179577" y="41447"/>
                    <a:pt x="179643" y="41745"/>
                  </a:cubicBezTo>
                  <a:cubicBezTo>
                    <a:pt x="179709" y="42043"/>
                    <a:pt x="179766" y="42342"/>
                    <a:pt x="179814" y="42643"/>
                  </a:cubicBezTo>
                  <a:cubicBezTo>
                    <a:pt x="179862" y="42944"/>
                    <a:pt x="179901" y="43247"/>
                    <a:pt x="179930" y="43550"/>
                  </a:cubicBezTo>
                  <a:lnTo>
                    <a:pt x="180000" y="45000"/>
                  </a:lnTo>
                  <a:lnTo>
                    <a:pt x="180000" y="75000"/>
                  </a:lnTo>
                  <a:cubicBezTo>
                    <a:pt x="180000" y="75299"/>
                    <a:pt x="179991" y="75597"/>
                    <a:pt x="179973" y="75895"/>
                  </a:cubicBezTo>
                  <a:cubicBezTo>
                    <a:pt x="179956" y="76193"/>
                    <a:pt x="179929" y="76491"/>
                    <a:pt x="179893" y="76787"/>
                  </a:cubicBezTo>
                  <a:cubicBezTo>
                    <a:pt x="179858" y="77083"/>
                    <a:pt x="179814" y="77379"/>
                    <a:pt x="179760" y="77672"/>
                  </a:cubicBezTo>
                  <a:cubicBezTo>
                    <a:pt x="179707" y="77966"/>
                    <a:pt x="179645" y="78258"/>
                    <a:pt x="179575" y="78548"/>
                  </a:cubicBezTo>
                  <a:cubicBezTo>
                    <a:pt x="179504" y="78839"/>
                    <a:pt x="179425" y="79126"/>
                    <a:pt x="179337" y="79412"/>
                  </a:cubicBezTo>
                  <a:cubicBezTo>
                    <a:pt x="179250" y="79697"/>
                    <a:pt x="179153" y="79980"/>
                    <a:pt x="179049" y="80259"/>
                  </a:cubicBezTo>
                  <a:cubicBezTo>
                    <a:pt x="178944" y="80539"/>
                    <a:pt x="178831" y="80816"/>
                    <a:pt x="178710" y="81088"/>
                  </a:cubicBezTo>
                  <a:cubicBezTo>
                    <a:pt x="178589" y="81361"/>
                    <a:pt x="178460" y="81630"/>
                    <a:pt x="178322" y="81896"/>
                  </a:cubicBezTo>
                  <a:cubicBezTo>
                    <a:pt x="178185" y="82161"/>
                    <a:pt x="178040" y="82422"/>
                    <a:pt x="177887" y="82678"/>
                  </a:cubicBezTo>
                  <a:cubicBezTo>
                    <a:pt x="177735" y="82935"/>
                    <a:pt x="177574" y="83187"/>
                    <a:pt x="177406" y="83434"/>
                  </a:cubicBezTo>
                  <a:cubicBezTo>
                    <a:pt x="177239" y="83681"/>
                    <a:pt x="177063" y="83922"/>
                    <a:pt x="176881" y="84159"/>
                  </a:cubicBezTo>
                  <a:cubicBezTo>
                    <a:pt x="176699" y="84395"/>
                    <a:pt x="176510" y="84626"/>
                    <a:pt x="176314" y="84852"/>
                  </a:cubicBezTo>
                  <a:cubicBezTo>
                    <a:pt x="176118" y="85077"/>
                    <a:pt x="175915" y="85296"/>
                    <a:pt x="175706" y="85509"/>
                  </a:cubicBezTo>
                  <a:cubicBezTo>
                    <a:pt x="175497" y="85722"/>
                    <a:pt x="175281" y="85929"/>
                    <a:pt x="175060" y="86129"/>
                  </a:cubicBezTo>
                  <a:cubicBezTo>
                    <a:pt x="174838" y="86329"/>
                    <a:pt x="174611" y="86523"/>
                    <a:pt x="174378" y="86710"/>
                  </a:cubicBezTo>
                  <a:cubicBezTo>
                    <a:pt x="174145" y="86896"/>
                    <a:pt x="173906" y="87076"/>
                    <a:pt x="173663" y="87248"/>
                  </a:cubicBezTo>
                  <a:cubicBezTo>
                    <a:pt x="173419" y="87421"/>
                    <a:pt x="173170" y="87586"/>
                    <a:pt x="172917" y="87743"/>
                  </a:cubicBezTo>
                  <a:cubicBezTo>
                    <a:pt x="172663" y="87901"/>
                    <a:pt x="172405" y="88051"/>
                    <a:pt x="172142" y="88193"/>
                  </a:cubicBezTo>
                  <a:cubicBezTo>
                    <a:pt x="171880" y="88335"/>
                    <a:pt x="171613" y="88470"/>
                    <a:pt x="171342" y="88596"/>
                  </a:cubicBezTo>
                  <a:cubicBezTo>
                    <a:pt x="171072" y="88722"/>
                    <a:pt x="170798" y="88840"/>
                    <a:pt x="170520" y="88950"/>
                  </a:cubicBezTo>
                  <a:lnTo>
                    <a:pt x="170000" y="89130"/>
                  </a:lnTo>
                  <a:lnTo>
                    <a:pt x="170000" y="90000"/>
                  </a:lnTo>
                  <a:cubicBezTo>
                    <a:pt x="170000" y="90605"/>
                    <a:pt x="169982" y="91210"/>
                    <a:pt x="169945" y="91813"/>
                  </a:cubicBezTo>
                  <a:cubicBezTo>
                    <a:pt x="169909" y="92417"/>
                    <a:pt x="169854" y="93020"/>
                    <a:pt x="169781" y="93620"/>
                  </a:cubicBezTo>
                  <a:cubicBezTo>
                    <a:pt x="169708" y="94221"/>
                    <a:pt x="169617" y="94819"/>
                    <a:pt x="169508" y="95414"/>
                  </a:cubicBezTo>
                  <a:cubicBezTo>
                    <a:pt x="169399" y="96009"/>
                    <a:pt x="169272" y="96600"/>
                    <a:pt x="169127" y="97188"/>
                  </a:cubicBezTo>
                  <a:cubicBezTo>
                    <a:pt x="168982" y="97775"/>
                    <a:pt x="168819" y="98358"/>
                    <a:pt x="168639" y="98935"/>
                  </a:cubicBezTo>
                  <a:cubicBezTo>
                    <a:pt x="168459" y="99513"/>
                    <a:pt x="168261" y="100085"/>
                    <a:pt x="168047" y="100650"/>
                  </a:cubicBezTo>
                  <a:cubicBezTo>
                    <a:pt x="167832" y="101216"/>
                    <a:pt x="167600" y="101775"/>
                    <a:pt x="167352" y="102326"/>
                  </a:cubicBezTo>
                  <a:cubicBezTo>
                    <a:pt x="167103" y="102878"/>
                    <a:pt x="166838" y="103421"/>
                    <a:pt x="166557" y="103957"/>
                  </a:cubicBezTo>
                  <a:cubicBezTo>
                    <a:pt x="166275" y="104492"/>
                    <a:pt x="165978" y="105019"/>
                    <a:pt x="165664" y="105537"/>
                  </a:cubicBezTo>
                  <a:cubicBezTo>
                    <a:pt x="165351" y="106054"/>
                    <a:pt x="165022" y="106562"/>
                    <a:pt x="164678" y="107060"/>
                  </a:cubicBezTo>
                  <a:cubicBezTo>
                    <a:pt x="164334" y="107557"/>
                    <a:pt x="163976" y="108044"/>
                    <a:pt x="163602" y="108520"/>
                  </a:cubicBezTo>
                  <a:cubicBezTo>
                    <a:pt x="163229" y="108996"/>
                    <a:pt x="162841" y="109461"/>
                    <a:pt x="162440" y="109913"/>
                  </a:cubicBezTo>
                  <a:cubicBezTo>
                    <a:pt x="162038" y="110366"/>
                    <a:pt x="161623" y="110806"/>
                    <a:pt x="161195" y="111233"/>
                  </a:cubicBezTo>
                  <a:cubicBezTo>
                    <a:pt x="160767" y="111661"/>
                    <a:pt x="160326" y="112075"/>
                    <a:pt x="159873" y="112476"/>
                  </a:cubicBezTo>
                  <a:cubicBezTo>
                    <a:pt x="159420" y="112876"/>
                    <a:pt x="158954" y="113263"/>
                    <a:pt x="158478" y="113636"/>
                  </a:cubicBezTo>
                  <a:cubicBezTo>
                    <a:pt x="158001" y="114008"/>
                    <a:pt x="157514" y="114366"/>
                    <a:pt x="157015" y="114710"/>
                  </a:cubicBezTo>
                  <a:cubicBezTo>
                    <a:pt x="156517" y="115053"/>
                    <a:pt x="156009" y="115381"/>
                    <a:pt x="155491" y="115693"/>
                  </a:cubicBezTo>
                  <a:cubicBezTo>
                    <a:pt x="154973" y="116005"/>
                    <a:pt x="154445" y="116302"/>
                    <a:pt x="153909" y="116582"/>
                  </a:cubicBezTo>
                  <a:cubicBezTo>
                    <a:pt x="153373" y="116863"/>
                    <a:pt x="152829" y="117127"/>
                    <a:pt x="152277" y="117375"/>
                  </a:cubicBezTo>
                  <a:cubicBezTo>
                    <a:pt x="151725" y="117622"/>
                    <a:pt x="151166" y="117853"/>
                    <a:pt x="150600" y="118067"/>
                  </a:cubicBezTo>
                  <a:cubicBezTo>
                    <a:pt x="150034" y="118280"/>
                    <a:pt x="149462" y="118477"/>
                    <a:pt x="148884" y="118656"/>
                  </a:cubicBezTo>
                  <a:cubicBezTo>
                    <a:pt x="148306" y="118835"/>
                    <a:pt x="147723" y="118997"/>
                    <a:pt x="147136" y="119141"/>
                  </a:cubicBezTo>
                  <a:cubicBezTo>
                    <a:pt x="146548" y="119285"/>
                    <a:pt x="145956" y="119411"/>
                    <a:pt x="145361" y="119519"/>
                  </a:cubicBezTo>
                  <a:cubicBezTo>
                    <a:pt x="144766" y="119627"/>
                    <a:pt x="144168" y="119717"/>
                    <a:pt x="143567" y="119789"/>
                  </a:cubicBezTo>
                  <a:cubicBezTo>
                    <a:pt x="142967" y="119861"/>
                    <a:pt x="142364" y="119915"/>
                    <a:pt x="141760" y="119950"/>
                  </a:cubicBezTo>
                  <a:lnTo>
                    <a:pt x="140000" y="120000"/>
                  </a:lnTo>
                  <a:lnTo>
                    <a:pt x="30000" y="120000"/>
                  </a:lnTo>
                  <a:cubicBezTo>
                    <a:pt x="29395" y="120000"/>
                    <a:pt x="28790" y="119982"/>
                    <a:pt x="28187" y="119945"/>
                  </a:cubicBezTo>
                  <a:cubicBezTo>
                    <a:pt x="27583" y="119909"/>
                    <a:pt x="26980" y="119854"/>
                    <a:pt x="26380" y="119781"/>
                  </a:cubicBezTo>
                  <a:cubicBezTo>
                    <a:pt x="25779" y="119708"/>
                    <a:pt x="25181" y="119617"/>
                    <a:pt x="24586" y="119508"/>
                  </a:cubicBezTo>
                  <a:cubicBezTo>
                    <a:pt x="23991" y="119399"/>
                    <a:pt x="23400" y="119272"/>
                    <a:pt x="22812" y="119127"/>
                  </a:cubicBezTo>
                  <a:cubicBezTo>
                    <a:pt x="22225" y="118982"/>
                    <a:pt x="21642" y="118819"/>
                    <a:pt x="21065" y="118639"/>
                  </a:cubicBezTo>
                  <a:cubicBezTo>
                    <a:pt x="20487" y="118459"/>
                    <a:pt x="19915" y="118261"/>
                    <a:pt x="19350" y="118047"/>
                  </a:cubicBezTo>
                  <a:cubicBezTo>
                    <a:pt x="18784" y="117832"/>
                    <a:pt x="18225" y="117600"/>
                    <a:pt x="17674" y="117352"/>
                  </a:cubicBezTo>
                  <a:cubicBezTo>
                    <a:pt x="17122" y="117103"/>
                    <a:pt x="16579" y="116838"/>
                    <a:pt x="16043" y="116557"/>
                  </a:cubicBezTo>
                  <a:cubicBezTo>
                    <a:pt x="15508" y="116275"/>
                    <a:pt x="14981" y="115978"/>
                    <a:pt x="14463" y="115664"/>
                  </a:cubicBezTo>
                  <a:cubicBezTo>
                    <a:pt x="13946" y="115351"/>
                    <a:pt x="13438" y="115022"/>
                    <a:pt x="12940" y="114678"/>
                  </a:cubicBezTo>
                  <a:cubicBezTo>
                    <a:pt x="12443" y="114334"/>
                    <a:pt x="11956" y="113976"/>
                    <a:pt x="11480" y="113602"/>
                  </a:cubicBezTo>
                  <a:cubicBezTo>
                    <a:pt x="11004" y="113229"/>
                    <a:pt x="10539" y="112841"/>
                    <a:pt x="10087" y="112440"/>
                  </a:cubicBezTo>
                  <a:cubicBezTo>
                    <a:pt x="9634" y="112038"/>
                    <a:pt x="9194" y="111623"/>
                    <a:pt x="8767" y="111195"/>
                  </a:cubicBezTo>
                  <a:cubicBezTo>
                    <a:pt x="8339" y="110767"/>
                    <a:pt x="7925" y="110326"/>
                    <a:pt x="7524" y="109873"/>
                  </a:cubicBezTo>
                  <a:cubicBezTo>
                    <a:pt x="7124" y="109420"/>
                    <a:pt x="6737" y="108954"/>
                    <a:pt x="6364" y="108478"/>
                  </a:cubicBezTo>
                  <a:cubicBezTo>
                    <a:pt x="5992" y="108001"/>
                    <a:pt x="5634" y="107514"/>
                    <a:pt x="5290" y="107015"/>
                  </a:cubicBezTo>
                  <a:cubicBezTo>
                    <a:pt x="4947" y="106517"/>
                    <a:pt x="4619" y="106009"/>
                    <a:pt x="4307" y="105491"/>
                  </a:cubicBezTo>
                  <a:cubicBezTo>
                    <a:pt x="3995" y="104973"/>
                    <a:pt x="3698" y="104445"/>
                    <a:pt x="3418" y="103909"/>
                  </a:cubicBezTo>
                  <a:cubicBezTo>
                    <a:pt x="3137" y="103373"/>
                    <a:pt x="2873" y="102829"/>
                    <a:pt x="2625" y="102277"/>
                  </a:cubicBezTo>
                  <a:cubicBezTo>
                    <a:pt x="2378" y="101725"/>
                    <a:pt x="2147" y="101166"/>
                    <a:pt x="1933" y="100600"/>
                  </a:cubicBezTo>
                  <a:cubicBezTo>
                    <a:pt x="1720" y="100034"/>
                    <a:pt x="1523" y="99462"/>
                    <a:pt x="1344" y="98884"/>
                  </a:cubicBezTo>
                  <a:cubicBezTo>
                    <a:pt x="1165" y="98306"/>
                    <a:pt x="1003" y="97723"/>
                    <a:pt x="859" y="97136"/>
                  </a:cubicBezTo>
                  <a:cubicBezTo>
                    <a:pt x="715" y="96548"/>
                    <a:pt x="589" y="95956"/>
                    <a:pt x="481" y="95361"/>
                  </a:cubicBezTo>
                  <a:cubicBezTo>
                    <a:pt x="373" y="94766"/>
                    <a:pt x="283" y="94168"/>
                    <a:pt x="211" y="93567"/>
                  </a:cubicBezTo>
                  <a:cubicBezTo>
                    <a:pt x="139" y="92967"/>
                    <a:pt x="85" y="92364"/>
                    <a:pt x="50" y="91760"/>
                  </a:cubicBezTo>
                  <a:lnTo>
                    <a:pt x="0" y="90000"/>
                  </a:lnTo>
                  <a:lnTo>
                    <a:pt x="0" y="30000"/>
                  </a:lnTo>
                  <a:cubicBezTo>
                    <a:pt x="0" y="29395"/>
                    <a:pt x="18" y="28790"/>
                    <a:pt x="55" y="28187"/>
                  </a:cubicBezTo>
                  <a:cubicBezTo>
                    <a:pt x="91" y="27583"/>
                    <a:pt x="146" y="26980"/>
                    <a:pt x="219" y="26380"/>
                  </a:cubicBezTo>
                  <a:cubicBezTo>
                    <a:pt x="292" y="25779"/>
                    <a:pt x="383" y="25181"/>
                    <a:pt x="492" y="24586"/>
                  </a:cubicBezTo>
                  <a:cubicBezTo>
                    <a:pt x="601" y="23991"/>
                    <a:pt x="728" y="23400"/>
                    <a:pt x="873" y="22812"/>
                  </a:cubicBezTo>
                  <a:cubicBezTo>
                    <a:pt x="1018" y="22225"/>
                    <a:pt x="1181" y="21642"/>
                    <a:pt x="1361" y="21065"/>
                  </a:cubicBezTo>
                  <a:cubicBezTo>
                    <a:pt x="1541" y="20487"/>
                    <a:pt x="1739" y="19915"/>
                    <a:pt x="1953" y="19350"/>
                  </a:cubicBezTo>
                  <a:cubicBezTo>
                    <a:pt x="2168" y="18784"/>
                    <a:pt x="2400" y="18225"/>
                    <a:pt x="2648" y="17674"/>
                  </a:cubicBezTo>
                  <a:cubicBezTo>
                    <a:pt x="2897" y="17122"/>
                    <a:pt x="3162" y="16579"/>
                    <a:pt x="3443" y="16043"/>
                  </a:cubicBezTo>
                  <a:cubicBezTo>
                    <a:pt x="3725" y="15508"/>
                    <a:pt x="4022" y="14981"/>
                    <a:pt x="4336" y="14463"/>
                  </a:cubicBezTo>
                  <a:cubicBezTo>
                    <a:pt x="4649" y="13946"/>
                    <a:pt x="4978" y="13438"/>
                    <a:pt x="5322" y="12940"/>
                  </a:cubicBezTo>
                  <a:cubicBezTo>
                    <a:pt x="5666" y="12443"/>
                    <a:pt x="6024" y="11956"/>
                    <a:pt x="6398" y="11480"/>
                  </a:cubicBezTo>
                  <a:cubicBezTo>
                    <a:pt x="6771" y="11004"/>
                    <a:pt x="7159" y="10539"/>
                    <a:pt x="7560" y="10087"/>
                  </a:cubicBezTo>
                  <a:cubicBezTo>
                    <a:pt x="7962" y="9634"/>
                    <a:pt x="8377" y="9194"/>
                    <a:pt x="8805" y="8767"/>
                  </a:cubicBezTo>
                  <a:cubicBezTo>
                    <a:pt x="9233" y="8339"/>
                    <a:pt x="9674" y="7925"/>
                    <a:pt x="10127" y="7524"/>
                  </a:cubicBezTo>
                  <a:cubicBezTo>
                    <a:pt x="10580" y="7124"/>
                    <a:pt x="11046" y="6737"/>
                    <a:pt x="11522" y="6364"/>
                  </a:cubicBezTo>
                  <a:cubicBezTo>
                    <a:pt x="11999" y="5992"/>
                    <a:pt x="12486" y="5634"/>
                    <a:pt x="12985" y="5290"/>
                  </a:cubicBezTo>
                  <a:cubicBezTo>
                    <a:pt x="13483" y="4947"/>
                    <a:pt x="13991" y="4619"/>
                    <a:pt x="14509" y="4307"/>
                  </a:cubicBezTo>
                  <a:cubicBezTo>
                    <a:pt x="15027" y="3995"/>
                    <a:pt x="15555" y="3698"/>
                    <a:pt x="16091" y="3418"/>
                  </a:cubicBezTo>
                  <a:cubicBezTo>
                    <a:pt x="16627" y="3137"/>
                    <a:pt x="17171" y="2873"/>
                    <a:pt x="17723" y="2625"/>
                  </a:cubicBezTo>
                  <a:cubicBezTo>
                    <a:pt x="18275" y="2378"/>
                    <a:pt x="18834" y="2147"/>
                    <a:pt x="19400" y="1933"/>
                  </a:cubicBezTo>
                  <a:cubicBezTo>
                    <a:pt x="19966" y="1720"/>
                    <a:pt x="20538" y="1523"/>
                    <a:pt x="21116" y="1344"/>
                  </a:cubicBezTo>
                  <a:cubicBezTo>
                    <a:pt x="21694" y="1165"/>
                    <a:pt x="22277" y="1003"/>
                    <a:pt x="22864" y="859"/>
                  </a:cubicBezTo>
                  <a:cubicBezTo>
                    <a:pt x="23452" y="715"/>
                    <a:pt x="24044" y="589"/>
                    <a:pt x="24639" y="481"/>
                  </a:cubicBezTo>
                  <a:cubicBezTo>
                    <a:pt x="25234" y="373"/>
                    <a:pt x="25832" y="283"/>
                    <a:pt x="26433" y="211"/>
                  </a:cubicBezTo>
                  <a:cubicBezTo>
                    <a:pt x="27033" y="139"/>
                    <a:pt x="27636" y="85"/>
                    <a:pt x="28240" y="50"/>
                  </a:cubicBezTo>
                  <a:lnTo>
                    <a:pt x="30000" y="0"/>
                  </a:lnTo>
                  <a:lnTo>
                    <a:pt x="140000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60" name="probe-tabler-bolt" descr="bolt — Tabler contributors; preserve the bundled full upstream license. Source: https://github.com/tabler/tabler-icons/blob/a4ce1404bc6d24d3c365afe7b258d6bf6f48d62d/icons/filled/bolt.svg; SVG SHA256: 2b9fa1d1a35d3c02f79c51b36a0c7e8aeaffd14609d12b7a5dba4bb6df62ff7d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161" name="probe-tabler-bolt-part-1"/>
            <p:cNvSpPr/>
            <p:nvPr/>
          </p:nvSpPr>
          <p:spPr>
            <a:xfrm>
              <a:off x="39998" y="20000"/>
              <a:ext cx="160005" cy="200016"/>
            </a:xfrm>
            <a:custGeom>
              <a:avLst/>
              <a:gdLst/>
              <a:ahLst/>
              <a:cxnLst/>
              <a:rect l="0" t="0" r="r" b="b"/>
              <a:pathLst>
                <a:path w="160005" h="200016">
                  <a:moveTo>
                    <a:pt x="90002" y="0"/>
                  </a:moveTo>
                  <a:lnTo>
                    <a:pt x="90182" y="10"/>
                  </a:lnTo>
                  <a:lnTo>
                    <a:pt x="90342" y="20"/>
                  </a:lnTo>
                  <a:lnTo>
                    <a:pt x="91172" y="70"/>
                  </a:lnTo>
                  <a:lnTo>
                    <a:pt x="91282" y="90"/>
                  </a:lnTo>
                  <a:lnTo>
                    <a:pt x="91392" y="90"/>
                  </a:lnTo>
                  <a:lnTo>
                    <a:pt x="91772" y="180"/>
                  </a:lnTo>
                  <a:lnTo>
                    <a:pt x="92292" y="260"/>
                  </a:lnTo>
                  <a:lnTo>
                    <a:pt x="92452" y="320"/>
                  </a:lnTo>
                  <a:lnTo>
                    <a:pt x="92562" y="330"/>
                  </a:lnTo>
                  <a:lnTo>
                    <a:pt x="92852" y="440"/>
                  </a:lnTo>
                  <a:lnTo>
                    <a:pt x="93372" y="580"/>
                  </a:lnTo>
                  <a:lnTo>
                    <a:pt x="93562" y="670"/>
                  </a:lnTo>
                  <a:lnTo>
                    <a:pt x="93712" y="710"/>
                  </a:lnTo>
                  <a:lnTo>
                    <a:pt x="93992" y="850"/>
                  </a:lnTo>
                  <a:lnTo>
                    <a:pt x="94392" y="1020"/>
                  </a:lnTo>
                  <a:lnTo>
                    <a:pt x="94602" y="1140"/>
                  </a:lnTo>
                  <a:lnTo>
                    <a:pt x="94822" y="1240"/>
                  </a:lnTo>
                  <a:lnTo>
                    <a:pt x="95052" y="1390"/>
                  </a:lnTo>
                  <a:lnTo>
                    <a:pt x="95362" y="1560"/>
                  </a:lnTo>
                  <a:lnTo>
                    <a:pt x="95702" y="1800"/>
                  </a:lnTo>
                  <a:lnTo>
                    <a:pt x="95882" y="1910"/>
                  </a:lnTo>
                  <a:lnTo>
                    <a:pt x="96012" y="2030"/>
                  </a:lnTo>
                  <a:lnTo>
                    <a:pt x="96252" y="2200"/>
                  </a:lnTo>
                  <a:lnTo>
                    <a:pt x="96632" y="2540"/>
                  </a:lnTo>
                  <a:lnTo>
                    <a:pt x="96852" y="2710"/>
                  </a:lnTo>
                  <a:lnTo>
                    <a:pt x="96932" y="2810"/>
                  </a:lnTo>
                  <a:lnTo>
                    <a:pt x="97072" y="2930"/>
                  </a:lnTo>
                  <a:lnTo>
                    <a:pt x="97432" y="3340"/>
                  </a:lnTo>
                  <a:lnTo>
                    <a:pt x="97692" y="3610"/>
                  </a:lnTo>
                  <a:lnTo>
                    <a:pt x="97752" y="3700"/>
                  </a:lnTo>
                  <a:cubicBezTo>
                    <a:pt x="98952" y="5170"/>
                    <a:pt x="99712" y="6920"/>
                    <a:pt x="99932" y="8830"/>
                  </a:cubicBezTo>
                  <a:lnTo>
                    <a:pt x="99942" y="8950"/>
                  </a:lnTo>
                  <a:lnTo>
                    <a:pt x="99962" y="9360"/>
                  </a:lnTo>
                  <a:lnTo>
                    <a:pt x="100002" y="10000"/>
                  </a:lnTo>
                  <a:lnTo>
                    <a:pt x="100002" y="70000"/>
                  </a:lnTo>
                  <a:lnTo>
                    <a:pt x="150002" y="70000"/>
                  </a:lnTo>
                  <a:cubicBezTo>
                    <a:pt x="150208" y="70000"/>
                    <a:pt x="150413" y="70006"/>
                    <a:pt x="150617" y="70019"/>
                  </a:cubicBezTo>
                  <a:cubicBezTo>
                    <a:pt x="150822" y="70031"/>
                    <a:pt x="151026" y="70050"/>
                    <a:pt x="151230" y="70075"/>
                  </a:cubicBezTo>
                  <a:cubicBezTo>
                    <a:pt x="151433" y="70100"/>
                    <a:pt x="151636" y="70132"/>
                    <a:pt x="151837" y="70169"/>
                  </a:cubicBezTo>
                  <a:cubicBezTo>
                    <a:pt x="152039" y="70207"/>
                    <a:pt x="152239" y="70251"/>
                    <a:pt x="152438" y="70301"/>
                  </a:cubicBezTo>
                  <a:cubicBezTo>
                    <a:pt x="152637" y="70350"/>
                    <a:pt x="152834" y="70406"/>
                    <a:pt x="153030" y="70468"/>
                  </a:cubicBezTo>
                  <a:cubicBezTo>
                    <a:pt x="153225" y="70530"/>
                    <a:pt x="153419" y="70598"/>
                    <a:pt x="153610" y="70672"/>
                  </a:cubicBezTo>
                  <a:cubicBezTo>
                    <a:pt x="153801" y="70746"/>
                    <a:pt x="153990" y="70826"/>
                    <a:pt x="154176" y="70912"/>
                  </a:cubicBezTo>
                  <a:cubicBezTo>
                    <a:pt x="154363" y="70997"/>
                    <a:pt x="154546" y="71088"/>
                    <a:pt x="154727" y="71185"/>
                  </a:cubicBezTo>
                  <a:cubicBezTo>
                    <a:pt x="154908" y="71282"/>
                    <a:pt x="155086" y="71384"/>
                    <a:pt x="155260" y="71492"/>
                  </a:cubicBezTo>
                  <a:cubicBezTo>
                    <a:pt x="155434" y="71600"/>
                    <a:pt x="155605" y="71713"/>
                    <a:pt x="155773" y="71831"/>
                  </a:cubicBezTo>
                  <a:cubicBezTo>
                    <a:pt x="155940" y="71949"/>
                    <a:pt x="156104" y="72073"/>
                    <a:pt x="156264" y="72201"/>
                  </a:cubicBezTo>
                  <a:cubicBezTo>
                    <a:pt x="156424" y="72329"/>
                    <a:pt x="156580" y="72463"/>
                    <a:pt x="156732" y="72601"/>
                  </a:cubicBezTo>
                  <a:cubicBezTo>
                    <a:pt x="156883" y="72739"/>
                    <a:pt x="157031" y="72881"/>
                    <a:pt x="157174" y="73028"/>
                  </a:cubicBezTo>
                  <a:cubicBezTo>
                    <a:pt x="157317" y="73175"/>
                    <a:pt x="157455" y="73326"/>
                    <a:pt x="157589" y="73482"/>
                  </a:cubicBezTo>
                  <a:cubicBezTo>
                    <a:pt x="157722" y="73637"/>
                    <a:pt x="157851" y="73797"/>
                    <a:pt x="157975" y="73960"/>
                  </a:cubicBezTo>
                  <a:cubicBezTo>
                    <a:pt x="158099" y="74124"/>
                    <a:pt x="158218" y="74291"/>
                    <a:pt x="158331" y="74462"/>
                  </a:cubicBezTo>
                  <a:cubicBezTo>
                    <a:pt x="158445" y="74632"/>
                    <a:pt x="158553" y="74807"/>
                    <a:pt x="158656" y="74984"/>
                  </a:cubicBezTo>
                  <a:cubicBezTo>
                    <a:pt x="158759" y="75161"/>
                    <a:pt x="158856" y="75342"/>
                    <a:pt x="158948" y="75525"/>
                  </a:cubicBezTo>
                  <a:cubicBezTo>
                    <a:pt x="159040" y="75709"/>
                    <a:pt x="159126" y="75895"/>
                    <a:pt x="159206" y="76083"/>
                  </a:cubicBezTo>
                  <a:cubicBezTo>
                    <a:pt x="159286" y="76272"/>
                    <a:pt x="159361" y="76463"/>
                    <a:pt x="159429" y="76656"/>
                  </a:cubicBezTo>
                  <a:cubicBezTo>
                    <a:pt x="159498" y="76850"/>
                    <a:pt x="159561" y="77045"/>
                    <a:pt x="159617" y="77242"/>
                  </a:cubicBezTo>
                  <a:cubicBezTo>
                    <a:pt x="159674" y="77439"/>
                    <a:pt x="159724" y="77638"/>
                    <a:pt x="159768" y="77838"/>
                  </a:cubicBezTo>
                  <a:cubicBezTo>
                    <a:pt x="159813" y="78038"/>
                    <a:pt x="159851" y="78240"/>
                    <a:pt x="159883" y="78442"/>
                  </a:cubicBezTo>
                  <a:cubicBezTo>
                    <a:pt x="159915" y="78645"/>
                    <a:pt x="159941" y="78848"/>
                    <a:pt x="159960" y="79052"/>
                  </a:cubicBezTo>
                  <a:cubicBezTo>
                    <a:pt x="159979" y="79256"/>
                    <a:pt x="159993" y="79461"/>
                    <a:pt x="159999" y="79666"/>
                  </a:cubicBezTo>
                  <a:cubicBezTo>
                    <a:pt x="160006" y="79871"/>
                    <a:pt x="160007" y="80076"/>
                    <a:pt x="160001" y="80281"/>
                  </a:cubicBezTo>
                  <a:cubicBezTo>
                    <a:pt x="159995" y="80486"/>
                    <a:pt x="159983" y="80691"/>
                    <a:pt x="159965" y="80895"/>
                  </a:cubicBezTo>
                  <a:cubicBezTo>
                    <a:pt x="159947" y="81099"/>
                    <a:pt x="159922" y="81303"/>
                    <a:pt x="159891" y="81505"/>
                  </a:cubicBezTo>
                  <a:cubicBezTo>
                    <a:pt x="159860" y="81708"/>
                    <a:pt x="159823" y="81910"/>
                    <a:pt x="159780" y="82110"/>
                  </a:cubicBezTo>
                  <a:cubicBezTo>
                    <a:pt x="159737" y="82311"/>
                    <a:pt x="159687" y="82510"/>
                    <a:pt x="159632" y="82707"/>
                  </a:cubicBezTo>
                  <a:cubicBezTo>
                    <a:pt x="159576" y="82904"/>
                    <a:pt x="159515" y="83100"/>
                    <a:pt x="159447" y="83294"/>
                  </a:cubicBezTo>
                  <a:cubicBezTo>
                    <a:pt x="159380" y="83487"/>
                    <a:pt x="159306" y="83679"/>
                    <a:pt x="159227" y="83868"/>
                  </a:cubicBezTo>
                  <a:cubicBezTo>
                    <a:pt x="159147" y="84057"/>
                    <a:pt x="159062" y="84243"/>
                    <a:pt x="158972" y="84427"/>
                  </a:cubicBezTo>
                  <a:cubicBezTo>
                    <a:pt x="158881" y="84611"/>
                    <a:pt x="158784" y="84792"/>
                    <a:pt x="158682" y="84970"/>
                  </a:cubicBezTo>
                  <a:lnTo>
                    <a:pt x="158082" y="85880"/>
                  </a:lnTo>
                  <a:lnTo>
                    <a:pt x="78082" y="195880"/>
                  </a:lnTo>
                  <a:cubicBezTo>
                    <a:pt x="72402" y="203710"/>
                    <a:pt x="60002" y="199680"/>
                    <a:pt x="60002" y="190000"/>
                  </a:cubicBezTo>
                  <a:lnTo>
                    <a:pt x="60002" y="130000"/>
                  </a:lnTo>
                  <a:lnTo>
                    <a:pt x="10002" y="130000"/>
                  </a:lnTo>
                  <a:cubicBezTo>
                    <a:pt x="9797" y="130000"/>
                    <a:pt x="9592" y="129994"/>
                    <a:pt x="9388" y="129981"/>
                  </a:cubicBezTo>
                  <a:cubicBezTo>
                    <a:pt x="9183" y="129969"/>
                    <a:pt x="8979" y="129950"/>
                    <a:pt x="8775" y="129925"/>
                  </a:cubicBezTo>
                  <a:cubicBezTo>
                    <a:pt x="8572" y="129900"/>
                    <a:pt x="8369" y="129868"/>
                    <a:pt x="8168" y="129831"/>
                  </a:cubicBezTo>
                  <a:cubicBezTo>
                    <a:pt x="7966" y="129793"/>
                    <a:pt x="7766" y="129749"/>
                    <a:pt x="7567" y="129699"/>
                  </a:cubicBezTo>
                  <a:cubicBezTo>
                    <a:pt x="7368" y="129650"/>
                    <a:pt x="7171" y="129594"/>
                    <a:pt x="6975" y="129532"/>
                  </a:cubicBezTo>
                  <a:cubicBezTo>
                    <a:pt x="6780" y="129470"/>
                    <a:pt x="6586" y="129402"/>
                    <a:pt x="6395" y="129328"/>
                  </a:cubicBezTo>
                  <a:cubicBezTo>
                    <a:pt x="6204" y="129254"/>
                    <a:pt x="6015" y="129174"/>
                    <a:pt x="5829" y="129088"/>
                  </a:cubicBezTo>
                  <a:cubicBezTo>
                    <a:pt x="5642" y="129003"/>
                    <a:pt x="5459" y="128912"/>
                    <a:pt x="5278" y="128815"/>
                  </a:cubicBezTo>
                  <a:cubicBezTo>
                    <a:pt x="5097" y="128718"/>
                    <a:pt x="4919" y="128616"/>
                    <a:pt x="4745" y="128508"/>
                  </a:cubicBezTo>
                  <a:cubicBezTo>
                    <a:pt x="4571" y="128400"/>
                    <a:pt x="4400" y="128287"/>
                    <a:pt x="4232" y="128169"/>
                  </a:cubicBezTo>
                  <a:cubicBezTo>
                    <a:pt x="4065" y="128051"/>
                    <a:pt x="3901" y="127927"/>
                    <a:pt x="3741" y="127799"/>
                  </a:cubicBezTo>
                  <a:cubicBezTo>
                    <a:pt x="3581" y="127671"/>
                    <a:pt x="3425" y="127537"/>
                    <a:pt x="3273" y="127399"/>
                  </a:cubicBezTo>
                  <a:cubicBezTo>
                    <a:pt x="3122" y="127261"/>
                    <a:pt x="2974" y="127119"/>
                    <a:pt x="2831" y="126972"/>
                  </a:cubicBezTo>
                  <a:cubicBezTo>
                    <a:pt x="2688" y="126825"/>
                    <a:pt x="2550" y="126674"/>
                    <a:pt x="2416" y="126518"/>
                  </a:cubicBezTo>
                  <a:cubicBezTo>
                    <a:pt x="2283" y="126363"/>
                    <a:pt x="2154" y="126203"/>
                    <a:pt x="2030" y="126040"/>
                  </a:cubicBezTo>
                  <a:cubicBezTo>
                    <a:pt x="1906" y="125876"/>
                    <a:pt x="1787" y="125709"/>
                    <a:pt x="1674" y="125538"/>
                  </a:cubicBezTo>
                  <a:cubicBezTo>
                    <a:pt x="1560" y="125368"/>
                    <a:pt x="1452" y="125193"/>
                    <a:pt x="1349" y="125016"/>
                  </a:cubicBezTo>
                  <a:cubicBezTo>
                    <a:pt x="1246" y="124839"/>
                    <a:pt x="1149" y="124658"/>
                    <a:pt x="1057" y="124475"/>
                  </a:cubicBezTo>
                  <a:cubicBezTo>
                    <a:pt x="965" y="124291"/>
                    <a:pt x="879" y="124105"/>
                    <a:pt x="799" y="123917"/>
                  </a:cubicBezTo>
                  <a:cubicBezTo>
                    <a:pt x="719" y="123728"/>
                    <a:pt x="644" y="123537"/>
                    <a:pt x="576" y="123344"/>
                  </a:cubicBezTo>
                  <a:cubicBezTo>
                    <a:pt x="507" y="123150"/>
                    <a:pt x="444" y="122955"/>
                    <a:pt x="388" y="122758"/>
                  </a:cubicBezTo>
                  <a:cubicBezTo>
                    <a:pt x="331" y="122561"/>
                    <a:pt x="281" y="122362"/>
                    <a:pt x="237" y="122162"/>
                  </a:cubicBezTo>
                  <a:cubicBezTo>
                    <a:pt x="192" y="121962"/>
                    <a:pt x="154" y="121760"/>
                    <a:pt x="122" y="121558"/>
                  </a:cubicBezTo>
                  <a:cubicBezTo>
                    <a:pt x="90" y="121355"/>
                    <a:pt x="64" y="121152"/>
                    <a:pt x="45" y="120948"/>
                  </a:cubicBezTo>
                  <a:cubicBezTo>
                    <a:pt x="26" y="120744"/>
                    <a:pt x="12" y="120539"/>
                    <a:pt x="6" y="120334"/>
                  </a:cubicBezTo>
                  <a:cubicBezTo>
                    <a:pt x="-1" y="120129"/>
                    <a:pt x="-2" y="119924"/>
                    <a:pt x="4" y="119719"/>
                  </a:cubicBezTo>
                  <a:cubicBezTo>
                    <a:pt x="10" y="119514"/>
                    <a:pt x="22" y="119309"/>
                    <a:pt x="40" y="119105"/>
                  </a:cubicBezTo>
                  <a:cubicBezTo>
                    <a:pt x="58" y="118901"/>
                    <a:pt x="83" y="118697"/>
                    <a:pt x="114" y="118495"/>
                  </a:cubicBezTo>
                  <a:cubicBezTo>
                    <a:pt x="145" y="118292"/>
                    <a:pt x="182" y="118090"/>
                    <a:pt x="225" y="117890"/>
                  </a:cubicBezTo>
                  <a:cubicBezTo>
                    <a:pt x="268" y="117689"/>
                    <a:pt x="318" y="117490"/>
                    <a:pt x="373" y="117293"/>
                  </a:cubicBezTo>
                  <a:cubicBezTo>
                    <a:pt x="429" y="117096"/>
                    <a:pt x="490" y="116900"/>
                    <a:pt x="558" y="116706"/>
                  </a:cubicBezTo>
                  <a:cubicBezTo>
                    <a:pt x="625" y="116513"/>
                    <a:pt x="699" y="116321"/>
                    <a:pt x="778" y="116132"/>
                  </a:cubicBezTo>
                  <a:cubicBezTo>
                    <a:pt x="858" y="115943"/>
                    <a:pt x="943" y="115757"/>
                    <a:pt x="1033" y="115573"/>
                  </a:cubicBezTo>
                  <a:cubicBezTo>
                    <a:pt x="1124" y="115389"/>
                    <a:pt x="1221" y="115208"/>
                    <a:pt x="1322" y="115030"/>
                  </a:cubicBezTo>
                  <a:lnTo>
                    <a:pt x="1922" y="114120"/>
                  </a:lnTo>
                  <a:lnTo>
                    <a:pt x="81922" y="4120"/>
                  </a:lnTo>
                  <a:lnTo>
                    <a:pt x="82022" y="3990"/>
                  </a:lnTo>
                  <a:lnTo>
                    <a:pt x="82202" y="3750"/>
                  </a:lnTo>
                  <a:lnTo>
                    <a:pt x="82532" y="3370"/>
                  </a:lnTo>
                  <a:lnTo>
                    <a:pt x="82712" y="3150"/>
                  </a:lnTo>
                  <a:lnTo>
                    <a:pt x="82802" y="3070"/>
                  </a:lnTo>
                  <a:lnTo>
                    <a:pt x="82932" y="2930"/>
                  </a:lnTo>
                  <a:lnTo>
                    <a:pt x="83332" y="2570"/>
                  </a:lnTo>
                  <a:lnTo>
                    <a:pt x="83612" y="2310"/>
                  </a:lnTo>
                  <a:lnTo>
                    <a:pt x="83692" y="2250"/>
                  </a:lnTo>
                  <a:cubicBezTo>
                    <a:pt x="83838" y="2131"/>
                    <a:pt x="83988" y="2015"/>
                    <a:pt x="84140" y="1904"/>
                  </a:cubicBezTo>
                  <a:cubicBezTo>
                    <a:pt x="84292" y="1793"/>
                    <a:pt x="84448" y="1687"/>
                    <a:pt x="84606" y="1585"/>
                  </a:cubicBezTo>
                  <a:cubicBezTo>
                    <a:pt x="84765" y="1482"/>
                    <a:pt x="84926" y="1385"/>
                    <a:pt x="85090" y="1292"/>
                  </a:cubicBezTo>
                  <a:cubicBezTo>
                    <a:pt x="85254" y="1199"/>
                    <a:pt x="85421" y="1110"/>
                    <a:pt x="85589" y="1027"/>
                  </a:cubicBezTo>
                  <a:cubicBezTo>
                    <a:pt x="85758" y="943"/>
                    <a:pt x="85930" y="864"/>
                    <a:pt x="86103" y="790"/>
                  </a:cubicBezTo>
                  <a:cubicBezTo>
                    <a:pt x="86277" y="716"/>
                    <a:pt x="86452" y="647"/>
                    <a:pt x="86629" y="583"/>
                  </a:cubicBezTo>
                  <a:cubicBezTo>
                    <a:pt x="86807" y="519"/>
                    <a:pt x="86986" y="460"/>
                    <a:pt x="87166" y="406"/>
                  </a:cubicBezTo>
                  <a:cubicBezTo>
                    <a:pt x="87347" y="352"/>
                    <a:pt x="87529" y="304"/>
                    <a:pt x="87712" y="260"/>
                  </a:cubicBezTo>
                  <a:lnTo>
                    <a:pt x="87822" y="250"/>
                  </a:lnTo>
                  <a:lnTo>
                    <a:pt x="88092" y="200"/>
                  </a:lnTo>
                  <a:lnTo>
                    <a:pt x="88832" y="70"/>
                  </a:lnTo>
                  <a:lnTo>
                    <a:pt x="88942" y="60"/>
                  </a:lnTo>
                  <a:lnTo>
                    <a:pt x="89352" y="4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62" name="probe-tabler-cloud" descr="cloud — Tabler contributors; preserve the bundled full upstream license. Source: https://github.com/tabler/tabler-icons/blob/a4ce1404bc6d24d3c365afe7b258d6bf6f48d62d/icons/filled/cloud.svg; SVG SHA256: e05bbebe81d441862b8e5bbfaaebe26741e600963cb9e60a122abee140d2e6ab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63" name="probe-tabler-cloud-part-1"/>
            <p:cNvSpPr/>
            <p:nvPr/>
          </p:nvSpPr>
          <p:spPr>
            <a:xfrm>
              <a:off x="10000" y="40001"/>
              <a:ext cx="220000" cy="150039"/>
            </a:xfrm>
            <a:custGeom>
              <a:avLst/>
              <a:gdLst/>
              <a:ahLst/>
              <a:cxnLst/>
              <a:rect l="0" t="0" r="r" b="b"/>
              <a:pathLst>
                <a:path w="220000" h="150039">
                  <a:moveTo>
                    <a:pt x="90400" y="3049"/>
                  </a:moveTo>
                  <a:cubicBezTo>
                    <a:pt x="112350" y="-3621"/>
                    <a:pt x="136550" y="809"/>
                    <a:pt x="154000" y="14809"/>
                  </a:cubicBezTo>
                  <a:cubicBezTo>
                    <a:pt x="167860" y="25889"/>
                    <a:pt x="175880" y="41669"/>
                    <a:pt x="176520" y="58209"/>
                  </a:cubicBezTo>
                  <a:lnTo>
                    <a:pt x="176550" y="60329"/>
                  </a:lnTo>
                  <a:lnTo>
                    <a:pt x="177460" y="60359"/>
                  </a:lnTo>
                  <a:cubicBezTo>
                    <a:pt x="200460" y="61429"/>
                    <a:pt x="218890" y="79969"/>
                    <a:pt x="219960" y="103059"/>
                  </a:cubicBezTo>
                  <a:lnTo>
                    <a:pt x="220000" y="105169"/>
                  </a:lnTo>
                  <a:cubicBezTo>
                    <a:pt x="220000" y="129239"/>
                    <a:pt x="201150" y="148889"/>
                    <a:pt x="177450" y="149989"/>
                  </a:cubicBezTo>
                  <a:lnTo>
                    <a:pt x="175350" y="150039"/>
                  </a:lnTo>
                  <a:lnTo>
                    <a:pt x="56570" y="150039"/>
                  </a:lnTo>
                  <a:lnTo>
                    <a:pt x="54350" y="149959"/>
                  </a:lnTo>
                  <a:cubicBezTo>
                    <a:pt x="24950" y="148859"/>
                    <a:pt x="1180" y="125969"/>
                    <a:pt x="50" y="97329"/>
                  </a:cubicBezTo>
                  <a:lnTo>
                    <a:pt x="0" y="95169"/>
                  </a:lnTo>
                  <a:cubicBezTo>
                    <a:pt x="0" y="67699"/>
                    <a:pt x="20800" y="45069"/>
                    <a:pt x="47840" y="40999"/>
                  </a:cubicBezTo>
                  <a:lnTo>
                    <a:pt x="48980" y="40839"/>
                  </a:lnTo>
                  <a:lnTo>
                    <a:pt x="49680" y="39029"/>
                  </a:lnTo>
                  <a:cubicBezTo>
                    <a:pt x="56310" y="22829"/>
                    <a:pt x="70240" y="9969"/>
                    <a:pt x="87970" y="3849"/>
                  </a:cubicBezTo>
                  <a:lnTo>
                    <a:pt x="90410" y="3049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64" name="probe-tabler-sun" descr="sun — Tabler contributors; preserve the bundled full upstream license. Source: https://github.com/tabler/tabler-icons/blob/a4ce1404bc6d24d3c365afe7b258d6bf6f48d62d/icons/filled/sun.svg; SVG SHA256: 228d73fcfd53c94f018a4220bcf5aac2dbf443ea8f7ec71fc1b8f0b3ffc34ab8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65" name="probe-tabler-sun-part-1"/>
            <p:cNvSpPr/>
            <p:nvPr/>
          </p:nvSpPr>
          <p:spPr>
            <a:xfrm>
              <a:off x="110000" y="190000"/>
              <a:ext cx="20000" cy="29989"/>
            </a:xfrm>
            <a:custGeom>
              <a:avLst/>
              <a:gdLst/>
              <a:ahLst/>
              <a:cxnLst/>
              <a:rect l="0" t="0" r="r" b="b"/>
              <a:pathLst>
                <a:path w="20000" h="29989">
                  <a:moveTo>
                    <a:pt x="10000" y="0"/>
                  </a:moveTo>
                  <a:cubicBezTo>
                    <a:pt x="10202" y="0"/>
                    <a:pt x="10404" y="6"/>
                    <a:pt x="10605" y="18"/>
                  </a:cubicBezTo>
                  <a:cubicBezTo>
                    <a:pt x="10807" y="31"/>
                    <a:pt x="11008" y="49"/>
                    <a:pt x="11208" y="73"/>
                  </a:cubicBezTo>
                  <a:cubicBezTo>
                    <a:pt x="11409" y="98"/>
                    <a:pt x="11608" y="128"/>
                    <a:pt x="11807" y="165"/>
                  </a:cubicBezTo>
                  <a:cubicBezTo>
                    <a:pt x="12005" y="201"/>
                    <a:pt x="12203" y="244"/>
                    <a:pt x="12399" y="292"/>
                  </a:cubicBezTo>
                  <a:cubicBezTo>
                    <a:pt x="12595" y="341"/>
                    <a:pt x="12789" y="395"/>
                    <a:pt x="12982" y="455"/>
                  </a:cubicBezTo>
                  <a:cubicBezTo>
                    <a:pt x="13174" y="516"/>
                    <a:pt x="13365" y="582"/>
                    <a:pt x="13554" y="653"/>
                  </a:cubicBezTo>
                  <a:cubicBezTo>
                    <a:pt x="13743" y="725"/>
                    <a:pt x="13929" y="803"/>
                    <a:pt x="14113" y="886"/>
                  </a:cubicBezTo>
                  <a:cubicBezTo>
                    <a:pt x="14297" y="969"/>
                    <a:pt x="14479" y="1057"/>
                    <a:pt x="14657" y="1151"/>
                  </a:cubicBezTo>
                  <a:cubicBezTo>
                    <a:pt x="14836" y="1245"/>
                    <a:pt x="15012" y="1345"/>
                    <a:pt x="15184" y="1450"/>
                  </a:cubicBezTo>
                  <a:cubicBezTo>
                    <a:pt x="15357" y="1554"/>
                    <a:pt x="15526" y="1664"/>
                    <a:pt x="15692" y="1779"/>
                  </a:cubicBezTo>
                  <a:cubicBezTo>
                    <a:pt x="15858" y="1894"/>
                    <a:pt x="16021" y="2014"/>
                    <a:pt x="16179" y="2139"/>
                  </a:cubicBezTo>
                  <a:cubicBezTo>
                    <a:pt x="16338" y="2263"/>
                    <a:pt x="16493" y="2393"/>
                    <a:pt x="16644" y="2527"/>
                  </a:cubicBezTo>
                  <a:cubicBezTo>
                    <a:pt x="16795" y="2661"/>
                    <a:pt x="16941" y="2800"/>
                    <a:pt x="17084" y="2943"/>
                  </a:cubicBezTo>
                  <a:cubicBezTo>
                    <a:pt x="17226" y="3086"/>
                    <a:pt x="17364" y="3233"/>
                    <a:pt x="17498" y="3385"/>
                  </a:cubicBezTo>
                  <a:cubicBezTo>
                    <a:pt x="17631" y="3536"/>
                    <a:pt x="17760" y="3692"/>
                    <a:pt x="17885" y="3851"/>
                  </a:cubicBezTo>
                  <a:cubicBezTo>
                    <a:pt x="18009" y="4010"/>
                    <a:pt x="18128" y="4173"/>
                    <a:pt x="18242" y="4339"/>
                  </a:cubicBezTo>
                  <a:cubicBezTo>
                    <a:pt x="18357" y="4506"/>
                    <a:pt x="18466" y="4676"/>
                    <a:pt x="18570" y="4849"/>
                  </a:cubicBezTo>
                  <a:cubicBezTo>
                    <a:pt x="18674" y="5022"/>
                    <a:pt x="18772" y="5198"/>
                    <a:pt x="18866" y="5377"/>
                  </a:cubicBezTo>
                  <a:cubicBezTo>
                    <a:pt x="18959" y="5556"/>
                    <a:pt x="19047" y="5738"/>
                    <a:pt x="19129" y="5922"/>
                  </a:cubicBezTo>
                  <a:cubicBezTo>
                    <a:pt x="19212" y="6106"/>
                    <a:pt x="19288" y="6293"/>
                    <a:pt x="19359" y="6482"/>
                  </a:cubicBezTo>
                  <a:cubicBezTo>
                    <a:pt x="19430" y="6671"/>
                    <a:pt x="19496" y="6862"/>
                    <a:pt x="19555" y="7055"/>
                  </a:cubicBezTo>
                  <a:cubicBezTo>
                    <a:pt x="19615" y="7248"/>
                    <a:pt x="19668" y="7442"/>
                    <a:pt x="19716" y="7639"/>
                  </a:cubicBezTo>
                  <a:cubicBezTo>
                    <a:pt x="19764" y="7835"/>
                    <a:pt x="19805" y="8032"/>
                    <a:pt x="19841" y="8231"/>
                  </a:cubicBezTo>
                  <a:cubicBezTo>
                    <a:pt x="19877" y="8430"/>
                    <a:pt x="19906" y="8630"/>
                    <a:pt x="19930" y="8830"/>
                  </a:cubicBezTo>
                  <a:lnTo>
                    <a:pt x="20000" y="10000"/>
                  </a:lnTo>
                  <a:lnTo>
                    <a:pt x="20000" y="20000"/>
                  </a:lnTo>
                  <a:cubicBezTo>
                    <a:pt x="20000" y="20206"/>
                    <a:pt x="19993" y="20411"/>
                    <a:pt x="19980" y="20616"/>
                  </a:cubicBezTo>
                  <a:cubicBezTo>
                    <a:pt x="19967" y="20822"/>
                    <a:pt x="19948" y="21026"/>
                    <a:pt x="19923" y="21230"/>
                  </a:cubicBezTo>
                  <a:cubicBezTo>
                    <a:pt x="19897" y="21434"/>
                    <a:pt x="19865" y="21637"/>
                    <a:pt x="19827" y="21840"/>
                  </a:cubicBezTo>
                  <a:cubicBezTo>
                    <a:pt x="19789" y="22042"/>
                    <a:pt x="19745" y="22242"/>
                    <a:pt x="19695" y="22442"/>
                  </a:cubicBezTo>
                  <a:cubicBezTo>
                    <a:pt x="19644" y="22641"/>
                    <a:pt x="19588" y="22839"/>
                    <a:pt x="19525" y="23035"/>
                  </a:cubicBezTo>
                  <a:cubicBezTo>
                    <a:pt x="19462" y="23230"/>
                    <a:pt x="19394" y="23424"/>
                    <a:pt x="19319" y="23616"/>
                  </a:cubicBezTo>
                  <a:cubicBezTo>
                    <a:pt x="19245" y="23807"/>
                    <a:pt x="19164" y="23997"/>
                    <a:pt x="19078" y="24183"/>
                  </a:cubicBezTo>
                  <a:cubicBezTo>
                    <a:pt x="18992" y="24370"/>
                    <a:pt x="18900" y="24554"/>
                    <a:pt x="18802" y="24735"/>
                  </a:cubicBezTo>
                  <a:cubicBezTo>
                    <a:pt x="18704" y="24916"/>
                    <a:pt x="18601" y="25094"/>
                    <a:pt x="18493" y="25268"/>
                  </a:cubicBezTo>
                  <a:cubicBezTo>
                    <a:pt x="18384" y="25443"/>
                    <a:pt x="18270" y="25614"/>
                    <a:pt x="18151" y="25782"/>
                  </a:cubicBezTo>
                  <a:cubicBezTo>
                    <a:pt x="18032" y="25949"/>
                    <a:pt x="17908" y="26113"/>
                    <a:pt x="17779" y="26273"/>
                  </a:cubicBezTo>
                  <a:cubicBezTo>
                    <a:pt x="17649" y="26433"/>
                    <a:pt x="17515" y="26589"/>
                    <a:pt x="17376" y="26741"/>
                  </a:cubicBezTo>
                  <a:cubicBezTo>
                    <a:pt x="17238" y="26892"/>
                    <a:pt x="17094" y="27040"/>
                    <a:pt x="16946" y="27183"/>
                  </a:cubicBezTo>
                  <a:cubicBezTo>
                    <a:pt x="16798" y="27325"/>
                    <a:pt x="16646" y="27464"/>
                    <a:pt x="16490" y="27597"/>
                  </a:cubicBezTo>
                  <a:cubicBezTo>
                    <a:pt x="16333" y="27730"/>
                    <a:pt x="16173" y="27859"/>
                    <a:pt x="16008" y="27983"/>
                  </a:cubicBezTo>
                  <a:cubicBezTo>
                    <a:pt x="15844" y="28106"/>
                    <a:pt x="15676" y="28225"/>
                    <a:pt x="15504" y="28338"/>
                  </a:cubicBezTo>
                  <a:cubicBezTo>
                    <a:pt x="15333" y="28451"/>
                    <a:pt x="15158" y="28559"/>
                    <a:pt x="14979" y="28661"/>
                  </a:cubicBezTo>
                  <a:cubicBezTo>
                    <a:pt x="14801" y="28763"/>
                    <a:pt x="14620" y="28860"/>
                    <a:pt x="14435" y="28952"/>
                  </a:cubicBezTo>
                  <a:cubicBezTo>
                    <a:pt x="14251" y="29043"/>
                    <a:pt x="14064" y="29128"/>
                    <a:pt x="13874" y="29208"/>
                  </a:cubicBezTo>
                  <a:cubicBezTo>
                    <a:pt x="13685" y="29288"/>
                    <a:pt x="13493" y="29361"/>
                    <a:pt x="13299" y="29429"/>
                  </a:cubicBezTo>
                  <a:cubicBezTo>
                    <a:pt x="13105" y="29497"/>
                    <a:pt x="12909" y="29559"/>
                    <a:pt x="12711" y="29615"/>
                  </a:cubicBezTo>
                  <a:cubicBezTo>
                    <a:pt x="12513" y="29670"/>
                    <a:pt x="12313" y="29720"/>
                    <a:pt x="12112" y="29763"/>
                  </a:cubicBezTo>
                  <a:cubicBezTo>
                    <a:pt x="11911" y="29807"/>
                    <a:pt x="11709" y="29844"/>
                    <a:pt x="11506" y="29875"/>
                  </a:cubicBezTo>
                  <a:cubicBezTo>
                    <a:pt x="11303" y="29906"/>
                    <a:pt x="11098" y="29931"/>
                    <a:pt x="10894" y="29949"/>
                  </a:cubicBezTo>
                  <a:cubicBezTo>
                    <a:pt x="10689" y="29967"/>
                    <a:pt x="10483" y="29979"/>
                    <a:pt x="10278" y="29985"/>
                  </a:cubicBezTo>
                  <a:cubicBezTo>
                    <a:pt x="10072" y="29991"/>
                    <a:pt x="9867" y="29990"/>
                    <a:pt x="9661" y="29983"/>
                  </a:cubicBezTo>
                  <a:cubicBezTo>
                    <a:pt x="9456" y="29976"/>
                    <a:pt x="9251" y="29963"/>
                    <a:pt x="9046" y="29943"/>
                  </a:cubicBezTo>
                  <a:cubicBezTo>
                    <a:pt x="8841" y="29924"/>
                    <a:pt x="8637" y="29898"/>
                    <a:pt x="8434" y="29866"/>
                  </a:cubicBezTo>
                  <a:cubicBezTo>
                    <a:pt x="8231" y="29833"/>
                    <a:pt x="8029" y="29795"/>
                    <a:pt x="7828" y="29750"/>
                  </a:cubicBezTo>
                  <a:cubicBezTo>
                    <a:pt x="7628" y="29706"/>
                    <a:pt x="7428" y="29655"/>
                    <a:pt x="7231" y="29598"/>
                  </a:cubicBezTo>
                  <a:cubicBezTo>
                    <a:pt x="7033" y="29541"/>
                    <a:pt x="6838" y="29478"/>
                    <a:pt x="6644" y="29409"/>
                  </a:cubicBezTo>
                  <a:cubicBezTo>
                    <a:pt x="6450" y="29340"/>
                    <a:pt x="6259" y="29265"/>
                    <a:pt x="6070" y="29184"/>
                  </a:cubicBezTo>
                  <a:cubicBezTo>
                    <a:pt x="5881" y="29103"/>
                    <a:pt x="5694" y="29017"/>
                    <a:pt x="5510" y="28924"/>
                  </a:cubicBezTo>
                  <a:cubicBezTo>
                    <a:pt x="5327" y="28832"/>
                    <a:pt x="5146" y="28734"/>
                    <a:pt x="4968" y="28631"/>
                  </a:cubicBezTo>
                  <a:cubicBezTo>
                    <a:pt x="4790" y="28527"/>
                    <a:pt x="4616" y="28418"/>
                    <a:pt x="4445" y="28304"/>
                  </a:cubicBezTo>
                  <a:cubicBezTo>
                    <a:pt x="4274" y="28190"/>
                    <a:pt x="4107" y="28070"/>
                    <a:pt x="3943" y="27946"/>
                  </a:cubicBezTo>
                  <a:cubicBezTo>
                    <a:pt x="3780" y="27821"/>
                    <a:pt x="3620" y="27692"/>
                    <a:pt x="3464" y="27557"/>
                  </a:cubicBezTo>
                  <a:cubicBezTo>
                    <a:pt x="3309" y="27423"/>
                    <a:pt x="3157" y="27284"/>
                    <a:pt x="3010" y="27140"/>
                  </a:cubicBezTo>
                  <a:cubicBezTo>
                    <a:pt x="2863" y="26997"/>
                    <a:pt x="2721" y="26848"/>
                    <a:pt x="2583" y="26696"/>
                  </a:cubicBezTo>
                  <a:cubicBezTo>
                    <a:pt x="2445" y="26543"/>
                    <a:pt x="2312" y="26387"/>
                    <a:pt x="2183" y="26226"/>
                  </a:cubicBezTo>
                  <a:cubicBezTo>
                    <a:pt x="2055" y="26065"/>
                    <a:pt x="1932" y="25901"/>
                    <a:pt x="1814" y="25732"/>
                  </a:cubicBezTo>
                  <a:cubicBezTo>
                    <a:pt x="1696" y="25564"/>
                    <a:pt x="1583" y="25392"/>
                    <a:pt x="1475" y="25217"/>
                  </a:cubicBezTo>
                  <a:cubicBezTo>
                    <a:pt x="1368" y="25041"/>
                    <a:pt x="1266" y="24863"/>
                    <a:pt x="1169" y="24681"/>
                  </a:cubicBezTo>
                  <a:cubicBezTo>
                    <a:pt x="1073" y="24500"/>
                    <a:pt x="982" y="24315"/>
                    <a:pt x="897" y="24128"/>
                  </a:cubicBezTo>
                  <a:cubicBezTo>
                    <a:pt x="812" y="23941"/>
                    <a:pt x="732" y="23751"/>
                    <a:pt x="659" y="23559"/>
                  </a:cubicBezTo>
                  <a:cubicBezTo>
                    <a:pt x="586" y="23367"/>
                    <a:pt x="518" y="23173"/>
                    <a:pt x="457" y="22977"/>
                  </a:cubicBezTo>
                  <a:cubicBezTo>
                    <a:pt x="395" y="22780"/>
                    <a:pt x="340" y="22582"/>
                    <a:pt x="291" y="22383"/>
                  </a:cubicBezTo>
                  <a:cubicBezTo>
                    <a:pt x="242" y="22183"/>
                    <a:pt x="198" y="21982"/>
                    <a:pt x="162" y="21780"/>
                  </a:cubicBezTo>
                  <a:cubicBezTo>
                    <a:pt x="125" y="21578"/>
                    <a:pt x="94" y="21374"/>
                    <a:pt x="70" y="21170"/>
                  </a:cubicBezTo>
                  <a:lnTo>
                    <a:pt x="0" y="20000"/>
                  </a:ln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66" name="probe-tabler-sun-part-2"/>
            <p:cNvSpPr/>
            <p:nvPr/>
          </p:nvSpPr>
          <p:spPr>
            <a:xfrm>
              <a:off x="166995" y="166993"/>
              <a:ext cx="26992" cy="26996"/>
            </a:xfrm>
            <a:custGeom>
              <a:avLst/>
              <a:gdLst/>
              <a:ahLst/>
              <a:cxnLst/>
              <a:rect l="0" t="0" r="r" b="b"/>
              <a:pathLst>
                <a:path w="26992" h="26996">
                  <a:moveTo>
                    <a:pt x="16135" y="2107"/>
                  </a:moveTo>
                  <a:lnTo>
                    <a:pt x="17075" y="2937"/>
                  </a:lnTo>
                  <a:lnTo>
                    <a:pt x="24075" y="9937"/>
                  </a:lnTo>
                  <a:cubicBezTo>
                    <a:pt x="24223" y="10085"/>
                    <a:pt x="24366" y="10238"/>
                    <a:pt x="24504" y="10395"/>
                  </a:cubicBezTo>
                  <a:cubicBezTo>
                    <a:pt x="24642" y="10553"/>
                    <a:pt x="24775" y="10714"/>
                    <a:pt x="24903" y="10880"/>
                  </a:cubicBezTo>
                  <a:cubicBezTo>
                    <a:pt x="25031" y="11045"/>
                    <a:pt x="25154" y="11215"/>
                    <a:pt x="25271" y="11388"/>
                  </a:cubicBezTo>
                  <a:cubicBezTo>
                    <a:pt x="25389" y="11561"/>
                    <a:pt x="25500" y="11738"/>
                    <a:pt x="25607" y="11918"/>
                  </a:cubicBezTo>
                  <a:cubicBezTo>
                    <a:pt x="25713" y="12098"/>
                    <a:pt x="25814" y="12282"/>
                    <a:pt x="25908" y="12469"/>
                  </a:cubicBezTo>
                  <a:cubicBezTo>
                    <a:pt x="26003" y="12655"/>
                    <a:pt x="26092" y="12845"/>
                    <a:pt x="26175" y="13037"/>
                  </a:cubicBezTo>
                  <a:cubicBezTo>
                    <a:pt x="26258" y="13229"/>
                    <a:pt x="26334" y="13423"/>
                    <a:pt x="26405" y="13620"/>
                  </a:cubicBezTo>
                  <a:cubicBezTo>
                    <a:pt x="26476" y="13817"/>
                    <a:pt x="26540" y="14017"/>
                    <a:pt x="26598" y="14217"/>
                  </a:cubicBezTo>
                  <a:cubicBezTo>
                    <a:pt x="26656" y="14418"/>
                    <a:pt x="26708" y="14621"/>
                    <a:pt x="26754" y="14825"/>
                  </a:cubicBezTo>
                  <a:cubicBezTo>
                    <a:pt x="26799" y="15030"/>
                    <a:pt x="26838" y="15235"/>
                    <a:pt x="26871" y="15442"/>
                  </a:cubicBezTo>
                  <a:cubicBezTo>
                    <a:pt x="26903" y="15649"/>
                    <a:pt x="26929" y="15856"/>
                    <a:pt x="26949" y="16065"/>
                  </a:cubicBezTo>
                  <a:cubicBezTo>
                    <a:pt x="26968" y="16273"/>
                    <a:pt x="26981" y="16482"/>
                    <a:pt x="26987" y="16691"/>
                  </a:cubicBezTo>
                  <a:cubicBezTo>
                    <a:pt x="26994" y="16900"/>
                    <a:pt x="26994" y="17109"/>
                    <a:pt x="26987" y="17319"/>
                  </a:cubicBezTo>
                  <a:cubicBezTo>
                    <a:pt x="26980" y="17528"/>
                    <a:pt x="26967" y="17737"/>
                    <a:pt x="26947" y="17945"/>
                  </a:cubicBezTo>
                  <a:cubicBezTo>
                    <a:pt x="26927" y="18153"/>
                    <a:pt x="26901" y="18361"/>
                    <a:pt x="26868" y="18567"/>
                  </a:cubicBezTo>
                  <a:cubicBezTo>
                    <a:pt x="26835" y="18774"/>
                    <a:pt x="26796" y="18980"/>
                    <a:pt x="26750" y="19184"/>
                  </a:cubicBezTo>
                  <a:cubicBezTo>
                    <a:pt x="26704" y="19388"/>
                    <a:pt x="26652" y="19591"/>
                    <a:pt x="26593" y="19791"/>
                  </a:cubicBezTo>
                  <a:cubicBezTo>
                    <a:pt x="26535" y="19992"/>
                    <a:pt x="26470" y="20191"/>
                    <a:pt x="26399" y="20388"/>
                  </a:cubicBezTo>
                  <a:cubicBezTo>
                    <a:pt x="26328" y="20585"/>
                    <a:pt x="26251" y="20780"/>
                    <a:pt x="26168" y="20972"/>
                  </a:cubicBezTo>
                  <a:cubicBezTo>
                    <a:pt x="26085" y="21164"/>
                    <a:pt x="25996" y="21353"/>
                    <a:pt x="25901" y="21539"/>
                  </a:cubicBezTo>
                  <a:cubicBezTo>
                    <a:pt x="25805" y="21726"/>
                    <a:pt x="25705" y="21909"/>
                    <a:pt x="25598" y="22089"/>
                  </a:cubicBezTo>
                  <a:cubicBezTo>
                    <a:pt x="25491" y="22269"/>
                    <a:pt x="25379" y="22446"/>
                    <a:pt x="25262" y="22619"/>
                  </a:cubicBezTo>
                  <a:cubicBezTo>
                    <a:pt x="25144" y="22792"/>
                    <a:pt x="25021" y="22961"/>
                    <a:pt x="24893" y="23127"/>
                  </a:cubicBezTo>
                  <a:cubicBezTo>
                    <a:pt x="24764" y="23292"/>
                    <a:pt x="24631" y="23453"/>
                    <a:pt x="24493" y="23610"/>
                  </a:cubicBezTo>
                  <a:cubicBezTo>
                    <a:pt x="24354" y="23767"/>
                    <a:pt x="24211" y="23919"/>
                    <a:pt x="24063" y="24067"/>
                  </a:cubicBezTo>
                  <a:cubicBezTo>
                    <a:pt x="23915" y="24215"/>
                    <a:pt x="23762" y="24359"/>
                    <a:pt x="23606" y="24497"/>
                  </a:cubicBezTo>
                  <a:cubicBezTo>
                    <a:pt x="23449" y="24635"/>
                    <a:pt x="23287" y="24769"/>
                    <a:pt x="23122" y="24897"/>
                  </a:cubicBezTo>
                  <a:cubicBezTo>
                    <a:pt x="22957" y="25025"/>
                    <a:pt x="22787" y="25148"/>
                    <a:pt x="22614" y="25266"/>
                  </a:cubicBezTo>
                  <a:cubicBezTo>
                    <a:pt x="22441" y="25384"/>
                    <a:pt x="22265" y="25496"/>
                    <a:pt x="22085" y="25602"/>
                  </a:cubicBezTo>
                  <a:cubicBezTo>
                    <a:pt x="21905" y="25709"/>
                    <a:pt x="21721" y="25810"/>
                    <a:pt x="21535" y="25905"/>
                  </a:cubicBezTo>
                  <a:cubicBezTo>
                    <a:pt x="21348" y="26000"/>
                    <a:pt x="21159" y="26089"/>
                    <a:pt x="20967" y="26172"/>
                  </a:cubicBezTo>
                  <a:cubicBezTo>
                    <a:pt x="20775" y="26255"/>
                    <a:pt x="20581" y="26333"/>
                    <a:pt x="20384" y="26404"/>
                  </a:cubicBezTo>
                  <a:cubicBezTo>
                    <a:pt x="20187" y="26475"/>
                    <a:pt x="19988" y="26539"/>
                    <a:pt x="19787" y="26598"/>
                  </a:cubicBezTo>
                  <a:cubicBezTo>
                    <a:pt x="19586" y="26656"/>
                    <a:pt x="19383" y="26708"/>
                    <a:pt x="19179" y="26754"/>
                  </a:cubicBezTo>
                  <a:cubicBezTo>
                    <a:pt x="18975" y="26800"/>
                    <a:pt x="18770" y="26839"/>
                    <a:pt x="18563" y="26872"/>
                  </a:cubicBezTo>
                  <a:cubicBezTo>
                    <a:pt x="18356" y="26905"/>
                    <a:pt x="18149" y="26931"/>
                    <a:pt x="17940" y="26951"/>
                  </a:cubicBezTo>
                  <a:cubicBezTo>
                    <a:pt x="17732" y="26971"/>
                    <a:pt x="17523" y="26984"/>
                    <a:pt x="17314" y="26991"/>
                  </a:cubicBezTo>
                  <a:cubicBezTo>
                    <a:pt x="17105" y="26998"/>
                    <a:pt x="16896" y="26998"/>
                    <a:pt x="16687" y="26992"/>
                  </a:cubicBezTo>
                  <a:cubicBezTo>
                    <a:pt x="16477" y="26985"/>
                    <a:pt x="16269" y="26972"/>
                    <a:pt x="16060" y="26953"/>
                  </a:cubicBezTo>
                  <a:cubicBezTo>
                    <a:pt x="15852" y="26933"/>
                    <a:pt x="15644" y="26907"/>
                    <a:pt x="15438" y="26875"/>
                  </a:cubicBezTo>
                  <a:cubicBezTo>
                    <a:pt x="15231" y="26842"/>
                    <a:pt x="15025" y="26803"/>
                    <a:pt x="14821" y="26758"/>
                  </a:cubicBezTo>
                  <a:cubicBezTo>
                    <a:pt x="14617" y="26712"/>
                    <a:pt x="14414" y="26661"/>
                    <a:pt x="14213" y="26602"/>
                  </a:cubicBezTo>
                  <a:cubicBezTo>
                    <a:pt x="14012" y="26544"/>
                    <a:pt x="13813" y="26480"/>
                    <a:pt x="13616" y="26409"/>
                  </a:cubicBezTo>
                  <a:cubicBezTo>
                    <a:pt x="13419" y="26338"/>
                    <a:pt x="13224" y="26262"/>
                    <a:pt x="13032" y="26179"/>
                  </a:cubicBezTo>
                  <a:cubicBezTo>
                    <a:pt x="12840" y="26096"/>
                    <a:pt x="12651" y="26007"/>
                    <a:pt x="12464" y="25912"/>
                  </a:cubicBezTo>
                  <a:cubicBezTo>
                    <a:pt x="12277" y="25818"/>
                    <a:pt x="12094" y="25717"/>
                    <a:pt x="11914" y="25611"/>
                  </a:cubicBezTo>
                  <a:cubicBezTo>
                    <a:pt x="11733" y="25505"/>
                    <a:pt x="11557" y="25393"/>
                    <a:pt x="11383" y="25275"/>
                  </a:cubicBezTo>
                  <a:cubicBezTo>
                    <a:pt x="11210" y="25158"/>
                    <a:pt x="11041" y="25035"/>
                    <a:pt x="10875" y="24907"/>
                  </a:cubicBezTo>
                  <a:lnTo>
                    <a:pt x="9935" y="24077"/>
                  </a:lnTo>
                  <a:lnTo>
                    <a:pt x="2935" y="17077"/>
                  </a:lnTo>
                  <a:cubicBezTo>
                    <a:pt x="2790" y="16932"/>
                    <a:pt x="2649" y="16783"/>
                    <a:pt x="2513" y="16629"/>
                  </a:cubicBezTo>
                  <a:cubicBezTo>
                    <a:pt x="2377" y="16475"/>
                    <a:pt x="2246" y="16318"/>
                    <a:pt x="2119" y="16156"/>
                  </a:cubicBezTo>
                  <a:cubicBezTo>
                    <a:pt x="1993" y="15994"/>
                    <a:pt x="1872" y="15828"/>
                    <a:pt x="1755" y="15659"/>
                  </a:cubicBezTo>
                  <a:cubicBezTo>
                    <a:pt x="1639" y="15490"/>
                    <a:pt x="1528" y="15317"/>
                    <a:pt x="1423" y="15141"/>
                  </a:cubicBezTo>
                  <a:cubicBezTo>
                    <a:pt x="1317" y="14965"/>
                    <a:pt x="1217" y="14786"/>
                    <a:pt x="1123" y="14604"/>
                  </a:cubicBezTo>
                  <a:cubicBezTo>
                    <a:pt x="1028" y="14421"/>
                    <a:pt x="939" y="14236"/>
                    <a:pt x="856" y="14049"/>
                  </a:cubicBezTo>
                  <a:cubicBezTo>
                    <a:pt x="773" y="13861"/>
                    <a:pt x="696" y="13671"/>
                    <a:pt x="624" y="13478"/>
                  </a:cubicBezTo>
                  <a:cubicBezTo>
                    <a:pt x="553" y="13286"/>
                    <a:pt x="488" y="13091"/>
                    <a:pt x="428" y="12895"/>
                  </a:cubicBezTo>
                  <a:cubicBezTo>
                    <a:pt x="369" y="12698"/>
                    <a:pt x="315" y="12500"/>
                    <a:pt x="268" y="12300"/>
                  </a:cubicBezTo>
                  <a:cubicBezTo>
                    <a:pt x="221" y="12100"/>
                    <a:pt x="180" y="11899"/>
                    <a:pt x="145" y="11697"/>
                  </a:cubicBezTo>
                  <a:cubicBezTo>
                    <a:pt x="110" y="11495"/>
                    <a:pt x="82" y="11291"/>
                    <a:pt x="59" y="11087"/>
                  </a:cubicBezTo>
                  <a:cubicBezTo>
                    <a:pt x="37" y="10883"/>
                    <a:pt x="21" y="10679"/>
                    <a:pt x="11" y="10474"/>
                  </a:cubicBezTo>
                  <a:cubicBezTo>
                    <a:pt x="1" y="10269"/>
                    <a:pt x="-2" y="10063"/>
                    <a:pt x="1" y="9858"/>
                  </a:cubicBezTo>
                  <a:cubicBezTo>
                    <a:pt x="4" y="9653"/>
                    <a:pt x="13" y="9448"/>
                    <a:pt x="29" y="9243"/>
                  </a:cubicBezTo>
                  <a:cubicBezTo>
                    <a:pt x="44" y="9038"/>
                    <a:pt x="66" y="8834"/>
                    <a:pt x="94" y="8631"/>
                  </a:cubicBezTo>
                  <a:cubicBezTo>
                    <a:pt x="122" y="8427"/>
                    <a:pt x="157" y="8225"/>
                    <a:pt x="197" y="8024"/>
                  </a:cubicBezTo>
                  <a:cubicBezTo>
                    <a:pt x="238" y="7823"/>
                    <a:pt x="285" y="7623"/>
                    <a:pt x="337" y="7424"/>
                  </a:cubicBezTo>
                  <a:cubicBezTo>
                    <a:pt x="390" y="7226"/>
                    <a:pt x="449" y="7029"/>
                    <a:pt x="514" y="6835"/>
                  </a:cubicBezTo>
                  <a:cubicBezTo>
                    <a:pt x="579" y="6640"/>
                    <a:pt x="650" y="6447"/>
                    <a:pt x="727" y="6257"/>
                  </a:cubicBezTo>
                  <a:cubicBezTo>
                    <a:pt x="804" y="6067"/>
                    <a:pt x="886" y="5879"/>
                    <a:pt x="975" y="5693"/>
                  </a:cubicBezTo>
                  <a:cubicBezTo>
                    <a:pt x="1063" y="5508"/>
                    <a:pt x="1157" y="5326"/>
                    <a:pt x="1257" y="5146"/>
                  </a:cubicBezTo>
                  <a:cubicBezTo>
                    <a:pt x="1357" y="4967"/>
                    <a:pt x="1462" y="4790"/>
                    <a:pt x="1572" y="4617"/>
                  </a:cubicBezTo>
                  <a:cubicBezTo>
                    <a:pt x="1683" y="4444"/>
                    <a:pt x="1798" y="4275"/>
                    <a:pt x="1919" y="4109"/>
                  </a:cubicBezTo>
                  <a:cubicBezTo>
                    <a:pt x="2040" y="3943"/>
                    <a:pt x="2166" y="3781"/>
                    <a:pt x="2297" y="3623"/>
                  </a:cubicBezTo>
                  <a:cubicBezTo>
                    <a:pt x="2428" y="3465"/>
                    <a:pt x="2564" y="3311"/>
                    <a:pt x="2704" y="3161"/>
                  </a:cubicBezTo>
                  <a:cubicBezTo>
                    <a:pt x="2845" y="3011"/>
                    <a:pt x="2990" y="2866"/>
                    <a:pt x="3139" y="2725"/>
                  </a:cubicBezTo>
                  <a:cubicBezTo>
                    <a:pt x="3288" y="2584"/>
                    <a:pt x="3442" y="2448"/>
                    <a:pt x="3600" y="2317"/>
                  </a:cubicBezTo>
                  <a:cubicBezTo>
                    <a:pt x="3757" y="2185"/>
                    <a:pt x="3919" y="2059"/>
                    <a:pt x="4085" y="1937"/>
                  </a:cubicBezTo>
                  <a:cubicBezTo>
                    <a:pt x="4250" y="1816"/>
                    <a:pt x="4419" y="1700"/>
                    <a:pt x="4592" y="1589"/>
                  </a:cubicBezTo>
                  <a:cubicBezTo>
                    <a:pt x="4765" y="1478"/>
                    <a:pt x="4941" y="1372"/>
                    <a:pt x="5120" y="1272"/>
                  </a:cubicBezTo>
                  <a:cubicBezTo>
                    <a:pt x="5299" y="1172"/>
                    <a:pt x="5481" y="1077"/>
                    <a:pt x="5666" y="988"/>
                  </a:cubicBezTo>
                  <a:cubicBezTo>
                    <a:pt x="5851" y="899"/>
                    <a:pt x="6039" y="816"/>
                    <a:pt x="6229" y="738"/>
                  </a:cubicBezTo>
                  <a:cubicBezTo>
                    <a:pt x="6419" y="661"/>
                    <a:pt x="6611" y="589"/>
                    <a:pt x="6806" y="524"/>
                  </a:cubicBezTo>
                  <a:cubicBezTo>
                    <a:pt x="7000" y="458"/>
                    <a:pt x="7197" y="399"/>
                    <a:pt x="7395" y="345"/>
                  </a:cubicBezTo>
                  <a:cubicBezTo>
                    <a:pt x="7593" y="292"/>
                    <a:pt x="7793" y="244"/>
                    <a:pt x="7994" y="203"/>
                  </a:cubicBezTo>
                  <a:cubicBezTo>
                    <a:pt x="8195" y="162"/>
                    <a:pt x="8398" y="127"/>
                    <a:pt x="8601" y="98"/>
                  </a:cubicBezTo>
                  <a:cubicBezTo>
                    <a:pt x="8804" y="70"/>
                    <a:pt x="9008" y="47"/>
                    <a:pt x="9213" y="31"/>
                  </a:cubicBezTo>
                  <a:cubicBezTo>
                    <a:pt x="9417" y="15"/>
                    <a:pt x="9622" y="5"/>
                    <a:pt x="9828" y="1"/>
                  </a:cubicBezTo>
                  <a:cubicBezTo>
                    <a:pt x="10033" y="-2"/>
                    <a:pt x="10238" y="1"/>
                    <a:pt x="10443" y="10"/>
                  </a:cubicBezTo>
                  <a:cubicBezTo>
                    <a:pt x="10648" y="19"/>
                    <a:pt x="10853" y="34"/>
                    <a:pt x="11057" y="56"/>
                  </a:cubicBezTo>
                  <a:cubicBezTo>
                    <a:pt x="11261" y="78"/>
                    <a:pt x="11465" y="106"/>
                    <a:pt x="11667" y="140"/>
                  </a:cubicBezTo>
                  <a:cubicBezTo>
                    <a:pt x="11869" y="174"/>
                    <a:pt x="12071" y="215"/>
                    <a:pt x="12271" y="261"/>
                  </a:cubicBezTo>
                  <a:cubicBezTo>
                    <a:pt x="12471" y="308"/>
                    <a:pt x="12669" y="361"/>
                    <a:pt x="12866" y="419"/>
                  </a:cubicBezTo>
                  <a:cubicBezTo>
                    <a:pt x="13062" y="478"/>
                    <a:pt x="13257" y="543"/>
                    <a:pt x="13450" y="614"/>
                  </a:cubicBezTo>
                  <a:cubicBezTo>
                    <a:pt x="13642" y="685"/>
                    <a:pt x="13833" y="761"/>
                    <a:pt x="14021" y="844"/>
                  </a:cubicBezTo>
                  <a:cubicBezTo>
                    <a:pt x="14209" y="927"/>
                    <a:pt x="14394" y="1015"/>
                    <a:pt x="14577" y="1109"/>
                  </a:cubicBezTo>
                  <a:cubicBezTo>
                    <a:pt x="14759" y="1203"/>
                    <a:pt x="14939" y="1302"/>
                    <a:pt x="15115" y="1407"/>
                  </a:cubicBezTo>
                  <a:lnTo>
                    <a:pt x="16135" y="2107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67" name="probe-tabler-sun-part-3"/>
            <p:cNvSpPr/>
            <p:nvPr/>
          </p:nvSpPr>
          <p:spPr>
            <a:xfrm>
              <a:off x="46011" y="167002"/>
              <a:ext cx="26988" cy="26985"/>
            </a:xfrm>
            <a:custGeom>
              <a:avLst/>
              <a:gdLst/>
              <a:ahLst/>
              <a:cxnLst/>
              <a:rect l="0" t="0" r="r" b="b"/>
              <a:pathLst>
                <a:path w="26988" h="26985">
                  <a:moveTo>
                    <a:pt x="24059" y="2928"/>
                  </a:moveTo>
                  <a:cubicBezTo>
                    <a:pt x="24207" y="3076"/>
                    <a:pt x="24351" y="3229"/>
                    <a:pt x="24489" y="3386"/>
                  </a:cubicBezTo>
                  <a:cubicBezTo>
                    <a:pt x="24628" y="3543"/>
                    <a:pt x="24761" y="3704"/>
                    <a:pt x="24889" y="3870"/>
                  </a:cubicBezTo>
                  <a:cubicBezTo>
                    <a:pt x="25018" y="4035"/>
                    <a:pt x="25141" y="4205"/>
                    <a:pt x="25259" y="4378"/>
                  </a:cubicBezTo>
                  <a:cubicBezTo>
                    <a:pt x="25376" y="4551"/>
                    <a:pt x="25489" y="4728"/>
                    <a:pt x="25595" y="4909"/>
                  </a:cubicBezTo>
                  <a:cubicBezTo>
                    <a:pt x="25702" y="5089"/>
                    <a:pt x="25803" y="5272"/>
                    <a:pt x="25898" y="5459"/>
                  </a:cubicBezTo>
                  <a:cubicBezTo>
                    <a:pt x="25993" y="5646"/>
                    <a:pt x="26082" y="5835"/>
                    <a:pt x="26165" y="6027"/>
                  </a:cubicBezTo>
                  <a:cubicBezTo>
                    <a:pt x="26249" y="6220"/>
                    <a:pt x="26326" y="6415"/>
                    <a:pt x="26397" y="6612"/>
                  </a:cubicBezTo>
                  <a:cubicBezTo>
                    <a:pt x="26468" y="6809"/>
                    <a:pt x="26532" y="7008"/>
                    <a:pt x="26591" y="7209"/>
                  </a:cubicBezTo>
                  <a:cubicBezTo>
                    <a:pt x="26649" y="7410"/>
                    <a:pt x="26701" y="7613"/>
                    <a:pt x="26747" y="7818"/>
                  </a:cubicBezTo>
                  <a:cubicBezTo>
                    <a:pt x="26793" y="8022"/>
                    <a:pt x="26832" y="8228"/>
                    <a:pt x="26865" y="8435"/>
                  </a:cubicBezTo>
                  <a:cubicBezTo>
                    <a:pt x="26897" y="8641"/>
                    <a:pt x="26924" y="8849"/>
                    <a:pt x="26943" y="9058"/>
                  </a:cubicBezTo>
                  <a:cubicBezTo>
                    <a:pt x="26963" y="9266"/>
                    <a:pt x="26976" y="9475"/>
                    <a:pt x="26983" y="9685"/>
                  </a:cubicBezTo>
                  <a:cubicBezTo>
                    <a:pt x="26989" y="9894"/>
                    <a:pt x="26989" y="10104"/>
                    <a:pt x="26983" y="10313"/>
                  </a:cubicBezTo>
                  <a:cubicBezTo>
                    <a:pt x="26976" y="10522"/>
                    <a:pt x="26963" y="10731"/>
                    <a:pt x="26943" y="10940"/>
                  </a:cubicBezTo>
                  <a:cubicBezTo>
                    <a:pt x="26924" y="11149"/>
                    <a:pt x="26897" y="11356"/>
                    <a:pt x="26864" y="11563"/>
                  </a:cubicBezTo>
                  <a:cubicBezTo>
                    <a:pt x="26832" y="11770"/>
                    <a:pt x="26792" y="11976"/>
                    <a:pt x="26747" y="12180"/>
                  </a:cubicBezTo>
                  <a:cubicBezTo>
                    <a:pt x="26701" y="12385"/>
                    <a:pt x="26649" y="12588"/>
                    <a:pt x="26591" y="12789"/>
                  </a:cubicBezTo>
                  <a:cubicBezTo>
                    <a:pt x="26532" y="12990"/>
                    <a:pt x="26467" y="13189"/>
                    <a:pt x="26396" y="13386"/>
                  </a:cubicBezTo>
                  <a:cubicBezTo>
                    <a:pt x="26325" y="13583"/>
                    <a:pt x="26248" y="13778"/>
                    <a:pt x="26165" y="13970"/>
                  </a:cubicBezTo>
                  <a:cubicBezTo>
                    <a:pt x="26082" y="14163"/>
                    <a:pt x="25993" y="14352"/>
                    <a:pt x="25898" y="14539"/>
                  </a:cubicBezTo>
                  <a:cubicBezTo>
                    <a:pt x="25803" y="14725"/>
                    <a:pt x="25702" y="14909"/>
                    <a:pt x="25595" y="15089"/>
                  </a:cubicBezTo>
                  <a:cubicBezTo>
                    <a:pt x="25488" y="15270"/>
                    <a:pt x="25376" y="15446"/>
                    <a:pt x="25258" y="15620"/>
                  </a:cubicBezTo>
                  <a:cubicBezTo>
                    <a:pt x="25141" y="15793"/>
                    <a:pt x="25017" y="15962"/>
                    <a:pt x="24889" y="16128"/>
                  </a:cubicBezTo>
                  <a:lnTo>
                    <a:pt x="24059" y="17068"/>
                  </a:lnTo>
                  <a:lnTo>
                    <a:pt x="17059" y="24068"/>
                  </a:lnTo>
                  <a:cubicBezTo>
                    <a:pt x="16911" y="24216"/>
                    <a:pt x="16758" y="24359"/>
                    <a:pt x="16601" y="24497"/>
                  </a:cubicBezTo>
                  <a:cubicBezTo>
                    <a:pt x="16444" y="24635"/>
                    <a:pt x="16282" y="24768"/>
                    <a:pt x="16117" y="24896"/>
                  </a:cubicBezTo>
                  <a:cubicBezTo>
                    <a:pt x="15951" y="25024"/>
                    <a:pt x="15782" y="25147"/>
                    <a:pt x="15608" y="25264"/>
                  </a:cubicBezTo>
                  <a:cubicBezTo>
                    <a:pt x="15435" y="25381"/>
                    <a:pt x="15258" y="25493"/>
                    <a:pt x="15078" y="25599"/>
                  </a:cubicBezTo>
                  <a:cubicBezTo>
                    <a:pt x="14898" y="25706"/>
                    <a:pt x="14714" y="25806"/>
                    <a:pt x="14528" y="25901"/>
                  </a:cubicBezTo>
                  <a:cubicBezTo>
                    <a:pt x="14341" y="25996"/>
                    <a:pt x="14152" y="26085"/>
                    <a:pt x="13960" y="26167"/>
                  </a:cubicBezTo>
                  <a:cubicBezTo>
                    <a:pt x="13767" y="26250"/>
                    <a:pt x="13573" y="26327"/>
                    <a:pt x="13376" y="26398"/>
                  </a:cubicBezTo>
                  <a:cubicBezTo>
                    <a:pt x="13179" y="26468"/>
                    <a:pt x="12980" y="26533"/>
                    <a:pt x="12779" y="26591"/>
                  </a:cubicBezTo>
                  <a:cubicBezTo>
                    <a:pt x="12578" y="26649"/>
                    <a:pt x="12375" y="26701"/>
                    <a:pt x="12171" y="26746"/>
                  </a:cubicBezTo>
                  <a:cubicBezTo>
                    <a:pt x="11967" y="26792"/>
                    <a:pt x="11761" y="26831"/>
                    <a:pt x="11554" y="26863"/>
                  </a:cubicBezTo>
                  <a:cubicBezTo>
                    <a:pt x="11348" y="26896"/>
                    <a:pt x="11140" y="26922"/>
                    <a:pt x="10932" y="26941"/>
                  </a:cubicBezTo>
                  <a:cubicBezTo>
                    <a:pt x="10723" y="26961"/>
                    <a:pt x="10514" y="26974"/>
                    <a:pt x="10305" y="26980"/>
                  </a:cubicBezTo>
                  <a:cubicBezTo>
                    <a:pt x="10096" y="26987"/>
                    <a:pt x="9887" y="26986"/>
                    <a:pt x="9678" y="26980"/>
                  </a:cubicBezTo>
                  <a:cubicBezTo>
                    <a:pt x="9469" y="26973"/>
                    <a:pt x="9260" y="26960"/>
                    <a:pt x="9051" y="26940"/>
                  </a:cubicBezTo>
                  <a:cubicBezTo>
                    <a:pt x="8843" y="26920"/>
                    <a:pt x="8635" y="26893"/>
                    <a:pt x="8429" y="26861"/>
                  </a:cubicBezTo>
                  <a:cubicBezTo>
                    <a:pt x="8222" y="26828"/>
                    <a:pt x="8017" y="26788"/>
                    <a:pt x="7813" y="26743"/>
                  </a:cubicBezTo>
                  <a:cubicBezTo>
                    <a:pt x="7608" y="26697"/>
                    <a:pt x="7406" y="26645"/>
                    <a:pt x="7205" y="26586"/>
                  </a:cubicBezTo>
                  <a:cubicBezTo>
                    <a:pt x="7004" y="26528"/>
                    <a:pt x="6805" y="26463"/>
                    <a:pt x="6608" y="26392"/>
                  </a:cubicBezTo>
                  <a:cubicBezTo>
                    <a:pt x="6411" y="26321"/>
                    <a:pt x="6217" y="26244"/>
                    <a:pt x="6025" y="26161"/>
                  </a:cubicBezTo>
                  <a:cubicBezTo>
                    <a:pt x="5833" y="26078"/>
                    <a:pt x="5643" y="25988"/>
                    <a:pt x="5457" y="25893"/>
                  </a:cubicBezTo>
                  <a:cubicBezTo>
                    <a:pt x="5271" y="25798"/>
                    <a:pt x="5087" y="25697"/>
                    <a:pt x="4907" y="25591"/>
                  </a:cubicBezTo>
                  <a:cubicBezTo>
                    <a:pt x="4727" y="25484"/>
                    <a:pt x="4550" y="25372"/>
                    <a:pt x="4377" y="25254"/>
                  </a:cubicBezTo>
                  <a:cubicBezTo>
                    <a:pt x="4204" y="25137"/>
                    <a:pt x="4035" y="25014"/>
                    <a:pt x="3870" y="24885"/>
                  </a:cubicBezTo>
                  <a:cubicBezTo>
                    <a:pt x="3704" y="24757"/>
                    <a:pt x="3543" y="24624"/>
                    <a:pt x="3386" y="24485"/>
                  </a:cubicBezTo>
                  <a:cubicBezTo>
                    <a:pt x="3229" y="24347"/>
                    <a:pt x="3077" y="24204"/>
                    <a:pt x="2929" y="24056"/>
                  </a:cubicBezTo>
                  <a:cubicBezTo>
                    <a:pt x="2781" y="23908"/>
                    <a:pt x="2638" y="23755"/>
                    <a:pt x="2499" y="23598"/>
                  </a:cubicBezTo>
                  <a:cubicBezTo>
                    <a:pt x="2361" y="23441"/>
                    <a:pt x="2227" y="23280"/>
                    <a:pt x="2099" y="23115"/>
                  </a:cubicBezTo>
                  <a:cubicBezTo>
                    <a:pt x="1971" y="22950"/>
                    <a:pt x="1848" y="22780"/>
                    <a:pt x="1730" y="22607"/>
                  </a:cubicBezTo>
                  <a:cubicBezTo>
                    <a:pt x="1613" y="22434"/>
                    <a:pt x="1500" y="22257"/>
                    <a:pt x="1394" y="22077"/>
                  </a:cubicBezTo>
                  <a:cubicBezTo>
                    <a:pt x="1287" y="21897"/>
                    <a:pt x="1186" y="21714"/>
                    <a:pt x="1091" y="21528"/>
                  </a:cubicBezTo>
                  <a:cubicBezTo>
                    <a:pt x="996" y="21341"/>
                    <a:pt x="907" y="21152"/>
                    <a:pt x="824" y="20960"/>
                  </a:cubicBezTo>
                  <a:cubicBezTo>
                    <a:pt x="741" y="20768"/>
                    <a:pt x="664" y="20573"/>
                    <a:pt x="593" y="20376"/>
                  </a:cubicBezTo>
                  <a:cubicBezTo>
                    <a:pt x="522" y="20180"/>
                    <a:pt x="457" y="19981"/>
                    <a:pt x="399" y="19780"/>
                  </a:cubicBezTo>
                  <a:cubicBezTo>
                    <a:pt x="340" y="19579"/>
                    <a:pt x="288" y="19376"/>
                    <a:pt x="242" y="19172"/>
                  </a:cubicBezTo>
                  <a:cubicBezTo>
                    <a:pt x="196" y="18968"/>
                    <a:pt x="157" y="18762"/>
                    <a:pt x="124" y="18556"/>
                  </a:cubicBezTo>
                  <a:cubicBezTo>
                    <a:pt x="91" y="18349"/>
                    <a:pt x="65" y="18141"/>
                    <a:pt x="45" y="17933"/>
                  </a:cubicBezTo>
                  <a:cubicBezTo>
                    <a:pt x="25" y="17725"/>
                    <a:pt x="12" y="17516"/>
                    <a:pt x="5" y="17307"/>
                  </a:cubicBezTo>
                  <a:cubicBezTo>
                    <a:pt x="-2" y="17098"/>
                    <a:pt x="-2" y="16888"/>
                    <a:pt x="5" y="16679"/>
                  </a:cubicBezTo>
                  <a:cubicBezTo>
                    <a:pt x="11" y="16470"/>
                    <a:pt x="24" y="16261"/>
                    <a:pt x="44" y="16053"/>
                  </a:cubicBezTo>
                  <a:cubicBezTo>
                    <a:pt x="63" y="15845"/>
                    <a:pt x="89" y="15637"/>
                    <a:pt x="122" y="15430"/>
                  </a:cubicBezTo>
                  <a:cubicBezTo>
                    <a:pt x="154" y="15224"/>
                    <a:pt x="193" y="15018"/>
                    <a:pt x="239" y="14814"/>
                  </a:cubicBezTo>
                  <a:cubicBezTo>
                    <a:pt x="284" y="14610"/>
                    <a:pt x="336" y="14407"/>
                    <a:pt x="394" y="14206"/>
                  </a:cubicBezTo>
                  <a:cubicBezTo>
                    <a:pt x="452" y="14005"/>
                    <a:pt x="517" y="13806"/>
                    <a:pt x="587" y="13609"/>
                  </a:cubicBezTo>
                  <a:cubicBezTo>
                    <a:pt x="658" y="13412"/>
                    <a:pt x="735" y="13217"/>
                    <a:pt x="817" y="13025"/>
                  </a:cubicBezTo>
                  <a:cubicBezTo>
                    <a:pt x="900" y="12833"/>
                    <a:pt x="989" y="12643"/>
                    <a:pt x="1084" y="12457"/>
                  </a:cubicBezTo>
                  <a:cubicBezTo>
                    <a:pt x="1179" y="12270"/>
                    <a:pt x="1279" y="12087"/>
                    <a:pt x="1385" y="11906"/>
                  </a:cubicBezTo>
                  <a:cubicBezTo>
                    <a:pt x="1492" y="11726"/>
                    <a:pt x="1604" y="11549"/>
                    <a:pt x="1721" y="11376"/>
                  </a:cubicBezTo>
                  <a:cubicBezTo>
                    <a:pt x="1838" y="11203"/>
                    <a:pt x="1961" y="11033"/>
                    <a:pt x="2089" y="10868"/>
                  </a:cubicBezTo>
                  <a:lnTo>
                    <a:pt x="2919" y="9928"/>
                  </a:lnTo>
                  <a:lnTo>
                    <a:pt x="9919" y="2928"/>
                  </a:lnTo>
                  <a:cubicBezTo>
                    <a:pt x="10067" y="2780"/>
                    <a:pt x="10220" y="2636"/>
                    <a:pt x="10377" y="2498"/>
                  </a:cubicBezTo>
                  <a:cubicBezTo>
                    <a:pt x="10534" y="2360"/>
                    <a:pt x="10695" y="2226"/>
                    <a:pt x="10861" y="2098"/>
                  </a:cubicBezTo>
                  <a:cubicBezTo>
                    <a:pt x="11026" y="1969"/>
                    <a:pt x="11196" y="1846"/>
                    <a:pt x="11369" y="1729"/>
                  </a:cubicBezTo>
                  <a:cubicBezTo>
                    <a:pt x="11542" y="1611"/>
                    <a:pt x="11719" y="1499"/>
                    <a:pt x="11900" y="1392"/>
                  </a:cubicBezTo>
                  <a:cubicBezTo>
                    <a:pt x="12080" y="1285"/>
                    <a:pt x="12263" y="1185"/>
                    <a:pt x="12450" y="1090"/>
                  </a:cubicBezTo>
                  <a:cubicBezTo>
                    <a:pt x="12637" y="994"/>
                    <a:pt x="12826" y="905"/>
                    <a:pt x="13018" y="822"/>
                  </a:cubicBezTo>
                  <a:cubicBezTo>
                    <a:pt x="13210" y="739"/>
                    <a:pt x="13405" y="662"/>
                    <a:pt x="13602" y="591"/>
                  </a:cubicBezTo>
                  <a:cubicBezTo>
                    <a:pt x="13799" y="520"/>
                    <a:pt x="13999" y="455"/>
                    <a:pt x="14200" y="397"/>
                  </a:cubicBezTo>
                  <a:cubicBezTo>
                    <a:pt x="14401" y="338"/>
                    <a:pt x="14604" y="286"/>
                    <a:pt x="14808" y="241"/>
                  </a:cubicBezTo>
                  <a:cubicBezTo>
                    <a:pt x="15012" y="195"/>
                    <a:pt x="15218" y="156"/>
                    <a:pt x="15425" y="123"/>
                  </a:cubicBezTo>
                  <a:cubicBezTo>
                    <a:pt x="15632" y="90"/>
                    <a:pt x="15840" y="64"/>
                    <a:pt x="16048" y="44"/>
                  </a:cubicBezTo>
                  <a:cubicBezTo>
                    <a:pt x="16257" y="25"/>
                    <a:pt x="16466" y="12"/>
                    <a:pt x="16675" y="5"/>
                  </a:cubicBezTo>
                  <a:cubicBezTo>
                    <a:pt x="16884" y="-2"/>
                    <a:pt x="17094" y="-2"/>
                    <a:pt x="17303" y="5"/>
                  </a:cubicBezTo>
                  <a:cubicBezTo>
                    <a:pt x="17512" y="12"/>
                    <a:pt x="17721" y="25"/>
                    <a:pt x="17930" y="44"/>
                  </a:cubicBezTo>
                  <a:cubicBezTo>
                    <a:pt x="18138" y="64"/>
                    <a:pt x="18346" y="90"/>
                    <a:pt x="18553" y="123"/>
                  </a:cubicBezTo>
                  <a:cubicBezTo>
                    <a:pt x="18760" y="156"/>
                    <a:pt x="18966" y="195"/>
                    <a:pt x="19170" y="241"/>
                  </a:cubicBezTo>
                  <a:cubicBezTo>
                    <a:pt x="19374" y="286"/>
                    <a:pt x="19577" y="338"/>
                    <a:pt x="19778" y="397"/>
                  </a:cubicBezTo>
                  <a:cubicBezTo>
                    <a:pt x="19980" y="455"/>
                    <a:pt x="20179" y="520"/>
                    <a:pt x="20376" y="591"/>
                  </a:cubicBezTo>
                  <a:cubicBezTo>
                    <a:pt x="20573" y="662"/>
                    <a:pt x="20768" y="739"/>
                    <a:pt x="20960" y="822"/>
                  </a:cubicBezTo>
                  <a:cubicBezTo>
                    <a:pt x="21152" y="905"/>
                    <a:pt x="21342" y="994"/>
                    <a:pt x="21528" y="1090"/>
                  </a:cubicBezTo>
                  <a:cubicBezTo>
                    <a:pt x="21715" y="1185"/>
                    <a:pt x="21898" y="1285"/>
                    <a:pt x="22079" y="1392"/>
                  </a:cubicBezTo>
                  <a:cubicBezTo>
                    <a:pt x="22259" y="1499"/>
                    <a:pt x="22436" y="1611"/>
                    <a:pt x="22609" y="1729"/>
                  </a:cubicBezTo>
                  <a:cubicBezTo>
                    <a:pt x="22782" y="1846"/>
                    <a:pt x="22952" y="1969"/>
                    <a:pt x="23117" y="2098"/>
                  </a:cubicBezTo>
                  <a:cubicBezTo>
                    <a:pt x="23283" y="2226"/>
                    <a:pt x="23444" y="2360"/>
                    <a:pt x="23601" y="2498"/>
                  </a:cubicBezTo>
                  <a:cubicBezTo>
                    <a:pt x="23758" y="2636"/>
                    <a:pt x="23911" y="2780"/>
                    <a:pt x="24059" y="2928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68" name="probe-tabler-sun-part-4"/>
            <p:cNvSpPr/>
            <p:nvPr/>
          </p:nvSpPr>
          <p:spPr>
            <a:xfrm>
              <a:off x="20011" y="110000"/>
              <a:ext cx="29978" cy="20000"/>
            </a:xfrm>
            <a:custGeom>
              <a:avLst/>
              <a:gdLst/>
              <a:ahLst/>
              <a:cxnLst/>
              <a:rect l="0" t="0" r="r" b="b"/>
              <a:pathLst>
                <a:path w="29978" h="20000">
                  <a:moveTo>
                    <a:pt x="19989" y="0"/>
                  </a:moveTo>
                  <a:cubicBezTo>
                    <a:pt x="20195" y="0"/>
                    <a:pt x="20400" y="7"/>
                    <a:pt x="20605" y="20"/>
                  </a:cubicBezTo>
                  <a:cubicBezTo>
                    <a:pt x="20810" y="33"/>
                    <a:pt x="21015" y="52"/>
                    <a:pt x="21219" y="77"/>
                  </a:cubicBezTo>
                  <a:cubicBezTo>
                    <a:pt x="21423" y="103"/>
                    <a:pt x="21626" y="135"/>
                    <a:pt x="21828" y="173"/>
                  </a:cubicBezTo>
                  <a:cubicBezTo>
                    <a:pt x="22030" y="211"/>
                    <a:pt x="22231" y="255"/>
                    <a:pt x="22431" y="305"/>
                  </a:cubicBezTo>
                  <a:cubicBezTo>
                    <a:pt x="22630" y="356"/>
                    <a:pt x="22828" y="412"/>
                    <a:pt x="23024" y="475"/>
                  </a:cubicBezTo>
                  <a:cubicBezTo>
                    <a:pt x="23219" y="538"/>
                    <a:pt x="23413" y="606"/>
                    <a:pt x="23605" y="681"/>
                  </a:cubicBezTo>
                  <a:cubicBezTo>
                    <a:pt x="23796" y="755"/>
                    <a:pt x="23986" y="836"/>
                    <a:pt x="24172" y="922"/>
                  </a:cubicBezTo>
                  <a:cubicBezTo>
                    <a:pt x="24359" y="1008"/>
                    <a:pt x="24543" y="1100"/>
                    <a:pt x="24724" y="1198"/>
                  </a:cubicBezTo>
                  <a:cubicBezTo>
                    <a:pt x="24905" y="1296"/>
                    <a:pt x="25083" y="1399"/>
                    <a:pt x="25257" y="1507"/>
                  </a:cubicBezTo>
                  <a:cubicBezTo>
                    <a:pt x="25432" y="1616"/>
                    <a:pt x="25603" y="1730"/>
                    <a:pt x="25771" y="1849"/>
                  </a:cubicBezTo>
                  <a:cubicBezTo>
                    <a:pt x="25938" y="1968"/>
                    <a:pt x="26102" y="2092"/>
                    <a:pt x="26262" y="2221"/>
                  </a:cubicBezTo>
                  <a:cubicBezTo>
                    <a:pt x="26422" y="2351"/>
                    <a:pt x="26578" y="2485"/>
                    <a:pt x="26730" y="2624"/>
                  </a:cubicBezTo>
                  <a:cubicBezTo>
                    <a:pt x="26881" y="2762"/>
                    <a:pt x="27029" y="2906"/>
                    <a:pt x="27171" y="3054"/>
                  </a:cubicBezTo>
                  <a:cubicBezTo>
                    <a:pt x="27314" y="3202"/>
                    <a:pt x="27453" y="3354"/>
                    <a:pt x="27586" y="3510"/>
                  </a:cubicBezTo>
                  <a:cubicBezTo>
                    <a:pt x="27719" y="3667"/>
                    <a:pt x="27848" y="3827"/>
                    <a:pt x="27971" y="3992"/>
                  </a:cubicBezTo>
                  <a:cubicBezTo>
                    <a:pt x="28095" y="4156"/>
                    <a:pt x="28213" y="4324"/>
                    <a:pt x="28327" y="4496"/>
                  </a:cubicBezTo>
                  <a:cubicBezTo>
                    <a:pt x="28440" y="4667"/>
                    <a:pt x="28548" y="4842"/>
                    <a:pt x="28650" y="5021"/>
                  </a:cubicBezTo>
                  <a:cubicBezTo>
                    <a:pt x="28752" y="5199"/>
                    <a:pt x="28849" y="5380"/>
                    <a:pt x="28940" y="5565"/>
                  </a:cubicBezTo>
                  <a:cubicBezTo>
                    <a:pt x="29032" y="5749"/>
                    <a:pt x="29117" y="5936"/>
                    <a:pt x="29197" y="6126"/>
                  </a:cubicBezTo>
                  <a:cubicBezTo>
                    <a:pt x="29276" y="6315"/>
                    <a:pt x="29350" y="6507"/>
                    <a:pt x="29418" y="6701"/>
                  </a:cubicBezTo>
                  <a:cubicBezTo>
                    <a:pt x="29486" y="6895"/>
                    <a:pt x="29548" y="7091"/>
                    <a:pt x="29603" y="7289"/>
                  </a:cubicBezTo>
                  <a:cubicBezTo>
                    <a:pt x="29659" y="7487"/>
                    <a:pt x="29709" y="7687"/>
                    <a:pt x="29752" y="7888"/>
                  </a:cubicBezTo>
                  <a:cubicBezTo>
                    <a:pt x="29796" y="8089"/>
                    <a:pt x="29833" y="8291"/>
                    <a:pt x="29864" y="8494"/>
                  </a:cubicBezTo>
                  <a:cubicBezTo>
                    <a:pt x="29895" y="8697"/>
                    <a:pt x="29919" y="8902"/>
                    <a:pt x="29938" y="9106"/>
                  </a:cubicBezTo>
                  <a:cubicBezTo>
                    <a:pt x="29956" y="9311"/>
                    <a:pt x="29968" y="9517"/>
                    <a:pt x="29974" y="9722"/>
                  </a:cubicBezTo>
                  <a:cubicBezTo>
                    <a:pt x="29980" y="9928"/>
                    <a:pt x="29979" y="10133"/>
                    <a:pt x="29972" y="10339"/>
                  </a:cubicBezTo>
                  <a:cubicBezTo>
                    <a:pt x="29965" y="10544"/>
                    <a:pt x="29952" y="10749"/>
                    <a:pt x="29932" y="10954"/>
                  </a:cubicBezTo>
                  <a:cubicBezTo>
                    <a:pt x="29913" y="11159"/>
                    <a:pt x="29887" y="11363"/>
                    <a:pt x="29854" y="11566"/>
                  </a:cubicBezTo>
                  <a:cubicBezTo>
                    <a:pt x="29822" y="11769"/>
                    <a:pt x="29784" y="11971"/>
                    <a:pt x="29739" y="12172"/>
                  </a:cubicBezTo>
                  <a:cubicBezTo>
                    <a:pt x="29695" y="12372"/>
                    <a:pt x="29644" y="12572"/>
                    <a:pt x="29587" y="12769"/>
                  </a:cubicBezTo>
                  <a:cubicBezTo>
                    <a:pt x="29530" y="12967"/>
                    <a:pt x="29467" y="13162"/>
                    <a:pt x="29398" y="13356"/>
                  </a:cubicBezTo>
                  <a:cubicBezTo>
                    <a:pt x="29329" y="13550"/>
                    <a:pt x="29254" y="13741"/>
                    <a:pt x="29173" y="13930"/>
                  </a:cubicBezTo>
                  <a:cubicBezTo>
                    <a:pt x="29092" y="14119"/>
                    <a:pt x="29006" y="14306"/>
                    <a:pt x="28913" y="14490"/>
                  </a:cubicBezTo>
                  <a:cubicBezTo>
                    <a:pt x="28821" y="14673"/>
                    <a:pt x="28723" y="14854"/>
                    <a:pt x="28620" y="15032"/>
                  </a:cubicBezTo>
                  <a:cubicBezTo>
                    <a:pt x="28516" y="15210"/>
                    <a:pt x="28407" y="15384"/>
                    <a:pt x="28293" y="15555"/>
                  </a:cubicBezTo>
                  <a:cubicBezTo>
                    <a:pt x="28179" y="15726"/>
                    <a:pt x="28059" y="15893"/>
                    <a:pt x="27935" y="16057"/>
                  </a:cubicBezTo>
                  <a:cubicBezTo>
                    <a:pt x="27810" y="16220"/>
                    <a:pt x="27681" y="16380"/>
                    <a:pt x="27546" y="16536"/>
                  </a:cubicBezTo>
                  <a:cubicBezTo>
                    <a:pt x="27412" y="16691"/>
                    <a:pt x="27273" y="16843"/>
                    <a:pt x="27129" y="16990"/>
                  </a:cubicBezTo>
                  <a:cubicBezTo>
                    <a:pt x="26985" y="17137"/>
                    <a:pt x="26837" y="17279"/>
                    <a:pt x="26685" y="17417"/>
                  </a:cubicBezTo>
                  <a:cubicBezTo>
                    <a:pt x="26532" y="17555"/>
                    <a:pt x="26376" y="17688"/>
                    <a:pt x="26215" y="17817"/>
                  </a:cubicBezTo>
                  <a:cubicBezTo>
                    <a:pt x="26054" y="17945"/>
                    <a:pt x="25889" y="18068"/>
                    <a:pt x="25721" y="18186"/>
                  </a:cubicBezTo>
                  <a:cubicBezTo>
                    <a:pt x="25553" y="18304"/>
                    <a:pt x="25381" y="18417"/>
                    <a:pt x="25206" y="18525"/>
                  </a:cubicBezTo>
                  <a:cubicBezTo>
                    <a:pt x="25030" y="18632"/>
                    <a:pt x="24852" y="18734"/>
                    <a:pt x="24670" y="18831"/>
                  </a:cubicBezTo>
                  <a:cubicBezTo>
                    <a:pt x="24489" y="18927"/>
                    <a:pt x="24304" y="19018"/>
                    <a:pt x="24117" y="19103"/>
                  </a:cubicBezTo>
                  <a:cubicBezTo>
                    <a:pt x="23930" y="19188"/>
                    <a:pt x="23740" y="19268"/>
                    <a:pt x="23548" y="19341"/>
                  </a:cubicBezTo>
                  <a:cubicBezTo>
                    <a:pt x="23356" y="19414"/>
                    <a:pt x="23162" y="19482"/>
                    <a:pt x="22966" y="19543"/>
                  </a:cubicBezTo>
                  <a:cubicBezTo>
                    <a:pt x="22769" y="19605"/>
                    <a:pt x="22571" y="19660"/>
                    <a:pt x="22372" y="19709"/>
                  </a:cubicBezTo>
                  <a:cubicBezTo>
                    <a:pt x="22172" y="19758"/>
                    <a:pt x="21971" y="19802"/>
                    <a:pt x="21769" y="19838"/>
                  </a:cubicBezTo>
                  <a:cubicBezTo>
                    <a:pt x="21566" y="19875"/>
                    <a:pt x="21363" y="19906"/>
                    <a:pt x="21159" y="19930"/>
                  </a:cubicBezTo>
                  <a:lnTo>
                    <a:pt x="19989" y="20000"/>
                  </a:lnTo>
                  <a:lnTo>
                    <a:pt x="9989" y="20000"/>
                  </a:lnTo>
                  <a:cubicBezTo>
                    <a:pt x="9783" y="20000"/>
                    <a:pt x="9578" y="19993"/>
                    <a:pt x="9373" y="19980"/>
                  </a:cubicBezTo>
                  <a:cubicBezTo>
                    <a:pt x="9167" y="19967"/>
                    <a:pt x="8963" y="19948"/>
                    <a:pt x="8759" y="19923"/>
                  </a:cubicBezTo>
                  <a:cubicBezTo>
                    <a:pt x="8555" y="19897"/>
                    <a:pt x="8351" y="19865"/>
                    <a:pt x="8149" y="19827"/>
                  </a:cubicBezTo>
                  <a:cubicBezTo>
                    <a:pt x="7947" y="19789"/>
                    <a:pt x="7746" y="19745"/>
                    <a:pt x="7547" y="19695"/>
                  </a:cubicBezTo>
                  <a:cubicBezTo>
                    <a:pt x="7348" y="19644"/>
                    <a:pt x="7150" y="19588"/>
                    <a:pt x="6954" y="19525"/>
                  </a:cubicBezTo>
                  <a:cubicBezTo>
                    <a:pt x="6758" y="19462"/>
                    <a:pt x="6565" y="19394"/>
                    <a:pt x="6373" y="19319"/>
                  </a:cubicBezTo>
                  <a:cubicBezTo>
                    <a:pt x="6181" y="19245"/>
                    <a:pt x="5992" y="19164"/>
                    <a:pt x="5806" y="19078"/>
                  </a:cubicBezTo>
                  <a:cubicBezTo>
                    <a:pt x="5619" y="18992"/>
                    <a:pt x="5435" y="18900"/>
                    <a:pt x="5254" y="18802"/>
                  </a:cubicBezTo>
                  <a:cubicBezTo>
                    <a:pt x="5073" y="18704"/>
                    <a:pt x="4895" y="18601"/>
                    <a:pt x="4720" y="18493"/>
                  </a:cubicBezTo>
                  <a:cubicBezTo>
                    <a:pt x="4546" y="18384"/>
                    <a:pt x="4375" y="18270"/>
                    <a:pt x="4207" y="18151"/>
                  </a:cubicBezTo>
                  <a:cubicBezTo>
                    <a:pt x="4039" y="18032"/>
                    <a:pt x="3876" y="17908"/>
                    <a:pt x="3716" y="17779"/>
                  </a:cubicBezTo>
                  <a:cubicBezTo>
                    <a:pt x="3556" y="17649"/>
                    <a:pt x="3400" y="17515"/>
                    <a:pt x="3248" y="17376"/>
                  </a:cubicBezTo>
                  <a:cubicBezTo>
                    <a:pt x="3096" y="17238"/>
                    <a:pt x="2949" y="17094"/>
                    <a:pt x="2806" y="16946"/>
                  </a:cubicBezTo>
                  <a:cubicBezTo>
                    <a:pt x="2664" y="16798"/>
                    <a:pt x="2525" y="16646"/>
                    <a:pt x="2392" y="16490"/>
                  </a:cubicBezTo>
                  <a:cubicBezTo>
                    <a:pt x="2258" y="16333"/>
                    <a:pt x="2130" y="16173"/>
                    <a:pt x="2006" y="16008"/>
                  </a:cubicBezTo>
                  <a:cubicBezTo>
                    <a:pt x="1883" y="15844"/>
                    <a:pt x="1764" y="15676"/>
                    <a:pt x="1651" y="15504"/>
                  </a:cubicBezTo>
                  <a:cubicBezTo>
                    <a:pt x="1538" y="15333"/>
                    <a:pt x="1430" y="15158"/>
                    <a:pt x="1328" y="14979"/>
                  </a:cubicBezTo>
                  <a:cubicBezTo>
                    <a:pt x="1225" y="14801"/>
                    <a:pt x="1129" y="14620"/>
                    <a:pt x="1037" y="14435"/>
                  </a:cubicBezTo>
                  <a:cubicBezTo>
                    <a:pt x="946" y="14251"/>
                    <a:pt x="861" y="14064"/>
                    <a:pt x="781" y="13874"/>
                  </a:cubicBezTo>
                  <a:cubicBezTo>
                    <a:pt x="701" y="13685"/>
                    <a:pt x="628" y="13493"/>
                    <a:pt x="560" y="13299"/>
                  </a:cubicBezTo>
                  <a:cubicBezTo>
                    <a:pt x="492" y="13105"/>
                    <a:pt x="430" y="12909"/>
                    <a:pt x="374" y="12711"/>
                  </a:cubicBezTo>
                  <a:cubicBezTo>
                    <a:pt x="319" y="12513"/>
                    <a:pt x="269" y="12313"/>
                    <a:pt x="226" y="12112"/>
                  </a:cubicBezTo>
                  <a:cubicBezTo>
                    <a:pt x="182" y="11911"/>
                    <a:pt x="145" y="11709"/>
                    <a:pt x="114" y="11506"/>
                  </a:cubicBezTo>
                  <a:cubicBezTo>
                    <a:pt x="83" y="11303"/>
                    <a:pt x="58" y="11098"/>
                    <a:pt x="40" y="10894"/>
                  </a:cubicBezTo>
                  <a:cubicBezTo>
                    <a:pt x="22" y="10689"/>
                    <a:pt x="10" y="10483"/>
                    <a:pt x="4" y="10278"/>
                  </a:cubicBezTo>
                  <a:cubicBezTo>
                    <a:pt x="-2" y="10072"/>
                    <a:pt x="-1" y="9867"/>
                    <a:pt x="6" y="9661"/>
                  </a:cubicBezTo>
                  <a:cubicBezTo>
                    <a:pt x="13" y="9456"/>
                    <a:pt x="26" y="9251"/>
                    <a:pt x="46" y="9046"/>
                  </a:cubicBezTo>
                  <a:cubicBezTo>
                    <a:pt x="65" y="8841"/>
                    <a:pt x="91" y="8637"/>
                    <a:pt x="123" y="8434"/>
                  </a:cubicBezTo>
                  <a:cubicBezTo>
                    <a:pt x="156" y="8231"/>
                    <a:pt x="194" y="8029"/>
                    <a:pt x="239" y="7828"/>
                  </a:cubicBezTo>
                  <a:cubicBezTo>
                    <a:pt x="283" y="7628"/>
                    <a:pt x="334" y="7428"/>
                    <a:pt x="391" y="7231"/>
                  </a:cubicBezTo>
                  <a:cubicBezTo>
                    <a:pt x="448" y="7033"/>
                    <a:pt x="511" y="6838"/>
                    <a:pt x="580" y="6644"/>
                  </a:cubicBezTo>
                  <a:cubicBezTo>
                    <a:pt x="649" y="6450"/>
                    <a:pt x="724" y="6259"/>
                    <a:pt x="805" y="6070"/>
                  </a:cubicBezTo>
                  <a:cubicBezTo>
                    <a:pt x="886" y="5881"/>
                    <a:pt x="972" y="5694"/>
                    <a:pt x="1064" y="5510"/>
                  </a:cubicBezTo>
                  <a:cubicBezTo>
                    <a:pt x="1157" y="5327"/>
                    <a:pt x="1255" y="5146"/>
                    <a:pt x="1358" y="4968"/>
                  </a:cubicBezTo>
                  <a:cubicBezTo>
                    <a:pt x="1462" y="4790"/>
                    <a:pt x="1571" y="4616"/>
                    <a:pt x="1685" y="4445"/>
                  </a:cubicBezTo>
                  <a:cubicBezTo>
                    <a:pt x="1799" y="4274"/>
                    <a:pt x="1918" y="4107"/>
                    <a:pt x="2043" y="3943"/>
                  </a:cubicBezTo>
                  <a:cubicBezTo>
                    <a:pt x="2168" y="3780"/>
                    <a:pt x="2297" y="3620"/>
                    <a:pt x="2431" y="3464"/>
                  </a:cubicBezTo>
                  <a:cubicBezTo>
                    <a:pt x="2566" y="3309"/>
                    <a:pt x="2705" y="3157"/>
                    <a:pt x="2849" y="3010"/>
                  </a:cubicBezTo>
                  <a:cubicBezTo>
                    <a:pt x="2992" y="2863"/>
                    <a:pt x="3141" y="2721"/>
                    <a:pt x="3293" y="2583"/>
                  </a:cubicBezTo>
                  <a:cubicBezTo>
                    <a:pt x="3446" y="2445"/>
                    <a:pt x="3602" y="2312"/>
                    <a:pt x="3763" y="2183"/>
                  </a:cubicBezTo>
                  <a:cubicBezTo>
                    <a:pt x="3924" y="2055"/>
                    <a:pt x="4088" y="1932"/>
                    <a:pt x="4257" y="1814"/>
                  </a:cubicBezTo>
                  <a:cubicBezTo>
                    <a:pt x="4425" y="1696"/>
                    <a:pt x="4597" y="1583"/>
                    <a:pt x="4772" y="1475"/>
                  </a:cubicBezTo>
                  <a:cubicBezTo>
                    <a:pt x="4947" y="1368"/>
                    <a:pt x="5126" y="1266"/>
                    <a:pt x="5308" y="1169"/>
                  </a:cubicBezTo>
                  <a:cubicBezTo>
                    <a:pt x="5489" y="1073"/>
                    <a:pt x="5674" y="982"/>
                    <a:pt x="5861" y="897"/>
                  </a:cubicBezTo>
                  <a:cubicBezTo>
                    <a:pt x="6048" y="812"/>
                    <a:pt x="6238" y="732"/>
                    <a:pt x="6430" y="659"/>
                  </a:cubicBezTo>
                  <a:cubicBezTo>
                    <a:pt x="6622" y="586"/>
                    <a:pt x="6816" y="518"/>
                    <a:pt x="7012" y="457"/>
                  </a:cubicBezTo>
                  <a:cubicBezTo>
                    <a:pt x="7208" y="395"/>
                    <a:pt x="7406" y="340"/>
                    <a:pt x="7606" y="291"/>
                  </a:cubicBezTo>
                  <a:cubicBezTo>
                    <a:pt x="7806" y="242"/>
                    <a:pt x="8007" y="198"/>
                    <a:pt x="8209" y="162"/>
                  </a:cubicBezTo>
                  <a:cubicBezTo>
                    <a:pt x="8411" y="125"/>
                    <a:pt x="8615" y="94"/>
                    <a:pt x="8819" y="70"/>
                  </a:cubicBezTo>
                  <a:lnTo>
                    <a:pt x="9989" y="0"/>
                  </a:lnTo>
                  <a:lnTo>
                    <a:pt x="19989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69" name="probe-tabler-sun-part-5"/>
            <p:cNvSpPr/>
            <p:nvPr/>
          </p:nvSpPr>
          <p:spPr>
            <a:xfrm>
              <a:off x="190011" y="110000"/>
              <a:ext cx="29978" cy="20000"/>
            </a:xfrm>
            <a:custGeom>
              <a:avLst/>
              <a:gdLst/>
              <a:ahLst/>
              <a:cxnLst/>
              <a:rect l="0" t="0" r="r" b="b"/>
              <a:pathLst>
                <a:path w="29978" h="20000">
                  <a:moveTo>
                    <a:pt x="19989" y="0"/>
                  </a:moveTo>
                  <a:cubicBezTo>
                    <a:pt x="20195" y="0"/>
                    <a:pt x="20400" y="7"/>
                    <a:pt x="20605" y="20"/>
                  </a:cubicBezTo>
                  <a:cubicBezTo>
                    <a:pt x="20810" y="33"/>
                    <a:pt x="21015" y="52"/>
                    <a:pt x="21219" y="77"/>
                  </a:cubicBezTo>
                  <a:cubicBezTo>
                    <a:pt x="21423" y="103"/>
                    <a:pt x="21626" y="135"/>
                    <a:pt x="21828" y="173"/>
                  </a:cubicBezTo>
                  <a:cubicBezTo>
                    <a:pt x="22030" y="211"/>
                    <a:pt x="22231" y="255"/>
                    <a:pt x="22431" y="305"/>
                  </a:cubicBezTo>
                  <a:cubicBezTo>
                    <a:pt x="22630" y="356"/>
                    <a:pt x="22828" y="412"/>
                    <a:pt x="23024" y="475"/>
                  </a:cubicBezTo>
                  <a:cubicBezTo>
                    <a:pt x="23219" y="538"/>
                    <a:pt x="23413" y="606"/>
                    <a:pt x="23605" y="681"/>
                  </a:cubicBezTo>
                  <a:cubicBezTo>
                    <a:pt x="23796" y="755"/>
                    <a:pt x="23986" y="836"/>
                    <a:pt x="24172" y="922"/>
                  </a:cubicBezTo>
                  <a:cubicBezTo>
                    <a:pt x="24359" y="1008"/>
                    <a:pt x="24543" y="1100"/>
                    <a:pt x="24724" y="1198"/>
                  </a:cubicBezTo>
                  <a:cubicBezTo>
                    <a:pt x="24905" y="1296"/>
                    <a:pt x="25083" y="1399"/>
                    <a:pt x="25257" y="1507"/>
                  </a:cubicBezTo>
                  <a:cubicBezTo>
                    <a:pt x="25432" y="1616"/>
                    <a:pt x="25603" y="1730"/>
                    <a:pt x="25771" y="1849"/>
                  </a:cubicBezTo>
                  <a:cubicBezTo>
                    <a:pt x="25938" y="1968"/>
                    <a:pt x="26102" y="2092"/>
                    <a:pt x="26262" y="2221"/>
                  </a:cubicBezTo>
                  <a:cubicBezTo>
                    <a:pt x="26422" y="2351"/>
                    <a:pt x="26578" y="2485"/>
                    <a:pt x="26730" y="2624"/>
                  </a:cubicBezTo>
                  <a:cubicBezTo>
                    <a:pt x="26881" y="2762"/>
                    <a:pt x="27029" y="2906"/>
                    <a:pt x="27171" y="3054"/>
                  </a:cubicBezTo>
                  <a:cubicBezTo>
                    <a:pt x="27314" y="3202"/>
                    <a:pt x="27453" y="3354"/>
                    <a:pt x="27586" y="3510"/>
                  </a:cubicBezTo>
                  <a:cubicBezTo>
                    <a:pt x="27719" y="3667"/>
                    <a:pt x="27848" y="3827"/>
                    <a:pt x="27971" y="3992"/>
                  </a:cubicBezTo>
                  <a:cubicBezTo>
                    <a:pt x="28095" y="4156"/>
                    <a:pt x="28213" y="4324"/>
                    <a:pt x="28327" y="4496"/>
                  </a:cubicBezTo>
                  <a:cubicBezTo>
                    <a:pt x="28440" y="4667"/>
                    <a:pt x="28548" y="4842"/>
                    <a:pt x="28650" y="5021"/>
                  </a:cubicBezTo>
                  <a:cubicBezTo>
                    <a:pt x="28752" y="5199"/>
                    <a:pt x="28849" y="5380"/>
                    <a:pt x="28940" y="5565"/>
                  </a:cubicBezTo>
                  <a:cubicBezTo>
                    <a:pt x="29032" y="5749"/>
                    <a:pt x="29117" y="5936"/>
                    <a:pt x="29197" y="6126"/>
                  </a:cubicBezTo>
                  <a:cubicBezTo>
                    <a:pt x="29276" y="6315"/>
                    <a:pt x="29350" y="6507"/>
                    <a:pt x="29418" y="6701"/>
                  </a:cubicBezTo>
                  <a:cubicBezTo>
                    <a:pt x="29486" y="6895"/>
                    <a:pt x="29548" y="7091"/>
                    <a:pt x="29603" y="7289"/>
                  </a:cubicBezTo>
                  <a:cubicBezTo>
                    <a:pt x="29659" y="7487"/>
                    <a:pt x="29709" y="7687"/>
                    <a:pt x="29752" y="7888"/>
                  </a:cubicBezTo>
                  <a:cubicBezTo>
                    <a:pt x="29796" y="8089"/>
                    <a:pt x="29833" y="8291"/>
                    <a:pt x="29864" y="8494"/>
                  </a:cubicBezTo>
                  <a:cubicBezTo>
                    <a:pt x="29895" y="8697"/>
                    <a:pt x="29919" y="8902"/>
                    <a:pt x="29938" y="9106"/>
                  </a:cubicBezTo>
                  <a:cubicBezTo>
                    <a:pt x="29956" y="9311"/>
                    <a:pt x="29968" y="9517"/>
                    <a:pt x="29974" y="9722"/>
                  </a:cubicBezTo>
                  <a:cubicBezTo>
                    <a:pt x="29980" y="9928"/>
                    <a:pt x="29979" y="10133"/>
                    <a:pt x="29972" y="10339"/>
                  </a:cubicBezTo>
                  <a:cubicBezTo>
                    <a:pt x="29965" y="10544"/>
                    <a:pt x="29952" y="10749"/>
                    <a:pt x="29932" y="10954"/>
                  </a:cubicBezTo>
                  <a:cubicBezTo>
                    <a:pt x="29913" y="11159"/>
                    <a:pt x="29887" y="11363"/>
                    <a:pt x="29854" y="11566"/>
                  </a:cubicBezTo>
                  <a:cubicBezTo>
                    <a:pt x="29822" y="11769"/>
                    <a:pt x="29784" y="11971"/>
                    <a:pt x="29739" y="12172"/>
                  </a:cubicBezTo>
                  <a:cubicBezTo>
                    <a:pt x="29695" y="12372"/>
                    <a:pt x="29644" y="12572"/>
                    <a:pt x="29587" y="12769"/>
                  </a:cubicBezTo>
                  <a:cubicBezTo>
                    <a:pt x="29530" y="12967"/>
                    <a:pt x="29467" y="13162"/>
                    <a:pt x="29398" y="13356"/>
                  </a:cubicBezTo>
                  <a:cubicBezTo>
                    <a:pt x="29329" y="13550"/>
                    <a:pt x="29254" y="13741"/>
                    <a:pt x="29173" y="13930"/>
                  </a:cubicBezTo>
                  <a:cubicBezTo>
                    <a:pt x="29092" y="14119"/>
                    <a:pt x="29006" y="14306"/>
                    <a:pt x="28913" y="14490"/>
                  </a:cubicBezTo>
                  <a:cubicBezTo>
                    <a:pt x="28821" y="14673"/>
                    <a:pt x="28723" y="14854"/>
                    <a:pt x="28620" y="15032"/>
                  </a:cubicBezTo>
                  <a:cubicBezTo>
                    <a:pt x="28516" y="15210"/>
                    <a:pt x="28407" y="15384"/>
                    <a:pt x="28293" y="15555"/>
                  </a:cubicBezTo>
                  <a:cubicBezTo>
                    <a:pt x="28179" y="15726"/>
                    <a:pt x="28059" y="15893"/>
                    <a:pt x="27935" y="16057"/>
                  </a:cubicBezTo>
                  <a:cubicBezTo>
                    <a:pt x="27810" y="16220"/>
                    <a:pt x="27681" y="16380"/>
                    <a:pt x="27546" y="16536"/>
                  </a:cubicBezTo>
                  <a:cubicBezTo>
                    <a:pt x="27412" y="16691"/>
                    <a:pt x="27273" y="16843"/>
                    <a:pt x="27129" y="16990"/>
                  </a:cubicBezTo>
                  <a:cubicBezTo>
                    <a:pt x="26985" y="17137"/>
                    <a:pt x="26837" y="17279"/>
                    <a:pt x="26685" y="17417"/>
                  </a:cubicBezTo>
                  <a:cubicBezTo>
                    <a:pt x="26532" y="17555"/>
                    <a:pt x="26376" y="17688"/>
                    <a:pt x="26215" y="17817"/>
                  </a:cubicBezTo>
                  <a:cubicBezTo>
                    <a:pt x="26054" y="17945"/>
                    <a:pt x="25889" y="18068"/>
                    <a:pt x="25721" y="18186"/>
                  </a:cubicBezTo>
                  <a:cubicBezTo>
                    <a:pt x="25553" y="18304"/>
                    <a:pt x="25381" y="18417"/>
                    <a:pt x="25206" y="18525"/>
                  </a:cubicBezTo>
                  <a:cubicBezTo>
                    <a:pt x="25030" y="18632"/>
                    <a:pt x="24852" y="18734"/>
                    <a:pt x="24670" y="18831"/>
                  </a:cubicBezTo>
                  <a:cubicBezTo>
                    <a:pt x="24489" y="18927"/>
                    <a:pt x="24304" y="19018"/>
                    <a:pt x="24117" y="19103"/>
                  </a:cubicBezTo>
                  <a:cubicBezTo>
                    <a:pt x="23930" y="19188"/>
                    <a:pt x="23740" y="19268"/>
                    <a:pt x="23548" y="19341"/>
                  </a:cubicBezTo>
                  <a:cubicBezTo>
                    <a:pt x="23356" y="19414"/>
                    <a:pt x="23162" y="19482"/>
                    <a:pt x="22966" y="19543"/>
                  </a:cubicBezTo>
                  <a:cubicBezTo>
                    <a:pt x="22769" y="19605"/>
                    <a:pt x="22571" y="19660"/>
                    <a:pt x="22372" y="19709"/>
                  </a:cubicBezTo>
                  <a:cubicBezTo>
                    <a:pt x="22172" y="19758"/>
                    <a:pt x="21971" y="19802"/>
                    <a:pt x="21769" y="19838"/>
                  </a:cubicBezTo>
                  <a:cubicBezTo>
                    <a:pt x="21566" y="19875"/>
                    <a:pt x="21363" y="19906"/>
                    <a:pt x="21159" y="19930"/>
                  </a:cubicBezTo>
                  <a:lnTo>
                    <a:pt x="19989" y="20000"/>
                  </a:lnTo>
                  <a:lnTo>
                    <a:pt x="9989" y="20000"/>
                  </a:lnTo>
                  <a:cubicBezTo>
                    <a:pt x="9783" y="20000"/>
                    <a:pt x="9578" y="19993"/>
                    <a:pt x="9373" y="19980"/>
                  </a:cubicBezTo>
                  <a:cubicBezTo>
                    <a:pt x="9167" y="19967"/>
                    <a:pt x="8963" y="19948"/>
                    <a:pt x="8759" y="19923"/>
                  </a:cubicBezTo>
                  <a:cubicBezTo>
                    <a:pt x="8555" y="19897"/>
                    <a:pt x="8351" y="19865"/>
                    <a:pt x="8149" y="19827"/>
                  </a:cubicBezTo>
                  <a:cubicBezTo>
                    <a:pt x="7947" y="19789"/>
                    <a:pt x="7746" y="19745"/>
                    <a:pt x="7547" y="19695"/>
                  </a:cubicBezTo>
                  <a:cubicBezTo>
                    <a:pt x="7348" y="19644"/>
                    <a:pt x="7150" y="19588"/>
                    <a:pt x="6954" y="19525"/>
                  </a:cubicBezTo>
                  <a:cubicBezTo>
                    <a:pt x="6758" y="19462"/>
                    <a:pt x="6565" y="19394"/>
                    <a:pt x="6373" y="19319"/>
                  </a:cubicBezTo>
                  <a:cubicBezTo>
                    <a:pt x="6181" y="19245"/>
                    <a:pt x="5992" y="19164"/>
                    <a:pt x="5806" y="19078"/>
                  </a:cubicBezTo>
                  <a:cubicBezTo>
                    <a:pt x="5619" y="18992"/>
                    <a:pt x="5435" y="18900"/>
                    <a:pt x="5254" y="18802"/>
                  </a:cubicBezTo>
                  <a:cubicBezTo>
                    <a:pt x="5073" y="18704"/>
                    <a:pt x="4895" y="18601"/>
                    <a:pt x="4720" y="18493"/>
                  </a:cubicBezTo>
                  <a:cubicBezTo>
                    <a:pt x="4546" y="18384"/>
                    <a:pt x="4375" y="18270"/>
                    <a:pt x="4207" y="18151"/>
                  </a:cubicBezTo>
                  <a:cubicBezTo>
                    <a:pt x="4039" y="18032"/>
                    <a:pt x="3876" y="17908"/>
                    <a:pt x="3716" y="17779"/>
                  </a:cubicBezTo>
                  <a:cubicBezTo>
                    <a:pt x="3556" y="17649"/>
                    <a:pt x="3400" y="17515"/>
                    <a:pt x="3248" y="17376"/>
                  </a:cubicBezTo>
                  <a:cubicBezTo>
                    <a:pt x="3096" y="17238"/>
                    <a:pt x="2949" y="17094"/>
                    <a:pt x="2806" y="16946"/>
                  </a:cubicBezTo>
                  <a:cubicBezTo>
                    <a:pt x="2664" y="16798"/>
                    <a:pt x="2525" y="16646"/>
                    <a:pt x="2392" y="16490"/>
                  </a:cubicBezTo>
                  <a:cubicBezTo>
                    <a:pt x="2258" y="16333"/>
                    <a:pt x="2130" y="16173"/>
                    <a:pt x="2006" y="16008"/>
                  </a:cubicBezTo>
                  <a:cubicBezTo>
                    <a:pt x="1883" y="15844"/>
                    <a:pt x="1764" y="15676"/>
                    <a:pt x="1651" y="15504"/>
                  </a:cubicBezTo>
                  <a:cubicBezTo>
                    <a:pt x="1538" y="15333"/>
                    <a:pt x="1430" y="15158"/>
                    <a:pt x="1328" y="14979"/>
                  </a:cubicBezTo>
                  <a:cubicBezTo>
                    <a:pt x="1225" y="14801"/>
                    <a:pt x="1129" y="14620"/>
                    <a:pt x="1037" y="14435"/>
                  </a:cubicBezTo>
                  <a:cubicBezTo>
                    <a:pt x="946" y="14251"/>
                    <a:pt x="861" y="14064"/>
                    <a:pt x="781" y="13874"/>
                  </a:cubicBezTo>
                  <a:cubicBezTo>
                    <a:pt x="701" y="13685"/>
                    <a:pt x="628" y="13493"/>
                    <a:pt x="560" y="13299"/>
                  </a:cubicBezTo>
                  <a:cubicBezTo>
                    <a:pt x="492" y="13105"/>
                    <a:pt x="430" y="12909"/>
                    <a:pt x="374" y="12711"/>
                  </a:cubicBezTo>
                  <a:cubicBezTo>
                    <a:pt x="319" y="12513"/>
                    <a:pt x="269" y="12313"/>
                    <a:pt x="226" y="12112"/>
                  </a:cubicBezTo>
                  <a:cubicBezTo>
                    <a:pt x="182" y="11911"/>
                    <a:pt x="145" y="11709"/>
                    <a:pt x="114" y="11506"/>
                  </a:cubicBezTo>
                  <a:cubicBezTo>
                    <a:pt x="83" y="11303"/>
                    <a:pt x="58" y="11098"/>
                    <a:pt x="40" y="10894"/>
                  </a:cubicBezTo>
                  <a:cubicBezTo>
                    <a:pt x="22" y="10689"/>
                    <a:pt x="10" y="10483"/>
                    <a:pt x="4" y="10278"/>
                  </a:cubicBezTo>
                  <a:cubicBezTo>
                    <a:pt x="-2" y="10072"/>
                    <a:pt x="-1" y="9867"/>
                    <a:pt x="6" y="9661"/>
                  </a:cubicBezTo>
                  <a:cubicBezTo>
                    <a:pt x="13" y="9456"/>
                    <a:pt x="26" y="9251"/>
                    <a:pt x="46" y="9046"/>
                  </a:cubicBezTo>
                  <a:cubicBezTo>
                    <a:pt x="65" y="8841"/>
                    <a:pt x="91" y="8637"/>
                    <a:pt x="123" y="8434"/>
                  </a:cubicBezTo>
                  <a:cubicBezTo>
                    <a:pt x="156" y="8231"/>
                    <a:pt x="194" y="8029"/>
                    <a:pt x="239" y="7828"/>
                  </a:cubicBezTo>
                  <a:cubicBezTo>
                    <a:pt x="283" y="7628"/>
                    <a:pt x="334" y="7428"/>
                    <a:pt x="391" y="7231"/>
                  </a:cubicBezTo>
                  <a:cubicBezTo>
                    <a:pt x="448" y="7033"/>
                    <a:pt x="511" y="6838"/>
                    <a:pt x="580" y="6644"/>
                  </a:cubicBezTo>
                  <a:cubicBezTo>
                    <a:pt x="649" y="6450"/>
                    <a:pt x="724" y="6259"/>
                    <a:pt x="805" y="6070"/>
                  </a:cubicBezTo>
                  <a:cubicBezTo>
                    <a:pt x="886" y="5881"/>
                    <a:pt x="972" y="5694"/>
                    <a:pt x="1064" y="5510"/>
                  </a:cubicBezTo>
                  <a:cubicBezTo>
                    <a:pt x="1157" y="5327"/>
                    <a:pt x="1255" y="5146"/>
                    <a:pt x="1358" y="4968"/>
                  </a:cubicBezTo>
                  <a:cubicBezTo>
                    <a:pt x="1462" y="4790"/>
                    <a:pt x="1571" y="4616"/>
                    <a:pt x="1685" y="4445"/>
                  </a:cubicBezTo>
                  <a:cubicBezTo>
                    <a:pt x="1799" y="4274"/>
                    <a:pt x="1918" y="4107"/>
                    <a:pt x="2043" y="3943"/>
                  </a:cubicBezTo>
                  <a:cubicBezTo>
                    <a:pt x="2168" y="3780"/>
                    <a:pt x="2297" y="3620"/>
                    <a:pt x="2431" y="3464"/>
                  </a:cubicBezTo>
                  <a:cubicBezTo>
                    <a:pt x="2566" y="3309"/>
                    <a:pt x="2705" y="3157"/>
                    <a:pt x="2849" y="3010"/>
                  </a:cubicBezTo>
                  <a:cubicBezTo>
                    <a:pt x="2992" y="2863"/>
                    <a:pt x="3141" y="2721"/>
                    <a:pt x="3293" y="2583"/>
                  </a:cubicBezTo>
                  <a:cubicBezTo>
                    <a:pt x="3446" y="2445"/>
                    <a:pt x="3602" y="2312"/>
                    <a:pt x="3763" y="2183"/>
                  </a:cubicBezTo>
                  <a:cubicBezTo>
                    <a:pt x="3924" y="2055"/>
                    <a:pt x="4088" y="1932"/>
                    <a:pt x="4257" y="1814"/>
                  </a:cubicBezTo>
                  <a:cubicBezTo>
                    <a:pt x="4425" y="1696"/>
                    <a:pt x="4597" y="1583"/>
                    <a:pt x="4772" y="1475"/>
                  </a:cubicBezTo>
                  <a:cubicBezTo>
                    <a:pt x="4947" y="1368"/>
                    <a:pt x="5126" y="1266"/>
                    <a:pt x="5308" y="1169"/>
                  </a:cubicBezTo>
                  <a:cubicBezTo>
                    <a:pt x="5489" y="1073"/>
                    <a:pt x="5674" y="982"/>
                    <a:pt x="5861" y="897"/>
                  </a:cubicBezTo>
                  <a:cubicBezTo>
                    <a:pt x="6048" y="812"/>
                    <a:pt x="6238" y="732"/>
                    <a:pt x="6430" y="659"/>
                  </a:cubicBezTo>
                  <a:cubicBezTo>
                    <a:pt x="6622" y="586"/>
                    <a:pt x="6816" y="518"/>
                    <a:pt x="7012" y="457"/>
                  </a:cubicBezTo>
                  <a:cubicBezTo>
                    <a:pt x="7208" y="395"/>
                    <a:pt x="7406" y="340"/>
                    <a:pt x="7606" y="291"/>
                  </a:cubicBezTo>
                  <a:cubicBezTo>
                    <a:pt x="7806" y="242"/>
                    <a:pt x="8007" y="198"/>
                    <a:pt x="8209" y="162"/>
                  </a:cubicBezTo>
                  <a:cubicBezTo>
                    <a:pt x="8411" y="125"/>
                    <a:pt x="8615" y="94"/>
                    <a:pt x="8819" y="70"/>
                  </a:cubicBezTo>
                  <a:lnTo>
                    <a:pt x="9989" y="0"/>
                  </a:lnTo>
                  <a:lnTo>
                    <a:pt x="19989" y="0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0" name="probe-tabler-sun-part-6"/>
            <p:cNvSpPr/>
            <p:nvPr/>
          </p:nvSpPr>
          <p:spPr>
            <a:xfrm>
              <a:off x="46009" y="46007"/>
              <a:ext cx="26977" cy="26982"/>
            </a:xfrm>
            <a:custGeom>
              <a:avLst/>
              <a:gdLst/>
              <a:ahLst/>
              <a:cxnLst/>
              <a:rect l="0" t="0" r="r" b="b"/>
              <a:pathLst>
                <a:path w="26977" h="26982">
                  <a:moveTo>
                    <a:pt x="16121" y="2093"/>
                  </a:moveTo>
                  <a:lnTo>
                    <a:pt x="17061" y="2923"/>
                  </a:lnTo>
                  <a:lnTo>
                    <a:pt x="24061" y="9923"/>
                  </a:lnTo>
                  <a:cubicBezTo>
                    <a:pt x="24208" y="10071"/>
                    <a:pt x="24351" y="10224"/>
                    <a:pt x="24489" y="10381"/>
                  </a:cubicBezTo>
                  <a:cubicBezTo>
                    <a:pt x="24627" y="10538"/>
                    <a:pt x="24761" y="10699"/>
                    <a:pt x="24889" y="10865"/>
                  </a:cubicBezTo>
                  <a:cubicBezTo>
                    <a:pt x="25017" y="11031"/>
                    <a:pt x="25139" y="11200"/>
                    <a:pt x="25257" y="11373"/>
                  </a:cubicBezTo>
                  <a:cubicBezTo>
                    <a:pt x="25374" y="11546"/>
                    <a:pt x="25486" y="11723"/>
                    <a:pt x="25592" y="11904"/>
                  </a:cubicBezTo>
                  <a:cubicBezTo>
                    <a:pt x="25698" y="12084"/>
                    <a:pt x="25799" y="12267"/>
                    <a:pt x="25894" y="12454"/>
                  </a:cubicBezTo>
                  <a:cubicBezTo>
                    <a:pt x="25988" y="12640"/>
                    <a:pt x="26077" y="12830"/>
                    <a:pt x="26160" y="13022"/>
                  </a:cubicBezTo>
                  <a:cubicBezTo>
                    <a:pt x="26243" y="13214"/>
                    <a:pt x="26320" y="13409"/>
                    <a:pt x="26390" y="13606"/>
                  </a:cubicBezTo>
                  <a:cubicBezTo>
                    <a:pt x="26461" y="13803"/>
                    <a:pt x="26525" y="14002"/>
                    <a:pt x="26584" y="14203"/>
                  </a:cubicBezTo>
                  <a:cubicBezTo>
                    <a:pt x="26642" y="14404"/>
                    <a:pt x="26694" y="14607"/>
                    <a:pt x="26739" y="14811"/>
                  </a:cubicBezTo>
                  <a:cubicBezTo>
                    <a:pt x="26784" y="15015"/>
                    <a:pt x="26823" y="15221"/>
                    <a:pt x="26856" y="15427"/>
                  </a:cubicBezTo>
                  <a:cubicBezTo>
                    <a:pt x="26888" y="15634"/>
                    <a:pt x="26914" y="15842"/>
                    <a:pt x="26934" y="16050"/>
                  </a:cubicBezTo>
                  <a:cubicBezTo>
                    <a:pt x="26953" y="16258"/>
                    <a:pt x="26966" y="16467"/>
                    <a:pt x="26973" y="16676"/>
                  </a:cubicBezTo>
                  <a:cubicBezTo>
                    <a:pt x="26979" y="16886"/>
                    <a:pt x="26979" y="17095"/>
                    <a:pt x="26972" y="17304"/>
                  </a:cubicBezTo>
                  <a:cubicBezTo>
                    <a:pt x="26966" y="17513"/>
                    <a:pt x="26952" y="17722"/>
                    <a:pt x="26932" y="17930"/>
                  </a:cubicBezTo>
                  <a:cubicBezTo>
                    <a:pt x="26913" y="18139"/>
                    <a:pt x="26886" y="18346"/>
                    <a:pt x="26853" y="18553"/>
                  </a:cubicBezTo>
                  <a:cubicBezTo>
                    <a:pt x="26820" y="18759"/>
                    <a:pt x="26781" y="18965"/>
                    <a:pt x="26735" y="19169"/>
                  </a:cubicBezTo>
                  <a:cubicBezTo>
                    <a:pt x="26689" y="19373"/>
                    <a:pt x="26637" y="19576"/>
                    <a:pt x="26579" y="19777"/>
                  </a:cubicBezTo>
                  <a:cubicBezTo>
                    <a:pt x="26520" y="19978"/>
                    <a:pt x="26456" y="20177"/>
                    <a:pt x="26385" y="20374"/>
                  </a:cubicBezTo>
                  <a:cubicBezTo>
                    <a:pt x="26314" y="20570"/>
                    <a:pt x="26237" y="20765"/>
                    <a:pt x="26153" y="20957"/>
                  </a:cubicBezTo>
                  <a:cubicBezTo>
                    <a:pt x="26070" y="21149"/>
                    <a:pt x="25981" y="21338"/>
                    <a:pt x="25886" y="21525"/>
                  </a:cubicBezTo>
                  <a:cubicBezTo>
                    <a:pt x="25791" y="21711"/>
                    <a:pt x="25690" y="21894"/>
                    <a:pt x="25583" y="22075"/>
                  </a:cubicBezTo>
                  <a:cubicBezTo>
                    <a:pt x="25477" y="22255"/>
                    <a:pt x="25365" y="22431"/>
                    <a:pt x="25247" y="22604"/>
                  </a:cubicBezTo>
                  <a:cubicBezTo>
                    <a:pt x="25129" y="22777"/>
                    <a:pt x="25006" y="22947"/>
                    <a:pt x="24878" y="23112"/>
                  </a:cubicBezTo>
                  <a:cubicBezTo>
                    <a:pt x="24750" y="23277"/>
                    <a:pt x="24616" y="23438"/>
                    <a:pt x="24478" y="23595"/>
                  </a:cubicBezTo>
                  <a:cubicBezTo>
                    <a:pt x="24340" y="23752"/>
                    <a:pt x="24196" y="23905"/>
                    <a:pt x="24048" y="24053"/>
                  </a:cubicBezTo>
                  <a:cubicBezTo>
                    <a:pt x="23900" y="24201"/>
                    <a:pt x="23748" y="24344"/>
                    <a:pt x="23591" y="24482"/>
                  </a:cubicBezTo>
                  <a:cubicBezTo>
                    <a:pt x="23434" y="24621"/>
                    <a:pt x="23273" y="24754"/>
                    <a:pt x="23107" y="24883"/>
                  </a:cubicBezTo>
                  <a:cubicBezTo>
                    <a:pt x="22942" y="25011"/>
                    <a:pt x="22773" y="25134"/>
                    <a:pt x="22600" y="25251"/>
                  </a:cubicBezTo>
                  <a:cubicBezTo>
                    <a:pt x="22427" y="25369"/>
                    <a:pt x="22250" y="25481"/>
                    <a:pt x="22070" y="25588"/>
                  </a:cubicBezTo>
                  <a:cubicBezTo>
                    <a:pt x="21890" y="25694"/>
                    <a:pt x="21707" y="25795"/>
                    <a:pt x="21520" y="25890"/>
                  </a:cubicBezTo>
                  <a:cubicBezTo>
                    <a:pt x="21334" y="25985"/>
                    <a:pt x="21144" y="26075"/>
                    <a:pt x="20953" y="26158"/>
                  </a:cubicBezTo>
                  <a:cubicBezTo>
                    <a:pt x="20761" y="26241"/>
                    <a:pt x="20566" y="26318"/>
                    <a:pt x="20369" y="26389"/>
                  </a:cubicBezTo>
                  <a:cubicBezTo>
                    <a:pt x="20172" y="26460"/>
                    <a:pt x="19973" y="26525"/>
                    <a:pt x="19772" y="26583"/>
                  </a:cubicBezTo>
                  <a:cubicBezTo>
                    <a:pt x="19572" y="26642"/>
                    <a:pt x="19369" y="26694"/>
                    <a:pt x="19165" y="26740"/>
                  </a:cubicBezTo>
                  <a:cubicBezTo>
                    <a:pt x="18960" y="26785"/>
                    <a:pt x="18755" y="26825"/>
                    <a:pt x="18548" y="26858"/>
                  </a:cubicBezTo>
                  <a:cubicBezTo>
                    <a:pt x="18342" y="26890"/>
                    <a:pt x="18134" y="26917"/>
                    <a:pt x="17926" y="26937"/>
                  </a:cubicBezTo>
                  <a:cubicBezTo>
                    <a:pt x="17717" y="26956"/>
                    <a:pt x="17509" y="26970"/>
                    <a:pt x="17299" y="26977"/>
                  </a:cubicBezTo>
                  <a:cubicBezTo>
                    <a:pt x="17090" y="26983"/>
                    <a:pt x="16881" y="26983"/>
                    <a:pt x="16672" y="26977"/>
                  </a:cubicBezTo>
                  <a:cubicBezTo>
                    <a:pt x="16463" y="26971"/>
                    <a:pt x="16254" y="26958"/>
                    <a:pt x="16046" y="26938"/>
                  </a:cubicBezTo>
                  <a:cubicBezTo>
                    <a:pt x="15837" y="26919"/>
                    <a:pt x="15630" y="26893"/>
                    <a:pt x="15423" y="26860"/>
                  </a:cubicBezTo>
                  <a:cubicBezTo>
                    <a:pt x="15216" y="26828"/>
                    <a:pt x="15011" y="26789"/>
                    <a:pt x="14806" y="26743"/>
                  </a:cubicBezTo>
                  <a:cubicBezTo>
                    <a:pt x="14602" y="26698"/>
                    <a:pt x="14399" y="26646"/>
                    <a:pt x="14198" y="26588"/>
                  </a:cubicBezTo>
                  <a:cubicBezTo>
                    <a:pt x="13997" y="26530"/>
                    <a:pt x="13798" y="26465"/>
                    <a:pt x="13601" y="26395"/>
                  </a:cubicBezTo>
                  <a:cubicBezTo>
                    <a:pt x="13404" y="26324"/>
                    <a:pt x="13210" y="26247"/>
                    <a:pt x="13018" y="26164"/>
                  </a:cubicBezTo>
                  <a:cubicBezTo>
                    <a:pt x="12825" y="26081"/>
                    <a:pt x="12636" y="25993"/>
                    <a:pt x="12449" y="25898"/>
                  </a:cubicBezTo>
                  <a:cubicBezTo>
                    <a:pt x="12263" y="25803"/>
                    <a:pt x="12079" y="25702"/>
                    <a:pt x="11899" y="25596"/>
                  </a:cubicBezTo>
                  <a:cubicBezTo>
                    <a:pt x="11719" y="25490"/>
                    <a:pt x="11542" y="25378"/>
                    <a:pt x="11369" y="25261"/>
                  </a:cubicBezTo>
                  <a:cubicBezTo>
                    <a:pt x="11196" y="25143"/>
                    <a:pt x="11026" y="25021"/>
                    <a:pt x="10861" y="24893"/>
                  </a:cubicBezTo>
                  <a:lnTo>
                    <a:pt x="9921" y="24063"/>
                  </a:lnTo>
                  <a:lnTo>
                    <a:pt x="2921" y="17063"/>
                  </a:lnTo>
                  <a:cubicBezTo>
                    <a:pt x="2773" y="16914"/>
                    <a:pt x="2629" y="16762"/>
                    <a:pt x="2491" y="16604"/>
                  </a:cubicBezTo>
                  <a:cubicBezTo>
                    <a:pt x="2353" y="16447"/>
                    <a:pt x="2220" y="16286"/>
                    <a:pt x="2091" y="16120"/>
                  </a:cubicBezTo>
                  <a:cubicBezTo>
                    <a:pt x="1963" y="15954"/>
                    <a:pt x="1840" y="15785"/>
                    <a:pt x="1723" y="15612"/>
                  </a:cubicBezTo>
                  <a:cubicBezTo>
                    <a:pt x="1605" y="15438"/>
                    <a:pt x="1493" y="15261"/>
                    <a:pt x="1387" y="15081"/>
                  </a:cubicBezTo>
                  <a:cubicBezTo>
                    <a:pt x="1281" y="14901"/>
                    <a:pt x="1180" y="14717"/>
                    <a:pt x="1085" y="14530"/>
                  </a:cubicBezTo>
                  <a:cubicBezTo>
                    <a:pt x="990" y="14344"/>
                    <a:pt x="901" y="14154"/>
                    <a:pt x="818" y="13962"/>
                  </a:cubicBezTo>
                  <a:cubicBezTo>
                    <a:pt x="735" y="13770"/>
                    <a:pt x="658" y="13575"/>
                    <a:pt x="588" y="13378"/>
                  </a:cubicBezTo>
                  <a:cubicBezTo>
                    <a:pt x="517" y="13181"/>
                    <a:pt x="453" y="12982"/>
                    <a:pt x="394" y="12780"/>
                  </a:cubicBezTo>
                  <a:cubicBezTo>
                    <a:pt x="336" y="12579"/>
                    <a:pt x="284" y="12376"/>
                    <a:pt x="239" y="12172"/>
                  </a:cubicBezTo>
                  <a:cubicBezTo>
                    <a:pt x="193" y="11968"/>
                    <a:pt x="154" y="11762"/>
                    <a:pt x="122" y="11555"/>
                  </a:cubicBezTo>
                  <a:cubicBezTo>
                    <a:pt x="89" y="11348"/>
                    <a:pt x="63" y="11140"/>
                    <a:pt x="44" y="10932"/>
                  </a:cubicBezTo>
                  <a:cubicBezTo>
                    <a:pt x="24" y="10724"/>
                    <a:pt x="11" y="10515"/>
                    <a:pt x="5" y="10305"/>
                  </a:cubicBezTo>
                  <a:cubicBezTo>
                    <a:pt x="-2" y="10096"/>
                    <a:pt x="-2" y="9887"/>
                    <a:pt x="5" y="9677"/>
                  </a:cubicBezTo>
                  <a:cubicBezTo>
                    <a:pt x="12" y="9468"/>
                    <a:pt x="25" y="9259"/>
                    <a:pt x="45" y="9051"/>
                  </a:cubicBezTo>
                  <a:cubicBezTo>
                    <a:pt x="65" y="8842"/>
                    <a:pt x="91" y="8634"/>
                    <a:pt x="124" y="8428"/>
                  </a:cubicBezTo>
                  <a:cubicBezTo>
                    <a:pt x="157" y="8221"/>
                    <a:pt x="197" y="8015"/>
                    <a:pt x="243" y="7811"/>
                  </a:cubicBezTo>
                  <a:cubicBezTo>
                    <a:pt x="288" y="7607"/>
                    <a:pt x="341" y="7404"/>
                    <a:pt x="399" y="7203"/>
                  </a:cubicBezTo>
                  <a:cubicBezTo>
                    <a:pt x="458" y="7002"/>
                    <a:pt x="523" y="6803"/>
                    <a:pt x="594" y="6606"/>
                  </a:cubicBezTo>
                  <a:cubicBezTo>
                    <a:pt x="665" y="6409"/>
                    <a:pt x="742" y="6214"/>
                    <a:pt x="825" y="6022"/>
                  </a:cubicBezTo>
                  <a:cubicBezTo>
                    <a:pt x="909" y="5830"/>
                    <a:pt x="998" y="5641"/>
                    <a:pt x="1093" y="5454"/>
                  </a:cubicBezTo>
                  <a:cubicBezTo>
                    <a:pt x="1188" y="5268"/>
                    <a:pt x="1289" y="5084"/>
                    <a:pt x="1396" y="4904"/>
                  </a:cubicBezTo>
                  <a:cubicBezTo>
                    <a:pt x="1503" y="4724"/>
                    <a:pt x="1615" y="4547"/>
                    <a:pt x="1733" y="4374"/>
                  </a:cubicBezTo>
                  <a:cubicBezTo>
                    <a:pt x="1851" y="4201"/>
                    <a:pt x="1974" y="4032"/>
                    <a:pt x="2102" y="3866"/>
                  </a:cubicBezTo>
                  <a:cubicBezTo>
                    <a:pt x="2231" y="3701"/>
                    <a:pt x="2364" y="3540"/>
                    <a:pt x="2503" y="3383"/>
                  </a:cubicBezTo>
                  <a:cubicBezTo>
                    <a:pt x="2641" y="3226"/>
                    <a:pt x="2785" y="3073"/>
                    <a:pt x="2933" y="2925"/>
                  </a:cubicBezTo>
                  <a:cubicBezTo>
                    <a:pt x="3081" y="2777"/>
                    <a:pt x="3234" y="2634"/>
                    <a:pt x="3391" y="2495"/>
                  </a:cubicBezTo>
                  <a:cubicBezTo>
                    <a:pt x="3548" y="2357"/>
                    <a:pt x="3709" y="2224"/>
                    <a:pt x="3875" y="2095"/>
                  </a:cubicBezTo>
                  <a:cubicBezTo>
                    <a:pt x="4040" y="1967"/>
                    <a:pt x="4210" y="1844"/>
                    <a:pt x="4383" y="1727"/>
                  </a:cubicBezTo>
                  <a:cubicBezTo>
                    <a:pt x="4556" y="1609"/>
                    <a:pt x="4733" y="1497"/>
                    <a:pt x="4913" y="1390"/>
                  </a:cubicBezTo>
                  <a:cubicBezTo>
                    <a:pt x="5094" y="1284"/>
                    <a:pt x="5277" y="1183"/>
                    <a:pt x="5464" y="1088"/>
                  </a:cubicBezTo>
                  <a:cubicBezTo>
                    <a:pt x="5650" y="993"/>
                    <a:pt x="5840" y="904"/>
                    <a:pt x="6032" y="821"/>
                  </a:cubicBezTo>
                  <a:cubicBezTo>
                    <a:pt x="6224" y="738"/>
                    <a:pt x="6419" y="661"/>
                    <a:pt x="6616" y="590"/>
                  </a:cubicBezTo>
                  <a:cubicBezTo>
                    <a:pt x="6813" y="519"/>
                    <a:pt x="7012" y="454"/>
                    <a:pt x="7213" y="396"/>
                  </a:cubicBezTo>
                  <a:cubicBezTo>
                    <a:pt x="7414" y="338"/>
                    <a:pt x="7617" y="286"/>
                    <a:pt x="7822" y="240"/>
                  </a:cubicBezTo>
                  <a:cubicBezTo>
                    <a:pt x="8026" y="195"/>
                    <a:pt x="8232" y="155"/>
                    <a:pt x="8439" y="123"/>
                  </a:cubicBezTo>
                  <a:cubicBezTo>
                    <a:pt x="8645" y="90"/>
                    <a:pt x="8853" y="64"/>
                    <a:pt x="9062" y="44"/>
                  </a:cubicBezTo>
                  <a:cubicBezTo>
                    <a:pt x="9270" y="24"/>
                    <a:pt x="9479" y="11"/>
                    <a:pt x="9688" y="5"/>
                  </a:cubicBezTo>
                  <a:cubicBezTo>
                    <a:pt x="9898" y="-2"/>
                    <a:pt x="10107" y="-2"/>
                    <a:pt x="10316" y="5"/>
                  </a:cubicBezTo>
                  <a:cubicBezTo>
                    <a:pt x="10526" y="12"/>
                    <a:pt x="10735" y="25"/>
                    <a:pt x="10943" y="45"/>
                  </a:cubicBezTo>
                  <a:cubicBezTo>
                    <a:pt x="11151" y="64"/>
                    <a:pt x="11359" y="91"/>
                    <a:pt x="11566" y="123"/>
                  </a:cubicBezTo>
                  <a:cubicBezTo>
                    <a:pt x="11773" y="156"/>
                    <a:pt x="11978" y="195"/>
                    <a:pt x="12183" y="241"/>
                  </a:cubicBezTo>
                  <a:cubicBezTo>
                    <a:pt x="12387" y="287"/>
                    <a:pt x="12590" y="339"/>
                    <a:pt x="12791" y="397"/>
                  </a:cubicBezTo>
                  <a:cubicBezTo>
                    <a:pt x="12992" y="456"/>
                    <a:pt x="13191" y="521"/>
                    <a:pt x="13388" y="591"/>
                  </a:cubicBezTo>
                  <a:cubicBezTo>
                    <a:pt x="13585" y="662"/>
                    <a:pt x="13780" y="740"/>
                    <a:pt x="13972" y="823"/>
                  </a:cubicBezTo>
                  <a:cubicBezTo>
                    <a:pt x="14164" y="906"/>
                    <a:pt x="14354" y="995"/>
                    <a:pt x="14540" y="1090"/>
                  </a:cubicBezTo>
                  <a:cubicBezTo>
                    <a:pt x="14727" y="1185"/>
                    <a:pt x="14910" y="1286"/>
                    <a:pt x="15091" y="1393"/>
                  </a:cubicBezTo>
                  <a:lnTo>
                    <a:pt x="16111" y="2093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1" name="probe-tabler-sun-part-7"/>
            <p:cNvSpPr/>
            <p:nvPr/>
          </p:nvSpPr>
          <p:spPr>
            <a:xfrm>
              <a:off x="167011" y="46002"/>
              <a:ext cx="26988" cy="26985"/>
            </a:xfrm>
            <a:custGeom>
              <a:avLst/>
              <a:gdLst/>
              <a:ahLst/>
              <a:cxnLst/>
              <a:rect l="0" t="0" r="r" b="b"/>
              <a:pathLst>
                <a:path w="26988" h="26985">
                  <a:moveTo>
                    <a:pt x="24059" y="2928"/>
                  </a:moveTo>
                  <a:cubicBezTo>
                    <a:pt x="24207" y="3076"/>
                    <a:pt x="24351" y="3229"/>
                    <a:pt x="24489" y="3386"/>
                  </a:cubicBezTo>
                  <a:cubicBezTo>
                    <a:pt x="24628" y="3543"/>
                    <a:pt x="24761" y="3704"/>
                    <a:pt x="24889" y="3870"/>
                  </a:cubicBezTo>
                  <a:cubicBezTo>
                    <a:pt x="25018" y="4035"/>
                    <a:pt x="25141" y="4205"/>
                    <a:pt x="25259" y="4378"/>
                  </a:cubicBezTo>
                  <a:cubicBezTo>
                    <a:pt x="25376" y="4551"/>
                    <a:pt x="25489" y="4728"/>
                    <a:pt x="25595" y="4909"/>
                  </a:cubicBezTo>
                  <a:cubicBezTo>
                    <a:pt x="25702" y="5089"/>
                    <a:pt x="25803" y="5272"/>
                    <a:pt x="25898" y="5459"/>
                  </a:cubicBezTo>
                  <a:cubicBezTo>
                    <a:pt x="25993" y="5646"/>
                    <a:pt x="26082" y="5835"/>
                    <a:pt x="26165" y="6027"/>
                  </a:cubicBezTo>
                  <a:cubicBezTo>
                    <a:pt x="26249" y="6220"/>
                    <a:pt x="26326" y="6415"/>
                    <a:pt x="26397" y="6612"/>
                  </a:cubicBezTo>
                  <a:cubicBezTo>
                    <a:pt x="26468" y="6809"/>
                    <a:pt x="26532" y="7008"/>
                    <a:pt x="26591" y="7209"/>
                  </a:cubicBezTo>
                  <a:cubicBezTo>
                    <a:pt x="26649" y="7410"/>
                    <a:pt x="26701" y="7613"/>
                    <a:pt x="26747" y="7818"/>
                  </a:cubicBezTo>
                  <a:cubicBezTo>
                    <a:pt x="26793" y="8022"/>
                    <a:pt x="26832" y="8228"/>
                    <a:pt x="26865" y="8435"/>
                  </a:cubicBezTo>
                  <a:cubicBezTo>
                    <a:pt x="26897" y="8641"/>
                    <a:pt x="26924" y="8849"/>
                    <a:pt x="26943" y="9058"/>
                  </a:cubicBezTo>
                  <a:cubicBezTo>
                    <a:pt x="26963" y="9266"/>
                    <a:pt x="26976" y="9475"/>
                    <a:pt x="26983" y="9685"/>
                  </a:cubicBezTo>
                  <a:cubicBezTo>
                    <a:pt x="26989" y="9894"/>
                    <a:pt x="26989" y="10104"/>
                    <a:pt x="26983" y="10313"/>
                  </a:cubicBezTo>
                  <a:cubicBezTo>
                    <a:pt x="26976" y="10522"/>
                    <a:pt x="26963" y="10731"/>
                    <a:pt x="26943" y="10940"/>
                  </a:cubicBezTo>
                  <a:cubicBezTo>
                    <a:pt x="26924" y="11149"/>
                    <a:pt x="26897" y="11356"/>
                    <a:pt x="26864" y="11563"/>
                  </a:cubicBezTo>
                  <a:cubicBezTo>
                    <a:pt x="26832" y="11770"/>
                    <a:pt x="26792" y="11976"/>
                    <a:pt x="26747" y="12180"/>
                  </a:cubicBezTo>
                  <a:cubicBezTo>
                    <a:pt x="26701" y="12385"/>
                    <a:pt x="26649" y="12588"/>
                    <a:pt x="26591" y="12789"/>
                  </a:cubicBezTo>
                  <a:cubicBezTo>
                    <a:pt x="26532" y="12990"/>
                    <a:pt x="26467" y="13189"/>
                    <a:pt x="26396" y="13386"/>
                  </a:cubicBezTo>
                  <a:cubicBezTo>
                    <a:pt x="26325" y="13583"/>
                    <a:pt x="26248" y="13778"/>
                    <a:pt x="26165" y="13970"/>
                  </a:cubicBezTo>
                  <a:cubicBezTo>
                    <a:pt x="26082" y="14163"/>
                    <a:pt x="25993" y="14352"/>
                    <a:pt x="25898" y="14539"/>
                  </a:cubicBezTo>
                  <a:cubicBezTo>
                    <a:pt x="25803" y="14725"/>
                    <a:pt x="25702" y="14909"/>
                    <a:pt x="25595" y="15089"/>
                  </a:cubicBezTo>
                  <a:cubicBezTo>
                    <a:pt x="25488" y="15270"/>
                    <a:pt x="25376" y="15446"/>
                    <a:pt x="25258" y="15620"/>
                  </a:cubicBezTo>
                  <a:cubicBezTo>
                    <a:pt x="25141" y="15793"/>
                    <a:pt x="25017" y="15962"/>
                    <a:pt x="24889" y="16128"/>
                  </a:cubicBezTo>
                  <a:lnTo>
                    <a:pt x="24059" y="17068"/>
                  </a:lnTo>
                  <a:lnTo>
                    <a:pt x="17059" y="24068"/>
                  </a:lnTo>
                  <a:cubicBezTo>
                    <a:pt x="16911" y="24216"/>
                    <a:pt x="16758" y="24359"/>
                    <a:pt x="16601" y="24497"/>
                  </a:cubicBezTo>
                  <a:cubicBezTo>
                    <a:pt x="16444" y="24635"/>
                    <a:pt x="16282" y="24768"/>
                    <a:pt x="16117" y="24896"/>
                  </a:cubicBezTo>
                  <a:cubicBezTo>
                    <a:pt x="15951" y="25024"/>
                    <a:pt x="15782" y="25147"/>
                    <a:pt x="15608" y="25264"/>
                  </a:cubicBezTo>
                  <a:cubicBezTo>
                    <a:pt x="15435" y="25381"/>
                    <a:pt x="15258" y="25493"/>
                    <a:pt x="15078" y="25599"/>
                  </a:cubicBezTo>
                  <a:cubicBezTo>
                    <a:pt x="14898" y="25706"/>
                    <a:pt x="14714" y="25806"/>
                    <a:pt x="14528" y="25901"/>
                  </a:cubicBezTo>
                  <a:cubicBezTo>
                    <a:pt x="14341" y="25996"/>
                    <a:pt x="14152" y="26085"/>
                    <a:pt x="13960" y="26167"/>
                  </a:cubicBezTo>
                  <a:cubicBezTo>
                    <a:pt x="13767" y="26250"/>
                    <a:pt x="13573" y="26327"/>
                    <a:pt x="13376" y="26398"/>
                  </a:cubicBezTo>
                  <a:cubicBezTo>
                    <a:pt x="13179" y="26468"/>
                    <a:pt x="12980" y="26533"/>
                    <a:pt x="12779" y="26591"/>
                  </a:cubicBezTo>
                  <a:cubicBezTo>
                    <a:pt x="12578" y="26649"/>
                    <a:pt x="12375" y="26701"/>
                    <a:pt x="12171" y="26746"/>
                  </a:cubicBezTo>
                  <a:cubicBezTo>
                    <a:pt x="11967" y="26792"/>
                    <a:pt x="11761" y="26831"/>
                    <a:pt x="11554" y="26863"/>
                  </a:cubicBezTo>
                  <a:cubicBezTo>
                    <a:pt x="11348" y="26896"/>
                    <a:pt x="11140" y="26922"/>
                    <a:pt x="10932" y="26941"/>
                  </a:cubicBezTo>
                  <a:cubicBezTo>
                    <a:pt x="10723" y="26961"/>
                    <a:pt x="10514" y="26974"/>
                    <a:pt x="10305" y="26980"/>
                  </a:cubicBezTo>
                  <a:cubicBezTo>
                    <a:pt x="10096" y="26987"/>
                    <a:pt x="9887" y="26986"/>
                    <a:pt x="9678" y="26980"/>
                  </a:cubicBezTo>
                  <a:cubicBezTo>
                    <a:pt x="9469" y="26973"/>
                    <a:pt x="9260" y="26960"/>
                    <a:pt x="9051" y="26940"/>
                  </a:cubicBezTo>
                  <a:cubicBezTo>
                    <a:pt x="8843" y="26920"/>
                    <a:pt x="8635" y="26893"/>
                    <a:pt x="8429" y="26861"/>
                  </a:cubicBezTo>
                  <a:cubicBezTo>
                    <a:pt x="8222" y="26828"/>
                    <a:pt x="8017" y="26788"/>
                    <a:pt x="7813" y="26743"/>
                  </a:cubicBezTo>
                  <a:cubicBezTo>
                    <a:pt x="7608" y="26697"/>
                    <a:pt x="7406" y="26645"/>
                    <a:pt x="7205" y="26586"/>
                  </a:cubicBezTo>
                  <a:cubicBezTo>
                    <a:pt x="7004" y="26528"/>
                    <a:pt x="6805" y="26463"/>
                    <a:pt x="6608" y="26392"/>
                  </a:cubicBezTo>
                  <a:cubicBezTo>
                    <a:pt x="6411" y="26321"/>
                    <a:pt x="6217" y="26244"/>
                    <a:pt x="6025" y="26161"/>
                  </a:cubicBezTo>
                  <a:cubicBezTo>
                    <a:pt x="5833" y="26078"/>
                    <a:pt x="5643" y="25988"/>
                    <a:pt x="5457" y="25893"/>
                  </a:cubicBezTo>
                  <a:cubicBezTo>
                    <a:pt x="5271" y="25798"/>
                    <a:pt x="5087" y="25697"/>
                    <a:pt x="4907" y="25591"/>
                  </a:cubicBezTo>
                  <a:cubicBezTo>
                    <a:pt x="4727" y="25484"/>
                    <a:pt x="4550" y="25372"/>
                    <a:pt x="4377" y="25254"/>
                  </a:cubicBezTo>
                  <a:cubicBezTo>
                    <a:pt x="4204" y="25137"/>
                    <a:pt x="4035" y="25014"/>
                    <a:pt x="3870" y="24885"/>
                  </a:cubicBezTo>
                  <a:cubicBezTo>
                    <a:pt x="3704" y="24757"/>
                    <a:pt x="3543" y="24624"/>
                    <a:pt x="3386" y="24485"/>
                  </a:cubicBezTo>
                  <a:cubicBezTo>
                    <a:pt x="3229" y="24347"/>
                    <a:pt x="3077" y="24204"/>
                    <a:pt x="2929" y="24056"/>
                  </a:cubicBezTo>
                  <a:cubicBezTo>
                    <a:pt x="2781" y="23908"/>
                    <a:pt x="2638" y="23755"/>
                    <a:pt x="2499" y="23598"/>
                  </a:cubicBezTo>
                  <a:cubicBezTo>
                    <a:pt x="2361" y="23441"/>
                    <a:pt x="2227" y="23280"/>
                    <a:pt x="2099" y="23115"/>
                  </a:cubicBezTo>
                  <a:cubicBezTo>
                    <a:pt x="1971" y="22950"/>
                    <a:pt x="1848" y="22780"/>
                    <a:pt x="1730" y="22607"/>
                  </a:cubicBezTo>
                  <a:cubicBezTo>
                    <a:pt x="1613" y="22434"/>
                    <a:pt x="1500" y="22257"/>
                    <a:pt x="1394" y="22077"/>
                  </a:cubicBezTo>
                  <a:cubicBezTo>
                    <a:pt x="1287" y="21897"/>
                    <a:pt x="1186" y="21714"/>
                    <a:pt x="1091" y="21528"/>
                  </a:cubicBezTo>
                  <a:cubicBezTo>
                    <a:pt x="996" y="21341"/>
                    <a:pt x="907" y="21152"/>
                    <a:pt x="824" y="20960"/>
                  </a:cubicBezTo>
                  <a:cubicBezTo>
                    <a:pt x="741" y="20768"/>
                    <a:pt x="664" y="20573"/>
                    <a:pt x="593" y="20376"/>
                  </a:cubicBezTo>
                  <a:cubicBezTo>
                    <a:pt x="522" y="20180"/>
                    <a:pt x="457" y="19981"/>
                    <a:pt x="399" y="19780"/>
                  </a:cubicBezTo>
                  <a:cubicBezTo>
                    <a:pt x="340" y="19579"/>
                    <a:pt x="288" y="19376"/>
                    <a:pt x="242" y="19172"/>
                  </a:cubicBezTo>
                  <a:cubicBezTo>
                    <a:pt x="196" y="18968"/>
                    <a:pt x="157" y="18762"/>
                    <a:pt x="124" y="18556"/>
                  </a:cubicBezTo>
                  <a:cubicBezTo>
                    <a:pt x="91" y="18349"/>
                    <a:pt x="65" y="18141"/>
                    <a:pt x="45" y="17933"/>
                  </a:cubicBezTo>
                  <a:cubicBezTo>
                    <a:pt x="25" y="17725"/>
                    <a:pt x="12" y="17516"/>
                    <a:pt x="5" y="17307"/>
                  </a:cubicBezTo>
                  <a:cubicBezTo>
                    <a:pt x="-2" y="17098"/>
                    <a:pt x="-2" y="16888"/>
                    <a:pt x="5" y="16679"/>
                  </a:cubicBezTo>
                  <a:cubicBezTo>
                    <a:pt x="11" y="16470"/>
                    <a:pt x="24" y="16261"/>
                    <a:pt x="44" y="16053"/>
                  </a:cubicBezTo>
                  <a:cubicBezTo>
                    <a:pt x="63" y="15845"/>
                    <a:pt x="89" y="15637"/>
                    <a:pt x="122" y="15430"/>
                  </a:cubicBezTo>
                  <a:cubicBezTo>
                    <a:pt x="154" y="15224"/>
                    <a:pt x="193" y="15018"/>
                    <a:pt x="239" y="14814"/>
                  </a:cubicBezTo>
                  <a:cubicBezTo>
                    <a:pt x="284" y="14610"/>
                    <a:pt x="336" y="14407"/>
                    <a:pt x="394" y="14206"/>
                  </a:cubicBezTo>
                  <a:cubicBezTo>
                    <a:pt x="452" y="14005"/>
                    <a:pt x="517" y="13806"/>
                    <a:pt x="587" y="13609"/>
                  </a:cubicBezTo>
                  <a:cubicBezTo>
                    <a:pt x="658" y="13412"/>
                    <a:pt x="735" y="13217"/>
                    <a:pt x="817" y="13025"/>
                  </a:cubicBezTo>
                  <a:cubicBezTo>
                    <a:pt x="900" y="12833"/>
                    <a:pt x="989" y="12643"/>
                    <a:pt x="1084" y="12457"/>
                  </a:cubicBezTo>
                  <a:cubicBezTo>
                    <a:pt x="1179" y="12270"/>
                    <a:pt x="1279" y="12087"/>
                    <a:pt x="1385" y="11906"/>
                  </a:cubicBezTo>
                  <a:cubicBezTo>
                    <a:pt x="1492" y="11726"/>
                    <a:pt x="1604" y="11549"/>
                    <a:pt x="1721" y="11376"/>
                  </a:cubicBezTo>
                  <a:cubicBezTo>
                    <a:pt x="1838" y="11203"/>
                    <a:pt x="1961" y="11033"/>
                    <a:pt x="2089" y="10868"/>
                  </a:cubicBezTo>
                  <a:lnTo>
                    <a:pt x="2919" y="9928"/>
                  </a:lnTo>
                  <a:lnTo>
                    <a:pt x="9919" y="2928"/>
                  </a:lnTo>
                  <a:cubicBezTo>
                    <a:pt x="10067" y="2780"/>
                    <a:pt x="10220" y="2636"/>
                    <a:pt x="10377" y="2498"/>
                  </a:cubicBezTo>
                  <a:cubicBezTo>
                    <a:pt x="10534" y="2360"/>
                    <a:pt x="10695" y="2226"/>
                    <a:pt x="10861" y="2098"/>
                  </a:cubicBezTo>
                  <a:cubicBezTo>
                    <a:pt x="11026" y="1969"/>
                    <a:pt x="11196" y="1846"/>
                    <a:pt x="11369" y="1729"/>
                  </a:cubicBezTo>
                  <a:cubicBezTo>
                    <a:pt x="11542" y="1611"/>
                    <a:pt x="11719" y="1499"/>
                    <a:pt x="11900" y="1392"/>
                  </a:cubicBezTo>
                  <a:cubicBezTo>
                    <a:pt x="12080" y="1285"/>
                    <a:pt x="12263" y="1185"/>
                    <a:pt x="12450" y="1090"/>
                  </a:cubicBezTo>
                  <a:cubicBezTo>
                    <a:pt x="12637" y="994"/>
                    <a:pt x="12826" y="905"/>
                    <a:pt x="13018" y="822"/>
                  </a:cubicBezTo>
                  <a:cubicBezTo>
                    <a:pt x="13210" y="739"/>
                    <a:pt x="13405" y="662"/>
                    <a:pt x="13602" y="591"/>
                  </a:cubicBezTo>
                  <a:cubicBezTo>
                    <a:pt x="13799" y="520"/>
                    <a:pt x="13999" y="455"/>
                    <a:pt x="14200" y="397"/>
                  </a:cubicBezTo>
                  <a:cubicBezTo>
                    <a:pt x="14401" y="338"/>
                    <a:pt x="14604" y="286"/>
                    <a:pt x="14808" y="241"/>
                  </a:cubicBezTo>
                  <a:cubicBezTo>
                    <a:pt x="15012" y="195"/>
                    <a:pt x="15218" y="156"/>
                    <a:pt x="15425" y="123"/>
                  </a:cubicBezTo>
                  <a:cubicBezTo>
                    <a:pt x="15632" y="90"/>
                    <a:pt x="15840" y="64"/>
                    <a:pt x="16048" y="44"/>
                  </a:cubicBezTo>
                  <a:cubicBezTo>
                    <a:pt x="16257" y="25"/>
                    <a:pt x="16466" y="12"/>
                    <a:pt x="16675" y="5"/>
                  </a:cubicBezTo>
                  <a:cubicBezTo>
                    <a:pt x="16884" y="-2"/>
                    <a:pt x="17094" y="-2"/>
                    <a:pt x="17303" y="5"/>
                  </a:cubicBezTo>
                  <a:cubicBezTo>
                    <a:pt x="17512" y="12"/>
                    <a:pt x="17721" y="25"/>
                    <a:pt x="17930" y="44"/>
                  </a:cubicBezTo>
                  <a:cubicBezTo>
                    <a:pt x="18138" y="64"/>
                    <a:pt x="18346" y="90"/>
                    <a:pt x="18553" y="123"/>
                  </a:cubicBezTo>
                  <a:cubicBezTo>
                    <a:pt x="18760" y="156"/>
                    <a:pt x="18966" y="195"/>
                    <a:pt x="19170" y="241"/>
                  </a:cubicBezTo>
                  <a:cubicBezTo>
                    <a:pt x="19374" y="286"/>
                    <a:pt x="19577" y="338"/>
                    <a:pt x="19778" y="397"/>
                  </a:cubicBezTo>
                  <a:cubicBezTo>
                    <a:pt x="19980" y="455"/>
                    <a:pt x="20179" y="520"/>
                    <a:pt x="20376" y="591"/>
                  </a:cubicBezTo>
                  <a:cubicBezTo>
                    <a:pt x="20573" y="662"/>
                    <a:pt x="20768" y="739"/>
                    <a:pt x="20960" y="822"/>
                  </a:cubicBezTo>
                  <a:cubicBezTo>
                    <a:pt x="21152" y="905"/>
                    <a:pt x="21342" y="994"/>
                    <a:pt x="21528" y="1090"/>
                  </a:cubicBezTo>
                  <a:cubicBezTo>
                    <a:pt x="21715" y="1185"/>
                    <a:pt x="21898" y="1285"/>
                    <a:pt x="22079" y="1392"/>
                  </a:cubicBezTo>
                  <a:cubicBezTo>
                    <a:pt x="22259" y="1499"/>
                    <a:pt x="22436" y="1611"/>
                    <a:pt x="22609" y="1729"/>
                  </a:cubicBezTo>
                  <a:cubicBezTo>
                    <a:pt x="22782" y="1846"/>
                    <a:pt x="22952" y="1969"/>
                    <a:pt x="23117" y="2098"/>
                  </a:cubicBezTo>
                  <a:cubicBezTo>
                    <a:pt x="23283" y="2226"/>
                    <a:pt x="23444" y="2360"/>
                    <a:pt x="23601" y="2498"/>
                  </a:cubicBezTo>
                  <a:cubicBezTo>
                    <a:pt x="23758" y="2636"/>
                    <a:pt x="23911" y="2780"/>
                    <a:pt x="24059" y="2928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2" name="probe-tabler-sun-part-8"/>
            <p:cNvSpPr/>
            <p:nvPr/>
          </p:nvSpPr>
          <p:spPr>
            <a:xfrm>
              <a:off x="110000" y="20000"/>
              <a:ext cx="20000" cy="29989"/>
            </a:xfrm>
            <a:custGeom>
              <a:avLst/>
              <a:gdLst/>
              <a:ahLst/>
              <a:cxnLst/>
              <a:rect l="0" t="0" r="r" b="b"/>
              <a:pathLst>
                <a:path w="20000" h="29989">
                  <a:moveTo>
                    <a:pt x="10000" y="0"/>
                  </a:moveTo>
                  <a:cubicBezTo>
                    <a:pt x="10202" y="0"/>
                    <a:pt x="10404" y="6"/>
                    <a:pt x="10605" y="18"/>
                  </a:cubicBezTo>
                  <a:cubicBezTo>
                    <a:pt x="10807" y="31"/>
                    <a:pt x="11008" y="49"/>
                    <a:pt x="11208" y="73"/>
                  </a:cubicBezTo>
                  <a:cubicBezTo>
                    <a:pt x="11409" y="98"/>
                    <a:pt x="11608" y="128"/>
                    <a:pt x="11807" y="165"/>
                  </a:cubicBezTo>
                  <a:cubicBezTo>
                    <a:pt x="12005" y="201"/>
                    <a:pt x="12203" y="244"/>
                    <a:pt x="12399" y="292"/>
                  </a:cubicBezTo>
                  <a:cubicBezTo>
                    <a:pt x="12595" y="341"/>
                    <a:pt x="12789" y="395"/>
                    <a:pt x="12982" y="455"/>
                  </a:cubicBezTo>
                  <a:cubicBezTo>
                    <a:pt x="13174" y="516"/>
                    <a:pt x="13365" y="582"/>
                    <a:pt x="13554" y="653"/>
                  </a:cubicBezTo>
                  <a:cubicBezTo>
                    <a:pt x="13743" y="725"/>
                    <a:pt x="13929" y="803"/>
                    <a:pt x="14113" y="886"/>
                  </a:cubicBezTo>
                  <a:cubicBezTo>
                    <a:pt x="14297" y="969"/>
                    <a:pt x="14479" y="1057"/>
                    <a:pt x="14657" y="1151"/>
                  </a:cubicBezTo>
                  <a:cubicBezTo>
                    <a:pt x="14836" y="1245"/>
                    <a:pt x="15012" y="1345"/>
                    <a:pt x="15184" y="1450"/>
                  </a:cubicBezTo>
                  <a:cubicBezTo>
                    <a:pt x="15357" y="1554"/>
                    <a:pt x="15526" y="1664"/>
                    <a:pt x="15692" y="1779"/>
                  </a:cubicBezTo>
                  <a:cubicBezTo>
                    <a:pt x="15858" y="1894"/>
                    <a:pt x="16021" y="2014"/>
                    <a:pt x="16179" y="2139"/>
                  </a:cubicBezTo>
                  <a:cubicBezTo>
                    <a:pt x="16338" y="2263"/>
                    <a:pt x="16493" y="2393"/>
                    <a:pt x="16644" y="2527"/>
                  </a:cubicBezTo>
                  <a:cubicBezTo>
                    <a:pt x="16795" y="2661"/>
                    <a:pt x="16941" y="2800"/>
                    <a:pt x="17084" y="2943"/>
                  </a:cubicBezTo>
                  <a:cubicBezTo>
                    <a:pt x="17226" y="3086"/>
                    <a:pt x="17364" y="3233"/>
                    <a:pt x="17498" y="3385"/>
                  </a:cubicBezTo>
                  <a:cubicBezTo>
                    <a:pt x="17631" y="3536"/>
                    <a:pt x="17760" y="3692"/>
                    <a:pt x="17885" y="3851"/>
                  </a:cubicBezTo>
                  <a:cubicBezTo>
                    <a:pt x="18009" y="4010"/>
                    <a:pt x="18128" y="4173"/>
                    <a:pt x="18242" y="4339"/>
                  </a:cubicBezTo>
                  <a:cubicBezTo>
                    <a:pt x="18357" y="4506"/>
                    <a:pt x="18466" y="4676"/>
                    <a:pt x="18570" y="4849"/>
                  </a:cubicBezTo>
                  <a:cubicBezTo>
                    <a:pt x="18674" y="5022"/>
                    <a:pt x="18772" y="5198"/>
                    <a:pt x="18866" y="5377"/>
                  </a:cubicBezTo>
                  <a:cubicBezTo>
                    <a:pt x="18959" y="5556"/>
                    <a:pt x="19047" y="5738"/>
                    <a:pt x="19129" y="5922"/>
                  </a:cubicBezTo>
                  <a:cubicBezTo>
                    <a:pt x="19212" y="6106"/>
                    <a:pt x="19288" y="6293"/>
                    <a:pt x="19359" y="6482"/>
                  </a:cubicBezTo>
                  <a:cubicBezTo>
                    <a:pt x="19430" y="6671"/>
                    <a:pt x="19496" y="6862"/>
                    <a:pt x="19555" y="7055"/>
                  </a:cubicBezTo>
                  <a:cubicBezTo>
                    <a:pt x="19615" y="7248"/>
                    <a:pt x="19668" y="7442"/>
                    <a:pt x="19716" y="7639"/>
                  </a:cubicBezTo>
                  <a:cubicBezTo>
                    <a:pt x="19764" y="7835"/>
                    <a:pt x="19805" y="8032"/>
                    <a:pt x="19841" y="8231"/>
                  </a:cubicBezTo>
                  <a:cubicBezTo>
                    <a:pt x="19877" y="8430"/>
                    <a:pt x="19906" y="8630"/>
                    <a:pt x="19930" y="8830"/>
                  </a:cubicBezTo>
                  <a:lnTo>
                    <a:pt x="20000" y="10000"/>
                  </a:lnTo>
                  <a:lnTo>
                    <a:pt x="20000" y="20000"/>
                  </a:lnTo>
                  <a:cubicBezTo>
                    <a:pt x="20000" y="20206"/>
                    <a:pt x="19993" y="20411"/>
                    <a:pt x="19980" y="20616"/>
                  </a:cubicBezTo>
                  <a:cubicBezTo>
                    <a:pt x="19967" y="20822"/>
                    <a:pt x="19948" y="21026"/>
                    <a:pt x="19923" y="21230"/>
                  </a:cubicBezTo>
                  <a:cubicBezTo>
                    <a:pt x="19897" y="21434"/>
                    <a:pt x="19865" y="21637"/>
                    <a:pt x="19827" y="21840"/>
                  </a:cubicBezTo>
                  <a:cubicBezTo>
                    <a:pt x="19789" y="22042"/>
                    <a:pt x="19745" y="22242"/>
                    <a:pt x="19695" y="22442"/>
                  </a:cubicBezTo>
                  <a:cubicBezTo>
                    <a:pt x="19644" y="22641"/>
                    <a:pt x="19588" y="22839"/>
                    <a:pt x="19525" y="23035"/>
                  </a:cubicBezTo>
                  <a:cubicBezTo>
                    <a:pt x="19462" y="23230"/>
                    <a:pt x="19394" y="23424"/>
                    <a:pt x="19319" y="23616"/>
                  </a:cubicBezTo>
                  <a:cubicBezTo>
                    <a:pt x="19245" y="23807"/>
                    <a:pt x="19164" y="23997"/>
                    <a:pt x="19078" y="24183"/>
                  </a:cubicBezTo>
                  <a:cubicBezTo>
                    <a:pt x="18992" y="24370"/>
                    <a:pt x="18900" y="24554"/>
                    <a:pt x="18802" y="24735"/>
                  </a:cubicBezTo>
                  <a:cubicBezTo>
                    <a:pt x="18704" y="24916"/>
                    <a:pt x="18601" y="25094"/>
                    <a:pt x="18493" y="25268"/>
                  </a:cubicBezTo>
                  <a:cubicBezTo>
                    <a:pt x="18384" y="25443"/>
                    <a:pt x="18270" y="25614"/>
                    <a:pt x="18151" y="25782"/>
                  </a:cubicBezTo>
                  <a:cubicBezTo>
                    <a:pt x="18032" y="25949"/>
                    <a:pt x="17908" y="26113"/>
                    <a:pt x="17779" y="26273"/>
                  </a:cubicBezTo>
                  <a:cubicBezTo>
                    <a:pt x="17649" y="26433"/>
                    <a:pt x="17515" y="26589"/>
                    <a:pt x="17376" y="26741"/>
                  </a:cubicBezTo>
                  <a:cubicBezTo>
                    <a:pt x="17238" y="26892"/>
                    <a:pt x="17094" y="27040"/>
                    <a:pt x="16946" y="27183"/>
                  </a:cubicBezTo>
                  <a:cubicBezTo>
                    <a:pt x="16798" y="27325"/>
                    <a:pt x="16646" y="27464"/>
                    <a:pt x="16490" y="27597"/>
                  </a:cubicBezTo>
                  <a:cubicBezTo>
                    <a:pt x="16333" y="27730"/>
                    <a:pt x="16173" y="27859"/>
                    <a:pt x="16008" y="27983"/>
                  </a:cubicBezTo>
                  <a:cubicBezTo>
                    <a:pt x="15844" y="28106"/>
                    <a:pt x="15676" y="28225"/>
                    <a:pt x="15504" y="28338"/>
                  </a:cubicBezTo>
                  <a:cubicBezTo>
                    <a:pt x="15333" y="28451"/>
                    <a:pt x="15158" y="28559"/>
                    <a:pt x="14979" y="28661"/>
                  </a:cubicBezTo>
                  <a:cubicBezTo>
                    <a:pt x="14801" y="28763"/>
                    <a:pt x="14620" y="28860"/>
                    <a:pt x="14435" y="28952"/>
                  </a:cubicBezTo>
                  <a:cubicBezTo>
                    <a:pt x="14251" y="29043"/>
                    <a:pt x="14064" y="29128"/>
                    <a:pt x="13874" y="29208"/>
                  </a:cubicBezTo>
                  <a:cubicBezTo>
                    <a:pt x="13685" y="29288"/>
                    <a:pt x="13493" y="29361"/>
                    <a:pt x="13299" y="29429"/>
                  </a:cubicBezTo>
                  <a:cubicBezTo>
                    <a:pt x="13105" y="29497"/>
                    <a:pt x="12909" y="29559"/>
                    <a:pt x="12711" y="29615"/>
                  </a:cubicBezTo>
                  <a:cubicBezTo>
                    <a:pt x="12513" y="29670"/>
                    <a:pt x="12313" y="29720"/>
                    <a:pt x="12112" y="29763"/>
                  </a:cubicBezTo>
                  <a:cubicBezTo>
                    <a:pt x="11911" y="29807"/>
                    <a:pt x="11709" y="29844"/>
                    <a:pt x="11506" y="29875"/>
                  </a:cubicBezTo>
                  <a:cubicBezTo>
                    <a:pt x="11303" y="29906"/>
                    <a:pt x="11098" y="29931"/>
                    <a:pt x="10894" y="29949"/>
                  </a:cubicBezTo>
                  <a:cubicBezTo>
                    <a:pt x="10689" y="29967"/>
                    <a:pt x="10483" y="29979"/>
                    <a:pt x="10278" y="29985"/>
                  </a:cubicBezTo>
                  <a:cubicBezTo>
                    <a:pt x="10072" y="29991"/>
                    <a:pt x="9867" y="29990"/>
                    <a:pt x="9661" y="29983"/>
                  </a:cubicBezTo>
                  <a:cubicBezTo>
                    <a:pt x="9456" y="29976"/>
                    <a:pt x="9251" y="29963"/>
                    <a:pt x="9046" y="29943"/>
                  </a:cubicBezTo>
                  <a:cubicBezTo>
                    <a:pt x="8841" y="29924"/>
                    <a:pt x="8637" y="29898"/>
                    <a:pt x="8434" y="29866"/>
                  </a:cubicBezTo>
                  <a:cubicBezTo>
                    <a:pt x="8231" y="29833"/>
                    <a:pt x="8029" y="29795"/>
                    <a:pt x="7828" y="29750"/>
                  </a:cubicBezTo>
                  <a:cubicBezTo>
                    <a:pt x="7628" y="29706"/>
                    <a:pt x="7428" y="29655"/>
                    <a:pt x="7231" y="29598"/>
                  </a:cubicBezTo>
                  <a:cubicBezTo>
                    <a:pt x="7033" y="29541"/>
                    <a:pt x="6838" y="29478"/>
                    <a:pt x="6644" y="29409"/>
                  </a:cubicBezTo>
                  <a:cubicBezTo>
                    <a:pt x="6450" y="29340"/>
                    <a:pt x="6259" y="29265"/>
                    <a:pt x="6070" y="29184"/>
                  </a:cubicBezTo>
                  <a:cubicBezTo>
                    <a:pt x="5881" y="29103"/>
                    <a:pt x="5694" y="29017"/>
                    <a:pt x="5510" y="28924"/>
                  </a:cubicBezTo>
                  <a:cubicBezTo>
                    <a:pt x="5327" y="28832"/>
                    <a:pt x="5146" y="28734"/>
                    <a:pt x="4968" y="28631"/>
                  </a:cubicBezTo>
                  <a:cubicBezTo>
                    <a:pt x="4790" y="28527"/>
                    <a:pt x="4616" y="28418"/>
                    <a:pt x="4445" y="28304"/>
                  </a:cubicBezTo>
                  <a:cubicBezTo>
                    <a:pt x="4274" y="28190"/>
                    <a:pt x="4107" y="28070"/>
                    <a:pt x="3943" y="27946"/>
                  </a:cubicBezTo>
                  <a:cubicBezTo>
                    <a:pt x="3780" y="27821"/>
                    <a:pt x="3620" y="27692"/>
                    <a:pt x="3464" y="27557"/>
                  </a:cubicBezTo>
                  <a:cubicBezTo>
                    <a:pt x="3309" y="27423"/>
                    <a:pt x="3157" y="27284"/>
                    <a:pt x="3010" y="27140"/>
                  </a:cubicBezTo>
                  <a:cubicBezTo>
                    <a:pt x="2863" y="26997"/>
                    <a:pt x="2721" y="26848"/>
                    <a:pt x="2583" y="26696"/>
                  </a:cubicBezTo>
                  <a:cubicBezTo>
                    <a:pt x="2445" y="26543"/>
                    <a:pt x="2312" y="26387"/>
                    <a:pt x="2183" y="26226"/>
                  </a:cubicBezTo>
                  <a:cubicBezTo>
                    <a:pt x="2055" y="26065"/>
                    <a:pt x="1932" y="25901"/>
                    <a:pt x="1814" y="25732"/>
                  </a:cubicBezTo>
                  <a:cubicBezTo>
                    <a:pt x="1696" y="25564"/>
                    <a:pt x="1583" y="25392"/>
                    <a:pt x="1475" y="25217"/>
                  </a:cubicBezTo>
                  <a:cubicBezTo>
                    <a:pt x="1368" y="25041"/>
                    <a:pt x="1266" y="24863"/>
                    <a:pt x="1169" y="24681"/>
                  </a:cubicBezTo>
                  <a:cubicBezTo>
                    <a:pt x="1073" y="24500"/>
                    <a:pt x="982" y="24315"/>
                    <a:pt x="897" y="24128"/>
                  </a:cubicBezTo>
                  <a:cubicBezTo>
                    <a:pt x="812" y="23941"/>
                    <a:pt x="732" y="23751"/>
                    <a:pt x="659" y="23559"/>
                  </a:cubicBezTo>
                  <a:cubicBezTo>
                    <a:pt x="586" y="23367"/>
                    <a:pt x="518" y="23173"/>
                    <a:pt x="457" y="22977"/>
                  </a:cubicBezTo>
                  <a:cubicBezTo>
                    <a:pt x="395" y="22780"/>
                    <a:pt x="340" y="22582"/>
                    <a:pt x="291" y="22383"/>
                  </a:cubicBezTo>
                  <a:cubicBezTo>
                    <a:pt x="242" y="22183"/>
                    <a:pt x="198" y="21982"/>
                    <a:pt x="162" y="21780"/>
                  </a:cubicBezTo>
                  <a:cubicBezTo>
                    <a:pt x="125" y="21578"/>
                    <a:pt x="94" y="21374"/>
                    <a:pt x="70" y="21170"/>
                  </a:cubicBezTo>
                  <a:lnTo>
                    <a:pt x="0" y="20000"/>
                  </a:ln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73" name="probe-tabler-sun-part-9"/>
            <p:cNvSpPr/>
            <p:nvPr/>
          </p:nvSpPr>
          <p:spPr>
            <a:xfrm>
              <a:off x="70000" y="70000"/>
              <a:ext cx="100003" cy="100000"/>
            </a:xfrm>
            <a:custGeom>
              <a:avLst/>
              <a:gdLst/>
              <a:ahLst/>
              <a:cxnLst/>
              <a:rect l="0" t="0" r="r" b="b"/>
              <a:pathLst>
                <a:path w="100003" h="100000">
                  <a:moveTo>
                    <a:pt x="50000" y="0"/>
                  </a:moveTo>
                  <a:cubicBezTo>
                    <a:pt x="51038" y="0"/>
                    <a:pt x="52075" y="32"/>
                    <a:pt x="53111" y="97"/>
                  </a:cubicBezTo>
                  <a:cubicBezTo>
                    <a:pt x="54146" y="161"/>
                    <a:pt x="55180" y="258"/>
                    <a:pt x="56209" y="387"/>
                  </a:cubicBezTo>
                  <a:cubicBezTo>
                    <a:pt x="57239" y="515"/>
                    <a:pt x="58264" y="676"/>
                    <a:pt x="59284" y="869"/>
                  </a:cubicBezTo>
                  <a:cubicBezTo>
                    <a:pt x="60304" y="1062"/>
                    <a:pt x="61317" y="1286"/>
                    <a:pt x="62323" y="1542"/>
                  </a:cubicBezTo>
                  <a:cubicBezTo>
                    <a:pt x="63328" y="1797"/>
                    <a:pt x="64326" y="2084"/>
                    <a:pt x="65313" y="2402"/>
                  </a:cubicBezTo>
                  <a:cubicBezTo>
                    <a:pt x="66301" y="2720"/>
                    <a:pt x="67279" y="3068"/>
                    <a:pt x="68245" y="3447"/>
                  </a:cubicBezTo>
                  <a:cubicBezTo>
                    <a:pt x="69211" y="3825"/>
                    <a:pt x="70165" y="4234"/>
                    <a:pt x="71106" y="4672"/>
                  </a:cubicBezTo>
                  <a:cubicBezTo>
                    <a:pt x="72047" y="5110"/>
                    <a:pt x="72974" y="5577"/>
                    <a:pt x="73885" y="6072"/>
                  </a:cubicBezTo>
                  <a:cubicBezTo>
                    <a:pt x="74797" y="6568"/>
                    <a:pt x="75693" y="7092"/>
                    <a:pt x="76572" y="7643"/>
                  </a:cubicBezTo>
                  <a:cubicBezTo>
                    <a:pt x="77451" y="8195"/>
                    <a:pt x="78312" y="8773"/>
                    <a:pt x="79155" y="9378"/>
                  </a:cubicBezTo>
                  <a:cubicBezTo>
                    <a:pt x="79998" y="9983"/>
                    <a:pt x="80822" y="10614"/>
                    <a:pt x="81626" y="11271"/>
                  </a:cubicBezTo>
                  <a:cubicBezTo>
                    <a:pt x="82430" y="11927"/>
                    <a:pt x="83213" y="12608"/>
                    <a:pt x="83974" y="13313"/>
                  </a:cubicBezTo>
                  <a:cubicBezTo>
                    <a:pt x="84736" y="14018"/>
                    <a:pt x="85475" y="14747"/>
                    <a:pt x="86191" y="15498"/>
                  </a:cubicBezTo>
                  <a:cubicBezTo>
                    <a:pt x="86907" y="16249"/>
                    <a:pt x="87600" y="17022"/>
                    <a:pt x="88267" y="17816"/>
                  </a:cubicBezTo>
                  <a:cubicBezTo>
                    <a:pt x="88935" y="18610"/>
                    <a:pt x="89578" y="19425"/>
                    <a:pt x="90196" y="20259"/>
                  </a:cubicBezTo>
                  <a:cubicBezTo>
                    <a:pt x="90813" y="21093"/>
                    <a:pt x="91404" y="21946"/>
                    <a:pt x="91968" y="22817"/>
                  </a:cubicBezTo>
                  <a:cubicBezTo>
                    <a:pt x="92532" y="23688"/>
                    <a:pt x="93069" y="24576"/>
                    <a:pt x="93578" y="25480"/>
                  </a:cubicBezTo>
                  <a:cubicBezTo>
                    <a:pt x="94087" y="26385"/>
                    <a:pt x="94567" y="27305"/>
                    <a:pt x="95019" y="28239"/>
                  </a:cubicBezTo>
                  <a:cubicBezTo>
                    <a:pt x="95471" y="29173"/>
                    <a:pt x="95893" y="30121"/>
                    <a:pt x="96286" y="31082"/>
                  </a:cubicBezTo>
                  <a:cubicBezTo>
                    <a:pt x="96678" y="32042"/>
                    <a:pt x="97041" y="33015"/>
                    <a:pt x="97373" y="33998"/>
                  </a:cubicBezTo>
                  <a:cubicBezTo>
                    <a:pt x="97705" y="34981"/>
                    <a:pt x="98006" y="35974"/>
                    <a:pt x="98277" y="36976"/>
                  </a:cubicBezTo>
                  <a:cubicBezTo>
                    <a:pt x="98547" y="37978"/>
                    <a:pt x="98786" y="38988"/>
                    <a:pt x="98994" y="40004"/>
                  </a:cubicBezTo>
                  <a:cubicBezTo>
                    <a:pt x="99201" y="41021"/>
                    <a:pt x="99377" y="42044"/>
                    <a:pt x="99521" y="43072"/>
                  </a:cubicBezTo>
                  <a:cubicBezTo>
                    <a:pt x="99664" y="44099"/>
                    <a:pt x="99776" y="45131"/>
                    <a:pt x="99856" y="46166"/>
                  </a:cubicBezTo>
                  <a:cubicBezTo>
                    <a:pt x="99935" y="47200"/>
                    <a:pt x="99983" y="48237"/>
                    <a:pt x="99998" y="49275"/>
                  </a:cubicBezTo>
                  <a:cubicBezTo>
                    <a:pt x="100013" y="50312"/>
                    <a:pt x="99995" y="51350"/>
                    <a:pt x="99946" y="52386"/>
                  </a:cubicBezTo>
                  <a:cubicBezTo>
                    <a:pt x="99896" y="53423"/>
                    <a:pt x="99815" y="54457"/>
                    <a:pt x="99701" y="55489"/>
                  </a:cubicBezTo>
                  <a:cubicBezTo>
                    <a:pt x="99587" y="56520"/>
                    <a:pt x="99441" y="57548"/>
                    <a:pt x="99263" y="58570"/>
                  </a:cubicBezTo>
                  <a:cubicBezTo>
                    <a:pt x="99085" y="59592"/>
                    <a:pt x="98875" y="60609"/>
                    <a:pt x="98634" y="61618"/>
                  </a:cubicBezTo>
                  <a:cubicBezTo>
                    <a:pt x="98393" y="62627"/>
                    <a:pt x="98121" y="63629"/>
                    <a:pt x="97817" y="64621"/>
                  </a:cubicBezTo>
                  <a:cubicBezTo>
                    <a:pt x="97514" y="65613"/>
                    <a:pt x="97180" y="66596"/>
                    <a:pt x="96815" y="67568"/>
                  </a:cubicBezTo>
                  <a:cubicBezTo>
                    <a:pt x="96451" y="68539"/>
                    <a:pt x="96056" y="69499"/>
                    <a:pt x="95631" y="70446"/>
                  </a:cubicBezTo>
                  <a:cubicBezTo>
                    <a:pt x="95207" y="71393"/>
                    <a:pt x="94753" y="72326"/>
                    <a:pt x="94271" y="73245"/>
                  </a:cubicBezTo>
                  <a:cubicBezTo>
                    <a:pt x="93789" y="74164"/>
                    <a:pt x="93278" y="75067"/>
                    <a:pt x="92739" y="75954"/>
                  </a:cubicBezTo>
                  <a:cubicBezTo>
                    <a:pt x="92201" y="76841"/>
                    <a:pt x="91634" y="77711"/>
                    <a:pt x="91042" y="78563"/>
                  </a:cubicBezTo>
                  <a:cubicBezTo>
                    <a:pt x="90449" y="79414"/>
                    <a:pt x="89830" y="80247"/>
                    <a:pt x="89185" y="81060"/>
                  </a:cubicBezTo>
                  <a:cubicBezTo>
                    <a:pt x="88541" y="81873"/>
                    <a:pt x="87871" y="82666"/>
                    <a:pt x="87177" y="83438"/>
                  </a:cubicBezTo>
                  <a:cubicBezTo>
                    <a:pt x="86483" y="84209"/>
                    <a:pt x="85765" y="84959"/>
                    <a:pt x="85025" y="85686"/>
                  </a:cubicBezTo>
                  <a:cubicBezTo>
                    <a:pt x="84284" y="86413"/>
                    <a:pt x="83521" y="87116"/>
                    <a:pt x="82737" y="87796"/>
                  </a:cubicBezTo>
                  <a:cubicBezTo>
                    <a:pt x="81952" y="88475"/>
                    <a:pt x="81147" y="89130"/>
                    <a:pt x="80322" y="89759"/>
                  </a:cubicBezTo>
                  <a:cubicBezTo>
                    <a:pt x="79497" y="90388"/>
                    <a:pt x="78652" y="90991"/>
                    <a:pt x="77790" y="91568"/>
                  </a:cubicBezTo>
                  <a:cubicBezTo>
                    <a:pt x="76927" y="92145"/>
                    <a:pt x="76047" y="92694"/>
                    <a:pt x="75150" y="93216"/>
                  </a:cubicBezTo>
                  <a:cubicBezTo>
                    <a:pt x="74253" y="93738"/>
                    <a:pt x="73340" y="94232"/>
                    <a:pt x="72412" y="94697"/>
                  </a:cubicBezTo>
                  <a:cubicBezTo>
                    <a:pt x="71485" y="95162"/>
                    <a:pt x="70543" y="95598"/>
                    <a:pt x="69588" y="96005"/>
                  </a:cubicBezTo>
                  <a:cubicBezTo>
                    <a:pt x="68633" y="96411"/>
                    <a:pt x="67666" y="96788"/>
                    <a:pt x="66688" y="97134"/>
                  </a:cubicBezTo>
                  <a:cubicBezTo>
                    <a:pt x="65710" y="97480"/>
                    <a:pt x="64721" y="97796"/>
                    <a:pt x="63723" y="98081"/>
                  </a:cubicBezTo>
                  <a:cubicBezTo>
                    <a:pt x="62726" y="98365"/>
                    <a:pt x="61719" y="98619"/>
                    <a:pt x="60706" y="98841"/>
                  </a:cubicBezTo>
                  <a:cubicBezTo>
                    <a:pt x="59692" y="99063"/>
                    <a:pt x="58672" y="99254"/>
                    <a:pt x="57646" y="99412"/>
                  </a:cubicBezTo>
                  <a:cubicBezTo>
                    <a:pt x="56621" y="99571"/>
                    <a:pt x="55591" y="99698"/>
                    <a:pt x="54557" y="99792"/>
                  </a:cubicBezTo>
                  <a:cubicBezTo>
                    <a:pt x="53524" y="99887"/>
                    <a:pt x="52488" y="99949"/>
                    <a:pt x="51451" y="99979"/>
                  </a:cubicBezTo>
                  <a:cubicBezTo>
                    <a:pt x="50414" y="100009"/>
                    <a:pt x="49376" y="100007"/>
                    <a:pt x="48339" y="99972"/>
                  </a:cubicBezTo>
                  <a:cubicBezTo>
                    <a:pt x="47302" y="99938"/>
                    <a:pt x="46266" y="99871"/>
                    <a:pt x="45233" y="99772"/>
                  </a:cubicBezTo>
                  <a:cubicBezTo>
                    <a:pt x="44200" y="99673"/>
                    <a:pt x="43170" y="99542"/>
                    <a:pt x="42146" y="99379"/>
                  </a:cubicBezTo>
                  <a:cubicBezTo>
                    <a:pt x="41121" y="99216"/>
                    <a:pt x="40101" y="99021"/>
                    <a:pt x="39089" y="98794"/>
                  </a:cubicBezTo>
                  <a:cubicBezTo>
                    <a:pt x="38076" y="98568"/>
                    <a:pt x="37071" y="98310"/>
                    <a:pt x="36074" y="98021"/>
                  </a:cubicBezTo>
                  <a:cubicBezTo>
                    <a:pt x="35078" y="97732"/>
                    <a:pt x="34090" y="97412"/>
                    <a:pt x="33114" y="97061"/>
                  </a:cubicBezTo>
                  <a:cubicBezTo>
                    <a:pt x="32137" y="96711"/>
                    <a:pt x="31172" y="96330"/>
                    <a:pt x="30219" y="95919"/>
                  </a:cubicBezTo>
                  <a:cubicBezTo>
                    <a:pt x="29266" y="95509"/>
                    <a:pt x="28326" y="95069"/>
                    <a:pt x="27400" y="94599"/>
                  </a:cubicBezTo>
                  <a:cubicBezTo>
                    <a:pt x="26475" y="94130"/>
                    <a:pt x="25564" y="93633"/>
                    <a:pt x="24669" y="93107"/>
                  </a:cubicBezTo>
                  <a:cubicBezTo>
                    <a:pt x="23775" y="92581"/>
                    <a:pt x="22897" y="92028"/>
                    <a:pt x="22036" y="91447"/>
                  </a:cubicBezTo>
                  <a:cubicBezTo>
                    <a:pt x="21176" y="90867"/>
                    <a:pt x="20334" y="90260"/>
                    <a:pt x="19512" y="89627"/>
                  </a:cubicBezTo>
                  <a:cubicBezTo>
                    <a:pt x="18690" y="88994"/>
                    <a:pt x="17887" y="88336"/>
                    <a:pt x="17106" y="87653"/>
                  </a:cubicBezTo>
                  <a:cubicBezTo>
                    <a:pt x="16324" y="86971"/>
                    <a:pt x="15564" y="86264"/>
                    <a:pt x="14827" y="85534"/>
                  </a:cubicBezTo>
                  <a:cubicBezTo>
                    <a:pt x="14089" y="84804"/>
                    <a:pt x="13375" y="84051"/>
                    <a:pt x="12684" y="83277"/>
                  </a:cubicBezTo>
                  <a:cubicBezTo>
                    <a:pt x="11994" y="82502"/>
                    <a:pt x="11327" y="81706"/>
                    <a:pt x="10686" y="80890"/>
                  </a:cubicBezTo>
                  <a:cubicBezTo>
                    <a:pt x="10045" y="80074"/>
                    <a:pt x="9430" y="79239"/>
                    <a:pt x="8841" y="78385"/>
                  </a:cubicBezTo>
                  <a:cubicBezTo>
                    <a:pt x="8252" y="77530"/>
                    <a:pt x="7689" y="76658"/>
                    <a:pt x="7155" y="75769"/>
                  </a:cubicBezTo>
                  <a:cubicBezTo>
                    <a:pt x="6620" y="74879"/>
                    <a:pt x="6113" y="73974"/>
                    <a:pt x="5634" y="73053"/>
                  </a:cubicBezTo>
                  <a:cubicBezTo>
                    <a:pt x="5156" y="72132"/>
                    <a:pt x="4706" y="71197"/>
                    <a:pt x="4286" y="70248"/>
                  </a:cubicBezTo>
                  <a:cubicBezTo>
                    <a:pt x="3866" y="69299"/>
                    <a:pt x="3475" y="68338"/>
                    <a:pt x="3115" y="67365"/>
                  </a:cubicBezTo>
                  <a:cubicBezTo>
                    <a:pt x="2755" y="66392"/>
                    <a:pt x="2425" y="65408"/>
                    <a:pt x="2126" y="64414"/>
                  </a:cubicBezTo>
                  <a:cubicBezTo>
                    <a:pt x="1826" y="63420"/>
                    <a:pt x="1558" y="62418"/>
                    <a:pt x="1322" y="61407"/>
                  </a:cubicBezTo>
                  <a:cubicBezTo>
                    <a:pt x="1085" y="60397"/>
                    <a:pt x="880" y="59380"/>
                    <a:pt x="706" y="58357"/>
                  </a:cubicBezTo>
                  <a:cubicBezTo>
                    <a:pt x="533" y="57334"/>
                    <a:pt x="391" y="56305"/>
                    <a:pt x="282" y="55274"/>
                  </a:cubicBezTo>
                  <a:cubicBezTo>
                    <a:pt x="172" y="54242"/>
                    <a:pt x="95" y="53207"/>
                    <a:pt x="50" y="52170"/>
                  </a:cubicBezTo>
                  <a:lnTo>
                    <a:pt x="0" y="50000"/>
                  </a:lnTo>
                  <a:lnTo>
                    <a:pt x="50" y="47830"/>
                  </a:lnTo>
                  <a:cubicBezTo>
                    <a:pt x="94" y="46813"/>
                    <a:pt x="169" y="45797"/>
                    <a:pt x="276" y="44784"/>
                  </a:cubicBezTo>
                  <a:cubicBezTo>
                    <a:pt x="382" y="43771"/>
                    <a:pt x="519" y="42762"/>
                    <a:pt x="687" y="41758"/>
                  </a:cubicBezTo>
                  <a:cubicBezTo>
                    <a:pt x="855" y="40753"/>
                    <a:pt x="1053" y="39754"/>
                    <a:pt x="1282" y="38762"/>
                  </a:cubicBezTo>
                  <a:cubicBezTo>
                    <a:pt x="1511" y="37770"/>
                    <a:pt x="1770" y="36785"/>
                    <a:pt x="2059" y="35809"/>
                  </a:cubicBezTo>
                  <a:cubicBezTo>
                    <a:pt x="2348" y="34832"/>
                    <a:pt x="2667" y="33865"/>
                    <a:pt x="3015" y="32908"/>
                  </a:cubicBezTo>
                  <a:cubicBezTo>
                    <a:pt x="3363" y="31951"/>
                    <a:pt x="3740" y="31005"/>
                    <a:pt x="4146" y="30071"/>
                  </a:cubicBezTo>
                  <a:cubicBezTo>
                    <a:pt x="4552" y="29137"/>
                    <a:pt x="4986" y="28216"/>
                    <a:pt x="5449" y="27308"/>
                  </a:cubicBezTo>
                  <a:cubicBezTo>
                    <a:pt x="5911" y="26401"/>
                    <a:pt x="6400" y="25508"/>
                    <a:pt x="6917" y="24630"/>
                  </a:cubicBezTo>
                  <a:cubicBezTo>
                    <a:pt x="7434" y="23753"/>
                    <a:pt x="7977" y="22891"/>
                    <a:pt x="8546" y="22047"/>
                  </a:cubicBezTo>
                  <a:cubicBezTo>
                    <a:pt x="9116" y="21203"/>
                    <a:pt x="9711" y="20376"/>
                    <a:pt x="10331" y="19568"/>
                  </a:cubicBezTo>
                  <a:cubicBezTo>
                    <a:pt x="10950" y="18760"/>
                    <a:pt x="11595" y="17971"/>
                    <a:pt x="12263" y="17203"/>
                  </a:cubicBezTo>
                  <a:cubicBezTo>
                    <a:pt x="12930" y="16434"/>
                    <a:pt x="13622" y="15686"/>
                    <a:pt x="14335" y="14960"/>
                  </a:cubicBezTo>
                  <a:cubicBezTo>
                    <a:pt x="15049" y="14233"/>
                    <a:pt x="15785" y="13529"/>
                    <a:pt x="16541" y="12847"/>
                  </a:cubicBezTo>
                  <a:cubicBezTo>
                    <a:pt x="17298" y="12166"/>
                    <a:pt x="18075" y="11508"/>
                    <a:pt x="18872" y="10874"/>
                  </a:cubicBezTo>
                  <a:cubicBezTo>
                    <a:pt x="19669" y="10240"/>
                    <a:pt x="20485" y="9630"/>
                    <a:pt x="21319" y="9046"/>
                  </a:cubicBezTo>
                  <a:cubicBezTo>
                    <a:pt x="22153" y="8462"/>
                    <a:pt x="23005" y="7903"/>
                    <a:pt x="23873" y="7371"/>
                  </a:cubicBezTo>
                  <a:cubicBezTo>
                    <a:pt x="24741" y="6839"/>
                    <a:pt x="25625" y="6333"/>
                    <a:pt x="26524" y="5855"/>
                  </a:cubicBezTo>
                  <a:cubicBezTo>
                    <a:pt x="27424" y="5377"/>
                    <a:pt x="28337" y="4926"/>
                    <a:pt x="29264" y="4504"/>
                  </a:cubicBezTo>
                  <a:cubicBezTo>
                    <a:pt x="30190" y="4082"/>
                    <a:pt x="31129" y="3688"/>
                    <a:pt x="32080" y="3323"/>
                  </a:cubicBezTo>
                  <a:cubicBezTo>
                    <a:pt x="33031" y="2958"/>
                    <a:pt x="33992" y="2622"/>
                    <a:pt x="34963" y="2316"/>
                  </a:cubicBezTo>
                  <a:cubicBezTo>
                    <a:pt x="35934" y="2009"/>
                    <a:pt x="36915" y="1733"/>
                    <a:pt x="37903" y="1486"/>
                  </a:cubicBezTo>
                  <a:cubicBezTo>
                    <a:pt x="38891" y="1240"/>
                    <a:pt x="39886" y="1024"/>
                    <a:pt x="40887" y="838"/>
                  </a:cubicBezTo>
                  <a:cubicBezTo>
                    <a:pt x="41889" y="652"/>
                    <a:pt x="42895" y="497"/>
                    <a:pt x="43906" y="373"/>
                  </a:cubicBezTo>
                  <a:cubicBezTo>
                    <a:pt x="44917" y="249"/>
                    <a:pt x="45931" y="156"/>
                    <a:pt x="46947" y="93"/>
                  </a:cubicBezTo>
                  <a:cubicBezTo>
                    <a:pt x="47964" y="31"/>
                    <a:pt x="48982" y="0"/>
                    <a:pt x="5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74" name="probe-bioicons-Alpaca" descr="Alpaca — Ben-Murrell; Bioicons upstream metadata declares CC0-1.0. Source: https://github.com/duerrsimon/bioicons/blob/d29e766ea7580b8063c4f47b29e872db40a4d979/static/icons/cc-0/Animals/Ben-Murrell/Alpaca.svg; SVG SHA256: e050e44d7c321a3dd8666e7738816cccedc698fcc1e46c1754cb5769341c825d; native DrawingML derivative; original colors retained"/>
          <p:cNvGrpSpPr/>
          <p:nvPr/>
        </p:nvGrpSpPr>
        <p:grpSpPr>
          <a:xfrm>
            <a:off x="8065943" y="5124450"/>
            <a:ext cx="727364" cy="1028700"/>
            <a:chOff x="0" y="0"/>
            <a:chExt cx="7937012" cy="11225203"/>
          </a:xfrm>
        </p:grpSpPr>
        <p:sp>
          <p:nvSpPr>
            <p:cNvPr id="175" name="probe-bioicons-Alpaca-part-1"/>
            <p:cNvSpPr/>
            <p:nvPr/>
          </p:nvSpPr>
          <p:spPr>
            <a:xfrm>
              <a:off x="2969191" y="5832717"/>
              <a:ext cx="2240102" cy="2670981"/>
            </a:xfrm>
            <a:custGeom>
              <a:avLst/>
              <a:gdLst/>
              <a:ahLst/>
              <a:cxnLst/>
              <a:rect l="0" t="0" r="r" b="b"/>
              <a:pathLst>
                <a:path w="2240102" h="2670981">
                  <a:moveTo>
                    <a:pt x="0" y="718523"/>
                  </a:moveTo>
                  <a:cubicBezTo>
                    <a:pt x="21133" y="1035519"/>
                    <a:pt x="0" y="1215149"/>
                    <a:pt x="84532" y="1437046"/>
                  </a:cubicBezTo>
                  <a:cubicBezTo>
                    <a:pt x="169064" y="1658943"/>
                    <a:pt x="179631" y="1584977"/>
                    <a:pt x="221897" y="1743475"/>
                  </a:cubicBezTo>
                  <a:cubicBezTo>
                    <a:pt x="264163" y="1901973"/>
                    <a:pt x="316995" y="2134436"/>
                    <a:pt x="316995" y="2229535"/>
                  </a:cubicBezTo>
                  <a:cubicBezTo>
                    <a:pt x="316995" y="2324634"/>
                    <a:pt x="306429" y="2483132"/>
                    <a:pt x="306429" y="2483132"/>
                  </a:cubicBezTo>
                  <a:cubicBezTo>
                    <a:pt x="306429" y="2483132"/>
                    <a:pt x="264163" y="2504265"/>
                    <a:pt x="232463" y="2546531"/>
                  </a:cubicBezTo>
                  <a:cubicBezTo>
                    <a:pt x="200764" y="2588797"/>
                    <a:pt x="179631" y="2652196"/>
                    <a:pt x="243030" y="2652196"/>
                  </a:cubicBezTo>
                  <a:cubicBezTo>
                    <a:pt x="306429" y="2652196"/>
                    <a:pt x="380395" y="2694462"/>
                    <a:pt x="422661" y="2652196"/>
                  </a:cubicBezTo>
                  <a:cubicBezTo>
                    <a:pt x="464927" y="2609930"/>
                    <a:pt x="486060" y="2578230"/>
                    <a:pt x="507193" y="2535964"/>
                  </a:cubicBezTo>
                  <a:cubicBezTo>
                    <a:pt x="528326" y="2493698"/>
                    <a:pt x="528326" y="2314067"/>
                    <a:pt x="591725" y="2240101"/>
                  </a:cubicBezTo>
                  <a:cubicBezTo>
                    <a:pt x="655124" y="2166136"/>
                    <a:pt x="697390" y="2176703"/>
                    <a:pt x="697390" y="2081604"/>
                  </a:cubicBezTo>
                  <a:cubicBezTo>
                    <a:pt x="697390" y="1986505"/>
                    <a:pt x="707957" y="1849141"/>
                    <a:pt x="707957" y="1743475"/>
                  </a:cubicBezTo>
                  <a:cubicBezTo>
                    <a:pt x="707957" y="1637810"/>
                    <a:pt x="739656" y="1637810"/>
                    <a:pt x="750223" y="1532145"/>
                  </a:cubicBezTo>
                  <a:cubicBezTo>
                    <a:pt x="760789" y="1426480"/>
                    <a:pt x="781922" y="1215149"/>
                    <a:pt x="792489" y="1120051"/>
                  </a:cubicBezTo>
                  <a:cubicBezTo>
                    <a:pt x="803055" y="1024952"/>
                    <a:pt x="760789" y="834755"/>
                    <a:pt x="729090" y="644558"/>
                  </a:cubicBezTo>
                  <a:cubicBezTo>
                    <a:pt x="697390" y="454360"/>
                    <a:pt x="697390" y="443794"/>
                    <a:pt x="697390" y="443794"/>
                  </a:cubicBezTo>
                  <a:cubicBezTo>
                    <a:pt x="982686" y="549459"/>
                    <a:pt x="1035519" y="542201"/>
                    <a:pt x="1183450" y="563334"/>
                  </a:cubicBezTo>
                  <a:cubicBezTo>
                    <a:pt x="1331381" y="584468"/>
                    <a:pt x="1460467" y="560352"/>
                    <a:pt x="1569159" y="535645"/>
                  </a:cubicBezTo>
                  <a:cubicBezTo>
                    <a:pt x="1675618" y="511447"/>
                    <a:pt x="1715272" y="486794"/>
                    <a:pt x="1864671" y="386092"/>
                  </a:cubicBezTo>
                  <a:cubicBezTo>
                    <a:pt x="1914235" y="352683"/>
                    <a:pt x="2240102" y="0"/>
                    <a:pt x="2240102" y="0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6" name="probe-bioicons-Alpaca-part-2"/>
            <p:cNvSpPr/>
            <p:nvPr/>
          </p:nvSpPr>
          <p:spPr>
            <a:xfrm>
              <a:off x="1648377" y="2700039"/>
              <a:ext cx="4956144" cy="5591812"/>
            </a:xfrm>
            <a:custGeom>
              <a:avLst/>
              <a:gdLst/>
              <a:ahLst/>
              <a:cxnLst/>
              <a:rect l="0" t="0" r="r" b="b"/>
              <a:pathLst>
                <a:path w="4956144" h="5591812">
                  <a:moveTo>
                    <a:pt x="3434118" y="3301743"/>
                  </a:moveTo>
                  <a:cubicBezTo>
                    <a:pt x="3423552" y="3502507"/>
                    <a:pt x="3444685" y="3597606"/>
                    <a:pt x="3465817" y="3661005"/>
                  </a:cubicBezTo>
                  <a:cubicBezTo>
                    <a:pt x="3486951" y="3724404"/>
                    <a:pt x="3571483" y="3904035"/>
                    <a:pt x="3603183" y="3946301"/>
                  </a:cubicBezTo>
                  <a:cubicBezTo>
                    <a:pt x="3634882" y="3988567"/>
                    <a:pt x="3687714" y="4147065"/>
                    <a:pt x="3751114" y="4242163"/>
                  </a:cubicBezTo>
                  <a:cubicBezTo>
                    <a:pt x="3814513" y="4337262"/>
                    <a:pt x="3877912" y="4432360"/>
                    <a:pt x="3877912" y="4495759"/>
                  </a:cubicBezTo>
                  <a:cubicBezTo>
                    <a:pt x="3877912" y="4559159"/>
                    <a:pt x="3846212" y="4654257"/>
                    <a:pt x="3835646" y="4738790"/>
                  </a:cubicBezTo>
                  <a:cubicBezTo>
                    <a:pt x="3825079" y="4823321"/>
                    <a:pt x="3772247" y="4781056"/>
                    <a:pt x="3761680" y="4886721"/>
                  </a:cubicBezTo>
                  <a:cubicBezTo>
                    <a:pt x="3751114" y="4992386"/>
                    <a:pt x="3751114" y="5140317"/>
                    <a:pt x="3751114" y="5140317"/>
                  </a:cubicBezTo>
                  <a:cubicBezTo>
                    <a:pt x="3751114" y="5140317"/>
                    <a:pt x="3690013" y="5285681"/>
                    <a:pt x="3658314" y="5359647"/>
                  </a:cubicBezTo>
                  <a:cubicBezTo>
                    <a:pt x="3626614" y="5433613"/>
                    <a:pt x="3477786" y="5479879"/>
                    <a:pt x="3477786" y="5532711"/>
                  </a:cubicBezTo>
                  <a:cubicBezTo>
                    <a:pt x="3477786" y="5585544"/>
                    <a:pt x="3594317" y="5591812"/>
                    <a:pt x="3594317" y="5591812"/>
                  </a:cubicBezTo>
                  <a:lnTo>
                    <a:pt x="3710651" y="5576813"/>
                  </a:lnTo>
                  <a:lnTo>
                    <a:pt x="3787947" y="5505011"/>
                  </a:lnTo>
                  <a:cubicBezTo>
                    <a:pt x="3787947" y="5505011"/>
                    <a:pt x="3877912" y="5383347"/>
                    <a:pt x="3973011" y="5309381"/>
                  </a:cubicBezTo>
                  <a:cubicBezTo>
                    <a:pt x="4068109" y="5235416"/>
                    <a:pt x="4110375" y="5224849"/>
                    <a:pt x="4173774" y="5150884"/>
                  </a:cubicBezTo>
                  <a:cubicBezTo>
                    <a:pt x="4237173" y="5076918"/>
                    <a:pt x="4332272" y="4918420"/>
                    <a:pt x="4385105" y="4791622"/>
                  </a:cubicBezTo>
                  <a:cubicBezTo>
                    <a:pt x="4437937" y="4664824"/>
                    <a:pt x="4490770" y="4590858"/>
                    <a:pt x="4533036" y="4506326"/>
                  </a:cubicBezTo>
                  <a:cubicBezTo>
                    <a:pt x="4575302" y="4421794"/>
                    <a:pt x="4564735" y="4368961"/>
                    <a:pt x="4554169" y="4263296"/>
                  </a:cubicBezTo>
                  <a:cubicBezTo>
                    <a:pt x="4543602" y="4157631"/>
                    <a:pt x="4511903" y="4009700"/>
                    <a:pt x="4480203" y="3893468"/>
                  </a:cubicBezTo>
                  <a:cubicBezTo>
                    <a:pt x="4448504" y="3777236"/>
                    <a:pt x="4490770" y="3692704"/>
                    <a:pt x="4490770" y="3608172"/>
                  </a:cubicBezTo>
                  <a:cubicBezTo>
                    <a:pt x="4490770" y="3523640"/>
                    <a:pt x="4638701" y="3365142"/>
                    <a:pt x="4712667" y="3259477"/>
                  </a:cubicBezTo>
                  <a:cubicBezTo>
                    <a:pt x="4786632" y="3153812"/>
                    <a:pt x="4966263" y="2953048"/>
                    <a:pt x="4955697" y="2847383"/>
                  </a:cubicBezTo>
                  <a:cubicBezTo>
                    <a:pt x="4945130" y="2741718"/>
                    <a:pt x="4945130" y="2604353"/>
                    <a:pt x="4902864" y="2519821"/>
                  </a:cubicBezTo>
                  <a:cubicBezTo>
                    <a:pt x="4860598" y="2435289"/>
                    <a:pt x="4765499" y="2255658"/>
                    <a:pt x="4691534" y="2202825"/>
                  </a:cubicBezTo>
                  <a:cubicBezTo>
                    <a:pt x="4617568" y="2149993"/>
                    <a:pt x="4490770" y="2044327"/>
                    <a:pt x="4448504" y="1949229"/>
                  </a:cubicBezTo>
                  <a:cubicBezTo>
                    <a:pt x="4406238" y="1854130"/>
                    <a:pt x="4385105" y="1801298"/>
                    <a:pt x="4216040" y="1716765"/>
                  </a:cubicBezTo>
                  <a:cubicBezTo>
                    <a:pt x="4046976" y="1632233"/>
                    <a:pt x="3920178" y="1589967"/>
                    <a:pt x="3782813" y="1568834"/>
                  </a:cubicBezTo>
                  <a:cubicBezTo>
                    <a:pt x="3645448" y="1547701"/>
                    <a:pt x="3560916" y="1516002"/>
                    <a:pt x="3360152" y="1526568"/>
                  </a:cubicBezTo>
                  <a:cubicBezTo>
                    <a:pt x="3159389" y="1537135"/>
                    <a:pt x="2747294" y="1600534"/>
                    <a:pt x="2652196" y="1611100"/>
                  </a:cubicBezTo>
                  <a:cubicBezTo>
                    <a:pt x="2557097" y="1621667"/>
                    <a:pt x="2145003" y="1663933"/>
                    <a:pt x="2028771" y="1653366"/>
                  </a:cubicBezTo>
                  <a:cubicBezTo>
                    <a:pt x="1912540" y="1642800"/>
                    <a:pt x="1944239" y="1600534"/>
                    <a:pt x="1722342" y="1642800"/>
                  </a:cubicBezTo>
                  <a:cubicBezTo>
                    <a:pt x="1500445" y="1685066"/>
                    <a:pt x="1468746" y="1769598"/>
                    <a:pt x="1384214" y="1674499"/>
                  </a:cubicBezTo>
                  <a:cubicBezTo>
                    <a:pt x="1299682" y="1579401"/>
                    <a:pt x="1130617" y="1251839"/>
                    <a:pt x="1077785" y="1125041"/>
                  </a:cubicBezTo>
                  <a:cubicBezTo>
                    <a:pt x="1024952" y="998242"/>
                    <a:pt x="1003819" y="882011"/>
                    <a:pt x="950986" y="786912"/>
                  </a:cubicBezTo>
                  <a:cubicBezTo>
                    <a:pt x="898154" y="691813"/>
                    <a:pt x="771356" y="491050"/>
                    <a:pt x="739656" y="438217"/>
                  </a:cubicBezTo>
                  <a:cubicBezTo>
                    <a:pt x="707957" y="385384"/>
                    <a:pt x="602292" y="216320"/>
                    <a:pt x="528326" y="174054"/>
                  </a:cubicBezTo>
                  <a:cubicBezTo>
                    <a:pt x="454360" y="131788"/>
                    <a:pt x="369828" y="36689"/>
                    <a:pt x="306429" y="36689"/>
                  </a:cubicBezTo>
                  <a:cubicBezTo>
                    <a:pt x="243030" y="36689"/>
                    <a:pt x="190197" y="-16143"/>
                    <a:pt x="126798" y="4990"/>
                  </a:cubicBezTo>
                  <a:cubicBezTo>
                    <a:pt x="63399" y="26123"/>
                    <a:pt x="0" y="36689"/>
                    <a:pt x="0" y="36689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7" name="probe-bioicons-Alpaca-part-3"/>
            <p:cNvSpPr/>
            <p:nvPr/>
          </p:nvSpPr>
          <p:spPr>
            <a:xfrm>
              <a:off x="1024727" y="2780100"/>
              <a:ext cx="1944464" cy="3771141"/>
            </a:xfrm>
            <a:custGeom>
              <a:avLst/>
              <a:gdLst/>
              <a:ahLst/>
              <a:cxnLst/>
              <a:rect l="0" t="0" r="r" b="b"/>
              <a:pathLst>
                <a:path w="1944464" h="3771141">
                  <a:moveTo>
                    <a:pt x="436565" y="0"/>
                  </a:moveTo>
                  <a:cubicBezTo>
                    <a:pt x="353725" y="29822"/>
                    <a:pt x="317276" y="46390"/>
                    <a:pt x="287454" y="76212"/>
                  </a:cubicBezTo>
                  <a:cubicBezTo>
                    <a:pt x="257631" y="106035"/>
                    <a:pt x="241063" y="172306"/>
                    <a:pt x="221182" y="195502"/>
                  </a:cubicBezTo>
                  <a:cubicBezTo>
                    <a:pt x="201300" y="218697"/>
                    <a:pt x="128401" y="294909"/>
                    <a:pt x="98579" y="321418"/>
                  </a:cubicBezTo>
                  <a:cubicBezTo>
                    <a:pt x="68757" y="347927"/>
                    <a:pt x="9112" y="440707"/>
                    <a:pt x="2485" y="463902"/>
                  </a:cubicBezTo>
                  <a:cubicBezTo>
                    <a:pt x="-4142" y="487097"/>
                    <a:pt x="2485" y="559996"/>
                    <a:pt x="22367" y="593132"/>
                  </a:cubicBezTo>
                  <a:cubicBezTo>
                    <a:pt x="42248" y="626268"/>
                    <a:pt x="58816" y="685913"/>
                    <a:pt x="91952" y="712421"/>
                  </a:cubicBezTo>
                  <a:cubicBezTo>
                    <a:pt x="125088" y="738930"/>
                    <a:pt x="154910" y="742244"/>
                    <a:pt x="154910" y="742244"/>
                  </a:cubicBezTo>
                  <a:cubicBezTo>
                    <a:pt x="154910" y="742244"/>
                    <a:pt x="121774" y="768752"/>
                    <a:pt x="91952" y="801888"/>
                  </a:cubicBezTo>
                  <a:cubicBezTo>
                    <a:pt x="62130" y="835024"/>
                    <a:pt x="45562" y="838338"/>
                    <a:pt x="45562" y="881414"/>
                  </a:cubicBezTo>
                  <a:cubicBezTo>
                    <a:pt x="45562" y="924491"/>
                    <a:pt x="82011" y="951000"/>
                    <a:pt x="82011" y="951000"/>
                  </a:cubicBezTo>
                  <a:cubicBezTo>
                    <a:pt x="82011" y="951000"/>
                    <a:pt x="68757" y="990763"/>
                    <a:pt x="68757" y="1013958"/>
                  </a:cubicBezTo>
                  <a:cubicBezTo>
                    <a:pt x="68757" y="1037153"/>
                    <a:pt x="88638" y="1073602"/>
                    <a:pt x="105206" y="1086857"/>
                  </a:cubicBezTo>
                  <a:cubicBezTo>
                    <a:pt x="121774" y="1100111"/>
                    <a:pt x="141656" y="1110052"/>
                    <a:pt x="178105" y="1123306"/>
                  </a:cubicBezTo>
                  <a:cubicBezTo>
                    <a:pt x="214555" y="1136561"/>
                    <a:pt x="304022" y="1113365"/>
                    <a:pt x="304022" y="1113365"/>
                  </a:cubicBezTo>
                  <a:cubicBezTo>
                    <a:pt x="304022" y="1113365"/>
                    <a:pt x="347098" y="1159755"/>
                    <a:pt x="376920" y="1173010"/>
                  </a:cubicBezTo>
                  <a:cubicBezTo>
                    <a:pt x="406743" y="1186264"/>
                    <a:pt x="446506" y="1209459"/>
                    <a:pt x="512778" y="1196205"/>
                  </a:cubicBezTo>
                  <a:cubicBezTo>
                    <a:pt x="579049" y="1182950"/>
                    <a:pt x="622126" y="1159755"/>
                    <a:pt x="622126" y="1159755"/>
                  </a:cubicBezTo>
                  <a:cubicBezTo>
                    <a:pt x="622126" y="1159755"/>
                    <a:pt x="728161" y="1342003"/>
                    <a:pt x="767924" y="1448038"/>
                  </a:cubicBezTo>
                  <a:cubicBezTo>
                    <a:pt x="807687" y="1554072"/>
                    <a:pt x="1079433" y="2302880"/>
                    <a:pt x="1178840" y="2597789"/>
                  </a:cubicBezTo>
                  <a:cubicBezTo>
                    <a:pt x="1278248" y="2892698"/>
                    <a:pt x="1303724" y="2968774"/>
                    <a:pt x="1343487" y="3071495"/>
                  </a:cubicBezTo>
                  <a:cubicBezTo>
                    <a:pt x="1383250" y="3174216"/>
                    <a:pt x="1479795" y="3336690"/>
                    <a:pt x="1550304" y="3418744"/>
                  </a:cubicBezTo>
                  <a:cubicBezTo>
                    <a:pt x="1633144" y="3515149"/>
                    <a:pt x="1757685" y="3640477"/>
                    <a:pt x="1814016" y="3676926"/>
                  </a:cubicBezTo>
                  <a:cubicBezTo>
                    <a:pt x="1870347" y="3713375"/>
                    <a:pt x="1944464" y="3771141"/>
                    <a:pt x="1944464" y="3771141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8" name="probe-bioicons-Alpaca-part-4"/>
            <p:cNvSpPr/>
            <p:nvPr/>
          </p:nvSpPr>
          <p:spPr>
            <a:xfrm>
              <a:off x="1478119" y="2641230"/>
              <a:ext cx="290694" cy="481211"/>
            </a:xfrm>
            <a:custGeom>
              <a:avLst/>
              <a:gdLst/>
              <a:ahLst/>
              <a:cxnLst/>
              <a:rect l="0" t="0" r="r" b="b"/>
              <a:pathLst>
                <a:path w="290694" h="481211">
                  <a:moveTo>
                    <a:pt x="83101" y="481211"/>
                  </a:moveTo>
                  <a:cubicBezTo>
                    <a:pt x="23382" y="310585"/>
                    <a:pt x="0" y="381646"/>
                    <a:pt x="0" y="197890"/>
                  </a:cubicBezTo>
                  <a:cubicBezTo>
                    <a:pt x="0" y="14135"/>
                    <a:pt x="2019" y="0"/>
                    <a:pt x="2019" y="0"/>
                  </a:cubicBezTo>
                  <a:cubicBezTo>
                    <a:pt x="2019" y="0"/>
                    <a:pt x="130509" y="39549"/>
                    <a:pt x="170257" y="95498"/>
                  </a:cubicBezTo>
                  <a:cubicBezTo>
                    <a:pt x="210006" y="151447"/>
                    <a:pt x="244334" y="191832"/>
                    <a:pt x="260488" y="222122"/>
                  </a:cubicBezTo>
                  <a:cubicBezTo>
                    <a:pt x="276643" y="252411"/>
                    <a:pt x="282701" y="286739"/>
                    <a:pt x="288758" y="319048"/>
                  </a:cubicBezTo>
                  <a:cubicBezTo>
                    <a:pt x="294816" y="351356"/>
                    <a:pt x="284720" y="432128"/>
                    <a:pt x="284720" y="432128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9" name="probe-bioicons-Alpaca-part-5"/>
            <p:cNvSpPr/>
            <p:nvPr/>
          </p:nvSpPr>
          <p:spPr>
            <a:xfrm>
              <a:off x="1366734" y="2635172"/>
              <a:ext cx="113404" cy="181736"/>
            </a:xfrm>
            <a:custGeom>
              <a:avLst/>
              <a:gdLst/>
              <a:ahLst/>
              <a:cxnLst/>
              <a:rect l="0" t="0" r="r" b="b"/>
              <a:pathLst>
                <a:path w="113404" h="181736">
                  <a:moveTo>
                    <a:pt x="324" y="181736"/>
                  </a:moveTo>
                  <a:cubicBezTo>
                    <a:pt x="-1695" y="86829"/>
                    <a:pt x="6382" y="0"/>
                    <a:pt x="6382" y="0"/>
                  </a:cubicBezTo>
                  <a:lnTo>
                    <a:pt x="113404" y="105003"/>
                  </a:ln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0" name="probe-bioicons-Alpaca-part-6"/>
            <p:cNvSpPr/>
            <p:nvPr/>
          </p:nvSpPr>
          <p:spPr>
            <a:xfrm>
              <a:off x="1330711" y="3375297"/>
              <a:ext cx="133273" cy="140285"/>
            </a:xfrm>
            <a:custGeom>
              <a:avLst/>
              <a:gdLst/>
              <a:ahLst/>
              <a:cxnLst/>
              <a:rect l="0" t="0" r="r" b="b"/>
              <a:pathLst>
                <a:path w="133273" h="140285">
                  <a:moveTo>
                    <a:pt x="0" y="109995"/>
                  </a:moveTo>
                  <a:cubicBezTo>
                    <a:pt x="6058" y="63552"/>
                    <a:pt x="12116" y="45378"/>
                    <a:pt x="22212" y="31243"/>
                  </a:cubicBezTo>
                  <a:cubicBezTo>
                    <a:pt x="32309" y="17108"/>
                    <a:pt x="58559" y="4992"/>
                    <a:pt x="80772" y="954"/>
                  </a:cubicBezTo>
                  <a:cubicBezTo>
                    <a:pt x="102984" y="-3085"/>
                    <a:pt x="133273" y="7011"/>
                    <a:pt x="133273" y="7011"/>
                  </a:cubicBezTo>
                  <a:cubicBezTo>
                    <a:pt x="133273" y="7011"/>
                    <a:pt x="123177" y="43359"/>
                    <a:pt x="115099" y="51436"/>
                  </a:cubicBezTo>
                  <a:cubicBezTo>
                    <a:pt x="107022" y="59513"/>
                    <a:pt x="90868" y="89802"/>
                    <a:pt x="74714" y="105957"/>
                  </a:cubicBezTo>
                  <a:cubicBezTo>
                    <a:pt x="58559" y="122111"/>
                    <a:pt x="30289" y="136246"/>
                    <a:pt x="22212" y="138265"/>
                  </a:cubicBezTo>
                  <a:cubicBezTo>
                    <a:pt x="14135" y="140285"/>
                    <a:pt x="8077" y="140285"/>
                    <a:pt x="8077" y="140285"/>
                  </a:cubicBezTo>
                  <a:close/>
                </a:path>
              </a:pathLst>
            </a:custGeom>
            <a:solidFill>
              <a:srgbClr val="000000"/>
            </a:solidFill>
            <a:ln w="3464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" name="probe-bioicons-Alpaca-part-7"/>
            <p:cNvSpPr/>
            <p:nvPr/>
          </p:nvSpPr>
          <p:spPr>
            <a:xfrm>
              <a:off x="1118686" y="3640778"/>
              <a:ext cx="14135" cy="40386"/>
            </a:xfrm>
            <a:custGeom>
              <a:avLst/>
              <a:gdLst/>
              <a:ahLst/>
              <a:cxnLst/>
              <a:rect l="0" t="0" r="r" b="b"/>
              <a:pathLst>
                <a:path w="14135" h="40386">
                  <a:moveTo>
                    <a:pt x="14135" y="0"/>
                  </a:moveTo>
                  <a:cubicBezTo>
                    <a:pt x="0" y="40386"/>
                    <a:pt x="0" y="40386"/>
                    <a:pt x="0" y="40386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2" name="probe-bioicons-Alpaca-part-8"/>
            <p:cNvSpPr/>
            <p:nvPr/>
          </p:nvSpPr>
          <p:spPr>
            <a:xfrm>
              <a:off x="1161091" y="3826552"/>
              <a:ext cx="32309" cy="54521"/>
            </a:xfrm>
            <a:custGeom>
              <a:avLst/>
              <a:gdLst/>
              <a:ahLst/>
              <a:cxnLst/>
              <a:rect l="0" t="0" r="r" b="b"/>
              <a:pathLst>
                <a:path w="32309" h="54521">
                  <a:moveTo>
                    <a:pt x="0" y="54521"/>
                  </a:moveTo>
                  <a:cubicBezTo>
                    <a:pt x="14135" y="26251"/>
                    <a:pt x="32309" y="0"/>
                    <a:pt x="32309" y="0"/>
                  </a:cubicBezTo>
                </a:path>
              </a:pathLst>
            </a:custGeom>
            <a:noFill/>
            <a:ln w="3464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3" name="probe-bioicons-Alpaca-part-9"/>
            <p:cNvSpPr/>
            <p:nvPr/>
          </p:nvSpPr>
          <p:spPr>
            <a:xfrm>
              <a:off x="3050896" y="7311528"/>
              <a:ext cx="224724" cy="1004322"/>
            </a:xfrm>
            <a:custGeom>
              <a:avLst/>
              <a:gdLst/>
              <a:ahLst/>
              <a:cxnLst/>
              <a:rect l="0" t="0" r="r" b="b"/>
              <a:pathLst>
                <a:path w="224724" h="1004322">
                  <a:moveTo>
                    <a:pt x="19945" y="0"/>
                  </a:moveTo>
                  <a:cubicBezTo>
                    <a:pt x="34212" y="103431"/>
                    <a:pt x="44911" y="160497"/>
                    <a:pt x="55611" y="217563"/>
                  </a:cubicBezTo>
                  <a:cubicBezTo>
                    <a:pt x="66311" y="274628"/>
                    <a:pt x="87711" y="424425"/>
                    <a:pt x="101977" y="502890"/>
                  </a:cubicBezTo>
                  <a:cubicBezTo>
                    <a:pt x="116243" y="581356"/>
                    <a:pt x="123377" y="620588"/>
                    <a:pt x="123377" y="659821"/>
                  </a:cubicBezTo>
                  <a:cubicBezTo>
                    <a:pt x="123377" y="699053"/>
                    <a:pt x="137643" y="709753"/>
                    <a:pt x="123377" y="770385"/>
                  </a:cubicBezTo>
                  <a:cubicBezTo>
                    <a:pt x="109110" y="831018"/>
                    <a:pt x="151909" y="838151"/>
                    <a:pt x="105544" y="866684"/>
                  </a:cubicBezTo>
                  <a:cubicBezTo>
                    <a:pt x="59178" y="895216"/>
                    <a:pt x="9245" y="895216"/>
                    <a:pt x="2112" y="920182"/>
                  </a:cubicBezTo>
                  <a:cubicBezTo>
                    <a:pt x="-5021" y="945148"/>
                    <a:pt x="5679" y="977248"/>
                    <a:pt x="37778" y="987948"/>
                  </a:cubicBezTo>
                  <a:cubicBezTo>
                    <a:pt x="69878" y="998648"/>
                    <a:pt x="141210" y="998648"/>
                    <a:pt x="141210" y="998648"/>
                  </a:cubicBezTo>
                  <a:cubicBezTo>
                    <a:pt x="141210" y="998648"/>
                    <a:pt x="224724" y="1004322"/>
                    <a:pt x="224724" y="1004322"/>
                  </a:cubicBezTo>
                  <a:lnTo>
                    <a:pt x="224724" y="1004322"/>
                  </a:ln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4" name="probe-bioicons-Alpaca-part-10"/>
            <p:cNvSpPr/>
            <p:nvPr/>
          </p:nvSpPr>
          <p:spPr>
            <a:xfrm>
              <a:off x="6038252" y="4516092"/>
              <a:ext cx="705106" cy="923081"/>
            </a:xfrm>
            <a:custGeom>
              <a:avLst/>
              <a:gdLst/>
              <a:ahLst/>
              <a:cxnLst/>
              <a:rect l="0" t="0" r="r" b="b"/>
              <a:pathLst>
                <a:path w="705106" h="923081">
                  <a:moveTo>
                    <a:pt x="0" y="2789"/>
                  </a:moveTo>
                  <a:cubicBezTo>
                    <a:pt x="106998" y="-7891"/>
                    <a:pt x="149379" y="14972"/>
                    <a:pt x="200658" y="23174"/>
                  </a:cubicBezTo>
                  <a:cubicBezTo>
                    <a:pt x="200658" y="23174"/>
                    <a:pt x="327682" y="68418"/>
                    <a:pt x="371688" y="93066"/>
                  </a:cubicBezTo>
                  <a:cubicBezTo>
                    <a:pt x="441657" y="132256"/>
                    <a:pt x="476940" y="150038"/>
                    <a:pt x="532041" y="224964"/>
                  </a:cubicBezTo>
                  <a:cubicBezTo>
                    <a:pt x="598338" y="315114"/>
                    <a:pt x="609343" y="334554"/>
                    <a:pt x="645009" y="398753"/>
                  </a:cubicBezTo>
                  <a:cubicBezTo>
                    <a:pt x="680675" y="462951"/>
                    <a:pt x="694400" y="505763"/>
                    <a:pt x="701533" y="594928"/>
                  </a:cubicBezTo>
                  <a:cubicBezTo>
                    <a:pt x="708666" y="684093"/>
                    <a:pt x="702916" y="734905"/>
                    <a:pt x="702916" y="734905"/>
                  </a:cubicBezTo>
                  <a:cubicBezTo>
                    <a:pt x="679642" y="805977"/>
                    <a:pt x="665294" y="854624"/>
                    <a:pt x="665294" y="854624"/>
                  </a:cubicBezTo>
                  <a:cubicBezTo>
                    <a:pt x="621335" y="928847"/>
                    <a:pt x="559957" y="922971"/>
                    <a:pt x="559957" y="922971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" name="probe-bioicons-Alpaca-part-11"/>
            <p:cNvSpPr/>
            <p:nvPr/>
          </p:nvSpPr>
          <p:spPr>
            <a:xfrm>
              <a:off x="5502378" y="6434289"/>
              <a:ext cx="808781" cy="1849701"/>
            </a:xfrm>
            <a:custGeom>
              <a:avLst/>
              <a:gdLst/>
              <a:ahLst/>
              <a:cxnLst/>
              <a:rect l="0" t="0" r="r" b="b"/>
              <a:pathLst>
                <a:path w="808781" h="1849701">
                  <a:moveTo>
                    <a:pt x="111420" y="1577474"/>
                  </a:moveTo>
                  <a:cubicBezTo>
                    <a:pt x="116984" y="1644239"/>
                    <a:pt x="111420" y="1699876"/>
                    <a:pt x="89165" y="1722131"/>
                  </a:cubicBezTo>
                  <a:cubicBezTo>
                    <a:pt x="66910" y="1744386"/>
                    <a:pt x="66950" y="1733572"/>
                    <a:pt x="46269" y="1754253"/>
                  </a:cubicBezTo>
                  <a:cubicBezTo>
                    <a:pt x="25587" y="1774934"/>
                    <a:pt x="-1177" y="1788316"/>
                    <a:pt x="40" y="1818730"/>
                  </a:cubicBezTo>
                  <a:cubicBezTo>
                    <a:pt x="1257" y="1849143"/>
                    <a:pt x="85198" y="1854009"/>
                    <a:pt x="111962" y="1846710"/>
                  </a:cubicBezTo>
                  <a:cubicBezTo>
                    <a:pt x="138726" y="1839411"/>
                    <a:pt x="188604" y="1812647"/>
                    <a:pt x="212935" y="1805348"/>
                  </a:cubicBezTo>
                  <a:cubicBezTo>
                    <a:pt x="237266" y="1798048"/>
                    <a:pt x="215369" y="1785883"/>
                    <a:pt x="279845" y="1727489"/>
                  </a:cubicBezTo>
                  <a:cubicBezTo>
                    <a:pt x="344322" y="1669095"/>
                    <a:pt x="442861" y="1526760"/>
                    <a:pt x="480574" y="1480531"/>
                  </a:cubicBezTo>
                  <a:cubicBezTo>
                    <a:pt x="518287" y="1434303"/>
                    <a:pt x="554783" y="1369826"/>
                    <a:pt x="593712" y="1251821"/>
                  </a:cubicBezTo>
                  <a:cubicBezTo>
                    <a:pt x="632642" y="1133817"/>
                    <a:pt x="654540" y="1037710"/>
                    <a:pt x="692252" y="945253"/>
                  </a:cubicBezTo>
                  <a:cubicBezTo>
                    <a:pt x="729965" y="852796"/>
                    <a:pt x="719016" y="874694"/>
                    <a:pt x="750646" y="799268"/>
                  </a:cubicBezTo>
                  <a:cubicBezTo>
                    <a:pt x="782276" y="723842"/>
                    <a:pt x="799308" y="676397"/>
                    <a:pt x="804174" y="649633"/>
                  </a:cubicBezTo>
                  <a:cubicBezTo>
                    <a:pt x="809040" y="622869"/>
                    <a:pt x="811473" y="564475"/>
                    <a:pt x="804174" y="502432"/>
                  </a:cubicBezTo>
                  <a:cubicBezTo>
                    <a:pt x="796875" y="440388"/>
                    <a:pt x="760379" y="378345"/>
                    <a:pt x="753079" y="360096"/>
                  </a:cubicBezTo>
                  <a:cubicBezTo>
                    <a:pt x="745780" y="341848"/>
                    <a:pt x="711717" y="244525"/>
                    <a:pt x="697118" y="200729"/>
                  </a:cubicBezTo>
                  <a:cubicBezTo>
                    <a:pt x="682520" y="156934"/>
                    <a:pt x="620476" y="0"/>
                    <a:pt x="620476" y="0"/>
                  </a:cubicBezTo>
                </a:path>
              </a:pathLst>
            </a:custGeom>
            <a:noFill/>
            <a:ln w="6927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6" name="probe-bioicons-Alpaca-part-12"/>
            <p:cNvSpPr/>
            <p:nvPr/>
          </p:nvSpPr>
          <p:spPr>
            <a:xfrm>
              <a:off x="1594336" y="2837036"/>
              <a:ext cx="84070" cy="247028"/>
            </a:xfrm>
            <a:custGeom>
              <a:avLst/>
              <a:gdLst/>
              <a:ahLst/>
              <a:cxnLst/>
              <a:rect l="0" t="0" r="r" b="b"/>
              <a:pathLst>
                <a:path w="84070" h="247028">
                  <a:moveTo>
                    <a:pt x="83183" y="247028"/>
                  </a:moveTo>
                  <a:cubicBezTo>
                    <a:pt x="81922" y="191572"/>
                    <a:pt x="85703" y="160064"/>
                    <a:pt x="83183" y="138638"/>
                  </a:cubicBezTo>
                  <a:cubicBezTo>
                    <a:pt x="80662" y="117212"/>
                    <a:pt x="68059" y="85703"/>
                    <a:pt x="54195" y="63017"/>
                  </a:cubicBezTo>
                  <a:cubicBezTo>
                    <a:pt x="40331" y="40331"/>
                    <a:pt x="0" y="0"/>
                    <a:pt x="0" y="0"/>
                  </a:cubicBezTo>
                </a:path>
              </a:pathLst>
            </a:custGeom>
            <a:noFill/>
            <a:ln w="3464" cap="rnd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7" name="probe-bioicons-Alpaca-part-13"/>
            <p:cNvSpPr/>
            <p:nvPr/>
          </p:nvSpPr>
          <p:spPr>
            <a:xfrm>
              <a:off x="1275884" y="3257972"/>
              <a:ext cx="268829" cy="193827"/>
            </a:xfrm>
            <a:custGeom>
              <a:avLst/>
              <a:gdLst/>
              <a:ahLst/>
              <a:cxnLst/>
              <a:rect l="0" t="0" r="r" b="b"/>
              <a:pathLst>
                <a:path w="268829" h="193827">
                  <a:moveTo>
                    <a:pt x="268829" y="0"/>
                  </a:moveTo>
                  <a:cubicBezTo>
                    <a:pt x="248604" y="27810"/>
                    <a:pt x="223322" y="52249"/>
                    <a:pt x="212367" y="62362"/>
                  </a:cubicBezTo>
                  <a:cubicBezTo>
                    <a:pt x="201411" y="72474"/>
                    <a:pt x="101970" y="96071"/>
                    <a:pt x="86801" y="103655"/>
                  </a:cubicBezTo>
                  <a:cubicBezTo>
                    <a:pt x="71632" y="111240"/>
                    <a:pt x="53934" y="116296"/>
                    <a:pt x="42136" y="130622"/>
                  </a:cubicBezTo>
                  <a:cubicBezTo>
                    <a:pt x="30338" y="144949"/>
                    <a:pt x="0" y="193827"/>
                    <a:pt x="0" y="193827"/>
                  </a:cubicBezTo>
                </a:path>
              </a:pathLst>
            </a:custGeom>
            <a:noFill/>
            <a:ln w="3464" cap="rnd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88" name="probe-bioicons-DicotSeedling" descr="DicotSeedling — Gina-Vong; Bioicons upstream metadata declares CC0-1.0. Source: https://github.com/duerrsimon/bioicons/blob/d29e766ea7580b8063c4f47b29e872db40a4d979/static/icons/cc-0/Plants_Algae/Gina-Vong/DicotSeedling.svg; SVG SHA256: 6db203817ff9df0b5a7ed1d7ac2f4724b5c98dd75d269fbf074093919ed3d8dc; native DrawingML derivative; original colors retained"/>
          <p:cNvGrpSpPr/>
          <p:nvPr/>
        </p:nvGrpSpPr>
        <p:grpSpPr>
          <a:xfrm>
            <a:off x="10409092" y="5124450"/>
            <a:ext cx="727364" cy="1028700"/>
            <a:chOff x="0" y="0"/>
            <a:chExt cx="7937012" cy="11225203"/>
          </a:xfrm>
        </p:grpSpPr>
        <p:sp>
          <p:nvSpPr>
            <p:cNvPr id="189" name="probe-bioicons-DicotSeedling-part-1"/>
            <p:cNvSpPr/>
            <p:nvPr/>
          </p:nvSpPr>
          <p:spPr>
            <a:xfrm>
              <a:off x="3274495" y="5069936"/>
              <a:ext cx="201199" cy="238467"/>
            </a:xfrm>
            <a:custGeom>
              <a:avLst/>
              <a:gdLst/>
              <a:ahLst/>
              <a:cxnLst/>
              <a:rect l="0" t="0" r="r" b="b"/>
              <a:pathLst>
                <a:path w="201199" h="238467">
                  <a:moveTo>
                    <a:pt x="0" y="0"/>
                  </a:moveTo>
                  <a:cubicBezTo>
                    <a:pt x="14066" y="9965"/>
                    <a:pt x="28119" y="19922"/>
                    <a:pt x="40306" y="32301"/>
                  </a:cubicBezTo>
                  <a:cubicBezTo>
                    <a:pt x="52493" y="44682"/>
                    <a:pt x="62814" y="59480"/>
                    <a:pt x="72776" y="109798"/>
                  </a:cubicBezTo>
                  <a:cubicBezTo>
                    <a:pt x="82738" y="160117"/>
                    <a:pt x="92345" y="245946"/>
                    <a:pt x="103121" y="237944"/>
                  </a:cubicBezTo>
                  <a:cubicBezTo>
                    <a:pt x="113898" y="229943"/>
                    <a:pt x="125845" y="128112"/>
                    <a:pt x="142389" y="72810"/>
                  </a:cubicBezTo>
                  <a:cubicBezTo>
                    <a:pt x="158934" y="17509"/>
                    <a:pt x="180069" y="8753"/>
                    <a:pt x="201199" y="0"/>
                  </a:cubicBezTo>
                </a:path>
              </a:pathLst>
            </a:custGeom>
            <a:noFill/>
            <a:ln w="3464" cap="flat">
              <a:solidFill>
                <a:srgbClr val="AED294"/>
              </a:solidFill>
              <a:prstDash val="solid"/>
              <a:miter/>
            </a:ln>
          </p:spPr>
        </p:sp>
        <p:sp>
          <p:nvSpPr>
            <p:cNvPr id="190" name="probe-bioicons-DicotSeedling-part-2"/>
            <p:cNvSpPr/>
            <p:nvPr/>
          </p:nvSpPr>
          <p:spPr>
            <a:xfrm>
              <a:off x="3375970" y="5261878"/>
              <a:ext cx="45196" cy="968181"/>
            </a:xfrm>
            <a:custGeom>
              <a:avLst/>
              <a:gdLst/>
              <a:ahLst/>
              <a:cxnLst/>
              <a:rect l="0" t="0" r="r" b="b"/>
              <a:pathLst>
                <a:path w="45196" h="968181">
                  <a:moveTo>
                    <a:pt x="0" y="0"/>
                  </a:moveTo>
                  <a:cubicBezTo>
                    <a:pt x="18" y="276705"/>
                    <a:pt x="36" y="553401"/>
                    <a:pt x="45" y="705560"/>
                  </a:cubicBezTo>
                  <a:cubicBezTo>
                    <a:pt x="54" y="857718"/>
                    <a:pt x="54" y="885339"/>
                    <a:pt x="7583" y="908355"/>
                  </a:cubicBezTo>
                  <a:cubicBezTo>
                    <a:pt x="15111" y="931371"/>
                    <a:pt x="30158" y="949781"/>
                    <a:pt x="45196" y="968181"/>
                  </a:cubicBezTo>
                </a:path>
              </a:pathLst>
            </a:custGeom>
            <a:noFill/>
            <a:ln w="5195" cap="flat">
              <a:solidFill>
                <a:srgbClr val="AED294"/>
              </a:solidFill>
              <a:prstDash val="solid"/>
              <a:miter/>
            </a:ln>
          </p:spPr>
        </p:sp>
        <p:sp>
          <p:nvSpPr>
            <p:cNvPr id="191" name="probe-bioicons-DicotSeedling-part-3"/>
            <p:cNvSpPr/>
            <p:nvPr/>
          </p:nvSpPr>
          <p:spPr>
            <a:xfrm>
              <a:off x="3349794" y="6230059"/>
              <a:ext cx="268419" cy="1476744"/>
            </a:xfrm>
            <a:custGeom>
              <a:avLst/>
              <a:gdLst/>
              <a:ahLst/>
              <a:cxnLst/>
              <a:rect l="0" t="0" r="r" b="b"/>
              <a:pathLst>
                <a:path w="268419" h="1476744">
                  <a:moveTo>
                    <a:pt x="71372" y="0"/>
                  </a:moveTo>
                  <a:cubicBezTo>
                    <a:pt x="148357" y="101231"/>
                    <a:pt x="225334" y="202450"/>
                    <a:pt x="254280" y="288482"/>
                  </a:cubicBezTo>
                  <a:cubicBezTo>
                    <a:pt x="283225" y="374515"/>
                    <a:pt x="264151" y="445362"/>
                    <a:pt x="229320" y="523022"/>
                  </a:cubicBezTo>
                  <a:cubicBezTo>
                    <a:pt x="194490" y="600681"/>
                    <a:pt x="143905" y="685152"/>
                    <a:pt x="98943" y="773034"/>
                  </a:cubicBezTo>
                  <a:cubicBezTo>
                    <a:pt x="53981" y="860914"/>
                    <a:pt x="14645" y="952198"/>
                    <a:pt x="3535" y="1070056"/>
                  </a:cubicBezTo>
                  <a:cubicBezTo>
                    <a:pt x="-7575" y="1187914"/>
                    <a:pt x="9539" y="1332333"/>
                    <a:pt x="26652" y="1476744"/>
                  </a:cubicBezTo>
                </a:path>
              </a:pathLst>
            </a:custGeom>
            <a:noFill/>
            <a:ln w="5195" cap="flat">
              <a:solidFill>
                <a:srgbClr val="C2BE6A"/>
              </a:solidFill>
              <a:prstDash val="solid"/>
              <a:miter/>
            </a:ln>
          </p:spPr>
        </p:sp>
        <p:sp>
          <p:nvSpPr>
            <p:cNvPr id="192" name="probe-bioicons-DicotSeedling-part-4"/>
            <p:cNvSpPr/>
            <p:nvPr/>
          </p:nvSpPr>
          <p:spPr>
            <a:xfrm>
              <a:off x="3454071" y="4855206"/>
              <a:ext cx="948675" cy="394543"/>
            </a:xfrm>
            <a:custGeom>
              <a:avLst/>
              <a:gdLst/>
              <a:ahLst/>
              <a:cxnLst/>
              <a:rect l="0" t="0" r="r" b="b"/>
              <a:pathLst>
                <a:path w="948675" h="394543">
                  <a:moveTo>
                    <a:pt x="948675" y="197271"/>
                  </a:moveTo>
                  <a:cubicBezTo>
                    <a:pt x="948675" y="201403"/>
                    <a:pt x="948363" y="205534"/>
                    <a:pt x="947739" y="209658"/>
                  </a:cubicBezTo>
                  <a:cubicBezTo>
                    <a:pt x="947115" y="213782"/>
                    <a:pt x="946180" y="217897"/>
                    <a:pt x="944934" y="221996"/>
                  </a:cubicBezTo>
                  <a:cubicBezTo>
                    <a:pt x="943689" y="226095"/>
                    <a:pt x="942135" y="230177"/>
                    <a:pt x="940273" y="234236"/>
                  </a:cubicBezTo>
                  <a:cubicBezTo>
                    <a:pt x="938411" y="238295"/>
                    <a:pt x="936243" y="242328"/>
                    <a:pt x="933773" y="246331"/>
                  </a:cubicBezTo>
                  <a:cubicBezTo>
                    <a:pt x="931302" y="250333"/>
                    <a:pt x="928529" y="254302"/>
                    <a:pt x="925459" y="258231"/>
                  </a:cubicBezTo>
                  <a:cubicBezTo>
                    <a:pt x="922389" y="262161"/>
                    <a:pt x="919023" y="266050"/>
                    <a:pt x="915365" y="269892"/>
                  </a:cubicBezTo>
                  <a:cubicBezTo>
                    <a:pt x="911708" y="273734"/>
                    <a:pt x="907761" y="277527"/>
                    <a:pt x="903531" y="281265"/>
                  </a:cubicBezTo>
                  <a:cubicBezTo>
                    <a:pt x="899300" y="285004"/>
                    <a:pt x="894789" y="288687"/>
                    <a:pt x="890002" y="292307"/>
                  </a:cubicBezTo>
                  <a:cubicBezTo>
                    <a:pt x="885216" y="295928"/>
                    <a:pt x="880157" y="299486"/>
                    <a:pt x="874834" y="302975"/>
                  </a:cubicBezTo>
                  <a:cubicBezTo>
                    <a:pt x="869510" y="306463"/>
                    <a:pt x="863924" y="309882"/>
                    <a:pt x="858084" y="313224"/>
                  </a:cubicBezTo>
                  <a:cubicBezTo>
                    <a:pt x="852244" y="316567"/>
                    <a:pt x="846154" y="319833"/>
                    <a:pt x="839821" y="323017"/>
                  </a:cubicBezTo>
                  <a:cubicBezTo>
                    <a:pt x="833488" y="326200"/>
                    <a:pt x="826916" y="329301"/>
                    <a:pt x="820114" y="332313"/>
                  </a:cubicBezTo>
                  <a:cubicBezTo>
                    <a:pt x="813313" y="335325"/>
                    <a:pt x="806286" y="338247"/>
                    <a:pt x="799044" y="341076"/>
                  </a:cubicBezTo>
                  <a:cubicBezTo>
                    <a:pt x="791801" y="343904"/>
                    <a:pt x="784347" y="346638"/>
                    <a:pt x="776691" y="349271"/>
                  </a:cubicBezTo>
                  <a:cubicBezTo>
                    <a:pt x="769036" y="351905"/>
                    <a:pt x="761184" y="354438"/>
                    <a:pt x="753146" y="356867"/>
                  </a:cubicBezTo>
                  <a:cubicBezTo>
                    <a:pt x="745108" y="359296"/>
                    <a:pt x="736889" y="361619"/>
                    <a:pt x="728500" y="363833"/>
                  </a:cubicBezTo>
                  <a:cubicBezTo>
                    <a:pt x="720111" y="366047"/>
                    <a:pt x="711557" y="368151"/>
                    <a:pt x="702851" y="370141"/>
                  </a:cubicBezTo>
                  <a:cubicBezTo>
                    <a:pt x="694145" y="372132"/>
                    <a:pt x="685290" y="374008"/>
                    <a:pt x="676300" y="375768"/>
                  </a:cubicBezTo>
                  <a:cubicBezTo>
                    <a:pt x="667311" y="377527"/>
                    <a:pt x="658190" y="379168"/>
                    <a:pt x="648953" y="380689"/>
                  </a:cubicBezTo>
                  <a:cubicBezTo>
                    <a:pt x="639715" y="382211"/>
                    <a:pt x="630365" y="383611"/>
                    <a:pt x="620916" y="384887"/>
                  </a:cubicBezTo>
                  <a:cubicBezTo>
                    <a:pt x="611467" y="386164"/>
                    <a:pt x="601923" y="387317"/>
                    <a:pt x="592300" y="388345"/>
                  </a:cubicBezTo>
                  <a:cubicBezTo>
                    <a:pt x="582677" y="389373"/>
                    <a:pt x="572979" y="390274"/>
                    <a:pt x="563219" y="391048"/>
                  </a:cubicBezTo>
                  <a:cubicBezTo>
                    <a:pt x="553460" y="391823"/>
                    <a:pt x="543645" y="392469"/>
                    <a:pt x="533788" y="392987"/>
                  </a:cubicBezTo>
                  <a:cubicBezTo>
                    <a:pt x="523931" y="393505"/>
                    <a:pt x="514037" y="393894"/>
                    <a:pt x="504121" y="394153"/>
                  </a:cubicBezTo>
                  <a:cubicBezTo>
                    <a:pt x="494206" y="394413"/>
                    <a:pt x="484273" y="394543"/>
                    <a:pt x="474337" y="394543"/>
                  </a:cubicBezTo>
                  <a:cubicBezTo>
                    <a:pt x="464402" y="394543"/>
                    <a:pt x="454469" y="394413"/>
                    <a:pt x="444553" y="394153"/>
                  </a:cubicBezTo>
                  <a:cubicBezTo>
                    <a:pt x="434638" y="393894"/>
                    <a:pt x="424744" y="393505"/>
                    <a:pt x="414887" y="392987"/>
                  </a:cubicBezTo>
                  <a:cubicBezTo>
                    <a:pt x="405030" y="392469"/>
                    <a:pt x="395215" y="391823"/>
                    <a:pt x="385455" y="391048"/>
                  </a:cubicBezTo>
                  <a:cubicBezTo>
                    <a:pt x="375696" y="390274"/>
                    <a:pt x="365998" y="389373"/>
                    <a:pt x="356374" y="388345"/>
                  </a:cubicBezTo>
                  <a:cubicBezTo>
                    <a:pt x="346751" y="387317"/>
                    <a:pt x="337208" y="386164"/>
                    <a:pt x="327759" y="384887"/>
                  </a:cubicBezTo>
                  <a:cubicBezTo>
                    <a:pt x="318310" y="383611"/>
                    <a:pt x="308960" y="382211"/>
                    <a:pt x="299722" y="380689"/>
                  </a:cubicBezTo>
                  <a:cubicBezTo>
                    <a:pt x="290485" y="379168"/>
                    <a:pt x="281364" y="377527"/>
                    <a:pt x="272374" y="375768"/>
                  </a:cubicBezTo>
                  <a:cubicBezTo>
                    <a:pt x="263385" y="374008"/>
                    <a:pt x="254530" y="372132"/>
                    <a:pt x="245824" y="370141"/>
                  </a:cubicBezTo>
                  <a:cubicBezTo>
                    <a:pt x="237117" y="368151"/>
                    <a:pt x="228563" y="366047"/>
                    <a:pt x="220175" y="363833"/>
                  </a:cubicBezTo>
                  <a:cubicBezTo>
                    <a:pt x="211786" y="361619"/>
                    <a:pt x="203567" y="359296"/>
                    <a:pt x="195529" y="356867"/>
                  </a:cubicBezTo>
                  <a:cubicBezTo>
                    <a:pt x="187491" y="354438"/>
                    <a:pt x="179639" y="351905"/>
                    <a:pt x="171983" y="349271"/>
                  </a:cubicBezTo>
                  <a:cubicBezTo>
                    <a:pt x="164328" y="346638"/>
                    <a:pt x="156874" y="343904"/>
                    <a:pt x="149631" y="341076"/>
                  </a:cubicBezTo>
                  <a:cubicBezTo>
                    <a:pt x="142389" y="338247"/>
                    <a:pt x="135361" y="335325"/>
                    <a:pt x="128560" y="332313"/>
                  </a:cubicBezTo>
                  <a:cubicBezTo>
                    <a:pt x="121759" y="329301"/>
                    <a:pt x="115187" y="326200"/>
                    <a:pt x="108854" y="323017"/>
                  </a:cubicBezTo>
                  <a:cubicBezTo>
                    <a:pt x="102521" y="319833"/>
                    <a:pt x="96430" y="316567"/>
                    <a:pt x="90590" y="313224"/>
                  </a:cubicBezTo>
                  <a:cubicBezTo>
                    <a:pt x="84751" y="309882"/>
                    <a:pt x="79165" y="306463"/>
                    <a:pt x="73841" y="302975"/>
                  </a:cubicBezTo>
                  <a:cubicBezTo>
                    <a:pt x="68517" y="299486"/>
                    <a:pt x="63459" y="295928"/>
                    <a:pt x="58672" y="292307"/>
                  </a:cubicBezTo>
                  <a:cubicBezTo>
                    <a:pt x="53886" y="288687"/>
                    <a:pt x="49374" y="285004"/>
                    <a:pt x="45144" y="281265"/>
                  </a:cubicBezTo>
                  <a:cubicBezTo>
                    <a:pt x="40914" y="277527"/>
                    <a:pt x="36967" y="273734"/>
                    <a:pt x="33310" y="269892"/>
                  </a:cubicBezTo>
                  <a:cubicBezTo>
                    <a:pt x="29652" y="266050"/>
                    <a:pt x="26286" y="262161"/>
                    <a:pt x="23216" y="258231"/>
                  </a:cubicBezTo>
                  <a:cubicBezTo>
                    <a:pt x="20146" y="254302"/>
                    <a:pt x="17373" y="250333"/>
                    <a:pt x="14902" y="246331"/>
                  </a:cubicBezTo>
                  <a:cubicBezTo>
                    <a:pt x="12431" y="242328"/>
                    <a:pt x="10264" y="238295"/>
                    <a:pt x="8402" y="234236"/>
                  </a:cubicBezTo>
                  <a:cubicBezTo>
                    <a:pt x="6540" y="230177"/>
                    <a:pt x="4986" y="226095"/>
                    <a:pt x="3740" y="221996"/>
                  </a:cubicBezTo>
                  <a:cubicBezTo>
                    <a:pt x="2495" y="217897"/>
                    <a:pt x="1560" y="213782"/>
                    <a:pt x="936" y="209658"/>
                  </a:cubicBezTo>
                  <a:cubicBezTo>
                    <a:pt x="312" y="205534"/>
                    <a:pt x="0" y="201403"/>
                    <a:pt x="0" y="197271"/>
                  </a:cubicBezTo>
                  <a:cubicBezTo>
                    <a:pt x="0" y="193139"/>
                    <a:pt x="312" y="189008"/>
                    <a:pt x="936" y="184885"/>
                  </a:cubicBezTo>
                  <a:cubicBezTo>
                    <a:pt x="1560" y="180761"/>
                    <a:pt x="2495" y="176646"/>
                    <a:pt x="3740" y="172547"/>
                  </a:cubicBezTo>
                  <a:cubicBezTo>
                    <a:pt x="4986" y="168447"/>
                    <a:pt x="6540" y="164365"/>
                    <a:pt x="8402" y="160306"/>
                  </a:cubicBezTo>
                  <a:cubicBezTo>
                    <a:pt x="10264" y="156248"/>
                    <a:pt x="12431" y="152214"/>
                    <a:pt x="14902" y="148212"/>
                  </a:cubicBezTo>
                  <a:cubicBezTo>
                    <a:pt x="17373" y="144210"/>
                    <a:pt x="20146" y="140241"/>
                    <a:pt x="23216" y="136311"/>
                  </a:cubicBezTo>
                  <a:cubicBezTo>
                    <a:pt x="26286" y="132381"/>
                    <a:pt x="29652" y="128493"/>
                    <a:pt x="33310" y="124651"/>
                  </a:cubicBezTo>
                  <a:cubicBezTo>
                    <a:pt x="36967" y="120809"/>
                    <a:pt x="40914" y="117016"/>
                    <a:pt x="45144" y="113277"/>
                  </a:cubicBezTo>
                  <a:cubicBezTo>
                    <a:pt x="49374" y="109539"/>
                    <a:pt x="53886" y="105856"/>
                    <a:pt x="58672" y="102235"/>
                  </a:cubicBezTo>
                  <a:cubicBezTo>
                    <a:pt x="63459" y="98614"/>
                    <a:pt x="68517" y="95057"/>
                    <a:pt x="73841" y="91568"/>
                  </a:cubicBezTo>
                  <a:cubicBezTo>
                    <a:pt x="79165" y="88079"/>
                    <a:pt x="84751" y="84661"/>
                    <a:pt x="90590" y="81318"/>
                  </a:cubicBezTo>
                  <a:cubicBezTo>
                    <a:pt x="96430" y="77975"/>
                    <a:pt x="102521" y="74710"/>
                    <a:pt x="108854" y="71526"/>
                  </a:cubicBezTo>
                  <a:cubicBezTo>
                    <a:pt x="115187" y="68342"/>
                    <a:pt x="121759" y="65242"/>
                    <a:pt x="128560" y="62230"/>
                  </a:cubicBezTo>
                  <a:cubicBezTo>
                    <a:pt x="135361" y="59218"/>
                    <a:pt x="142389" y="56295"/>
                    <a:pt x="149631" y="53467"/>
                  </a:cubicBezTo>
                  <a:cubicBezTo>
                    <a:pt x="156874" y="50638"/>
                    <a:pt x="164328" y="47905"/>
                    <a:pt x="171983" y="45271"/>
                  </a:cubicBezTo>
                  <a:cubicBezTo>
                    <a:pt x="179639" y="42637"/>
                    <a:pt x="187491" y="40104"/>
                    <a:pt x="195529" y="37675"/>
                  </a:cubicBezTo>
                  <a:cubicBezTo>
                    <a:pt x="203567" y="35247"/>
                    <a:pt x="211786" y="32924"/>
                    <a:pt x="220175" y="30710"/>
                  </a:cubicBezTo>
                  <a:cubicBezTo>
                    <a:pt x="228563" y="28496"/>
                    <a:pt x="237117" y="26392"/>
                    <a:pt x="245824" y="24401"/>
                  </a:cubicBezTo>
                  <a:cubicBezTo>
                    <a:pt x="254530" y="22411"/>
                    <a:pt x="263385" y="20534"/>
                    <a:pt x="272374" y="18775"/>
                  </a:cubicBezTo>
                  <a:cubicBezTo>
                    <a:pt x="281364" y="17016"/>
                    <a:pt x="290485" y="15374"/>
                    <a:pt x="299722" y="13853"/>
                  </a:cubicBezTo>
                  <a:cubicBezTo>
                    <a:pt x="308960" y="12332"/>
                    <a:pt x="318310" y="10932"/>
                    <a:pt x="327759" y="9655"/>
                  </a:cubicBezTo>
                  <a:cubicBezTo>
                    <a:pt x="337208" y="8378"/>
                    <a:pt x="346751" y="7225"/>
                    <a:pt x="356374" y="6198"/>
                  </a:cubicBezTo>
                  <a:cubicBezTo>
                    <a:pt x="365998" y="5170"/>
                    <a:pt x="375696" y="4268"/>
                    <a:pt x="385455" y="3494"/>
                  </a:cubicBezTo>
                  <a:cubicBezTo>
                    <a:pt x="395215" y="2720"/>
                    <a:pt x="405030" y="2073"/>
                    <a:pt x="414887" y="1556"/>
                  </a:cubicBezTo>
                  <a:cubicBezTo>
                    <a:pt x="424744" y="1038"/>
                    <a:pt x="434638" y="649"/>
                    <a:pt x="444553" y="389"/>
                  </a:cubicBezTo>
                  <a:cubicBezTo>
                    <a:pt x="454469" y="130"/>
                    <a:pt x="464402" y="0"/>
                    <a:pt x="474337" y="0"/>
                  </a:cubicBezTo>
                  <a:cubicBezTo>
                    <a:pt x="484273" y="0"/>
                    <a:pt x="494206" y="130"/>
                    <a:pt x="504121" y="389"/>
                  </a:cubicBezTo>
                  <a:cubicBezTo>
                    <a:pt x="514037" y="649"/>
                    <a:pt x="523931" y="1038"/>
                    <a:pt x="533788" y="1556"/>
                  </a:cubicBezTo>
                  <a:cubicBezTo>
                    <a:pt x="543645" y="2073"/>
                    <a:pt x="553460" y="2720"/>
                    <a:pt x="563219" y="3494"/>
                  </a:cubicBezTo>
                  <a:cubicBezTo>
                    <a:pt x="572979" y="4268"/>
                    <a:pt x="582677" y="5170"/>
                    <a:pt x="592300" y="6198"/>
                  </a:cubicBezTo>
                  <a:cubicBezTo>
                    <a:pt x="601923" y="7225"/>
                    <a:pt x="611467" y="8378"/>
                    <a:pt x="620916" y="9655"/>
                  </a:cubicBezTo>
                  <a:cubicBezTo>
                    <a:pt x="630365" y="10932"/>
                    <a:pt x="639715" y="12332"/>
                    <a:pt x="648953" y="13853"/>
                  </a:cubicBezTo>
                  <a:cubicBezTo>
                    <a:pt x="658190" y="15374"/>
                    <a:pt x="667311" y="17016"/>
                    <a:pt x="676300" y="18775"/>
                  </a:cubicBezTo>
                  <a:cubicBezTo>
                    <a:pt x="685290" y="20534"/>
                    <a:pt x="694145" y="22411"/>
                    <a:pt x="702851" y="24401"/>
                  </a:cubicBezTo>
                  <a:cubicBezTo>
                    <a:pt x="711557" y="26392"/>
                    <a:pt x="720111" y="28496"/>
                    <a:pt x="728500" y="30710"/>
                  </a:cubicBezTo>
                  <a:cubicBezTo>
                    <a:pt x="736889" y="32924"/>
                    <a:pt x="745108" y="35247"/>
                    <a:pt x="753146" y="37675"/>
                  </a:cubicBezTo>
                  <a:cubicBezTo>
                    <a:pt x="761184" y="40104"/>
                    <a:pt x="769036" y="42637"/>
                    <a:pt x="776691" y="45271"/>
                  </a:cubicBezTo>
                  <a:cubicBezTo>
                    <a:pt x="784347" y="47905"/>
                    <a:pt x="791801" y="50638"/>
                    <a:pt x="799044" y="53467"/>
                  </a:cubicBezTo>
                  <a:cubicBezTo>
                    <a:pt x="806286" y="56295"/>
                    <a:pt x="813313" y="59218"/>
                    <a:pt x="820114" y="62230"/>
                  </a:cubicBezTo>
                  <a:cubicBezTo>
                    <a:pt x="826916" y="65242"/>
                    <a:pt x="833488" y="68342"/>
                    <a:pt x="839821" y="71526"/>
                  </a:cubicBezTo>
                  <a:cubicBezTo>
                    <a:pt x="846154" y="74710"/>
                    <a:pt x="852244" y="77975"/>
                    <a:pt x="858084" y="81318"/>
                  </a:cubicBezTo>
                  <a:cubicBezTo>
                    <a:pt x="863924" y="84661"/>
                    <a:pt x="869510" y="88079"/>
                    <a:pt x="874834" y="91568"/>
                  </a:cubicBezTo>
                  <a:cubicBezTo>
                    <a:pt x="880157" y="95057"/>
                    <a:pt x="885216" y="98614"/>
                    <a:pt x="890002" y="102235"/>
                  </a:cubicBezTo>
                  <a:cubicBezTo>
                    <a:pt x="894789" y="105856"/>
                    <a:pt x="899300" y="109539"/>
                    <a:pt x="903531" y="113277"/>
                  </a:cubicBezTo>
                  <a:cubicBezTo>
                    <a:pt x="907761" y="117016"/>
                    <a:pt x="911708" y="120809"/>
                    <a:pt x="915365" y="124651"/>
                  </a:cubicBezTo>
                  <a:cubicBezTo>
                    <a:pt x="919023" y="128493"/>
                    <a:pt x="922389" y="132381"/>
                    <a:pt x="925459" y="136311"/>
                  </a:cubicBezTo>
                  <a:cubicBezTo>
                    <a:pt x="928529" y="140241"/>
                    <a:pt x="931302" y="144210"/>
                    <a:pt x="933773" y="148212"/>
                  </a:cubicBezTo>
                  <a:cubicBezTo>
                    <a:pt x="936243" y="152214"/>
                    <a:pt x="938411" y="156248"/>
                    <a:pt x="940273" y="160306"/>
                  </a:cubicBezTo>
                  <a:cubicBezTo>
                    <a:pt x="942135" y="164365"/>
                    <a:pt x="943689" y="168447"/>
                    <a:pt x="944934" y="172547"/>
                  </a:cubicBezTo>
                  <a:cubicBezTo>
                    <a:pt x="946180" y="176646"/>
                    <a:pt x="947115" y="180761"/>
                    <a:pt x="947739" y="184885"/>
                  </a:cubicBezTo>
                  <a:cubicBezTo>
                    <a:pt x="948363" y="189008"/>
                    <a:pt x="948675" y="193139"/>
                    <a:pt x="948675" y="197271"/>
                  </a:cubicBezTo>
                  <a:close/>
                </a:path>
              </a:pathLst>
            </a:custGeom>
            <a:solidFill>
              <a:srgbClr val="3F8E06"/>
            </a:solidFill>
            <a:ln w="776" cap="flat">
              <a:noFill/>
              <a:prstDash val="solid"/>
              <a:miter/>
            </a:ln>
          </p:spPr>
        </p:sp>
        <p:sp>
          <p:nvSpPr>
            <p:cNvPr id="193" name="probe-bioicons-DicotSeedling-part-5"/>
            <p:cNvSpPr/>
            <p:nvPr/>
          </p:nvSpPr>
          <p:spPr>
            <a:xfrm>
              <a:off x="3459902" y="4995135"/>
              <a:ext cx="940806" cy="82103"/>
            </a:xfrm>
            <a:custGeom>
              <a:avLst/>
              <a:gdLst/>
              <a:ahLst/>
              <a:cxnLst/>
              <a:rect l="0" t="0" r="r" b="b"/>
              <a:pathLst>
                <a:path w="940806" h="82103">
                  <a:moveTo>
                    <a:pt x="0" y="82103"/>
                  </a:moveTo>
                  <a:cubicBezTo>
                    <a:pt x="24544" y="73847"/>
                    <a:pt x="49082" y="65594"/>
                    <a:pt x="72898" y="56252"/>
                  </a:cubicBezTo>
                  <a:cubicBezTo>
                    <a:pt x="96713" y="46910"/>
                    <a:pt x="119808" y="36481"/>
                    <a:pt x="145889" y="28282"/>
                  </a:cubicBezTo>
                  <a:cubicBezTo>
                    <a:pt x="171970" y="20084"/>
                    <a:pt x="201032" y="14115"/>
                    <a:pt x="237881" y="9445"/>
                  </a:cubicBezTo>
                  <a:cubicBezTo>
                    <a:pt x="274731" y="4775"/>
                    <a:pt x="319362" y="1401"/>
                    <a:pt x="368927" y="363"/>
                  </a:cubicBezTo>
                  <a:cubicBezTo>
                    <a:pt x="418491" y="-676"/>
                    <a:pt x="472984" y="628"/>
                    <a:pt x="520990" y="2828"/>
                  </a:cubicBezTo>
                  <a:cubicBezTo>
                    <a:pt x="568997" y="5035"/>
                    <a:pt x="610515" y="8147"/>
                    <a:pt x="649050" y="12300"/>
                  </a:cubicBezTo>
                  <a:cubicBezTo>
                    <a:pt x="687586" y="16452"/>
                    <a:pt x="723135" y="21642"/>
                    <a:pt x="756740" y="28389"/>
                  </a:cubicBezTo>
                  <a:cubicBezTo>
                    <a:pt x="790345" y="35137"/>
                    <a:pt x="822003" y="43441"/>
                    <a:pt x="852358" y="51571"/>
                  </a:cubicBezTo>
                  <a:cubicBezTo>
                    <a:pt x="882714" y="59701"/>
                    <a:pt x="911765" y="67657"/>
                    <a:pt x="940806" y="75610"/>
                  </a:cubicBezTo>
                </a:path>
              </a:pathLst>
            </a:custGeom>
            <a:noFill/>
            <a:ln w="346" cap="flat">
              <a:solidFill>
                <a:srgbClr val="236900"/>
              </a:solidFill>
              <a:prstDash val="solid"/>
              <a:miter/>
            </a:ln>
          </p:spPr>
        </p:sp>
        <p:sp>
          <p:nvSpPr>
            <p:cNvPr id="194" name="probe-bioicons-DicotSeedling-part-6"/>
            <p:cNvSpPr/>
            <p:nvPr/>
          </p:nvSpPr>
          <p:spPr>
            <a:xfrm>
              <a:off x="2349323" y="4855206"/>
              <a:ext cx="948675" cy="394543"/>
            </a:xfrm>
            <a:custGeom>
              <a:avLst/>
              <a:gdLst/>
              <a:ahLst/>
              <a:cxnLst/>
              <a:rect l="0" t="0" r="r" b="b"/>
              <a:pathLst>
                <a:path w="948675" h="394543">
                  <a:moveTo>
                    <a:pt x="948675" y="197271"/>
                  </a:moveTo>
                  <a:cubicBezTo>
                    <a:pt x="948675" y="201403"/>
                    <a:pt x="948363" y="205534"/>
                    <a:pt x="947739" y="209658"/>
                  </a:cubicBezTo>
                  <a:cubicBezTo>
                    <a:pt x="947115" y="213782"/>
                    <a:pt x="946180" y="217897"/>
                    <a:pt x="944934" y="221996"/>
                  </a:cubicBezTo>
                  <a:cubicBezTo>
                    <a:pt x="943689" y="226095"/>
                    <a:pt x="942135" y="230177"/>
                    <a:pt x="940273" y="234236"/>
                  </a:cubicBezTo>
                  <a:cubicBezTo>
                    <a:pt x="938411" y="238295"/>
                    <a:pt x="936243" y="242328"/>
                    <a:pt x="933773" y="246331"/>
                  </a:cubicBezTo>
                  <a:cubicBezTo>
                    <a:pt x="931302" y="250333"/>
                    <a:pt x="928529" y="254302"/>
                    <a:pt x="925459" y="258231"/>
                  </a:cubicBezTo>
                  <a:cubicBezTo>
                    <a:pt x="922389" y="262161"/>
                    <a:pt x="919023" y="266050"/>
                    <a:pt x="915365" y="269892"/>
                  </a:cubicBezTo>
                  <a:cubicBezTo>
                    <a:pt x="911708" y="273734"/>
                    <a:pt x="907761" y="277527"/>
                    <a:pt x="903531" y="281265"/>
                  </a:cubicBezTo>
                  <a:cubicBezTo>
                    <a:pt x="899300" y="285004"/>
                    <a:pt x="894789" y="288687"/>
                    <a:pt x="890002" y="292307"/>
                  </a:cubicBezTo>
                  <a:cubicBezTo>
                    <a:pt x="885216" y="295928"/>
                    <a:pt x="880157" y="299486"/>
                    <a:pt x="874834" y="302975"/>
                  </a:cubicBezTo>
                  <a:cubicBezTo>
                    <a:pt x="869510" y="306463"/>
                    <a:pt x="863924" y="309882"/>
                    <a:pt x="858084" y="313224"/>
                  </a:cubicBezTo>
                  <a:cubicBezTo>
                    <a:pt x="852244" y="316567"/>
                    <a:pt x="846154" y="319833"/>
                    <a:pt x="839821" y="323017"/>
                  </a:cubicBezTo>
                  <a:cubicBezTo>
                    <a:pt x="833488" y="326200"/>
                    <a:pt x="826916" y="329301"/>
                    <a:pt x="820114" y="332313"/>
                  </a:cubicBezTo>
                  <a:cubicBezTo>
                    <a:pt x="813313" y="335325"/>
                    <a:pt x="806286" y="338247"/>
                    <a:pt x="799044" y="341076"/>
                  </a:cubicBezTo>
                  <a:cubicBezTo>
                    <a:pt x="791801" y="343904"/>
                    <a:pt x="784347" y="346638"/>
                    <a:pt x="776691" y="349271"/>
                  </a:cubicBezTo>
                  <a:cubicBezTo>
                    <a:pt x="769036" y="351905"/>
                    <a:pt x="761184" y="354438"/>
                    <a:pt x="753146" y="356867"/>
                  </a:cubicBezTo>
                  <a:cubicBezTo>
                    <a:pt x="745108" y="359296"/>
                    <a:pt x="736889" y="361619"/>
                    <a:pt x="728500" y="363833"/>
                  </a:cubicBezTo>
                  <a:cubicBezTo>
                    <a:pt x="720111" y="366047"/>
                    <a:pt x="711557" y="368151"/>
                    <a:pt x="702851" y="370141"/>
                  </a:cubicBezTo>
                  <a:cubicBezTo>
                    <a:pt x="694145" y="372132"/>
                    <a:pt x="685290" y="374008"/>
                    <a:pt x="676300" y="375768"/>
                  </a:cubicBezTo>
                  <a:cubicBezTo>
                    <a:pt x="667311" y="377527"/>
                    <a:pt x="658190" y="379168"/>
                    <a:pt x="648953" y="380689"/>
                  </a:cubicBezTo>
                  <a:cubicBezTo>
                    <a:pt x="639715" y="382211"/>
                    <a:pt x="630365" y="383611"/>
                    <a:pt x="620916" y="384887"/>
                  </a:cubicBezTo>
                  <a:cubicBezTo>
                    <a:pt x="611467" y="386164"/>
                    <a:pt x="601923" y="387317"/>
                    <a:pt x="592300" y="388345"/>
                  </a:cubicBezTo>
                  <a:cubicBezTo>
                    <a:pt x="582677" y="389373"/>
                    <a:pt x="572979" y="390274"/>
                    <a:pt x="563219" y="391048"/>
                  </a:cubicBezTo>
                  <a:cubicBezTo>
                    <a:pt x="553460" y="391823"/>
                    <a:pt x="543645" y="392469"/>
                    <a:pt x="533788" y="392987"/>
                  </a:cubicBezTo>
                  <a:cubicBezTo>
                    <a:pt x="523931" y="393505"/>
                    <a:pt x="514037" y="393894"/>
                    <a:pt x="504121" y="394153"/>
                  </a:cubicBezTo>
                  <a:cubicBezTo>
                    <a:pt x="494206" y="394413"/>
                    <a:pt x="484273" y="394543"/>
                    <a:pt x="474337" y="394543"/>
                  </a:cubicBezTo>
                  <a:cubicBezTo>
                    <a:pt x="464402" y="394543"/>
                    <a:pt x="454469" y="394413"/>
                    <a:pt x="444553" y="394153"/>
                  </a:cubicBezTo>
                  <a:cubicBezTo>
                    <a:pt x="434638" y="393894"/>
                    <a:pt x="424744" y="393505"/>
                    <a:pt x="414887" y="392987"/>
                  </a:cubicBezTo>
                  <a:cubicBezTo>
                    <a:pt x="405030" y="392469"/>
                    <a:pt x="395215" y="391823"/>
                    <a:pt x="385455" y="391048"/>
                  </a:cubicBezTo>
                  <a:cubicBezTo>
                    <a:pt x="375696" y="390274"/>
                    <a:pt x="365998" y="389373"/>
                    <a:pt x="356374" y="388345"/>
                  </a:cubicBezTo>
                  <a:cubicBezTo>
                    <a:pt x="346751" y="387317"/>
                    <a:pt x="337208" y="386164"/>
                    <a:pt x="327759" y="384887"/>
                  </a:cubicBezTo>
                  <a:cubicBezTo>
                    <a:pt x="318310" y="383611"/>
                    <a:pt x="308960" y="382211"/>
                    <a:pt x="299722" y="380689"/>
                  </a:cubicBezTo>
                  <a:cubicBezTo>
                    <a:pt x="290485" y="379168"/>
                    <a:pt x="281364" y="377527"/>
                    <a:pt x="272374" y="375768"/>
                  </a:cubicBezTo>
                  <a:cubicBezTo>
                    <a:pt x="263385" y="374008"/>
                    <a:pt x="254530" y="372132"/>
                    <a:pt x="245824" y="370141"/>
                  </a:cubicBezTo>
                  <a:cubicBezTo>
                    <a:pt x="237117" y="368151"/>
                    <a:pt x="228563" y="366047"/>
                    <a:pt x="220175" y="363833"/>
                  </a:cubicBezTo>
                  <a:cubicBezTo>
                    <a:pt x="211786" y="361619"/>
                    <a:pt x="203567" y="359296"/>
                    <a:pt x="195529" y="356867"/>
                  </a:cubicBezTo>
                  <a:cubicBezTo>
                    <a:pt x="187491" y="354438"/>
                    <a:pt x="179639" y="351905"/>
                    <a:pt x="171983" y="349271"/>
                  </a:cubicBezTo>
                  <a:cubicBezTo>
                    <a:pt x="164328" y="346638"/>
                    <a:pt x="156874" y="343904"/>
                    <a:pt x="149631" y="341076"/>
                  </a:cubicBezTo>
                  <a:cubicBezTo>
                    <a:pt x="142389" y="338247"/>
                    <a:pt x="135361" y="335325"/>
                    <a:pt x="128560" y="332313"/>
                  </a:cubicBezTo>
                  <a:cubicBezTo>
                    <a:pt x="121759" y="329301"/>
                    <a:pt x="115187" y="326200"/>
                    <a:pt x="108854" y="323017"/>
                  </a:cubicBezTo>
                  <a:cubicBezTo>
                    <a:pt x="102521" y="319833"/>
                    <a:pt x="96430" y="316567"/>
                    <a:pt x="90590" y="313224"/>
                  </a:cubicBezTo>
                  <a:cubicBezTo>
                    <a:pt x="84751" y="309882"/>
                    <a:pt x="79165" y="306463"/>
                    <a:pt x="73841" y="302975"/>
                  </a:cubicBezTo>
                  <a:cubicBezTo>
                    <a:pt x="68517" y="299486"/>
                    <a:pt x="63459" y="295928"/>
                    <a:pt x="58672" y="292307"/>
                  </a:cubicBezTo>
                  <a:cubicBezTo>
                    <a:pt x="53886" y="288687"/>
                    <a:pt x="49374" y="285004"/>
                    <a:pt x="45144" y="281265"/>
                  </a:cubicBezTo>
                  <a:cubicBezTo>
                    <a:pt x="40914" y="277527"/>
                    <a:pt x="36967" y="273734"/>
                    <a:pt x="33310" y="269892"/>
                  </a:cubicBezTo>
                  <a:cubicBezTo>
                    <a:pt x="29652" y="266050"/>
                    <a:pt x="26286" y="262161"/>
                    <a:pt x="23216" y="258231"/>
                  </a:cubicBezTo>
                  <a:cubicBezTo>
                    <a:pt x="20146" y="254302"/>
                    <a:pt x="17373" y="250333"/>
                    <a:pt x="14902" y="246331"/>
                  </a:cubicBezTo>
                  <a:cubicBezTo>
                    <a:pt x="12431" y="242328"/>
                    <a:pt x="10264" y="238295"/>
                    <a:pt x="8402" y="234236"/>
                  </a:cubicBezTo>
                  <a:cubicBezTo>
                    <a:pt x="6540" y="230177"/>
                    <a:pt x="4986" y="226095"/>
                    <a:pt x="3740" y="221996"/>
                  </a:cubicBezTo>
                  <a:cubicBezTo>
                    <a:pt x="2495" y="217897"/>
                    <a:pt x="1560" y="213782"/>
                    <a:pt x="936" y="209658"/>
                  </a:cubicBezTo>
                  <a:cubicBezTo>
                    <a:pt x="312" y="205534"/>
                    <a:pt x="0" y="201403"/>
                    <a:pt x="0" y="197271"/>
                  </a:cubicBezTo>
                  <a:cubicBezTo>
                    <a:pt x="0" y="193139"/>
                    <a:pt x="312" y="189008"/>
                    <a:pt x="936" y="184885"/>
                  </a:cubicBezTo>
                  <a:cubicBezTo>
                    <a:pt x="1560" y="180761"/>
                    <a:pt x="2495" y="176646"/>
                    <a:pt x="3740" y="172547"/>
                  </a:cubicBezTo>
                  <a:cubicBezTo>
                    <a:pt x="4986" y="168447"/>
                    <a:pt x="6540" y="164365"/>
                    <a:pt x="8402" y="160306"/>
                  </a:cubicBezTo>
                  <a:cubicBezTo>
                    <a:pt x="10264" y="156248"/>
                    <a:pt x="12431" y="152214"/>
                    <a:pt x="14902" y="148212"/>
                  </a:cubicBezTo>
                  <a:cubicBezTo>
                    <a:pt x="17373" y="144210"/>
                    <a:pt x="20146" y="140241"/>
                    <a:pt x="23216" y="136311"/>
                  </a:cubicBezTo>
                  <a:cubicBezTo>
                    <a:pt x="26286" y="132381"/>
                    <a:pt x="29652" y="128493"/>
                    <a:pt x="33310" y="124651"/>
                  </a:cubicBezTo>
                  <a:cubicBezTo>
                    <a:pt x="36967" y="120809"/>
                    <a:pt x="40914" y="117016"/>
                    <a:pt x="45144" y="113277"/>
                  </a:cubicBezTo>
                  <a:cubicBezTo>
                    <a:pt x="49374" y="109539"/>
                    <a:pt x="53886" y="105856"/>
                    <a:pt x="58672" y="102235"/>
                  </a:cubicBezTo>
                  <a:cubicBezTo>
                    <a:pt x="63459" y="98614"/>
                    <a:pt x="68517" y="95057"/>
                    <a:pt x="73841" y="91568"/>
                  </a:cubicBezTo>
                  <a:cubicBezTo>
                    <a:pt x="79165" y="88079"/>
                    <a:pt x="84751" y="84661"/>
                    <a:pt x="90590" y="81318"/>
                  </a:cubicBezTo>
                  <a:cubicBezTo>
                    <a:pt x="96430" y="77975"/>
                    <a:pt x="102521" y="74710"/>
                    <a:pt x="108854" y="71526"/>
                  </a:cubicBezTo>
                  <a:cubicBezTo>
                    <a:pt x="115187" y="68342"/>
                    <a:pt x="121759" y="65242"/>
                    <a:pt x="128560" y="62230"/>
                  </a:cubicBezTo>
                  <a:cubicBezTo>
                    <a:pt x="135361" y="59218"/>
                    <a:pt x="142389" y="56295"/>
                    <a:pt x="149631" y="53467"/>
                  </a:cubicBezTo>
                  <a:cubicBezTo>
                    <a:pt x="156874" y="50638"/>
                    <a:pt x="164328" y="47905"/>
                    <a:pt x="171983" y="45271"/>
                  </a:cubicBezTo>
                  <a:cubicBezTo>
                    <a:pt x="179639" y="42637"/>
                    <a:pt x="187491" y="40104"/>
                    <a:pt x="195529" y="37675"/>
                  </a:cubicBezTo>
                  <a:cubicBezTo>
                    <a:pt x="203567" y="35247"/>
                    <a:pt x="211786" y="32924"/>
                    <a:pt x="220175" y="30710"/>
                  </a:cubicBezTo>
                  <a:cubicBezTo>
                    <a:pt x="228563" y="28496"/>
                    <a:pt x="237117" y="26392"/>
                    <a:pt x="245824" y="24401"/>
                  </a:cubicBezTo>
                  <a:cubicBezTo>
                    <a:pt x="254530" y="22411"/>
                    <a:pt x="263385" y="20534"/>
                    <a:pt x="272374" y="18775"/>
                  </a:cubicBezTo>
                  <a:cubicBezTo>
                    <a:pt x="281364" y="17016"/>
                    <a:pt x="290485" y="15374"/>
                    <a:pt x="299722" y="13853"/>
                  </a:cubicBezTo>
                  <a:cubicBezTo>
                    <a:pt x="308960" y="12332"/>
                    <a:pt x="318310" y="10932"/>
                    <a:pt x="327759" y="9655"/>
                  </a:cubicBezTo>
                  <a:cubicBezTo>
                    <a:pt x="337208" y="8378"/>
                    <a:pt x="346751" y="7225"/>
                    <a:pt x="356374" y="6198"/>
                  </a:cubicBezTo>
                  <a:cubicBezTo>
                    <a:pt x="365998" y="5170"/>
                    <a:pt x="375696" y="4268"/>
                    <a:pt x="385455" y="3494"/>
                  </a:cubicBezTo>
                  <a:cubicBezTo>
                    <a:pt x="395215" y="2720"/>
                    <a:pt x="405030" y="2073"/>
                    <a:pt x="414887" y="1556"/>
                  </a:cubicBezTo>
                  <a:cubicBezTo>
                    <a:pt x="424744" y="1038"/>
                    <a:pt x="434638" y="649"/>
                    <a:pt x="444553" y="389"/>
                  </a:cubicBezTo>
                  <a:cubicBezTo>
                    <a:pt x="454469" y="130"/>
                    <a:pt x="464402" y="0"/>
                    <a:pt x="474337" y="0"/>
                  </a:cubicBezTo>
                  <a:cubicBezTo>
                    <a:pt x="484273" y="0"/>
                    <a:pt x="494206" y="130"/>
                    <a:pt x="504121" y="389"/>
                  </a:cubicBezTo>
                  <a:cubicBezTo>
                    <a:pt x="514037" y="649"/>
                    <a:pt x="523931" y="1038"/>
                    <a:pt x="533788" y="1556"/>
                  </a:cubicBezTo>
                  <a:cubicBezTo>
                    <a:pt x="543645" y="2073"/>
                    <a:pt x="553460" y="2720"/>
                    <a:pt x="563219" y="3494"/>
                  </a:cubicBezTo>
                  <a:cubicBezTo>
                    <a:pt x="572979" y="4268"/>
                    <a:pt x="582677" y="5170"/>
                    <a:pt x="592300" y="6198"/>
                  </a:cubicBezTo>
                  <a:cubicBezTo>
                    <a:pt x="601923" y="7225"/>
                    <a:pt x="611467" y="8378"/>
                    <a:pt x="620916" y="9655"/>
                  </a:cubicBezTo>
                  <a:cubicBezTo>
                    <a:pt x="630365" y="10932"/>
                    <a:pt x="639715" y="12332"/>
                    <a:pt x="648953" y="13853"/>
                  </a:cubicBezTo>
                  <a:cubicBezTo>
                    <a:pt x="658190" y="15374"/>
                    <a:pt x="667311" y="17016"/>
                    <a:pt x="676300" y="18775"/>
                  </a:cubicBezTo>
                  <a:cubicBezTo>
                    <a:pt x="685290" y="20534"/>
                    <a:pt x="694145" y="22411"/>
                    <a:pt x="702851" y="24401"/>
                  </a:cubicBezTo>
                  <a:cubicBezTo>
                    <a:pt x="711557" y="26392"/>
                    <a:pt x="720111" y="28496"/>
                    <a:pt x="728500" y="30710"/>
                  </a:cubicBezTo>
                  <a:cubicBezTo>
                    <a:pt x="736889" y="32924"/>
                    <a:pt x="745108" y="35247"/>
                    <a:pt x="753146" y="37675"/>
                  </a:cubicBezTo>
                  <a:cubicBezTo>
                    <a:pt x="761184" y="40104"/>
                    <a:pt x="769036" y="42637"/>
                    <a:pt x="776691" y="45271"/>
                  </a:cubicBezTo>
                  <a:cubicBezTo>
                    <a:pt x="784347" y="47905"/>
                    <a:pt x="791801" y="50638"/>
                    <a:pt x="799044" y="53467"/>
                  </a:cubicBezTo>
                  <a:cubicBezTo>
                    <a:pt x="806286" y="56295"/>
                    <a:pt x="813313" y="59218"/>
                    <a:pt x="820114" y="62230"/>
                  </a:cubicBezTo>
                  <a:cubicBezTo>
                    <a:pt x="826916" y="65242"/>
                    <a:pt x="833488" y="68342"/>
                    <a:pt x="839821" y="71526"/>
                  </a:cubicBezTo>
                  <a:cubicBezTo>
                    <a:pt x="846154" y="74710"/>
                    <a:pt x="852244" y="77975"/>
                    <a:pt x="858084" y="81318"/>
                  </a:cubicBezTo>
                  <a:cubicBezTo>
                    <a:pt x="863924" y="84661"/>
                    <a:pt x="869510" y="88079"/>
                    <a:pt x="874834" y="91568"/>
                  </a:cubicBezTo>
                  <a:cubicBezTo>
                    <a:pt x="880157" y="95057"/>
                    <a:pt x="885216" y="98614"/>
                    <a:pt x="890002" y="102235"/>
                  </a:cubicBezTo>
                  <a:cubicBezTo>
                    <a:pt x="894789" y="105856"/>
                    <a:pt x="899300" y="109539"/>
                    <a:pt x="903531" y="113277"/>
                  </a:cubicBezTo>
                  <a:cubicBezTo>
                    <a:pt x="907761" y="117016"/>
                    <a:pt x="911708" y="120809"/>
                    <a:pt x="915365" y="124651"/>
                  </a:cubicBezTo>
                  <a:cubicBezTo>
                    <a:pt x="919023" y="128493"/>
                    <a:pt x="922389" y="132381"/>
                    <a:pt x="925459" y="136311"/>
                  </a:cubicBezTo>
                  <a:cubicBezTo>
                    <a:pt x="928529" y="140241"/>
                    <a:pt x="931302" y="144210"/>
                    <a:pt x="933773" y="148212"/>
                  </a:cubicBezTo>
                  <a:cubicBezTo>
                    <a:pt x="936243" y="152214"/>
                    <a:pt x="938411" y="156248"/>
                    <a:pt x="940273" y="160306"/>
                  </a:cubicBezTo>
                  <a:cubicBezTo>
                    <a:pt x="942135" y="164365"/>
                    <a:pt x="943689" y="168447"/>
                    <a:pt x="944934" y="172547"/>
                  </a:cubicBezTo>
                  <a:cubicBezTo>
                    <a:pt x="946180" y="176646"/>
                    <a:pt x="947115" y="180761"/>
                    <a:pt x="947739" y="184885"/>
                  </a:cubicBezTo>
                  <a:cubicBezTo>
                    <a:pt x="948363" y="189008"/>
                    <a:pt x="948675" y="193139"/>
                    <a:pt x="948675" y="197271"/>
                  </a:cubicBezTo>
                  <a:close/>
                </a:path>
              </a:pathLst>
            </a:custGeom>
            <a:solidFill>
              <a:srgbClr val="3F8E06"/>
            </a:solidFill>
            <a:ln w="776" cap="flat">
              <a:noFill/>
              <a:prstDash val="solid"/>
              <a:miter/>
            </a:ln>
          </p:spPr>
        </p:sp>
        <p:sp>
          <p:nvSpPr>
            <p:cNvPr id="195" name="probe-bioicons-DicotSeedling-part-7"/>
            <p:cNvSpPr/>
            <p:nvPr/>
          </p:nvSpPr>
          <p:spPr>
            <a:xfrm>
              <a:off x="2351423" y="5003334"/>
              <a:ext cx="938328" cy="75694"/>
            </a:xfrm>
            <a:custGeom>
              <a:avLst/>
              <a:gdLst/>
              <a:ahLst/>
              <a:cxnLst/>
              <a:rect l="0" t="0" r="r" b="b"/>
              <a:pathLst>
                <a:path w="938328" h="75694">
                  <a:moveTo>
                    <a:pt x="938328" y="75694"/>
                  </a:moveTo>
                  <a:cubicBezTo>
                    <a:pt x="912811" y="66848"/>
                    <a:pt x="887283" y="57997"/>
                    <a:pt x="860606" y="50848"/>
                  </a:cubicBezTo>
                  <a:cubicBezTo>
                    <a:pt x="833930" y="43698"/>
                    <a:pt x="806107" y="38251"/>
                    <a:pt x="774124" y="32019"/>
                  </a:cubicBezTo>
                  <a:cubicBezTo>
                    <a:pt x="742141" y="25787"/>
                    <a:pt x="706000" y="18770"/>
                    <a:pt x="667993" y="13970"/>
                  </a:cubicBezTo>
                  <a:cubicBezTo>
                    <a:pt x="629986" y="9169"/>
                    <a:pt x="590116" y="6588"/>
                    <a:pt x="537481" y="4150"/>
                  </a:cubicBezTo>
                  <a:cubicBezTo>
                    <a:pt x="484845" y="1712"/>
                    <a:pt x="419447" y="-583"/>
                    <a:pt x="364373" y="133"/>
                  </a:cubicBezTo>
                  <a:cubicBezTo>
                    <a:pt x="309299" y="851"/>
                    <a:pt x="264553" y="4579"/>
                    <a:pt x="230562" y="9168"/>
                  </a:cubicBezTo>
                  <a:cubicBezTo>
                    <a:pt x="196570" y="13757"/>
                    <a:pt x="173337" y="19207"/>
                    <a:pt x="144524" y="26009"/>
                  </a:cubicBezTo>
                  <a:cubicBezTo>
                    <a:pt x="115711" y="32811"/>
                    <a:pt x="81262" y="40979"/>
                    <a:pt x="56244" y="48151"/>
                  </a:cubicBezTo>
                  <a:cubicBezTo>
                    <a:pt x="31227" y="55323"/>
                    <a:pt x="15616" y="61504"/>
                    <a:pt x="0" y="67688"/>
                  </a:cubicBezTo>
                </a:path>
              </a:pathLst>
            </a:custGeom>
            <a:noFill/>
            <a:ln w="346" cap="flat">
              <a:solidFill>
                <a:srgbClr val="2369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bioicons/Lemna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bioicons/Macaque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bioicons/Mouse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lucide/egg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lucide/flower-2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lucide/paw-print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lucide/rabbit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lucide/shrimp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lucide/snail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lucide/sprout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lucide/tree-deciduous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lucide/tree-pine</a:t>
            </a:r>
          </a:p>
        </p:txBody>
      </p:sp>
      <p:grpSp>
        <p:nvGrpSpPr>
          <p:cNvPr id="23" name="probe-bioicons-Lemna" descr="Lemna — Gina-Vong; Bioicons upstream metadata declares CC0-1.0. Source: https://github.com/duerrsimon/bioicons/blob/d29e766ea7580b8063c4f47b29e872db40a4d979/static/icons/cc-0/Plants_Algae/Gina-Vong/Lemna.svg; SVG SHA256: 22b25bcfb48275c667ffdb4534b06caa1cd3e02d98a33a6ce07a9316a4fd1c4e; native DrawingML derivative; original colors retained"/>
          <p:cNvGrpSpPr/>
          <p:nvPr/>
        </p:nvGrpSpPr>
        <p:grpSpPr>
          <a:xfrm>
            <a:off x="1036493" y="723900"/>
            <a:ext cx="727364" cy="1028700"/>
            <a:chOff x="0" y="0"/>
            <a:chExt cx="7937012" cy="11225203"/>
          </a:xfrm>
        </p:grpSpPr>
        <p:sp>
          <p:nvSpPr>
            <p:cNvPr id="24" name="probe-bioicons-Lemna-part-1"/>
            <p:cNvSpPr/>
            <p:nvPr/>
          </p:nvSpPr>
          <p:spPr>
            <a:xfrm>
              <a:off x="2844063" y="3472183"/>
              <a:ext cx="1339267" cy="866935"/>
            </a:xfrm>
            <a:custGeom>
              <a:avLst/>
              <a:gdLst/>
              <a:ahLst/>
              <a:cxnLst/>
              <a:rect l="0" t="0" r="r" b="b"/>
              <a:pathLst>
                <a:path w="1339267" h="866935">
                  <a:moveTo>
                    <a:pt x="1339267" y="433468"/>
                  </a:moveTo>
                  <a:cubicBezTo>
                    <a:pt x="1339267" y="442547"/>
                    <a:pt x="1338826" y="451624"/>
                    <a:pt x="1337945" y="460685"/>
                  </a:cubicBezTo>
                  <a:cubicBezTo>
                    <a:pt x="1337065" y="469747"/>
                    <a:pt x="1335744" y="478788"/>
                    <a:pt x="1333986" y="487796"/>
                  </a:cubicBezTo>
                  <a:cubicBezTo>
                    <a:pt x="1332229" y="496803"/>
                    <a:pt x="1330034" y="505773"/>
                    <a:pt x="1327406" y="514691"/>
                  </a:cubicBezTo>
                  <a:cubicBezTo>
                    <a:pt x="1324777" y="523610"/>
                    <a:pt x="1321717" y="532473"/>
                    <a:pt x="1318229" y="541267"/>
                  </a:cubicBezTo>
                  <a:cubicBezTo>
                    <a:pt x="1314741" y="550061"/>
                    <a:pt x="1310827" y="558782"/>
                    <a:pt x="1306493" y="567417"/>
                  </a:cubicBezTo>
                  <a:cubicBezTo>
                    <a:pt x="1302158" y="576051"/>
                    <a:pt x="1297406" y="584596"/>
                    <a:pt x="1292243" y="593038"/>
                  </a:cubicBezTo>
                  <a:cubicBezTo>
                    <a:pt x="1287079" y="601479"/>
                    <a:pt x="1281508" y="609814"/>
                    <a:pt x="1275536" y="618029"/>
                  </a:cubicBezTo>
                  <a:cubicBezTo>
                    <a:pt x="1269564" y="626244"/>
                    <a:pt x="1263195" y="634336"/>
                    <a:pt x="1256438" y="642292"/>
                  </a:cubicBezTo>
                  <a:cubicBezTo>
                    <a:pt x="1249681" y="650248"/>
                    <a:pt x="1242539" y="658065"/>
                    <a:pt x="1235023" y="665731"/>
                  </a:cubicBezTo>
                  <a:cubicBezTo>
                    <a:pt x="1227508" y="673397"/>
                    <a:pt x="1219622" y="680908"/>
                    <a:pt x="1211378" y="688254"/>
                  </a:cubicBezTo>
                  <a:cubicBezTo>
                    <a:pt x="1203134" y="695599"/>
                    <a:pt x="1194535" y="702775"/>
                    <a:pt x="1185595" y="709770"/>
                  </a:cubicBezTo>
                  <a:cubicBezTo>
                    <a:pt x="1176654" y="716766"/>
                    <a:pt x="1167376" y="723578"/>
                    <a:pt x="1157775" y="730197"/>
                  </a:cubicBezTo>
                  <a:cubicBezTo>
                    <a:pt x="1148174" y="736815"/>
                    <a:pt x="1138253" y="743237"/>
                    <a:pt x="1128029" y="749452"/>
                  </a:cubicBezTo>
                  <a:cubicBezTo>
                    <a:pt x="1117804" y="755667"/>
                    <a:pt x="1107281" y="761673"/>
                    <a:pt x="1096474" y="767460"/>
                  </a:cubicBezTo>
                  <a:cubicBezTo>
                    <a:pt x="1085667" y="773248"/>
                    <a:pt x="1074581" y="778814"/>
                    <a:pt x="1063234" y="784150"/>
                  </a:cubicBezTo>
                  <a:cubicBezTo>
                    <a:pt x="1051887" y="789487"/>
                    <a:pt x="1040283" y="794592"/>
                    <a:pt x="1028441" y="799456"/>
                  </a:cubicBezTo>
                  <a:cubicBezTo>
                    <a:pt x="1016598" y="804321"/>
                    <a:pt x="1004523" y="808944"/>
                    <a:pt x="992232" y="813318"/>
                  </a:cubicBezTo>
                  <a:cubicBezTo>
                    <a:pt x="979941" y="817692"/>
                    <a:pt x="967440" y="821815"/>
                    <a:pt x="954749" y="825681"/>
                  </a:cubicBezTo>
                  <a:cubicBezTo>
                    <a:pt x="942058" y="829547"/>
                    <a:pt x="929183" y="833153"/>
                    <a:pt x="916142" y="836496"/>
                  </a:cubicBezTo>
                  <a:cubicBezTo>
                    <a:pt x="903101" y="839838"/>
                    <a:pt x="889901" y="842914"/>
                    <a:pt x="876561" y="845720"/>
                  </a:cubicBezTo>
                  <a:cubicBezTo>
                    <a:pt x="863222" y="848526"/>
                    <a:pt x="849750" y="851059"/>
                    <a:pt x="836164" y="853317"/>
                  </a:cubicBezTo>
                  <a:cubicBezTo>
                    <a:pt x="822579" y="855575"/>
                    <a:pt x="808888" y="857556"/>
                    <a:pt x="795110" y="859257"/>
                  </a:cubicBezTo>
                  <a:cubicBezTo>
                    <a:pt x="781333" y="860959"/>
                    <a:pt x="767476" y="862379"/>
                    <a:pt x="753561" y="863517"/>
                  </a:cubicBezTo>
                  <a:cubicBezTo>
                    <a:pt x="739645" y="864655"/>
                    <a:pt x="725678" y="865510"/>
                    <a:pt x="711680" y="866080"/>
                  </a:cubicBezTo>
                  <a:cubicBezTo>
                    <a:pt x="697682" y="866650"/>
                    <a:pt x="683659" y="866935"/>
                    <a:pt x="669633" y="866935"/>
                  </a:cubicBezTo>
                  <a:cubicBezTo>
                    <a:pt x="655607" y="866935"/>
                    <a:pt x="641585" y="866650"/>
                    <a:pt x="627587" y="866080"/>
                  </a:cubicBezTo>
                  <a:cubicBezTo>
                    <a:pt x="613588" y="865510"/>
                    <a:pt x="599621" y="864655"/>
                    <a:pt x="585706" y="863517"/>
                  </a:cubicBezTo>
                  <a:cubicBezTo>
                    <a:pt x="571791" y="862379"/>
                    <a:pt x="557934" y="860959"/>
                    <a:pt x="544157" y="859257"/>
                  </a:cubicBezTo>
                  <a:cubicBezTo>
                    <a:pt x="530379" y="857556"/>
                    <a:pt x="516688" y="855575"/>
                    <a:pt x="503102" y="853317"/>
                  </a:cubicBezTo>
                  <a:cubicBezTo>
                    <a:pt x="489517" y="851059"/>
                    <a:pt x="476045" y="848526"/>
                    <a:pt x="462705" y="845720"/>
                  </a:cubicBezTo>
                  <a:cubicBezTo>
                    <a:pt x="449366" y="842914"/>
                    <a:pt x="436166" y="839838"/>
                    <a:pt x="423125" y="836496"/>
                  </a:cubicBezTo>
                  <a:cubicBezTo>
                    <a:pt x="410084" y="833153"/>
                    <a:pt x="397208" y="829547"/>
                    <a:pt x="384517" y="825681"/>
                  </a:cubicBezTo>
                  <a:cubicBezTo>
                    <a:pt x="371826" y="821815"/>
                    <a:pt x="359326" y="817692"/>
                    <a:pt x="347035" y="813318"/>
                  </a:cubicBezTo>
                  <a:cubicBezTo>
                    <a:pt x="334744" y="808944"/>
                    <a:pt x="322668" y="804321"/>
                    <a:pt x="310826" y="799456"/>
                  </a:cubicBezTo>
                  <a:cubicBezTo>
                    <a:pt x="298983" y="794592"/>
                    <a:pt x="287380" y="789487"/>
                    <a:pt x="276033" y="784150"/>
                  </a:cubicBezTo>
                  <a:cubicBezTo>
                    <a:pt x="264686" y="778814"/>
                    <a:pt x="253600" y="773248"/>
                    <a:pt x="242793" y="767460"/>
                  </a:cubicBezTo>
                  <a:cubicBezTo>
                    <a:pt x="231986" y="761673"/>
                    <a:pt x="221462" y="755667"/>
                    <a:pt x="211238" y="749452"/>
                  </a:cubicBezTo>
                  <a:cubicBezTo>
                    <a:pt x="201013" y="743237"/>
                    <a:pt x="191093" y="736815"/>
                    <a:pt x="181492" y="730197"/>
                  </a:cubicBezTo>
                  <a:cubicBezTo>
                    <a:pt x="171890" y="723578"/>
                    <a:pt x="162612" y="716766"/>
                    <a:pt x="153672" y="709770"/>
                  </a:cubicBezTo>
                  <a:cubicBezTo>
                    <a:pt x="144732" y="702775"/>
                    <a:pt x="136133" y="695599"/>
                    <a:pt x="127889" y="688254"/>
                  </a:cubicBezTo>
                  <a:cubicBezTo>
                    <a:pt x="119644" y="680908"/>
                    <a:pt x="111759" y="673397"/>
                    <a:pt x="104243" y="665731"/>
                  </a:cubicBezTo>
                  <a:cubicBezTo>
                    <a:pt x="96728" y="658065"/>
                    <a:pt x="89586" y="650248"/>
                    <a:pt x="82829" y="642292"/>
                  </a:cubicBezTo>
                  <a:cubicBezTo>
                    <a:pt x="76072" y="634336"/>
                    <a:pt x="69703" y="626244"/>
                    <a:pt x="63731" y="618029"/>
                  </a:cubicBezTo>
                  <a:cubicBezTo>
                    <a:pt x="57759" y="609814"/>
                    <a:pt x="52187" y="601479"/>
                    <a:pt x="47024" y="593038"/>
                  </a:cubicBezTo>
                  <a:cubicBezTo>
                    <a:pt x="41861" y="584596"/>
                    <a:pt x="37108" y="576051"/>
                    <a:pt x="32774" y="567417"/>
                  </a:cubicBezTo>
                  <a:cubicBezTo>
                    <a:pt x="28440" y="558782"/>
                    <a:pt x="24526" y="550061"/>
                    <a:pt x="21038" y="541267"/>
                  </a:cubicBezTo>
                  <a:cubicBezTo>
                    <a:pt x="17550" y="532473"/>
                    <a:pt x="14489" y="523610"/>
                    <a:pt x="11861" y="514691"/>
                  </a:cubicBezTo>
                  <a:cubicBezTo>
                    <a:pt x="9233" y="505773"/>
                    <a:pt x="7038" y="496803"/>
                    <a:pt x="5280" y="487796"/>
                  </a:cubicBezTo>
                  <a:cubicBezTo>
                    <a:pt x="3522" y="478788"/>
                    <a:pt x="2202" y="469747"/>
                    <a:pt x="1321" y="460685"/>
                  </a:cubicBezTo>
                  <a:cubicBezTo>
                    <a:pt x="441" y="451624"/>
                    <a:pt x="0" y="442547"/>
                    <a:pt x="0" y="433468"/>
                  </a:cubicBezTo>
                  <a:cubicBezTo>
                    <a:pt x="0" y="424388"/>
                    <a:pt x="441" y="415311"/>
                    <a:pt x="1321" y="406250"/>
                  </a:cubicBezTo>
                  <a:cubicBezTo>
                    <a:pt x="2202" y="397189"/>
                    <a:pt x="3522" y="388147"/>
                    <a:pt x="5280" y="379140"/>
                  </a:cubicBezTo>
                  <a:cubicBezTo>
                    <a:pt x="7038" y="370132"/>
                    <a:pt x="9233" y="361162"/>
                    <a:pt x="11861" y="352244"/>
                  </a:cubicBezTo>
                  <a:cubicBezTo>
                    <a:pt x="14489" y="343325"/>
                    <a:pt x="17550" y="334463"/>
                    <a:pt x="21038" y="325669"/>
                  </a:cubicBezTo>
                  <a:cubicBezTo>
                    <a:pt x="24526" y="316875"/>
                    <a:pt x="28440" y="308154"/>
                    <a:pt x="32774" y="299519"/>
                  </a:cubicBezTo>
                  <a:cubicBezTo>
                    <a:pt x="37108" y="290884"/>
                    <a:pt x="41861" y="282339"/>
                    <a:pt x="47024" y="273898"/>
                  </a:cubicBezTo>
                  <a:cubicBezTo>
                    <a:pt x="52187" y="265456"/>
                    <a:pt x="57759" y="257121"/>
                    <a:pt x="63731" y="248906"/>
                  </a:cubicBezTo>
                  <a:cubicBezTo>
                    <a:pt x="69703" y="240691"/>
                    <a:pt x="76072" y="232599"/>
                    <a:pt x="82829" y="224643"/>
                  </a:cubicBezTo>
                  <a:cubicBezTo>
                    <a:pt x="89586" y="216687"/>
                    <a:pt x="96728" y="208870"/>
                    <a:pt x="104243" y="201204"/>
                  </a:cubicBezTo>
                  <a:cubicBezTo>
                    <a:pt x="111759" y="193538"/>
                    <a:pt x="119644" y="186027"/>
                    <a:pt x="127889" y="178682"/>
                  </a:cubicBezTo>
                  <a:cubicBezTo>
                    <a:pt x="136133" y="171336"/>
                    <a:pt x="144732" y="164161"/>
                    <a:pt x="153672" y="157165"/>
                  </a:cubicBezTo>
                  <a:cubicBezTo>
                    <a:pt x="162612" y="150169"/>
                    <a:pt x="171890" y="143357"/>
                    <a:pt x="181492" y="136739"/>
                  </a:cubicBezTo>
                  <a:cubicBezTo>
                    <a:pt x="191093" y="130120"/>
                    <a:pt x="201013" y="123699"/>
                    <a:pt x="211238" y="117483"/>
                  </a:cubicBezTo>
                  <a:cubicBezTo>
                    <a:pt x="221462" y="111268"/>
                    <a:pt x="231986" y="105262"/>
                    <a:pt x="242793" y="99475"/>
                  </a:cubicBezTo>
                  <a:cubicBezTo>
                    <a:pt x="253600" y="93688"/>
                    <a:pt x="264686" y="88122"/>
                    <a:pt x="276033" y="82785"/>
                  </a:cubicBezTo>
                  <a:cubicBezTo>
                    <a:pt x="287380" y="77448"/>
                    <a:pt x="298983" y="72344"/>
                    <a:pt x="310826" y="67479"/>
                  </a:cubicBezTo>
                  <a:cubicBezTo>
                    <a:pt x="322668" y="62614"/>
                    <a:pt x="334744" y="57991"/>
                    <a:pt x="347035" y="53617"/>
                  </a:cubicBezTo>
                  <a:cubicBezTo>
                    <a:pt x="359326" y="49243"/>
                    <a:pt x="371826" y="45120"/>
                    <a:pt x="384517" y="41254"/>
                  </a:cubicBezTo>
                  <a:cubicBezTo>
                    <a:pt x="397208" y="37389"/>
                    <a:pt x="410084" y="33782"/>
                    <a:pt x="423125" y="30440"/>
                  </a:cubicBezTo>
                  <a:cubicBezTo>
                    <a:pt x="436166" y="27097"/>
                    <a:pt x="449366" y="24021"/>
                    <a:pt x="462705" y="21215"/>
                  </a:cubicBezTo>
                  <a:cubicBezTo>
                    <a:pt x="476045" y="18410"/>
                    <a:pt x="489517" y="15876"/>
                    <a:pt x="503102" y="13618"/>
                  </a:cubicBezTo>
                  <a:cubicBezTo>
                    <a:pt x="516688" y="11360"/>
                    <a:pt x="530379" y="9379"/>
                    <a:pt x="544157" y="7678"/>
                  </a:cubicBezTo>
                  <a:cubicBezTo>
                    <a:pt x="557934" y="5977"/>
                    <a:pt x="571791" y="4556"/>
                    <a:pt x="585706" y="3418"/>
                  </a:cubicBezTo>
                  <a:cubicBezTo>
                    <a:pt x="599621" y="2280"/>
                    <a:pt x="613588" y="1425"/>
                    <a:pt x="627587" y="855"/>
                  </a:cubicBezTo>
                  <a:cubicBezTo>
                    <a:pt x="641585" y="285"/>
                    <a:pt x="655607" y="0"/>
                    <a:pt x="669633" y="0"/>
                  </a:cubicBezTo>
                  <a:cubicBezTo>
                    <a:pt x="683659" y="0"/>
                    <a:pt x="697682" y="285"/>
                    <a:pt x="711680" y="855"/>
                  </a:cubicBezTo>
                  <a:cubicBezTo>
                    <a:pt x="725678" y="1425"/>
                    <a:pt x="739645" y="2280"/>
                    <a:pt x="753561" y="3418"/>
                  </a:cubicBezTo>
                  <a:cubicBezTo>
                    <a:pt x="767476" y="4556"/>
                    <a:pt x="781333" y="5977"/>
                    <a:pt x="795110" y="7678"/>
                  </a:cubicBezTo>
                  <a:cubicBezTo>
                    <a:pt x="808888" y="9379"/>
                    <a:pt x="822579" y="11360"/>
                    <a:pt x="836164" y="13618"/>
                  </a:cubicBezTo>
                  <a:cubicBezTo>
                    <a:pt x="849750" y="15876"/>
                    <a:pt x="863222" y="18410"/>
                    <a:pt x="876561" y="21215"/>
                  </a:cubicBezTo>
                  <a:cubicBezTo>
                    <a:pt x="889901" y="24021"/>
                    <a:pt x="903101" y="27097"/>
                    <a:pt x="916142" y="30440"/>
                  </a:cubicBezTo>
                  <a:cubicBezTo>
                    <a:pt x="929183" y="33782"/>
                    <a:pt x="942058" y="37389"/>
                    <a:pt x="954749" y="41254"/>
                  </a:cubicBezTo>
                  <a:cubicBezTo>
                    <a:pt x="967440" y="45120"/>
                    <a:pt x="979941" y="49243"/>
                    <a:pt x="992232" y="53617"/>
                  </a:cubicBezTo>
                  <a:cubicBezTo>
                    <a:pt x="1004523" y="57991"/>
                    <a:pt x="1016598" y="62614"/>
                    <a:pt x="1028441" y="67479"/>
                  </a:cubicBezTo>
                  <a:cubicBezTo>
                    <a:pt x="1040283" y="72344"/>
                    <a:pt x="1051887" y="77448"/>
                    <a:pt x="1063234" y="82785"/>
                  </a:cubicBezTo>
                  <a:cubicBezTo>
                    <a:pt x="1074581" y="88122"/>
                    <a:pt x="1085667" y="93688"/>
                    <a:pt x="1096474" y="99475"/>
                  </a:cubicBezTo>
                  <a:cubicBezTo>
                    <a:pt x="1107281" y="105262"/>
                    <a:pt x="1117804" y="111268"/>
                    <a:pt x="1128029" y="117483"/>
                  </a:cubicBezTo>
                  <a:cubicBezTo>
                    <a:pt x="1138253" y="123699"/>
                    <a:pt x="1148174" y="130120"/>
                    <a:pt x="1157775" y="136739"/>
                  </a:cubicBezTo>
                  <a:cubicBezTo>
                    <a:pt x="1167376" y="143357"/>
                    <a:pt x="1176654" y="150169"/>
                    <a:pt x="1185595" y="157165"/>
                  </a:cubicBezTo>
                  <a:cubicBezTo>
                    <a:pt x="1194535" y="164161"/>
                    <a:pt x="1203134" y="171336"/>
                    <a:pt x="1211378" y="178682"/>
                  </a:cubicBezTo>
                  <a:cubicBezTo>
                    <a:pt x="1219622" y="186027"/>
                    <a:pt x="1227508" y="193538"/>
                    <a:pt x="1235023" y="201204"/>
                  </a:cubicBezTo>
                  <a:cubicBezTo>
                    <a:pt x="1242539" y="208870"/>
                    <a:pt x="1249681" y="216687"/>
                    <a:pt x="1256438" y="224643"/>
                  </a:cubicBezTo>
                  <a:cubicBezTo>
                    <a:pt x="1263195" y="232599"/>
                    <a:pt x="1269564" y="240691"/>
                    <a:pt x="1275536" y="248906"/>
                  </a:cubicBezTo>
                  <a:cubicBezTo>
                    <a:pt x="1281508" y="257121"/>
                    <a:pt x="1287079" y="265456"/>
                    <a:pt x="1292243" y="273898"/>
                  </a:cubicBezTo>
                  <a:cubicBezTo>
                    <a:pt x="1297406" y="282339"/>
                    <a:pt x="1302158" y="290884"/>
                    <a:pt x="1306493" y="299519"/>
                  </a:cubicBezTo>
                  <a:cubicBezTo>
                    <a:pt x="1310827" y="308154"/>
                    <a:pt x="1314741" y="316875"/>
                    <a:pt x="1318229" y="325669"/>
                  </a:cubicBezTo>
                  <a:cubicBezTo>
                    <a:pt x="1321717" y="334463"/>
                    <a:pt x="1324777" y="343325"/>
                    <a:pt x="1327406" y="352244"/>
                  </a:cubicBezTo>
                  <a:cubicBezTo>
                    <a:pt x="1330034" y="361162"/>
                    <a:pt x="1332229" y="370132"/>
                    <a:pt x="1333986" y="379140"/>
                  </a:cubicBezTo>
                  <a:cubicBezTo>
                    <a:pt x="1335744" y="388147"/>
                    <a:pt x="1337065" y="397189"/>
                    <a:pt x="1337945" y="406250"/>
                  </a:cubicBezTo>
                  <a:cubicBezTo>
                    <a:pt x="1338826" y="415311"/>
                    <a:pt x="1339267" y="424388"/>
                    <a:pt x="1339267" y="433468"/>
                  </a:cubicBezTo>
                  <a:close/>
                </a:path>
              </a:pathLst>
            </a:custGeom>
            <a:solidFill>
              <a:srgbClr val="156500"/>
            </a:solidFill>
            <a:ln w="693" cap="flat">
              <a:noFill/>
              <a:prstDash val="solid"/>
              <a:miter/>
            </a:ln>
          </p:spPr>
        </p:sp>
        <p:sp>
          <p:nvSpPr>
            <p:cNvPr id="25" name="probe-bioicons-Lemna-part-2"/>
            <p:cNvSpPr/>
            <p:nvPr/>
          </p:nvSpPr>
          <p:spPr>
            <a:xfrm>
              <a:off x="2813300" y="3748744"/>
              <a:ext cx="1072866" cy="1180750"/>
            </a:xfrm>
            <a:custGeom>
              <a:avLst/>
              <a:gdLst/>
              <a:ahLst/>
              <a:cxnLst/>
              <a:rect l="0" t="0" r="r" b="b"/>
              <a:pathLst>
                <a:path w="1072866" h="1180750">
                  <a:moveTo>
                    <a:pt x="121832" y="64528"/>
                  </a:moveTo>
                  <a:cubicBezTo>
                    <a:pt x="128962" y="58907"/>
                    <a:pt x="136362" y="53633"/>
                    <a:pt x="144023" y="48714"/>
                  </a:cubicBezTo>
                  <a:cubicBezTo>
                    <a:pt x="151684" y="43795"/>
                    <a:pt x="159602" y="39234"/>
                    <a:pt x="167764" y="35038"/>
                  </a:cubicBezTo>
                  <a:cubicBezTo>
                    <a:pt x="175925" y="30841"/>
                    <a:pt x="184328" y="27011"/>
                    <a:pt x="192959" y="23553"/>
                  </a:cubicBezTo>
                  <a:cubicBezTo>
                    <a:pt x="201589" y="20095"/>
                    <a:pt x="210444" y="17011"/>
                    <a:pt x="219509" y="14305"/>
                  </a:cubicBezTo>
                  <a:cubicBezTo>
                    <a:pt x="228575" y="11600"/>
                    <a:pt x="237846" y="9274"/>
                    <a:pt x="247311" y="7331"/>
                  </a:cubicBezTo>
                  <a:cubicBezTo>
                    <a:pt x="256775" y="5388"/>
                    <a:pt x="266427" y="3830"/>
                    <a:pt x="276253" y="2658"/>
                  </a:cubicBezTo>
                  <a:cubicBezTo>
                    <a:pt x="286079" y="1486"/>
                    <a:pt x="296074" y="701"/>
                    <a:pt x="306222" y="304"/>
                  </a:cubicBezTo>
                  <a:cubicBezTo>
                    <a:pt x="316371" y="-93"/>
                    <a:pt x="326669" y="-101"/>
                    <a:pt x="337100" y="279"/>
                  </a:cubicBezTo>
                  <a:cubicBezTo>
                    <a:pt x="347532" y="659"/>
                    <a:pt x="358092" y="1427"/>
                    <a:pt x="368765" y="2583"/>
                  </a:cubicBezTo>
                  <a:cubicBezTo>
                    <a:pt x="379438" y="3738"/>
                    <a:pt x="390218" y="5280"/>
                    <a:pt x="401091" y="7206"/>
                  </a:cubicBezTo>
                  <a:cubicBezTo>
                    <a:pt x="411963" y="9132"/>
                    <a:pt x="422922" y="11442"/>
                    <a:pt x="433951" y="14131"/>
                  </a:cubicBezTo>
                  <a:cubicBezTo>
                    <a:pt x="444980" y="16821"/>
                    <a:pt x="456074" y="19889"/>
                    <a:pt x="467216" y="23330"/>
                  </a:cubicBezTo>
                  <a:cubicBezTo>
                    <a:pt x="478358" y="26772"/>
                    <a:pt x="489543" y="30587"/>
                    <a:pt x="500754" y="34767"/>
                  </a:cubicBezTo>
                  <a:cubicBezTo>
                    <a:pt x="511965" y="38948"/>
                    <a:pt x="523197" y="43494"/>
                    <a:pt x="534433" y="48397"/>
                  </a:cubicBezTo>
                  <a:cubicBezTo>
                    <a:pt x="545668" y="53301"/>
                    <a:pt x="556903" y="58560"/>
                    <a:pt x="568119" y="64166"/>
                  </a:cubicBezTo>
                  <a:cubicBezTo>
                    <a:pt x="579336" y="69773"/>
                    <a:pt x="590528" y="75724"/>
                    <a:pt x="601681" y="82011"/>
                  </a:cubicBezTo>
                  <a:cubicBezTo>
                    <a:pt x="612833" y="88299"/>
                    <a:pt x="623940" y="94919"/>
                    <a:pt x="634985" y="101863"/>
                  </a:cubicBezTo>
                  <a:cubicBezTo>
                    <a:pt x="646030" y="108807"/>
                    <a:pt x="657007" y="116070"/>
                    <a:pt x="667900" y="123643"/>
                  </a:cubicBezTo>
                  <a:cubicBezTo>
                    <a:pt x="678793" y="131215"/>
                    <a:pt x="689597" y="139093"/>
                    <a:pt x="700296" y="147264"/>
                  </a:cubicBezTo>
                  <a:cubicBezTo>
                    <a:pt x="710995" y="155436"/>
                    <a:pt x="721584" y="163897"/>
                    <a:pt x="732046" y="172635"/>
                  </a:cubicBezTo>
                  <a:cubicBezTo>
                    <a:pt x="742508" y="181373"/>
                    <a:pt x="752839" y="190384"/>
                    <a:pt x="763024" y="199654"/>
                  </a:cubicBezTo>
                  <a:cubicBezTo>
                    <a:pt x="773208" y="208924"/>
                    <a:pt x="783241" y="218449"/>
                    <a:pt x="793107" y="228215"/>
                  </a:cubicBezTo>
                  <a:cubicBezTo>
                    <a:pt x="802973" y="237981"/>
                    <a:pt x="812668" y="247982"/>
                    <a:pt x="822177" y="258205"/>
                  </a:cubicBezTo>
                  <a:cubicBezTo>
                    <a:pt x="831687" y="268428"/>
                    <a:pt x="841005" y="278867"/>
                    <a:pt x="850120" y="289506"/>
                  </a:cubicBezTo>
                  <a:cubicBezTo>
                    <a:pt x="859235" y="300146"/>
                    <a:pt x="868141" y="310981"/>
                    <a:pt x="876825" y="321995"/>
                  </a:cubicBezTo>
                  <a:cubicBezTo>
                    <a:pt x="885509" y="333009"/>
                    <a:pt x="893967" y="344197"/>
                    <a:pt x="902186" y="355543"/>
                  </a:cubicBezTo>
                  <a:cubicBezTo>
                    <a:pt x="910405" y="366888"/>
                    <a:pt x="918382" y="378385"/>
                    <a:pt x="926104" y="390017"/>
                  </a:cubicBezTo>
                  <a:cubicBezTo>
                    <a:pt x="933826" y="401649"/>
                    <a:pt x="941290" y="413410"/>
                    <a:pt x="948484" y="425283"/>
                  </a:cubicBezTo>
                  <a:cubicBezTo>
                    <a:pt x="955678" y="437155"/>
                    <a:pt x="962600" y="449133"/>
                    <a:pt x="969238" y="461199"/>
                  </a:cubicBezTo>
                  <a:cubicBezTo>
                    <a:pt x="975876" y="473265"/>
                    <a:pt x="982228" y="485414"/>
                    <a:pt x="988284" y="497626"/>
                  </a:cubicBezTo>
                  <a:cubicBezTo>
                    <a:pt x="994339" y="509838"/>
                    <a:pt x="1000096" y="522108"/>
                    <a:pt x="1005546" y="534419"/>
                  </a:cubicBezTo>
                  <a:cubicBezTo>
                    <a:pt x="1010996" y="546729"/>
                    <a:pt x="1016135" y="559073"/>
                    <a:pt x="1020957" y="571432"/>
                  </a:cubicBezTo>
                  <a:cubicBezTo>
                    <a:pt x="1025779" y="583791"/>
                    <a:pt x="1030281" y="596160"/>
                    <a:pt x="1034456" y="608520"/>
                  </a:cubicBezTo>
                  <a:cubicBezTo>
                    <a:pt x="1038631" y="620880"/>
                    <a:pt x="1042478" y="633225"/>
                    <a:pt x="1045990" y="645537"/>
                  </a:cubicBezTo>
                  <a:cubicBezTo>
                    <a:pt x="1049502" y="657849"/>
                    <a:pt x="1052677" y="670121"/>
                    <a:pt x="1055512" y="682336"/>
                  </a:cubicBezTo>
                  <a:cubicBezTo>
                    <a:pt x="1058347" y="694551"/>
                    <a:pt x="1060840" y="706702"/>
                    <a:pt x="1062986" y="718772"/>
                  </a:cubicBezTo>
                  <a:cubicBezTo>
                    <a:pt x="1065133" y="730842"/>
                    <a:pt x="1066932" y="742824"/>
                    <a:pt x="1068382" y="754701"/>
                  </a:cubicBezTo>
                  <a:cubicBezTo>
                    <a:pt x="1069832" y="766578"/>
                    <a:pt x="1070931" y="778344"/>
                    <a:pt x="1071679" y="789982"/>
                  </a:cubicBezTo>
                  <a:cubicBezTo>
                    <a:pt x="1072426" y="801619"/>
                    <a:pt x="1072821" y="813123"/>
                    <a:pt x="1072863" y="824475"/>
                  </a:cubicBezTo>
                  <a:cubicBezTo>
                    <a:pt x="1072905" y="835827"/>
                    <a:pt x="1072593" y="847022"/>
                    <a:pt x="1071930" y="858044"/>
                  </a:cubicBezTo>
                  <a:cubicBezTo>
                    <a:pt x="1071266" y="869066"/>
                    <a:pt x="1070250" y="879909"/>
                    <a:pt x="1068884" y="890557"/>
                  </a:cubicBezTo>
                  <a:cubicBezTo>
                    <a:pt x="1067517" y="901205"/>
                    <a:pt x="1065800" y="911653"/>
                    <a:pt x="1063736" y="921885"/>
                  </a:cubicBezTo>
                  <a:cubicBezTo>
                    <a:pt x="1061672" y="932117"/>
                    <a:pt x="1059261" y="942129"/>
                    <a:pt x="1056507" y="951905"/>
                  </a:cubicBezTo>
                  <a:cubicBezTo>
                    <a:pt x="1053754" y="961681"/>
                    <a:pt x="1050658" y="971216"/>
                    <a:pt x="1047226" y="980498"/>
                  </a:cubicBezTo>
                  <a:cubicBezTo>
                    <a:pt x="1043794" y="989779"/>
                    <a:pt x="1040026" y="998801"/>
                    <a:pt x="1035929" y="1007551"/>
                  </a:cubicBezTo>
                  <a:cubicBezTo>
                    <a:pt x="1031832" y="1016301"/>
                    <a:pt x="1027407" y="1024774"/>
                    <a:pt x="1022661" y="1032958"/>
                  </a:cubicBezTo>
                  <a:cubicBezTo>
                    <a:pt x="1017915" y="1041142"/>
                    <a:pt x="1012850" y="1049032"/>
                    <a:pt x="1007474" y="1056618"/>
                  </a:cubicBezTo>
                  <a:cubicBezTo>
                    <a:pt x="1002098" y="1064204"/>
                    <a:pt x="996413" y="1071481"/>
                    <a:pt x="990428" y="1078438"/>
                  </a:cubicBezTo>
                  <a:cubicBezTo>
                    <a:pt x="984442" y="1085396"/>
                    <a:pt x="978160" y="1092030"/>
                    <a:pt x="971590" y="1098332"/>
                  </a:cubicBezTo>
                  <a:cubicBezTo>
                    <a:pt x="965019" y="1104634"/>
                    <a:pt x="958164" y="1110600"/>
                    <a:pt x="951034" y="1116222"/>
                  </a:cubicBezTo>
                  <a:cubicBezTo>
                    <a:pt x="943905" y="1121843"/>
                    <a:pt x="936504" y="1127117"/>
                    <a:pt x="928843" y="1132036"/>
                  </a:cubicBezTo>
                  <a:cubicBezTo>
                    <a:pt x="921182" y="1136954"/>
                    <a:pt x="913265" y="1141515"/>
                    <a:pt x="905103" y="1145712"/>
                  </a:cubicBezTo>
                  <a:cubicBezTo>
                    <a:pt x="896941" y="1149909"/>
                    <a:pt x="888538" y="1153739"/>
                    <a:pt x="879908" y="1157197"/>
                  </a:cubicBezTo>
                  <a:cubicBezTo>
                    <a:pt x="871277" y="1160655"/>
                    <a:pt x="862422" y="1163739"/>
                    <a:pt x="853357" y="1166445"/>
                  </a:cubicBezTo>
                  <a:cubicBezTo>
                    <a:pt x="844292" y="1169150"/>
                    <a:pt x="835020" y="1171476"/>
                    <a:pt x="825556" y="1173419"/>
                  </a:cubicBezTo>
                  <a:cubicBezTo>
                    <a:pt x="816091" y="1175362"/>
                    <a:pt x="806439" y="1176920"/>
                    <a:pt x="796613" y="1178092"/>
                  </a:cubicBezTo>
                  <a:cubicBezTo>
                    <a:pt x="786787" y="1179264"/>
                    <a:pt x="776793" y="1180049"/>
                    <a:pt x="766644" y="1180446"/>
                  </a:cubicBezTo>
                  <a:cubicBezTo>
                    <a:pt x="756495" y="1180843"/>
                    <a:pt x="746198" y="1180851"/>
                    <a:pt x="735766" y="1180471"/>
                  </a:cubicBezTo>
                  <a:cubicBezTo>
                    <a:pt x="725335" y="1180091"/>
                    <a:pt x="714775" y="1179323"/>
                    <a:pt x="704102" y="1178167"/>
                  </a:cubicBezTo>
                  <a:cubicBezTo>
                    <a:pt x="693429" y="1177012"/>
                    <a:pt x="682648" y="1175470"/>
                    <a:pt x="671776" y="1173544"/>
                  </a:cubicBezTo>
                  <a:cubicBezTo>
                    <a:pt x="660903" y="1171617"/>
                    <a:pt x="649944" y="1169308"/>
                    <a:pt x="638915" y="1166619"/>
                  </a:cubicBezTo>
                  <a:cubicBezTo>
                    <a:pt x="627886" y="1163929"/>
                    <a:pt x="616793" y="1160861"/>
                    <a:pt x="605650" y="1157419"/>
                  </a:cubicBezTo>
                  <a:cubicBezTo>
                    <a:pt x="594508" y="1153978"/>
                    <a:pt x="583324" y="1150163"/>
                    <a:pt x="572113" y="1145982"/>
                  </a:cubicBezTo>
                  <a:cubicBezTo>
                    <a:pt x="560901" y="1141801"/>
                    <a:pt x="549670" y="1137256"/>
                    <a:pt x="538434" y="1132353"/>
                  </a:cubicBezTo>
                  <a:cubicBezTo>
                    <a:pt x="527198" y="1127449"/>
                    <a:pt x="515964" y="1122190"/>
                    <a:pt x="504747" y="1116584"/>
                  </a:cubicBezTo>
                  <a:cubicBezTo>
                    <a:pt x="493531" y="1110977"/>
                    <a:pt x="482338" y="1105026"/>
                    <a:pt x="471186" y="1098738"/>
                  </a:cubicBezTo>
                  <a:cubicBezTo>
                    <a:pt x="460033" y="1092451"/>
                    <a:pt x="448926" y="1085830"/>
                    <a:pt x="437882" y="1078887"/>
                  </a:cubicBezTo>
                  <a:cubicBezTo>
                    <a:pt x="426837" y="1071943"/>
                    <a:pt x="415860" y="1064680"/>
                    <a:pt x="404966" y="1057107"/>
                  </a:cubicBezTo>
                  <a:cubicBezTo>
                    <a:pt x="394073" y="1049535"/>
                    <a:pt x="383269" y="1041657"/>
                    <a:pt x="372570" y="1033485"/>
                  </a:cubicBezTo>
                  <a:cubicBezTo>
                    <a:pt x="361871" y="1025314"/>
                    <a:pt x="351283" y="1016853"/>
                    <a:pt x="340820" y="1008115"/>
                  </a:cubicBezTo>
                  <a:cubicBezTo>
                    <a:pt x="330358" y="999377"/>
                    <a:pt x="320027" y="990366"/>
                    <a:pt x="309843" y="981096"/>
                  </a:cubicBezTo>
                  <a:cubicBezTo>
                    <a:pt x="299658" y="971826"/>
                    <a:pt x="289626" y="962301"/>
                    <a:pt x="279759" y="952535"/>
                  </a:cubicBezTo>
                  <a:cubicBezTo>
                    <a:pt x="269893" y="942769"/>
                    <a:pt x="260198" y="932768"/>
                    <a:pt x="250689" y="922545"/>
                  </a:cubicBezTo>
                  <a:cubicBezTo>
                    <a:pt x="241180" y="912322"/>
                    <a:pt x="231861" y="901883"/>
                    <a:pt x="222746" y="891244"/>
                  </a:cubicBezTo>
                  <a:cubicBezTo>
                    <a:pt x="213632" y="880604"/>
                    <a:pt x="204726" y="869769"/>
                    <a:pt x="196042" y="858755"/>
                  </a:cubicBezTo>
                  <a:cubicBezTo>
                    <a:pt x="187358" y="847741"/>
                    <a:pt x="178900" y="836553"/>
                    <a:pt x="170680" y="825207"/>
                  </a:cubicBezTo>
                  <a:cubicBezTo>
                    <a:pt x="162461" y="813862"/>
                    <a:pt x="154484" y="802365"/>
                    <a:pt x="146762" y="790733"/>
                  </a:cubicBezTo>
                  <a:cubicBezTo>
                    <a:pt x="139040" y="779101"/>
                    <a:pt x="131577" y="767340"/>
                    <a:pt x="124382" y="755467"/>
                  </a:cubicBezTo>
                  <a:cubicBezTo>
                    <a:pt x="117188" y="743595"/>
                    <a:pt x="110267" y="731617"/>
                    <a:pt x="103629" y="719551"/>
                  </a:cubicBezTo>
                  <a:cubicBezTo>
                    <a:pt x="96990" y="707484"/>
                    <a:pt x="90639" y="695336"/>
                    <a:pt x="84583" y="683124"/>
                  </a:cubicBezTo>
                  <a:cubicBezTo>
                    <a:pt x="78527" y="670912"/>
                    <a:pt x="72770" y="658641"/>
                    <a:pt x="67320" y="646331"/>
                  </a:cubicBezTo>
                  <a:cubicBezTo>
                    <a:pt x="61871" y="634021"/>
                    <a:pt x="56731" y="621677"/>
                    <a:pt x="51909" y="609318"/>
                  </a:cubicBezTo>
                  <a:cubicBezTo>
                    <a:pt x="47087" y="596958"/>
                    <a:pt x="42585" y="584590"/>
                    <a:pt x="38410" y="572230"/>
                  </a:cubicBezTo>
                  <a:cubicBezTo>
                    <a:pt x="34235" y="559870"/>
                    <a:pt x="30389" y="547525"/>
                    <a:pt x="26877" y="535213"/>
                  </a:cubicBezTo>
                  <a:cubicBezTo>
                    <a:pt x="23365" y="522901"/>
                    <a:pt x="20189" y="510629"/>
                    <a:pt x="17354" y="498414"/>
                  </a:cubicBezTo>
                  <a:cubicBezTo>
                    <a:pt x="14519" y="486199"/>
                    <a:pt x="12027" y="474048"/>
                    <a:pt x="9880" y="461978"/>
                  </a:cubicBezTo>
                  <a:cubicBezTo>
                    <a:pt x="7734" y="449908"/>
                    <a:pt x="5934" y="437926"/>
                    <a:pt x="4484" y="426049"/>
                  </a:cubicBezTo>
                  <a:cubicBezTo>
                    <a:pt x="3035" y="414172"/>
                    <a:pt x="1935" y="402406"/>
                    <a:pt x="1188" y="390768"/>
                  </a:cubicBezTo>
                  <a:cubicBezTo>
                    <a:pt x="441" y="379130"/>
                    <a:pt x="46" y="367627"/>
                    <a:pt x="4" y="356275"/>
                  </a:cubicBezTo>
                  <a:cubicBezTo>
                    <a:pt x="-38" y="344923"/>
                    <a:pt x="273" y="333728"/>
                    <a:pt x="937" y="322706"/>
                  </a:cubicBezTo>
                  <a:cubicBezTo>
                    <a:pt x="1600" y="311684"/>
                    <a:pt x="2616" y="300841"/>
                    <a:pt x="3983" y="290193"/>
                  </a:cubicBezTo>
                  <a:cubicBezTo>
                    <a:pt x="5350" y="279545"/>
                    <a:pt x="7066" y="269097"/>
                    <a:pt x="9130" y="258865"/>
                  </a:cubicBezTo>
                  <a:cubicBezTo>
                    <a:pt x="11195" y="248633"/>
                    <a:pt x="13605" y="238621"/>
                    <a:pt x="16359" y="228845"/>
                  </a:cubicBezTo>
                  <a:cubicBezTo>
                    <a:pt x="19113" y="219069"/>
                    <a:pt x="22208" y="209534"/>
                    <a:pt x="25640" y="200252"/>
                  </a:cubicBezTo>
                  <a:cubicBezTo>
                    <a:pt x="29072" y="190971"/>
                    <a:pt x="32840" y="181949"/>
                    <a:pt x="36937" y="173199"/>
                  </a:cubicBezTo>
                  <a:cubicBezTo>
                    <a:pt x="41034" y="164449"/>
                    <a:pt x="45459" y="155976"/>
                    <a:pt x="50205" y="147792"/>
                  </a:cubicBezTo>
                  <a:cubicBezTo>
                    <a:pt x="54952" y="139608"/>
                    <a:pt x="60016" y="131718"/>
                    <a:pt x="65393" y="124132"/>
                  </a:cubicBezTo>
                  <a:cubicBezTo>
                    <a:pt x="70769" y="116546"/>
                    <a:pt x="76454" y="109269"/>
                    <a:pt x="82439" y="102312"/>
                  </a:cubicBezTo>
                  <a:cubicBezTo>
                    <a:pt x="88424" y="95354"/>
                    <a:pt x="94706" y="88720"/>
                    <a:pt x="101277" y="82418"/>
                  </a:cubicBezTo>
                  <a:cubicBezTo>
                    <a:pt x="107847" y="76116"/>
                    <a:pt x="114702" y="70150"/>
                    <a:pt x="121832" y="64528"/>
                  </a:cubicBezTo>
                  <a:close/>
                </a:path>
              </a:pathLst>
            </a:custGeom>
            <a:solidFill>
              <a:srgbClr val="219B00"/>
            </a:solidFill>
            <a:ln w="150" cap="flat">
              <a:noFill/>
              <a:prstDash val="solid"/>
              <a:miter/>
            </a:ln>
          </p:spPr>
        </p:sp>
      </p:grpSp>
      <p:grpSp>
        <p:nvGrpSpPr>
          <p:cNvPr id="26" name="probe-bioicons-Macaque" descr="Macaque — Ben-Murrell; Bioicons upstream metadata declares CC0-1.0. Source: https://github.com/duerrsimon/bioicons/blob/d29e766ea7580b8063c4f47b29e872db40a4d979/static/icons/cc-0/Animals/Ben-Murrell/Macaque.svg; SVG SHA256: 99e62f70e3978d1e7859f60275de83341254ed4ebce56c75370ccde8b08184da; native DrawingML derivative; original colors retained"/>
          <p:cNvGrpSpPr/>
          <p:nvPr/>
        </p:nvGrpSpPr>
        <p:grpSpPr>
          <a:xfrm>
            <a:off x="3379643" y="723900"/>
            <a:ext cx="727364" cy="1028700"/>
            <a:chOff x="0" y="0"/>
            <a:chExt cx="7937012" cy="11225203"/>
          </a:xfrm>
        </p:grpSpPr>
        <p:sp>
          <p:nvSpPr>
            <p:cNvPr id="27" name="probe-bioicons-Macaque-part-1"/>
            <p:cNvSpPr/>
            <p:nvPr/>
          </p:nvSpPr>
          <p:spPr>
            <a:xfrm>
              <a:off x="1208527" y="3576277"/>
              <a:ext cx="5640098" cy="3990957"/>
            </a:xfrm>
            <a:custGeom>
              <a:avLst/>
              <a:gdLst/>
              <a:ahLst/>
              <a:cxnLst/>
              <a:rect l="0" t="0" r="r" b="b"/>
              <a:pathLst>
                <a:path w="5640098" h="3990957">
                  <a:moveTo>
                    <a:pt x="3820069" y="870901"/>
                  </a:moveTo>
                  <a:cubicBezTo>
                    <a:pt x="3820069" y="870901"/>
                    <a:pt x="3480062" y="870901"/>
                    <a:pt x="3253392" y="857567"/>
                  </a:cubicBezTo>
                  <a:cubicBezTo>
                    <a:pt x="3026721" y="844234"/>
                    <a:pt x="2266707" y="737566"/>
                    <a:pt x="2173372" y="724232"/>
                  </a:cubicBezTo>
                  <a:cubicBezTo>
                    <a:pt x="2080037" y="710899"/>
                    <a:pt x="2046704" y="697565"/>
                    <a:pt x="2026703" y="690898"/>
                  </a:cubicBezTo>
                  <a:cubicBezTo>
                    <a:pt x="2006702" y="684230"/>
                    <a:pt x="1940034" y="684230"/>
                    <a:pt x="1906701" y="684230"/>
                  </a:cubicBezTo>
                  <a:cubicBezTo>
                    <a:pt x="1873367" y="684230"/>
                    <a:pt x="1806699" y="690898"/>
                    <a:pt x="1686697" y="704230"/>
                  </a:cubicBezTo>
                  <a:cubicBezTo>
                    <a:pt x="1566694" y="717565"/>
                    <a:pt x="1513361" y="730898"/>
                    <a:pt x="1440026" y="717565"/>
                  </a:cubicBezTo>
                  <a:cubicBezTo>
                    <a:pt x="1366692" y="704230"/>
                    <a:pt x="1313357" y="704230"/>
                    <a:pt x="1226689" y="637562"/>
                  </a:cubicBezTo>
                  <a:cubicBezTo>
                    <a:pt x="1140020" y="570895"/>
                    <a:pt x="1013352" y="464227"/>
                    <a:pt x="960016" y="404225"/>
                  </a:cubicBezTo>
                  <a:cubicBezTo>
                    <a:pt x="906683" y="344223"/>
                    <a:pt x="806682" y="237555"/>
                    <a:pt x="740013" y="177554"/>
                  </a:cubicBezTo>
                  <a:cubicBezTo>
                    <a:pt x="673345" y="117553"/>
                    <a:pt x="620011" y="77553"/>
                    <a:pt x="540010" y="44218"/>
                  </a:cubicBezTo>
                  <a:cubicBezTo>
                    <a:pt x="460009" y="10885"/>
                    <a:pt x="320006" y="-15783"/>
                    <a:pt x="233337" y="10885"/>
                  </a:cubicBezTo>
                  <a:cubicBezTo>
                    <a:pt x="146669" y="37551"/>
                    <a:pt x="58206" y="85681"/>
                    <a:pt x="33335" y="130887"/>
                  </a:cubicBezTo>
                  <a:cubicBezTo>
                    <a:pt x="8860" y="175372"/>
                    <a:pt x="0" y="217555"/>
                    <a:pt x="0" y="277556"/>
                  </a:cubicBezTo>
                  <a:cubicBezTo>
                    <a:pt x="0" y="337557"/>
                    <a:pt x="3549" y="381513"/>
                    <a:pt x="33335" y="424226"/>
                  </a:cubicBezTo>
                  <a:cubicBezTo>
                    <a:pt x="57258" y="458534"/>
                    <a:pt x="76541" y="471497"/>
                    <a:pt x="126669" y="490893"/>
                  </a:cubicBezTo>
                  <a:cubicBezTo>
                    <a:pt x="126669" y="490893"/>
                    <a:pt x="220004" y="517561"/>
                    <a:pt x="226670" y="470893"/>
                  </a:cubicBezTo>
                  <a:cubicBezTo>
                    <a:pt x="233339" y="424226"/>
                    <a:pt x="233339" y="404225"/>
                    <a:pt x="200004" y="377558"/>
                  </a:cubicBezTo>
                  <a:cubicBezTo>
                    <a:pt x="166669" y="350891"/>
                    <a:pt x="160002" y="330890"/>
                    <a:pt x="160002" y="304223"/>
                  </a:cubicBezTo>
                  <a:cubicBezTo>
                    <a:pt x="160002" y="277556"/>
                    <a:pt x="193336" y="244222"/>
                    <a:pt x="193336" y="244222"/>
                  </a:cubicBezTo>
                  <a:cubicBezTo>
                    <a:pt x="193336" y="244222"/>
                    <a:pt x="253338" y="204222"/>
                    <a:pt x="286671" y="204222"/>
                  </a:cubicBezTo>
                  <a:cubicBezTo>
                    <a:pt x="320006" y="204222"/>
                    <a:pt x="380006" y="210890"/>
                    <a:pt x="420007" y="224222"/>
                  </a:cubicBezTo>
                  <a:cubicBezTo>
                    <a:pt x="460009" y="237555"/>
                    <a:pt x="546676" y="290889"/>
                    <a:pt x="600011" y="337557"/>
                  </a:cubicBezTo>
                  <a:cubicBezTo>
                    <a:pt x="653345" y="384224"/>
                    <a:pt x="729272" y="497331"/>
                    <a:pt x="813348" y="590895"/>
                  </a:cubicBezTo>
                  <a:cubicBezTo>
                    <a:pt x="900153" y="687495"/>
                    <a:pt x="932034" y="713483"/>
                    <a:pt x="995075" y="757384"/>
                  </a:cubicBezTo>
                  <a:cubicBezTo>
                    <a:pt x="1133478" y="853768"/>
                    <a:pt x="1140020" y="847543"/>
                    <a:pt x="1140020" y="847543"/>
                  </a:cubicBezTo>
                  <a:lnTo>
                    <a:pt x="1066686" y="954213"/>
                  </a:lnTo>
                  <a:cubicBezTo>
                    <a:pt x="1066686" y="954213"/>
                    <a:pt x="1040018" y="984236"/>
                    <a:pt x="1006684" y="1024236"/>
                  </a:cubicBezTo>
                  <a:cubicBezTo>
                    <a:pt x="973350" y="1064237"/>
                    <a:pt x="906683" y="1130906"/>
                    <a:pt x="886683" y="1184240"/>
                  </a:cubicBezTo>
                  <a:cubicBezTo>
                    <a:pt x="866682" y="1237574"/>
                    <a:pt x="840015" y="1284241"/>
                    <a:pt x="846682" y="1377577"/>
                  </a:cubicBezTo>
                  <a:cubicBezTo>
                    <a:pt x="853350" y="1470911"/>
                    <a:pt x="886683" y="1610914"/>
                    <a:pt x="893349" y="1710915"/>
                  </a:cubicBezTo>
                  <a:cubicBezTo>
                    <a:pt x="900018" y="1810917"/>
                    <a:pt x="940017" y="2077589"/>
                    <a:pt x="946683" y="2144257"/>
                  </a:cubicBezTo>
                  <a:cubicBezTo>
                    <a:pt x="953352" y="2210924"/>
                    <a:pt x="966684" y="2364260"/>
                    <a:pt x="966684" y="2364260"/>
                  </a:cubicBezTo>
                  <a:cubicBezTo>
                    <a:pt x="966684" y="2364260"/>
                    <a:pt x="866682" y="2450929"/>
                    <a:pt x="813348" y="2490929"/>
                  </a:cubicBezTo>
                  <a:cubicBezTo>
                    <a:pt x="760014" y="2530930"/>
                    <a:pt x="646678" y="2604265"/>
                    <a:pt x="553343" y="2650932"/>
                  </a:cubicBezTo>
                  <a:cubicBezTo>
                    <a:pt x="460009" y="2697600"/>
                    <a:pt x="346673" y="2730934"/>
                    <a:pt x="273338" y="2757600"/>
                  </a:cubicBezTo>
                  <a:cubicBezTo>
                    <a:pt x="200004" y="2784268"/>
                    <a:pt x="140002" y="2810936"/>
                    <a:pt x="100002" y="2837603"/>
                  </a:cubicBezTo>
                  <a:cubicBezTo>
                    <a:pt x="60001" y="2864270"/>
                    <a:pt x="26667" y="2897603"/>
                    <a:pt x="26667" y="2930937"/>
                  </a:cubicBezTo>
                  <a:cubicBezTo>
                    <a:pt x="26667" y="2964271"/>
                    <a:pt x="0" y="2990939"/>
                    <a:pt x="19999" y="3097607"/>
                  </a:cubicBezTo>
                  <a:cubicBezTo>
                    <a:pt x="39998" y="3204276"/>
                    <a:pt x="39998" y="3210942"/>
                    <a:pt x="79999" y="3297610"/>
                  </a:cubicBezTo>
                  <a:cubicBezTo>
                    <a:pt x="120000" y="3384279"/>
                    <a:pt x="173334" y="3557615"/>
                    <a:pt x="206668" y="3604283"/>
                  </a:cubicBezTo>
                  <a:cubicBezTo>
                    <a:pt x="240001" y="3650951"/>
                    <a:pt x="313336" y="3717618"/>
                    <a:pt x="346671" y="3744286"/>
                  </a:cubicBezTo>
                  <a:cubicBezTo>
                    <a:pt x="380004" y="3770953"/>
                    <a:pt x="406671" y="3804287"/>
                    <a:pt x="413339" y="3837620"/>
                  </a:cubicBezTo>
                  <a:cubicBezTo>
                    <a:pt x="420007" y="3870955"/>
                    <a:pt x="460007" y="3910955"/>
                    <a:pt x="460007" y="3910955"/>
                  </a:cubicBezTo>
                  <a:lnTo>
                    <a:pt x="500006" y="3897622"/>
                  </a:lnTo>
                  <a:lnTo>
                    <a:pt x="500006" y="3970956"/>
                  </a:lnTo>
                  <a:lnTo>
                    <a:pt x="546674" y="3990957"/>
                  </a:lnTo>
                  <a:lnTo>
                    <a:pt x="573341" y="3984288"/>
                  </a:lnTo>
                  <a:lnTo>
                    <a:pt x="613342" y="3984288"/>
                  </a:lnTo>
                  <a:lnTo>
                    <a:pt x="613342" y="3844287"/>
                  </a:lnTo>
                  <a:cubicBezTo>
                    <a:pt x="613342" y="3804286"/>
                    <a:pt x="606674" y="3737617"/>
                    <a:pt x="606674" y="3737617"/>
                  </a:cubicBezTo>
                  <a:cubicBezTo>
                    <a:pt x="606674" y="3737617"/>
                    <a:pt x="553339" y="3684283"/>
                    <a:pt x="540006" y="3650950"/>
                  </a:cubicBezTo>
                  <a:cubicBezTo>
                    <a:pt x="526671" y="3617615"/>
                    <a:pt x="513339" y="3577615"/>
                    <a:pt x="486670" y="3537614"/>
                  </a:cubicBezTo>
                  <a:cubicBezTo>
                    <a:pt x="460004" y="3497614"/>
                    <a:pt x="366669" y="3364277"/>
                    <a:pt x="366669" y="3364277"/>
                  </a:cubicBezTo>
                  <a:cubicBezTo>
                    <a:pt x="366669" y="3364277"/>
                    <a:pt x="340001" y="3277610"/>
                    <a:pt x="326668" y="3230942"/>
                  </a:cubicBezTo>
                  <a:cubicBezTo>
                    <a:pt x="313334" y="3184275"/>
                    <a:pt x="306668" y="3157607"/>
                    <a:pt x="320000" y="3124273"/>
                  </a:cubicBezTo>
                  <a:cubicBezTo>
                    <a:pt x="333333" y="3090939"/>
                    <a:pt x="346666" y="3064272"/>
                    <a:pt x="380000" y="3064272"/>
                  </a:cubicBezTo>
                  <a:cubicBezTo>
                    <a:pt x="413335" y="3064272"/>
                    <a:pt x="453335" y="3057604"/>
                    <a:pt x="506669" y="3064272"/>
                  </a:cubicBezTo>
                  <a:cubicBezTo>
                    <a:pt x="560004" y="3070941"/>
                    <a:pt x="800008" y="3037605"/>
                    <a:pt x="893343" y="3010938"/>
                  </a:cubicBezTo>
                  <a:cubicBezTo>
                    <a:pt x="986678" y="2984271"/>
                    <a:pt x="1293350" y="2864269"/>
                    <a:pt x="1293350" y="2864269"/>
                  </a:cubicBezTo>
                  <a:cubicBezTo>
                    <a:pt x="1293350" y="2864269"/>
                    <a:pt x="1333351" y="2964270"/>
                    <a:pt x="1300019" y="3057606"/>
                  </a:cubicBezTo>
                  <a:cubicBezTo>
                    <a:pt x="1266685" y="3150941"/>
                    <a:pt x="1233351" y="3290943"/>
                    <a:pt x="1193350" y="3370945"/>
                  </a:cubicBezTo>
                  <a:cubicBezTo>
                    <a:pt x="1153349" y="3450946"/>
                    <a:pt x="1133350" y="3510947"/>
                    <a:pt x="1133350" y="3537614"/>
                  </a:cubicBezTo>
                  <a:cubicBezTo>
                    <a:pt x="1133350" y="3564281"/>
                    <a:pt x="1140018" y="3610949"/>
                    <a:pt x="1166683" y="3644283"/>
                  </a:cubicBezTo>
                  <a:cubicBezTo>
                    <a:pt x="1193350" y="3677617"/>
                    <a:pt x="1160015" y="3730951"/>
                    <a:pt x="1340020" y="3804286"/>
                  </a:cubicBezTo>
                  <a:cubicBezTo>
                    <a:pt x="1520022" y="3877620"/>
                    <a:pt x="1493356" y="3864286"/>
                    <a:pt x="1573358" y="3910954"/>
                  </a:cubicBezTo>
                  <a:cubicBezTo>
                    <a:pt x="1653359" y="3957621"/>
                    <a:pt x="1746694" y="3964289"/>
                    <a:pt x="1786694" y="3970956"/>
                  </a:cubicBezTo>
                  <a:cubicBezTo>
                    <a:pt x="1826695" y="3977624"/>
                    <a:pt x="1913363" y="3964287"/>
                    <a:pt x="1913363" y="3964287"/>
                  </a:cubicBezTo>
                  <a:lnTo>
                    <a:pt x="1913363" y="3884285"/>
                  </a:lnTo>
                  <a:cubicBezTo>
                    <a:pt x="1913363" y="3884285"/>
                    <a:pt x="1966697" y="3890953"/>
                    <a:pt x="2033365" y="3897619"/>
                  </a:cubicBezTo>
                  <a:cubicBezTo>
                    <a:pt x="2100034" y="3904287"/>
                    <a:pt x="2233369" y="3910952"/>
                    <a:pt x="2233369" y="3910952"/>
                  </a:cubicBezTo>
                  <a:lnTo>
                    <a:pt x="2293371" y="3884285"/>
                  </a:lnTo>
                  <a:lnTo>
                    <a:pt x="2153368" y="3770950"/>
                  </a:lnTo>
                  <a:cubicBezTo>
                    <a:pt x="2153368" y="3770950"/>
                    <a:pt x="2080033" y="3744283"/>
                    <a:pt x="2000032" y="3737615"/>
                  </a:cubicBezTo>
                  <a:cubicBezTo>
                    <a:pt x="1920029" y="3730947"/>
                    <a:pt x="1826695" y="3710948"/>
                    <a:pt x="1740027" y="3697615"/>
                  </a:cubicBezTo>
                  <a:cubicBezTo>
                    <a:pt x="1653359" y="3684281"/>
                    <a:pt x="1580024" y="3677615"/>
                    <a:pt x="1540023" y="3630947"/>
                  </a:cubicBezTo>
                  <a:cubicBezTo>
                    <a:pt x="1500023" y="3584280"/>
                    <a:pt x="1486689" y="3550946"/>
                    <a:pt x="1500023" y="3497612"/>
                  </a:cubicBezTo>
                  <a:cubicBezTo>
                    <a:pt x="1513357" y="3444277"/>
                    <a:pt x="1660026" y="3277608"/>
                    <a:pt x="1746694" y="3130938"/>
                  </a:cubicBezTo>
                  <a:cubicBezTo>
                    <a:pt x="1833362" y="2984269"/>
                    <a:pt x="1886696" y="2810933"/>
                    <a:pt x="1940030" y="2630928"/>
                  </a:cubicBezTo>
                  <a:cubicBezTo>
                    <a:pt x="1993365" y="2450926"/>
                    <a:pt x="2040033" y="2310923"/>
                    <a:pt x="2033365" y="2217588"/>
                  </a:cubicBezTo>
                  <a:cubicBezTo>
                    <a:pt x="2026697" y="2124253"/>
                    <a:pt x="2000032" y="1944250"/>
                    <a:pt x="2000032" y="1944250"/>
                  </a:cubicBezTo>
                  <a:cubicBezTo>
                    <a:pt x="2000032" y="1944250"/>
                    <a:pt x="2086699" y="1990917"/>
                    <a:pt x="2260036" y="2044252"/>
                  </a:cubicBezTo>
                  <a:cubicBezTo>
                    <a:pt x="2433373" y="2097586"/>
                    <a:pt x="2433373" y="2110919"/>
                    <a:pt x="2693378" y="2124253"/>
                  </a:cubicBezTo>
                  <a:cubicBezTo>
                    <a:pt x="2953383" y="2137586"/>
                    <a:pt x="3260054" y="2144254"/>
                    <a:pt x="3260054" y="2144254"/>
                  </a:cubicBezTo>
                  <a:lnTo>
                    <a:pt x="3060051" y="2250922"/>
                  </a:lnTo>
                  <a:cubicBezTo>
                    <a:pt x="3060051" y="2250922"/>
                    <a:pt x="2966716" y="2544261"/>
                    <a:pt x="2900049" y="2784264"/>
                  </a:cubicBezTo>
                  <a:cubicBezTo>
                    <a:pt x="2833380" y="3024269"/>
                    <a:pt x="2746712" y="3324274"/>
                    <a:pt x="2746712" y="3324274"/>
                  </a:cubicBezTo>
                  <a:cubicBezTo>
                    <a:pt x="2746712" y="3324274"/>
                    <a:pt x="2651915" y="3474676"/>
                    <a:pt x="2598581" y="3528010"/>
                  </a:cubicBezTo>
                  <a:cubicBezTo>
                    <a:pt x="2545247" y="3581344"/>
                    <a:pt x="2481491" y="3684405"/>
                    <a:pt x="2461480" y="3707362"/>
                  </a:cubicBezTo>
                  <a:cubicBezTo>
                    <a:pt x="2441889" y="3729837"/>
                    <a:pt x="2473373" y="3724282"/>
                    <a:pt x="2500041" y="3750949"/>
                  </a:cubicBezTo>
                  <a:cubicBezTo>
                    <a:pt x="2526708" y="3777616"/>
                    <a:pt x="2566709" y="3837617"/>
                    <a:pt x="2593376" y="3870952"/>
                  </a:cubicBezTo>
                  <a:cubicBezTo>
                    <a:pt x="2620043" y="3904285"/>
                    <a:pt x="2714130" y="3956138"/>
                    <a:pt x="2714130" y="3956138"/>
                  </a:cubicBezTo>
                  <a:lnTo>
                    <a:pt x="2740452" y="3912669"/>
                  </a:lnTo>
                  <a:lnTo>
                    <a:pt x="2833380" y="3944286"/>
                  </a:lnTo>
                  <a:lnTo>
                    <a:pt x="2833380" y="3890952"/>
                  </a:lnTo>
                  <a:lnTo>
                    <a:pt x="2913382" y="3897621"/>
                  </a:lnTo>
                  <a:lnTo>
                    <a:pt x="2660044" y="3724284"/>
                  </a:lnTo>
                  <a:lnTo>
                    <a:pt x="2973383" y="3477613"/>
                  </a:lnTo>
                  <a:lnTo>
                    <a:pt x="3433391" y="2557596"/>
                  </a:lnTo>
                  <a:cubicBezTo>
                    <a:pt x="3433391" y="2557596"/>
                    <a:pt x="3586726" y="2457594"/>
                    <a:pt x="3680062" y="2384260"/>
                  </a:cubicBezTo>
                  <a:cubicBezTo>
                    <a:pt x="3773397" y="2310925"/>
                    <a:pt x="3880065" y="2184256"/>
                    <a:pt x="3880065" y="2184256"/>
                  </a:cubicBezTo>
                  <a:cubicBezTo>
                    <a:pt x="3880065" y="2184256"/>
                    <a:pt x="3993401" y="2477595"/>
                    <a:pt x="4006734" y="2564263"/>
                  </a:cubicBezTo>
                  <a:cubicBezTo>
                    <a:pt x="4020068" y="2650931"/>
                    <a:pt x="4006734" y="2764267"/>
                    <a:pt x="4006734" y="2764267"/>
                  </a:cubicBezTo>
                  <a:lnTo>
                    <a:pt x="4960085" y="3797619"/>
                  </a:lnTo>
                  <a:cubicBezTo>
                    <a:pt x="4960085" y="3797619"/>
                    <a:pt x="5013419" y="3750951"/>
                    <a:pt x="5053420" y="3784285"/>
                  </a:cubicBezTo>
                  <a:cubicBezTo>
                    <a:pt x="5093421" y="3817620"/>
                    <a:pt x="5173422" y="3917621"/>
                    <a:pt x="5173422" y="3917621"/>
                  </a:cubicBezTo>
                  <a:cubicBezTo>
                    <a:pt x="5173422" y="3917621"/>
                    <a:pt x="5253424" y="3884287"/>
                    <a:pt x="5320092" y="3877620"/>
                  </a:cubicBezTo>
                  <a:cubicBezTo>
                    <a:pt x="5386760" y="3870952"/>
                    <a:pt x="5506762" y="3870952"/>
                    <a:pt x="5506762" y="3870952"/>
                  </a:cubicBezTo>
                  <a:lnTo>
                    <a:pt x="5486762" y="3830951"/>
                  </a:lnTo>
                  <a:lnTo>
                    <a:pt x="5580096" y="3824282"/>
                  </a:lnTo>
                  <a:lnTo>
                    <a:pt x="5546763" y="3797615"/>
                  </a:lnTo>
                  <a:lnTo>
                    <a:pt x="5640098" y="3764280"/>
                  </a:lnTo>
                  <a:lnTo>
                    <a:pt x="5466761" y="3684279"/>
                  </a:lnTo>
                  <a:cubicBezTo>
                    <a:pt x="5466761" y="3684279"/>
                    <a:pt x="5386760" y="3717613"/>
                    <a:pt x="5266758" y="3670946"/>
                  </a:cubicBezTo>
                  <a:cubicBezTo>
                    <a:pt x="5146756" y="3624278"/>
                    <a:pt x="5146756" y="3624278"/>
                    <a:pt x="5066754" y="3530943"/>
                  </a:cubicBezTo>
                  <a:cubicBezTo>
                    <a:pt x="4986752" y="3437608"/>
                    <a:pt x="4533411" y="2810930"/>
                    <a:pt x="4533411" y="2810930"/>
                  </a:cubicBezTo>
                  <a:cubicBezTo>
                    <a:pt x="4533411" y="2810930"/>
                    <a:pt x="4513410" y="2790930"/>
                    <a:pt x="4486744" y="2730928"/>
                  </a:cubicBezTo>
                  <a:cubicBezTo>
                    <a:pt x="4460076" y="2670927"/>
                    <a:pt x="4440076" y="2644261"/>
                    <a:pt x="4440076" y="2570926"/>
                  </a:cubicBezTo>
                  <a:cubicBezTo>
                    <a:pt x="4440076" y="2497591"/>
                    <a:pt x="4471017" y="2363523"/>
                    <a:pt x="4461191" y="2294617"/>
                  </a:cubicBezTo>
                  <a:cubicBezTo>
                    <a:pt x="4451679" y="2227949"/>
                    <a:pt x="4413409" y="2084250"/>
                    <a:pt x="4413409" y="2084250"/>
                  </a:cubicBezTo>
                  <a:cubicBezTo>
                    <a:pt x="4413409" y="2084250"/>
                    <a:pt x="4433409" y="2024250"/>
                    <a:pt x="4446743" y="1970914"/>
                  </a:cubicBezTo>
                  <a:cubicBezTo>
                    <a:pt x="4460076" y="1917580"/>
                    <a:pt x="4460076" y="1890913"/>
                    <a:pt x="4460076" y="1824245"/>
                  </a:cubicBezTo>
                  <a:cubicBezTo>
                    <a:pt x="4460076" y="1757578"/>
                    <a:pt x="4440076" y="1590908"/>
                    <a:pt x="4440076" y="1590908"/>
                  </a:cubicBezTo>
                  <a:lnTo>
                    <a:pt x="4533411" y="1550907"/>
                  </a:lnTo>
                  <a:cubicBezTo>
                    <a:pt x="4533411" y="1550907"/>
                    <a:pt x="4606746" y="1590908"/>
                    <a:pt x="4660080" y="1610908"/>
                  </a:cubicBezTo>
                  <a:cubicBezTo>
                    <a:pt x="4713414" y="1630909"/>
                    <a:pt x="4766749" y="1650910"/>
                    <a:pt x="4820082" y="1650910"/>
                  </a:cubicBezTo>
                  <a:cubicBezTo>
                    <a:pt x="4873417" y="1650910"/>
                    <a:pt x="4940085" y="1630909"/>
                    <a:pt x="4940085" y="1630909"/>
                  </a:cubicBezTo>
                  <a:lnTo>
                    <a:pt x="5013419" y="1517573"/>
                  </a:lnTo>
                  <a:lnTo>
                    <a:pt x="4960085" y="1470906"/>
                  </a:lnTo>
                  <a:cubicBezTo>
                    <a:pt x="4960085" y="1470906"/>
                    <a:pt x="5026753" y="1457573"/>
                    <a:pt x="5040086" y="1444238"/>
                  </a:cubicBezTo>
                  <a:cubicBezTo>
                    <a:pt x="5053420" y="1430905"/>
                    <a:pt x="5060087" y="1397571"/>
                    <a:pt x="5060087" y="1370904"/>
                  </a:cubicBezTo>
                  <a:cubicBezTo>
                    <a:pt x="5060087" y="1344237"/>
                    <a:pt x="5040086" y="1277569"/>
                    <a:pt x="5040086" y="1244235"/>
                  </a:cubicBezTo>
                  <a:cubicBezTo>
                    <a:pt x="5040086" y="1210901"/>
                    <a:pt x="5020087" y="1190901"/>
                    <a:pt x="5020087" y="1150900"/>
                  </a:cubicBezTo>
                  <a:cubicBezTo>
                    <a:pt x="5020087" y="1110900"/>
                    <a:pt x="5013418" y="1090899"/>
                    <a:pt x="5040086" y="1044232"/>
                  </a:cubicBezTo>
                  <a:cubicBezTo>
                    <a:pt x="5066754" y="997564"/>
                    <a:pt x="5080088" y="1004231"/>
                    <a:pt x="5086754" y="970897"/>
                  </a:cubicBezTo>
                  <a:cubicBezTo>
                    <a:pt x="5093422" y="937563"/>
                    <a:pt x="5106754" y="904229"/>
                    <a:pt x="5100088" y="870895"/>
                  </a:cubicBezTo>
                  <a:cubicBezTo>
                    <a:pt x="5093420" y="837562"/>
                    <a:pt x="5086754" y="837562"/>
                    <a:pt x="5060087" y="810894"/>
                  </a:cubicBezTo>
                  <a:cubicBezTo>
                    <a:pt x="5033420" y="784226"/>
                    <a:pt x="5006753" y="730892"/>
                    <a:pt x="4960085" y="697559"/>
                  </a:cubicBezTo>
                  <a:cubicBezTo>
                    <a:pt x="4913418" y="664225"/>
                    <a:pt x="4886750" y="624224"/>
                    <a:pt x="4840083" y="597557"/>
                  </a:cubicBezTo>
                  <a:cubicBezTo>
                    <a:pt x="4793415" y="570890"/>
                    <a:pt x="4726748" y="550889"/>
                    <a:pt x="4680081" y="550889"/>
                  </a:cubicBezTo>
                  <a:cubicBezTo>
                    <a:pt x="4633413" y="550889"/>
                    <a:pt x="4573411" y="584223"/>
                    <a:pt x="4533411" y="584223"/>
                  </a:cubicBezTo>
                  <a:cubicBezTo>
                    <a:pt x="4493410" y="584223"/>
                    <a:pt x="4380075" y="570890"/>
                    <a:pt x="4353408" y="590891"/>
                  </a:cubicBezTo>
                  <a:cubicBezTo>
                    <a:pt x="4326741" y="610892"/>
                    <a:pt x="4280073" y="650892"/>
                    <a:pt x="4273406" y="677559"/>
                  </a:cubicBezTo>
                  <a:cubicBezTo>
                    <a:pt x="4266737" y="704226"/>
                    <a:pt x="4226738" y="704226"/>
                    <a:pt x="4193404" y="717560"/>
                  </a:cubicBezTo>
                  <a:cubicBezTo>
                    <a:pt x="4160071" y="730893"/>
                    <a:pt x="4133404" y="764228"/>
                    <a:pt x="4126737" y="790895"/>
                  </a:cubicBezTo>
                  <a:cubicBezTo>
                    <a:pt x="4120068" y="817562"/>
                    <a:pt x="4113404" y="864230"/>
                    <a:pt x="4066736" y="864230"/>
                  </a:cubicBezTo>
                  <a:cubicBezTo>
                    <a:pt x="4020068" y="864230"/>
                    <a:pt x="3953400" y="890897"/>
                    <a:pt x="3913400" y="864230"/>
                  </a:cubicBezTo>
                  <a:cubicBezTo>
                    <a:pt x="3873399" y="837563"/>
                    <a:pt x="3820065" y="870898"/>
                    <a:pt x="3820065" y="870898"/>
                  </a:cubicBezTo>
                  <a:close/>
                </a:path>
              </a:pathLst>
            </a:custGeom>
            <a:solidFill>
              <a:srgbClr val="000000">
                <a:alpha val="97835"/>
              </a:srgbClr>
            </a:solidFill>
            <a:ln w="4264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8" name="probe-bioicons-Mouse" descr="Mouse — Ben-Murrell; Bioicons upstream metadata declares CC0-1.0. Source: https://github.com/duerrsimon/bioicons/blob/d29e766ea7580b8063c4f47b29e872db40a4d979/static/icons/cc-0/Animals/Ben-Murrell/Mouse.svg; SVG SHA256: 6b2f72e787f1947d0bbeaed0bbe3574aef29d7cf1911de61e5fafb10e98454ea; native DrawingML derivative; original colors retained"/>
          <p:cNvGrpSpPr/>
          <p:nvPr/>
        </p:nvGrpSpPr>
        <p:grpSpPr>
          <a:xfrm>
            <a:off x="5722793" y="723900"/>
            <a:ext cx="727364" cy="1028700"/>
            <a:chOff x="0" y="0"/>
            <a:chExt cx="7937012" cy="11225203"/>
          </a:xfrm>
        </p:grpSpPr>
        <p:sp>
          <p:nvSpPr>
            <p:cNvPr id="29" name="probe-bioicons-Mouse-part-1"/>
            <p:cNvSpPr/>
            <p:nvPr/>
          </p:nvSpPr>
          <p:spPr>
            <a:xfrm>
              <a:off x="611796" y="528769"/>
              <a:ext cx="6278370" cy="2880508"/>
            </a:xfrm>
            <a:custGeom>
              <a:avLst/>
              <a:gdLst/>
              <a:ahLst/>
              <a:cxnLst/>
              <a:rect l="0" t="0" r="r" b="b"/>
              <a:pathLst>
                <a:path w="6278370" h="2880508">
                  <a:moveTo>
                    <a:pt x="4838115" y="1955381"/>
                  </a:moveTo>
                  <a:cubicBezTo>
                    <a:pt x="5027346" y="1839741"/>
                    <a:pt x="5174525" y="1734613"/>
                    <a:pt x="5269140" y="1703074"/>
                  </a:cubicBezTo>
                  <a:cubicBezTo>
                    <a:pt x="5363755" y="1671536"/>
                    <a:pt x="5405807" y="1671536"/>
                    <a:pt x="5405807" y="1671536"/>
                  </a:cubicBezTo>
                  <a:lnTo>
                    <a:pt x="5489909" y="1713588"/>
                  </a:lnTo>
                  <a:cubicBezTo>
                    <a:pt x="5489909" y="1713588"/>
                    <a:pt x="5542473" y="1745126"/>
                    <a:pt x="5584525" y="1745126"/>
                  </a:cubicBezTo>
                  <a:cubicBezTo>
                    <a:pt x="5626576" y="1745126"/>
                    <a:pt x="5700165" y="1713588"/>
                    <a:pt x="5700165" y="1713588"/>
                  </a:cubicBezTo>
                  <a:cubicBezTo>
                    <a:pt x="5700165" y="1713588"/>
                    <a:pt x="5742217" y="1745126"/>
                    <a:pt x="5794780" y="1755639"/>
                  </a:cubicBezTo>
                  <a:cubicBezTo>
                    <a:pt x="5847344" y="1766151"/>
                    <a:pt x="5920934" y="1766151"/>
                    <a:pt x="5962985" y="1766151"/>
                  </a:cubicBezTo>
                  <a:cubicBezTo>
                    <a:pt x="6005037" y="1766151"/>
                    <a:pt x="6068113" y="1745126"/>
                    <a:pt x="6068113" y="1745126"/>
                  </a:cubicBezTo>
                  <a:lnTo>
                    <a:pt x="6152216" y="1682049"/>
                  </a:lnTo>
                  <a:lnTo>
                    <a:pt x="6162729" y="1639997"/>
                  </a:lnTo>
                  <a:lnTo>
                    <a:pt x="6194267" y="1629485"/>
                  </a:lnTo>
                  <a:lnTo>
                    <a:pt x="6246831" y="1597947"/>
                  </a:lnTo>
                  <a:lnTo>
                    <a:pt x="6278370" y="1534870"/>
                  </a:lnTo>
                  <a:lnTo>
                    <a:pt x="6257344" y="1461280"/>
                  </a:lnTo>
                  <a:lnTo>
                    <a:pt x="6194267" y="1387691"/>
                  </a:lnTo>
                  <a:lnTo>
                    <a:pt x="6141703" y="1303588"/>
                  </a:lnTo>
                  <a:cubicBezTo>
                    <a:pt x="6141703" y="1303588"/>
                    <a:pt x="6110165" y="1251024"/>
                    <a:pt x="6089139" y="1198460"/>
                  </a:cubicBezTo>
                  <a:cubicBezTo>
                    <a:pt x="6068113" y="1145895"/>
                    <a:pt x="6078626" y="1114357"/>
                    <a:pt x="6036575" y="1051280"/>
                  </a:cubicBezTo>
                  <a:cubicBezTo>
                    <a:pt x="5994523" y="988204"/>
                    <a:pt x="5889396" y="851538"/>
                    <a:pt x="5889396" y="851538"/>
                  </a:cubicBezTo>
                  <a:lnTo>
                    <a:pt x="5773755" y="693846"/>
                  </a:lnTo>
                  <a:lnTo>
                    <a:pt x="5700165" y="651794"/>
                  </a:lnTo>
                  <a:lnTo>
                    <a:pt x="5689653" y="504615"/>
                  </a:lnTo>
                  <a:lnTo>
                    <a:pt x="5689653" y="304872"/>
                  </a:lnTo>
                  <a:lnTo>
                    <a:pt x="5658114" y="189230"/>
                  </a:lnTo>
                  <a:cubicBezTo>
                    <a:pt x="5658114" y="189230"/>
                    <a:pt x="5637088" y="136666"/>
                    <a:pt x="5584525" y="105128"/>
                  </a:cubicBezTo>
                  <a:cubicBezTo>
                    <a:pt x="5531960" y="73589"/>
                    <a:pt x="5437345" y="52563"/>
                    <a:pt x="5437345" y="52563"/>
                  </a:cubicBezTo>
                  <a:lnTo>
                    <a:pt x="5363755" y="63076"/>
                  </a:lnTo>
                  <a:lnTo>
                    <a:pt x="5300679" y="115641"/>
                  </a:lnTo>
                  <a:lnTo>
                    <a:pt x="5269140" y="199743"/>
                  </a:lnTo>
                  <a:lnTo>
                    <a:pt x="5279653" y="262820"/>
                  </a:lnTo>
                  <a:lnTo>
                    <a:pt x="5311191" y="399487"/>
                  </a:lnTo>
                  <a:cubicBezTo>
                    <a:pt x="5311191" y="399487"/>
                    <a:pt x="5237602" y="378461"/>
                    <a:pt x="5185038" y="357436"/>
                  </a:cubicBezTo>
                  <a:cubicBezTo>
                    <a:pt x="5132474" y="336410"/>
                    <a:pt x="5048371" y="315384"/>
                    <a:pt x="4974781" y="315384"/>
                  </a:cubicBezTo>
                  <a:cubicBezTo>
                    <a:pt x="4901192" y="315384"/>
                    <a:pt x="4848628" y="315384"/>
                    <a:pt x="4785551" y="304872"/>
                  </a:cubicBezTo>
                  <a:cubicBezTo>
                    <a:pt x="4722474" y="294358"/>
                    <a:pt x="4680423" y="283846"/>
                    <a:pt x="4638371" y="252307"/>
                  </a:cubicBezTo>
                  <a:cubicBezTo>
                    <a:pt x="4596320" y="220769"/>
                    <a:pt x="4512218" y="168205"/>
                    <a:pt x="4417603" y="115641"/>
                  </a:cubicBezTo>
                  <a:cubicBezTo>
                    <a:pt x="4322988" y="63076"/>
                    <a:pt x="4301962" y="51905"/>
                    <a:pt x="4196834" y="30880"/>
                  </a:cubicBezTo>
                  <a:cubicBezTo>
                    <a:pt x="4091706" y="9854"/>
                    <a:pt x="3997091" y="0"/>
                    <a:pt x="3912988" y="0"/>
                  </a:cubicBezTo>
                  <a:cubicBezTo>
                    <a:pt x="3828886" y="0"/>
                    <a:pt x="3671193" y="0"/>
                    <a:pt x="3587091" y="31538"/>
                  </a:cubicBezTo>
                  <a:cubicBezTo>
                    <a:pt x="3502989" y="63076"/>
                    <a:pt x="3457103" y="81762"/>
                    <a:pt x="3381482" y="131361"/>
                  </a:cubicBezTo>
                  <a:lnTo>
                    <a:pt x="3261194" y="210256"/>
                  </a:lnTo>
                  <a:cubicBezTo>
                    <a:pt x="3261194" y="210256"/>
                    <a:pt x="3136457" y="310836"/>
                    <a:pt x="3094406" y="352888"/>
                  </a:cubicBezTo>
                  <a:cubicBezTo>
                    <a:pt x="3052355" y="394939"/>
                    <a:pt x="2980954" y="470889"/>
                    <a:pt x="2941262" y="542119"/>
                  </a:cubicBezTo>
                  <a:cubicBezTo>
                    <a:pt x="2913705" y="591572"/>
                    <a:pt x="2866817" y="655534"/>
                    <a:pt x="2829182" y="731477"/>
                  </a:cubicBezTo>
                  <a:cubicBezTo>
                    <a:pt x="2790863" y="808800"/>
                    <a:pt x="2767779" y="872563"/>
                    <a:pt x="2725728" y="967178"/>
                  </a:cubicBezTo>
                  <a:cubicBezTo>
                    <a:pt x="2683677" y="1061793"/>
                    <a:pt x="2643772" y="1157826"/>
                    <a:pt x="2622746" y="1220902"/>
                  </a:cubicBezTo>
                  <a:cubicBezTo>
                    <a:pt x="2601721" y="1283979"/>
                    <a:pt x="2556836" y="1366665"/>
                    <a:pt x="2504272" y="1377178"/>
                  </a:cubicBezTo>
                  <a:cubicBezTo>
                    <a:pt x="2451709" y="1387691"/>
                    <a:pt x="2409657" y="1377178"/>
                    <a:pt x="2336067" y="1377178"/>
                  </a:cubicBezTo>
                  <a:cubicBezTo>
                    <a:pt x="2262478" y="1377178"/>
                    <a:pt x="2135866" y="1365245"/>
                    <a:pt x="2051258" y="1360214"/>
                  </a:cubicBezTo>
                  <a:cubicBezTo>
                    <a:pt x="1942779" y="1353764"/>
                    <a:pt x="1802768" y="1345054"/>
                    <a:pt x="1670907" y="1347005"/>
                  </a:cubicBezTo>
                  <a:cubicBezTo>
                    <a:pt x="1544330" y="1348880"/>
                    <a:pt x="1295300" y="1369118"/>
                    <a:pt x="1200685" y="1390144"/>
                  </a:cubicBezTo>
                  <a:cubicBezTo>
                    <a:pt x="1106070" y="1411169"/>
                    <a:pt x="979915" y="1429742"/>
                    <a:pt x="853762" y="1471793"/>
                  </a:cubicBezTo>
                  <a:cubicBezTo>
                    <a:pt x="727608" y="1513844"/>
                    <a:pt x="654018" y="1534870"/>
                    <a:pt x="538378" y="1576921"/>
                  </a:cubicBezTo>
                  <a:cubicBezTo>
                    <a:pt x="422736" y="1618972"/>
                    <a:pt x="346229" y="1656279"/>
                    <a:pt x="264625" y="1713867"/>
                  </a:cubicBezTo>
                  <a:cubicBezTo>
                    <a:pt x="209741" y="1752599"/>
                    <a:pt x="144357" y="1797550"/>
                    <a:pt x="102306" y="1850114"/>
                  </a:cubicBezTo>
                  <a:cubicBezTo>
                    <a:pt x="60255" y="1902677"/>
                    <a:pt x="16800" y="1965894"/>
                    <a:pt x="6287" y="2039484"/>
                  </a:cubicBezTo>
                  <a:cubicBezTo>
                    <a:pt x="-4225" y="2113074"/>
                    <a:pt x="-4225" y="2186664"/>
                    <a:pt x="27313" y="2270766"/>
                  </a:cubicBezTo>
                  <a:cubicBezTo>
                    <a:pt x="58851" y="2354869"/>
                    <a:pt x="94386" y="2391873"/>
                    <a:pt x="151997" y="2454951"/>
                  </a:cubicBezTo>
                  <a:cubicBezTo>
                    <a:pt x="203122" y="2510925"/>
                    <a:pt x="244019" y="2549566"/>
                    <a:pt x="307096" y="2602130"/>
                  </a:cubicBezTo>
                  <a:cubicBezTo>
                    <a:pt x="370173" y="2654693"/>
                    <a:pt x="359660" y="2638714"/>
                    <a:pt x="464788" y="2722817"/>
                  </a:cubicBezTo>
                  <a:cubicBezTo>
                    <a:pt x="569916" y="2806919"/>
                    <a:pt x="706582" y="2880508"/>
                    <a:pt x="706582" y="2880508"/>
                  </a:cubicBezTo>
                  <a:cubicBezTo>
                    <a:pt x="706582" y="2880508"/>
                    <a:pt x="614736" y="2781293"/>
                    <a:pt x="565010" y="2735923"/>
                  </a:cubicBezTo>
                  <a:cubicBezTo>
                    <a:pt x="507398" y="2683359"/>
                    <a:pt x="430936" y="2607036"/>
                    <a:pt x="378372" y="2554472"/>
                  </a:cubicBezTo>
                  <a:cubicBezTo>
                    <a:pt x="325808" y="2501908"/>
                    <a:pt x="265465" y="2444018"/>
                    <a:pt x="212900" y="2359915"/>
                  </a:cubicBezTo>
                  <a:cubicBezTo>
                    <a:pt x="160336" y="2275813"/>
                    <a:pt x="123751" y="2207829"/>
                    <a:pt x="133984" y="2134239"/>
                  </a:cubicBezTo>
                  <a:cubicBezTo>
                    <a:pt x="144223" y="2060611"/>
                    <a:pt x="194096" y="1984191"/>
                    <a:pt x="238832" y="1945009"/>
                  </a:cubicBezTo>
                  <a:cubicBezTo>
                    <a:pt x="322376" y="1871839"/>
                    <a:pt x="356345" y="1848042"/>
                    <a:pt x="464927" y="1791483"/>
                  </a:cubicBezTo>
                  <a:cubicBezTo>
                    <a:pt x="515138" y="1765329"/>
                    <a:pt x="596788" y="1731588"/>
                    <a:pt x="705923" y="1697006"/>
                  </a:cubicBezTo>
                  <a:cubicBezTo>
                    <a:pt x="807809" y="1664723"/>
                    <a:pt x="916838" y="1641560"/>
                    <a:pt x="1000941" y="1620535"/>
                  </a:cubicBezTo>
                  <a:cubicBezTo>
                    <a:pt x="1085044" y="1599509"/>
                    <a:pt x="1280881" y="1569533"/>
                    <a:pt x="1343958" y="1559021"/>
                  </a:cubicBezTo>
                  <a:cubicBezTo>
                    <a:pt x="1407035" y="1548508"/>
                    <a:pt x="1656642" y="1536432"/>
                    <a:pt x="1656642" y="1536432"/>
                  </a:cubicBezTo>
                  <a:lnTo>
                    <a:pt x="1865335" y="1546163"/>
                  </a:lnTo>
                  <a:cubicBezTo>
                    <a:pt x="1959847" y="1550568"/>
                    <a:pt x="2031197" y="1555895"/>
                    <a:pt x="2188888" y="1576921"/>
                  </a:cubicBezTo>
                  <a:cubicBezTo>
                    <a:pt x="2346580" y="1597947"/>
                    <a:pt x="2441196" y="1608459"/>
                    <a:pt x="2441196" y="1608459"/>
                  </a:cubicBezTo>
                  <a:cubicBezTo>
                    <a:pt x="2441196" y="1608459"/>
                    <a:pt x="2493759" y="1661023"/>
                    <a:pt x="2619913" y="1745126"/>
                  </a:cubicBezTo>
                  <a:cubicBezTo>
                    <a:pt x="2746067" y="1829228"/>
                    <a:pt x="2767092" y="1839741"/>
                    <a:pt x="2882734" y="1881792"/>
                  </a:cubicBezTo>
                  <a:cubicBezTo>
                    <a:pt x="2998374" y="1923843"/>
                    <a:pt x="3071964" y="1997433"/>
                    <a:pt x="3124527" y="1997433"/>
                  </a:cubicBezTo>
                  <a:lnTo>
                    <a:pt x="3219143" y="1997433"/>
                  </a:lnTo>
                  <a:lnTo>
                    <a:pt x="3282220" y="2102561"/>
                  </a:lnTo>
                  <a:lnTo>
                    <a:pt x="3366322" y="2165639"/>
                  </a:lnTo>
                  <a:lnTo>
                    <a:pt x="3429399" y="2186664"/>
                  </a:lnTo>
                  <a:lnTo>
                    <a:pt x="3418886" y="2281280"/>
                  </a:lnTo>
                  <a:lnTo>
                    <a:pt x="3507603" y="2224499"/>
                  </a:lnTo>
                  <a:lnTo>
                    <a:pt x="3587091" y="2239228"/>
                  </a:lnTo>
                  <a:lnTo>
                    <a:pt x="3709862" y="2316599"/>
                  </a:lnTo>
                  <a:lnTo>
                    <a:pt x="3790616" y="2312382"/>
                  </a:lnTo>
                  <a:lnTo>
                    <a:pt x="3870937" y="2354868"/>
                  </a:lnTo>
                  <a:lnTo>
                    <a:pt x="3881450" y="2270765"/>
                  </a:lnTo>
                  <a:lnTo>
                    <a:pt x="3955039" y="2302303"/>
                  </a:lnTo>
                  <a:lnTo>
                    <a:pt x="3965552" y="2249740"/>
                  </a:lnTo>
                  <a:lnTo>
                    <a:pt x="4060167" y="2239226"/>
                  </a:lnTo>
                  <a:lnTo>
                    <a:pt x="3923501" y="2102560"/>
                  </a:lnTo>
                  <a:lnTo>
                    <a:pt x="3744783" y="2071022"/>
                  </a:lnTo>
                  <a:lnTo>
                    <a:pt x="3650168" y="2039483"/>
                  </a:lnTo>
                  <a:lnTo>
                    <a:pt x="3681706" y="1976407"/>
                  </a:lnTo>
                  <a:lnTo>
                    <a:pt x="3839399" y="1934355"/>
                  </a:lnTo>
                  <a:cubicBezTo>
                    <a:pt x="3839399" y="1934355"/>
                    <a:pt x="3955039" y="1946185"/>
                    <a:pt x="4018116" y="1967211"/>
                  </a:cubicBezTo>
                  <a:cubicBezTo>
                    <a:pt x="4081193" y="1988237"/>
                    <a:pt x="4219946" y="2010820"/>
                    <a:pt x="4271741" y="2019775"/>
                  </a:cubicBezTo>
                  <a:cubicBezTo>
                    <a:pt x="4364320" y="2035781"/>
                    <a:pt x="4459654" y="2030288"/>
                    <a:pt x="4522731" y="2030288"/>
                  </a:cubicBezTo>
                  <a:cubicBezTo>
                    <a:pt x="4585808" y="2030288"/>
                    <a:pt x="4722474" y="2018458"/>
                    <a:pt x="4722474" y="2018458"/>
                  </a:cubicBezTo>
                  <a:lnTo>
                    <a:pt x="4793703" y="2076428"/>
                  </a:lnTo>
                  <a:lnTo>
                    <a:pt x="4855669" y="2151383"/>
                  </a:lnTo>
                  <a:lnTo>
                    <a:pt x="4932730" y="2165637"/>
                  </a:lnTo>
                  <a:lnTo>
                    <a:pt x="4943243" y="2102560"/>
                  </a:lnTo>
                  <a:lnTo>
                    <a:pt x="5111448" y="2113072"/>
                  </a:lnTo>
                  <a:lnTo>
                    <a:pt x="5072329" y="2053361"/>
                  </a:lnTo>
                  <a:lnTo>
                    <a:pt x="5145502" y="2026871"/>
                  </a:lnTo>
                  <a:lnTo>
                    <a:pt x="5013754" y="1984375"/>
                  </a:lnTo>
                  <a:lnTo>
                    <a:pt x="4838115" y="1955380"/>
                  </a:lnTo>
                </a:path>
              </a:pathLst>
            </a:custGeom>
            <a:solidFill>
              <a:srgbClr val="000000">
                <a:alpha val="97835"/>
              </a:srgbClr>
            </a:solidFill>
            <a:ln w="5996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0" name="probe-lucide-bird" descr="bird — Lucide Icons and Contributors; preserve the bundled full upstream license. Source: https://github.com/lucide-icons/lucide/blob/20aef31db93fe4d9f398dbb15b120d99c48eef95/icons/bird.svg; SVG SHA256: 6714496bfd202994ef9b345e6ba9e3f3453701ced232fb3fa92c9c016b35d712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1" name="probe-lucide-bird-part-1"/>
            <p:cNvSpPr/>
            <p:nvPr/>
          </p:nvSpPr>
          <p:spPr>
            <a:xfrm>
              <a:off x="160000" y="7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probe-lucide-bird-part-2"/>
            <p:cNvSpPr/>
            <p:nvPr/>
          </p:nvSpPr>
          <p:spPr>
            <a:xfrm>
              <a:off x="20000" y="29894"/>
              <a:ext cx="180000" cy="170106"/>
            </a:xfrm>
            <a:custGeom>
              <a:avLst/>
              <a:gdLst/>
              <a:ahLst/>
              <a:cxnLst/>
              <a:rect l="0" t="0" r="r" b="b"/>
              <a:pathLst>
                <a:path w="180000" h="170106">
                  <a:moveTo>
                    <a:pt x="14000" y="150106"/>
                  </a:moveTo>
                  <a:lnTo>
                    <a:pt x="100000" y="150106"/>
                  </a:lnTo>
                  <a:cubicBezTo>
                    <a:pt x="101676" y="150106"/>
                    <a:pt x="103351" y="150053"/>
                    <a:pt x="105023" y="149948"/>
                  </a:cubicBezTo>
                  <a:cubicBezTo>
                    <a:pt x="106696" y="149843"/>
                    <a:pt x="108364" y="149685"/>
                    <a:pt x="110027" y="149475"/>
                  </a:cubicBezTo>
                  <a:cubicBezTo>
                    <a:pt x="111689" y="149265"/>
                    <a:pt x="113345" y="149003"/>
                    <a:pt x="114991" y="148689"/>
                  </a:cubicBezTo>
                  <a:cubicBezTo>
                    <a:pt x="116636" y="148375"/>
                    <a:pt x="118272" y="148009"/>
                    <a:pt x="119895" y="147592"/>
                  </a:cubicBezTo>
                  <a:cubicBezTo>
                    <a:pt x="121518" y="147176"/>
                    <a:pt x="123128" y="146708"/>
                    <a:pt x="124721" y="146190"/>
                  </a:cubicBezTo>
                  <a:cubicBezTo>
                    <a:pt x="126315" y="145672"/>
                    <a:pt x="127892" y="145105"/>
                    <a:pt x="129450" y="144488"/>
                  </a:cubicBezTo>
                  <a:cubicBezTo>
                    <a:pt x="131008" y="143871"/>
                    <a:pt x="132546" y="143205"/>
                    <a:pt x="134062" y="142492"/>
                  </a:cubicBezTo>
                  <a:cubicBezTo>
                    <a:pt x="135579" y="141778"/>
                    <a:pt x="137072" y="141017"/>
                    <a:pt x="138540" y="140210"/>
                  </a:cubicBezTo>
                  <a:cubicBezTo>
                    <a:pt x="140009" y="139403"/>
                    <a:pt x="141451" y="138550"/>
                    <a:pt x="142866" y="137652"/>
                  </a:cubicBezTo>
                  <a:cubicBezTo>
                    <a:pt x="144281" y="136754"/>
                    <a:pt x="145667" y="135812"/>
                    <a:pt x="147023" y="134827"/>
                  </a:cubicBezTo>
                  <a:cubicBezTo>
                    <a:pt x="148378" y="133842"/>
                    <a:pt x="149703" y="132815"/>
                    <a:pt x="150994" y="131747"/>
                  </a:cubicBezTo>
                  <a:cubicBezTo>
                    <a:pt x="152285" y="130679"/>
                    <a:pt x="153542" y="129570"/>
                    <a:pt x="154764" y="128423"/>
                  </a:cubicBezTo>
                  <a:cubicBezTo>
                    <a:pt x="155985" y="127276"/>
                    <a:pt x="157170" y="126091"/>
                    <a:pt x="158317" y="124869"/>
                  </a:cubicBezTo>
                  <a:cubicBezTo>
                    <a:pt x="159465" y="123648"/>
                    <a:pt x="160573" y="122391"/>
                    <a:pt x="161641" y="121100"/>
                  </a:cubicBezTo>
                  <a:cubicBezTo>
                    <a:pt x="162709" y="119808"/>
                    <a:pt x="163736" y="118484"/>
                    <a:pt x="164721" y="117128"/>
                  </a:cubicBezTo>
                  <a:cubicBezTo>
                    <a:pt x="165706" y="115773"/>
                    <a:pt x="166648" y="114387"/>
                    <a:pt x="167546" y="112972"/>
                  </a:cubicBezTo>
                  <a:cubicBezTo>
                    <a:pt x="168444" y="111557"/>
                    <a:pt x="169297" y="110114"/>
                    <a:pt x="170105" y="108646"/>
                  </a:cubicBezTo>
                  <a:cubicBezTo>
                    <a:pt x="170912" y="107178"/>
                    <a:pt x="171673" y="105684"/>
                    <a:pt x="172386" y="104168"/>
                  </a:cubicBezTo>
                  <a:cubicBezTo>
                    <a:pt x="173100" y="102652"/>
                    <a:pt x="173765" y="101114"/>
                    <a:pt x="174382" y="99556"/>
                  </a:cubicBezTo>
                  <a:cubicBezTo>
                    <a:pt x="174999" y="97998"/>
                    <a:pt x="175567" y="96421"/>
                    <a:pt x="176085" y="94827"/>
                  </a:cubicBezTo>
                  <a:cubicBezTo>
                    <a:pt x="176602" y="93233"/>
                    <a:pt x="177070" y="91624"/>
                    <a:pt x="177487" y="90001"/>
                  </a:cubicBezTo>
                  <a:cubicBezTo>
                    <a:pt x="177903" y="88378"/>
                    <a:pt x="178269" y="86742"/>
                    <a:pt x="178583" y="85096"/>
                  </a:cubicBezTo>
                  <a:cubicBezTo>
                    <a:pt x="178897" y="83450"/>
                    <a:pt x="179159" y="81795"/>
                    <a:pt x="179369" y="80132"/>
                  </a:cubicBezTo>
                  <a:cubicBezTo>
                    <a:pt x="179579" y="78470"/>
                    <a:pt x="179737" y="76801"/>
                    <a:pt x="179842" y="75129"/>
                  </a:cubicBezTo>
                  <a:cubicBezTo>
                    <a:pt x="179947" y="73457"/>
                    <a:pt x="180000" y="71781"/>
                    <a:pt x="180000" y="70106"/>
                  </a:cubicBezTo>
                  <a:lnTo>
                    <a:pt x="180000" y="40106"/>
                  </a:lnTo>
                  <a:cubicBezTo>
                    <a:pt x="180002" y="39281"/>
                    <a:pt x="179979" y="38457"/>
                    <a:pt x="179930" y="37634"/>
                  </a:cubicBezTo>
                  <a:cubicBezTo>
                    <a:pt x="179881" y="36811"/>
                    <a:pt x="179807" y="35990"/>
                    <a:pt x="179708" y="35171"/>
                  </a:cubicBezTo>
                  <a:cubicBezTo>
                    <a:pt x="179608" y="34353"/>
                    <a:pt x="179483" y="33538"/>
                    <a:pt x="179333" y="32727"/>
                  </a:cubicBezTo>
                  <a:cubicBezTo>
                    <a:pt x="179184" y="31917"/>
                    <a:pt x="179009" y="31111"/>
                    <a:pt x="178809" y="30311"/>
                  </a:cubicBezTo>
                  <a:cubicBezTo>
                    <a:pt x="178609" y="29511"/>
                    <a:pt x="178385" y="28718"/>
                    <a:pt x="178136" y="27932"/>
                  </a:cubicBezTo>
                  <a:cubicBezTo>
                    <a:pt x="177887" y="27146"/>
                    <a:pt x="177614" y="26367"/>
                    <a:pt x="177318" y="25598"/>
                  </a:cubicBezTo>
                  <a:cubicBezTo>
                    <a:pt x="177021" y="24829"/>
                    <a:pt x="176700" y="24069"/>
                    <a:pt x="176356" y="23320"/>
                  </a:cubicBezTo>
                  <a:cubicBezTo>
                    <a:pt x="176013" y="22571"/>
                    <a:pt x="175646" y="21832"/>
                    <a:pt x="175256" y="21106"/>
                  </a:cubicBezTo>
                  <a:cubicBezTo>
                    <a:pt x="174867" y="20379"/>
                    <a:pt x="174455" y="19665"/>
                    <a:pt x="174022" y="18963"/>
                  </a:cubicBezTo>
                  <a:cubicBezTo>
                    <a:pt x="173588" y="18262"/>
                    <a:pt x="173133" y="17575"/>
                    <a:pt x="172657" y="16902"/>
                  </a:cubicBezTo>
                  <a:cubicBezTo>
                    <a:pt x="172181" y="16228"/>
                    <a:pt x="171684" y="15570"/>
                    <a:pt x="171167" y="14928"/>
                  </a:cubicBezTo>
                  <a:cubicBezTo>
                    <a:pt x="170651" y="14286"/>
                    <a:pt x="170114" y="13659"/>
                    <a:pt x="169559" y="13050"/>
                  </a:cubicBezTo>
                  <a:cubicBezTo>
                    <a:pt x="169003" y="12441"/>
                    <a:pt x="168429" y="11849"/>
                    <a:pt x="167837" y="11275"/>
                  </a:cubicBezTo>
                  <a:cubicBezTo>
                    <a:pt x="167245" y="10702"/>
                    <a:pt x="166635" y="10146"/>
                    <a:pt x="166009" y="9610"/>
                  </a:cubicBezTo>
                  <a:cubicBezTo>
                    <a:pt x="165383" y="9074"/>
                    <a:pt x="164740" y="8558"/>
                    <a:pt x="164082" y="8061"/>
                  </a:cubicBezTo>
                  <a:cubicBezTo>
                    <a:pt x="163423" y="7565"/>
                    <a:pt x="162750" y="7089"/>
                    <a:pt x="162062" y="6634"/>
                  </a:cubicBezTo>
                  <a:cubicBezTo>
                    <a:pt x="161375" y="6180"/>
                    <a:pt x="160673" y="5746"/>
                    <a:pt x="159959" y="5335"/>
                  </a:cubicBezTo>
                  <a:cubicBezTo>
                    <a:pt x="159244" y="4924"/>
                    <a:pt x="158517" y="4535"/>
                    <a:pt x="157779" y="4168"/>
                  </a:cubicBezTo>
                  <a:cubicBezTo>
                    <a:pt x="157040" y="3802"/>
                    <a:pt x="156291" y="3458"/>
                    <a:pt x="155531" y="3138"/>
                  </a:cubicBezTo>
                  <a:cubicBezTo>
                    <a:pt x="154771" y="2818"/>
                    <a:pt x="154002" y="2521"/>
                    <a:pt x="153224" y="2249"/>
                  </a:cubicBezTo>
                  <a:cubicBezTo>
                    <a:pt x="152445" y="1976"/>
                    <a:pt x="151659" y="1728"/>
                    <a:pt x="150866" y="1504"/>
                  </a:cubicBezTo>
                  <a:cubicBezTo>
                    <a:pt x="150072" y="1280"/>
                    <a:pt x="149272" y="1081"/>
                    <a:pt x="148466" y="906"/>
                  </a:cubicBezTo>
                  <a:cubicBezTo>
                    <a:pt x="147661" y="732"/>
                    <a:pt x="146850" y="582"/>
                    <a:pt x="146035" y="458"/>
                  </a:cubicBezTo>
                  <a:cubicBezTo>
                    <a:pt x="145220" y="333"/>
                    <a:pt x="144401" y="234"/>
                    <a:pt x="143580" y="161"/>
                  </a:cubicBezTo>
                  <a:cubicBezTo>
                    <a:pt x="142759" y="87"/>
                    <a:pt x="141936" y="38"/>
                    <a:pt x="141112" y="15"/>
                  </a:cubicBezTo>
                  <a:cubicBezTo>
                    <a:pt x="140288" y="-7"/>
                    <a:pt x="139463" y="-5"/>
                    <a:pt x="138639" y="23"/>
                  </a:cubicBezTo>
                  <a:cubicBezTo>
                    <a:pt x="137815" y="51"/>
                    <a:pt x="136992" y="105"/>
                    <a:pt x="136172" y="184"/>
                  </a:cubicBezTo>
                  <a:cubicBezTo>
                    <a:pt x="135351" y="263"/>
                    <a:pt x="134533" y="367"/>
                    <a:pt x="133719" y="496"/>
                  </a:cubicBezTo>
                  <a:cubicBezTo>
                    <a:pt x="132905" y="626"/>
                    <a:pt x="132095" y="780"/>
                    <a:pt x="131290" y="960"/>
                  </a:cubicBezTo>
                  <a:cubicBezTo>
                    <a:pt x="130486" y="1139"/>
                    <a:pt x="129687" y="1344"/>
                    <a:pt x="128895" y="1573"/>
                  </a:cubicBezTo>
                  <a:cubicBezTo>
                    <a:pt x="128103" y="1801"/>
                    <a:pt x="127318" y="2055"/>
                    <a:pt x="126542" y="2332"/>
                  </a:cubicBezTo>
                  <a:cubicBezTo>
                    <a:pt x="125765" y="2610"/>
                    <a:pt x="124998" y="2911"/>
                    <a:pt x="124240" y="3236"/>
                  </a:cubicBezTo>
                  <a:cubicBezTo>
                    <a:pt x="123482" y="3560"/>
                    <a:pt x="122735" y="3909"/>
                    <a:pt x="121998" y="4280"/>
                  </a:cubicBezTo>
                  <a:cubicBezTo>
                    <a:pt x="121262" y="4651"/>
                    <a:pt x="120538" y="5044"/>
                    <a:pt x="119826" y="5460"/>
                  </a:cubicBezTo>
                  <a:cubicBezTo>
                    <a:pt x="119114" y="5876"/>
                    <a:pt x="118415" y="6314"/>
                    <a:pt x="117730" y="6773"/>
                  </a:cubicBezTo>
                  <a:cubicBezTo>
                    <a:pt x="117045" y="7232"/>
                    <a:pt x="116375" y="7712"/>
                    <a:pt x="115720" y="8212"/>
                  </a:cubicBezTo>
                  <a:cubicBezTo>
                    <a:pt x="115065" y="8713"/>
                    <a:pt x="114425" y="9233"/>
                    <a:pt x="113802" y="9773"/>
                  </a:cubicBezTo>
                  <a:cubicBezTo>
                    <a:pt x="113179" y="10313"/>
                    <a:pt x="112573" y="10872"/>
                    <a:pt x="111985" y="11449"/>
                  </a:cubicBezTo>
                  <a:cubicBezTo>
                    <a:pt x="111396" y="12027"/>
                    <a:pt x="110826" y="12622"/>
                    <a:pt x="110274" y="13235"/>
                  </a:cubicBezTo>
                  <a:cubicBezTo>
                    <a:pt x="109723" y="13848"/>
                    <a:pt x="109190" y="14477"/>
                    <a:pt x="108677" y="15123"/>
                  </a:cubicBezTo>
                  <a:cubicBezTo>
                    <a:pt x="108165" y="15768"/>
                    <a:pt x="107672" y="16430"/>
                    <a:pt x="107200" y="17106"/>
                  </a:cubicBezTo>
                  <a:lnTo>
                    <a:pt x="0" y="170106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bird-part-3"/>
            <p:cNvSpPr/>
            <p:nvPr/>
          </p:nvSpPr>
          <p:spPr>
            <a:xfrm>
              <a:off x="200000" y="70000"/>
              <a:ext cx="20000" cy="10000"/>
            </a:xfrm>
            <a:custGeom>
              <a:avLst/>
              <a:gdLst/>
              <a:ahLst/>
              <a:cxnLst/>
              <a:rect l="0" t="0" r="r" b="b"/>
              <a:pathLst>
                <a:path w="20000" h="10000">
                  <a:moveTo>
                    <a:pt x="0" y="0"/>
                  </a:moveTo>
                  <a:lnTo>
                    <a:pt x="20000" y="5000"/>
                  </a:lnTo>
                  <a:lnTo>
                    <a:pt x="0" y="1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bird-part-4"/>
            <p:cNvSpPr/>
            <p:nvPr/>
          </p:nvSpPr>
          <p:spPr>
            <a:xfrm>
              <a:off x="100000" y="18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bird-part-5"/>
            <p:cNvSpPr/>
            <p:nvPr/>
          </p:nvSpPr>
          <p:spPr>
            <a:xfrm>
              <a:off x="140000" y="177500"/>
              <a:ext cx="10" cy="32500"/>
            </a:xfrm>
            <a:custGeom>
              <a:avLst/>
              <a:gdLst/>
              <a:ahLst/>
              <a:cxnLst/>
              <a:rect l="0" t="0" r="r" b="b"/>
              <a:pathLst>
                <a:path w="10" h="32500">
                  <a:moveTo>
                    <a:pt x="0" y="0"/>
                  </a:moveTo>
                  <a:lnTo>
                    <a:pt x="0" y="325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bird-part-6"/>
            <p:cNvSpPr/>
            <p:nvPr/>
          </p:nvSpPr>
          <p:spPr>
            <a:xfrm>
              <a:off x="70000" y="73900"/>
              <a:ext cx="59997" cy="106100"/>
            </a:xfrm>
            <a:custGeom>
              <a:avLst/>
              <a:gdLst/>
              <a:ahLst/>
              <a:cxnLst/>
              <a:rect l="0" t="0" r="r" b="b"/>
              <a:pathLst>
                <a:path w="59997" h="106100">
                  <a:moveTo>
                    <a:pt x="0" y="106100"/>
                  </a:moveTo>
                  <a:cubicBezTo>
                    <a:pt x="1255" y="106100"/>
                    <a:pt x="2510" y="106061"/>
                    <a:pt x="3762" y="105982"/>
                  </a:cubicBezTo>
                  <a:cubicBezTo>
                    <a:pt x="5015" y="105903"/>
                    <a:pt x="6264" y="105785"/>
                    <a:pt x="7509" y="105628"/>
                  </a:cubicBezTo>
                  <a:cubicBezTo>
                    <a:pt x="8754" y="105471"/>
                    <a:pt x="9994" y="105275"/>
                    <a:pt x="11227" y="105040"/>
                  </a:cubicBezTo>
                  <a:cubicBezTo>
                    <a:pt x="12460" y="104805"/>
                    <a:pt x="13685" y="104531"/>
                    <a:pt x="14901" y="104220"/>
                  </a:cubicBezTo>
                  <a:cubicBezTo>
                    <a:pt x="16116" y="103908"/>
                    <a:pt x="17322" y="103558"/>
                    <a:pt x="18516" y="103171"/>
                  </a:cubicBezTo>
                  <a:cubicBezTo>
                    <a:pt x="19709" y="102783"/>
                    <a:pt x="20890" y="102359"/>
                    <a:pt x="22058" y="101897"/>
                  </a:cubicBezTo>
                  <a:cubicBezTo>
                    <a:pt x="23225" y="101436"/>
                    <a:pt x="24377" y="100938"/>
                    <a:pt x="25513" y="100404"/>
                  </a:cubicBezTo>
                  <a:cubicBezTo>
                    <a:pt x="26649" y="99871"/>
                    <a:pt x="27767" y="99301"/>
                    <a:pt x="28867" y="98697"/>
                  </a:cubicBezTo>
                  <a:cubicBezTo>
                    <a:pt x="29968" y="98094"/>
                    <a:pt x="31049" y="97455"/>
                    <a:pt x="32109" y="96784"/>
                  </a:cubicBezTo>
                  <a:cubicBezTo>
                    <a:pt x="33169" y="96112"/>
                    <a:pt x="34208" y="95407"/>
                    <a:pt x="35223" y="94671"/>
                  </a:cubicBezTo>
                  <a:cubicBezTo>
                    <a:pt x="36239" y="93934"/>
                    <a:pt x="37232" y="93165"/>
                    <a:pt x="38200" y="92366"/>
                  </a:cubicBezTo>
                  <a:cubicBezTo>
                    <a:pt x="39167" y="91567"/>
                    <a:pt x="40110" y="90738"/>
                    <a:pt x="41025" y="89880"/>
                  </a:cubicBezTo>
                  <a:cubicBezTo>
                    <a:pt x="41941" y="89022"/>
                    <a:pt x="42830" y="88135"/>
                    <a:pt x="43690" y="87221"/>
                  </a:cubicBezTo>
                  <a:cubicBezTo>
                    <a:pt x="44550" y="86307"/>
                    <a:pt x="45381" y="85367"/>
                    <a:pt x="46182" y="84401"/>
                  </a:cubicBezTo>
                  <a:cubicBezTo>
                    <a:pt x="46983" y="83435"/>
                    <a:pt x="47754" y="82444"/>
                    <a:pt x="48493" y="81429"/>
                  </a:cubicBezTo>
                  <a:cubicBezTo>
                    <a:pt x="49232" y="80415"/>
                    <a:pt x="49939" y="79378"/>
                    <a:pt x="50613" y="78319"/>
                  </a:cubicBezTo>
                  <a:cubicBezTo>
                    <a:pt x="51286" y="77260"/>
                    <a:pt x="51927" y="76181"/>
                    <a:pt x="52533" y="75082"/>
                  </a:cubicBezTo>
                  <a:cubicBezTo>
                    <a:pt x="53139" y="73983"/>
                    <a:pt x="53711" y="72865"/>
                    <a:pt x="54247" y="71731"/>
                  </a:cubicBezTo>
                  <a:cubicBezTo>
                    <a:pt x="54783" y="70596"/>
                    <a:pt x="55283" y="69445"/>
                    <a:pt x="55747" y="68279"/>
                  </a:cubicBezTo>
                  <a:cubicBezTo>
                    <a:pt x="56211" y="67113"/>
                    <a:pt x="56638" y="65932"/>
                    <a:pt x="57028" y="64739"/>
                  </a:cubicBezTo>
                  <a:cubicBezTo>
                    <a:pt x="57418" y="63547"/>
                    <a:pt x="57771" y="62342"/>
                    <a:pt x="58085" y="61127"/>
                  </a:cubicBezTo>
                  <a:cubicBezTo>
                    <a:pt x="58399" y="59912"/>
                    <a:pt x="58675" y="58687"/>
                    <a:pt x="58913" y="57455"/>
                  </a:cubicBezTo>
                  <a:cubicBezTo>
                    <a:pt x="59150" y="56223"/>
                    <a:pt x="59349" y="54983"/>
                    <a:pt x="59509" y="53739"/>
                  </a:cubicBezTo>
                  <a:cubicBezTo>
                    <a:pt x="59669" y="52494"/>
                    <a:pt x="59789" y="51244"/>
                    <a:pt x="59871" y="49992"/>
                  </a:cubicBezTo>
                  <a:cubicBezTo>
                    <a:pt x="59952" y="48740"/>
                    <a:pt x="59994" y="47485"/>
                    <a:pt x="59997" y="46230"/>
                  </a:cubicBezTo>
                  <a:cubicBezTo>
                    <a:pt x="60000" y="44975"/>
                    <a:pt x="59963" y="43720"/>
                    <a:pt x="59887" y="42468"/>
                  </a:cubicBezTo>
                  <a:cubicBezTo>
                    <a:pt x="59811" y="41215"/>
                    <a:pt x="59696" y="39965"/>
                    <a:pt x="59541" y="38720"/>
                  </a:cubicBezTo>
                  <a:cubicBezTo>
                    <a:pt x="59387" y="37474"/>
                    <a:pt x="59194" y="36234"/>
                    <a:pt x="58961" y="35001"/>
                  </a:cubicBezTo>
                  <a:cubicBezTo>
                    <a:pt x="58729" y="33767"/>
                    <a:pt x="58459" y="32542"/>
                    <a:pt x="58149" y="31325"/>
                  </a:cubicBezTo>
                  <a:cubicBezTo>
                    <a:pt x="57840" y="30109"/>
                    <a:pt x="57493" y="28903"/>
                    <a:pt x="57109" y="27708"/>
                  </a:cubicBezTo>
                  <a:cubicBezTo>
                    <a:pt x="56724" y="26514"/>
                    <a:pt x="56302" y="25331"/>
                    <a:pt x="55843" y="24163"/>
                  </a:cubicBezTo>
                  <a:cubicBezTo>
                    <a:pt x="55384" y="22995"/>
                    <a:pt x="54889" y="21842"/>
                    <a:pt x="54358" y="20705"/>
                  </a:cubicBezTo>
                  <a:cubicBezTo>
                    <a:pt x="53827" y="19568"/>
                    <a:pt x="53260" y="18448"/>
                    <a:pt x="52658" y="17346"/>
                  </a:cubicBezTo>
                  <a:cubicBezTo>
                    <a:pt x="52057" y="16245"/>
                    <a:pt x="51421" y="15163"/>
                    <a:pt x="50752" y="14101"/>
                  </a:cubicBezTo>
                  <a:cubicBezTo>
                    <a:pt x="50083" y="13039"/>
                    <a:pt x="49380" y="11999"/>
                    <a:pt x="48646" y="10981"/>
                  </a:cubicBezTo>
                  <a:cubicBezTo>
                    <a:pt x="47911" y="9964"/>
                    <a:pt x="47145" y="8970"/>
                    <a:pt x="46348" y="8000"/>
                  </a:cubicBezTo>
                  <a:cubicBezTo>
                    <a:pt x="45551" y="7031"/>
                    <a:pt x="44724" y="6086"/>
                    <a:pt x="43868" y="5169"/>
                  </a:cubicBezTo>
                  <a:cubicBezTo>
                    <a:pt x="43012" y="4251"/>
                    <a:pt x="42127" y="3361"/>
                    <a:pt x="41215" y="2499"/>
                  </a:cubicBezTo>
                  <a:cubicBezTo>
                    <a:pt x="40303" y="1637"/>
                    <a:pt x="39364" y="803"/>
                    <a:pt x="384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7" name="probe-lucide-bug" descr="bug — Lucide Icons and Contributors; preserve the bundled full upstream license. Source: https://github.com/lucide-icons/lucide/blob/20aef31db93fe4d9f398dbb15b120d99c48eef95/icons/bug.svg; SVG SHA256: c4fddf0d43b4c4f0b8fc52eb8810173c8d8bd25618034a70f162d85e8189d69d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38" name="probe-lucide-bug-part-1"/>
            <p:cNvSpPr/>
            <p:nvPr/>
          </p:nvSpPr>
          <p:spPr>
            <a:xfrm>
              <a:off x="120000" y="110000"/>
              <a:ext cx="10" cy="90000"/>
            </a:xfrm>
            <a:custGeom>
              <a:avLst/>
              <a:gdLst/>
              <a:ahLst/>
              <a:cxnLst/>
              <a:rect l="0" t="0" r="r" b="b"/>
              <a:pathLst>
                <a:path w="10" h="90000">
                  <a:moveTo>
                    <a:pt x="0" y="9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probe-lucide-bug-part-2"/>
            <p:cNvSpPr/>
            <p:nvPr/>
          </p:nvSpPr>
          <p:spPr>
            <a:xfrm>
              <a:off x="60000" y="70000"/>
              <a:ext cx="120000" cy="130000"/>
            </a:xfrm>
            <a:custGeom>
              <a:avLst/>
              <a:gdLst/>
              <a:ahLst/>
              <a:cxnLst/>
              <a:rect l="0" t="0" r="r" b="b"/>
              <a:pathLst>
                <a:path w="120000" h="130000">
                  <a:moveTo>
                    <a:pt x="80000" y="0"/>
                  </a:moveTo>
                  <a:cubicBezTo>
                    <a:pt x="80838" y="0"/>
                    <a:pt x="81675" y="26"/>
                    <a:pt x="82512" y="79"/>
                  </a:cubicBezTo>
                  <a:cubicBezTo>
                    <a:pt x="83348" y="132"/>
                    <a:pt x="84182" y="210"/>
                    <a:pt x="85013" y="315"/>
                  </a:cubicBezTo>
                  <a:cubicBezTo>
                    <a:pt x="85845" y="420"/>
                    <a:pt x="86672" y="552"/>
                    <a:pt x="87495" y="709"/>
                  </a:cubicBezTo>
                  <a:cubicBezTo>
                    <a:pt x="88318" y="866"/>
                    <a:pt x="89136" y="1048"/>
                    <a:pt x="89948" y="1257"/>
                  </a:cubicBezTo>
                  <a:cubicBezTo>
                    <a:pt x="90759" y="1465"/>
                    <a:pt x="91564" y="1699"/>
                    <a:pt x="92361" y="1958"/>
                  </a:cubicBezTo>
                  <a:cubicBezTo>
                    <a:pt x="93158" y="2217"/>
                    <a:pt x="93946" y="2501"/>
                    <a:pt x="94725" y="2809"/>
                  </a:cubicBezTo>
                  <a:cubicBezTo>
                    <a:pt x="95504" y="3117"/>
                    <a:pt x="96273" y="3450"/>
                    <a:pt x="97031" y="3807"/>
                  </a:cubicBezTo>
                  <a:cubicBezTo>
                    <a:pt x="97789" y="4164"/>
                    <a:pt x="98536" y="4544"/>
                    <a:pt x="99270" y="4948"/>
                  </a:cubicBezTo>
                  <a:cubicBezTo>
                    <a:pt x="100004" y="5351"/>
                    <a:pt x="100726" y="5778"/>
                    <a:pt x="101433" y="6227"/>
                  </a:cubicBezTo>
                  <a:cubicBezTo>
                    <a:pt x="102140" y="6676"/>
                    <a:pt x="102834" y="7147"/>
                    <a:pt x="103511" y="7639"/>
                  </a:cubicBezTo>
                  <a:cubicBezTo>
                    <a:pt x="104189" y="8132"/>
                    <a:pt x="104851" y="8645"/>
                    <a:pt x="105497" y="9179"/>
                  </a:cubicBezTo>
                  <a:cubicBezTo>
                    <a:pt x="106143" y="9714"/>
                    <a:pt x="106771" y="10268"/>
                    <a:pt x="107382" y="10841"/>
                  </a:cubicBezTo>
                  <a:cubicBezTo>
                    <a:pt x="107993" y="11415"/>
                    <a:pt x="108585" y="12007"/>
                    <a:pt x="109159" y="12618"/>
                  </a:cubicBezTo>
                  <a:cubicBezTo>
                    <a:pt x="109732" y="13229"/>
                    <a:pt x="110286" y="13857"/>
                    <a:pt x="110821" y="14503"/>
                  </a:cubicBezTo>
                  <a:cubicBezTo>
                    <a:pt x="111355" y="15149"/>
                    <a:pt x="111868" y="15811"/>
                    <a:pt x="112361" y="16489"/>
                  </a:cubicBezTo>
                  <a:cubicBezTo>
                    <a:pt x="112853" y="17166"/>
                    <a:pt x="113324" y="17860"/>
                    <a:pt x="113773" y="18567"/>
                  </a:cubicBezTo>
                  <a:cubicBezTo>
                    <a:pt x="114222" y="19274"/>
                    <a:pt x="114649" y="19996"/>
                    <a:pt x="115052" y="20730"/>
                  </a:cubicBezTo>
                  <a:cubicBezTo>
                    <a:pt x="115456" y="21464"/>
                    <a:pt x="115836" y="22211"/>
                    <a:pt x="116193" y="22969"/>
                  </a:cubicBezTo>
                  <a:cubicBezTo>
                    <a:pt x="116550" y="23727"/>
                    <a:pt x="116883" y="24496"/>
                    <a:pt x="117191" y="25275"/>
                  </a:cubicBezTo>
                  <a:cubicBezTo>
                    <a:pt x="117499" y="26054"/>
                    <a:pt x="117783" y="26842"/>
                    <a:pt x="118042" y="27639"/>
                  </a:cubicBezTo>
                  <a:cubicBezTo>
                    <a:pt x="118301" y="28436"/>
                    <a:pt x="118535" y="29241"/>
                    <a:pt x="118743" y="30052"/>
                  </a:cubicBezTo>
                  <a:cubicBezTo>
                    <a:pt x="118952" y="30864"/>
                    <a:pt x="119134" y="31682"/>
                    <a:pt x="119291" y="32505"/>
                  </a:cubicBezTo>
                  <a:cubicBezTo>
                    <a:pt x="119448" y="33328"/>
                    <a:pt x="119580" y="34155"/>
                    <a:pt x="119685" y="34987"/>
                  </a:cubicBezTo>
                  <a:cubicBezTo>
                    <a:pt x="119790" y="35818"/>
                    <a:pt x="119868" y="36652"/>
                    <a:pt x="119921" y="37488"/>
                  </a:cubicBezTo>
                  <a:cubicBezTo>
                    <a:pt x="119974" y="38325"/>
                    <a:pt x="120000" y="39162"/>
                    <a:pt x="120000" y="40000"/>
                  </a:cubicBezTo>
                  <a:lnTo>
                    <a:pt x="120000" y="70000"/>
                  </a:lnTo>
                  <a:cubicBezTo>
                    <a:pt x="120000" y="71257"/>
                    <a:pt x="119961" y="72513"/>
                    <a:pt x="119882" y="73767"/>
                  </a:cubicBezTo>
                  <a:cubicBezTo>
                    <a:pt x="119803" y="75022"/>
                    <a:pt x="119684" y="76273"/>
                    <a:pt x="119527" y="77520"/>
                  </a:cubicBezTo>
                  <a:cubicBezTo>
                    <a:pt x="119369" y="78767"/>
                    <a:pt x="119173" y="80008"/>
                    <a:pt x="118937" y="81243"/>
                  </a:cubicBezTo>
                  <a:cubicBezTo>
                    <a:pt x="118702" y="82477"/>
                    <a:pt x="118428" y="83704"/>
                    <a:pt x="118115" y="84921"/>
                  </a:cubicBezTo>
                  <a:cubicBezTo>
                    <a:pt x="117802" y="86139"/>
                    <a:pt x="117452" y="87346"/>
                    <a:pt x="117063" y="88541"/>
                  </a:cubicBezTo>
                  <a:cubicBezTo>
                    <a:pt x="116675" y="89736"/>
                    <a:pt x="116249" y="90919"/>
                    <a:pt x="115787" y="92087"/>
                  </a:cubicBezTo>
                  <a:cubicBezTo>
                    <a:pt x="115324" y="93256"/>
                    <a:pt x="114825" y="94410"/>
                    <a:pt x="114290" y="95547"/>
                  </a:cubicBezTo>
                  <a:cubicBezTo>
                    <a:pt x="113755" y="96684"/>
                    <a:pt x="113184" y="97804"/>
                    <a:pt x="112578" y="98905"/>
                  </a:cubicBezTo>
                  <a:cubicBezTo>
                    <a:pt x="111973" y="100007"/>
                    <a:pt x="111333" y="101089"/>
                    <a:pt x="110660" y="102150"/>
                  </a:cubicBezTo>
                  <a:cubicBezTo>
                    <a:pt x="109986" y="103211"/>
                    <a:pt x="109280" y="104250"/>
                    <a:pt x="108541" y="105267"/>
                  </a:cubicBezTo>
                  <a:cubicBezTo>
                    <a:pt x="107802" y="106284"/>
                    <a:pt x="107032" y="107277"/>
                    <a:pt x="106231" y="108245"/>
                  </a:cubicBezTo>
                  <a:cubicBezTo>
                    <a:pt x="105430" y="109214"/>
                    <a:pt x="104598" y="110157"/>
                    <a:pt x="103738" y="111073"/>
                  </a:cubicBezTo>
                  <a:cubicBezTo>
                    <a:pt x="102878" y="111989"/>
                    <a:pt x="101989" y="112878"/>
                    <a:pt x="101073" y="113738"/>
                  </a:cubicBezTo>
                  <a:cubicBezTo>
                    <a:pt x="100157" y="114598"/>
                    <a:pt x="99214" y="115430"/>
                    <a:pt x="98245" y="116231"/>
                  </a:cubicBezTo>
                  <a:cubicBezTo>
                    <a:pt x="97277" y="117032"/>
                    <a:pt x="96284" y="117802"/>
                    <a:pt x="95267" y="118541"/>
                  </a:cubicBezTo>
                  <a:cubicBezTo>
                    <a:pt x="94250" y="119280"/>
                    <a:pt x="93211" y="119986"/>
                    <a:pt x="92150" y="120660"/>
                  </a:cubicBezTo>
                  <a:cubicBezTo>
                    <a:pt x="91089" y="121333"/>
                    <a:pt x="90007" y="121973"/>
                    <a:pt x="88905" y="122578"/>
                  </a:cubicBezTo>
                  <a:cubicBezTo>
                    <a:pt x="87804" y="123184"/>
                    <a:pt x="86684" y="123755"/>
                    <a:pt x="85547" y="124290"/>
                  </a:cubicBezTo>
                  <a:cubicBezTo>
                    <a:pt x="84410" y="124825"/>
                    <a:pt x="83256" y="125324"/>
                    <a:pt x="82087" y="125787"/>
                  </a:cubicBezTo>
                  <a:cubicBezTo>
                    <a:pt x="80919" y="126249"/>
                    <a:pt x="79736" y="126675"/>
                    <a:pt x="78541" y="127063"/>
                  </a:cubicBezTo>
                  <a:cubicBezTo>
                    <a:pt x="77346" y="127452"/>
                    <a:pt x="76139" y="127802"/>
                    <a:pt x="74921" y="128115"/>
                  </a:cubicBezTo>
                  <a:cubicBezTo>
                    <a:pt x="73704" y="128428"/>
                    <a:pt x="72477" y="128702"/>
                    <a:pt x="71243" y="128937"/>
                  </a:cubicBezTo>
                  <a:cubicBezTo>
                    <a:pt x="70008" y="129173"/>
                    <a:pt x="68767" y="129369"/>
                    <a:pt x="67520" y="129527"/>
                  </a:cubicBezTo>
                  <a:cubicBezTo>
                    <a:pt x="66273" y="129684"/>
                    <a:pt x="65022" y="129803"/>
                    <a:pt x="63767" y="129882"/>
                  </a:cubicBezTo>
                  <a:cubicBezTo>
                    <a:pt x="62513" y="129961"/>
                    <a:pt x="61257" y="130000"/>
                    <a:pt x="60000" y="130000"/>
                  </a:cubicBezTo>
                  <a:cubicBezTo>
                    <a:pt x="58743" y="130000"/>
                    <a:pt x="57487" y="129961"/>
                    <a:pt x="56233" y="129882"/>
                  </a:cubicBezTo>
                  <a:cubicBezTo>
                    <a:pt x="54978" y="129803"/>
                    <a:pt x="53727" y="129684"/>
                    <a:pt x="52480" y="129527"/>
                  </a:cubicBezTo>
                  <a:cubicBezTo>
                    <a:pt x="51233" y="129369"/>
                    <a:pt x="49992" y="129173"/>
                    <a:pt x="48757" y="128937"/>
                  </a:cubicBezTo>
                  <a:cubicBezTo>
                    <a:pt x="47523" y="128702"/>
                    <a:pt x="46296" y="128428"/>
                    <a:pt x="45079" y="128115"/>
                  </a:cubicBezTo>
                  <a:cubicBezTo>
                    <a:pt x="43861" y="127802"/>
                    <a:pt x="42654" y="127452"/>
                    <a:pt x="41459" y="127063"/>
                  </a:cubicBezTo>
                  <a:cubicBezTo>
                    <a:pt x="40264" y="126675"/>
                    <a:pt x="39081" y="126249"/>
                    <a:pt x="37913" y="125787"/>
                  </a:cubicBezTo>
                  <a:cubicBezTo>
                    <a:pt x="36744" y="125324"/>
                    <a:pt x="35590" y="124825"/>
                    <a:pt x="34453" y="124290"/>
                  </a:cubicBezTo>
                  <a:cubicBezTo>
                    <a:pt x="33316" y="123755"/>
                    <a:pt x="32196" y="123184"/>
                    <a:pt x="31095" y="122578"/>
                  </a:cubicBezTo>
                  <a:cubicBezTo>
                    <a:pt x="29993" y="121973"/>
                    <a:pt x="28911" y="121333"/>
                    <a:pt x="27850" y="120660"/>
                  </a:cubicBezTo>
                  <a:cubicBezTo>
                    <a:pt x="26789" y="119986"/>
                    <a:pt x="25750" y="119280"/>
                    <a:pt x="24733" y="118541"/>
                  </a:cubicBezTo>
                  <a:cubicBezTo>
                    <a:pt x="23716" y="117802"/>
                    <a:pt x="22723" y="117032"/>
                    <a:pt x="21755" y="116231"/>
                  </a:cubicBezTo>
                  <a:cubicBezTo>
                    <a:pt x="20786" y="115430"/>
                    <a:pt x="19843" y="114598"/>
                    <a:pt x="18927" y="113738"/>
                  </a:cubicBezTo>
                  <a:cubicBezTo>
                    <a:pt x="18011" y="112878"/>
                    <a:pt x="17122" y="111989"/>
                    <a:pt x="16262" y="111073"/>
                  </a:cubicBezTo>
                  <a:cubicBezTo>
                    <a:pt x="15402" y="110157"/>
                    <a:pt x="14570" y="109214"/>
                    <a:pt x="13769" y="108245"/>
                  </a:cubicBezTo>
                  <a:cubicBezTo>
                    <a:pt x="12968" y="107277"/>
                    <a:pt x="12198" y="106284"/>
                    <a:pt x="11459" y="105267"/>
                  </a:cubicBezTo>
                  <a:cubicBezTo>
                    <a:pt x="10720" y="104250"/>
                    <a:pt x="10014" y="103211"/>
                    <a:pt x="9340" y="102150"/>
                  </a:cubicBezTo>
                  <a:cubicBezTo>
                    <a:pt x="8667" y="101089"/>
                    <a:pt x="8027" y="100007"/>
                    <a:pt x="7422" y="98905"/>
                  </a:cubicBezTo>
                  <a:cubicBezTo>
                    <a:pt x="6816" y="97804"/>
                    <a:pt x="6245" y="96684"/>
                    <a:pt x="5710" y="95547"/>
                  </a:cubicBezTo>
                  <a:cubicBezTo>
                    <a:pt x="5175" y="94410"/>
                    <a:pt x="4676" y="93256"/>
                    <a:pt x="4213" y="92087"/>
                  </a:cubicBezTo>
                  <a:cubicBezTo>
                    <a:pt x="3751" y="90919"/>
                    <a:pt x="3325" y="89736"/>
                    <a:pt x="2937" y="88541"/>
                  </a:cubicBezTo>
                  <a:cubicBezTo>
                    <a:pt x="2548" y="87346"/>
                    <a:pt x="2198" y="86139"/>
                    <a:pt x="1885" y="84921"/>
                  </a:cubicBezTo>
                  <a:cubicBezTo>
                    <a:pt x="1572" y="83704"/>
                    <a:pt x="1298" y="82477"/>
                    <a:pt x="1063" y="81243"/>
                  </a:cubicBezTo>
                  <a:cubicBezTo>
                    <a:pt x="827" y="80008"/>
                    <a:pt x="631" y="78767"/>
                    <a:pt x="473" y="77520"/>
                  </a:cubicBezTo>
                  <a:cubicBezTo>
                    <a:pt x="316" y="76273"/>
                    <a:pt x="197" y="75022"/>
                    <a:pt x="118" y="73767"/>
                  </a:cubicBezTo>
                  <a:cubicBezTo>
                    <a:pt x="39" y="72513"/>
                    <a:pt x="0" y="71257"/>
                    <a:pt x="0" y="70000"/>
                  </a:cubicBezTo>
                  <a:lnTo>
                    <a:pt x="0" y="40000"/>
                  </a:lnTo>
                  <a:cubicBezTo>
                    <a:pt x="0" y="39162"/>
                    <a:pt x="26" y="38325"/>
                    <a:pt x="79" y="37488"/>
                  </a:cubicBezTo>
                  <a:cubicBezTo>
                    <a:pt x="132" y="36652"/>
                    <a:pt x="210" y="35818"/>
                    <a:pt x="315" y="34987"/>
                  </a:cubicBezTo>
                  <a:cubicBezTo>
                    <a:pt x="420" y="34155"/>
                    <a:pt x="552" y="33328"/>
                    <a:pt x="709" y="32505"/>
                  </a:cubicBezTo>
                  <a:cubicBezTo>
                    <a:pt x="866" y="31682"/>
                    <a:pt x="1048" y="30864"/>
                    <a:pt x="1257" y="30052"/>
                  </a:cubicBezTo>
                  <a:cubicBezTo>
                    <a:pt x="1465" y="29241"/>
                    <a:pt x="1699" y="28436"/>
                    <a:pt x="1958" y="27639"/>
                  </a:cubicBezTo>
                  <a:cubicBezTo>
                    <a:pt x="2217" y="26842"/>
                    <a:pt x="2501" y="26054"/>
                    <a:pt x="2809" y="25275"/>
                  </a:cubicBezTo>
                  <a:cubicBezTo>
                    <a:pt x="3117" y="24496"/>
                    <a:pt x="3450" y="23727"/>
                    <a:pt x="3807" y="22969"/>
                  </a:cubicBezTo>
                  <a:cubicBezTo>
                    <a:pt x="4164" y="22211"/>
                    <a:pt x="4544" y="21464"/>
                    <a:pt x="4948" y="20730"/>
                  </a:cubicBezTo>
                  <a:cubicBezTo>
                    <a:pt x="5351" y="19996"/>
                    <a:pt x="5778" y="19274"/>
                    <a:pt x="6227" y="18567"/>
                  </a:cubicBezTo>
                  <a:cubicBezTo>
                    <a:pt x="6676" y="17860"/>
                    <a:pt x="7147" y="17166"/>
                    <a:pt x="7639" y="16489"/>
                  </a:cubicBezTo>
                  <a:cubicBezTo>
                    <a:pt x="8132" y="15811"/>
                    <a:pt x="8645" y="15149"/>
                    <a:pt x="9179" y="14503"/>
                  </a:cubicBezTo>
                  <a:cubicBezTo>
                    <a:pt x="9714" y="13857"/>
                    <a:pt x="10268" y="13229"/>
                    <a:pt x="10841" y="12618"/>
                  </a:cubicBezTo>
                  <a:cubicBezTo>
                    <a:pt x="11415" y="12007"/>
                    <a:pt x="12007" y="11415"/>
                    <a:pt x="12618" y="10841"/>
                  </a:cubicBezTo>
                  <a:cubicBezTo>
                    <a:pt x="13229" y="10268"/>
                    <a:pt x="13857" y="9714"/>
                    <a:pt x="14503" y="9179"/>
                  </a:cubicBezTo>
                  <a:cubicBezTo>
                    <a:pt x="15149" y="8645"/>
                    <a:pt x="15811" y="8132"/>
                    <a:pt x="16489" y="7639"/>
                  </a:cubicBezTo>
                  <a:cubicBezTo>
                    <a:pt x="17166" y="7147"/>
                    <a:pt x="17860" y="6676"/>
                    <a:pt x="18567" y="6227"/>
                  </a:cubicBezTo>
                  <a:cubicBezTo>
                    <a:pt x="19274" y="5778"/>
                    <a:pt x="19996" y="5351"/>
                    <a:pt x="20730" y="4948"/>
                  </a:cubicBezTo>
                  <a:cubicBezTo>
                    <a:pt x="21464" y="4544"/>
                    <a:pt x="22211" y="4164"/>
                    <a:pt x="22969" y="3807"/>
                  </a:cubicBezTo>
                  <a:cubicBezTo>
                    <a:pt x="23727" y="3450"/>
                    <a:pt x="24496" y="3117"/>
                    <a:pt x="25275" y="2809"/>
                  </a:cubicBezTo>
                  <a:cubicBezTo>
                    <a:pt x="26054" y="2501"/>
                    <a:pt x="26842" y="2217"/>
                    <a:pt x="27639" y="1958"/>
                  </a:cubicBezTo>
                  <a:cubicBezTo>
                    <a:pt x="28436" y="1699"/>
                    <a:pt x="29241" y="1465"/>
                    <a:pt x="30052" y="1257"/>
                  </a:cubicBezTo>
                  <a:cubicBezTo>
                    <a:pt x="30864" y="1048"/>
                    <a:pt x="31682" y="866"/>
                    <a:pt x="32505" y="709"/>
                  </a:cubicBezTo>
                  <a:cubicBezTo>
                    <a:pt x="33328" y="552"/>
                    <a:pt x="34155" y="420"/>
                    <a:pt x="34987" y="315"/>
                  </a:cubicBezTo>
                  <a:cubicBezTo>
                    <a:pt x="35818" y="210"/>
                    <a:pt x="36652" y="132"/>
                    <a:pt x="37488" y="79"/>
                  </a:cubicBezTo>
                  <a:cubicBezTo>
                    <a:pt x="38325" y="26"/>
                    <a:pt x="39162" y="0"/>
                    <a:pt x="4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probe-lucide-bug-part-3"/>
            <p:cNvSpPr/>
            <p:nvPr/>
          </p:nvSpPr>
          <p:spPr>
            <a:xfrm>
              <a:off x="141200" y="200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18800"/>
                  </a:moveTo>
                  <a:lnTo>
                    <a:pt x="188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probe-lucide-bug-part-4"/>
            <p:cNvSpPr/>
            <p:nvPr/>
          </p:nvSpPr>
          <p:spPr>
            <a:xfrm>
              <a:off x="171900" y="170000"/>
              <a:ext cx="38100" cy="40000"/>
            </a:xfrm>
            <a:custGeom>
              <a:avLst/>
              <a:gdLst/>
              <a:ahLst/>
              <a:cxnLst/>
              <a:rect l="0" t="0" r="r" b="b"/>
              <a:pathLst>
                <a:path w="38100" h="40000">
                  <a:moveTo>
                    <a:pt x="38100" y="40000"/>
                  </a:moveTo>
                  <a:cubicBezTo>
                    <a:pt x="38101" y="39187"/>
                    <a:pt x="38077" y="38374"/>
                    <a:pt x="38028" y="37562"/>
                  </a:cubicBezTo>
                  <a:cubicBezTo>
                    <a:pt x="37980" y="36751"/>
                    <a:pt x="37906" y="35941"/>
                    <a:pt x="37808" y="35134"/>
                  </a:cubicBezTo>
                  <a:cubicBezTo>
                    <a:pt x="37710" y="34326"/>
                    <a:pt x="37588" y="33523"/>
                    <a:pt x="37441" y="32723"/>
                  </a:cubicBezTo>
                  <a:cubicBezTo>
                    <a:pt x="37294" y="31923"/>
                    <a:pt x="37122" y="31128"/>
                    <a:pt x="36927" y="30339"/>
                  </a:cubicBezTo>
                  <a:cubicBezTo>
                    <a:pt x="36732" y="29550"/>
                    <a:pt x="36512" y="28767"/>
                    <a:pt x="36269" y="27991"/>
                  </a:cubicBezTo>
                  <a:cubicBezTo>
                    <a:pt x="36026" y="27215"/>
                    <a:pt x="35759" y="26447"/>
                    <a:pt x="35469" y="25687"/>
                  </a:cubicBezTo>
                  <a:cubicBezTo>
                    <a:pt x="35179" y="24927"/>
                    <a:pt x="34866" y="24177"/>
                    <a:pt x="34530" y="23436"/>
                  </a:cubicBezTo>
                  <a:cubicBezTo>
                    <a:pt x="34194" y="22696"/>
                    <a:pt x="33836" y="21966"/>
                    <a:pt x="33456" y="21247"/>
                  </a:cubicBezTo>
                  <a:cubicBezTo>
                    <a:pt x="33075" y="20528"/>
                    <a:pt x="32673" y="19821"/>
                    <a:pt x="32250" y="19127"/>
                  </a:cubicBezTo>
                  <a:cubicBezTo>
                    <a:pt x="31827" y="18433"/>
                    <a:pt x="31382" y="17752"/>
                    <a:pt x="30917" y="17085"/>
                  </a:cubicBezTo>
                  <a:cubicBezTo>
                    <a:pt x="30452" y="16418"/>
                    <a:pt x="29967" y="15765"/>
                    <a:pt x="29463" y="15128"/>
                  </a:cubicBezTo>
                  <a:cubicBezTo>
                    <a:pt x="28958" y="14490"/>
                    <a:pt x="28434" y="13868"/>
                    <a:pt x="27891" y="13263"/>
                  </a:cubicBezTo>
                  <a:cubicBezTo>
                    <a:pt x="27349" y="12657"/>
                    <a:pt x="26788" y="12068"/>
                    <a:pt x="26209" y="11497"/>
                  </a:cubicBezTo>
                  <a:cubicBezTo>
                    <a:pt x="25631" y="10925"/>
                    <a:pt x="25035" y="10372"/>
                    <a:pt x="24423" y="9837"/>
                  </a:cubicBezTo>
                  <a:cubicBezTo>
                    <a:pt x="23811" y="9302"/>
                    <a:pt x="23182" y="8785"/>
                    <a:pt x="22539" y="8289"/>
                  </a:cubicBezTo>
                  <a:cubicBezTo>
                    <a:pt x="21895" y="7792"/>
                    <a:pt x="21236" y="7315"/>
                    <a:pt x="20564" y="6858"/>
                  </a:cubicBezTo>
                  <a:cubicBezTo>
                    <a:pt x="19891" y="6402"/>
                    <a:pt x="19204" y="5966"/>
                    <a:pt x="18505" y="5551"/>
                  </a:cubicBezTo>
                  <a:cubicBezTo>
                    <a:pt x="17806" y="5136"/>
                    <a:pt x="17094" y="4743"/>
                    <a:pt x="16370" y="4371"/>
                  </a:cubicBezTo>
                  <a:cubicBezTo>
                    <a:pt x="15647" y="4000"/>
                    <a:pt x="14913" y="3651"/>
                    <a:pt x="14168" y="3324"/>
                  </a:cubicBezTo>
                  <a:cubicBezTo>
                    <a:pt x="13424" y="2997"/>
                    <a:pt x="12669" y="2694"/>
                    <a:pt x="11906" y="2413"/>
                  </a:cubicBezTo>
                  <a:cubicBezTo>
                    <a:pt x="11143" y="2132"/>
                    <a:pt x="10371" y="1875"/>
                    <a:pt x="9593" y="1641"/>
                  </a:cubicBezTo>
                  <a:cubicBezTo>
                    <a:pt x="8814" y="1408"/>
                    <a:pt x="8028" y="1198"/>
                    <a:pt x="7237" y="1012"/>
                  </a:cubicBezTo>
                  <a:cubicBezTo>
                    <a:pt x="6445" y="827"/>
                    <a:pt x="5648" y="665"/>
                    <a:pt x="4846" y="528"/>
                  </a:cubicBezTo>
                  <a:cubicBezTo>
                    <a:pt x="4045" y="391"/>
                    <a:pt x="3240" y="278"/>
                    <a:pt x="2431" y="190"/>
                  </a:cubicBezTo>
                  <a:cubicBezTo>
                    <a:pt x="1623" y="102"/>
                    <a:pt x="812" y="39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probe-lucide-bug-part-5"/>
            <p:cNvSpPr/>
            <p:nvPr/>
          </p:nvSpPr>
          <p:spPr>
            <a:xfrm>
              <a:off x="174500" y="50000"/>
              <a:ext cx="35500" cy="39700"/>
            </a:xfrm>
            <a:custGeom>
              <a:avLst/>
              <a:gdLst/>
              <a:ahLst/>
              <a:cxnLst/>
              <a:rect l="0" t="0" r="r" b="b"/>
              <a:pathLst>
                <a:path w="35500" h="39700">
                  <a:moveTo>
                    <a:pt x="35500" y="0"/>
                  </a:moveTo>
                  <a:cubicBezTo>
                    <a:pt x="35499" y="809"/>
                    <a:pt x="35474" y="1619"/>
                    <a:pt x="35424" y="2427"/>
                  </a:cubicBezTo>
                  <a:cubicBezTo>
                    <a:pt x="35373" y="3235"/>
                    <a:pt x="35299" y="4041"/>
                    <a:pt x="35200" y="4844"/>
                  </a:cubicBezTo>
                  <a:cubicBezTo>
                    <a:pt x="35101" y="5647"/>
                    <a:pt x="34978" y="6448"/>
                    <a:pt x="34830" y="7244"/>
                  </a:cubicBezTo>
                  <a:cubicBezTo>
                    <a:pt x="34683" y="8039"/>
                    <a:pt x="34511" y="8831"/>
                    <a:pt x="34315" y="9616"/>
                  </a:cubicBezTo>
                  <a:cubicBezTo>
                    <a:pt x="34120" y="10402"/>
                    <a:pt x="33901" y="11181"/>
                    <a:pt x="33658" y="11953"/>
                  </a:cubicBezTo>
                  <a:cubicBezTo>
                    <a:pt x="33415" y="12725"/>
                    <a:pt x="33149" y="13490"/>
                    <a:pt x="32860" y="14246"/>
                  </a:cubicBezTo>
                  <a:cubicBezTo>
                    <a:pt x="32570" y="15002"/>
                    <a:pt x="32258" y="15749"/>
                    <a:pt x="31924" y="16486"/>
                  </a:cubicBezTo>
                  <a:cubicBezTo>
                    <a:pt x="31589" y="17223"/>
                    <a:pt x="31232" y="17950"/>
                    <a:pt x="30854" y="18665"/>
                  </a:cubicBezTo>
                  <a:cubicBezTo>
                    <a:pt x="30475" y="19381"/>
                    <a:pt x="30075" y="20085"/>
                    <a:pt x="29653" y="20776"/>
                  </a:cubicBezTo>
                  <a:cubicBezTo>
                    <a:pt x="29232" y="21467"/>
                    <a:pt x="28790" y="22145"/>
                    <a:pt x="28327" y="22809"/>
                  </a:cubicBezTo>
                  <a:cubicBezTo>
                    <a:pt x="27865" y="23474"/>
                    <a:pt x="27382" y="24124"/>
                    <a:pt x="26880" y="24759"/>
                  </a:cubicBezTo>
                  <a:cubicBezTo>
                    <a:pt x="26378" y="25394"/>
                    <a:pt x="25857" y="26014"/>
                    <a:pt x="25318" y="26617"/>
                  </a:cubicBezTo>
                  <a:cubicBezTo>
                    <a:pt x="24778" y="27220"/>
                    <a:pt x="24220" y="27807"/>
                    <a:pt x="23645" y="28377"/>
                  </a:cubicBezTo>
                  <a:cubicBezTo>
                    <a:pt x="23070" y="28946"/>
                    <a:pt x="22478" y="29498"/>
                    <a:pt x="21869" y="30032"/>
                  </a:cubicBezTo>
                  <a:cubicBezTo>
                    <a:pt x="21260" y="30566"/>
                    <a:pt x="20635" y="31081"/>
                    <a:pt x="19996" y="31576"/>
                  </a:cubicBezTo>
                  <a:cubicBezTo>
                    <a:pt x="19356" y="32072"/>
                    <a:pt x="18701" y="32548"/>
                    <a:pt x="18032" y="33004"/>
                  </a:cubicBezTo>
                  <a:cubicBezTo>
                    <a:pt x="17363" y="33460"/>
                    <a:pt x="16681" y="33896"/>
                    <a:pt x="15985" y="34310"/>
                  </a:cubicBezTo>
                  <a:cubicBezTo>
                    <a:pt x="15290" y="34725"/>
                    <a:pt x="14583" y="35118"/>
                    <a:pt x="13863" y="35490"/>
                  </a:cubicBezTo>
                  <a:cubicBezTo>
                    <a:pt x="13144" y="35861"/>
                    <a:pt x="12414" y="36211"/>
                    <a:pt x="11674" y="36538"/>
                  </a:cubicBezTo>
                  <a:cubicBezTo>
                    <a:pt x="10933" y="36866"/>
                    <a:pt x="10183" y="37170"/>
                    <a:pt x="9424" y="37452"/>
                  </a:cubicBezTo>
                  <a:cubicBezTo>
                    <a:pt x="8666" y="37734"/>
                    <a:pt x="7898" y="37993"/>
                    <a:pt x="7124" y="38228"/>
                  </a:cubicBezTo>
                  <a:cubicBezTo>
                    <a:pt x="6349" y="38463"/>
                    <a:pt x="5568" y="38675"/>
                    <a:pt x="4781" y="38862"/>
                  </a:cubicBezTo>
                  <a:cubicBezTo>
                    <a:pt x="3993" y="39050"/>
                    <a:pt x="3200" y="39214"/>
                    <a:pt x="2403" y="39354"/>
                  </a:cubicBezTo>
                  <a:cubicBezTo>
                    <a:pt x="1606" y="39493"/>
                    <a:pt x="804" y="39609"/>
                    <a:pt x="0" y="397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probe-lucide-bug-part-6"/>
            <p:cNvSpPr/>
            <p:nvPr/>
          </p:nvSpPr>
          <p:spPr>
            <a:xfrm>
              <a:off x="180000" y="13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4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probe-lucide-bug-part-7"/>
            <p:cNvSpPr/>
            <p:nvPr/>
          </p:nvSpPr>
          <p:spPr>
            <a:xfrm>
              <a:off x="30000" y="170000"/>
              <a:ext cx="38100" cy="40000"/>
            </a:xfrm>
            <a:custGeom>
              <a:avLst/>
              <a:gdLst/>
              <a:ahLst/>
              <a:cxnLst/>
              <a:rect l="0" t="0" r="r" b="b"/>
              <a:pathLst>
                <a:path w="38100" h="40000">
                  <a:moveTo>
                    <a:pt x="0" y="40000"/>
                  </a:moveTo>
                  <a:cubicBezTo>
                    <a:pt x="-1" y="39187"/>
                    <a:pt x="23" y="38374"/>
                    <a:pt x="72" y="37562"/>
                  </a:cubicBezTo>
                  <a:cubicBezTo>
                    <a:pt x="120" y="36751"/>
                    <a:pt x="194" y="35941"/>
                    <a:pt x="292" y="35134"/>
                  </a:cubicBezTo>
                  <a:cubicBezTo>
                    <a:pt x="390" y="34326"/>
                    <a:pt x="512" y="33523"/>
                    <a:pt x="659" y="32723"/>
                  </a:cubicBezTo>
                  <a:cubicBezTo>
                    <a:pt x="806" y="31923"/>
                    <a:pt x="978" y="31128"/>
                    <a:pt x="1173" y="30339"/>
                  </a:cubicBezTo>
                  <a:cubicBezTo>
                    <a:pt x="1368" y="29550"/>
                    <a:pt x="1588" y="28767"/>
                    <a:pt x="1831" y="27991"/>
                  </a:cubicBezTo>
                  <a:cubicBezTo>
                    <a:pt x="2074" y="27215"/>
                    <a:pt x="2341" y="26447"/>
                    <a:pt x="2631" y="25687"/>
                  </a:cubicBezTo>
                  <a:cubicBezTo>
                    <a:pt x="2921" y="24927"/>
                    <a:pt x="3234" y="24177"/>
                    <a:pt x="3570" y="23436"/>
                  </a:cubicBezTo>
                  <a:cubicBezTo>
                    <a:pt x="3906" y="22696"/>
                    <a:pt x="4264" y="21966"/>
                    <a:pt x="4644" y="21247"/>
                  </a:cubicBezTo>
                  <a:cubicBezTo>
                    <a:pt x="5025" y="20528"/>
                    <a:pt x="5427" y="19821"/>
                    <a:pt x="5850" y="19127"/>
                  </a:cubicBezTo>
                  <a:cubicBezTo>
                    <a:pt x="6274" y="18433"/>
                    <a:pt x="6718" y="17752"/>
                    <a:pt x="7183" y="17085"/>
                  </a:cubicBezTo>
                  <a:cubicBezTo>
                    <a:pt x="7648" y="16418"/>
                    <a:pt x="8133" y="15765"/>
                    <a:pt x="8637" y="15128"/>
                  </a:cubicBezTo>
                  <a:cubicBezTo>
                    <a:pt x="9142" y="14490"/>
                    <a:pt x="9666" y="13868"/>
                    <a:pt x="10209" y="13263"/>
                  </a:cubicBezTo>
                  <a:cubicBezTo>
                    <a:pt x="10751" y="12657"/>
                    <a:pt x="11312" y="12068"/>
                    <a:pt x="11891" y="11497"/>
                  </a:cubicBezTo>
                  <a:cubicBezTo>
                    <a:pt x="12469" y="10925"/>
                    <a:pt x="13065" y="10372"/>
                    <a:pt x="13677" y="9837"/>
                  </a:cubicBezTo>
                  <a:cubicBezTo>
                    <a:pt x="14289" y="9302"/>
                    <a:pt x="14918" y="8785"/>
                    <a:pt x="15561" y="8289"/>
                  </a:cubicBezTo>
                  <a:cubicBezTo>
                    <a:pt x="16205" y="7792"/>
                    <a:pt x="16864" y="7315"/>
                    <a:pt x="17536" y="6858"/>
                  </a:cubicBezTo>
                  <a:cubicBezTo>
                    <a:pt x="18209" y="6402"/>
                    <a:pt x="18896" y="5966"/>
                    <a:pt x="19595" y="5551"/>
                  </a:cubicBezTo>
                  <a:cubicBezTo>
                    <a:pt x="20294" y="5136"/>
                    <a:pt x="21006" y="4743"/>
                    <a:pt x="21730" y="4371"/>
                  </a:cubicBezTo>
                  <a:cubicBezTo>
                    <a:pt x="22453" y="4000"/>
                    <a:pt x="23187" y="3651"/>
                    <a:pt x="23932" y="3324"/>
                  </a:cubicBezTo>
                  <a:cubicBezTo>
                    <a:pt x="24676" y="2997"/>
                    <a:pt x="25431" y="2694"/>
                    <a:pt x="26194" y="2413"/>
                  </a:cubicBezTo>
                  <a:cubicBezTo>
                    <a:pt x="26957" y="2132"/>
                    <a:pt x="27729" y="1875"/>
                    <a:pt x="28507" y="1641"/>
                  </a:cubicBezTo>
                  <a:cubicBezTo>
                    <a:pt x="29286" y="1408"/>
                    <a:pt x="30072" y="1198"/>
                    <a:pt x="30864" y="1012"/>
                  </a:cubicBezTo>
                  <a:cubicBezTo>
                    <a:pt x="31655" y="827"/>
                    <a:pt x="32452" y="665"/>
                    <a:pt x="33254" y="528"/>
                  </a:cubicBezTo>
                  <a:cubicBezTo>
                    <a:pt x="34055" y="391"/>
                    <a:pt x="34860" y="278"/>
                    <a:pt x="35669" y="190"/>
                  </a:cubicBezTo>
                  <a:cubicBezTo>
                    <a:pt x="36477" y="102"/>
                    <a:pt x="37288" y="39"/>
                    <a:pt x="381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" name="probe-lucide-bug-part-8"/>
            <p:cNvSpPr/>
            <p:nvPr/>
          </p:nvSpPr>
          <p:spPr>
            <a:xfrm>
              <a:off x="30000" y="50000"/>
              <a:ext cx="35500" cy="39700"/>
            </a:xfrm>
            <a:custGeom>
              <a:avLst/>
              <a:gdLst/>
              <a:ahLst/>
              <a:cxnLst/>
              <a:rect l="0" t="0" r="r" b="b"/>
              <a:pathLst>
                <a:path w="35500" h="39700">
                  <a:moveTo>
                    <a:pt x="0" y="0"/>
                  </a:moveTo>
                  <a:cubicBezTo>
                    <a:pt x="1" y="809"/>
                    <a:pt x="26" y="1619"/>
                    <a:pt x="76" y="2427"/>
                  </a:cubicBezTo>
                  <a:cubicBezTo>
                    <a:pt x="127" y="3235"/>
                    <a:pt x="201" y="4041"/>
                    <a:pt x="300" y="4844"/>
                  </a:cubicBezTo>
                  <a:cubicBezTo>
                    <a:pt x="399" y="5647"/>
                    <a:pt x="522" y="6448"/>
                    <a:pt x="670" y="7244"/>
                  </a:cubicBezTo>
                  <a:cubicBezTo>
                    <a:pt x="817" y="8039"/>
                    <a:pt x="989" y="8831"/>
                    <a:pt x="1185" y="9616"/>
                  </a:cubicBezTo>
                  <a:cubicBezTo>
                    <a:pt x="1380" y="10402"/>
                    <a:pt x="1599" y="11181"/>
                    <a:pt x="1842" y="11953"/>
                  </a:cubicBezTo>
                  <a:cubicBezTo>
                    <a:pt x="2085" y="12725"/>
                    <a:pt x="2351" y="13490"/>
                    <a:pt x="2640" y="14246"/>
                  </a:cubicBezTo>
                  <a:cubicBezTo>
                    <a:pt x="2930" y="15002"/>
                    <a:pt x="3242" y="15749"/>
                    <a:pt x="3576" y="16486"/>
                  </a:cubicBezTo>
                  <a:cubicBezTo>
                    <a:pt x="3911" y="17223"/>
                    <a:pt x="4268" y="17950"/>
                    <a:pt x="4646" y="18665"/>
                  </a:cubicBezTo>
                  <a:cubicBezTo>
                    <a:pt x="5025" y="19381"/>
                    <a:pt x="5425" y="20085"/>
                    <a:pt x="5847" y="20776"/>
                  </a:cubicBezTo>
                  <a:cubicBezTo>
                    <a:pt x="6268" y="21467"/>
                    <a:pt x="6710" y="22145"/>
                    <a:pt x="7173" y="22809"/>
                  </a:cubicBezTo>
                  <a:cubicBezTo>
                    <a:pt x="7635" y="23474"/>
                    <a:pt x="8118" y="24124"/>
                    <a:pt x="8620" y="24759"/>
                  </a:cubicBezTo>
                  <a:cubicBezTo>
                    <a:pt x="9122" y="25394"/>
                    <a:pt x="9643" y="26014"/>
                    <a:pt x="10182" y="26617"/>
                  </a:cubicBezTo>
                  <a:cubicBezTo>
                    <a:pt x="10722" y="27220"/>
                    <a:pt x="11280" y="27807"/>
                    <a:pt x="11855" y="28377"/>
                  </a:cubicBezTo>
                  <a:cubicBezTo>
                    <a:pt x="12430" y="28946"/>
                    <a:pt x="13022" y="29498"/>
                    <a:pt x="13631" y="30032"/>
                  </a:cubicBezTo>
                  <a:cubicBezTo>
                    <a:pt x="14240" y="30566"/>
                    <a:pt x="14865" y="31081"/>
                    <a:pt x="15504" y="31576"/>
                  </a:cubicBezTo>
                  <a:cubicBezTo>
                    <a:pt x="16144" y="32072"/>
                    <a:pt x="16799" y="32548"/>
                    <a:pt x="17468" y="33004"/>
                  </a:cubicBezTo>
                  <a:cubicBezTo>
                    <a:pt x="18137" y="33460"/>
                    <a:pt x="18819" y="33896"/>
                    <a:pt x="19515" y="34310"/>
                  </a:cubicBezTo>
                  <a:cubicBezTo>
                    <a:pt x="20210" y="34725"/>
                    <a:pt x="20917" y="35118"/>
                    <a:pt x="21637" y="35490"/>
                  </a:cubicBezTo>
                  <a:cubicBezTo>
                    <a:pt x="22356" y="35861"/>
                    <a:pt x="23086" y="36211"/>
                    <a:pt x="23826" y="36538"/>
                  </a:cubicBezTo>
                  <a:cubicBezTo>
                    <a:pt x="24567" y="36866"/>
                    <a:pt x="25317" y="37170"/>
                    <a:pt x="26076" y="37452"/>
                  </a:cubicBezTo>
                  <a:cubicBezTo>
                    <a:pt x="26834" y="37734"/>
                    <a:pt x="27602" y="37993"/>
                    <a:pt x="28376" y="38228"/>
                  </a:cubicBezTo>
                  <a:cubicBezTo>
                    <a:pt x="29151" y="38463"/>
                    <a:pt x="29932" y="38675"/>
                    <a:pt x="30719" y="38862"/>
                  </a:cubicBezTo>
                  <a:cubicBezTo>
                    <a:pt x="31507" y="39050"/>
                    <a:pt x="32300" y="39214"/>
                    <a:pt x="33097" y="39354"/>
                  </a:cubicBezTo>
                  <a:cubicBezTo>
                    <a:pt x="33894" y="39493"/>
                    <a:pt x="34696" y="39609"/>
                    <a:pt x="35500" y="397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probe-lucide-bug-part-9"/>
            <p:cNvSpPr/>
            <p:nvPr/>
          </p:nvSpPr>
          <p:spPr>
            <a:xfrm>
              <a:off x="20000" y="13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40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probe-lucide-bug-part-10"/>
            <p:cNvSpPr/>
            <p:nvPr/>
          </p:nvSpPr>
          <p:spPr>
            <a:xfrm>
              <a:off x="80000" y="200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0"/>
                  </a:moveTo>
                  <a:lnTo>
                    <a:pt x="18800" y="188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8" name="probe-lucide-bug-part-11"/>
            <p:cNvSpPr/>
            <p:nvPr/>
          </p:nvSpPr>
          <p:spPr>
            <a:xfrm>
              <a:off x="90000" y="30000"/>
              <a:ext cx="60000" cy="41300"/>
            </a:xfrm>
            <a:custGeom>
              <a:avLst/>
              <a:gdLst/>
              <a:ahLst/>
              <a:cxnLst/>
              <a:rect l="0" t="0" r="r" b="b"/>
              <a:pathLst>
                <a:path w="60000" h="41300">
                  <a:moveTo>
                    <a:pt x="0" y="41300"/>
                  </a:moveTo>
                  <a:lnTo>
                    <a:pt x="0" y="30000"/>
                  </a:ln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lnTo>
                    <a:pt x="60000" y="413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9" name="probe-lucide-clover" descr="clover — Lucide Icons and Contributors; preserve the bundled full upstream license. Source: https://github.com/lucide-icons/lucide/blob/20aef31db93fe4d9f398dbb15b120d99c48eef95/icons/clover.svg; SVG SHA256: 0c7e117548f00183d23a6d13a127b4273bec1003d77863fb5afacf38fe20442c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50" name="probe-lucide-clover-part-1"/>
            <p:cNvSpPr/>
            <p:nvPr/>
          </p:nvSpPr>
          <p:spPr>
            <a:xfrm>
              <a:off x="20000" y="78300"/>
              <a:ext cx="141700" cy="141700"/>
            </a:xfrm>
            <a:custGeom>
              <a:avLst/>
              <a:gdLst/>
              <a:ahLst/>
              <a:cxnLst/>
              <a:rect l="0" t="0" r="r" b="b"/>
              <a:pathLst>
                <a:path w="141700" h="141700">
                  <a:moveTo>
                    <a:pt x="141700" y="0"/>
                  </a:moveTo>
                  <a:lnTo>
                    <a:pt x="0" y="1417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probe-lucide-clover-part-2"/>
            <p:cNvSpPr/>
            <p:nvPr/>
          </p:nvSpPr>
          <p:spPr>
            <a:xfrm>
              <a:off x="30056" y="30056"/>
              <a:ext cx="179889" cy="179889"/>
            </a:xfrm>
            <a:custGeom>
              <a:avLst/>
              <a:gdLst/>
              <a:ahLst/>
              <a:cxnLst/>
              <a:rect l="0" t="0" r="r" b="b"/>
              <a:pathLst>
                <a:path w="179889" h="179889">
                  <a:moveTo>
                    <a:pt x="10144" y="89944"/>
                  </a:moveTo>
                  <a:cubicBezTo>
                    <a:pt x="9695" y="89569"/>
                    <a:pt x="9258" y="89180"/>
                    <a:pt x="8833" y="88777"/>
                  </a:cubicBezTo>
                  <a:cubicBezTo>
                    <a:pt x="8407" y="88375"/>
                    <a:pt x="7995" y="87959"/>
                    <a:pt x="7596" y="87531"/>
                  </a:cubicBezTo>
                  <a:cubicBezTo>
                    <a:pt x="7196" y="87103"/>
                    <a:pt x="6811" y="86663"/>
                    <a:pt x="6439" y="86210"/>
                  </a:cubicBezTo>
                  <a:cubicBezTo>
                    <a:pt x="6067" y="85758"/>
                    <a:pt x="5709" y="85295"/>
                    <a:pt x="5366" y="84821"/>
                  </a:cubicBezTo>
                  <a:cubicBezTo>
                    <a:pt x="5023" y="84346"/>
                    <a:pt x="4694" y="83861"/>
                    <a:pt x="4381" y="83367"/>
                  </a:cubicBezTo>
                  <a:cubicBezTo>
                    <a:pt x="4068" y="82872"/>
                    <a:pt x="3771" y="82368"/>
                    <a:pt x="3489" y="81855"/>
                  </a:cubicBezTo>
                  <a:cubicBezTo>
                    <a:pt x="3207" y="81341"/>
                    <a:pt x="2941" y="80820"/>
                    <a:pt x="2692" y="80290"/>
                  </a:cubicBezTo>
                  <a:cubicBezTo>
                    <a:pt x="2443" y="79760"/>
                    <a:pt x="2210" y="79223"/>
                    <a:pt x="1994" y="78679"/>
                  </a:cubicBezTo>
                  <a:cubicBezTo>
                    <a:pt x="1778" y="78135"/>
                    <a:pt x="1579" y="77584"/>
                    <a:pt x="1397" y="77027"/>
                  </a:cubicBezTo>
                  <a:cubicBezTo>
                    <a:pt x="1215" y="76471"/>
                    <a:pt x="1051" y="75909"/>
                    <a:pt x="904" y="75342"/>
                  </a:cubicBezTo>
                  <a:cubicBezTo>
                    <a:pt x="757" y="74776"/>
                    <a:pt x="628" y="74204"/>
                    <a:pt x="517" y="73630"/>
                  </a:cubicBezTo>
                  <a:cubicBezTo>
                    <a:pt x="405" y="73055"/>
                    <a:pt x="312" y="72477"/>
                    <a:pt x="236" y="71896"/>
                  </a:cubicBezTo>
                  <a:cubicBezTo>
                    <a:pt x="161" y="71316"/>
                    <a:pt x="103" y="70733"/>
                    <a:pt x="64" y="70149"/>
                  </a:cubicBezTo>
                  <a:cubicBezTo>
                    <a:pt x="25" y="69565"/>
                    <a:pt x="3" y="68980"/>
                    <a:pt x="0" y="68394"/>
                  </a:cubicBezTo>
                  <a:cubicBezTo>
                    <a:pt x="-3" y="67809"/>
                    <a:pt x="13" y="67224"/>
                    <a:pt x="46" y="66639"/>
                  </a:cubicBezTo>
                  <a:cubicBezTo>
                    <a:pt x="79" y="66055"/>
                    <a:pt x="131" y="65471"/>
                    <a:pt x="200" y="64890"/>
                  </a:cubicBezTo>
                  <a:cubicBezTo>
                    <a:pt x="270" y="64309"/>
                    <a:pt x="358" y="63730"/>
                    <a:pt x="463" y="63154"/>
                  </a:cubicBezTo>
                  <a:cubicBezTo>
                    <a:pt x="569" y="62578"/>
                    <a:pt x="692" y="62006"/>
                    <a:pt x="833" y="61438"/>
                  </a:cubicBezTo>
                  <a:cubicBezTo>
                    <a:pt x="974" y="60870"/>
                    <a:pt x="1133" y="60306"/>
                    <a:pt x="1309" y="59748"/>
                  </a:cubicBezTo>
                  <a:cubicBezTo>
                    <a:pt x="1485" y="59189"/>
                    <a:pt x="1678" y="58637"/>
                    <a:pt x="1889" y="58090"/>
                  </a:cubicBezTo>
                  <a:cubicBezTo>
                    <a:pt x="2099" y="57544"/>
                    <a:pt x="2326" y="57004"/>
                    <a:pt x="2570" y="56472"/>
                  </a:cubicBezTo>
                  <a:cubicBezTo>
                    <a:pt x="2814" y="55940"/>
                    <a:pt x="3074" y="55415"/>
                    <a:pt x="3351" y="54899"/>
                  </a:cubicBezTo>
                  <a:cubicBezTo>
                    <a:pt x="3627" y="54383"/>
                    <a:pt x="3920" y="53876"/>
                    <a:pt x="4228" y="53378"/>
                  </a:cubicBezTo>
                  <a:cubicBezTo>
                    <a:pt x="4536" y="52880"/>
                    <a:pt x="4859" y="52392"/>
                    <a:pt x="5197" y="51914"/>
                  </a:cubicBezTo>
                  <a:cubicBezTo>
                    <a:pt x="5536" y="51437"/>
                    <a:pt x="5889" y="50969"/>
                    <a:pt x="6256" y="50513"/>
                  </a:cubicBezTo>
                  <a:cubicBezTo>
                    <a:pt x="6623" y="50058"/>
                    <a:pt x="7005" y="49613"/>
                    <a:pt x="7400" y="49181"/>
                  </a:cubicBezTo>
                  <a:cubicBezTo>
                    <a:pt x="7794" y="48749"/>
                    <a:pt x="8203" y="48329"/>
                    <a:pt x="8624" y="47922"/>
                  </a:cubicBezTo>
                  <a:cubicBezTo>
                    <a:pt x="9044" y="47515"/>
                    <a:pt x="9478" y="47122"/>
                    <a:pt x="9923" y="46742"/>
                  </a:cubicBezTo>
                  <a:cubicBezTo>
                    <a:pt x="10369" y="46362"/>
                    <a:pt x="10826" y="45996"/>
                    <a:pt x="11294" y="45644"/>
                  </a:cubicBezTo>
                  <a:cubicBezTo>
                    <a:pt x="11762" y="45293"/>
                    <a:pt x="12241" y="44956"/>
                    <a:pt x="12730" y="44634"/>
                  </a:cubicBezTo>
                  <a:cubicBezTo>
                    <a:pt x="13219" y="44312"/>
                    <a:pt x="13718" y="44006"/>
                    <a:pt x="14226" y="43715"/>
                  </a:cubicBezTo>
                  <a:cubicBezTo>
                    <a:pt x="14734" y="43424"/>
                    <a:pt x="15251" y="43149"/>
                    <a:pt x="15776" y="42890"/>
                  </a:cubicBezTo>
                  <a:cubicBezTo>
                    <a:pt x="16301" y="42632"/>
                    <a:pt x="16834" y="42389"/>
                    <a:pt x="17375" y="42164"/>
                  </a:cubicBezTo>
                  <a:cubicBezTo>
                    <a:pt x="17915" y="41938"/>
                    <a:pt x="18462" y="41729"/>
                    <a:pt x="19015" y="41538"/>
                  </a:cubicBezTo>
                  <a:cubicBezTo>
                    <a:pt x="19568" y="41346"/>
                    <a:pt x="20127" y="41172"/>
                    <a:pt x="20691" y="41015"/>
                  </a:cubicBezTo>
                  <a:cubicBezTo>
                    <a:pt x="21255" y="40858"/>
                    <a:pt x="21824" y="40718"/>
                    <a:pt x="22397" y="40597"/>
                  </a:cubicBezTo>
                  <a:cubicBezTo>
                    <a:pt x="22969" y="40475"/>
                    <a:pt x="23545" y="40371"/>
                    <a:pt x="24125" y="40285"/>
                  </a:cubicBezTo>
                  <a:cubicBezTo>
                    <a:pt x="24704" y="40200"/>
                    <a:pt x="25285" y="40132"/>
                    <a:pt x="25869" y="40082"/>
                  </a:cubicBezTo>
                  <a:cubicBezTo>
                    <a:pt x="26452" y="40032"/>
                    <a:pt x="27037" y="40001"/>
                    <a:pt x="27622" y="39987"/>
                  </a:cubicBezTo>
                  <a:cubicBezTo>
                    <a:pt x="28207" y="39974"/>
                    <a:pt x="28793" y="39979"/>
                    <a:pt x="29378" y="40002"/>
                  </a:cubicBezTo>
                  <a:cubicBezTo>
                    <a:pt x="29963" y="40024"/>
                    <a:pt x="30547" y="40066"/>
                    <a:pt x="31129" y="40125"/>
                  </a:cubicBezTo>
                  <a:cubicBezTo>
                    <a:pt x="31712" y="40184"/>
                    <a:pt x="32292" y="40261"/>
                    <a:pt x="32870" y="40357"/>
                  </a:cubicBezTo>
                  <a:cubicBezTo>
                    <a:pt x="33447" y="40452"/>
                    <a:pt x="34022" y="40565"/>
                    <a:pt x="34592" y="40696"/>
                  </a:cubicBezTo>
                  <a:cubicBezTo>
                    <a:pt x="35163" y="40827"/>
                    <a:pt x="35729" y="40975"/>
                    <a:pt x="36291" y="41141"/>
                  </a:cubicBezTo>
                  <a:cubicBezTo>
                    <a:pt x="36852" y="41308"/>
                    <a:pt x="37408" y="41491"/>
                    <a:pt x="37958" y="41692"/>
                  </a:cubicBezTo>
                  <a:cubicBezTo>
                    <a:pt x="38508" y="41892"/>
                    <a:pt x="39052" y="42110"/>
                    <a:pt x="39588" y="42344"/>
                  </a:cubicBezTo>
                  <a:cubicBezTo>
                    <a:pt x="40125" y="42579"/>
                    <a:pt x="40654" y="42830"/>
                    <a:pt x="41174" y="43097"/>
                  </a:cubicBezTo>
                  <a:cubicBezTo>
                    <a:pt x="41695" y="43364"/>
                    <a:pt x="42208" y="43647"/>
                    <a:pt x="42711" y="43947"/>
                  </a:cubicBezTo>
                  <a:cubicBezTo>
                    <a:pt x="43214" y="44246"/>
                    <a:pt x="43708" y="44560"/>
                    <a:pt x="44192" y="44890"/>
                  </a:cubicBezTo>
                  <a:cubicBezTo>
                    <a:pt x="44676" y="45220"/>
                    <a:pt x="45149" y="45564"/>
                    <a:pt x="45611" y="45923"/>
                  </a:cubicBezTo>
                  <a:cubicBezTo>
                    <a:pt x="46074" y="46282"/>
                    <a:pt x="46525" y="46656"/>
                    <a:pt x="46964" y="47043"/>
                  </a:cubicBezTo>
                  <a:cubicBezTo>
                    <a:pt x="47403" y="47430"/>
                    <a:pt x="47830" y="47831"/>
                    <a:pt x="48244" y="48244"/>
                  </a:cubicBezTo>
                  <a:cubicBezTo>
                    <a:pt x="47831" y="47830"/>
                    <a:pt x="47430" y="47403"/>
                    <a:pt x="47043" y="46964"/>
                  </a:cubicBezTo>
                  <a:cubicBezTo>
                    <a:pt x="46656" y="46525"/>
                    <a:pt x="46282" y="46074"/>
                    <a:pt x="45923" y="45611"/>
                  </a:cubicBezTo>
                  <a:cubicBezTo>
                    <a:pt x="45564" y="45149"/>
                    <a:pt x="45220" y="44676"/>
                    <a:pt x="44890" y="44192"/>
                  </a:cubicBezTo>
                  <a:cubicBezTo>
                    <a:pt x="44560" y="43708"/>
                    <a:pt x="44246" y="43214"/>
                    <a:pt x="43947" y="42711"/>
                  </a:cubicBezTo>
                  <a:cubicBezTo>
                    <a:pt x="43647" y="42208"/>
                    <a:pt x="43364" y="41695"/>
                    <a:pt x="43097" y="41174"/>
                  </a:cubicBezTo>
                  <a:cubicBezTo>
                    <a:pt x="42830" y="40654"/>
                    <a:pt x="42579" y="40125"/>
                    <a:pt x="42344" y="39588"/>
                  </a:cubicBezTo>
                  <a:cubicBezTo>
                    <a:pt x="42110" y="39052"/>
                    <a:pt x="41892" y="38508"/>
                    <a:pt x="41692" y="37958"/>
                  </a:cubicBezTo>
                  <a:cubicBezTo>
                    <a:pt x="41491" y="37408"/>
                    <a:pt x="41308" y="36852"/>
                    <a:pt x="41141" y="36291"/>
                  </a:cubicBezTo>
                  <a:cubicBezTo>
                    <a:pt x="40975" y="35729"/>
                    <a:pt x="40827" y="35163"/>
                    <a:pt x="40696" y="34592"/>
                  </a:cubicBezTo>
                  <a:cubicBezTo>
                    <a:pt x="40565" y="34022"/>
                    <a:pt x="40452" y="33447"/>
                    <a:pt x="40357" y="32870"/>
                  </a:cubicBezTo>
                  <a:cubicBezTo>
                    <a:pt x="40261" y="32292"/>
                    <a:pt x="40184" y="31712"/>
                    <a:pt x="40125" y="31129"/>
                  </a:cubicBezTo>
                  <a:cubicBezTo>
                    <a:pt x="40066" y="30547"/>
                    <a:pt x="40024" y="29963"/>
                    <a:pt x="40002" y="29378"/>
                  </a:cubicBezTo>
                  <a:cubicBezTo>
                    <a:pt x="39979" y="28793"/>
                    <a:pt x="39974" y="28207"/>
                    <a:pt x="39987" y="27622"/>
                  </a:cubicBezTo>
                  <a:cubicBezTo>
                    <a:pt x="40001" y="27037"/>
                    <a:pt x="40032" y="26452"/>
                    <a:pt x="40082" y="25869"/>
                  </a:cubicBezTo>
                  <a:cubicBezTo>
                    <a:pt x="40132" y="25285"/>
                    <a:pt x="40200" y="24704"/>
                    <a:pt x="40285" y="24125"/>
                  </a:cubicBezTo>
                  <a:cubicBezTo>
                    <a:pt x="40371" y="23545"/>
                    <a:pt x="40475" y="22969"/>
                    <a:pt x="40597" y="22397"/>
                  </a:cubicBezTo>
                  <a:cubicBezTo>
                    <a:pt x="40718" y="21824"/>
                    <a:pt x="40858" y="21255"/>
                    <a:pt x="41015" y="20691"/>
                  </a:cubicBezTo>
                  <a:cubicBezTo>
                    <a:pt x="41172" y="20127"/>
                    <a:pt x="41346" y="19568"/>
                    <a:pt x="41538" y="19015"/>
                  </a:cubicBezTo>
                  <a:cubicBezTo>
                    <a:pt x="41729" y="18462"/>
                    <a:pt x="41938" y="17915"/>
                    <a:pt x="42164" y="17375"/>
                  </a:cubicBezTo>
                  <a:cubicBezTo>
                    <a:pt x="42389" y="16834"/>
                    <a:pt x="42632" y="16301"/>
                    <a:pt x="42890" y="15776"/>
                  </a:cubicBezTo>
                  <a:cubicBezTo>
                    <a:pt x="43149" y="15251"/>
                    <a:pt x="43424" y="14734"/>
                    <a:pt x="43715" y="14226"/>
                  </a:cubicBezTo>
                  <a:cubicBezTo>
                    <a:pt x="44006" y="13718"/>
                    <a:pt x="44312" y="13219"/>
                    <a:pt x="44634" y="12730"/>
                  </a:cubicBezTo>
                  <a:cubicBezTo>
                    <a:pt x="44956" y="12241"/>
                    <a:pt x="45293" y="11762"/>
                    <a:pt x="45644" y="11294"/>
                  </a:cubicBezTo>
                  <a:cubicBezTo>
                    <a:pt x="45996" y="10826"/>
                    <a:pt x="46362" y="10369"/>
                    <a:pt x="46742" y="9923"/>
                  </a:cubicBezTo>
                  <a:cubicBezTo>
                    <a:pt x="47122" y="9478"/>
                    <a:pt x="47515" y="9044"/>
                    <a:pt x="47922" y="8624"/>
                  </a:cubicBezTo>
                  <a:cubicBezTo>
                    <a:pt x="48329" y="8203"/>
                    <a:pt x="48749" y="7794"/>
                    <a:pt x="49181" y="7400"/>
                  </a:cubicBezTo>
                  <a:cubicBezTo>
                    <a:pt x="49613" y="7005"/>
                    <a:pt x="50058" y="6623"/>
                    <a:pt x="50513" y="6256"/>
                  </a:cubicBezTo>
                  <a:cubicBezTo>
                    <a:pt x="50969" y="5889"/>
                    <a:pt x="51437" y="5536"/>
                    <a:pt x="51914" y="5197"/>
                  </a:cubicBezTo>
                  <a:cubicBezTo>
                    <a:pt x="52392" y="4859"/>
                    <a:pt x="52880" y="4536"/>
                    <a:pt x="53378" y="4228"/>
                  </a:cubicBezTo>
                  <a:cubicBezTo>
                    <a:pt x="53876" y="3920"/>
                    <a:pt x="54383" y="3627"/>
                    <a:pt x="54899" y="3351"/>
                  </a:cubicBezTo>
                  <a:cubicBezTo>
                    <a:pt x="55415" y="3074"/>
                    <a:pt x="55940" y="2814"/>
                    <a:pt x="56472" y="2570"/>
                  </a:cubicBezTo>
                  <a:cubicBezTo>
                    <a:pt x="57004" y="2326"/>
                    <a:pt x="57544" y="2099"/>
                    <a:pt x="58090" y="1889"/>
                  </a:cubicBezTo>
                  <a:cubicBezTo>
                    <a:pt x="58637" y="1678"/>
                    <a:pt x="59189" y="1485"/>
                    <a:pt x="59748" y="1309"/>
                  </a:cubicBezTo>
                  <a:cubicBezTo>
                    <a:pt x="60306" y="1133"/>
                    <a:pt x="60870" y="974"/>
                    <a:pt x="61438" y="833"/>
                  </a:cubicBezTo>
                  <a:cubicBezTo>
                    <a:pt x="62006" y="692"/>
                    <a:pt x="62578" y="569"/>
                    <a:pt x="63154" y="463"/>
                  </a:cubicBezTo>
                  <a:cubicBezTo>
                    <a:pt x="63730" y="358"/>
                    <a:pt x="64309" y="270"/>
                    <a:pt x="64890" y="200"/>
                  </a:cubicBezTo>
                  <a:cubicBezTo>
                    <a:pt x="65471" y="131"/>
                    <a:pt x="66055" y="79"/>
                    <a:pt x="66639" y="46"/>
                  </a:cubicBezTo>
                  <a:cubicBezTo>
                    <a:pt x="67224" y="13"/>
                    <a:pt x="67809" y="-3"/>
                    <a:pt x="68394" y="0"/>
                  </a:cubicBezTo>
                  <a:cubicBezTo>
                    <a:pt x="68980" y="3"/>
                    <a:pt x="69565" y="25"/>
                    <a:pt x="70149" y="64"/>
                  </a:cubicBezTo>
                  <a:cubicBezTo>
                    <a:pt x="70733" y="103"/>
                    <a:pt x="71316" y="161"/>
                    <a:pt x="71896" y="236"/>
                  </a:cubicBezTo>
                  <a:cubicBezTo>
                    <a:pt x="72477" y="312"/>
                    <a:pt x="73055" y="405"/>
                    <a:pt x="73630" y="517"/>
                  </a:cubicBezTo>
                  <a:cubicBezTo>
                    <a:pt x="74204" y="628"/>
                    <a:pt x="74776" y="757"/>
                    <a:pt x="75342" y="904"/>
                  </a:cubicBezTo>
                  <a:cubicBezTo>
                    <a:pt x="75909" y="1051"/>
                    <a:pt x="76471" y="1215"/>
                    <a:pt x="77027" y="1397"/>
                  </a:cubicBezTo>
                  <a:cubicBezTo>
                    <a:pt x="77584" y="1579"/>
                    <a:pt x="78135" y="1778"/>
                    <a:pt x="78679" y="1994"/>
                  </a:cubicBezTo>
                  <a:cubicBezTo>
                    <a:pt x="79223" y="2210"/>
                    <a:pt x="79760" y="2443"/>
                    <a:pt x="80290" y="2692"/>
                  </a:cubicBezTo>
                  <a:cubicBezTo>
                    <a:pt x="80820" y="2941"/>
                    <a:pt x="81341" y="3207"/>
                    <a:pt x="81855" y="3489"/>
                  </a:cubicBezTo>
                  <a:cubicBezTo>
                    <a:pt x="82368" y="3771"/>
                    <a:pt x="82872" y="4068"/>
                    <a:pt x="83367" y="4381"/>
                  </a:cubicBezTo>
                  <a:cubicBezTo>
                    <a:pt x="83861" y="4694"/>
                    <a:pt x="84346" y="5023"/>
                    <a:pt x="84821" y="5366"/>
                  </a:cubicBezTo>
                  <a:cubicBezTo>
                    <a:pt x="85295" y="5709"/>
                    <a:pt x="85758" y="6067"/>
                    <a:pt x="86210" y="6439"/>
                  </a:cubicBezTo>
                  <a:cubicBezTo>
                    <a:pt x="86663" y="6811"/>
                    <a:pt x="87103" y="7196"/>
                    <a:pt x="87531" y="7596"/>
                  </a:cubicBezTo>
                  <a:cubicBezTo>
                    <a:pt x="87959" y="7995"/>
                    <a:pt x="88375" y="8407"/>
                    <a:pt x="88777" y="8833"/>
                  </a:cubicBezTo>
                  <a:cubicBezTo>
                    <a:pt x="89180" y="9258"/>
                    <a:pt x="89569" y="9695"/>
                    <a:pt x="89944" y="10144"/>
                  </a:cubicBezTo>
                  <a:cubicBezTo>
                    <a:pt x="90320" y="9695"/>
                    <a:pt x="90709" y="9258"/>
                    <a:pt x="91111" y="8833"/>
                  </a:cubicBezTo>
                  <a:cubicBezTo>
                    <a:pt x="91514" y="8407"/>
                    <a:pt x="91930" y="7995"/>
                    <a:pt x="92358" y="7596"/>
                  </a:cubicBezTo>
                  <a:cubicBezTo>
                    <a:pt x="92786" y="7196"/>
                    <a:pt x="93226" y="6811"/>
                    <a:pt x="93678" y="6439"/>
                  </a:cubicBezTo>
                  <a:cubicBezTo>
                    <a:pt x="94130" y="6067"/>
                    <a:pt x="94594" y="5709"/>
                    <a:pt x="95068" y="5366"/>
                  </a:cubicBezTo>
                  <a:cubicBezTo>
                    <a:pt x="95543" y="5023"/>
                    <a:pt x="96027" y="4694"/>
                    <a:pt x="96522" y="4381"/>
                  </a:cubicBezTo>
                  <a:cubicBezTo>
                    <a:pt x="97017" y="4068"/>
                    <a:pt x="97521" y="3771"/>
                    <a:pt x="98034" y="3489"/>
                  </a:cubicBezTo>
                  <a:cubicBezTo>
                    <a:pt x="98547" y="3207"/>
                    <a:pt x="99069" y="2941"/>
                    <a:pt x="99599" y="2692"/>
                  </a:cubicBezTo>
                  <a:cubicBezTo>
                    <a:pt x="100129" y="2443"/>
                    <a:pt x="100666" y="2210"/>
                    <a:pt x="101210" y="1994"/>
                  </a:cubicBezTo>
                  <a:cubicBezTo>
                    <a:pt x="101754" y="1778"/>
                    <a:pt x="102305" y="1579"/>
                    <a:pt x="102861" y="1397"/>
                  </a:cubicBezTo>
                  <a:cubicBezTo>
                    <a:pt x="103418" y="1215"/>
                    <a:pt x="103980" y="1051"/>
                    <a:pt x="104547" y="904"/>
                  </a:cubicBezTo>
                  <a:cubicBezTo>
                    <a:pt x="105113" y="757"/>
                    <a:pt x="105684" y="628"/>
                    <a:pt x="106259" y="517"/>
                  </a:cubicBezTo>
                  <a:cubicBezTo>
                    <a:pt x="106834" y="405"/>
                    <a:pt x="107412" y="312"/>
                    <a:pt x="107992" y="236"/>
                  </a:cubicBezTo>
                  <a:cubicBezTo>
                    <a:pt x="108573" y="161"/>
                    <a:pt x="109156" y="103"/>
                    <a:pt x="109740" y="64"/>
                  </a:cubicBezTo>
                  <a:cubicBezTo>
                    <a:pt x="110324" y="25"/>
                    <a:pt x="110909" y="3"/>
                    <a:pt x="111494" y="0"/>
                  </a:cubicBezTo>
                  <a:cubicBezTo>
                    <a:pt x="112080" y="-3"/>
                    <a:pt x="112665" y="13"/>
                    <a:pt x="113250" y="46"/>
                  </a:cubicBezTo>
                  <a:cubicBezTo>
                    <a:pt x="113834" y="79"/>
                    <a:pt x="114417" y="131"/>
                    <a:pt x="114999" y="200"/>
                  </a:cubicBezTo>
                  <a:cubicBezTo>
                    <a:pt x="115580" y="270"/>
                    <a:pt x="116159" y="358"/>
                    <a:pt x="116735" y="463"/>
                  </a:cubicBezTo>
                  <a:cubicBezTo>
                    <a:pt x="117311" y="569"/>
                    <a:pt x="117883" y="692"/>
                    <a:pt x="118451" y="833"/>
                  </a:cubicBezTo>
                  <a:cubicBezTo>
                    <a:pt x="119019" y="974"/>
                    <a:pt x="119583" y="1133"/>
                    <a:pt x="120141" y="1309"/>
                  </a:cubicBezTo>
                  <a:cubicBezTo>
                    <a:pt x="120700" y="1485"/>
                    <a:pt x="121252" y="1678"/>
                    <a:pt x="121799" y="1889"/>
                  </a:cubicBezTo>
                  <a:cubicBezTo>
                    <a:pt x="122345" y="2099"/>
                    <a:pt x="122885" y="2326"/>
                    <a:pt x="123417" y="2570"/>
                  </a:cubicBezTo>
                  <a:cubicBezTo>
                    <a:pt x="123949" y="2814"/>
                    <a:pt x="124473" y="3074"/>
                    <a:pt x="124989" y="3351"/>
                  </a:cubicBezTo>
                  <a:cubicBezTo>
                    <a:pt x="125505" y="3627"/>
                    <a:pt x="126013" y="3920"/>
                    <a:pt x="126511" y="4228"/>
                  </a:cubicBezTo>
                  <a:cubicBezTo>
                    <a:pt x="127009" y="4536"/>
                    <a:pt x="127497" y="4859"/>
                    <a:pt x="127975" y="5197"/>
                  </a:cubicBezTo>
                  <a:cubicBezTo>
                    <a:pt x="128452" y="5536"/>
                    <a:pt x="128919" y="5889"/>
                    <a:pt x="129375" y="6256"/>
                  </a:cubicBezTo>
                  <a:cubicBezTo>
                    <a:pt x="129831" y="6623"/>
                    <a:pt x="130276" y="7005"/>
                    <a:pt x="130708" y="7400"/>
                  </a:cubicBezTo>
                  <a:cubicBezTo>
                    <a:pt x="131140" y="7794"/>
                    <a:pt x="131560" y="8203"/>
                    <a:pt x="131967" y="8624"/>
                  </a:cubicBezTo>
                  <a:cubicBezTo>
                    <a:pt x="132373" y="9044"/>
                    <a:pt x="132767" y="9478"/>
                    <a:pt x="133147" y="9923"/>
                  </a:cubicBezTo>
                  <a:cubicBezTo>
                    <a:pt x="133527" y="10369"/>
                    <a:pt x="133893" y="10826"/>
                    <a:pt x="134244" y="11294"/>
                  </a:cubicBezTo>
                  <a:cubicBezTo>
                    <a:pt x="134596" y="11762"/>
                    <a:pt x="134933" y="12241"/>
                    <a:pt x="135255" y="12730"/>
                  </a:cubicBezTo>
                  <a:cubicBezTo>
                    <a:pt x="135577" y="13219"/>
                    <a:pt x="135883" y="13718"/>
                    <a:pt x="136174" y="14226"/>
                  </a:cubicBezTo>
                  <a:cubicBezTo>
                    <a:pt x="136465" y="14734"/>
                    <a:pt x="136740" y="15251"/>
                    <a:pt x="136998" y="15776"/>
                  </a:cubicBezTo>
                  <a:cubicBezTo>
                    <a:pt x="137257" y="16301"/>
                    <a:pt x="137499" y="16834"/>
                    <a:pt x="137725" y="17375"/>
                  </a:cubicBezTo>
                  <a:cubicBezTo>
                    <a:pt x="137951" y="17915"/>
                    <a:pt x="138160" y="18462"/>
                    <a:pt x="138351" y="19015"/>
                  </a:cubicBezTo>
                  <a:cubicBezTo>
                    <a:pt x="138543" y="19568"/>
                    <a:pt x="138717" y="20127"/>
                    <a:pt x="138874" y="20691"/>
                  </a:cubicBezTo>
                  <a:cubicBezTo>
                    <a:pt x="139031" y="21255"/>
                    <a:pt x="139171" y="21824"/>
                    <a:pt x="139292" y="22397"/>
                  </a:cubicBezTo>
                  <a:cubicBezTo>
                    <a:pt x="139414" y="22969"/>
                    <a:pt x="139518" y="23545"/>
                    <a:pt x="139603" y="24125"/>
                  </a:cubicBezTo>
                  <a:cubicBezTo>
                    <a:pt x="139689" y="24704"/>
                    <a:pt x="139757" y="25285"/>
                    <a:pt x="139807" y="25869"/>
                  </a:cubicBezTo>
                  <a:cubicBezTo>
                    <a:pt x="139857" y="26452"/>
                    <a:pt x="139888" y="27037"/>
                    <a:pt x="139902" y="27622"/>
                  </a:cubicBezTo>
                  <a:cubicBezTo>
                    <a:pt x="139915" y="28207"/>
                    <a:pt x="139910" y="28793"/>
                    <a:pt x="139887" y="29378"/>
                  </a:cubicBezTo>
                  <a:cubicBezTo>
                    <a:pt x="139864" y="29963"/>
                    <a:pt x="139823" y="30547"/>
                    <a:pt x="139764" y="31129"/>
                  </a:cubicBezTo>
                  <a:cubicBezTo>
                    <a:pt x="139705" y="31712"/>
                    <a:pt x="139628" y="32292"/>
                    <a:pt x="139532" y="32870"/>
                  </a:cubicBezTo>
                  <a:cubicBezTo>
                    <a:pt x="139437" y="33447"/>
                    <a:pt x="139324" y="34022"/>
                    <a:pt x="139193" y="34592"/>
                  </a:cubicBezTo>
                  <a:cubicBezTo>
                    <a:pt x="139062" y="35163"/>
                    <a:pt x="138913" y="35729"/>
                    <a:pt x="138747" y="36291"/>
                  </a:cubicBezTo>
                  <a:cubicBezTo>
                    <a:pt x="138581" y="36852"/>
                    <a:pt x="138398" y="37408"/>
                    <a:pt x="138197" y="37958"/>
                  </a:cubicBezTo>
                  <a:cubicBezTo>
                    <a:pt x="137997" y="38508"/>
                    <a:pt x="137779" y="39052"/>
                    <a:pt x="137544" y="39588"/>
                  </a:cubicBezTo>
                  <a:cubicBezTo>
                    <a:pt x="137310" y="40125"/>
                    <a:pt x="137059" y="40654"/>
                    <a:pt x="136792" y="41174"/>
                  </a:cubicBezTo>
                  <a:cubicBezTo>
                    <a:pt x="136525" y="41695"/>
                    <a:pt x="136241" y="42208"/>
                    <a:pt x="135942" y="42711"/>
                  </a:cubicBezTo>
                  <a:cubicBezTo>
                    <a:pt x="135643" y="43214"/>
                    <a:pt x="135329" y="43708"/>
                    <a:pt x="134999" y="44192"/>
                  </a:cubicBezTo>
                  <a:cubicBezTo>
                    <a:pt x="134669" y="44676"/>
                    <a:pt x="134325" y="45149"/>
                    <a:pt x="133965" y="45611"/>
                  </a:cubicBezTo>
                  <a:cubicBezTo>
                    <a:pt x="133606" y="46074"/>
                    <a:pt x="133233" y="46525"/>
                    <a:pt x="132846" y="46964"/>
                  </a:cubicBezTo>
                  <a:cubicBezTo>
                    <a:pt x="132459" y="47403"/>
                    <a:pt x="132058" y="47830"/>
                    <a:pt x="131644" y="48244"/>
                  </a:cubicBezTo>
                  <a:cubicBezTo>
                    <a:pt x="132059" y="47831"/>
                    <a:pt x="132486" y="47430"/>
                    <a:pt x="132925" y="47043"/>
                  </a:cubicBezTo>
                  <a:cubicBezTo>
                    <a:pt x="133364" y="46656"/>
                    <a:pt x="133815" y="46282"/>
                    <a:pt x="134277" y="45923"/>
                  </a:cubicBezTo>
                  <a:cubicBezTo>
                    <a:pt x="134740" y="45564"/>
                    <a:pt x="135213" y="45220"/>
                    <a:pt x="135697" y="44890"/>
                  </a:cubicBezTo>
                  <a:cubicBezTo>
                    <a:pt x="136181" y="44560"/>
                    <a:pt x="136674" y="44246"/>
                    <a:pt x="137178" y="43947"/>
                  </a:cubicBezTo>
                  <a:cubicBezTo>
                    <a:pt x="137681" y="43647"/>
                    <a:pt x="138193" y="43364"/>
                    <a:pt x="138714" y="43097"/>
                  </a:cubicBezTo>
                  <a:cubicBezTo>
                    <a:pt x="139235" y="42830"/>
                    <a:pt x="139764" y="42579"/>
                    <a:pt x="140301" y="42344"/>
                  </a:cubicBezTo>
                  <a:cubicBezTo>
                    <a:pt x="140837" y="42110"/>
                    <a:pt x="141381" y="41892"/>
                    <a:pt x="141931" y="41692"/>
                  </a:cubicBezTo>
                  <a:cubicBezTo>
                    <a:pt x="142481" y="41491"/>
                    <a:pt x="143037" y="41308"/>
                    <a:pt x="143598" y="41141"/>
                  </a:cubicBezTo>
                  <a:cubicBezTo>
                    <a:pt x="144160" y="40975"/>
                    <a:pt x="144726" y="40827"/>
                    <a:pt x="145296" y="40696"/>
                  </a:cubicBezTo>
                  <a:cubicBezTo>
                    <a:pt x="145867" y="40565"/>
                    <a:pt x="146442" y="40452"/>
                    <a:pt x="147019" y="40357"/>
                  </a:cubicBezTo>
                  <a:cubicBezTo>
                    <a:pt x="147597" y="40261"/>
                    <a:pt x="148177" y="40184"/>
                    <a:pt x="148760" y="40125"/>
                  </a:cubicBezTo>
                  <a:cubicBezTo>
                    <a:pt x="149342" y="40066"/>
                    <a:pt x="149926" y="40024"/>
                    <a:pt x="150511" y="40002"/>
                  </a:cubicBezTo>
                  <a:cubicBezTo>
                    <a:pt x="151096" y="39979"/>
                    <a:pt x="151682" y="39974"/>
                    <a:pt x="152267" y="39987"/>
                  </a:cubicBezTo>
                  <a:cubicBezTo>
                    <a:pt x="152852" y="40001"/>
                    <a:pt x="153437" y="40032"/>
                    <a:pt x="154020" y="40082"/>
                  </a:cubicBezTo>
                  <a:cubicBezTo>
                    <a:pt x="154604" y="40132"/>
                    <a:pt x="155185" y="40200"/>
                    <a:pt x="155764" y="40285"/>
                  </a:cubicBezTo>
                  <a:cubicBezTo>
                    <a:pt x="156343" y="40371"/>
                    <a:pt x="156920" y="40475"/>
                    <a:pt x="157492" y="40597"/>
                  </a:cubicBezTo>
                  <a:cubicBezTo>
                    <a:pt x="158065" y="40718"/>
                    <a:pt x="158634" y="40858"/>
                    <a:pt x="159198" y="41015"/>
                  </a:cubicBezTo>
                  <a:cubicBezTo>
                    <a:pt x="159762" y="41172"/>
                    <a:pt x="160321" y="41346"/>
                    <a:pt x="160874" y="41538"/>
                  </a:cubicBezTo>
                  <a:cubicBezTo>
                    <a:pt x="161427" y="41729"/>
                    <a:pt x="161974" y="41938"/>
                    <a:pt x="162514" y="42164"/>
                  </a:cubicBezTo>
                  <a:cubicBezTo>
                    <a:pt x="163054" y="42389"/>
                    <a:pt x="163587" y="42632"/>
                    <a:pt x="164113" y="42890"/>
                  </a:cubicBezTo>
                  <a:cubicBezTo>
                    <a:pt x="164638" y="43149"/>
                    <a:pt x="165155" y="43424"/>
                    <a:pt x="165663" y="43715"/>
                  </a:cubicBezTo>
                  <a:cubicBezTo>
                    <a:pt x="166171" y="44006"/>
                    <a:pt x="166670" y="44312"/>
                    <a:pt x="167159" y="44634"/>
                  </a:cubicBezTo>
                  <a:cubicBezTo>
                    <a:pt x="167648" y="44956"/>
                    <a:pt x="168127" y="45293"/>
                    <a:pt x="168595" y="45644"/>
                  </a:cubicBezTo>
                  <a:cubicBezTo>
                    <a:pt x="169063" y="45996"/>
                    <a:pt x="169520" y="46362"/>
                    <a:pt x="169965" y="46742"/>
                  </a:cubicBezTo>
                  <a:cubicBezTo>
                    <a:pt x="170411" y="47122"/>
                    <a:pt x="170844" y="47515"/>
                    <a:pt x="171265" y="47922"/>
                  </a:cubicBezTo>
                  <a:cubicBezTo>
                    <a:pt x="171686" y="48329"/>
                    <a:pt x="172094" y="48749"/>
                    <a:pt x="172489" y="49181"/>
                  </a:cubicBezTo>
                  <a:cubicBezTo>
                    <a:pt x="172884" y="49613"/>
                    <a:pt x="173266" y="50058"/>
                    <a:pt x="173633" y="50513"/>
                  </a:cubicBezTo>
                  <a:cubicBezTo>
                    <a:pt x="174000" y="50969"/>
                    <a:pt x="174353" y="51437"/>
                    <a:pt x="174691" y="51914"/>
                  </a:cubicBezTo>
                  <a:cubicBezTo>
                    <a:pt x="175030" y="52392"/>
                    <a:pt x="175353" y="52880"/>
                    <a:pt x="175661" y="53378"/>
                  </a:cubicBezTo>
                  <a:cubicBezTo>
                    <a:pt x="175969" y="53876"/>
                    <a:pt x="176261" y="54383"/>
                    <a:pt x="176538" y="54899"/>
                  </a:cubicBezTo>
                  <a:cubicBezTo>
                    <a:pt x="176814" y="55415"/>
                    <a:pt x="177075" y="55940"/>
                    <a:pt x="177319" y="56472"/>
                  </a:cubicBezTo>
                  <a:cubicBezTo>
                    <a:pt x="177562" y="57004"/>
                    <a:pt x="177790" y="57544"/>
                    <a:pt x="178000" y="58090"/>
                  </a:cubicBezTo>
                  <a:cubicBezTo>
                    <a:pt x="178211" y="58637"/>
                    <a:pt x="178404" y="59189"/>
                    <a:pt x="178580" y="59748"/>
                  </a:cubicBezTo>
                  <a:cubicBezTo>
                    <a:pt x="178756" y="60306"/>
                    <a:pt x="178915" y="60870"/>
                    <a:pt x="179056" y="61438"/>
                  </a:cubicBezTo>
                  <a:cubicBezTo>
                    <a:pt x="179197" y="62006"/>
                    <a:pt x="179320" y="62578"/>
                    <a:pt x="179426" y="63154"/>
                  </a:cubicBezTo>
                  <a:cubicBezTo>
                    <a:pt x="179531" y="63730"/>
                    <a:pt x="179619" y="64309"/>
                    <a:pt x="179688" y="64890"/>
                  </a:cubicBezTo>
                  <a:cubicBezTo>
                    <a:pt x="179758" y="65471"/>
                    <a:pt x="179810" y="66055"/>
                    <a:pt x="179843" y="66639"/>
                  </a:cubicBezTo>
                  <a:cubicBezTo>
                    <a:pt x="179876" y="67224"/>
                    <a:pt x="179891" y="67809"/>
                    <a:pt x="179888" y="68394"/>
                  </a:cubicBezTo>
                  <a:cubicBezTo>
                    <a:pt x="179885" y="68980"/>
                    <a:pt x="179864" y="69565"/>
                    <a:pt x="179825" y="70149"/>
                  </a:cubicBezTo>
                  <a:cubicBezTo>
                    <a:pt x="179786" y="70733"/>
                    <a:pt x="179728" y="71316"/>
                    <a:pt x="179653" y="71896"/>
                  </a:cubicBezTo>
                  <a:cubicBezTo>
                    <a:pt x="179577" y="72477"/>
                    <a:pt x="179484" y="73055"/>
                    <a:pt x="179372" y="73630"/>
                  </a:cubicBezTo>
                  <a:cubicBezTo>
                    <a:pt x="179261" y="74204"/>
                    <a:pt x="179132" y="74776"/>
                    <a:pt x="178985" y="75342"/>
                  </a:cubicBezTo>
                  <a:cubicBezTo>
                    <a:pt x="178838" y="75909"/>
                    <a:pt x="178673" y="76471"/>
                    <a:pt x="178492" y="77027"/>
                  </a:cubicBezTo>
                  <a:cubicBezTo>
                    <a:pt x="178310" y="77584"/>
                    <a:pt x="178111" y="78135"/>
                    <a:pt x="177895" y="78679"/>
                  </a:cubicBezTo>
                  <a:cubicBezTo>
                    <a:pt x="177679" y="79223"/>
                    <a:pt x="177446" y="79760"/>
                    <a:pt x="177197" y="80290"/>
                  </a:cubicBezTo>
                  <a:cubicBezTo>
                    <a:pt x="176947" y="80820"/>
                    <a:pt x="176682" y="81341"/>
                    <a:pt x="176400" y="81855"/>
                  </a:cubicBezTo>
                  <a:cubicBezTo>
                    <a:pt x="176118" y="82368"/>
                    <a:pt x="175821" y="82872"/>
                    <a:pt x="175508" y="83367"/>
                  </a:cubicBezTo>
                  <a:cubicBezTo>
                    <a:pt x="175195" y="83861"/>
                    <a:pt x="174866" y="84346"/>
                    <a:pt x="174523" y="84821"/>
                  </a:cubicBezTo>
                  <a:cubicBezTo>
                    <a:pt x="174180" y="85295"/>
                    <a:pt x="173822" y="85758"/>
                    <a:pt x="173450" y="86210"/>
                  </a:cubicBezTo>
                  <a:cubicBezTo>
                    <a:pt x="173078" y="86663"/>
                    <a:pt x="172692" y="87103"/>
                    <a:pt x="172293" y="87531"/>
                  </a:cubicBezTo>
                  <a:cubicBezTo>
                    <a:pt x="171894" y="87959"/>
                    <a:pt x="171481" y="88375"/>
                    <a:pt x="171056" y="88777"/>
                  </a:cubicBezTo>
                  <a:cubicBezTo>
                    <a:pt x="170631" y="89180"/>
                    <a:pt x="170194" y="89569"/>
                    <a:pt x="169744" y="89944"/>
                  </a:cubicBezTo>
                  <a:cubicBezTo>
                    <a:pt x="170194" y="90320"/>
                    <a:pt x="170631" y="90709"/>
                    <a:pt x="171056" y="91111"/>
                  </a:cubicBezTo>
                  <a:cubicBezTo>
                    <a:pt x="171481" y="91514"/>
                    <a:pt x="171894" y="91930"/>
                    <a:pt x="172293" y="92358"/>
                  </a:cubicBezTo>
                  <a:cubicBezTo>
                    <a:pt x="172692" y="92786"/>
                    <a:pt x="173078" y="93226"/>
                    <a:pt x="173450" y="93678"/>
                  </a:cubicBezTo>
                  <a:cubicBezTo>
                    <a:pt x="173822" y="94130"/>
                    <a:pt x="174180" y="94594"/>
                    <a:pt x="174523" y="95068"/>
                  </a:cubicBezTo>
                  <a:cubicBezTo>
                    <a:pt x="174866" y="95543"/>
                    <a:pt x="175195" y="96027"/>
                    <a:pt x="175508" y="96522"/>
                  </a:cubicBezTo>
                  <a:cubicBezTo>
                    <a:pt x="175821" y="97017"/>
                    <a:pt x="176118" y="97521"/>
                    <a:pt x="176400" y="98034"/>
                  </a:cubicBezTo>
                  <a:cubicBezTo>
                    <a:pt x="176682" y="98547"/>
                    <a:pt x="176947" y="99069"/>
                    <a:pt x="177197" y="99599"/>
                  </a:cubicBezTo>
                  <a:cubicBezTo>
                    <a:pt x="177446" y="100129"/>
                    <a:pt x="177679" y="100666"/>
                    <a:pt x="177895" y="101210"/>
                  </a:cubicBezTo>
                  <a:cubicBezTo>
                    <a:pt x="178111" y="101754"/>
                    <a:pt x="178310" y="102305"/>
                    <a:pt x="178492" y="102861"/>
                  </a:cubicBezTo>
                  <a:cubicBezTo>
                    <a:pt x="178673" y="103418"/>
                    <a:pt x="178838" y="103980"/>
                    <a:pt x="178985" y="104547"/>
                  </a:cubicBezTo>
                  <a:cubicBezTo>
                    <a:pt x="179132" y="105113"/>
                    <a:pt x="179261" y="105684"/>
                    <a:pt x="179372" y="106259"/>
                  </a:cubicBezTo>
                  <a:cubicBezTo>
                    <a:pt x="179484" y="106834"/>
                    <a:pt x="179577" y="107412"/>
                    <a:pt x="179653" y="107992"/>
                  </a:cubicBezTo>
                  <a:cubicBezTo>
                    <a:pt x="179728" y="108573"/>
                    <a:pt x="179786" y="109156"/>
                    <a:pt x="179825" y="109740"/>
                  </a:cubicBezTo>
                  <a:cubicBezTo>
                    <a:pt x="179864" y="110324"/>
                    <a:pt x="179885" y="110909"/>
                    <a:pt x="179888" y="111494"/>
                  </a:cubicBezTo>
                  <a:cubicBezTo>
                    <a:pt x="179891" y="112080"/>
                    <a:pt x="179876" y="112665"/>
                    <a:pt x="179843" y="113250"/>
                  </a:cubicBezTo>
                  <a:cubicBezTo>
                    <a:pt x="179810" y="113834"/>
                    <a:pt x="179758" y="114417"/>
                    <a:pt x="179688" y="114999"/>
                  </a:cubicBezTo>
                  <a:cubicBezTo>
                    <a:pt x="179619" y="115580"/>
                    <a:pt x="179531" y="116159"/>
                    <a:pt x="179426" y="116735"/>
                  </a:cubicBezTo>
                  <a:cubicBezTo>
                    <a:pt x="179320" y="117311"/>
                    <a:pt x="179197" y="117883"/>
                    <a:pt x="179056" y="118451"/>
                  </a:cubicBezTo>
                  <a:cubicBezTo>
                    <a:pt x="178915" y="119019"/>
                    <a:pt x="178756" y="119583"/>
                    <a:pt x="178580" y="120141"/>
                  </a:cubicBezTo>
                  <a:cubicBezTo>
                    <a:pt x="178404" y="120700"/>
                    <a:pt x="178211" y="121252"/>
                    <a:pt x="178000" y="121799"/>
                  </a:cubicBezTo>
                  <a:cubicBezTo>
                    <a:pt x="177790" y="122345"/>
                    <a:pt x="177562" y="122885"/>
                    <a:pt x="177319" y="123417"/>
                  </a:cubicBezTo>
                  <a:cubicBezTo>
                    <a:pt x="177075" y="123949"/>
                    <a:pt x="176814" y="124473"/>
                    <a:pt x="176538" y="124989"/>
                  </a:cubicBezTo>
                  <a:cubicBezTo>
                    <a:pt x="176261" y="125505"/>
                    <a:pt x="175969" y="126013"/>
                    <a:pt x="175661" y="126511"/>
                  </a:cubicBezTo>
                  <a:cubicBezTo>
                    <a:pt x="175353" y="127009"/>
                    <a:pt x="175030" y="127497"/>
                    <a:pt x="174691" y="127975"/>
                  </a:cubicBezTo>
                  <a:cubicBezTo>
                    <a:pt x="174353" y="128452"/>
                    <a:pt x="174000" y="128919"/>
                    <a:pt x="173633" y="129375"/>
                  </a:cubicBezTo>
                  <a:cubicBezTo>
                    <a:pt x="173266" y="129831"/>
                    <a:pt x="172884" y="130276"/>
                    <a:pt x="172489" y="130708"/>
                  </a:cubicBezTo>
                  <a:cubicBezTo>
                    <a:pt x="172094" y="131140"/>
                    <a:pt x="171686" y="131560"/>
                    <a:pt x="171265" y="131967"/>
                  </a:cubicBezTo>
                  <a:cubicBezTo>
                    <a:pt x="170844" y="132373"/>
                    <a:pt x="170411" y="132767"/>
                    <a:pt x="169965" y="133147"/>
                  </a:cubicBezTo>
                  <a:cubicBezTo>
                    <a:pt x="169520" y="133527"/>
                    <a:pt x="169063" y="133893"/>
                    <a:pt x="168595" y="134244"/>
                  </a:cubicBezTo>
                  <a:cubicBezTo>
                    <a:pt x="168127" y="134596"/>
                    <a:pt x="167648" y="134933"/>
                    <a:pt x="167159" y="135255"/>
                  </a:cubicBezTo>
                  <a:cubicBezTo>
                    <a:pt x="166670" y="135577"/>
                    <a:pt x="166171" y="135883"/>
                    <a:pt x="165663" y="136174"/>
                  </a:cubicBezTo>
                  <a:cubicBezTo>
                    <a:pt x="165155" y="136465"/>
                    <a:pt x="164638" y="136740"/>
                    <a:pt x="164113" y="136998"/>
                  </a:cubicBezTo>
                  <a:cubicBezTo>
                    <a:pt x="163587" y="137257"/>
                    <a:pt x="163054" y="137499"/>
                    <a:pt x="162514" y="137725"/>
                  </a:cubicBezTo>
                  <a:cubicBezTo>
                    <a:pt x="161974" y="137951"/>
                    <a:pt x="161427" y="138160"/>
                    <a:pt x="160874" y="138351"/>
                  </a:cubicBezTo>
                  <a:cubicBezTo>
                    <a:pt x="160321" y="138543"/>
                    <a:pt x="159762" y="138717"/>
                    <a:pt x="159198" y="138874"/>
                  </a:cubicBezTo>
                  <a:cubicBezTo>
                    <a:pt x="158634" y="139031"/>
                    <a:pt x="158065" y="139171"/>
                    <a:pt x="157492" y="139292"/>
                  </a:cubicBezTo>
                  <a:cubicBezTo>
                    <a:pt x="156920" y="139414"/>
                    <a:pt x="156343" y="139518"/>
                    <a:pt x="155764" y="139603"/>
                  </a:cubicBezTo>
                  <a:cubicBezTo>
                    <a:pt x="155185" y="139689"/>
                    <a:pt x="154604" y="139757"/>
                    <a:pt x="154020" y="139807"/>
                  </a:cubicBezTo>
                  <a:cubicBezTo>
                    <a:pt x="153437" y="139857"/>
                    <a:pt x="152852" y="139888"/>
                    <a:pt x="152267" y="139902"/>
                  </a:cubicBezTo>
                  <a:cubicBezTo>
                    <a:pt x="151682" y="139915"/>
                    <a:pt x="151096" y="139910"/>
                    <a:pt x="150511" y="139887"/>
                  </a:cubicBezTo>
                  <a:cubicBezTo>
                    <a:pt x="149926" y="139864"/>
                    <a:pt x="149342" y="139823"/>
                    <a:pt x="148760" y="139764"/>
                  </a:cubicBezTo>
                  <a:cubicBezTo>
                    <a:pt x="148177" y="139705"/>
                    <a:pt x="147597" y="139628"/>
                    <a:pt x="147019" y="139532"/>
                  </a:cubicBezTo>
                  <a:cubicBezTo>
                    <a:pt x="146442" y="139437"/>
                    <a:pt x="145867" y="139324"/>
                    <a:pt x="145296" y="139193"/>
                  </a:cubicBezTo>
                  <a:cubicBezTo>
                    <a:pt x="144726" y="139062"/>
                    <a:pt x="144160" y="138913"/>
                    <a:pt x="143598" y="138747"/>
                  </a:cubicBezTo>
                  <a:cubicBezTo>
                    <a:pt x="143037" y="138581"/>
                    <a:pt x="142481" y="138398"/>
                    <a:pt x="141931" y="138197"/>
                  </a:cubicBezTo>
                  <a:cubicBezTo>
                    <a:pt x="141381" y="137997"/>
                    <a:pt x="140837" y="137779"/>
                    <a:pt x="140301" y="137544"/>
                  </a:cubicBezTo>
                  <a:cubicBezTo>
                    <a:pt x="139764" y="137310"/>
                    <a:pt x="139235" y="137059"/>
                    <a:pt x="138714" y="136792"/>
                  </a:cubicBezTo>
                  <a:cubicBezTo>
                    <a:pt x="138193" y="136525"/>
                    <a:pt x="137681" y="136241"/>
                    <a:pt x="137178" y="135942"/>
                  </a:cubicBezTo>
                  <a:cubicBezTo>
                    <a:pt x="136674" y="135643"/>
                    <a:pt x="136181" y="135329"/>
                    <a:pt x="135697" y="134999"/>
                  </a:cubicBezTo>
                  <a:cubicBezTo>
                    <a:pt x="135213" y="134669"/>
                    <a:pt x="134740" y="134325"/>
                    <a:pt x="134277" y="133965"/>
                  </a:cubicBezTo>
                  <a:cubicBezTo>
                    <a:pt x="133815" y="133606"/>
                    <a:pt x="133364" y="133233"/>
                    <a:pt x="132925" y="132846"/>
                  </a:cubicBezTo>
                  <a:cubicBezTo>
                    <a:pt x="132486" y="132459"/>
                    <a:pt x="132059" y="132058"/>
                    <a:pt x="131644" y="131644"/>
                  </a:cubicBezTo>
                  <a:cubicBezTo>
                    <a:pt x="132058" y="132059"/>
                    <a:pt x="132459" y="132486"/>
                    <a:pt x="132846" y="132925"/>
                  </a:cubicBezTo>
                  <a:cubicBezTo>
                    <a:pt x="133233" y="133364"/>
                    <a:pt x="133606" y="133815"/>
                    <a:pt x="133965" y="134277"/>
                  </a:cubicBezTo>
                  <a:cubicBezTo>
                    <a:pt x="134325" y="134740"/>
                    <a:pt x="134669" y="135213"/>
                    <a:pt x="134999" y="135697"/>
                  </a:cubicBezTo>
                  <a:cubicBezTo>
                    <a:pt x="135329" y="136181"/>
                    <a:pt x="135643" y="136674"/>
                    <a:pt x="135942" y="137178"/>
                  </a:cubicBezTo>
                  <a:cubicBezTo>
                    <a:pt x="136241" y="137681"/>
                    <a:pt x="136525" y="138193"/>
                    <a:pt x="136792" y="138714"/>
                  </a:cubicBezTo>
                  <a:cubicBezTo>
                    <a:pt x="137059" y="139235"/>
                    <a:pt x="137310" y="139764"/>
                    <a:pt x="137544" y="140301"/>
                  </a:cubicBezTo>
                  <a:cubicBezTo>
                    <a:pt x="137779" y="140837"/>
                    <a:pt x="137997" y="141381"/>
                    <a:pt x="138197" y="141931"/>
                  </a:cubicBezTo>
                  <a:cubicBezTo>
                    <a:pt x="138398" y="142481"/>
                    <a:pt x="138581" y="143037"/>
                    <a:pt x="138747" y="143598"/>
                  </a:cubicBezTo>
                  <a:cubicBezTo>
                    <a:pt x="138913" y="144160"/>
                    <a:pt x="139062" y="144726"/>
                    <a:pt x="139193" y="145296"/>
                  </a:cubicBezTo>
                  <a:cubicBezTo>
                    <a:pt x="139324" y="145867"/>
                    <a:pt x="139437" y="146442"/>
                    <a:pt x="139532" y="147019"/>
                  </a:cubicBezTo>
                  <a:cubicBezTo>
                    <a:pt x="139628" y="147597"/>
                    <a:pt x="139705" y="148177"/>
                    <a:pt x="139764" y="148760"/>
                  </a:cubicBezTo>
                  <a:cubicBezTo>
                    <a:pt x="139823" y="149342"/>
                    <a:pt x="139864" y="149926"/>
                    <a:pt x="139887" y="150511"/>
                  </a:cubicBezTo>
                  <a:cubicBezTo>
                    <a:pt x="139910" y="151096"/>
                    <a:pt x="139915" y="151682"/>
                    <a:pt x="139902" y="152267"/>
                  </a:cubicBezTo>
                  <a:cubicBezTo>
                    <a:pt x="139888" y="152852"/>
                    <a:pt x="139857" y="153437"/>
                    <a:pt x="139807" y="154020"/>
                  </a:cubicBezTo>
                  <a:cubicBezTo>
                    <a:pt x="139757" y="154604"/>
                    <a:pt x="139689" y="155185"/>
                    <a:pt x="139603" y="155764"/>
                  </a:cubicBezTo>
                  <a:cubicBezTo>
                    <a:pt x="139518" y="156343"/>
                    <a:pt x="139414" y="156920"/>
                    <a:pt x="139292" y="157492"/>
                  </a:cubicBezTo>
                  <a:cubicBezTo>
                    <a:pt x="139171" y="158065"/>
                    <a:pt x="139031" y="158634"/>
                    <a:pt x="138874" y="159198"/>
                  </a:cubicBezTo>
                  <a:cubicBezTo>
                    <a:pt x="138717" y="159762"/>
                    <a:pt x="138543" y="160321"/>
                    <a:pt x="138351" y="160874"/>
                  </a:cubicBezTo>
                  <a:cubicBezTo>
                    <a:pt x="138160" y="161427"/>
                    <a:pt x="137951" y="161974"/>
                    <a:pt x="137725" y="162514"/>
                  </a:cubicBezTo>
                  <a:cubicBezTo>
                    <a:pt x="137499" y="163054"/>
                    <a:pt x="137257" y="163587"/>
                    <a:pt x="136998" y="164113"/>
                  </a:cubicBezTo>
                  <a:cubicBezTo>
                    <a:pt x="136740" y="164638"/>
                    <a:pt x="136465" y="165155"/>
                    <a:pt x="136174" y="165663"/>
                  </a:cubicBezTo>
                  <a:cubicBezTo>
                    <a:pt x="135883" y="166171"/>
                    <a:pt x="135577" y="166670"/>
                    <a:pt x="135255" y="167159"/>
                  </a:cubicBezTo>
                  <a:cubicBezTo>
                    <a:pt x="134933" y="167648"/>
                    <a:pt x="134596" y="168127"/>
                    <a:pt x="134244" y="168595"/>
                  </a:cubicBezTo>
                  <a:cubicBezTo>
                    <a:pt x="133893" y="169063"/>
                    <a:pt x="133527" y="169520"/>
                    <a:pt x="133147" y="169965"/>
                  </a:cubicBezTo>
                  <a:cubicBezTo>
                    <a:pt x="132767" y="170411"/>
                    <a:pt x="132373" y="170844"/>
                    <a:pt x="131967" y="171265"/>
                  </a:cubicBezTo>
                  <a:cubicBezTo>
                    <a:pt x="131560" y="171686"/>
                    <a:pt x="131140" y="172094"/>
                    <a:pt x="130708" y="172489"/>
                  </a:cubicBezTo>
                  <a:cubicBezTo>
                    <a:pt x="130276" y="172884"/>
                    <a:pt x="129831" y="173266"/>
                    <a:pt x="129375" y="173633"/>
                  </a:cubicBezTo>
                  <a:cubicBezTo>
                    <a:pt x="128919" y="174000"/>
                    <a:pt x="128452" y="174353"/>
                    <a:pt x="127975" y="174691"/>
                  </a:cubicBezTo>
                  <a:cubicBezTo>
                    <a:pt x="127497" y="175030"/>
                    <a:pt x="127009" y="175353"/>
                    <a:pt x="126511" y="175661"/>
                  </a:cubicBezTo>
                  <a:cubicBezTo>
                    <a:pt x="126013" y="175969"/>
                    <a:pt x="125505" y="176261"/>
                    <a:pt x="124989" y="176538"/>
                  </a:cubicBezTo>
                  <a:cubicBezTo>
                    <a:pt x="124473" y="176814"/>
                    <a:pt x="123949" y="177075"/>
                    <a:pt x="123417" y="177319"/>
                  </a:cubicBezTo>
                  <a:cubicBezTo>
                    <a:pt x="122885" y="177562"/>
                    <a:pt x="122345" y="177790"/>
                    <a:pt x="121799" y="178000"/>
                  </a:cubicBezTo>
                  <a:cubicBezTo>
                    <a:pt x="121252" y="178211"/>
                    <a:pt x="120700" y="178404"/>
                    <a:pt x="120141" y="178580"/>
                  </a:cubicBezTo>
                  <a:cubicBezTo>
                    <a:pt x="119583" y="178756"/>
                    <a:pt x="119019" y="178915"/>
                    <a:pt x="118451" y="179056"/>
                  </a:cubicBezTo>
                  <a:cubicBezTo>
                    <a:pt x="117883" y="179197"/>
                    <a:pt x="117311" y="179320"/>
                    <a:pt x="116735" y="179426"/>
                  </a:cubicBezTo>
                  <a:cubicBezTo>
                    <a:pt x="116159" y="179531"/>
                    <a:pt x="115580" y="179619"/>
                    <a:pt x="114999" y="179688"/>
                  </a:cubicBezTo>
                  <a:cubicBezTo>
                    <a:pt x="114417" y="179758"/>
                    <a:pt x="113834" y="179810"/>
                    <a:pt x="113250" y="179843"/>
                  </a:cubicBezTo>
                  <a:cubicBezTo>
                    <a:pt x="112665" y="179876"/>
                    <a:pt x="112080" y="179891"/>
                    <a:pt x="111494" y="179888"/>
                  </a:cubicBezTo>
                  <a:cubicBezTo>
                    <a:pt x="110909" y="179885"/>
                    <a:pt x="110324" y="179864"/>
                    <a:pt x="109740" y="179825"/>
                  </a:cubicBezTo>
                  <a:cubicBezTo>
                    <a:pt x="109156" y="179786"/>
                    <a:pt x="108573" y="179728"/>
                    <a:pt x="107992" y="179653"/>
                  </a:cubicBezTo>
                  <a:cubicBezTo>
                    <a:pt x="107412" y="179577"/>
                    <a:pt x="106834" y="179484"/>
                    <a:pt x="106259" y="179372"/>
                  </a:cubicBezTo>
                  <a:cubicBezTo>
                    <a:pt x="105684" y="179261"/>
                    <a:pt x="105113" y="179132"/>
                    <a:pt x="104547" y="178985"/>
                  </a:cubicBezTo>
                  <a:cubicBezTo>
                    <a:pt x="103980" y="178838"/>
                    <a:pt x="103418" y="178673"/>
                    <a:pt x="102861" y="178492"/>
                  </a:cubicBezTo>
                  <a:cubicBezTo>
                    <a:pt x="102305" y="178310"/>
                    <a:pt x="101754" y="178111"/>
                    <a:pt x="101210" y="177895"/>
                  </a:cubicBezTo>
                  <a:cubicBezTo>
                    <a:pt x="100666" y="177679"/>
                    <a:pt x="100129" y="177446"/>
                    <a:pt x="99599" y="177197"/>
                  </a:cubicBezTo>
                  <a:cubicBezTo>
                    <a:pt x="99069" y="176947"/>
                    <a:pt x="98547" y="176682"/>
                    <a:pt x="98034" y="176400"/>
                  </a:cubicBezTo>
                  <a:cubicBezTo>
                    <a:pt x="97521" y="176118"/>
                    <a:pt x="97017" y="175821"/>
                    <a:pt x="96522" y="175508"/>
                  </a:cubicBezTo>
                  <a:cubicBezTo>
                    <a:pt x="96027" y="175195"/>
                    <a:pt x="95543" y="174866"/>
                    <a:pt x="95068" y="174523"/>
                  </a:cubicBezTo>
                  <a:cubicBezTo>
                    <a:pt x="94594" y="174180"/>
                    <a:pt x="94130" y="173822"/>
                    <a:pt x="93678" y="173450"/>
                  </a:cubicBezTo>
                  <a:cubicBezTo>
                    <a:pt x="93226" y="173078"/>
                    <a:pt x="92786" y="172692"/>
                    <a:pt x="92358" y="172293"/>
                  </a:cubicBezTo>
                  <a:cubicBezTo>
                    <a:pt x="91930" y="171894"/>
                    <a:pt x="91514" y="171481"/>
                    <a:pt x="91111" y="171056"/>
                  </a:cubicBezTo>
                  <a:cubicBezTo>
                    <a:pt x="90709" y="170631"/>
                    <a:pt x="90320" y="170194"/>
                    <a:pt x="89944" y="169744"/>
                  </a:cubicBezTo>
                  <a:cubicBezTo>
                    <a:pt x="89569" y="170194"/>
                    <a:pt x="89180" y="170631"/>
                    <a:pt x="88777" y="171056"/>
                  </a:cubicBezTo>
                  <a:cubicBezTo>
                    <a:pt x="88375" y="171481"/>
                    <a:pt x="87959" y="171894"/>
                    <a:pt x="87531" y="172293"/>
                  </a:cubicBezTo>
                  <a:cubicBezTo>
                    <a:pt x="87103" y="172692"/>
                    <a:pt x="86663" y="173078"/>
                    <a:pt x="86210" y="173450"/>
                  </a:cubicBezTo>
                  <a:cubicBezTo>
                    <a:pt x="85758" y="173822"/>
                    <a:pt x="85295" y="174180"/>
                    <a:pt x="84821" y="174523"/>
                  </a:cubicBezTo>
                  <a:cubicBezTo>
                    <a:pt x="84346" y="174866"/>
                    <a:pt x="83861" y="175195"/>
                    <a:pt x="83367" y="175508"/>
                  </a:cubicBezTo>
                  <a:cubicBezTo>
                    <a:pt x="82872" y="175821"/>
                    <a:pt x="82368" y="176118"/>
                    <a:pt x="81855" y="176400"/>
                  </a:cubicBezTo>
                  <a:cubicBezTo>
                    <a:pt x="81341" y="176682"/>
                    <a:pt x="80820" y="176947"/>
                    <a:pt x="80290" y="177197"/>
                  </a:cubicBezTo>
                  <a:cubicBezTo>
                    <a:pt x="79760" y="177446"/>
                    <a:pt x="79223" y="177679"/>
                    <a:pt x="78679" y="177895"/>
                  </a:cubicBezTo>
                  <a:cubicBezTo>
                    <a:pt x="78135" y="178111"/>
                    <a:pt x="77584" y="178310"/>
                    <a:pt x="77027" y="178492"/>
                  </a:cubicBezTo>
                  <a:cubicBezTo>
                    <a:pt x="76471" y="178673"/>
                    <a:pt x="75909" y="178838"/>
                    <a:pt x="75342" y="178985"/>
                  </a:cubicBezTo>
                  <a:cubicBezTo>
                    <a:pt x="74776" y="179132"/>
                    <a:pt x="74204" y="179261"/>
                    <a:pt x="73630" y="179372"/>
                  </a:cubicBezTo>
                  <a:cubicBezTo>
                    <a:pt x="73055" y="179484"/>
                    <a:pt x="72477" y="179577"/>
                    <a:pt x="71896" y="179653"/>
                  </a:cubicBezTo>
                  <a:cubicBezTo>
                    <a:pt x="71316" y="179728"/>
                    <a:pt x="70733" y="179786"/>
                    <a:pt x="70149" y="179825"/>
                  </a:cubicBezTo>
                  <a:cubicBezTo>
                    <a:pt x="69565" y="179864"/>
                    <a:pt x="68980" y="179885"/>
                    <a:pt x="68394" y="179888"/>
                  </a:cubicBezTo>
                  <a:cubicBezTo>
                    <a:pt x="67809" y="179891"/>
                    <a:pt x="67224" y="179876"/>
                    <a:pt x="66639" y="179843"/>
                  </a:cubicBezTo>
                  <a:cubicBezTo>
                    <a:pt x="66055" y="179810"/>
                    <a:pt x="65471" y="179758"/>
                    <a:pt x="64890" y="179688"/>
                  </a:cubicBezTo>
                  <a:cubicBezTo>
                    <a:pt x="64309" y="179619"/>
                    <a:pt x="63730" y="179531"/>
                    <a:pt x="63154" y="179426"/>
                  </a:cubicBezTo>
                  <a:cubicBezTo>
                    <a:pt x="62578" y="179320"/>
                    <a:pt x="62006" y="179197"/>
                    <a:pt x="61438" y="179056"/>
                  </a:cubicBezTo>
                  <a:cubicBezTo>
                    <a:pt x="60870" y="178915"/>
                    <a:pt x="60306" y="178756"/>
                    <a:pt x="59748" y="178580"/>
                  </a:cubicBezTo>
                  <a:cubicBezTo>
                    <a:pt x="59189" y="178404"/>
                    <a:pt x="58637" y="178211"/>
                    <a:pt x="58090" y="178000"/>
                  </a:cubicBezTo>
                  <a:cubicBezTo>
                    <a:pt x="57544" y="177790"/>
                    <a:pt x="57004" y="177562"/>
                    <a:pt x="56472" y="177319"/>
                  </a:cubicBezTo>
                  <a:cubicBezTo>
                    <a:pt x="55940" y="177075"/>
                    <a:pt x="55415" y="176814"/>
                    <a:pt x="54899" y="176538"/>
                  </a:cubicBezTo>
                  <a:cubicBezTo>
                    <a:pt x="54383" y="176261"/>
                    <a:pt x="53876" y="175969"/>
                    <a:pt x="53378" y="175661"/>
                  </a:cubicBezTo>
                  <a:cubicBezTo>
                    <a:pt x="52880" y="175353"/>
                    <a:pt x="52392" y="175030"/>
                    <a:pt x="51914" y="174691"/>
                  </a:cubicBezTo>
                  <a:cubicBezTo>
                    <a:pt x="51437" y="174353"/>
                    <a:pt x="50969" y="174000"/>
                    <a:pt x="50513" y="173633"/>
                  </a:cubicBezTo>
                  <a:cubicBezTo>
                    <a:pt x="50058" y="173266"/>
                    <a:pt x="49613" y="172884"/>
                    <a:pt x="49181" y="172489"/>
                  </a:cubicBezTo>
                  <a:cubicBezTo>
                    <a:pt x="48749" y="172094"/>
                    <a:pt x="48329" y="171686"/>
                    <a:pt x="47922" y="171265"/>
                  </a:cubicBezTo>
                  <a:cubicBezTo>
                    <a:pt x="47515" y="170844"/>
                    <a:pt x="47122" y="170411"/>
                    <a:pt x="46742" y="169965"/>
                  </a:cubicBezTo>
                  <a:cubicBezTo>
                    <a:pt x="46362" y="169520"/>
                    <a:pt x="45996" y="169063"/>
                    <a:pt x="45644" y="168595"/>
                  </a:cubicBezTo>
                  <a:cubicBezTo>
                    <a:pt x="45293" y="168127"/>
                    <a:pt x="44956" y="167648"/>
                    <a:pt x="44634" y="167159"/>
                  </a:cubicBezTo>
                  <a:cubicBezTo>
                    <a:pt x="44312" y="166670"/>
                    <a:pt x="44006" y="166171"/>
                    <a:pt x="43715" y="165663"/>
                  </a:cubicBezTo>
                  <a:cubicBezTo>
                    <a:pt x="43424" y="165155"/>
                    <a:pt x="43149" y="164638"/>
                    <a:pt x="42890" y="164113"/>
                  </a:cubicBezTo>
                  <a:cubicBezTo>
                    <a:pt x="42632" y="163587"/>
                    <a:pt x="42389" y="163054"/>
                    <a:pt x="42164" y="162514"/>
                  </a:cubicBezTo>
                  <a:cubicBezTo>
                    <a:pt x="41938" y="161974"/>
                    <a:pt x="41729" y="161427"/>
                    <a:pt x="41538" y="160874"/>
                  </a:cubicBezTo>
                  <a:cubicBezTo>
                    <a:pt x="41346" y="160321"/>
                    <a:pt x="41172" y="159762"/>
                    <a:pt x="41015" y="159198"/>
                  </a:cubicBezTo>
                  <a:cubicBezTo>
                    <a:pt x="40858" y="158634"/>
                    <a:pt x="40718" y="158065"/>
                    <a:pt x="40597" y="157492"/>
                  </a:cubicBezTo>
                  <a:cubicBezTo>
                    <a:pt x="40475" y="156920"/>
                    <a:pt x="40371" y="156343"/>
                    <a:pt x="40285" y="155764"/>
                  </a:cubicBezTo>
                  <a:cubicBezTo>
                    <a:pt x="40200" y="155185"/>
                    <a:pt x="40132" y="154604"/>
                    <a:pt x="40082" y="154020"/>
                  </a:cubicBezTo>
                  <a:cubicBezTo>
                    <a:pt x="40032" y="153437"/>
                    <a:pt x="40001" y="152852"/>
                    <a:pt x="39987" y="152267"/>
                  </a:cubicBezTo>
                  <a:cubicBezTo>
                    <a:pt x="39974" y="151682"/>
                    <a:pt x="39979" y="151096"/>
                    <a:pt x="40002" y="150511"/>
                  </a:cubicBezTo>
                  <a:cubicBezTo>
                    <a:pt x="40024" y="149926"/>
                    <a:pt x="40066" y="149342"/>
                    <a:pt x="40125" y="148760"/>
                  </a:cubicBezTo>
                  <a:cubicBezTo>
                    <a:pt x="40184" y="148177"/>
                    <a:pt x="40261" y="147597"/>
                    <a:pt x="40357" y="147019"/>
                  </a:cubicBezTo>
                  <a:cubicBezTo>
                    <a:pt x="40452" y="146442"/>
                    <a:pt x="40565" y="145867"/>
                    <a:pt x="40696" y="145296"/>
                  </a:cubicBezTo>
                  <a:cubicBezTo>
                    <a:pt x="40827" y="144726"/>
                    <a:pt x="40975" y="144160"/>
                    <a:pt x="41141" y="143598"/>
                  </a:cubicBezTo>
                  <a:cubicBezTo>
                    <a:pt x="41308" y="143037"/>
                    <a:pt x="41491" y="142481"/>
                    <a:pt x="41692" y="141931"/>
                  </a:cubicBezTo>
                  <a:cubicBezTo>
                    <a:pt x="41892" y="141381"/>
                    <a:pt x="42110" y="140837"/>
                    <a:pt x="42344" y="140301"/>
                  </a:cubicBezTo>
                  <a:cubicBezTo>
                    <a:pt x="42579" y="139764"/>
                    <a:pt x="42830" y="139235"/>
                    <a:pt x="43097" y="138714"/>
                  </a:cubicBezTo>
                  <a:cubicBezTo>
                    <a:pt x="43364" y="138193"/>
                    <a:pt x="43647" y="137681"/>
                    <a:pt x="43947" y="137178"/>
                  </a:cubicBezTo>
                  <a:cubicBezTo>
                    <a:pt x="44246" y="136674"/>
                    <a:pt x="44560" y="136181"/>
                    <a:pt x="44890" y="135697"/>
                  </a:cubicBezTo>
                  <a:cubicBezTo>
                    <a:pt x="45220" y="135213"/>
                    <a:pt x="45564" y="134740"/>
                    <a:pt x="45923" y="134277"/>
                  </a:cubicBezTo>
                  <a:cubicBezTo>
                    <a:pt x="46282" y="133815"/>
                    <a:pt x="46656" y="133364"/>
                    <a:pt x="47043" y="132925"/>
                  </a:cubicBezTo>
                  <a:cubicBezTo>
                    <a:pt x="47430" y="132486"/>
                    <a:pt x="47831" y="132059"/>
                    <a:pt x="48244" y="131644"/>
                  </a:cubicBezTo>
                  <a:cubicBezTo>
                    <a:pt x="47816" y="132038"/>
                    <a:pt x="47376" y="132418"/>
                    <a:pt x="46925" y="132784"/>
                  </a:cubicBezTo>
                  <a:cubicBezTo>
                    <a:pt x="46473" y="133150"/>
                    <a:pt x="46010" y="133502"/>
                    <a:pt x="45537" y="133840"/>
                  </a:cubicBezTo>
                  <a:cubicBezTo>
                    <a:pt x="45064" y="134177"/>
                    <a:pt x="44580" y="134500"/>
                    <a:pt x="44087" y="134808"/>
                  </a:cubicBezTo>
                  <a:cubicBezTo>
                    <a:pt x="43594" y="135116"/>
                    <a:pt x="43092" y="135409"/>
                    <a:pt x="42580" y="135686"/>
                  </a:cubicBezTo>
                  <a:cubicBezTo>
                    <a:pt x="42069" y="135963"/>
                    <a:pt x="41550" y="136224"/>
                    <a:pt x="41023" y="136469"/>
                  </a:cubicBezTo>
                  <a:cubicBezTo>
                    <a:pt x="40495" y="136714"/>
                    <a:pt x="39961" y="136942"/>
                    <a:pt x="39419" y="137154"/>
                  </a:cubicBezTo>
                  <a:cubicBezTo>
                    <a:pt x="38878" y="137366"/>
                    <a:pt x="38330" y="137562"/>
                    <a:pt x="37777" y="137740"/>
                  </a:cubicBezTo>
                  <a:cubicBezTo>
                    <a:pt x="37224" y="137918"/>
                    <a:pt x="36665" y="138079"/>
                    <a:pt x="36102" y="138223"/>
                  </a:cubicBezTo>
                  <a:cubicBezTo>
                    <a:pt x="35539" y="138367"/>
                    <a:pt x="34971" y="138494"/>
                    <a:pt x="34400" y="138603"/>
                  </a:cubicBezTo>
                  <a:cubicBezTo>
                    <a:pt x="33829" y="138712"/>
                    <a:pt x="33255" y="138803"/>
                    <a:pt x="32678" y="138876"/>
                  </a:cubicBezTo>
                  <a:cubicBezTo>
                    <a:pt x="32101" y="138950"/>
                    <a:pt x="31523" y="139006"/>
                    <a:pt x="30942" y="139044"/>
                  </a:cubicBezTo>
                  <a:cubicBezTo>
                    <a:pt x="30362" y="139082"/>
                    <a:pt x="29781" y="139102"/>
                    <a:pt x="29200" y="139104"/>
                  </a:cubicBezTo>
                  <a:cubicBezTo>
                    <a:pt x="28619" y="139106"/>
                    <a:pt x="28037" y="139090"/>
                    <a:pt x="27457" y="139057"/>
                  </a:cubicBezTo>
                  <a:cubicBezTo>
                    <a:pt x="26877" y="139023"/>
                    <a:pt x="26297" y="138972"/>
                    <a:pt x="25720" y="138902"/>
                  </a:cubicBezTo>
                  <a:cubicBezTo>
                    <a:pt x="25143" y="138833"/>
                    <a:pt x="24568" y="138746"/>
                    <a:pt x="23996" y="138641"/>
                  </a:cubicBezTo>
                  <a:cubicBezTo>
                    <a:pt x="23424" y="138537"/>
                    <a:pt x="22856" y="138414"/>
                    <a:pt x="22292" y="138275"/>
                  </a:cubicBezTo>
                  <a:cubicBezTo>
                    <a:pt x="21727" y="138135"/>
                    <a:pt x="21167" y="137978"/>
                    <a:pt x="20613" y="137804"/>
                  </a:cubicBezTo>
                  <a:cubicBezTo>
                    <a:pt x="20058" y="137630"/>
                    <a:pt x="19509" y="137438"/>
                    <a:pt x="18966" y="137230"/>
                  </a:cubicBezTo>
                  <a:cubicBezTo>
                    <a:pt x="18423" y="137022"/>
                    <a:pt x="17887" y="136798"/>
                    <a:pt x="17358" y="136557"/>
                  </a:cubicBezTo>
                  <a:cubicBezTo>
                    <a:pt x="16829" y="136316"/>
                    <a:pt x="16307" y="136059"/>
                    <a:pt x="15794" y="135785"/>
                  </a:cubicBezTo>
                  <a:cubicBezTo>
                    <a:pt x="15281" y="135512"/>
                    <a:pt x="14776" y="135223"/>
                    <a:pt x="14281" y="134919"/>
                  </a:cubicBezTo>
                  <a:cubicBezTo>
                    <a:pt x="13786" y="134615"/>
                    <a:pt x="13300" y="134296"/>
                    <a:pt x="12824" y="133962"/>
                  </a:cubicBezTo>
                  <a:cubicBezTo>
                    <a:pt x="12348" y="133627"/>
                    <a:pt x="11883" y="133279"/>
                    <a:pt x="11429" y="132916"/>
                  </a:cubicBezTo>
                  <a:cubicBezTo>
                    <a:pt x="10974" y="132553"/>
                    <a:pt x="10531" y="132177"/>
                    <a:pt x="10100" y="131787"/>
                  </a:cubicBezTo>
                  <a:cubicBezTo>
                    <a:pt x="9669" y="131396"/>
                    <a:pt x="9250" y="130993"/>
                    <a:pt x="8844" y="130577"/>
                  </a:cubicBezTo>
                  <a:cubicBezTo>
                    <a:pt x="8438" y="130162"/>
                    <a:pt x="8044" y="129733"/>
                    <a:pt x="7665" y="129293"/>
                  </a:cubicBezTo>
                  <a:cubicBezTo>
                    <a:pt x="7285" y="128853"/>
                    <a:pt x="6918" y="128402"/>
                    <a:pt x="6566" y="127939"/>
                  </a:cubicBezTo>
                  <a:cubicBezTo>
                    <a:pt x="6214" y="127476"/>
                    <a:pt x="5877" y="127003"/>
                    <a:pt x="5554" y="126520"/>
                  </a:cubicBezTo>
                  <a:cubicBezTo>
                    <a:pt x="5231" y="126036"/>
                    <a:pt x="4923" y="125543"/>
                    <a:pt x="4630" y="125041"/>
                  </a:cubicBezTo>
                  <a:cubicBezTo>
                    <a:pt x="4338" y="124538"/>
                    <a:pt x="4061" y="124027"/>
                    <a:pt x="3800" y="123508"/>
                  </a:cubicBezTo>
                  <a:cubicBezTo>
                    <a:pt x="3539" y="122988"/>
                    <a:pt x="3294" y="122461"/>
                    <a:pt x="3065" y="121926"/>
                  </a:cubicBezTo>
                  <a:cubicBezTo>
                    <a:pt x="2836" y="121392"/>
                    <a:pt x="2624" y="120850"/>
                    <a:pt x="2429" y="120303"/>
                  </a:cubicBezTo>
                  <a:cubicBezTo>
                    <a:pt x="2234" y="119755"/>
                    <a:pt x="2056" y="119202"/>
                    <a:pt x="1894" y="118643"/>
                  </a:cubicBezTo>
                  <a:cubicBezTo>
                    <a:pt x="1733" y="118085"/>
                    <a:pt x="1589" y="117521"/>
                    <a:pt x="1463" y="116954"/>
                  </a:cubicBezTo>
                  <a:cubicBezTo>
                    <a:pt x="1336" y="116386"/>
                    <a:pt x="1227" y="115815"/>
                    <a:pt x="1136" y="115241"/>
                  </a:cubicBezTo>
                  <a:cubicBezTo>
                    <a:pt x="1045" y="114667"/>
                    <a:pt x="971" y="114090"/>
                    <a:pt x="915" y="113512"/>
                  </a:cubicBezTo>
                  <a:cubicBezTo>
                    <a:pt x="860" y="112933"/>
                    <a:pt x="822" y="112353"/>
                    <a:pt x="801" y="111772"/>
                  </a:cubicBezTo>
                  <a:cubicBezTo>
                    <a:pt x="781" y="111191"/>
                    <a:pt x="779" y="110609"/>
                    <a:pt x="795" y="110028"/>
                  </a:cubicBezTo>
                  <a:cubicBezTo>
                    <a:pt x="811" y="109447"/>
                    <a:pt x="844" y="108866"/>
                    <a:pt x="896" y="108287"/>
                  </a:cubicBezTo>
                  <a:cubicBezTo>
                    <a:pt x="947" y="107708"/>
                    <a:pt x="1017" y="107131"/>
                    <a:pt x="1104" y="106556"/>
                  </a:cubicBezTo>
                  <a:cubicBezTo>
                    <a:pt x="1191" y="105981"/>
                    <a:pt x="1295" y="105409"/>
                    <a:pt x="1418" y="104841"/>
                  </a:cubicBezTo>
                  <a:cubicBezTo>
                    <a:pt x="1540" y="104273"/>
                    <a:pt x="1680" y="103708"/>
                    <a:pt x="1837" y="103149"/>
                  </a:cubicBezTo>
                  <a:cubicBezTo>
                    <a:pt x="1994" y="102589"/>
                    <a:pt x="2168" y="102034"/>
                    <a:pt x="2359" y="101485"/>
                  </a:cubicBezTo>
                  <a:cubicBezTo>
                    <a:pt x="2550" y="100936"/>
                    <a:pt x="2758" y="100393"/>
                    <a:pt x="2983" y="99857"/>
                  </a:cubicBezTo>
                  <a:cubicBezTo>
                    <a:pt x="3207" y="99321"/>
                    <a:pt x="3448" y="98791"/>
                    <a:pt x="3706" y="98270"/>
                  </a:cubicBezTo>
                  <a:cubicBezTo>
                    <a:pt x="3963" y="97749"/>
                    <a:pt x="4236" y="97235"/>
                    <a:pt x="4525" y="96731"/>
                  </a:cubicBezTo>
                  <a:cubicBezTo>
                    <a:pt x="4814" y="96226"/>
                    <a:pt x="5118" y="95731"/>
                    <a:pt x="5437" y="95245"/>
                  </a:cubicBezTo>
                  <a:cubicBezTo>
                    <a:pt x="5757" y="94759"/>
                    <a:pt x="6091" y="94283"/>
                    <a:pt x="6439" y="93818"/>
                  </a:cubicBezTo>
                  <a:cubicBezTo>
                    <a:pt x="6788" y="93353"/>
                    <a:pt x="7151" y="92899"/>
                    <a:pt x="7527" y="92456"/>
                  </a:cubicBezTo>
                  <a:cubicBezTo>
                    <a:pt x="7904" y="92013"/>
                    <a:pt x="8294" y="91582"/>
                    <a:pt x="8697" y="91163"/>
                  </a:cubicBezTo>
                  <a:cubicBezTo>
                    <a:pt x="9100" y="90744"/>
                    <a:pt x="9516" y="90338"/>
                    <a:pt x="9944" y="89944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2" name="probe-lucide-clover-part-3"/>
            <p:cNvSpPr/>
            <p:nvPr/>
          </p:nvSpPr>
          <p:spPr>
            <a:xfrm>
              <a:off x="78300" y="78300"/>
              <a:ext cx="83400" cy="83400"/>
            </a:xfrm>
            <a:custGeom>
              <a:avLst/>
              <a:gdLst/>
              <a:ahLst/>
              <a:cxnLst/>
              <a:rect l="0" t="0" r="r" b="b"/>
              <a:pathLst>
                <a:path w="83400" h="83400">
                  <a:moveTo>
                    <a:pt x="0" y="0"/>
                  </a:moveTo>
                  <a:lnTo>
                    <a:pt x="83400" y="834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3" name="probe-lucide-egg" descr="egg — Lucide Icons and Contributors; preserve the bundled full upstream license. Source: https://github.com/lucide-icons/lucide/blob/20aef31db93fe4d9f398dbb15b120d99c48eef95/icons/egg.svg; SVG SHA256: dcb5af7408bb9d49fd2286d705e0d3099faf2b0a7169c2dbba77cd702d47ab49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54" name="probe-lucide-egg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80000" y="0"/>
                  </a:moveTo>
                  <a:cubicBezTo>
                    <a:pt x="40000" y="0"/>
                    <a:pt x="0" y="60000"/>
                    <a:pt x="0" y="120000"/>
                  </a:cubicBezTo>
                  <a:cubicBezTo>
                    <a:pt x="0" y="121676"/>
                    <a:pt x="53" y="123351"/>
                    <a:pt x="158" y="125023"/>
                  </a:cubicBezTo>
                  <a:cubicBezTo>
                    <a:pt x="263" y="126696"/>
                    <a:pt x="421" y="128364"/>
                    <a:pt x="631" y="130027"/>
                  </a:cubicBezTo>
                  <a:cubicBezTo>
                    <a:pt x="841" y="131689"/>
                    <a:pt x="1103" y="133345"/>
                    <a:pt x="1417" y="134991"/>
                  </a:cubicBezTo>
                  <a:cubicBezTo>
                    <a:pt x="1731" y="136636"/>
                    <a:pt x="2097" y="138272"/>
                    <a:pt x="2513" y="139895"/>
                  </a:cubicBezTo>
                  <a:cubicBezTo>
                    <a:pt x="2930" y="141518"/>
                    <a:pt x="3398" y="143128"/>
                    <a:pt x="3915" y="144721"/>
                  </a:cubicBezTo>
                  <a:cubicBezTo>
                    <a:pt x="4433" y="146315"/>
                    <a:pt x="5001" y="147892"/>
                    <a:pt x="5618" y="149450"/>
                  </a:cubicBezTo>
                  <a:cubicBezTo>
                    <a:pt x="6235" y="151008"/>
                    <a:pt x="6900" y="152546"/>
                    <a:pt x="7614" y="154062"/>
                  </a:cubicBezTo>
                  <a:cubicBezTo>
                    <a:pt x="8327" y="155579"/>
                    <a:pt x="9088" y="157072"/>
                    <a:pt x="9895" y="158540"/>
                  </a:cubicBezTo>
                  <a:cubicBezTo>
                    <a:pt x="10703" y="160009"/>
                    <a:pt x="11556" y="161451"/>
                    <a:pt x="12454" y="162866"/>
                  </a:cubicBezTo>
                  <a:cubicBezTo>
                    <a:pt x="13352" y="164281"/>
                    <a:pt x="14294" y="165667"/>
                    <a:pt x="15279" y="167023"/>
                  </a:cubicBezTo>
                  <a:cubicBezTo>
                    <a:pt x="16264" y="168378"/>
                    <a:pt x="17291" y="169703"/>
                    <a:pt x="18359" y="170994"/>
                  </a:cubicBezTo>
                  <a:cubicBezTo>
                    <a:pt x="19427" y="172285"/>
                    <a:pt x="20535" y="173542"/>
                    <a:pt x="21683" y="174764"/>
                  </a:cubicBezTo>
                  <a:cubicBezTo>
                    <a:pt x="22830" y="175985"/>
                    <a:pt x="24015" y="177170"/>
                    <a:pt x="25236" y="178317"/>
                  </a:cubicBezTo>
                  <a:cubicBezTo>
                    <a:pt x="26458" y="179465"/>
                    <a:pt x="27715" y="180573"/>
                    <a:pt x="29006" y="181641"/>
                  </a:cubicBezTo>
                  <a:cubicBezTo>
                    <a:pt x="30297" y="182709"/>
                    <a:pt x="31622" y="183736"/>
                    <a:pt x="32977" y="184721"/>
                  </a:cubicBezTo>
                  <a:cubicBezTo>
                    <a:pt x="34333" y="185706"/>
                    <a:pt x="35719" y="186648"/>
                    <a:pt x="37134" y="187546"/>
                  </a:cubicBezTo>
                  <a:cubicBezTo>
                    <a:pt x="38549" y="188444"/>
                    <a:pt x="39991" y="189297"/>
                    <a:pt x="41460" y="190105"/>
                  </a:cubicBezTo>
                  <a:cubicBezTo>
                    <a:pt x="42928" y="190912"/>
                    <a:pt x="44421" y="191673"/>
                    <a:pt x="45938" y="192386"/>
                  </a:cubicBezTo>
                  <a:cubicBezTo>
                    <a:pt x="47454" y="193100"/>
                    <a:pt x="48992" y="193765"/>
                    <a:pt x="50550" y="194382"/>
                  </a:cubicBezTo>
                  <a:cubicBezTo>
                    <a:pt x="52108" y="194999"/>
                    <a:pt x="53685" y="195567"/>
                    <a:pt x="55279" y="196085"/>
                  </a:cubicBezTo>
                  <a:cubicBezTo>
                    <a:pt x="56872" y="196602"/>
                    <a:pt x="58482" y="197070"/>
                    <a:pt x="60105" y="197487"/>
                  </a:cubicBezTo>
                  <a:cubicBezTo>
                    <a:pt x="61728" y="197903"/>
                    <a:pt x="63364" y="198269"/>
                    <a:pt x="65009" y="198583"/>
                  </a:cubicBezTo>
                  <a:cubicBezTo>
                    <a:pt x="66655" y="198897"/>
                    <a:pt x="68311" y="199159"/>
                    <a:pt x="69973" y="199369"/>
                  </a:cubicBezTo>
                  <a:cubicBezTo>
                    <a:pt x="71636" y="199579"/>
                    <a:pt x="73304" y="199737"/>
                    <a:pt x="74977" y="199842"/>
                  </a:cubicBezTo>
                  <a:cubicBezTo>
                    <a:pt x="76649" y="199947"/>
                    <a:pt x="78324" y="200000"/>
                    <a:pt x="80000" y="200000"/>
                  </a:cubicBezTo>
                  <a:cubicBezTo>
                    <a:pt x="81676" y="200000"/>
                    <a:pt x="83351" y="199947"/>
                    <a:pt x="85023" y="199842"/>
                  </a:cubicBezTo>
                  <a:cubicBezTo>
                    <a:pt x="86696" y="199737"/>
                    <a:pt x="88364" y="199579"/>
                    <a:pt x="90027" y="199369"/>
                  </a:cubicBezTo>
                  <a:cubicBezTo>
                    <a:pt x="91689" y="199159"/>
                    <a:pt x="93345" y="198897"/>
                    <a:pt x="94991" y="198583"/>
                  </a:cubicBezTo>
                  <a:cubicBezTo>
                    <a:pt x="96636" y="198269"/>
                    <a:pt x="98272" y="197903"/>
                    <a:pt x="99895" y="197487"/>
                  </a:cubicBezTo>
                  <a:cubicBezTo>
                    <a:pt x="101518" y="197070"/>
                    <a:pt x="103128" y="196602"/>
                    <a:pt x="104721" y="196085"/>
                  </a:cubicBezTo>
                  <a:cubicBezTo>
                    <a:pt x="106315" y="195567"/>
                    <a:pt x="107892" y="194999"/>
                    <a:pt x="109450" y="194382"/>
                  </a:cubicBezTo>
                  <a:cubicBezTo>
                    <a:pt x="111008" y="193765"/>
                    <a:pt x="112546" y="193100"/>
                    <a:pt x="114062" y="192386"/>
                  </a:cubicBezTo>
                  <a:cubicBezTo>
                    <a:pt x="115579" y="191673"/>
                    <a:pt x="117072" y="190912"/>
                    <a:pt x="118540" y="190105"/>
                  </a:cubicBezTo>
                  <a:cubicBezTo>
                    <a:pt x="120009" y="189297"/>
                    <a:pt x="121451" y="188444"/>
                    <a:pt x="122866" y="187546"/>
                  </a:cubicBezTo>
                  <a:cubicBezTo>
                    <a:pt x="124281" y="186648"/>
                    <a:pt x="125667" y="185706"/>
                    <a:pt x="127023" y="184721"/>
                  </a:cubicBezTo>
                  <a:cubicBezTo>
                    <a:pt x="128378" y="183736"/>
                    <a:pt x="129703" y="182709"/>
                    <a:pt x="130994" y="181641"/>
                  </a:cubicBezTo>
                  <a:cubicBezTo>
                    <a:pt x="132285" y="180573"/>
                    <a:pt x="133542" y="179465"/>
                    <a:pt x="134764" y="178317"/>
                  </a:cubicBezTo>
                  <a:cubicBezTo>
                    <a:pt x="135985" y="177170"/>
                    <a:pt x="137170" y="175985"/>
                    <a:pt x="138317" y="174764"/>
                  </a:cubicBezTo>
                  <a:cubicBezTo>
                    <a:pt x="139465" y="173542"/>
                    <a:pt x="140573" y="172285"/>
                    <a:pt x="141641" y="170994"/>
                  </a:cubicBezTo>
                  <a:cubicBezTo>
                    <a:pt x="142709" y="169703"/>
                    <a:pt x="143736" y="168378"/>
                    <a:pt x="144721" y="167023"/>
                  </a:cubicBezTo>
                  <a:cubicBezTo>
                    <a:pt x="145706" y="165667"/>
                    <a:pt x="146648" y="164281"/>
                    <a:pt x="147546" y="162866"/>
                  </a:cubicBezTo>
                  <a:cubicBezTo>
                    <a:pt x="148444" y="161451"/>
                    <a:pt x="149297" y="160009"/>
                    <a:pt x="150105" y="158540"/>
                  </a:cubicBezTo>
                  <a:cubicBezTo>
                    <a:pt x="150912" y="157072"/>
                    <a:pt x="151673" y="155579"/>
                    <a:pt x="152386" y="154062"/>
                  </a:cubicBezTo>
                  <a:cubicBezTo>
                    <a:pt x="153100" y="152546"/>
                    <a:pt x="153765" y="151008"/>
                    <a:pt x="154382" y="149450"/>
                  </a:cubicBezTo>
                  <a:cubicBezTo>
                    <a:pt x="154999" y="147892"/>
                    <a:pt x="155567" y="146315"/>
                    <a:pt x="156085" y="144721"/>
                  </a:cubicBezTo>
                  <a:cubicBezTo>
                    <a:pt x="156602" y="143128"/>
                    <a:pt x="157070" y="141518"/>
                    <a:pt x="157487" y="139895"/>
                  </a:cubicBezTo>
                  <a:cubicBezTo>
                    <a:pt x="157903" y="138272"/>
                    <a:pt x="158269" y="136636"/>
                    <a:pt x="158583" y="134991"/>
                  </a:cubicBezTo>
                  <a:cubicBezTo>
                    <a:pt x="158897" y="133345"/>
                    <a:pt x="159159" y="131689"/>
                    <a:pt x="159369" y="130027"/>
                  </a:cubicBezTo>
                  <a:cubicBezTo>
                    <a:pt x="159579" y="128364"/>
                    <a:pt x="159737" y="126696"/>
                    <a:pt x="159842" y="125023"/>
                  </a:cubicBezTo>
                  <a:cubicBezTo>
                    <a:pt x="159947" y="123351"/>
                    <a:pt x="160000" y="121676"/>
                    <a:pt x="160000" y="120000"/>
                  </a:cubicBezTo>
                  <a:cubicBezTo>
                    <a:pt x="160000" y="60000"/>
                    <a:pt x="120000" y="0"/>
                    <a:pt x="8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5" name="probe-lucide-fish" descr="fish — Lucide Icons and Contributors; preserve the bundled full upstream license. Source: https://github.com/lucide-icons/lucide/blob/20aef31db93fe4d9f398dbb15b120d99c48eef95/icons/fish.svg; SVG SHA256: b192b77edc25b1f952bca580d8ffa976258cf2d3127dd2c7040803b388bdd3db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56" name="probe-lucide-fish-part-1"/>
            <p:cNvSpPr/>
            <p:nvPr/>
          </p:nvSpPr>
          <p:spPr>
            <a:xfrm>
              <a:off x="65000" y="60000"/>
              <a:ext cx="155000" cy="120000"/>
            </a:xfrm>
            <a:custGeom>
              <a:avLst/>
              <a:gdLst/>
              <a:ahLst/>
              <a:cxnLst/>
              <a:rect l="0" t="0" r="r" b="b"/>
              <a:pathLst>
                <a:path w="155000" h="120000">
                  <a:moveTo>
                    <a:pt x="0" y="60000"/>
                  </a:moveTo>
                  <a:cubicBezTo>
                    <a:pt x="9400" y="25400"/>
                    <a:pt x="49400" y="0"/>
                    <a:pt x="85000" y="0"/>
                  </a:cubicBezTo>
                  <a:cubicBezTo>
                    <a:pt x="120600" y="0"/>
                    <a:pt x="145600" y="25400"/>
                    <a:pt x="155000" y="60000"/>
                  </a:cubicBezTo>
                  <a:cubicBezTo>
                    <a:pt x="145600" y="94700"/>
                    <a:pt x="120600" y="120000"/>
                    <a:pt x="85000" y="120000"/>
                  </a:cubicBezTo>
                  <a:cubicBezTo>
                    <a:pt x="49400" y="120000"/>
                    <a:pt x="9400" y="94700"/>
                    <a:pt x="0" y="6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7" name="probe-lucide-fish-part-2"/>
            <p:cNvSpPr/>
            <p:nvPr/>
          </p:nvSpPr>
          <p:spPr>
            <a:xfrm>
              <a:off x="180000" y="120000"/>
              <a:ext cx="10" cy="5000"/>
            </a:xfrm>
            <a:custGeom>
              <a:avLst/>
              <a:gdLst/>
              <a:ahLst/>
              <a:cxnLst/>
              <a:rect l="0" t="0" r="r" b="b"/>
              <a:pathLst>
                <a:path w="10" h="5000">
                  <a:moveTo>
                    <a:pt x="0" y="0"/>
                  </a:moveTo>
                  <a:lnTo>
                    <a:pt x="0" y="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fish-part-3"/>
            <p:cNvSpPr/>
            <p:nvPr/>
          </p:nvSpPr>
          <p:spPr>
            <a:xfrm>
              <a:off x="139945" y="60700"/>
              <a:ext cx="20055" cy="118600"/>
            </a:xfrm>
            <a:custGeom>
              <a:avLst/>
              <a:gdLst/>
              <a:ahLst/>
              <a:cxnLst/>
              <a:rect l="0" t="0" r="r" b="b"/>
              <a:pathLst>
                <a:path w="20055" h="118600">
                  <a:moveTo>
                    <a:pt x="20055" y="118600"/>
                  </a:moveTo>
                  <a:cubicBezTo>
                    <a:pt x="18827" y="116992"/>
                    <a:pt x="17649" y="115347"/>
                    <a:pt x="16523" y="113666"/>
                  </a:cubicBezTo>
                  <a:cubicBezTo>
                    <a:pt x="15397" y="111985"/>
                    <a:pt x="14324" y="110269"/>
                    <a:pt x="13305" y="108522"/>
                  </a:cubicBezTo>
                  <a:cubicBezTo>
                    <a:pt x="12286" y="106774"/>
                    <a:pt x="11321" y="104995"/>
                    <a:pt x="10412" y="103188"/>
                  </a:cubicBezTo>
                  <a:cubicBezTo>
                    <a:pt x="9503" y="101380"/>
                    <a:pt x="8651" y="99545"/>
                    <a:pt x="7856" y="97684"/>
                  </a:cubicBezTo>
                  <a:cubicBezTo>
                    <a:pt x="7061" y="95824"/>
                    <a:pt x="6324" y="93939"/>
                    <a:pt x="5647" y="92033"/>
                  </a:cubicBezTo>
                  <a:cubicBezTo>
                    <a:pt x="4969" y="90127"/>
                    <a:pt x="4350" y="88200"/>
                    <a:pt x="3792" y="86256"/>
                  </a:cubicBezTo>
                  <a:cubicBezTo>
                    <a:pt x="3234" y="84311"/>
                    <a:pt x="2736" y="82350"/>
                    <a:pt x="2300" y="80374"/>
                  </a:cubicBezTo>
                  <a:cubicBezTo>
                    <a:pt x="1864" y="78399"/>
                    <a:pt x="1489" y="76410"/>
                    <a:pt x="1176" y="74411"/>
                  </a:cubicBezTo>
                  <a:cubicBezTo>
                    <a:pt x="863" y="72412"/>
                    <a:pt x="612" y="70404"/>
                    <a:pt x="424" y="68390"/>
                  </a:cubicBezTo>
                  <a:cubicBezTo>
                    <a:pt x="236" y="66376"/>
                    <a:pt x="110" y="64356"/>
                    <a:pt x="47" y="62334"/>
                  </a:cubicBezTo>
                  <a:cubicBezTo>
                    <a:pt x="-16" y="60312"/>
                    <a:pt x="-16" y="58288"/>
                    <a:pt x="47" y="56266"/>
                  </a:cubicBezTo>
                  <a:cubicBezTo>
                    <a:pt x="110" y="54244"/>
                    <a:pt x="236" y="52224"/>
                    <a:pt x="424" y="50210"/>
                  </a:cubicBezTo>
                  <a:cubicBezTo>
                    <a:pt x="612" y="48196"/>
                    <a:pt x="863" y="46188"/>
                    <a:pt x="1176" y="44189"/>
                  </a:cubicBezTo>
                  <a:cubicBezTo>
                    <a:pt x="1489" y="42190"/>
                    <a:pt x="1864" y="40201"/>
                    <a:pt x="2300" y="38226"/>
                  </a:cubicBezTo>
                  <a:cubicBezTo>
                    <a:pt x="2736" y="36250"/>
                    <a:pt x="3234" y="34289"/>
                    <a:pt x="3792" y="32344"/>
                  </a:cubicBezTo>
                  <a:cubicBezTo>
                    <a:pt x="4350" y="30400"/>
                    <a:pt x="4969" y="28473"/>
                    <a:pt x="5647" y="26567"/>
                  </a:cubicBezTo>
                  <a:cubicBezTo>
                    <a:pt x="6324" y="24661"/>
                    <a:pt x="7061" y="22776"/>
                    <a:pt x="7856" y="20916"/>
                  </a:cubicBezTo>
                  <a:cubicBezTo>
                    <a:pt x="8651" y="19055"/>
                    <a:pt x="9503" y="17220"/>
                    <a:pt x="10412" y="15412"/>
                  </a:cubicBezTo>
                  <a:cubicBezTo>
                    <a:pt x="11321" y="13605"/>
                    <a:pt x="12286" y="11826"/>
                    <a:pt x="13305" y="10078"/>
                  </a:cubicBezTo>
                  <a:cubicBezTo>
                    <a:pt x="14324" y="8331"/>
                    <a:pt x="15397" y="6615"/>
                    <a:pt x="16523" y="4934"/>
                  </a:cubicBezTo>
                  <a:cubicBezTo>
                    <a:pt x="17649" y="3253"/>
                    <a:pt x="18827" y="1608"/>
                    <a:pt x="20055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9" name="probe-lucide-fish-part-4"/>
            <p:cNvSpPr/>
            <p:nvPr/>
          </p:nvSpPr>
          <p:spPr>
            <a:xfrm>
              <a:off x="19990" y="55000"/>
              <a:ext cx="50010" cy="130000"/>
            </a:xfrm>
            <a:custGeom>
              <a:avLst/>
              <a:gdLst/>
              <a:ahLst/>
              <a:cxnLst/>
              <a:rect l="0" t="0" r="r" b="b"/>
              <a:pathLst>
                <a:path w="50010" h="130000">
                  <a:moveTo>
                    <a:pt x="50010" y="51700"/>
                  </a:moveTo>
                  <a:cubicBezTo>
                    <a:pt x="50010" y="25000"/>
                    <a:pt x="35810" y="4700"/>
                    <a:pt x="7310" y="0"/>
                  </a:cubicBezTo>
                  <a:cubicBezTo>
                    <a:pt x="-2690" y="15000"/>
                    <a:pt x="-2690" y="50000"/>
                    <a:pt x="9610" y="65000"/>
                  </a:cubicBezTo>
                  <a:cubicBezTo>
                    <a:pt x="-2790" y="80000"/>
                    <a:pt x="-2790" y="115000"/>
                    <a:pt x="7310" y="130000"/>
                  </a:cubicBezTo>
                  <a:cubicBezTo>
                    <a:pt x="35810" y="125300"/>
                    <a:pt x="50010" y="105000"/>
                    <a:pt x="50010" y="783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" name="probe-lucide-fish-part-5"/>
            <p:cNvSpPr/>
            <p:nvPr/>
          </p:nvSpPr>
          <p:spPr>
            <a:xfrm>
              <a:off x="80000" y="30000"/>
              <a:ext cx="80100" cy="42600"/>
            </a:xfrm>
            <a:custGeom>
              <a:avLst/>
              <a:gdLst/>
              <a:ahLst/>
              <a:cxnLst/>
              <a:rect l="0" t="0" r="r" b="b"/>
              <a:pathLst>
                <a:path w="80100" h="42600">
                  <a:moveTo>
                    <a:pt x="24600" y="42600"/>
                  </a:moveTo>
                  <a:cubicBezTo>
                    <a:pt x="22000" y="28800"/>
                    <a:pt x="11700" y="12400"/>
                    <a:pt x="0" y="0"/>
                  </a:cubicBezTo>
                  <a:lnTo>
                    <a:pt x="58000" y="0"/>
                  </a:lnTo>
                  <a:cubicBezTo>
                    <a:pt x="58408" y="-1"/>
                    <a:pt x="58817" y="10"/>
                    <a:pt x="59224" y="33"/>
                  </a:cubicBezTo>
                  <a:cubicBezTo>
                    <a:pt x="59632" y="57"/>
                    <a:pt x="60039" y="93"/>
                    <a:pt x="60444" y="141"/>
                  </a:cubicBezTo>
                  <a:cubicBezTo>
                    <a:pt x="60850" y="189"/>
                    <a:pt x="61254" y="250"/>
                    <a:pt x="61656" y="323"/>
                  </a:cubicBezTo>
                  <a:cubicBezTo>
                    <a:pt x="62057" y="396"/>
                    <a:pt x="62457" y="482"/>
                    <a:pt x="62853" y="579"/>
                  </a:cubicBezTo>
                  <a:cubicBezTo>
                    <a:pt x="63250" y="677"/>
                    <a:pt x="63643" y="787"/>
                    <a:pt x="64033" y="908"/>
                  </a:cubicBezTo>
                  <a:cubicBezTo>
                    <a:pt x="64423" y="1030"/>
                    <a:pt x="64809" y="1164"/>
                    <a:pt x="65191" y="1309"/>
                  </a:cubicBezTo>
                  <a:cubicBezTo>
                    <a:pt x="65572" y="1454"/>
                    <a:pt x="65949" y="1611"/>
                    <a:pt x="66321" y="1780"/>
                  </a:cubicBezTo>
                  <a:cubicBezTo>
                    <a:pt x="66693" y="1948"/>
                    <a:pt x="67060" y="2128"/>
                    <a:pt x="67421" y="2319"/>
                  </a:cubicBezTo>
                  <a:cubicBezTo>
                    <a:pt x="67782" y="2509"/>
                    <a:pt x="68137" y="2711"/>
                    <a:pt x="68486" y="2924"/>
                  </a:cubicBezTo>
                  <a:cubicBezTo>
                    <a:pt x="68835" y="3136"/>
                    <a:pt x="69177" y="3360"/>
                    <a:pt x="69512" y="3593"/>
                  </a:cubicBezTo>
                  <a:cubicBezTo>
                    <a:pt x="69847" y="3827"/>
                    <a:pt x="70174" y="4071"/>
                    <a:pt x="70495" y="4324"/>
                  </a:cubicBezTo>
                  <a:cubicBezTo>
                    <a:pt x="70815" y="4578"/>
                    <a:pt x="71127" y="4841"/>
                    <a:pt x="71431" y="5114"/>
                  </a:cubicBezTo>
                  <a:cubicBezTo>
                    <a:pt x="71735" y="5387"/>
                    <a:pt x="72030" y="5668"/>
                    <a:pt x="72317" y="5959"/>
                  </a:cubicBezTo>
                  <a:cubicBezTo>
                    <a:pt x="72604" y="6250"/>
                    <a:pt x="72881" y="6550"/>
                    <a:pt x="73150" y="6857"/>
                  </a:cubicBezTo>
                  <a:cubicBezTo>
                    <a:pt x="73418" y="7165"/>
                    <a:pt x="73677" y="7481"/>
                    <a:pt x="73926" y="7805"/>
                  </a:cubicBezTo>
                  <a:cubicBezTo>
                    <a:pt x="74175" y="8129"/>
                    <a:pt x="74414" y="8460"/>
                    <a:pt x="74643" y="8798"/>
                  </a:cubicBezTo>
                  <a:cubicBezTo>
                    <a:pt x="74871" y="9136"/>
                    <a:pt x="75090" y="9482"/>
                    <a:pt x="75297" y="9833"/>
                  </a:cubicBezTo>
                  <a:cubicBezTo>
                    <a:pt x="75505" y="10185"/>
                    <a:pt x="75702" y="10543"/>
                    <a:pt x="75887" y="10907"/>
                  </a:cubicBezTo>
                  <a:cubicBezTo>
                    <a:pt x="76073" y="11270"/>
                    <a:pt x="76247" y="11640"/>
                    <a:pt x="76411" y="12014"/>
                  </a:cubicBezTo>
                  <a:cubicBezTo>
                    <a:pt x="76574" y="12388"/>
                    <a:pt x="76725" y="12768"/>
                    <a:pt x="76865" y="13151"/>
                  </a:cubicBezTo>
                  <a:cubicBezTo>
                    <a:pt x="77005" y="13535"/>
                    <a:pt x="77133" y="13923"/>
                    <a:pt x="77249" y="14314"/>
                  </a:cubicBezTo>
                  <a:cubicBezTo>
                    <a:pt x="77365" y="14706"/>
                    <a:pt x="77469" y="15101"/>
                    <a:pt x="77561" y="15499"/>
                  </a:cubicBezTo>
                  <a:cubicBezTo>
                    <a:pt x="77653" y="15897"/>
                    <a:pt x="77733" y="16297"/>
                    <a:pt x="77800" y="16700"/>
                  </a:cubicBezTo>
                  <a:lnTo>
                    <a:pt x="80100" y="307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1" name="probe-lucide-fish-part-6"/>
            <p:cNvSpPr/>
            <p:nvPr/>
          </p:nvSpPr>
          <p:spPr>
            <a:xfrm>
              <a:off x="95000" y="170200"/>
              <a:ext cx="65100" cy="39800"/>
            </a:xfrm>
            <a:custGeom>
              <a:avLst/>
              <a:gdLst/>
              <a:ahLst/>
              <a:cxnLst/>
              <a:rect l="0" t="0" r="r" b="b"/>
              <a:pathLst>
                <a:path w="65100" h="39800">
                  <a:moveTo>
                    <a:pt x="65100" y="9100"/>
                  </a:moveTo>
                  <a:lnTo>
                    <a:pt x="62800" y="23100"/>
                  </a:lnTo>
                  <a:cubicBezTo>
                    <a:pt x="62733" y="23503"/>
                    <a:pt x="62653" y="23903"/>
                    <a:pt x="62561" y="24301"/>
                  </a:cubicBezTo>
                  <a:cubicBezTo>
                    <a:pt x="62469" y="24699"/>
                    <a:pt x="62365" y="25094"/>
                    <a:pt x="62249" y="25486"/>
                  </a:cubicBezTo>
                  <a:cubicBezTo>
                    <a:pt x="62133" y="25877"/>
                    <a:pt x="62005" y="26265"/>
                    <a:pt x="61865" y="26649"/>
                  </a:cubicBezTo>
                  <a:cubicBezTo>
                    <a:pt x="61725" y="27032"/>
                    <a:pt x="61574" y="27412"/>
                    <a:pt x="61411" y="27786"/>
                  </a:cubicBezTo>
                  <a:cubicBezTo>
                    <a:pt x="61247" y="28160"/>
                    <a:pt x="61073" y="28530"/>
                    <a:pt x="60887" y="28894"/>
                  </a:cubicBezTo>
                  <a:cubicBezTo>
                    <a:pt x="60702" y="29257"/>
                    <a:pt x="60505" y="29615"/>
                    <a:pt x="60297" y="29967"/>
                  </a:cubicBezTo>
                  <a:cubicBezTo>
                    <a:pt x="60090" y="30319"/>
                    <a:pt x="59871" y="30664"/>
                    <a:pt x="59643" y="31002"/>
                  </a:cubicBezTo>
                  <a:cubicBezTo>
                    <a:pt x="59414" y="31340"/>
                    <a:pt x="59175" y="31672"/>
                    <a:pt x="58926" y="31995"/>
                  </a:cubicBezTo>
                  <a:cubicBezTo>
                    <a:pt x="58677" y="32319"/>
                    <a:pt x="58418" y="32635"/>
                    <a:pt x="58150" y="32943"/>
                  </a:cubicBezTo>
                  <a:cubicBezTo>
                    <a:pt x="57881" y="33250"/>
                    <a:pt x="57604" y="33550"/>
                    <a:pt x="57317" y="33841"/>
                  </a:cubicBezTo>
                  <a:cubicBezTo>
                    <a:pt x="57030" y="34132"/>
                    <a:pt x="56735" y="34414"/>
                    <a:pt x="56431" y="34686"/>
                  </a:cubicBezTo>
                  <a:cubicBezTo>
                    <a:pt x="56127" y="34959"/>
                    <a:pt x="55815" y="35222"/>
                    <a:pt x="55495" y="35476"/>
                  </a:cubicBezTo>
                  <a:cubicBezTo>
                    <a:pt x="55174" y="35730"/>
                    <a:pt x="54847" y="35973"/>
                    <a:pt x="54512" y="36207"/>
                  </a:cubicBezTo>
                  <a:cubicBezTo>
                    <a:pt x="54177" y="36440"/>
                    <a:pt x="53835" y="36664"/>
                    <a:pt x="53486" y="36876"/>
                  </a:cubicBezTo>
                  <a:cubicBezTo>
                    <a:pt x="53137" y="37089"/>
                    <a:pt x="52782" y="37291"/>
                    <a:pt x="52421" y="37482"/>
                  </a:cubicBezTo>
                  <a:cubicBezTo>
                    <a:pt x="52060" y="37672"/>
                    <a:pt x="51693" y="37852"/>
                    <a:pt x="51321" y="38021"/>
                  </a:cubicBezTo>
                  <a:cubicBezTo>
                    <a:pt x="50949" y="38189"/>
                    <a:pt x="50572" y="38346"/>
                    <a:pt x="50191" y="38491"/>
                  </a:cubicBezTo>
                  <a:cubicBezTo>
                    <a:pt x="49809" y="38637"/>
                    <a:pt x="49423" y="38770"/>
                    <a:pt x="49033" y="38892"/>
                  </a:cubicBezTo>
                  <a:cubicBezTo>
                    <a:pt x="48643" y="39013"/>
                    <a:pt x="48250" y="39123"/>
                    <a:pt x="47853" y="39221"/>
                  </a:cubicBezTo>
                  <a:cubicBezTo>
                    <a:pt x="47457" y="39318"/>
                    <a:pt x="47057" y="39404"/>
                    <a:pt x="46656" y="39477"/>
                  </a:cubicBezTo>
                  <a:cubicBezTo>
                    <a:pt x="46254" y="39550"/>
                    <a:pt x="45850" y="39611"/>
                    <a:pt x="45444" y="39659"/>
                  </a:cubicBezTo>
                  <a:cubicBezTo>
                    <a:pt x="45039" y="39708"/>
                    <a:pt x="44632" y="39744"/>
                    <a:pt x="44224" y="39767"/>
                  </a:cubicBezTo>
                  <a:cubicBezTo>
                    <a:pt x="43817" y="39791"/>
                    <a:pt x="43408" y="39802"/>
                    <a:pt x="43000" y="39800"/>
                  </a:cubicBezTo>
                  <a:lnTo>
                    <a:pt x="0" y="39800"/>
                  </a:lnTo>
                  <a:cubicBezTo>
                    <a:pt x="798" y="38895"/>
                    <a:pt x="1569" y="37965"/>
                    <a:pt x="2311" y="37013"/>
                  </a:cubicBezTo>
                  <a:cubicBezTo>
                    <a:pt x="3053" y="36061"/>
                    <a:pt x="3766" y="35087"/>
                    <a:pt x="4449" y="34091"/>
                  </a:cubicBezTo>
                  <a:cubicBezTo>
                    <a:pt x="5132" y="33096"/>
                    <a:pt x="5784" y="32080"/>
                    <a:pt x="6406" y="31045"/>
                  </a:cubicBezTo>
                  <a:cubicBezTo>
                    <a:pt x="7027" y="30010"/>
                    <a:pt x="7616" y="28956"/>
                    <a:pt x="8173" y="27885"/>
                  </a:cubicBezTo>
                  <a:cubicBezTo>
                    <a:pt x="8731" y="26814"/>
                    <a:pt x="9255" y="25727"/>
                    <a:pt x="9746" y="24624"/>
                  </a:cubicBezTo>
                  <a:cubicBezTo>
                    <a:pt x="10237" y="23521"/>
                    <a:pt x="10695" y="22404"/>
                    <a:pt x="11118" y="21273"/>
                  </a:cubicBezTo>
                  <a:cubicBezTo>
                    <a:pt x="11541" y="20143"/>
                    <a:pt x="11930" y="19000"/>
                    <a:pt x="12284" y="17845"/>
                  </a:cubicBezTo>
                  <a:cubicBezTo>
                    <a:pt x="12638" y="16691"/>
                    <a:pt x="12956" y="15527"/>
                    <a:pt x="13239" y="14353"/>
                  </a:cubicBezTo>
                  <a:cubicBezTo>
                    <a:pt x="13522" y="13180"/>
                    <a:pt x="13770" y="11998"/>
                    <a:pt x="13981" y="10809"/>
                  </a:cubicBezTo>
                  <a:cubicBezTo>
                    <a:pt x="14192" y="9621"/>
                    <a:pt x="14367" y="8426"/>
                    <a:pt x="14506" y="7227"/>
                  </a:cubicBezTo>
                  <a:cubicBezTo>
                    <a:pt x="14645" y="6028"/>
                    <a:pt x="14747" y="4825"/>
                    <a:pt x="14813" y="3620"/>
                  </a:cubicBezTo>
                  <a:cubicBezTo>
                    <a:pt x="14879" y="2414"/>
                    <a:pt x="14908" y="1207"/>
                    <a:pt x="149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2" name="probe-lucide-flower" descr="flower — Lucide Icons and Contributors; preserve the bundled full upstream license. Source: https://github.com/lucide-icons/lucide/blob/20aef31db93fe4d9f398dbb15b120d99c48eef95/icons/flower.svg; SVG SHA256: 52d9db5e1448d213e81954d8fbd331ca2bb8849a4be5adf9426e5683e7ee8b85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63" name="probe-lucide-flower-part-1"/>
            <p:cNvSpPr/>
            <p:nvPr/>
          </p:nvSpPr>
          <p:spPr>
            <a:xfrm>
              <a:off x="90000" y="9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" name="probe-lucide-flower-part-2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90000" y="135000"/>
                  </a:moveTo>
                  <a:cubicBezTo>
                    <a:pt x="90000" y="135943"/>
                    <a:pt x="89970" y="136885"/>
                    <a:pt x="89911" y="137826"/>
                  </a:cubicBezTo>
                  <a:cubicBezTo>
                    <a:pt x="89852" y="138766"/>
                    <a:pt x="89763" y="139705"/>
                    <a:pt x="89645" y="140640"/>
                  </a:cubicBezTo>
                  <a:cubicBezTo>
                    <a:pt x="89527" y="141575"/>
                    <a:pt x="89380" y="142506"/>
                    <a:pt x="89203" y="143432"/>
                  </a:cubicBezTo>
                  <a:cubicBezTo>
                    <a:pt x="89026" y="144358"/>
                    <a:pt x="88821" y="145278"/>
                    <a:pt x="88586" y="146191"/>
                  </a:cubicBezTo>
                  <a:cubicBezTo>
                    <a:pt x="88352" y="147104"/>
                    <a:pt x="88089" y="148009"/>
                    <a:pt x="87798" y="148906"/>
                  </a:cubicBezTo>
                  <a:cubicBezTo>
                    <a:pt x="87506" y="149802"/>
                    <a:pt x="87187" y="150689"/>
                    <a:pt x="86840" y="151566"/>
                  </a:cubicBezTo>
                  <a:cubicBezTo>
                    <a:pt x="86493" y="152442"/>
                    <a:pt x="86119" y="153307"/>
                    <a:pt x="85717" y="154160"/>
                  </a:cubicBezTo>
                  <a:cubicBezTo>
                    <a:pt x="85316" y="155013"/>
                    <a:pt x="84888" y="155853"/>
                    <a:pt x="84434" y="156679"/>
                  </a:cubicBezTo>
                  <a:cubicBezTo>
                    <a:pt x="83980" y="157505"/>
                    <a:pt x="83500" y="158316"/>
                    <a:pt x="82995" y="159112"/>
                  </a:cubicBezTo>
                  <a:cubicBezTo>
                    <a:pt x="82490" y="159908"/>
                    <a:pt x="81960" y="160688"/>
                    <a:pt x="81406" y="161450"/>
                  </a:cubicBezTo>
                  <a:cubicBezTo>
                    <a:pt x="80852" y="162213"/>
                    <a:pt x="80274" y="162958"/>
                    <a:pt x="79673" y="163684"/>
                  </a:cubicBezTo>
                  <a:cubicBezTo>
                    <a:pt x="79072" y="164410"/>
                    <a:pt x="78449" y="165118"/>
                    <a:pt x="77804" y="165805"/>
                  </a:cubicBezTo>
                  <a:cubicBezTo>
                    <a:pt x="77158" y="166492"/>
                    <a:pt x="76492" y="167158"/>
                    <a:pt x="75805" y="167804"/>
                  </a:cubicBezTo>
                  <a:cubicBezTo>
                    <a:pt x="75118" y="168449"/>
                    <a:pt x="74410" y="169072"/>
                    <a:pt x="73684" y="169673"/>
                  </a:cubicBezTo>
                  <a:cubicBezTo>
                    <a:pt x="72958" y="170274"/>
                    <a:pt x="72213" y="170852"/>
                    <a:pt x="71450" y="171406"/>
                  </a:cubicBezTo>
                  <a:cubicBezTo>
                    <a:pt x="70688" y="171960"/>
                    <a:pt x="69908" y="172490"/>
                    <a:pt x="69112" y="172995"/>
                  </a:cubicBezTo>
                  <a:cubicBezTo>
                    <a:pt x="68316" y="173500"/>
                    <a:pt x="67505" y="173980"/>
                    <a:pt x="66679" y="174434"/>
                  </a:cubicBezTo>
                  <a:cubicBezTo>
                    <a:pt x="65853" y="174888"/>
                    <a:pt x="65013" y="175316"/>
                    <a:pt x="64160" y="175717"/>
                  </a:cubicBezTo>
                  <a:cubicBezTo>
                    <a:pt x="63307" y="176119"/>
                    <a:pt x="62442" y="176493"/>
                    <a:pt x="61566" y="176840"/>
                  </a:cubicBezTo>
                  <a:cubicBezTo>
                    <a:pt x="60689" y="177187"/>
                    <a:pt x="59802" y="177506"/>
                    <a:pt x="58906" y="177798"/>
                  </a:cubicBezTo>
                  <a:cubicBezTo>
                    <a:pt x="58009" y="178089"/>
                    <a:pt x="57104" y="178352"/>
                    <a:pt x="56191" y="178586"/>
                  </a:cubicBezTo>
                  <a:cubicBezTo>
                    <a:pt x="55278" y="178821"/>
                    <a:pt x="54358" y="179026"/>
                    <a:pt x="53432" y="179203"/>
                  </a:cubicBezTo>
                  <a:cubicBezTo>
                    <a:pt x="52506" y="179380"/>
                    <a:pt x="51575" y="179527"/>
                    <a:pt x="50640" y="179645"/>
                  </a:cubicBezTo>
                  <a:cubicBezTo>
                    <a:pt x="49705" y="179763"/>
                    <a:pt x="48766" y="179852"/>
                    <a:pt x="47826" y="179911"/>
                  </a:cubicBezTo>
                  <a:cubicBezTo>
                    <a:pt x="46885" y="179970"/>
                    <a:pt x="45943" y="180000"/>
                    <a:pt x="45000" y="180000"/>
                  </a:cubicBezTo>
                  <a:cubicBezTo>
                    <a:pt x="44057" y="180000"/>
                    <a:pt x="43115" y="179970"/>
                    <a:pt x="42174" y="179911"/>
                  </a:cubicBezTo>
                  <a:cubicBezTo>
                    <a:pt x="41234" y="179852"/>
                    <a:pt x="40295" y="179763"/>
                    <a:pt x="39360" y="179645"/>
                  </a:cubicBezTo>
                  <a:cubicBezTo>
                    <a:pt x="38425" y="179527"/>
                    <a:pt x="37494" y="179380"/>
                    <a:pt x="36568" y="179203"/>
                  </a:cubicBezTo>
                  <a:cubicBezTo>
                    <a:pt x="35642" y="179026"/>
                    <a:pt x="34722" y="178821"/>
                    <a:pt x="33809" y="178586"/>
                  </a:cubicBezTo>
                  <a:cubicBezTo>
                    <a:pt x="32896" y="178352"/>
                    <a:pt x="31991" y="178089"/>
                    <a:pt x="31094" y="177798"/>
                  </a:cubicBezTo>
                  <a:cubicBezTo>
                    <a:pt x="30198" y="177506"/>
                    <a:pt x="29311" y="177187"/>
                    <a:pt x="28434" y="176840"/>
                  </a:cubicBezTo>
                  <a:cubicBezTo>
                    <a:pt x="27558" y="176493"/>
                    <a:pt x="26693" y="176119"/>
                    <a:pt x="25840" y="175717"/>
                  </a:cubicBezTo>
                  <a:cubicBezTo>
                    <a:pt x="24987" y="175316"/>
                    <a:pt x="24147" y="174888"/>
                    <a:pt x="23321" y="174434"/>
                  </a:cubicBezTo>
                  <a:cubicBezTo>
                    <a:pt x="22495" y="173980"/>
                    <a:pt x="21684" y="173500"/>
                    <a:pt x="20888" y="172995"/>
                  </a:cubicBezTo>
                  <a:cubicBezTo>
                    <a:pt x="20092" y="172490"/>
                    <a:pt x="19312" y="171960"/>
                    <a:pt x="18550" y="171406"/>
                  </a:cubicBezTo>
                  <a:cubicBezTo>
                    <a:pt x="17787" y="170852"/>
                    <a:pt x="17042" y="170274"/>
                    <a:pt x="16316" y="169673"/>
                  </a:cubicBezTo>
                  <a:cubicBezTo>
                    <a:pt x="15590" y="169072"/>
                    <a:pt x="14882" y="168449"/>
                    <a:pt x="14195" y="167804"/>
                  </a:cubicBezTo>
                  <a:cubicBezTo>
                    <a:pt x="13508" y="167158"/>
                    <a:pt x="12842" y="166492"/>
                    <a:pt x="12196" y="165805"/>
                  </a:cubicBezTo>
                  <a:cubicBezTo>
                    <a:pt x="11551" y="165118"/>
                    <a:pt x="10928" y="164410"/>
                    <a:pt x="10327" y="163684"/>
                  </a:cubicBezTo>
                  <a:cubicBezTo>
                    <a:pt x="9726" y="162958"/>
                    <a:pt x="9148" y="162213"/>
                    <a:pt x="8594" y="161450"/>
                  </a:cubicBezTo>
                  <a:cubicBezTo>
                    <a:pt x="8040" y="160688"/>
                    <a:pt x="7510" y="159908"/>
                    <a:pt x="7005" y="159112"/>
                  </a:cubicBezTo>
                  <a:cubicBezTo>
                    <a:pt x="6500" y="158316"/>
                    <a:pt x="6020" y="157505"/>
                    <a:pt x="5566" y="156679"/>
                  </a:cubicBezTo>
                  <a:cubicBezTo>
                    <a:pt x="5112" y="155853"/>
                    <a:pt x="4684" y="155013"/>
                    <a:pt x="4283" y="154160"/>
                  </a:cubicBezTo>
                  <a:cubicBezTo>
                    <a:pt x="3881" y="153307"/>
                    <a:pt x="3507" y="152442"/>
                    <a:pt x="3160" y="151566"/>
                  </a:cubicBezTo>
                  <a:cubicBezTo>
                    <a:pt x="2813" y="150689"/>
                    <a:pt x="2494" y="149802"/>
                    <a:pt x="2202" y="148906"/>
                  </a:cubicBezTo>
                  <a:cubicBezTo>
                    <a:pt x="1911" y="148009"/>
                    <a:pt x="1648" y="147104"/>
                    <a:pt x="1414" y="146191"/>
                  </a:cubicBezTo>
                  <a:cubicBezTo>
                    <a:pt x="1179" y="145278"/>
                    <a:pt x="974" y="144358"/>
                    <a:pt x="797" y="143432"/>
                  </a:cubicBezTo>
                  <a:cubicBezTo>
                    <a:pt x="620" y="142506"/>
                    <a:pt x="473" y="141575"/>
                    <a:pt x="355" y="140640"/>
                  </a:cubicBezTo>
                  <a:cubicBezTo>
                    <a:pt x="237" y="139705"/>
                    <a:pt x="148" y="138766"/>
                    <a:pt x="89" y="137826"/>
                  </a:cubicBezTo>
                  <a:cubicBezTo>
                    <a:pt x="30" y="136885"/>
                    <a:pt x="0" y="135943"/>
                    <a:pt x="0" y="135000"/>
                  </a:cubicBezTo>
                  <a:cubicBezTo>
                    <a:pt x="0" y="134057"/>
                    <a:pt x="30" y="133115"/>
                    <a:pt x="89" y="132174"/>
                  </a:cubicBezTo>
                  <a:cubicBezTo>
                    <a:pt x="148" y="131234"/>
                    <a:pt x="237" y="130295"/>
                    <a:pt x="355" y="129360"/>
                  </a:cubicBezTo>
                  <a:cubicBezTo>
                    <a:pt x="473" y="128425"/>
                    <a:pt x="620" y="127494"/>
                    <a:pt x="797" y="126568"/>
                  </a:cubicBezTo>
                  <a:cubicBezTo>
                    <a:pt x="974" y="125642"/>
                    <a:pt x="1179" y="124722"/>
                    <a:pt x="1414" y="123809"/>
                  </a:cubicBezTo>
                  <a:cubicBezTo>
                    <a:pt x="1648" y="122896"/>
                    <a:pt x="1911" y="121991"/>
                    <a:pt x="2202" y="121094"/>
                  </a:cubicBezTo>
                  <a:cubicBezTo>
                    <a:pt x="2494" y="120198"/>
                    <a:pt x="2813" y="119311"/>
                    <a:pt x="3160" y="118434"/>
                  </a:cubicBezTo>
                  <a:cubicBezTo>
                    <a:pt x="3507" y="117558"/>
                    <a:pt x="3881" y="116693"/>
                    <a:pt x="4283" y="115840"/>
                  </a:cubicBezTo>
                  <a:cubicBezTo>
                    <a:pt x="4684" y="114987"/>
                    <a:pt x="5112" y="114147"/>
                    <a:pt x="5566" y="113321"/>
                  </a:cubicBezTo>
                  <a:cubicBezTo>
                    <a:pt x="6020" y="112495"/>
                    <a:pt x="6500" y="111684"/>
                    <a:pt x="7005" y="110888"/>
                  </a:cubicBezTo>
                  <a:cubicBezTo>
                    <a:pt x="7510" y="110092"/>
                    <a:pt x="8040" y="109312"/>
                    <a:pt x="8594" y="108550"/>
                  </a:cubicBezTo>
                  <a:cubicBezTo>
                    <a:pt x="9148" y="107787"/>
                    <a:pt x="9726" y="107042"/>
                    <a:pt x="10327" y="106316"/>
                  </a:cubicBezTo>
                  <a:cubicBezTo>
                    <a:pt x="10928" y="105590"/>
                    <a:pt x="11551" y="104882"/>
                    <a:pt x="12196" y="104195"/>
                  </a:cubicBezTo>
                  <a:cubicBezTo>
                    <a:pt x="12842" y="103508"/>
                    <a:pt x="13508" y="102842"/>
                    <a:pt x="14195" y="102196"/>
                  </a:cubicBezTo>
                  <a:cubicBezTo>
                    <a:pt x="14882" y="101551"/>
                    <a:pt x="15590" y="100928"/>
                    <a:pt x="16316" y="100327"/>
                  </a:cubicBezTo>
                  <a:cubicBezTo>
                    <a:pt x="17042" y="99726"/>
                    <a:pt x="17787" y="99148"/>
                    <a:pt x="18550" y="98594"/>
                  </a:cubicBezTo>
                  <a:cubicBezTo>
                    <a:pt x="19312" y="98040"/>
                    <a:pt x="20092" y="97510"/>
                    <a:pt x="20888" y="97005"/>
                  </a:cubicBezTo>
                  <a:cubicBezTo>
                    <a:pt x="21684" y="96500"/>
                    <a:pt x="22495" y="96020"/>
                    <a:pt x="23321" y="95566"/>
                  </a:cubicBezTo>
                  <a:cubicBezTo>
                    <a:pt x="24147" y="95112"/>
                    <a:pt x="24987" y="94684"/>
                    <a:pt x="25840" y="94283"/>
                  </a:cubicBezTo>
                  <a:cubicBezTo>
                    <a:pt x="26693" y="93881"/>
                    <a:pt x="27558" y="93507"/>
                    <a:pt x="28434" y="93160"/>
                  </a:cubicBezTo>
                  <a:cubicBezTo>
                    <a:pt x="29311" y="92813"/>
                    <a:pt x="30198" y="92494"/>
                    <a:pt x="31094" y="92202"/>
                  </a:cubicBezTo>
                  <a:cubicBezTo>
                    <a:pt x="31991" y="91911"/>
                    <a:pt x="32896" y="91648"/>
                    <a:pt x="33809" y="91414"/>
                  </a:cubicBezTo>
                  <a:cubicBezTo>
                    <a:pt x="34722" y="91179"/>
                    <a:pt x="35642" y="90974"/>
                    <a:pt x="36568" y="90797"/>
                  </a:cubicBezTo>
                  <a:cubicBezTo>
                    <a:pt x="37494" y="90620"/>
                    <a:pt x="38425" y="90473"/>
                    <a:pt x="39360" y="90355"/>
                  </a:cubicBezTo>
                  <a:cubicBezTo>
                    <a:pt x="40295" y="90237"/>
                    <a:pt x="41234" y="90148"/>
                    <a:pt x="42174" y="90089"/>
                  </a:cubicBezTo>
                  <a:cubicBezTo>
                    <a:pt x="43115" y="90030"/>
                    <a:pt x="44057" y="90000"/>
                    <a:pt x="45000" y="90000"/>
                  </a:cubicBezTo>
                  <a:cubicBezTo>
                    <a:pt x="44057" y="90000"/>
                    <a:pt x="43115" y="89970"/>
                    <a:pt x="42174" y="89911"/>
                  </a:cubicBezTo>
                  <a:cubicBezTo>
                    <a:pt x="41234" y="89852"/>
                    <a:pt x="40295" y="89763"/>
                    <a:pt x="39360" y="89645"/>
                  </a:cubicBezTo>
                  <a:cubicBezTo>
                    <a:pt x="38425" y="89527"/>
                    <a:pt x="37494" y="89380"/>
                    <a:pt x="36568" y="89203"/>
                  </a:cubicBezTo>
                  <a:cubicBezTo>
                    <a:pt x="35642" y="89026"/>
                    <a:pt x="34722" y="88821"/>
                    <a:pt x="33809" y="88586"/>
                  </a:cubicBezTo>
                  <a:cubicBezTo>
                    <a:pt x="32896" y="88352"/>
                    <a:pt x="31991" y="88089"/>
                    <a:pt x="31094" y="87798"/>
                  </a:cubicBezTo>
                  <a:cubicBezTo>
                    <a:pt x="30198" y="87506"/>
                    <a:pt x="29311" y="87187"/>
                    <a:pt x="28434" y="86840"/>
                  </a:cubicBezTo>
                  <a:cubicBezTo>
                    <a:pt x="27558" y="86493"/>
                    <a:pt x="26693" y="86119"/>
                    <a:pt x="25840" y="85717"/>
                  </a:cubicBezTo>
                  <a:cubicBezTo>
                    <a:pt x="24987" y="85316"/>
                    <a:pt x="24147" y="84888"/>
                    <a:pt x="23321" y="84434"/>
                  </a:cubicBezTo>
                  <a:cubicBezTo>
                    <a:pt x="22495" y="83980"/>
                    <a:pt x="21684" y="83500"/>
                    <a:pt x="20888" y="82995"/>
                  </a:cubicBezTo>
                  <a:cubicBezTo>
                    <a:pt x="20092" y="82490"/>
                    <a:pt x="19312" y="81960"/>
                    <a:pt x="18550" y="81406"/>
                  </a:cubicBezTo>
                  <a:cubicBezTo>
                    <a:pt x="17787" y="80852"/>
                    <a:pt x="17042" y="80274"/>
                    <a:pt x="16316" y="79673"/>
                  </a:cubicBezTo>
                  <a:cubicBezTo>
                    <a:pt x="15590" y="79072"/>
                    <a:pt x="14882" y="78449"/>
                    <a:pt x="14195" y="77804"/>
                  </a:cubicBezTo>
                  <a:cubicBezTo>
                    <a:pt x="13508" y="77158"/>
                    <a:pt x="12842" y="76492"/>
                    <a:pt x="12196" y="75805"/>
                  </a:cubicBezTo>
                  <a:cubicBezTo>
                    <a:pt x="11551" y="75118"/>
                    <a:pt x="10928" y="74410"/>
                    <a:pt x="10327" y="73684"/>
                  </a:cubicBezTo>
                  <a:cubicBezTo>
                    <a:pt x="9726" y="72958"/>
                    <a:pt x="9148" y="72213"/>
                    <a:pt x="8594" y="71450"/>
                  </a:cubicBezTo>
                  <a:cubicBezTo>
                    <a:pt x="8040" y="70688"/>
                    <a:pt x="7510" y="69908"/>
                    <a:pt x="7005" y="69112"/>
                  </a:cubicBezTo>
                  <a:cubicBezTo>
                    <a:pt x="6500" y="68316"/>
                    <a:pt x="6020" y="67505"/>
                    <a:pt x="5566" y="66679"/>
                  </a:cubicBezTo>
                  <a:cubicBezTo>
                    <a:pt x="5112" y="65853"/>
                    <a:pt x="4684" y="65013"/>
                    <a:pt x="4283" y="64160"/>
                  </a:cubicBezTo>
                  <a:cubicBezTo>
                    <a:pt x="3881" y="63307"/>
                    <a:pt x="3507" y="62442"/>
                    <a:pt x="3160" y="61566"/>
                  </a:cubicBezTo>
                  <a:cubicBezTo>
                    <a:pt x="2813" y="60689"/>
                    <a:pt x="2494" y="59802"/>
                    <a:pt x="2202" y="58906"/>
                  </a:cubicBezTo>
                  <a:cubicBezTo>
                    <a:pt x="1911" y="58009"/>
                    <a:pt x="1648" y="57104"/>
                    <a:pt x="1414" y="56191"/>
                  </a:cubicBezTo>
                  <a:cubicBezTo>
                    <a:pt x="1179" y="55278"/>
                    <a:pt x="974" y="54358"/>
                    <a:pt x="797" y="53432"/>
                  </a:cubicBezTo>
                  <a:cubicBezTo>
                    <a:pt x="620" y="52506"/>
                    <a:pt x="473" y="51575"/>
                    <a:pt x="355" y="50640"/>
                  </a:cubicBezTo>
                  <a:cubicBezTo>
                    <a:pt x="237" y="49705"/>
                    <a:pt x="148" y="48766"/>
                    <a:pt x="89" y="47826"/>
                  </a:cubicBezTo>
                  <a:cubicBezTo>
                    <a:pt x="30" y="46885"/>
                    <a:pt x="0" y="45943"/>
                    <a:pt x="0" y="45000"/>
                  </a:cubicBezTo>
                  <a:cubicBezTo>
                    <a:pt x="0" y="44057"/>
                    <a:pt x="30" y="43115"/>
                    <a:pt x="89" y="42174"/>
                  </a:cubicBezTo>
                  <a:cubicBezTo>
                    <a:pt x="148" y="41234"/>
                    <a:pt x="237" y="40295"/>
                    <a:pt x="355" y="39360"/>
                  </a:cubicBezTo>
                  <a:cubicBezTo>
                    <a:pt x="473" y="38425"/>
                    <a:pt x="620" y="37494"/>
                    <a:pt x="797" y="36568"/>
                  </a:cubicBezTo>
                  <a:cubicBezTo>
                    <a:pt x="974" y="35642"/>
                    <a:pt x="1179" y="34722"/>
                    <a:pt x="1414" y="33809"/>
                  </a:cubicBezTo>
                  <a:cubicBezTo>
                    <a:pt x="1648" y="32896"/>
                    <a:pt x="1911" y="31991"/>
                    <a:pt x="2202" y="31094"/>
                  </a:cubicBezTo>
                  <a:cubicBezTo>
                    <a:pt x="2494" y="30198"/>
                    <a:pt x="2813" y="29311"/>
                    <a:pt x="3160" y="28434"/>
                  </a:cubicBezTo>
                  <a:cubicBezTo>
                    <a:pt x="3507" y="27558"/>
                    <a:pt x="3881" y="26693"/>
                    <a:pt x="4283" y="25840"/>
                  </a:cubicBezTo>
                  <a:cubicBezTo>
                    <a:pt x="4684" y="24987"/>
                    <a:pt x="5112" y="24147"/>
                    <a:pt x="5566" y="23321"/>
                  </a:cubicBezTo>
                  <a:cubicBezTo>
                    <a:pt x="6020" y="22495"/>
                    <a:pt x="6500" y="21684"/>
                    <a:pt x="7005" y="20888"/>
                  </a:cubicBezTo>
                  <a:cubicBezTo>
                    <a:pt x="7510" y="20092"/>
                    <a:pt x="8040" y="19312"/>
                    <a:pt x="8594" y="18550"/>
                  </a:cubicBezTo>
                  <a:cubicBezTo>
                    <a:pt x="9148" y="17787"/>
                    <a:pt x="9726" y="17042"/>
                    <a:pt x="10327" y="16316"/>
                  </a:cubicBezTo>
                  <a:cubicBezTo>
                    <a:pt x="10928" y="15590"/>
                    <a:pt x="11551" y="14882"/>
                    <a:pt x="12196" y="14195"/>
                  </a:cubicBezTo>
                  <a:cubicBezTo>
                    <a:pt x="12842" y="13508"/>
                    <a:pt x="13508" y="12842"/>
                    <a:pt x="14195" y="12196"/>
                  </a:cubicBezTo>
                  <a:cubicBezTo>
                    <a:pt x="14882" y="11551"/>
                    <a:pt x="15590" y="10928"/>
                    <a:pt x="16316" y="10327"/>
                  </a:cubicBezTo>
                  <a:cubicBezTo>
                    <a:pt x="17042" y="9726"/>
                    <a:pt x="17787" y="9148"/>
                    <a:pt x="18550" y="8594"/>
                  </a:cubicBezTo>
                  <a:cubicBezTo>
                    <a:pt x="19312" y="8040"/>
                    <a:pt x="20092" y="7510"/>
                    <a:pt x="20888" y="7005"/>
                  </a:cubicBezTo>
                  <a:cubicBezTo>
                    <a:pt x="21684" y="6500"/>
                    <a:pt x="22495" y="6020"/>
                    <a:pt x="23321" y="5566"/>
                  </a:cubicBezTo>
                  <a:cubicBezTo>
                    <a:pt x="24147" y="5112"/>
                    <a:pt x="24987" y="4684"/>
                    <a:pt x="25840" y="4283"/>
                  </a:cubicBezTo>
                  <a:cubicBezTo>
                    <a:pt x="26693" y="3881"/>
                    <a:pt x="27558" y="3507"/>
                    <a:pt x="28434" y="3160"/>
                  </a:cubicBezTo>
                  <a:cubicBezTo>
                    <a:pt x="29311" y="2813"/>
                    <a:pt x="30198" y="2494"/>
                    <a:pt x="31094" y="2202"/>
                  </a:cubicBezTo>
                  <a:cubicBezTo>
                    <a:pt x="31991" y="1911"/>
                    <a:pt x="32896" y="1648"/>
                    <a:pt x="33809" y="1414"/>
                  </a:cubicBezTo>
                  <a:cubicBezTo>
                    <a:pt x="34722" y="1179"/>
                    <a:pt x="35642" y="974"/>
                    <a:pt x="36568" y="797"/>
                  </a:cubicBezTo>
                  <a:cubicBezTo>
                    <a:pt x="37494" y="620"/>
                    <a:pt x="38425" y="473"/>
                    <a:pt x="39360" y="355"/>
                  </a:cubicBezTo>
                  <a:cubicBezTo>
                    <a:pt x="40295" y="237"/>
                    <a:pt x="41234" y="148"/>
                    <a:pt x="42174" y="89"/>
                  </a:cubicBezTo>
                  <a:cubicBezTo>
                    <a:pt x="43115" y="30"/>
                    <a:pt x="44057" y="0"/>
                    <a:pt x="45000" y="0"/>
                  </a:cubicBezTo>
                  <a:cubicBezTo>
                    <a:pt x="45943" y="0"/>
                    <a:pt x="46885" y="30"/>
                    <a:pt x="47826" y="89"/>
                  </a:cubicBezTo>
                  <a:cubicBezTo>
                    <a:pt x="48766" y="148"/>
                    <a:pt x="49705" y="237"/>
                    <a:pt x="50640" y="355"/>
                  </a:cubicBezTo>
                  <a:cubicBezTo>
                    <a:pt x="51575" y="473"/>
                    <a:pt x="52506" y="620"/>
                    <a:pt x="53432" y="797"/>
                  </a:cubicBezTo>
                  <a:cubicBezTo>
                    <a:pt x="54358" y="974"/>
                    <a:pt x="55278" y="1179"/>
                    <a:pt x="56191" y="1414"/>
                  </a:cubicBezTo>
                  <a:cubicBezTo>
                    <a:pt x="57104" y="1648"/>
                    <a:pt x="58009" y="1911"/>
                    <a:pt x="58906" y="2202"/>
                  </a:cubicBezTo>
                  <a:cubicBezTo>
                    <a:pt x="59802" y="2494"/>
                    <a:pt x="60689" y="2813"/>
                    <a:pt x="61566" y="3160"/>
                  </a:cubicBezTo>
                  <a:cubicBezTo>
                    <a:pt x="62442" y="3507"/>
                    <a:pt x="63307" y="3881"/>
                    <a:pt x="64160" y="4283"/>
                  </a:cubicBezTo>
                  <a:cubicBezTo>
                    <a:pt x="65013" y="4684"/>
                    <a:pt x="65853" y="5112"/>
                    <a:pt x="66679" y="5566"/>
                  </a:cubicBezTo>
                  <a:cubicBezTo>
                    <a:pt x="67505" y="6020"/>
                    <a:pt x="68316" y="6500"/>
                    <a:pt x="69112" y="7005"/>
                  </a:cubicBezTo>
                  <a:cubicBezTo>
                    <a:pt x="69908" y="7510"/>
                    <a:pt x="70688" y="8040"/>
                    <a:pt x="71450" y="8594"/>
                  </a:cubicBezTo>
                  <a:cubicBezTo>
                    <a:pt x="72213" y="9148"/>
                    <a:pt x="72958" y="9726"/>
                    <a:pt x="73684" y="10327"/>
                  </a:cubicBezTo>
                  <a:cubicBezTo>
                    <a:pt x="74410" y="10928"/>
                    <a:pt x="75118" y="11551"/>
                    <a:pt x="75805" y="12196"/>
                  </a:cubicBezTo>
                  <a:cubicBezTo>
                    <a:pt x="76492" y="12842"/>
                    <a:pt x="77158" y="13508"/>
                    <a:pt x="77804" y="14195"/>
                  </a:cubicBezTo>
                  <a:cubicBezTo>
                    <a:pt x="78449" y="14882"/>
                    <a:pt x="79072" y="15590"/>
                    <a:pt x="79673" y="16316"/>
                  </a:cubicBezTo>
                  <a:cubicBezTo>
                    <a:pt x="80274" y="17042"/>
                    <a:pt x="80852" y="17787"/>
                    <a:pt x="81406" y="18550"/>
                  </a:cubicBezTo>
                  <a:cubicBezTo>
                    <a:pt x="81960" y="19312"/>
                    <a:pt x="82490" y="20092"/>
                    <a:pt x="82995" y="20888"/>
                  </a:cubicBezTo>
                  <a:cubicBezTo>
                    <a:pt x="83500" y="21684"/>
                    <a:pt x="83980" y="22495"/>
                    <a:pt x="84434" y="23321"/>
                  </a:cubicBezTo>
                  <a:cubicBezTo>
                    <a:pt x="84888" y="24147"/>
                    <a:pt x="85316" y="24987"/>
                    <a:pt x="85717" y="25840"/>
                  </a:cubicBezTo>
                  <a:cubicBezTo>
                    <a:pt x="86119" y="26693"/>
                    <a:pt x="86493" y="27558"/>
                    <a:pt x="86840" y="28434"/>
                  </a:cubicBezTo>
                  <a:cubicBezTo>
                    <a:pt x="87187" y="29311"/>
                    <a:pt x="87506" y="30198"/>
                    <a:pt x="87798" y="31094"/>
                  </a:cubicBezTo>
                  <a:cubicBezTo>
                    <a:pt x="88089" y="31991"/>
                    <a:pt x="88352" y="32896"/>
                    <a:pt x="88586" y="33809"/>
                  </a:cubicBezTo>
                  <a:cubicBezTo>
                    <a:pt x="88821" y="34722"/>
                    <a:pt x="89026" y="35642"/>
                    <a:pt x="89203" y="36568"/>
                  </a:cubicBezTo>
                  <a:cubicBezTo>
                    <a:pt x="89380" y="37494"/>
                    <a:pt x="89527" y="38425"/>
                    <a:pt x="89645" y="39360"/>
                  </a:cubicBezTo>
                  <a:cubicBezTo>
                    <a:pt x="89763" y="40295"/>
                    <a:pt x="89852" y="41234"/>
                    <a:pt x="89911" y="42174"/>
                  </a:cubicBezTo>
                  <a:cubicBezTo>
                    <a:pt x="89970" y="43115"/>
                    <a:pt x="90000" y="44057"/>
                    <a:pt x="90000" y="45000"/>
                  </a:cubicBezTo>
                  <a:cubicBezTo>
                    <a:pt x="90000" y="44057"/>
                    <a:pt x="90030" y="43115"/>
                    <a:pt x="90089" y="42174"/>
                  </a:cubicBezTo>
                  <a:cubicBezTo>
                    <a:pt x="90148" y="41234"/>
                    <a:pt x="90237" y="40295"/>
                    <a:pt x="90355" y="39360"/>
                  </a:cubicBezTo>
                  <a:cubicBezTo>
                    <a:pt x="90473" y="38425"/>
                    <a:pt x="90620" y="37494"/>
                    <a:pt x="90797" y="36568"/>
                  </a:cubicBezTo>
                  <a:cubicBezTo>
                    <a:pt x="90974" y="35642"/>
                    <a:pt x="91179" y="34722"/>
                    <a:pt x="91414" y="33809"/>
                  </a:cubicBezTo>
                  <a:cubicBezTo>
                    <a:pt x="91648" y="32896"/>
                    <a:pt x="91911" y="31991"/>
                    <a:pt x="92202" y="31094"/>
                  </a:cubicBezTo>
                  <a:cubicBezTo>
                    <a:pt x="92494" y="30198"/>
                    <a:pt x="92813" y="29311"/>
                    <a:pt x="93160" y="28434"/>
                  </a:cubicBezTo>
                  <a:cubicBezTo>
                    <a:pt x="93507" y="27558"/>
                    <a:pt x="93881" y="26693"/>
                    <a:pt x="94283" y="25840"/>
                  </a:cubicBezTo>
                  <a:cubicBezTo>
                    <a:pt x="94684" y="24987"/>
                    <a:pt x="95112" y="24147"/>
                    <a:pt x="95566" y="23321"/>
                  </a:cubicBezTo>
                  <a:cubicBezTo>
                    <a:pt x="96020" y="22495"/>
                    <a:pt x="96500" y="21684"/>
                    <a:pt x="97005" y="20888"/>
                  </a:cubicBezTo>
                  <a:cubicBezTo>
                    <a:pt x="97510" y="20092"/>
                    <a:pt x="98040" y="19312"/>
                    <a:pt x="98594" y="18550"/>
                  </a:cubicBezTo>
                  <a:cubicBezTo>
                    <a:pt x="99148" y="17787"/>
                    <a:pt x="99726" y="17042"/>
                    <a:pt x="100327" y="16316"/>
                  </a:cubicBezTo>
                  <a:cubicBezTo>
                    <a:pt x="100928" y="15590"/>
                    <a:pt x="101551" y="14882"/>
                    <a:pt x="102196" y="14195"/>
                  </a:cubicBezTo>
                  <a:cubicBezTo>
                    <a:pt x="102842" y="13508"/>
                    <a:pt x="103508" y="12842"/>
                    <a:pt x="104195" y="12196"/>
                  </a:cubicBezTo>
                  <a:cubicBezTo>
                    <a:pt x="104882" y="11551"/>
                    <a:pt x="105590" y="10928"/>
                    <a:pt x="106316" y="10327"/>
                  </a:cubicBezTo>
                  <a:cubicBezTo>
                    <a:pt x="107042" y="9726"/>
                    <a:pt x="107787" y="9148"/>
                    <a:pt x="108550" y="8594"/>
                  </a:cubicBezTo>
                  <a:cubicBezTo>
                    <a:pt x="109312" y="8040"/>
                    <a:pt x="110092" y="7510"/>
                    <a:pt x="110888" y="7005"/>
                  </a:cubicBezTo>
                  <a:cubicBezTo>
                    <a:pt x="111684" y="6500"/>
                    <a:pt x="112495" y="6020"/>
                    <a:pt x="113321" y="5566"/>
                  </a:cubicBezTo>
                  <a:cubicBezTo>
                    <a:pt x="114147" y="5112"/>
                    <a:pt x="114987" y="4684"/>
                    <a:pt x="115840" y="4283"/>
                  </a:cubicBezTo>
                  <a:cubicBezTo>
                    <a:pt x="116693" y="3881"/>
                    <a:pt x="117558" y="3507"/>
                    <a:pt x="118434" y="3160"/>
                  </a:cubicBezTo>
                  <a:cubicBezTo>
                    <a:pt x="119311" y="2813"/>
                    <a:pt x="120198" y="2494"/>
                    <a:pt x="121094" y="2202"/>
                  </a:cubicBezTo>
                  <a:cubicBezTo>
                    <a:pt x="121991" y="1911"/>
                    <a:pt x="122896" y="1648"/>
                    <a:pt x="123809" y="1414"/>
                  </a:cubicBezTo>
                  <a:cubicBezTo>
                    <a:pt x="124722" y="1179"/>
                    <a:pt x="125642" y="974"/>
                    <a:pt x="126568" y="797"/>
                  </a:cubicBezTo>
                  <a:cubicBezTo>
                    <a:pt x="127494" y="620"/>
                    <a:pt x="128425" y="473"/>
                    <a:pt x="129360" y="355"/>
                  </a:cubicBezTo>
                  <a:cubicBezTo>
                    <a:pt x="130295" y="237"/>
                    <a:pt x="131234" y="148"/>
                    <a:pt x="132174" y="89"/>
                  </a:cubicBezTo>
                  <a:cubicBezTo>
                    <a:pt x="133115" y="30"/>
                    <a:pt x="134057" y="0"/>
                    <a:pt x="135000" y="0"/>
                  </a:cubicBezTo>
                  <a:cubicBezTo>
                    <a:pt x="135943" y="0"/>
                    <a:pt x="136885" y="30"/>
                    <a:pt x="137826" y="89"/>
                  </a:cubicBezTo>
                  <a:cubicBezTo>
                    <a:pt x="138766" y="148"/>
                    <a:pt x="139705" y="237"/>
                    <a:pt x="140640" y="355"/>
                  </a:cubicBezTo>
                  <a:cubicBezTo>
                    <a:pt x="141575" y="473"/>
                    <a:pt x="142506" y="620"/>
                    <a:pt x="143432" y="797"/>
                  </a:cubicBezTo>
                  <a:cubicBezTo>
                    <a:pt x="144358" y="974"/>
                    <a:pt x="145278" y="1179"/>
                    <a:pt x="146191" y="1414"/>
                  </a:cubicBezTo>
                  <a:cubicBezTo>
                    <a:pt x="147104" y="1648"/>
                    <a:pt x="148009" y="1911"/>
                    <a:pt x="148906" y="2202"/>
                  </a:cubicBezTo>
                  <a:cubicBezTo>
                    <a:pt x="149802" y="2494"/>
                    <a:pt x="150689" y="2813"/>
                    <a:pt x="151566" y="3160"/>
                  </a:cubicBezTo>
                  <a:cubicBezTo>
                    <a:pt x="152442" y="3507"/>
                    <a:pt x="153307" y="3881"/>
                    <a:pt x="154160" y="4283"/>
                  </a:cubicBezTo>
                  <a:cubicBezTo>
                    <a:pt x="155013" y="4684"/>
                    <a:pt x="155853" y="5112"/>
                    <a:pt x="156679" y="5566"/>
                  </a:cubicBezTo>
                  <a:cubicBezTo>
                    <a:pt x="157505" y="6020"/>
                    <a:pt x="158316" y="6500"/>
                    <a:pt x="159112" y="7005"/>
                  </a:cubicBezTo>
                  <a:cubicBezTo>
                    <a:pt x="159908" y="7510"/>
                    <a:pt x="160688" y="8040"/>
                    <a:pt x="161450" y="8594"/>
                  </a:cubicBezTo>
                  <a:cubicBezTo>
                    <a:pt x="162213" y="9148"/>
                    <a:pt x="162958" y="9726"/>
                    <a:pt x="163684" y="10327"/>
                  </a:cubicBezTo>
                  <a:cubicBezTo>
                    <a:pt x="164410" y="10928"/>
                    <a:pt x="165118" y="11551"/>
                    <a:pt x="165805" y="12196"/>
                  </a:cubicBezTo>
                  <a:cubicBezTo>
                    <a:pt x="166492" y="12842"/>
                    <a:pt x="167158" y="13508"/>
                    <a:pt x="167804" y="14195"/>
                  </a:cubicBezTo>
                  <a:cubicBezTo>
                    <a:pt x="168449" y="14882"/>
                    <a:pt x="169072" y="15590"/>
                    <a:pt x="169673" y="16316"/>
                  </a:cubicBezTo>
                  <a:cubicBezTo>
                    <a:pt x="170274" y="17042"/>
                    <a:pt x="170852" y="17787"/>
                    <a:pt x="171406" y="18550"/>
                  </a:cubicBezTo>
                  <a:cubicBezTo>
                    <a:pt x="171960" y="19312"/>
                    <a:pt x="172490" y="20092"/>
                    <a:pt x="172995" y="20888"/>
                  </a:cubicBezTo>
                  <a:cubicBezTo>
                    <a:pt x="173500" y="21684"/>
                    <a:pt x="173980" y="22495"/>
                    <a:pt x="174434" y="23321"/>
                  </a:cubicBezTo>
                  <a:cubicBezTo>
                    <a:pt x="174888" y="24147"/>
                    <a:pt x="175316" y="24987"/>
                    <a:pt x="175717" y="25840"/>
                  </a:cubicBezTo>
                  <a:cubicBezTo>
                    <a:pt x="176119" y="26693"/>
                    <a:pt x="176493" y="27558"/>
                    <a:pt x="176840" y="28434"/>
                  </a:cubicBezTo>
                  <a:cubicBezTo>
                    <a:pt x="177187" y="29311"/>
                    <a:pt x="177506" y="30198"/>
                    <a:pt x="177798" y="31094"/>
                  </a:cubicBezTo>
                  <a:cubicBezTo>
                    <a:pt x="178089" y="31991"/>
                    <a:pt x="178352" y="32896"/>
                    <a:pt x="178586" y="33809"/>
                  </a:cubicBezTo>
                  <a:cubicBezTo>
                    <a:pt x="178821" y="34722"/>
                    <a:pt x="179026" y="35642"/>
                    <a:pt x="179203" y="36568"/>
                  </a:cubicBezTo>
                  <a:cubicBezTo>
                    <a:pt x="179380" y="37494"/>
                    <a:pt x="179527" y="38425"/>
                    <a:pt x="179645" y="39360"/>
                  </a:cubicBezTo>
                  <a:cubicBezTo>
                    <a:pt x="179763" y="40295"/>
                    <a:pt x="179852" y="41234"/>
                    <a:pt x="179911" y="42174"/>
                  </a:cubicBezTo>
                  <a:cubicBezTo>
                    <a:pt x="179970" y="43115"/>
                    <a:pt x="180000" y="44057"/>
                    <a:pt x="180000" y="45000"/>
                  </a:cubicBezTo>
                  <a:cubicBezTo>
                    <a:pt x="180000" y="45943"/>
                    <a:pt x="179970" y="46885"/>
                    <a:pt x="179911" y="47826"/>
                  </a:cubicBezTo>
                  <a:cubicBezTo>
                    <a:pt x="179852" y="48766"/>
                    <a:pt x="179763" y="49705"/>
                    <a:pt x="179645" y="50640"/>
                  </a:cubicBezTo>
                  <a:cubicBezTo>
                    <a:pt x="179527" y="51575"/>
                    <a:pt x="179380" y="52506"/>
                    <a:pt x="179203" y="53432"/>
                  </a:cubicBezTo>
                  <a:cubicBezTo>
                    <a:pt x="179026" y="54358"/>
                    <a:pt x="178821" y="55278"/>
                    <a:pt x="178586" y="56191"/>
                  </a:cubicBezTo>
                  <a:cubicBezTo>
                    <a:pt x="178352" y="57104"/>
                    <a:pt x="178089" y="58009"/>
                    <a:pt x="177798" y="58906"/>
                  </a:cubicBezTo>
                  <a:cubicBezTo>
                    <a:pt x="177506" y="59802"/>
                    <a:pt x="177187" y="60689"/>
                    <a:pt x="176840" y="61566"/>
                  </a:cubicBezTo>
                  <a:cubicBezTo>
                    <a:pt x="176493" y="62442"/>
                    <a:pt x="176119" y="63307"/>
                    <a:pt x="175717" y="64160"/>
                  </a:cubicBezTo>
                  <a:cubicBezTo>
                    <a:pt x="175316" y="65013"/>
                    <a:pt x="174888" y="65853"/>
                    <a:pt x="174434" y="66679"/>
                  </a:cubicBezTo>
                  <a:cubicBezTo>
                    <a:pt x="173980" y="67505"/>
                    <a:pt x="173500" y="68316"/>
                    <a:pt x="172995" y="69112"/>
                  </a:cubicBezTo>
                  <a:cubicBezTo>
                    <a:pt x="172490" y="69908"/>
                    <a:pt x="171960" y="70688"/>
                    <a:pt x="171406" y="71450"/>
                  </a:cubicBezTo>
                  <a:cubicBezTo>
                    <a:pt x="170852" y="72213"/>
                    <a:pt x="170274" y="72958"/>
                    <a:pt x="169673" y="73684"/>
                  </a:cubicBezTo>
                  <a:cubicBezTo>
                    <a:pt x="169072" y="74410"/>
                    <a:pt x="168449" y="75118"/>
                    <a:pt x="167804" y="75805"/>
                  </a:cubicBezTo>
                  <a:cubicBezTo>
                    <a:pt x="167158" y="76492"/>
                    <a:pt x="166492" y="77158"/>
                    <a:pt x="165805" y="77804"/>
                  </a:cubicBezTo>
                  <a:cubicBezTo>
                    <a:pt x="165118" y="78449"/>
                    <a:pt x="164410" y="79072"/>
                    <a:pt x="163684" y="79673"/>
                  </a:cubicBezTo>
                  <a:cubicBezTo>
                    <a:pt x="162958" y="80274"/>
                    <a:pt x="162213" y="80852"/>
                    <a:pt x="161450" y="81406"/>
                  </a:cubicBezTo>
                  <a:cubicBezTo>
                    <a:pt x="160688" y="81960"/>
                    <a:pt x="159908" y="82490"/>
                    <a:pt x="159112" y="82995"/>
                  </a:cubicBezTo>
                  <a:cubicBezTo>
                    <a:pt x="158316" y="83500"/>
                    <a:pt x="157505" y="83980"/>
                    <a:pt x="156679" y="84434"/>
                  </a:cubicBezTo>
                  <a:cubicBezTo>
                    <a:pt x="155853" y="84888"/>
                    <a:pt x="155013" y="85316"/>
                    <a:pt x="154160" y="85717"/>
                  </a:cubicBezTo>
                  <a:cubicBezTo>
                    <a:pt x="153307" y="86119"/>
                    <a:pt x="152442" y="86493"/>
                    <a:pt x="151566" y="86840"/>
                  </a:cubicBezTo>
                  <a:cubicBezTo>
                    <a:pt x="150689" y="87187"/>
                    <a:pt x="149802" y="87506"/>
                    <a:pt x="148906" y="87798"/>
                  </a:cubicBezTo>
                  <a:cubicBezTo>
                    <a:pt x="148009" y="88089"/>
                    <a:pt x="147104" y="88352"/>
                    <a:pt x="146191" y="88586"/>
                  </a:cubicBezTo>
                  <a:cubicBezTo>
                    <a:pt x="145278" y="88821"/>
                    <a:pt x="144358" y="89026"/>
                    <a:pt x="143432" y="89203"/>
                  </a:cubicBezTo>
                  <a:cubicBezTo>
                    <a:pt x="142506" y="89380"/>
                    <a:pt x="141575" y="89527"/>
                    <a:pt x="140640" y="89645"/>
                  </a:cubicBezTo>
                  <a:cubicBezTo>
                    <a:pt x="139705" y="89763"/>
                    <a:pt x="138766" y="89852"/>
                    <a:pt x="137826" y="89911"/>
                  </a:cubicBezTo>
                  <a:cubicBezTo>
                    <a:pt x="136885" y="89970"/>
                    <a:pt x="135943" y="90000"/>
                    <a:pt x="135000" y="90000"/>
                  </a:cubicBezTo>
                  <a:cubicBezTo>
                    <a:pt x="135943" y="90000"/>
                    <a:pt x="136885" y="90030"/>
                    <a:pt x="137826" y="90089"/>
                  </a:cubicBezTo>
                  <a:cubicBezTo>
                    <a:pt x="138766" y="90148"/>
                    <a:pt x="139705" y="90237"/>
                    <a:pt x="140640" y="90355"/>
                  </a:cubicBezTo>
                  <a:cubicBezTo>
                    <a:pt x="141575" y="90473"/>
                    <a:pt x="142506" y="90620"/>
                    <a:pt x="143432" y="90797"/>
                  </a:cubicBezTo>
                  <a:cubicBezTo>
                    <a:pt x="144358" y="90974"/>
                    <a:pt x="145278" y="91179"/>
                    <a:pt x="146191" y="91414"/>
                  </a:cubicBezTo>
                  <a:cubicBezTo>
                    <a:pt x="147104" y="91648"/>
                    <a:pt x="148009" y="91911"/>
                    <a:pt x="148906" y="92202"/>
                  </a:cubicBezTo>
                  <a:cubicBezTo>
                    <a:pt x="149802" y="92494"/>
                    <a:pt x="150689" y="92813"/>
                    <a:pt x="151566" y="93160"/>
                  </a:cubicBezTo>
                  <a:cubicBezTo>
                    <a:pt x="152442" y="93507"/>
                    <a:pt x="153307" y="93881"/>
                    <a:pt x="154160" y="94283"/>
                  </a:cubicBezTo>
                  <a:cubicBezTo>
                    <a:pt x="155013" y="94684"/>
                    <a:pt x="155853" y="95112"/>
                    <a:pt x="156679" y="95566"/>
                  </a:cubicBezTo>
                  <a:cubicBezTo>
                    <a:pt x="157505" y="96020"/>
                    <a:pt x="158316" y="96500"/>
                    <a:pt x="159112" y="97005"/>
                  </a:cubicBezTo>
                  <a:cubicBezTo>
                    <a:pt x="159908" y="97510"/>
                    <a:pt x="160688" y="98040"/>
                    <a:pt x="161450" y="98594"/>
                  </a:cubicBezTo>
                  <a:cubicBezTo>
                    <a:pt x="162213" y="99148"/>
                    <a:pt x="162958" y="99726"/>
                    <a:pt x="163684" y="100327"/>
                  </a:cubicBezTo>
                  <a:cubicBezTo>
                    <a:pt x="164410" y="100928"/>
                    <a:pt x="165118" y="101551"/>
                    <a:pt x="165805" y="102196"/>
                  </a:cubicBezTo>
                  <a:cubicBezTo>
                    <a:pt x="166492" y="102842"/>
                    <a:pt x="167158" y="103508"/>
                    <a:pt x="167804" y="104195"/>
                  </a:cubicBezTo>
                  <a:cubicBezTo>
                    <a:pt x="168449" y="104882"/>
                    <a:pt x="169072" y="105590"/>
                    <a:pt x="169673" y="106316"/>
                  </a:cubicBezTo>
                  <a:cubicBezTo>
                    <a:pt x="170274" y="107042"/>
                    <a:pt x="170852" y="107787"/>
                    <a:pt x="171406" y="108550"/>
                  </a:cubicBezTo>
                  <a:cubicBezTo>
                    <a:pt x="171960" y="109312"/>
                    <a:pt x="172490" y="110092"/>
                    <a:pt x="172995" y="110888"/>
                  </a:cubicBezTo>
                  <a:cubicBezTo>
                    <a:pt x="173500" y="111684"/>
                    <a:pt x="173980" y="112495"/>
                    <a:pt x="174434" y="113321"/>
                  </a:cubicBezTo>
                  <a:cubicBezTo>
                    <a:pt x="174888" y="114147"/>
                    <a:pt x="175316" y="114987"/>
                    <a:pt x="175717" y="115840"/>
                  </a:cubicBezTo>
                  <a:cubicBezTo>
                    <a:pt x="176119" y="116693"/>
                    <a:pt x="176493" y="117558"/>
                    <a:pt x="176840" y="118434"/>
                  </a:cubicBezTo>
                  <a:cubicBezTo>
                    <a:pt x="177187" y="119311"/>
                    <a:pt x="177506" y="120198"/>
                    <a:pt x="177798" y="121094"/>
                  </a:cubicBezTo>
                  <a:cubicBezTo>
                    <a:pt x="178089" y="121991"/>
                    <a:pt x="178352" y="122896"/>
                    <a:pt x="178586" y="123809"/>
                  </a:cubicBezTo>
                  <a:cubicBezTo>
                    <a:pt x="178821" y="124722"/>
                    <a:pt x="179026" y="125642"/>
                    <a:pt x="179203" y="126568"/>
                  </a:cubicBezTo>
                  <a:cubicBezTo>
                    <a:pt x="179380" y="127494"/>
                    <a:pt x="179527" y="128425"/>
                    <a:pt x="179645" y="129360"/>
                  </a:cubicBezTo>
                  <a:cubicBezTo>
                    <a:pt x="179763" y="130295"/>
                    <a:pt x="179852" y="131234"/>
                    <a:pt x="179911" y="132174"/>
                  </a:cubicBezTo>
                  <a:cubicBezTo>
                    <a:pt x="179970" y="133115"/>
                    <a:pt x="180000" y="134057"/>
                    <a:pt x="180000" y="135000"/>
                  </a:cubicBezTo>
                  <a:cubicBezTo>
                    <a:pt x="180000" y="135943"/>
                    <a:pt x="179970" y="136885"/>
                    <a:pt x="179911" y="137826"/>
                  </a:cubicBezTo>
                  <a:cubicBezTo>
                    <a:pt x="179852" y="138766"/>
                    <a:pt x="179763" y="139705"/>
                    <a:pt x="179645" y="140640"/>
                  </a:cubicBezTo>
                  <a:cubicBezTo>
                    <a:pt x="179527" y="141575"/>
                    <a:pt x="179380" y="142506"/>
                    <a:pt x="179203" y="143432"/>
                  </a:cubicBezTo>
                  <a:cubicBezTo>
                    <a:pt x="179026" y="144358"/>
                    <a:pt x="178821" y="145278"/>
                    <a:pt x="178586" y="146191"/>
                  </a:cubicBezTo>
                  <a:cubicBezTo>
                    <a:pt x="178352" y="147104"/>
                    <a:pt x="178089" y="148009"/>
                    <a:pt x="177798" y="148906"/>
                  </a:cubicBezTo>
                  <a:cubicBezTo>
                    <a:pt x="177506" y="149802"/>
                    <a:pt x="177187" y="150689"/>
                    <a:pt x="176840" y="151566"/>
                  </a:cubicBezTo>
                  <a:cubicBezTo>
                    <a:pt x="176493" y="152442"/>
                    <a:pt x="176119" y="153307"/>
                    <a:pt x="175717" y="154160"/>
                  </a:cubicBezTo>
                  <a:cubicBezTo>
                    <a:pt x="175316" y="155013"/>
                    <a:pt x="174888" y="155853"/>
                    <a:pt x="174434" y="156679"/>
                  </a:cubicBezTo>
                  <a:cubicBezTo>
                    <a:pt x="173980" y="157505"/>
                    <a:pt x="173500" y="158316"/>
                    <a:pt x="172995" y="159112"/>
                  </a:cubicBezTo>
                  <a:cubicBezTo>
                    <a:pt x="172490" y="159908"/>
                    <a:pt x="171960" y="160688"/>
                    <a:pt x="171406" y="161450"/>
                  </a:cubicBezTo>
                  <a:cubicBezTo>
                    <a:pt x="170852" y="162213"/>
                    <a:pt x="170274" y="162958"/>
                    <a:pt x="169673" y="163684"/>
                  </a:cubicBezTo>
                  <a:cubicBezTo>
                    <a:pt x="169072" y="164410"/>
                    <a:pt x="168449" y="165118"/>
                    <a:pt x="167804" y="165805"/>
                  </a:cubicBezTo>
                  <a:cubicBezTo>
                    <a:pt x="167158" y="166492"/>
                    <a:pt x="166492" y="167158"/>
                    <a:pt x="165805" y="167804"/>
                  </a:cubicBezTo>
                  <a:cubicBezTo>
                    <a:pt x="165118" y="168449"/>
                    <a:pt x="164410" y="169072"/>
                    <a:pt x="163684" y="169673"/>
                  </a:cubicBezTo>
                  <a:cubicBezTo>
                    <a:pt x="162958" y="170274"/>
                    <a:pt x="162213" y="170852"/>
                    <a:pt x="161450" y="171406"/>
                  </a:cubicBezTo>
                  <a:cubicBezTo>
                    <a:pt x="160688" y="171960"/>
                    <a:pt x="159908" y="172490"/>
                    <a:pt x="159112" y="172995"/>
                  </a:cubicBezTo>
                  <a:cubicBezTo>
                    <a:pt x="158316" y="173500"/>
                    <a:pt x="157505" y="173980"/>
                    <a:pt x="156679" y="174434"/>
                  </a:cubicBezTo>
                  <a:cubicBezTo>
                    <a:pt x="155853" y="174888"/>
                    <a:pt x="155013" y="175316"/>
                    <a:pt x="154160" y="175717"/>
                  </a:cubicBezTo>
                  <a:cubicBezTo>
                    <a:pt x="153307" y="176119"/>
                    <a:pt x="152442" y="176493"/>
                    <a:pt x="151566" y="176840"/>
                  </a:cubicBezTo>
                  <a:cubicBezTo>
                    <a:pt x="150689" y="177187"/>
                    <a:pt x="149802" y="177506"/>
                    <a:pt x="148906" y="177798"/>
                  </a:cubicBezTo>
                  <a:cubicBezTo>
                    <a:pt x="148009" y="178089"/>
                    <a:pt x="147104" y="178352"/>
                    <a:pt x="146191" y="178586"/>
                  </a:cubicBezTo>
                  <a:cubicBezTo>
                    <a:pt x="145278" y="178821"/>
                    <a:pt x="144358" y="179026"/>
                    <a:pt x="143432" y="179203"/>
                  </a:cubicBezTo>
                  <a:cubicBezTo>
                    <a:pt x="142506" y="179380"/>
                    <a:pt x="141575" y="179527"/>
                    <a:pt x="140640" y="179645"/>
                  </a:cubicBezTo>
                  <a:cubicBezTo>
                    <a:pt x="139705" y="179763"/>
                    <a:pt x="138766" y="179852"/>
                    <a:pt x="137826" y="179911"/>
                  </a:cubicBezTo>
                  <a:cubicBezTo>
                    <a:pt x="136885" y="179970"/>
                    <a:pt x="135943" y="180000"/>
                    <a:pt x="135000" y="180000"/>
                  </a:cubicBezTo>
                  <a:cubicBezTo>
                    <a:pt x="134057" y="180000"/>
                    <a:pt x="133115" y="179970"/>
                    <a:pt x="132174" y="179911"/>
                  </a:cubicBezTo>
                  <a:cubicBezTo>
                    <a:pt x="131234" y="179852"/>
                    <a:pt x="130295" y="179763"/>
                    <a:pt x="129360" y="179645"/>
                  </a:cubicBezTo>
                  <a:cubicBezTo>
                    <a:pt x="128425" y="179527"/>
                    <a:pt x="127494" y="179380"/>
                    <a:pt x="126568" y="179203"/>
                  </a:cubicBezTo>
                  <a:cubicBezTo>
                    <a:pt x="125642" y="179026"/>
                    <a:pt x="124722" y="178821"/>
                    <a:pt x="123809" y="178586"/>
                  </a:cubicBezTo>
                  <a:cubicBezTo>
                    <a:pt x="122896" y="178352"/>
                    <a:pt x="121991" y="178089"/>
                    <a:pt x="121094" y="177798"/>
                  </a:cubicBezTo>
                  <a:cubicBezTo>
                    <a:pt x="120198" y="177506"/>
                    <a:pt x="119311" y="177187"/>
                    <a:pt x="118434" y="176840"/>
                  </a:cubicBezTo>
                  <a:cubicBezTo>
                    <a:pt x="117558" y="176493"/>
                    <a:pt x="116693" y="176119"/>
                    <a:pt x="115840" y="175717"/>
                  </a:cubicBezTo>
                  <a:cubicBezTo>
                    <a:pt x="114987" y="175316"/>
                    <a:pt x="114147" y="174888"/>
                    <a:pt x="113321" y="174434"/>
                  </a:cubicBezTo>
                  <a:cubicBezTo>
                    <a:pt x="112495" y="173980"/>
                    <a:pt x="111684" y="173500"/>
                    <a:pt x="110888" y="172995"/>
                  </a:cubicBezTo>
                  <a:cubicBezTo>
                    <a:pt x="110092" y="172490"/>
                    <a:pt x="109312" y="171960"/>
                    <a:pt x="108550" y="171406"/>
                  </a:cubicBezTo>
                  <a:cubicBezTo>
                    <a:pt x="107787" y="170852"/>
                    <a:pt x="107042" y="170274"/>
                    <a:pt x="106316" y="169673"/>
                  </a:cubicBezTo>
                  <a:cubicBezTo>
                    <a:pt x="105590" y="169072"/>
                    <a:pt x="104882" y="168449"/>
                    <a:pt x="104195" y="167804"/>
                  </a:cubicBezTo>
                  <a:cubicBezTo>
                    <a:pt x="103508" y="167158"/>
                    <a:pt x="102842" y="166492"/>
                    <a:pt x="102196" y="165805"/>
                  </a:cubicBezTo>
                  <a:cubicBezTo>
                    <a:pt x="101551" y="165118"/>
                    <a:pt x="100928" y="164410"/>
                    <a:pt x="100327" y="163684"/>
                  </a:cubicBezTo>
                  <a:cubicBezTo>
                    <a:pt x="99726" y="162958"/>
                    <a:pt x="99148" y="162213"/>
                    <a:pt x="98594" y="161450"/>
                  </a:cubicBezTo>
                  <a:cubicBezTo>
                    <a:pt x="98040" y="160688"/>
                    <a:pt x="97510" y="159908"/>
                    <a:pt x="97005" y="159112"/>
                  </a:cubicBezTo>
                  <a:cubicBezTo>
                    <a:pt x="96500" y="158316"/>
                    <a:pt x="96020" y="157505"/>
                    <a:pt x="95566" y="156679"/>
                  </a:cubicBezTo>
                  <a:cubicBezTo>
                    <a:pt x="95112" y="155853"/>
                    <a:pt x="94684" y="155013"/>
                    <a:pt x="94283" y="154160"/>
                  </a:cubicBezTo>
                  <a:cubicBezTo>
                    <a:pt x="93881" y="153307"/>
                    <a:pt x="93507" y="152442"/>
                    <a:pt x="93160" y="151566"/>
                  </a:cubicBezTo>
                  <a:cubicBezTo>
                    <a:pt x="92813" y="150689"/>
                    <a:pt x="92494" y="149802"/>
                    <a:pt x="92202" y="148906"/>
                  </a:cubicBezTo>
                  <a:cubicBezTo>
                    <a:pt x="91911" y="148009"/>
                    <a:pt x="91648" y="147104"/>
                    <a:pt x="91414" y="146191"/>
                  </a:cubicBezTo>
                  <a:cubicBezTo>
                    <a:pt x="91179" y="145278"/>
                    <a:pt x="90974" y="144358"/>
                    <a:pt x="90797" y="143432"/>
                  </a:cubicBezTo>
                  <a:cubicBezTo>
                    <a:pt x="90620" y="142506"/>
                    <a:pt x="90473" y="141575"/>
                    <a:pt x="90355" y="140640"/>
                  </a:cubicBezTo>
                  <a:cubicBezTo>
                    <a:pt x="90237" y="139705"/>
                    <a:pt x="90148" y="138766"/>
                    <a:pt x="90089" y="137826"/>
                  </a:cubicBezTo>
                  <a:cubicBezTo>
                    <a:pt x="90030" y="136885"/>
                    <a:pt x="90000" y="135943"/>
                    <a:pt x="90000" y="135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5" name="probe-lucide-flower-part-3"/>
            <p:cNvSpPr/>
            <p:nvPr/>
          </p:nvSpPr>
          <p:spPr>
            <a:xfrm>
              <a:off x="120000" y="75000"/>
              <a:ext cx="10" cy="15000"/>
            </a:xfrm>
            <a:custGeom>
              <a:avLst/>
              <a:gdLst/>
              <a:ahLst/>
              <a:cxnLst/>
              <a:rect l="0" t="0" r="r" b="b"/>
              <a:pathLst>
                <a:path w="10" h="15000">
                  <a:moveTo>
                    <a:pt x="0" y="0"/>
                  </a:moveTo>
                  <a:lnTo>
                    <a:pt x="0" y="1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6" name="probe-lucide-flower-part-4"/>
            <p:cNvSpPr/>
            <p:nvPr/>
          </p:nvSpPr>
          <p:spPr>
            <a:xfrm>
              <a:off x="75000" y="120000"/>
              <a:ext cx="15000" cy="10"/>
            </a:xfrm>
            <a:custGeom>
              <a:avLst/>
              <a:gdLst/>
              <a:ahLst/>
              <a:cxnLst/>
              <a:rect l="0" t="0" r="r" b="b"/>
              <a:pathLst>
                <a:path w="15000" h="10">
                  <a:moveTo>
                    <a:pt x="0" y="0"/>
                  </a:moveTo>
                  <a:lnTo>
                    <a:pt x="15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7" name="probe-lucide-flower-part-5"/>
            <p:cNvSpPr/>
            <p:nvPr/>
          </p:nvSpPr>
          <p:spPr>
            <a:xfrm>
              <a:off x="150000" y="120000"/>
              <a:ext cx="15000" cy="10"/>
            </a:xfrm>
            <a:custGeom>
              <a:avLst/>
              <a:gdLst/>
              <a:ahLst/>
              <a:cxnLst/>
              <a:rect l="0" t="0" r="r" b="b"/>
              <a:pathLst>
                <a:path w="15000" h="10">
                  <a:moveTo>
                    <a:pt x="15000" y="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8" name="probe-lucide-flower-part-6"/>
            <p:cNvSpPr/>
            <p:nvPr/>
          </p:nvSpPr>
          <p:spPr>
            <a:xfrm>
              <a:off x="120000" y="150000"/>
              <a:ext cx="10" cy="15000"/>
            </a:xfrm>
            <a:custGeom>
              <a:avLst/>
              <a:gdLst/>
              <a:ahLst/>
              <a:cxnLst/>
              <a:rect l="0" t="0" r="r" b="b"/>
              <a:pathLst>
                <a:path w="10" h="15000">
                  <a:moveTo>
                    <a:pt x="0" y="15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9" name="probe-lucide-flower-part-7"/>
            <p:cNvSpPr/>
            <p:nvPr/>
          </p:nvSpPr>
          <p:spPr>
            <a:xfrm>
              <a:off x="80000" y="800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0"/>
                  </a:moveTo>
                  <a:lnTo>
                    <a:pt x="18800" y="188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0" name="probe-lucide-flower-part-8"/>
            <p:cNvSpPr/>
            <p:nvPr/>
          </p:nvSpPr>
          <p:spPr>
            <a:xfrm>
              <a:off x="141200" y="800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18800"/>
                  </a:moveTo>
                  <a:lnTo>
                    <a:pt x="188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1" name="probe-lucide-flower-part-9"/>
            <p:cNvSpPr/>
            <p:nvPr/>
          </p:nvSpPr>
          <p:spPr>
            <a:xfrm>
              <a:off x="80000" y="1412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18800"/>
                  </a:moveTo>
                  <a:lnTo>
                    <a:pt x="188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" name="probe-lucide-flower-part-10"/>
            <p:cNvSpPr/>
            <p:nvPr/>
          </p:nvSpPr>
          <p:spPr>
            <a:xfrm>
              <a:off x="141200" y="141200"/>
              <a:ext cx="18800" cy="18800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0"/>
                  </a:moveTo>
                  <a:lnTo>
                    <a:pt x="18800" y="188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3" name="probe-lucide-flower-2" descr="flower-2 — Lucide Icons and Contributors; preserve the bundled full upstream license. Source: https://github.com/lucide-icons/lucide/blob/20aef31db93fe4d9f398dbb15b120d99c48eef95/icons/flower-2.svg; SVG SHA256: 692f8bf23db876d6b9526b6e4335cfec6a3227a32bdc52db2704a01a0f259a9e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74" name="probe-lucide-flower-2-part-1"/>
            <p:cNvSpPr/>
            <p:nvPr/>
          </p:nvSpPr>
          <p:spPr>
            <a:xfrm>
              <a:off x="60000" y="20000"/>
              <a:ext cx="120000" cy="120000"/>
            </a:xfrm>
            <a:custGeom>
              <a:avLst/>
              <a:gdLst/>
              <a:ahLst/>
              <a:cxnLst/>
              <a:rect l="0" t="0" r="r" b="b"/>
              <a:pathLst>
                <a:path w="120000" h="120000">
                  <a:moveTo>
                    <a:pt x="60000" y="30000"/>
                  </a:moveTo>
                  <a:cubicBezTo>
                    <a:pt x="60000" y="29372"/>
                    <a:pt x="60020" y="28743"/>
                    <a:pt x="60059" y="28116"/>
                  </a:cubicBezTo>
                  <a:cubicBezTo>
                    <a:pt x="60099" y="27489"/>
                    <a:pt x="60158" y="26863"/>
                    <a:pt x="60237" y="26240"/>
                  </a:cubicBezTo>
                  <a:cubicBezTo>
                    <a:pt x="60315" y="25617"/>
                    <a:pt x="60414" y="24996"/>
                    <a:pt x="60531" y="24379"/>
                  </a:cubicBezTo>
                  <a:cubicBezTo>
                    <a:pt x="60649" y="23761"/>
                    <a:pt x="60786" y="23148"/>
                    <a:pt x="60943" y="22539"/>
                  </a:cubicBezTo>
                  <a:cubicBezTo>
                    <a:pt x="61099" y="21931"/>
                    <a:pt x="61274" y="21327"/>
                    <a:pt x="61468" y="20729"/>
                  </a:cubicBezTo>
                  <a:cubicBezTo>
                    <a:pt x="61662" y="20132"/>
                    <a:pt x="61875" y="19541"/>
                    <a:pt x="62107" y="18956"/>
                  </a:cubicBezTo>
                  <a:cubicBezTo>
                    <a:pt x="62338" y="18372"/>
                    <a:pt x="62588" y="17795"/>
                    <a:pt x="62855" y="17227"/>
                  </a:cubicBezTo>
                  <a:cubicBezTo>
                    <a:pt x="63123" y="16658"/>
                    <a:pt x="63408" y="16098"/>
                    <a:pt x="63711" y="15547"/>
                  </a:cubicBezTo>
                  <a:cubicBezTo>
                    <a:pt x="64014" y="14997"/>
                    <a:pt x="64333" y="14456"/>
                    <a:pt x="64670" y="13925"/>
                  </a:cubicBezTo>
                  <a:cubicBezTo>
                    <a:pt x="65007" y="13395"/>
                    <a:pt x="65360" y="12875"/>
                    <a:pt x="65729" y="12366"/>
                  </a:cubicBezTo>
                  <a:cubicBezTo>
                    <a:pt x="66099" y="11858"/>
                    <a:pt x="66484" y="11361"/>
                    <a:pt x="66885" y="10877"/>
                  </a:cubicBezTo>
                  <a:cubicBezTo>
                    <a:pt x="67285" y="10393"/>
                    <a:pt x="67701" y="9922"/>
                    <a:pt x="68131" y="9464"/>
                  </a:cubicBezTo>
                  <a:cubicBezTo>
                    <a:pt x="68561" y="9006"/>
                    <a:pt x="69006" y="8561"/>
                    <a:pt x="69464" y="8131"/>
                  </a:cubicBezTo>
                  <a:cubicBezTo>
                    <a:pt x="69922" y="7701"/>
                    <a:pt x="70393" y="7285"/>
                    <a:pt x="70877" y="6885"/>
                  </a:cubicBezTo>
                  <a:cubicBezTo>
                    <a:pt x="71361" y="6484"/>
                    <a:pt x="71858" y="6099"/>
                    <a:pt x="72366" y="5729"/>
                  </a:cubicBezTo>
                  <a:cubicBezTo>
                    <a:pt x="72875" y="5360"/>
                    <a:pt x="73395" y="5007"/>
                    <a:pt x="73925" y="4670"/>
                  </a:cubicBezTo>
                  <a:cubicBezTo>
                    <a:pt x="74456" y="4333"/>
                    <a:pt x="74997" y="4014"/>
                    <a:pt x="75547" y="3711"/>
                  </a:cubicBezTo>
                  <a:cubicBezTo>
                    <a:pt x="76098" y="3408"/>
                    <a:pt x="76658" y="3123"/>
                    <a:pt x="77227" y="2855"/>
                  </a:cubicBezTo>
                  <a:cubicBezTo>
                    <a:pt x="77795" y="2588"/>
                    <a:pt x="78372" y="2338"/>
                    <a:pt x="78956" y="2107"/>
                  </a:cubicBezTo>
                  <a:cubicBezTo>
                    <a:pt x="79541" y="1875"/>
                    <a:pt x="80132" y="1662"/>
                    <a:pt x="80729" y="1468"/>
                  </a:cubicBezTo>
                  <a:cubicBezTo>
                    <a:pt x="81327" y="1274"/>
                    <a:pt x="81931" y="1099"/>
                    <a:pt x="82539" y="943"/>
                  </a:cubicBezTo>
                  <a:cubicBezTo>
                    <a:pt x="83148" y="786"/>
                    <a:pt x="83761" y="649"/>
                    <a:pt x="84379" y="531"/>
                  </a:cubicBezTo>
                  <a:cubicBezTo>
                    <a:pt x="84996" y="414"/>
                    <a:pt x="85617" y="315"/>
                    <a:pt x="86240" y="237"/>
                  </a:cubicBezTo>
                  <a:cubicBezTo>
                    <a:pt x="86863" y="158"/>
                    <a:pt x="87489" y="99"/>
                    <a:pt x="88116" y="59"/>
                  </a:cubicBezTo>
                  <a:cubicBezTo>
                    <a:pt x="88743" y="20"/>
                    <a:pt x="89372" y="0"/>
                    <a:pt x="90000" y="0"/>
                  </a:cubicBezTo>
                  <a:cubicBezTo>
                    <a:pt x="90628" y="0"/>
                    <a:pt x="91257" y="20"/>
                    <a:pt x="91884" y="59"/>
                  </a:cubicBezTo>
                  <a:cubicBezTo>
                    <a:pt x="92511" y="99"/>
                    <a:pt x="93137" y="158"/>
                    <a:pt x="93760" y="237"/>
                  </a:cubicBezTo>
                  <a:cubicBezTo>
                    <a:pt x="94383" y="315"/>
                    <a:pt x="95004" y="414"/>
                    <a:pt x="95621" y="531"/>
                  </a:cubicBezTo>
                  <a:cubicBezTo>
                    <a:pt x="96239" y="649"/>
                    <a:pt x="96852" y="786"/>
                    <a:pt x="97461" y="943"/>
                  </a:cubicBezTo>
                  <a:cubicBezTo>
                    <a:pt x="98069" y="1099"/>
                    <a:pt x="98673" y="1274"/>
                    <a:pt x="99271" y="1468"/>
                  </a:cubicBezTo>
                  <a:cubicBezTo>
                    <a:pt x="99868" y="1662"/>
                    <a:pt x="100459" y="1875"/>
                    <a:pt x="101044" y="2107"/>
                  </a:cubicBezTo>
                  <a:cubicBezTo>
                    <a:pt x="101628" y="2338"/>
                    <a:pt x="102205" y="2588"/>
                    <a:pt x="102773" y="2855"/>
                  </a:cubicBezTo>
                  <a:cubicBezTo>
                    <a:pt x="103342" y="3123"/>
                    <a:pt x="103902" y="3408"/>
                    <a:pt x="104453" y="3711"/>
                  </a:cubicBezTo>
                  <a:cubicBezTo>
                    <a:pt x="105003" y="4014"/>
                    <a:pt x="105544" y="4333"/>
                    <a:pt x="106075" y="4670"/>
                  </a:cubicBezTo>
                  <a:cubicBezTo>
                    <a:pt x="106605" y="5007"/>
                    <a:pt x="107125" y="5360"/>
                    <a:pt x="107634" y="5729"/>
                  </a:cubicBezTo>
                  <a:cubicBezTo>
                    <a:pt x="108142" y="6099"/>
                    <a:pt x="108639" y="6484"/>
                    <a:pt x="109123" y="6885"/>
                  </a:cubicBezTo>
                  <a:cubicBezTo>
                    <a:pt x="109607" y="7285"/>
                    <a:pt x="110078" y="7701"/>
                    <a:pt x="110536" y="8131"/>
                  </a:cubicBezTo>
                  <a:cubicBezTo>
                    <a:pt x="110994" y="8561"/>
                    <a:pt x="111439" y="9006"/>
                    <a:pt x="111869" y="9464"/>
                  </a:cubicBezTo>
                  <a:cubicBezTo>
                    <a:pt x="112299" y="9922"/>
                    <a:pt x="112715" y="10393"/>
                    <a:pt x="113115" y="10877"/>
                  </a:cubicBezTo>
                  <a:cubicBezTo>
                    <a:pt x="113516" y="11361"/>
                    <a:pt x="113901" y="11858"/>
                    <a:pt x="114271" y="12366"/>
                  </a:cubicBezTo>
                  <a:cubicBezTo>
                    <a:pt x="114640" y="12875"/>
                    <a:pt x="114993" y="13395"/>
                    <a:pt x="115330" y="13925"/>
                  </a:cubicBezTo>
                  <a:cubicBezTo>
                    <a:pt x="115667" y="14456"/>
                    <a:pt x="115986" y="14997"/>
                    <a:pt x="116289" y="15547"/>
                  </a:cubicBezTo>
                  <a:cubicBezTo>
                    <a:pt x="116592" y="16098"/>
                    <a:pt x="116877" y="16658"/>
                    <a:pt x="117145" y="17227"/>
                  </a:cubicBezTo>
                  <a:cubicBezTo>
                    <a:pt x="117412" y="17795"/>
                    <a:pt x="117662" y="18372"/>
                    <a:pt x="117893" y="18956"/>
                  </a:cubicBezTo>
                  <a:cubicBezTo>
                    <a:pt x="118125" y="19541"/>
                    <a:pt x="118338" y="20132"/>
                    <a:pt x="118532" y="20729"/>
                  </a:cubicBezTo>
                  <a:cubicBezTo>
                    <a:pt x="118726" y="21327"/>
                    <a:pt x="118901" y="21931"/>
                    <a:pt x="119057" y="22539"/>
                  </a:cubicBezTo>
                  <a:cubicBezTo>
                    <a:pt x="119214" y="23148"/>
                    <a:pt x="119351" y="23761"/>
                    <a:pt x="119469" y="24379"/>
                  </a:cubicBezTo>
                  <a:cubicBezTo>
                    <a:pt x="119586" y="24996"/>
                    <a:pt x="119685" y="25617"/>
                    <a:pt x="119763" y="26240"/>
                  </a:cubicBezTo>
                  <a:cubicBezTo>
                    <a:pt x="119842" y="26863"/>
                    <a:pt x="119901" y="27489"/>
                    <a:pt x="119941" y="28116"/>
                  </a:cubicBezTo>
                  <a:cubicBezTo>
                    <a:pt x="119980" y="28743"/>
                    <a:pt x="120000" y="29372"/>
                    <a:pt x="120000" y="30000"/>
                  </a:cubicBezTo>
                  <a:cubicBezTo>
                    <a:pt x="120000" y="30628"/>
                    <a:pt x="119980" y="31257"/>
                    <a:pt x="119941" y="31884"/>
                  </a:cubicBezTo>
                  <a:cubicBezTo>
                    <a:pt x="119901" y="32511"/>
                    <a:pt x="119842" y="33137"/>
                    <a:pt x="119763" y="33760"/>
                  </a:cubicBezTo>
                  <a:cubicBezTo>
                    <a:pt x="119685" y="34383"/>
                    <a:pt x="119586" y="35004"/>
                    <a:pt x="119469" y="35621"/>
                  </a:cubicBezTo>
                  <a:cubicBezTo>
                    <a:pt x="119351" y="36239"/>
                    <a:pt x="119214" y="36852"/>
                    <a:pt x="119057" y="37461"/>
                  </a:cubicBezTo>
                  <a:cubicBezTo>
                    <a:pt x="118901" y="38069"/>
                    <a:pt x="118726" y="38673"/>
                    <a:pt x="118532" y="39271"/>
                  </a:cubicBezTo>
                  <a:cubicBezTo>
                    <a:pt x="118338" y="39868"/>
                    <a:pt x="118125" y="40459"/>
                    <a:pt x="117893" y="41044"/>
                  </a:cubicBezTo>
                  <a:cubicBezTo>
                    <a:pt x="117662" y="41628"/>
                    <a:pt x="117412" y="42205"/>
                    <a:pt x="117145" y="42773"/>
                  </a:cubicBezTo>
                  <a:cubicBezTo>
                    <a:pt x="116877" y="43342"/>
                    <a:pt x="116592" y="43902"/>
                    <a:pt x="116289" y="44453"/>
                  </a:cubicBezTo>
                  <a:cubicBezTo>
                    <a:pt x="115986" y="45003"/>
                    <a:pt x="115667" y="45544"/>
                    <a:pt x="115330" y="46075"/>
                  </a:cubicBezTo>
                  <a:cubicBezTo>
                    <a:pt x="114993" y="46605"/>
                    <a:pt x="114640" y="47125"/>
                    <a:pt x="114271" y="47634"/>
                  </a:cubicBezTo>
                  <a:cubicBezTo>
                    <a:pt x="113901" y="48142"/>
                    <a:pt x="113516" y="48639"/>
                    <a:pt x="113115" y="49123"/>
                  </a:cubicBezTo>
                  <a:cubicBezTo>
                    <a:pt x="112715" y="49607"/>
                    <a:pt x="112299" y="50078"/>
                    <a:pt x="111869" y="50536"/>
                  </a:cubicBezTo>
                  <a:cubicBezTo>
                    <a:pt x="111439" y="50994"/>
                    <a:pt x="110994" y="51439"/>
                    <a:pt x="110536" y="51869"/>
                  </a:cubicBezTo>
                  <a:cubicBezTo>
                    <a:pt x="110078" y="52299"/>
                    <a:pt x="109607" y="52715"/>
                    <a:pt x="109123" y="53115"/>
                  </a:cubicBezTo>
                  <a:cubicBezTo>
                    <a:pt x="108639" y="53516"/>
                    <a:pt x="108142" y="53901"/>
                    <a:pt x="107634" y="54271"/>
                  </a:cubicBezTo>
                  <a:cubicBezTo>
                    <a:pt x="107125" y="54640"/>
                    <a:pt x="106605" y="54993"/>
                    <a:pt x="106075" y="55330"/>
                  </a:cubicBezTo>
                  <a:cubicBezTo>
                    <a:pt x="105544" y="55667"/>
                    <a:pt x="105003" y="55986"/>
                    <a:pt x="104453" y="56289"/>
                  </a:cubicBezTo>
                  <a:cubicBezTo>
                    <a:pt x="103902" y="56592"/>
                    <a:pt x="103342" y="56877"/>
                    <a:pt x="102773" y="57145"/>
                  </a:cubicBezTo>
                  <a:cubicBezTo>
                    <a:pt x="102205" y="57412"/>
                    <a:pt x="101628" y="57662"/>
                    <a:pt x="101044" y="57893"/>
                  </a:cubicBezTo>
                  <a:cubicBezTo>
                    <a:pt x="100459" y="58125"/>
                    <a:pt x="99868" y="58338"/>
                    <a:pt x="99271" y="58532"/>
                  </a:cubicBezTo>
                  <a:cubicBezTo>
                    <a:pt x="98673" y="58726"/>
                    <a:pt x="98069" y="58901"/>
                    <a:pt x="97461" y="59057"/>
                  </a:cubicBezTo>
                  <a:cubicBezTo>
                    <a:pt x="96852" y="59214"/>
                    <a:pt x="96239" y="59351"/>
                    <a:pt x="95621" y="59469"/>
                  </a:cubicBezTo>
                  <a:cubicBezTo>
                    <a:pt x="95004" y="59586"/>
                    <a:pt x="94383" y="59685"/>
                    <a:pt x="93760" y="59763"/>
                  </a:cubicBezTo>
                  <a:cubicBezTo>
                    <a:pt x="93137" y="59842"/>
                    <a:pt x="92511" y="59901"/>
                    <a:pt x="91884" y="59941"/>
                  </a:cubicBezTo>
                  <a:cubicBezTo>
                    <a:pt x="91257" y="59980"/>
                    <a:pt x="90628" y="60000"/>
                    <a:pt x="90000" y="60000"/>
                  </a:cubicBezTo>
                  <a:moveTo>
                    <a:pt x="60000" y="30000"/>
                  </a:moveTo>
                  <a:cubicBezTo>
                    <a:pt x="60000" y="29372"/>
                    <a:pt x="59980" y="28743"/>
                    <a:pt x="59941" y="28116"/>
                  </a:cubicBezTo>
                  <a:cubicBezTo>
                    <a:pt x="59901" y="27489"/>
                    <a:pt x="59842" y="26863"/>
                    <a:pt x="59763" y="26240"/>
                  </a:cubicBezTo>
                  <a:cubicBezTo>
                    <a:pt x="59685" y="25617"/>
                    <a:pt x="59586" y="24996"/>
                    <a:pt x="59469" y="24379"/>
                  </a:cubicBezTo>
                  <a:cubicBezTo>
                    <a:pt x="59351" y="23761"/>
                    <a:pt x="59214" y="23148"/>
                    <a:pt x="59057" y="22539"/>
                  </a:cubicBezTo>
                  <a:cubicBezTo>
                    <a:pt x="58901" y="21931"/>
                    <a:pt x="58726" y="21327"/>
                    <a:pt x="58532" y="20729"/>
                  </a:cubicBezTo>
                  <a:cubicBezTo>
                    <a:pt x="58338" y="20132"/>
                    <a:pt x="58125" y="19541"/>
                    <a:pt x="57893" y="18956"/>
                  </a:cubicBezTo>
                  <a:cubicBezTo>
                    <a:pt x="57662" y="18372"/>
                    <a:pt x="57412" y="17795"/>
                    <a:pt x="57145" y="17227"/>
                  </a:cubicBezTo>
                  <a:cubicBezTo>
                    <a:pt x="56877" y="16658"/>
                    <a:pt x="56592" y="16098"/>
                    <a:pt x="56289" y="15547"/>
                  </a:cubicBezTo>
                  <a:cubicBezTo>
                    <a:pt x="55986" y="14997"/>
                    <a:pt x="55667" y="14456"/>
                    <a:pt x="55330" y="13925"/>
                  </a:cubicBezTo>
                  <a:cubicBezTo>
                    <a:pt x="54993" y="13395"/>
                    <a:pt x="54640" y="12875"/>
                    <a:pt x="54271" y="12366"/>
                  </a:cubicBezTo>
                  <a:cubicBezTo>
                    <a:pt x="53901" y="11858"/>
                    <a:pt x="53516" y="11361"/>
                    <a:pt x="53115" y="10877"/>
                  </a:cubicBezTo>
                  <a:cubicBezTo>
                    <a:pt x="52715" y="10393"/>
                    <a:pt x="52299" y="9922"/>
                    <a:pt x="51869" y="9464"/>
                  </a:cubicBezTo>
                  <a:cubicBezTo>
                    <a:pt x="51439" y="9006"/>
                    <a:pt x="50994" y="8561"/>
                    <a:pt x="50536" y="8131"/>
                  </a:cubicBezTo>
                  <a:cubicBezTo>
                    <a:pt x="50078" y="7701"/>
                    <a:pt x="49607" y="7285"/>
                    <a:pt x="49123" y="6885"/>
                  </a:cubicBezTo>
                  <a:cubicBezTo>
                    <a:pt x="48639" y="6484"/>
                    <a:pt x="48142" y="6099"/>
                    <a:pt x="47634" y="5729"/>
                  </a:cubicBezTo>
                  <a:cubicBezTo>
                    <a:pt x="47125" y="5360"/>
                    <a:pt x="46605" y="5007"/>
                    <a:pt x="46075" y="4670"/>
                  </a:cubicBezTo>
                  <a:cubicBezTo>
                    <a:pt x="45544" y="4333"/>
                    <a:pt x="45003" y="4014"/>
                    <a:pt x="44453" y="3711"/>
                  </a:cubicBezTo>
                  <a:cubicBezTo>
                    <a:pt x="43902" y="3408"/>
                    <a:pt x="43342" y="3123"/>
                    <a:pt x="42773" y="2855"/>
                  </a:cubicBezTo>
                  <a:cubicBezTo>
                    <a:pt x="42205" y="2588"/>
                    <a:pt x="41628" y="2338"/>
                    <a:pt x="41044" y="2107"/>
                  </a:cubicBezTo>
                  <a:cubicBezTo>
                    <a:pt x="40459" y="1875"/>
                    <a:pt x="39868" y="1662"/>
                    <a:pt x="39271" y="1468"/>
                  </a:cubicBezTo>
                  <a:cubicBezTo>
                    <a:pt x="38673" y="1274"/>
                    <a:pt x="38069" y="1099"/>
                    <a:pt x="37461" y="943"/>
                  </a:cubicBezTo>
                  <a:cubicBezTo>
                    <a:pt x="36852" y="786"/>
                    <a:pt x="36239" y="649"/>
                    <a:pt x="35621" y="531"/>
                  </a:cubicBezTo>
                  <a:cubicBezTo>
                    <a:pt x="35004" y="414"/>
                    <a:pt x="34383" y="315"/>
                    <a:pt x="33760" y="237"/>
                  </a:cubicBezTo>
                  <a:cubicBezTo>
                    <a:pt x="33137" y="158"/>
                    <a:pt x="32511" y="99"/>
                    <a:pt x="31884" y="59"/>
                  </a:cubicBezTo>
                  <a:cubicBezTo>
                    <a:pt x="31257" y="20"/>
                    <a:pt x="30628" y="0"/>
                    <a:pt x="30000" y="0"/>
                  </a:cubicBezTo>
                  <a:cubicBezTo>
                    <a:pt x="29372" y="0"/>
                    <a:pt x="28743" y="20"/>
                    <a:pt x="28116" y="59"/>
                  </a:cubicBezTo>
                  <a:cubicBezTo>
                    <a:pt x="27489" y="99"/>
                    <a:pt x="26863" y="158"/>
                    <a:pt x="26240" y="237"/>
                  </a:cubicBezTo>
                  <a:cubicBezTo>
                    <a:pt x="25617" y="315"/>
                    <a:pt x="24996" y="414"/>
                    <a:pt x="24379" y="531"/>
                  </a:cubicBezTo>
                  <a:cubicBezTo>
                    <a:pt x="23761" y="649"/>
                    <a:pt x="23148" y="786"/>
                    <a:pt x="22539" y="943"/>
                  </a:cubicBezTo>
                  <a:cubicBezTo>
                    <a:pt x="21931" y="1099"/>
                    <a:pt x="21327" y="1274"/>
                    <a:pt x="20729" y="1468"/>
                  </a:cubicBezTo>
                  <a:cubicBezTo>
                    <a:pt x="20132" y="1662"/>
                    <a:pt x="19541" y="1875"/>
                    <a:pt x="18956" y="2107"/>
                  </a:cubicBezTo>
                  <a:cubicBezTo>
                    <a:pt x="18372" y="2338"/>
                    <a:pt x="17795" y="2588"/>
                    <a:pt x="17227" y="2855"/>
                  </a:cubicBezTo>
                  <a:cubicBezTo>
                    <a:pt x="16658" y="3123"/>
                    <a:pt x="16098" y="3408"/>
                    <a:pt x="15547" y="3711"/>
                  </a:cubicBezTo>
                  <a:cubicBezTo>
                    <a:pt x="14997" y="4014"/>
                    <a:pt x="14456" y="4333"/>
                    <a:pt x="13925" y="4670"/>
                  </a:cubicBezTo>
                  <a:cubicBezTo>
                    <a:pt x="13395" y="5007"/>
                    <a:pt x="12875" y="5360"/>
                    <a:pt x="12366" y="5729"/>
                  </a:cubicBezTo>
                  <a:cubicBezTo>
                    <a:pt x="11858" y="6099"/>
                    <a:pt x="11361" y="6484"/>
                    <a:pt x="10877" y="6885"/>
                  </a:cubicBezTo>
                  <a:cubicBezTo>
                    <a:pt x="10393" y="7285"/>
                    <a:pt x="9922" y="7701"/>
                    <a:pt x="9464" y="8131"/>
                  </a:cubicBezTo>
                  <a:cubicBezTo>
                    <a:pt x="9006" y="8561"/>
                    <a:pt x="8561" y="9006"/>
                    <a:pt x="8131" y="9464"/>
                  </a:cubicBezTo>
                  <a:cubicBezTo>
                    <a:pt x="7701" y="9922"/>
                    <a:pt x="7285" y="10393"/>
                    <a:pt x="6885" y="10877"/>
                  </a:cubicBezTo>
                  <a:cubicBezTo>
                    <a:pt x="6484" y="11361"/>
                    <a:pt x="6099" y="11858"/>
                    <a:pt x="5729" y="12366"/>
                  </a:cubicBezTo>
                  <a:cubicBezTo>
                    <a:pt x="5360" y="12875"/>
                    <a:pt x="5007" y="13395"/>
                    <a:pt x="4670" y="13925"/>
                  </a:cubicBezTo>
                  <a:cubicBezTo>
                    <a:pt x="4333" y="14456"/>
                    <a:pt x="4014" y="14997"/>
                    <a:pt x="3711" y="15547"/>
                  </a:cubicBezTo>
                  <a:cubicBezTo>
                    <a:pt x="3408" y="16098"/>
                    <a:pt x="3123" y="16658"/>
                    <a:pt x="2855" y="17227"/>
                  </a:cubicBezTo>
                  <a:cubicBezTo>
                    <a:pt x="2588" y="17795"/>
                    <a:pt x="2338" y="18372"/>
                    <a:pt x="2107" y="18956"/>
                  </a:cubicBezTo>
                  <a:cubicBezTo>
                    <a:pt x="1875" y="19541"/>
                    <a:pt x="1662" y="20132"/>
                    <a:pt x="1468" y="20729"/>
                  </a:cubicBezTo>
                  <a:cubicBezTo>
                    <a:pt x="1274" y="21327"/>
                    <a:pt x="1099" y="21931"/>
                    <a:pt x="943" y="22539"/>
                  </a:cubicBezTo>
                  <a:cubicBezTo>
                    <a:pt x="786" y="23148"/>
                    <a:pt x="649" y="23761"/>
                    <a:pt x="531" y="24379"/>
                  </a:cubicBezTo>
                  <a:cubicBezTo>
                    <a:pt x="414" y="24996"/>
                    <a:pt x="315" y="25617"/>
                    <a:pt x="237" y="26240"/>
                  </a:cubicBezTo>
                  <a:cubicBezTo>
                    <a:pt x="158" y="26863"/>
                    <a:pt x="99" y="27489"/>
                    <a:pt x="59" y="28116"/>
                  </a:cubicBezTo>
                  <a:cubicBezTo>
                    <a:pt x="20" y="28743"/>
                    <a:pt x="0" y="29372"/>
                    <a:pt x="0" y="30000"/>
                  </a:cubicBezTo>
                  <a:cubicBezTo>
                    <a:pt x="0" y="30628"/>
                    <a:pt x="20" y="31257"/>
                    <a:pt x="59" y="31884"/>
                  </a:cubicBezTo>
                  <a:cubicBezTo>
                    <a:pt x="99" y="32511"/>
                    <a:pt x="158" y="33137"/>
                    <a:pt x="237" y="33760"/>
                  </a:cubicBezTo>
                  <a:cubicBezTo>
                    <a:pt x="315" y="34383"/>
                    <a:pt x="414" y="35004"/>
                    <a:pt x="531" y="35621"/>
                  </a:cubicBezTo>
                  <a:cubicBezTo>
                    <a:pt x="649" y="36239"/>
                    <a:pt x="786" y="36852"/>
                    <a:pt x="943" y="37461"/>
                  </a:cubicBezTo>
                  <a:cubicBezTo>
                    <a:pt x="1099" y="38069"/>
                    <a:pt x="1274" y="38673"/>
                    <a:pt x="1468" y="39271"/>
                  </a:cubicBezTo>
                  <a:cubicBezTo>
                    <a:pt x="1662" y="39868"/>
                    <a:pt x="1875" y="40459"/>
                    <a:pt x="2107" y="41044"/>
                  </a:cubicBezTo>
                  <a:cubicBezTo>
                    <a:pt x="2338" y="41628"/>
                    <a:pt x="2588" y="42205"/>
                    <a:pt x="2855" y="42773"/>
                  </a:cubicBezTo>
                  <a:cubicBezTo>
                    <a:pt x="3123" y="43342"/>
                    <a:pt x="3408" y="43902"/>
                    <a:pt x="3711" y="44453"/>
                  </a:cubicBezTo>
                  <a:cubicBezTo>
                    <a:pt x="4014" y="45003"/>
                    <a:pt x="4333" y="45544"/>
                    <a:pt x="4670" y="46075"/>
                  </a:cubicBezTo>
                  <a:cubicBezTo>
                    <a:pt x="5007" y="46605"/>
                    <a:pt x="5360" y="47125"/>
                    <a:pt x="5729" y="47634"/>
                  </a:cubicBezTo>
                  <a:cubicBezTo>
                    <a:pt x="6099" y="48142"/>
                    <a:pt x="6484" y="48639"/>
                    <a:pt x="6885" y="49123"/>
                  </a:cubicBezTo>
                  <a:cubicBezTo>
                    <a:pt x="7285" y="49607"/>
                    <a:pt x="7701" y="50078"/>
                    <a:pt x="8131" y="50536"/>
                  </a:cubicBezTo>
                  <a:cubicBezTo>
                    <a:pt x="8561" y="50994"/>
                    <a:pt x="9006" y="51439"/>
                    <a:pt x="9464" y="51869"/>
                  </a:cubicBezTo>
                  <a:cubicBezTo>
                    <a:pt x="9922" y="52299"/>
                    <a:pt x="10393" y="52715"/>
                    <a:pt x="10877" y="53115"/>
                  </a:cubicBezTo>
                  <a:cubicBezTo>
                    <a:pt x="11361" y="53516"/>
                    <a:pt x="11858" y="53901"/>
                    <a:pt x="12366" y="54271"/>
                  </a:cubicBezTo>
                  <a:cubicBezTo>
                    <a:pt x="12875" y="54640"/>
                    <a:pt x="13395" y="54993"/>
                    <a:pt x="13925" y="55330"/>
                  </a:cubicBezTo>
                  <a:cubicBezTo>
                    <a:pt x="14456" y="55667"/>
                    <a:pt x="14997" y="55986"/>
                    <a:pt x="15547" y="56289"/>
                  </a:cubicBezTo>
                  <a:cubicBezTo>
                    <a:pt x="16098" y="56592"/>
                    <a:pt x="16658" y="56877"/>
                    <a:pt x="17227" y="57145"/>
                  </a:cubicBezTo>
                  <a:cubicBezTo>
                    <a:pt x="17795" y="57412"/>
                    <a:pt x="18372" y="57662"/>
                    <a:pt x="18956" y="57893"/>
                  </a:cubicBezTo>
                  <a:cubicBezTo>
                    <a:pt x="19541" y="58125"/>
                    <a:pt x="20132" y="58338"/>
                    <a:pt x="20729" y="58532"/>
                  </a:cubicBezTo>
                  <a:cubicBezTo>
                    <a:pt x="21327" y="58726"/>
                    <a:pt x="21931" y="58901"/>
                    <a:pt x="22539" y="59057"/>
                  </a:cubicBezTo>
                  <a:cubicBezTo>
                    <a:pt x="23148" y="59214"/>
                    <a:pt x="23761" y="59351"/>
                    <a:pt x="24379" y="59469"/>
                  </a:cubicBezTo>
                  <a:cubicBezTo>
                    <a:pt x="24996" y="59586"/>
                    <a:pt x="25617" y="59685"/>
                    <a:pt x="26240" y="59763"/>
                  </a:cubicBezTo>
                  <a:cubicBezTo>
                    <a:pt x="26863" y="59842"/>
                    <a:pt x="27489" y="59901"/>
                    <a:pt x="28116" y="59941"/>
                  </a:cubicBezTo>
                  <a:cubicBezTo>
                    <a:pt x="28743" y="59980"/>
                    <a:pt x="29372" y="60000"/>
                    <a:pt x="30000" y="60000"/>
                  </a:cubicBezTo>
                  <a:moveTo>
                    <a:pt x="60000" y="30000"/>
                  </a:moveTo>
                  <a:lnTo>
                    <a:pt x="60000" y="40000"/>
                  </a:lnTo>
                  <a:moveTo>
                    <a:pt x="30000" y="60000"/>
                  </a:moveTo>
                  <a:cubicBezTo>
                    <a:pt x="29372" y="60000"/>
                    <a:pt x="28743" y="60020"/>
                    <a:pt x="28116" y="60059"/>
                  </a:cubicBezTo>
                  <a:cubicBezTo>
                    <a:pt x="27489" y="60099"/>
                    <a:pt x="26863" y="60158"/>
                    <a:pt x="26240" y="60237"/>
                  </a:cubicBezTo>
                  <a:cubicBezTo>
                    <a:pt x="25617" y="60315"/>
                    <a:pt x="24996" y="60414"/>
                    <a:pt x="24379" y="60531"/>
                  </a:cubicBezTo>
                  <a:cubicBezTo>
                    <a:pt x="23761" y="60649"/>
                    <a:pt x="23148" y="60786"/>
                    <a:pt x="22539" y="60943"/>
                  </a:cubicBezTo>
                  <a:cubicBezTo>
                    <a:pt x="21931" y="61099"/>
                    <a:pt x="21327" y="61274"/>
                    <a:pt x="20729" y="61468"/>
                  </a:cubicBezTo>
                  <a:cubicBezTo>
                    <a:pt x="20132" y="61662"/>
                    <a:pt x="19541" y="61875"/>
                    <a:pt x="18956" y="62107"/>
                  </a:cubicBezTo>
                  <a:cubicBezTo>
                    <a:pt x="18372" y="62338"/>
                    <a:pt x="17795" y="62588"/>
                    <a:pt x="17227" y="62855"/>
                  </a:cubicBezTo>
                  <a:cubicBezTo>
                    <a:pt x="16658" y="63123"/>
                    <a:pt x="16098" y="63408"/>
                    <a:pt x="15547" y="63711"/>
                  </a:cubicBezTo>
                  <a:cubicBezTo>
                    <a:pt x="14997" y="64014"/>
                    <a:pt x="14456" y="64333"/>
                    <a:pt x="13925" y="64670"/>
                  </a:cubicBezTo>
                  <a:cubicBezTo>
                    <a:pt x="13395" y="65007"/>
                    <a:pt x="12875" y="65360"/>
                    <a:pt x="12366" y="65729"/>
                  </a:cubicBezTo>
                  <a:cubicBezTo>
                    <a:pt x="11858" y="66099"/>
                    <a:pt x="11361" y="66484"/>
                    <a:pt x="10877" y="66885"/>
                  </a:cubicBezTo>
                  <a:cubicBezTo>
                    <a:pt x="10393" y="67285"/>
                    <a:pt x="9922" y="67701"/>
                    <a:pt x="9464" y="68131"/>
                  </a:cubicBezTo>
                  <a:cubicBezTo>
                    <a:pt x="9006" y="68561"/>
                    <a:pt x="8561" y="69006"/>
                    <a:pt x="8131" y="69464"/>
                  </a:cubicBezTo>
                  <a:cubicBezTo>
                    <a:pt x="7701" y="69922"/>
                    <a:pt x="7285" y="70393"/>
                    <a:pt x="6885" y="70877"/>
                  </a:cubicBezTo>
                  <a:cubicBezTo>
                    <a:pt x="6484" y="71361"/>
                    <a:pt x="6099" y="71858"/>
                    <a:pt x="5729" y="72366"/>
                  </a:cubicBezTo>
                  <a:cubicBezTo>
                    <a:pt x="5360" y="72875"/>
                    <a:pt x="5007" y="73395"/>
                    <a:pt x="4670" y="73925"/>
                  </a:cubicBezTo>
                  <a:cubicBezTo>
                    <a:pt x="4333" y="74456"/>
                    <a:pt x="4014" y="74997"/>
                    <a:pt x="3711" y="75547"/>
                  </a:cubicBezTo>
                  <a:cubicBezTo>
                    <a:pt x="3408" y="76098"/>
                    <a:pt x="3123" y="76658"/>
                    <a:pt x="2855" y="77227"/>
                  </a:cubicBezTo>
                  <a:cubicBezTo>
                    <a:pt x="2588" y="77795"/>
                    <a:pt x="2338" y="78372"/>
                    <a:pt x="2107" y="78956"/>
                  </a:cubicBezTo>
                  <a:cubicBezTo>
                    <a:pt x="1875" y="79541"/>
                    <a:pt x="1662" y="80132"/>
                    <a:pt x="1468" y="80729"/>
                  </a:cubicBezTo>
                  <a:cubicBezTo>
                    <a:pt x="1274" y="81327"/>
                    <a:pt x="1099" y="81931"/>
                    <a:pt x="943" y="82539"/>
                  </a:cubicBezTo>
                  <a:cubicBezTo>
                    <a:pt x="786" y="83148"/>
                    <a:pt x="649" y="83761"/>
                    <a:pt x="531" y="84379"/>
                  </a:cubicBezTo>
                  <a:cubicBezTo>
                    <a:pt x="414" y="84996"/>
                    <a:pt x="315" y="85617"/>
                    <a:pt x="237" y="86240"/>
                  </a:cubicBezTo>
                  <a:cubicBezTo>
                    <a:pt x="158" y="86863"/>
                    <a:pt x="99" y="87489"/>
                    <a:pt x="59" y="88116"/>
                  </a:cubicBezTo>
                  <a:cubicBezTo>
                    <a:pt x="20" y="88743"/>
                    <a:pt x="0" y="89372"/>
                    <a:pt x="0" y="90000"/>
                  </a:cubicBezTo>
                  <a:cubicBezTo>
                    <a:pt x="0" y="90628"/>
                    <a:pt x="20" y="91257"/>
                    <a:pt x="59" y="91884"/>
                  </a:cubicBezTo>
                  <a:cubicBezTo>
                    <a:pt x="99" y="92511"/>
                    <a:pt x="158" y="93137"/>
                    <a:pt x="237" y="93760"/>
                  </a:cubicBezTo>
                  <a:cubicBezTo>
                    <a:pt x="315" y="94383"/>
                    <a:pt x="414" y="95004"/>
                    <a:pt x="531" y="95621"/>
                  </a:cubicBezTo>
                  <a:cubicBezTo>
                    <a:pt x="649" y="96239"/>
                    <a:pt x="786" y="96852"/>
                    <a:pt x="943" y="97461"/>
                  </a:cubicBezTo>
                  <a:cubicBezTo>
                    <a:pt x="1099" y="98069"/>
                    <a:pt x="1274" y="98673"/>
                    <a:pt x="1468" y="99271"/>
                  </a:cubicBezTo>
                  <a:cubicBezTo>
                    <a:pt x="1662" y="99868"/>
                    <a:pt x="1875" y="100459"/>
                    <a:pt x="2107" y="101044"/>
                  </a:cubicBezTo>
                  <a:cubicBezTo>
                    <a:pt x="2338" y="101628"/>
                    <a:pt x="2588" y="102205"/>
                    <a:pt x="2855" y="102773"/>
                  </a:cubicBezTo>
                  <a:cubicBezTo>
                    <a:pt x="3123" y="103342"/>
                    <a:pt x="3408" y="103902"/>
                    <a:pt x="3711" y="104453"/>
                  </a:cubicBezTo>
                  <a:cubicBezTo>
                    <a:pt x="4014" y="105003"/>
                    <a:pt x="4333" y="105544"/>
                    <a:pt x="4670" y="106075"/>
                  </a:cubicBezTo>
                  <a:cubicBezTo>
                    <a:pt x="5007" y="106605"/>
                    <a:pt x="5360" y="107125"/>
                    <a:pt x="5729" y="107634"/>
                  </a:cubicBezTo>
                  <a:cubicBezTo>
                    <a:pt x="6099" y="108142"/>
                    <a:pt x="6484" y="108639"/>
                    <a:pt x="6885" y="109123"/>
                  </a:cubicBezTo>
                  <a:cubicBezTo>
                    <a:pt x="7285" y="109607"/>
                    <a:pt x="7701" y="110078"/>
                    <a:pt x="8131" y="110536"/>
                  </a:cubicBezTo>
                  <a:cubicBezTo>
                    <a:pt x="8561" y="110994"/>
                    <a:pt x="9006" y="111439"/>
                    <a:pt x="9464" y="111869"/>
                  </a:cubicBezTo>
                  <a:cubicBezTo>
                    <a:pt x="9922" y="112299"/>
                    <a:pt x="10393" y="112715"/>
                    <a:pt x="10877" y="113115"/>
                  </a:cubicBezTo>
                  <a:cubicBezTo>
                    <a:pt x="11361" y="113516"/>
                    <a:pt x="11858" y="113901"/>
                    <a:pt x="12366" y="114271"/>
                  </a:cubicBezTo>
                  <a:cubicBezTo>
                    <a:pt x="12875" y="114640"/>
                    <a:pt x="13395" y="114993"/>
                    <a:pt x="13925" y="115330"/>
                  </a:cubicBezTo>
                  <a:cubicBezTo>
                    <a:pt x="14456" y="115667"/>
                    <a:pt x="14997" y="115986"/>
                    <a:pt x="15547" y="116289"/>
                  </a:cubicBezTo>
                  <a:cubicBezTo>
                    <a:pt x="16098" y="116592"/>
                    <a:pt x="16658" y="116877"/>
                    <a:pt x="17227" y="117145"/>
                  </a:cubicBezTo>
                  <a:cubicBezTo>
                    <a:pt x="17795" y="117412"/>
                    <a:pt x="18372" y="117662"/>
                    <a:pt x="18956" y="117893"/>
                  </a:cubicBezTo>
                  <a:cubicBezTo>
                    <a:pt x="19541" y="118125"/>
                    <a:pt x="20132" y="118338"/>
                    <a:pt x="20729" y="118532"/>
                  </a:cubicBezTo>
                  <a:cubicBezTo>
                    <a:pt x="21327" y="118726"/>
                    <a:pt x="21931" y="118901"/>
                    <a:pt x="22539" y="119057"/>
                  </a:cubicBezTo>
                  <a:cubicBezTo>
                    <a:pt x="23148" y="119214"/>
                    <a:pt x="23761" y="119351"/>
                    <a:pt x="24379" y="119469"/>
                  </a:cubicBezTo>
                  <a:cubicBezTo>
                    <a:pt x="24996" y="119586"/>
                    <a:pt x="25617" y="119685"/>
                    <a:pt x="26240" y="119763"/>
                  </a:cubicBezTo>
                  <a:cubicBezTo>
                    <a:pt x="26863" y="119842"/>
                    <a:pt x="27489" y="119901"/>
                    <a:pt x="28116" y="119941"/>
                  </a:cubicBezTo>
                  <a:cubicBezTo>
                    <a:pt x="28743" y="119980"/>
                    <a:pt x="29372" y="120000"/>
                    <a:pt x="30000" y="120000"/>
                  </a:cubicBezTo>
                  <a:cubicBezTo>
                    <a:pt x="30628" y="120000"/>
                    <a:pt x="31257" y="119980"/>
                    <a:pt x="31884" y="119941"/>
                  </a:cubicBezTo>
                  <a:cubicBezTo>
                    <a:pt x="32511" y="119901"/>
                    <a:pt x="33137" y="119842"/>
                    <a:pt x="33760" y="119763"/>
                  </a:cubicBezTo>
                  <a:cubicBezTo>
                    <a:pt x="34383" y="119685"/>
                    <a:pt x="35004" y="119586"/>
                    <a:pt x="35621" y="119469"/>
                  </a:cubicBezTo>
                  <a:cubicBezTo>
                    <a:pt x="36239" y="119351"/>
                    <a:pt x="36852" y="119214"/>
                    <a:pt x="37461" y="119057"/>
                  </a:cubicBezTo>
                  <a:cubicBezTo>
                    <a:pt x="38069" y="118901"/>
                    <a:pt x="38673" y="118726"/>
                    <a:pt x="39271" y="118532"/>
                  </a:cubicBezTo>
                  <a:cubicBezTo>
                    <a:pt x="39868" y="118338"/>
                    <a:pt x="40459" y="118125"/>
                    <a:pt x="41044" y="117893"/>
                  </a:cubicBezTo>
                  <a:cubicBezTo>
                    <a:pt x="41628" y="117662"/>
                    <a:pt x="42205" y="117412"/>
                    <a:pt x="42773" y="117145"/>
                  </a:cubicBezTo>
                  <a:cubicBezTo>
                    <a:pt x="43342" y="116877"/>
                    <a:pt x="43902" y="116592"/>
                    <a:pt x="44453" y="116289"/>
                  </a:cubicBezTo>
                  <a:cubicBezTo>
                    <a:pt x="45003" y="115986"/>
                    <a:pt x="45544" y="115667"/>
                    <a:pt x="46075" y="115330"/>
                  </a:cubicBezTo>
                  <a:cubicBezTo>
                    <a:pt x="46605" y="114993"/>
                    <a:pt x="47125" y="114640"/>
                    <a:pt x="47634" y="114271"/>
                  </a:cubicBezTo>
                  <a:cubicBezTo>
                    <a:pt x="48142" y="113901"/>
                    <a:pt x="48639" y="113516"/>
                    <a:pt x="49123" y="113115"/>
                  </a:cubicBezTo>
                  <a:cubicBezTo>
                    <a:pt x="49607" y="112715"/>
                    <a:pt x="50078" y="112299"/>
                    <a:pt x="50536" y="111869"/>
                  </a:cubicBezTo>
                  <a:cubicBezTo>
                    <a:pt x="50994" y="111439"/>
                    <a:pt x="51439" y="110994"/>
                    <a:pt x="51869" y="110536"/>
                  </a:cubicBezTo>
                  <a:cubicBezTo>
                    <a:pt x="52299" y="110078"/>
                    <a:pt x="52715" y="109607"/>
                    <a:pt x="53115" y="109123"/>
                  </a:cubicBezTo>
                  <a:cubicBezTo>
                    <a:pt x="53516" y="108639"/>
                    <a:pt x="53901" y="108142"/>
                    <a:pt x="54271" y="107634"/>
                  </a:cubicBezTo>
                  <a:cubicBezTo>
                    <a:pt x="54640" y="107125"/>
                    <a:pt x="54993" y="106605"/>
                    <a:pt x="55330" y="106075"/>
                  </a:cubicBezTo>
                  <a:cubicBezTo>
                    <a:pt x="55667" y="105544"/>
                    <a:pt x="55986" y="105003"/>
                    <a:pt x="56289" y="104453"/>
                  </a:cubicBezTo>
                  <a:cubicBezTo>
                    <a:pt x="56592" y="103902"/>
                    <a:pt x="56877" y="103342"/>
                    <a:pt x="57145" y="102773"/>
                  </a:cubicBezTo>
                  <a:cubicBezTo>
                    <a:pt x="57412" y="102205"/>
                    <a:pt x="57662" y="101628"/>
                    <a:pt x="57893" y="101044"/>
                  </a:cubicBezTo>
                  <a:cubicBezTo>
                    <a:pt x="58125" y="100459"/>
                    <a:pt x="58338" y="99868"/>
                    <a:pt x="58532" y="99271"/>
                  </a:cubicBezTo>
                  <a:cubicBezTo>
                    <a:pt x="58726" y="98673"/>
                    <a:pt x="58901" y="98069"/>
                    <a:pt x="59057" y="97461"/>
                  </a:cubicBezTo>
                  <a:cubicBezTo>
                    <a:pt x="59214" y="96852"/>
                    <a:pt x="59351" y="96239"/>
                    <a:pt x="59469" y="95621"/>
                  </a:cubicBezTo>
                  <a:cubicBezTo>
                    <a:pt x="59586" y="95004"/>
                    <a:pt x="59685" y="94383"/>
                    <a:pt x="59763" y="93760"/>
                  </a:cubicBezTo>
                  <a:cubicBezTo>
                    <a:pt x="59842" y="93137"/>
                    <a:pt x="59901" y="92511"/>
                    <a:pt x="59941" y="91884"/>
                  </a:cubicBezTo>
                  <a:cubicBezTo>
                    <a:pt x="59980" y="91257"/>
                    <a:pt x="60000" y="90628"/>
                    <a:pt x="60000" y="90000"/>
                  </a:cubicBezTo>
                  <a:moveTo>
                    <a:pt x="30000" y="60000"/>
                  </a:moveTo>
                  <a:lnTo>
                    <a:pt x="40000" y="60000"/>
                  </a:lnTo>
                  <a:moveTo>
                    <a:pt x="90000" y="60000"/>
                  </a:moveTo>
                  <a:cubicBezTo>
                    <a:pt x="90628" y="60000"/>
                    <a:pt x="91257" y="60020"/>
                    <a:pt x="91884" y="60059"/>
                  </a:cubicBezTo>
                  <a:cubicBezTo>
                    <a:pt x="92511" y="60099"/>
                    <a:pt x="93137" y="60158"/>
                    <a:pt x="93760" y="60237"/>
                  </a:cubicBezTo>
                  <a:cubicBezTo>
                    <a:pt x="94383" y="60315"/>
                    <a:pt x="95004" y="60414"/>
                    <a:pt x="95621" y="60531"/>
                  </a:cubicBezTo>
                  <a:cubicBezTo>
                    <a:pt x="96239" y="60649"/>
                    <a:pt x="96852" y="60786"/>
                    <a:pt x="97461" y="60943"/>
                  </a:cubicBezTo>
                  <a:cubicBezTo>
                    <a:pt x="98069" y="61099"/>
                    <a:pt x="98673" y="61274"/>
                    <a:pt x="99271" y="61468"/>
                  </a:cubicBezTo>
                  <a:cubicBezTo>
                    <a:pt x="99868" y="61662"/>
                    <a:pt x="100459" y="61875"/>
                    <a:pt x="101044" y="62107"/>
                  </a:cubicBezTo>
                  <a:cubicBezTo>
                    <a:pt x="101628" y="62338"/>
                    <a:pt x="102205" y="62588"/>
                    <a:pt x="102773" y="62855"/>
                  </a:cubicBezTo>
                  <a:cubicBezTo>
                    <a:pt x="103342" y="63123"/>
                    <a:pt x="103902" y="63408"/>
                    <a:pt x="104453" y="63711"/>
                  </a:cubicBezTo>
                  <a:cubicBezTo>
                    <a:pt x="105003" y="64014"/>
                    <a:pt x="105544" y="64333"/>
                    <a:pt x="106075" y="64670"/>
                  </a:cubicBezTo>
                  <a:cubicBezTo>
                    <a:pt x="106605" y="65007"/>
                    <a:pt x="107125" y="65360"/>
                    <a:pt x="107634" y="65729"/>
                  </a:cubicBezTo>
                  <a:cubicBezTo>
                    <a:pt x="108142" y="66099"/>
                    <a:pt x="108639" y="66484"/>
                    <a:pt x="109123" y="66885"/>
                  </a:cubicBezTo>
                  <a:cubicBezTo>
                    <a:pt x="109607" y="67285"/>
                    <a:pt x="110078" y="67701"/>
                    <a:pt x="110536" y="68131"/>
                  </a:cubicBezTo>
                  <a:cubicBezTo>
                    <a:pt x="110994" y="68561"/>
                    <a:pt x="111439" y="69006"/>
                    <a:pt x="111869" y="69464"/>
                  </a:cubicBezTo>
                  <a:cubicBezTo>
                    <a:pt x="112299" y="69922"/>
                    <a:pt x="112715" y="70393"/>
                    <a:pt x="113115" y="70877"/>
                  </a:cubicBezTo>
                  <a:cubicBezTo>
                    <a:pt x="113516" y="71361"/>
                    <a:pt x="113901" y="71858"/>
                    <a:pt x="114271" y="72366"/>
                  </a:cubicBezTo>
                  <a:cubicBezTo>
                    <a:pt x="114640" y="72875"/>
                    <a:pt x="114993" y="73395"/>
                    <a:pt x="115330" y="73925"/>
                  </a:cubicBezTo>
                  <a:cubicBezTo>
                    <a:pt x="115667" y="74456"/>
                    <a:pt x="115986" y="74997"/>
                    <a:pt x="116289" y="75547"/>
                  </a:cubicBezTo>
                  <a:cubicBezTo>
                    <a:pt x="116592" y="76098"/>
                    <a:pt x="116877" y="76658"/>
                    <a:pt x="117145" y="77227"/>
                  </a:cubicBezTo>
                  <a:cubicBezTo>
                    <a:pt x="117412" y="77795"/>
                    <a:pt x="117662" y="78372"/>
                    <a:pt x="117893" y="78956"/>
                  </a:cubicBezTo>
                  <a:cubicBezTo>
                    <a:pt x="118125" y="79541"/>
                    <a:pt x="118338" y="80132"/>
                    <a:pt x="118532" y="80729"/>
                  </a:cubicBezTo>
                  <a:cubicBezTo>
                    <a:pt x="118726" y="81327"/>
                    <a:pt x="118901" y="81931"/>
                    <a:pt x="119057" y="82539"/>
                  </a:cubicBezTo>
                  <a:cubicBezTo>
                    <a:pt x="119214" y="83148"/>
                    <a:pt x="119351" y="83761"/>
                    <a:pt x="119469" y="84379"/>
                  </a:cubicBezTo>
                  <a:cubicBezTo>
                    <a:pt x="119586" y="84996"/>
                    <a:pt x="119685" y="85617"/>
                    <a:pt x="119763" y="86240"/>
                  </a:cubicBezTo>
                  <a:cubicBezTo>
                    <a:pt x="119842" y="86863"/>
                    <a:pt x="119901" y="87489"/>
                    <a:pt x="119941" y="88116"/>
                  </a:cubicBezTo>
                  <a:cubicBezTo>
                    <a:pt x="119980" y="88743"/>
                    <a:pt x="120000" y="89372"/>
                    <a:pt x="120000" y="90000"/>
                  </a:cubicBezTo>
                  <a:cubicBezTo>
                    <a:pt x="120000" y="90628"/>
                    <a:pt x="119980" y="91257"/>
                    <a:pt x="119941" y="91884"/>
                  </a:cubicBezTo>
                  <a:cubicBezTo>
                    <a:pt x="119901" y="92511"/>
                    <a:pt x="119842" y="93137"/>
                    <a:pt x="119763" y="93760"/>
                  </a:cubicBezTo>
                  <a:cubicBezTo>
                    <a:pt x="119685" y="94383"/>
                    <a:pt x="119586" y="95004"/>
                    <a:pt x="119469" y="95621"/>
                  </a:cubicBezTo>
                  <a:cubicBezTo>
                    <a:pt x="119351" y="96239"/>
                    <a:pt x="119214" y="96852"/>
                    <a:pt x="119057" y="97461"/>
                  </a:cubicBezTo>
                  <a:cubicBezTo>
                    <a:pt x="118901" y="98069"/>
                    <a:pt x="118726" y="98673"/>
                    <a:pt x="118532" y="99271"/>
                  </a:cubicBezTo>
                  <a:cubicBezTo>
                    <a:pt x="118338" y="99868"/>
                    <a:pt x="118125" y="100459"/>
                    <a:pt x="117893" y="101044"/>
                  </a:cubicBezTo>
                  <a:cubicBezTo>
                    <a:pt x="117662" y="101628"/>
                    <a:pt x="117412" y="102205"/>
                    <a:pt x="117145" y="102773"/>
                  </a:cubicBezTo>
                  <a:cubicBezTo>
                    <a:pt x="116877" y="103342"/>
                    <a:pt x="116592" y="103902"/>
                    <a:pt x="116289" y="104453"/>
                  </a:cubicBezTo>
                  <a:cubicBezTo>
                    <a:pt x="115986" y="105003"/>
                    <a:pt x="115667" y="105544"/>
                    <a:pt x="115330" y="106075"/>
                  </a:cubicBezTo>
                  <a:cubicBezTo>
                    <a:pt x="114993" y="106605"/>
                    <a:pt x="114640" y="107125"/>
                    <a:pt x="114271" y="107634"/>
                  </a:cubicBezTo>
                  <a:cubicBezTo>
                    <a:pt x="113901" y="108142"/>
                    <a:pt x="113516" y="108639"/>
                    <a:pt x="113115" y="109123"/>
                  </a:cubicBezTo>
                  <a:cubicBezTo>
                    <a:pt x="112715" y="109607"/>
                    <a:pt x="112299" y="110078"/>
                    <a:pt x="111869" y="110536"/>
                  </a:cubicBezTo>
                  <a:cubicBezTo>
                    <a:pt x="111439" y="110994"/>
                    <a:pt x="110994" y="111439"/>
                    <a:pt x="110536" y="111869"/>
                  </a:cubicBezTo>
                  <a:cubicBezTo>
                    <a:pt x="110078" y="112299"/>
                    <a:pt x="109607" y="112715"/>
                    <a:pt x="109123" y="113115"/>
                  </a:cubicBezTo>
                  <a:cubicBezTo>
                    <a:pt x="108639" y="113516"/>
                    <a:pt x="108142" y="113901"/>
                    <a:pt x="107634" y="114271"/>
                  </a:cubicBezTo>
                  <a:cubicBezTo>
                    <a:pt x="107125" y="114640"/>
                    <a:pt x="106605" y="114993"/>
                    <a:pt x="106075" y="115330"/>
                  </a:cubicBezTo>
                  <a:cubicBezTo>
                    <a:pt x="105544" y="115667"/>
                    <a:pt x="105003" y="115986"/>
                    <a:pt x="104453" y="116289"/>
                  </a:cubicBezTo>
                  <a:cubicBezTo>
                    <a:pt x="103902" y="116592"/>
                    <a:pt x="103342" y="116877"/>
                    <a:pt x="102773" y="117145"/>
                  </a:cubicBezTo>
                  <a:cubicBezTo>
                    <a:pt x="102205" y="117412"/>
                    <a:pt x="101628" y="117662"/>
                    <a:pt x="101044" y="117893"/>
                  </a:cubicBezTo>
                  <a:cubicBezTo>
                    <a:pt x="100459" y="118125"/>
                    <a:pt x="99868" y="118338"/>
                    <a:pt x="99271" y="118532"/>
                  </a:cubicBezTo>
                  <a:cubicBezTo>
                    <a:pt x="98673" y="118726"/>
                    <a:pt x="98069" y="118901"/>
                    <a:pt x="97461" y="119057"/>
                  </a:cubicBezTo>
                  <a:cubicBezTo>
                    <a:pt x="96852" y="119214"/>
                    <a:pt x="96239" y="119351"/>
                    <a:pt x="95621" y="119469"/>
                  </a:cubicBezTo>
                  <a:cubicBezTo>
                    <a:pt x="95004" y="119586"/>
                    <a:pt x="94383" y="119685"/>
                    <a:pt x="93760" y="119763"/>
                  </a:cubicBezTo>
                  <a:cubicBezTo>
                    <a:pt x="93137" y="119842"/>
                    <a:pt x="92511" y="119901"/>
                    <a:pt x="91884" y="119941"/>
                  </a:cubicBezTo>
                  <a:cubicBezTo>
                    <a:pt x="91257" y="119980"/>
                    <a:pt x="90628" y="120000"/>
                    <a:pt x="90000" y="120000"/>
                  </a:cubicBezTo>
                  <a:cubicBezTo>
                    <a:pt x="89372" y="120000"/>
                    <a:pt x="88743" y="119980"/>
                    <a:pt x="88116" y="119941"/>
                  </a:cubicBezTo>
                  <a:cubicBezTo>
                    <a:pt x="87489" y="119901"/>
                    <a:pt x="86863" y="119842"/>
                    <a:pt x="86240" y="119763"/>
                  </a:cubicBezTo>
                  <a:cubicBezTo>
                    <a:pt x="85617" y="119685"/>
                    <a:pt x="84996" y="119586"/>
                    <a:pt x="84379" y="119469"/>
                  </a:cubicBezTo>
                  <a:cubicBezTo>
                    <a:pt x="83761" y="119351"/>
                    <a:pt x="83148" y="119214"/>
                    <a:pt x="82539" y="119057"/>
                  </a:cubicBezTo>
                  <a:cubicBezTo>
                    <a:pt x="81931" y="118901"/>
                    <a:pt x="81327" y="118726"/>
                    <a:pt x="80729" y="118532"/>
                  </a:cubicBezTo>
                  <a:cubicBezTo>
                    <a:pt x="80132" y="118338"/>
                    <a:pt x="79541" y="118125"/>
                    <a:pt x="78956" y="117893"/>
                  </a:cubicBezTo>
                  <a:cubicBezTo>
                    <a:pt x="78372" y="117662"/>
                    <a:pt x="77795" y="117412"/>
                    <a:pt x="77227" y="117145"/>
                  </a:cubicBezTo>
                  <a:cubicBezTo>
                    <a:pt x="76658" y="116877"/>
                    <a:pt x="76098" y="116592"/>
                    <a:pt x="75547" y="116289"/>
                  </a:cubicBezTo>
                  <a:cubicBezTo>
                    <a:pt x="74997" y="115986"/>
                    <a:pt x="74456" y="115667"/>
                    <a:pt x="73925" y="115330"/>
                  </a:cubicBezTo>
                  <a:cubicBezTo>
                    <a:pt x="73395" y="114993"/>
                    <a:pt x="72875" y="114640"/>
                    <a:pt x="72366" y="114271"/>
                  </a:cubicBezTo>
                  <a:cubicBezTo>
                    <a:pt x="71858" y="113901"/>
                    <a:pt x="71361" y="113516"/>
                    <a:pt x="70877" y="113115"/>
                  </a:cubicBezTo>
                  <a:cubicBezTo>
                    <a:pt x="70393" y="112715"/>
                    <a:pt x="69922" y="112299"/>
                    <a:pt x="69464" y="111869"/>
                  </a:cubicBezTo>
                  <a:cubicBezTo>
                    <a:pt x="69006" y="111439"/>
                    <a:pt x="68561" y="110994"/>
                    <a:pt x="68131" y="110536"/>
                  </a:cubicBezTo>
                  <a:cubicBezTo>
                    <a:pt x="67701" y="110078"/>
                    <a:pt x="67285" y="109607"/>
                    <a:pt x="66885" y="109123"/>
                  </a:cubicBezTo>
                  <a:cubicBezTo>
                    <a:pt x="66484" y="108639"/>
                    <a:pt x="66099" y="108142"/>
                    <a:pt x="65729" y="107634"/>
                  </a:cubicBezTo>
                  <a:cubicBezTo>
                    <a:pt x="65360" y="107125"/>
                    <a:pt x="65007" y="106605"/>
                    <a:pt x="64670" y="106075"/>
                  </a:cubicBezTo>
                  <a:cubicBezTo>
                    <a:pt x="64333" y="105544"/>
                    <a:pt x="64014" y="105003"/>
                    <a:pt x="63711" y="104453"/>
                  </a:cubicBezTo>
                  <a:cubicBezTo>
                    <a:pt x="63408" y="103902"/>
                    <a:pt x="63123" y="103342"/>
                    <a:pt x="62855" y="102773"/>
                  </a:cubicBezTo>
                  <a:cubicBezTo>
                    <a:pt x="62588" y="102205"/>
                    <a:pt x="62338" y="101628"/>
                    <a:pt x="62107" y="101044"/>
                  </a:cubicBezTo>
                  <a:cubicBezTo>
                    <a:pt x="61875" y="100459"/>
                    <a:pt x="61662" y="99868"/>
                    <a:pt x="61468" y="99271"/>
                  </a:cubicBezTo>
                  <a:cubicBezTo>
                    <a:pt x="61274" y="98673"/>
                    <a:pt x="61099" y="98069"/>
                    <a:pt x="60943" y="97461"/>
                  </a:cubicBezTo>
                  <a:cubicBezTo>
                    <a:pt x="60786" y="96852"/>
                    <a:pt x="60649" y="96239"/>
                    <a:pt x="60531" y="95621"/>
                  </a:cubicBezTo>
                  <a:cubicBezTo>
                    <a:pt x="60414" y="95004"/>
                    <a:pt x="60315" y="94383"/>
                    <a:pt x="60237" y="93760"/>
                  </a:cubicBezTo>
                  <a:cubicBezTo>
                    <a:pt x="60158" y="93137"/>
                    <a:pt x="60099" y="92511"/>
                    <a:pt x="60059" y="91884"/>
                  </a:cubicBezTo>
                  <a:cubicBezTo>
                    <a:pt x="60020" y="91257"/>
                    <a:pt x="60000" y="90628"/>
                    <a:pt x="60000" y="90000"/>
                  </a:cubicBezTo>
                  <a:moveTo>
                    <a:pt x="90000" y="60000"/>
                  </a:moveTo>
                  <a:lnTo>
                    <a:pt x="80000" y="60000"/>
                  </a:lnTo>
                  <a:moveTo>
                    <a:pt x="60000" y="90000"/>
                  </a:moveTo>
                  <a:lnTo>
                    <a:pt x="6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" name="probe-lucide-flower-2-part-2"/>
            <p:cNvSpPr/>
            <p:nvPr/>
          </p:nvSpPr>
          <p:spPr>
            <a:xfrm>
              <a:off x="100000" y="6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6" name="probe-lucide-flower-2-part-3"/>
            <p:cNvSpPr/>
            <p:nvPr/>
          </p:nvSpPr>
          <p:spPr>
            <a:xfrm>
              <a:off x="120000" y="100000"/>
              <a:ext cx="10" cy="120000"/>
            </a:xfrm>
            <a:custGeom>
              <a:avLst/>
              <a:gdLst/>
              <a:ahLst/>
              <a:cxnLst/>
              <a:rect l="0" t="0" r="r" b="b"/>
              <a:pathLst>
                <a:path w="10" h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7" name="probe-lucide-flower-2-part-4"/>
            <p:cNvSpPr/>
            <p:nvPr/>
          </p:nvSpPr>
          <p:spPr>
            <a:xfrm>
              <a:off x="120000" y="170000"/>
              <a:ext cx="70000" cy="50000"/>
            </a:xfrm>
            <a:custGeom>
              <a:avLst/>
              <a:gdLst/>
              <a:ahLst/>
              <a:cxnLst/>
              <a:rect l="0" t="0" r="r" b="b"/>
              <a:pathLst>
                <a:path w="70000" h="50000">
                  <a:moveTo>
                    <a:pt x="0" y="50000"/>
                  </a:moveTo>
                  <a:cubicBezTo>
                    <a:pt x="42000" y="50000"/>
                    <a:pt x="70000" y="33330"/>
                    <a:pt x="70000" y="0"/>
                  </a:cubicBezTo>
                  <a:cubicBezTo>
                    <a:pt x="28000" y="0"/>
                    <a:pt x="0" y="16670"/>
                    <a:pt x="0" y="5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8" name="probe-lucide-flower-2-part-5"/>
            <p:cNvSpPr/>
            <p:nvPr/>
          </p:nvSpPr>
          <p:spPr>
            <a:xfrm>
              <a:off x="50000" y="170000"/>
              <a:ext cx="70000" cy="50000"/>
            </a:xfrm>
            <a:custGeom>
              <a:avLst/>
              <a:gdLst/>
              <a:ahLst/>
              <a:cxnLst/>
              <a:rect l="0" t="0" r="r" b="b"/>
              <a:pathLst>
                <a:path w="70000" h="50000">
                  <a:moveTo>
                    <a:pt x="70000" y="50000"/>
                  </a:moveTo>
                  <a:cubicBezTo>
                    <a:pt x="28000" y="50000"/>
                    <a:pt x="0" y="33330"/>
                    <a:pt x="0" y="0"/>
                  </a:cubicBezTo>
                  <a:cubicBezTo>
                    <a:pt x="42000" y="0"/>
                    <a:pt x="70000" y="16670"/>
                    <a:pt x="70000" y="5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9" name="probe-lucide-leaf" descr="leaf — Lucide Icons and Contributors; preserve the bundled full upstream license. Source: https://github.com/lucide-icons/lucide/blob/20aef31db93fe4d9f398dbb15b120d99c48eef95/icons/leaf.svg; SVG SHA256: ac2b65d8d35b5038c9388cd1f161e74570fce6ef6a4c3d99a6b0c2bd68e0cb28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80" name="probe-lucide-leaf-part-1"/>
            <p:cNvSpPr/>
            <p:nvPr/>
          </p:nvSpPr>
          <p:spPr>
            <a:xfrm>
              <a:off x="39788" y="20002"/>
              <a:ext cx="170212" cy="179999"/>
            </a:xfrm>
            <a:custGeom>
              <a:avLst/>
              <a:gdLst/>
              <a:ahLst/>
              <a:cxnLst/>
              <a:rect l="0" t="0" r="r" b="b"/>
              <a:pathLst>
                <a:path w="170212" h="179999">
                  <a:moveTo>
                    <a:pt x="70212" y="179998"/>
                  </a:moveTo>
                  <a:cubicBezTo>
                    <a:pt x="72307" y="179998"/>
                    <a:pt x="74401" y="179933"/>
                    <a:pt x="76491" y="179801"/>
                  </a:cubicBezTo>
                  <a:cubicBezTo>
                    <a:pt x="78582" y="179670"/>
                    <a:pt x="80667" y="179472"/>
                    <a:pt x="82745" y="179210"/>
                  </a:cubicBezTo>
                  <a:cubicBezTo>
                    <a:pt x="84823" y="178947"/>
                    <a:pt x="86893" y="178620"/>
                    <a:pt x="88950" y="178227"/>
                  </a:cubicBezTo>
                  <a:cubicBezTo>
                    <a:pt x="91008" y="177835"/>
                    <a:pt x="93052" y="177378"/>
                    <a:pt x="95081" y="176857"/>
                  </a:cubicBezTo>
                  <a:cubicBezTo>
                    <a:pt x="97110" y="176336"/>
                    <a:pt x="99122" y="175751"/>
                    <a:pt x="101114" y="175104"/>
                  </a:cubicBezTo>
                  <a:cubicBezTo>
                    <a:pt x="103106" y="174457"/>
                    <a:pt x="105077" y="173747"/>
                    <a:pt x="107025" y="172976"/>
                  </a:cubicBezTo>
                  <a:cubicBezTo>
                    <a:pt x="108972" y="172205"/>
                    <a:pt x="110895" y="171373"/>
                    <a:pt x="112790" y="170481"/>
                  </a:cubicBezTo>
                  <a:cubicBezTo>
                    <a:pt x="114685" y="169589"/>
                    <a:pt x="116552" y="168638"/>
                    <a:pt x="118387" y="167629"/>
                  </a:cubicBezTo>
                  <a:cubicBezTo>
                    <a:pt x="120223" y="166620"/>
                    <a:pt x="122026" y="165553"/>
                    <a:pt x="123795" y="164431"/>
                  </a:cubicBezTo>
                  <a:cubicBezTo>
                    <a:pt x="125563" y="163309"/>
                    <a:pt x="127296" y="162131"/>
                    <a:pt x="128991" y="160900"/>
                  </a:cubicBezTo>
                  <a:cubicBezTo>
                    <a:pt x="130685" y="159669"/>
                    <a:pt x="132341" y="158385"/>
                    <a:pt x="133954" y="157050"/>
                  </a:cubicBezTo>
                  <a:cubicBezTo>
                    <a:pt x="135568" y="155715"/>
                    <a:pt x="137140" y="154329"/>
                    <a:pt x="138667" y="152895"/>
                  </a:cubicBezTo>
                  <a:cubicBezTo>
                    <a:pt x="140194" y="151461"/>
                    <a:pt x="141675" y="149980"/>
                    <a:pt x="143109" y="148453"/>
                  </a:cubicBezTo>
                  <a:cubicBezTo>
                    <a:pt x="144543" y="146926"/>
                    <a:pt x="145928" y="145355"/>
                    <a:pt x="147263" y="143741"/>
                  </a:cubicBezTo>
                  <a:cubicBezTo>
                    <a:pt x="148599" y="142127"/>
                    <a:pt x="149883" y="140471"/>
                    <a:pt x="151114" y="138777"/>
                  </a:cubicBezTo>
                  <a:cubicBezTo>
                    <a:pt x="152345" y="137082"/>
                    <a:pt x="153523" y="135350"/>
                    <a:pt x="154645" y="133581"/>
                  </a:cubicBezTo>
                  <a:cubicBezTo>
                    <a:pt x="155767" y="131813"/>
                    <a:pt x="156834" y="130009"/>
                    <a:pt x="157843" y="128174"/>
                  </a:cubicBezTo>
                  <a:cubicBezTo>
                    <a:pt x="158852" y="126338"/>
                    <a:pt x="159803" y="124472"/>
                    <a:pt x="160695" y="122576"/>
                  </a:cubicBezTo>
                  <a:cubicBezTo>
                    <a:pt x="161587" y="120681"/>
                    <a:pt x="162419" y="118758"/>
                    <a:pt x="163190" y="116811"/>
                  </a:cubicBezTo>
                  <a:cubicBezTo>
                    <a:pt x="163961" y="114863"/>
                    <a:pt x="164670" y="112892"/>
                    <a:pt x="165318" y="110900"/>
                  </a:cubicBezTo>
                  <a:cubicBezTo>
                    <a:pt x="165965" y="108908"/>
                    <a:pt x="166549" y="106896"/>
                    <a:pt x="167070" y="104867"/>
                  </a:cubicBezTo>
                  <a:cubicBezTo>
                    <a:pt x="167591" y="102839"/>
                    <a:pt x="168048" y="100794"/>
                    <a:pt x="168441" y="98736"/>
                  </a:cubicBezTo>
                  <a:cubicBezTo>
                    <a:pt x="168833" y="96679"/>
                    <a:pt x="169161" y="94610"/>
                    <a:pt x="169424" y="92532"/>
                  </a:cubicBezTo>
                  <a:cubicBezTo>
                    <a:pt x="169686" y="90454"/>
                    <a:pt x="169883" y="88368"/>
                    <a:pt x="170015" y="86277"/>
                  </a:cubicBezTo>
                  <a:cubicBezTo>
                    <a:pt x="170146" y="84187"/>
                    <a:pt x="170212" y="82093"/>
                    <a:pt x="170212" y="79998"/>
                  </a:cubicBezTo>
                  <a:cubicBezTo>
                    <a:pt x="170215" y="75078"/>
                    <a:pt x="170078" y="70159"/>
                    <a:pt x="169800" y="65246"/>
                  </a:cubicBezTo>
                  <a:cubicBezTo>
                    <a:pt x="169523" y="60334"/>
                    <a:pt x="169106" y="55431"/>
                    <a:pt x="168549" y="50542"/>
                  </a:cubicBezTo>
                  <a:cubicBezTo>
                    <a:pt x="167992" y="45653"/>
                    <a:pt x="167296" y="40781"/>
                    <a:pt x="166462" y="35932"/>
                  </a:cubicBezTo>
                  <a:cubicBezTo>
                    <a:pt x="165628" y="31083"/>
                    <a:pt x="164656" y="26259"/>
                    <a:pt x="163547" y="21466"/>
                  </a:cubicBezTo>
                  <a:cubicBezTo>
                    <a:pt x="162438" y="16672"/>
                    <a:pt x="161192" y="11911"/>
                    <a:pt x="159812" y="7188"/>
                  </a:cubicBezTo>
                  <a:cubicBezTo>
                    <a:pt x="159755" y="6992"/>
                    <a:pt x="159691" y="6798"/>
                    <a:pt x="159622" y="6606"/>
                  </a:cubicBezTo>
                  <a:cubicBezTo>
                    <a:pt x="159553" y="6414"/>
                    <a:pt x="159477" y="6224"/>
                    <a:pt x="159396" y="6037"/>
                  </a:cubicBezTo>
                  <a:cubicBezTo>
                    <a:pt x="159316" y="5849"/>
                    <a:pt x="159229" y="5664"/>
                    <a:pt x="159137" y="5482"/>
                  </a:cubicBezTo>
                  <a:cubicBezTo>
                    <a:pt x="159044" y="5300"/>
                    <a:pt x="158947" y="5120"/>
                    <a:pt x="158843" y="4944"/>
                  </a:cubicBezTo>
                  <a:cubicBezTo>
                    <a:pt x="158740" y="4768"/>
                    <a:pt x="158631" y="4595"/>
                    <a:pt x="158518" y="4426"/>
                  </a:cubicBezTo>
                  <a:cubicBezTo>
                    <a:pt x="158404" y="4256"/>
                    <a:pt x="158285" y="4090"/>
                    <a:pt x="158161" y="3928"/>
                  </a:cubicBezTo>
                  <a:cubicBezTo>
                    <a:pt x="158037" y="3765"/>
                    <a:pt x="157908" y="3607"/>
                    <a:pt x="157774" y="3453"/>
                  </a:cubicBezTo>
                  <a:cubicBezTo>
                    <a:pt x="157640" y="3298"/>
                    <a:pt x="157502" y="3148"/>
                    <a:pt x="157359" y="3002"/>
                  </a:cubicBezTo>
                  <a:cubicBezTo>
                    <a:pt x="157216" y="2856"/>
                    <a:pt x="157069" y="2715"/>
                    <a:pt x="156917" y="2578"/>
                  </a:cubicBezTo>
                  <a:cubicBezTo>
                    <a:pt x="156766" y="2441"/>
                    <a:pt x="156610" y="2309"/>
                    <a:pt x="156450" y="2182"/>
                  </a:cubicBezTo>
                  <a:cubicBezTo>
                    <a:pt x="156291" y="2054"/>
                    <a:pt x="156127" y="1932"/>
                    <a:pt x="155960" y="1815"/>
                  </a:cubicBezTo>
                  <a:cubicBezTo>
                    <a:pt x="155793" y="1697"/>
                    <a:pt x="155622" y="1585"/>
                    <a:pt x="155448" y="1478"/>
                  </a:cubicBezTo>
                  <a:cubicBezTo>
                    <a:pt x="155274" y="1371"/>
                    <a:pt x="155097" y="1270"/>
                    <a:pt x="154917" y="1174"/>
                  </a:cubicBezTo>
                  <a:cubicBezTo>
                    <a:pt x="154736" y="1078"/>
                    <a:pt x="154553" y="987"/>
                    <a:pt x="154367" y="903"/>
                  </a:cubicBezTo>
                  <a:cubicBezTo>
                    <a:pt x="154182" y="818"/>
                    <a:pt x="153993" y="739"/>
                    <a:pt x="153803" y="666"/>
                  </a:cubicBezTo>
                  <a:cubicBezTo>
                    <a:pt x="153612" y="592"/>
                    <a:pt x="153419" y="525"/>
                    <a:pt x="153224" y="463"/>
                  </a:cubicBezTo>
                  <a:cubicBezTo>
                    <a:pt x="153030" y="402"/>
                    <a:pt x="152833" y="347"/>
                    <a:pt x="152635" y="297"/>
                  </a:cubicBezTo>
                  <a:cubicBezTo>
                    <a:pt x="152437" y="248"/>
                    <a:pt x="152237" y="204"/>
                    <a:pt x="152036" y="167"/>
                  </a:cubicBezTo>
                  <a:cubicBezTo>
                    <a:pt x="151836" y="130"/>
                    <a:pt x="151634" y="99"/>
                    <a:pt x="151431" y="74"/>
                  </a:cubicBezTo>
                  <a:cubicBezTo>
                    <a:pt x="151228" y="49"/>
                    <a:pt x="151025" y="31"/>
                    <a:pt x="150821" y="18"/>
                  </a:cubicBezTo>
                  <a:cubicBezTo>
                    <a:pt x="150617" y="6"/>
                    <a:pt x="150413" y="0"/>
                    <a:pt x="150209" y="0"/>
                  </a:cubicBezTo>
                  <a:cubicBezTo>
                    <a:pt x="150005" y="0"/>
                    <a:pt x="149800" y="7"/>
                    <a:pt x="149597" y="19"/>
                  </a:cubicBezTo>
                  <a:cubicBezTo>
                    <a:pt x="149393" y="32"/>
                    <a:pt x="149189" y="51"/>
                    <a:pt x="148987" y="76"/>
                  </a:cubicBezTo>
                  <a:cubicBezTo>
                    <a:pt x="148784" y="101"/>
                    <a:pt x="148582" y="132"/>
                    <a:pt x="148381" y="170"/>
                  </a:cubicBezTo>
                  <a:cubicBezTo>
                    <a:pt x="148181" y="207"/>
                    <a:pt x="147981" y="251"/>
                    <a:pt x="147783" y="300"/>
                  </a:cubicBezTo>
                  <a:cubicBezTo>
                    <a:pt x="147585" y="350"/>
                    <a:pt x="147388" y="406"/>
                    <a:pt x="147194" y="467"/>
                  </a:cubicBezTo>
                  <a:cubicBezTo>
                    <a:pt x="146999" y="529"/>
                    <a:pt x="146806" y="597"/>
                    <a:pt x="146616" y="670"/>
                  </a:cubicBezTo>
                  <a:cubicBezTo>
                    <a:pt x="146425" y="744"/>
                    <a:pt x="146237" y="823"/>
                    <a:pt x="146051" y="908"/>
                  </a:cubicBezTo>
                  <a:cubicBezTo>
                    <a:pt x="145866" y="993"/>
                    <a:pt x="145683" y="1084"/>
                    <a:pt x="145503" y="1180"/>
                  </a:cubicBezTo>
                  <a:cubicBezTo>
                    <a:pt x="145322" y="1276"/>
                    <a:pt x="145145" y="1378"/>
                    <a:pt x="144971" y="1485"/>
                  </a:cubicBezTo>
                  <a:cubicBezTo>
                    <a:pt x="144798" y="1592"/>
                    <a:pt x="144627" y="1705"/>
                    <a:pt x="144460" y="1822"/>
                  </a:cubicBezTo>
                  <a:cubicBezTo>
                    <a:pt x="144293" y="1940"/>
                    <a:pt x="144130" y="2062"/>
                    <a:pt x="143970" y="2190"/>
                  </a:cubicBezTo>
                  <a:cubicBezTo>
                    <a:pt x="143811" y="2318"/>
                    <a:pt x="143655" y="2450"/>
                    <a:pt x="143504" y="2587"/>
                  </a:cubicBezTo>
                  <a:cubicBezTo>
                    <a:pt x="143352" y="2724"/>
                    <a:pt x="143205" y="2866"/>
                    <a:pt x="143062" y="3012"/>
                  </a:cubicBezTo>
                  <a:cubicBezTo>
                    <a:pt x="142920" y="3158"/>
                    <a:pt x="142782" y="3308"/>
                    <a:pt x="142648" y="3463"/>
                  </a:cubicBezTo>
                  <a:cubicBezTo>
                    <a:pt x="142515" y="3617"/>
                    <a:pt x="142386" y="3776"/>
                    <a:pt x="142262" y="3938"/>
                  </a:cubicBezTo>
                  <a:cubicBezTo>
                    <a:pt x="118542" y="34998"/>
                    <a:pt x="90212" y="34998"/>
                    <a:pt x="58212" y="40998"/>
                  </a:cubicBezTo>
                  <a:cubicBezTo>
                    <a:pt x="56786" y="41242"/>
                    <a:pt x="55368" y="41530"/>
                    <a:pt x="53960" y="41861"/>
                  </a:cubicBezTo>
                  <a:cubicBezTo>
                    <a:pt x="52552" y="42193"/>
                    <a:pt x="51155" y="42568"/>
                    <a:pt x="49770" y="42986"/>
                  </a:cubicBezTo>
                  <a:cubicBezTo>
                    <a:pt x="48385" y="43404"/>
                    <a:pt x="47014" y="43865"/>
                    <a:pt x="45658" y="44368"/>
                  </a:cubicBezTo>
                  <a:cubicBezTo>
                    <a:pt x="44301" y="44871"/>
                    <a:pt x="42961" y="45415"/>
                    <a:pt x="41639" y="46002"/>
                  </a:cubicBezTo>
                  <a:cubicBezTo>
                    <a:pt x="40316" y="46588"/>
                    <a:pt x="39012" y="47215"/>
                    <a:pt x="37729" y="47881"/>
                  </a:cubicBezTo>
                  <a:cubicBezTo>
                    <a:pt x="36445" y="48548"/>
                    <a:pt x="35182" y="49255"/>
                    <a:pt x="33943" y="50000"/>
                  </a:cubicBezTo>
                  <a:cubicBezTo>
                    <a:pt x="32703" y="50745"/>
                    <a:pt x="31486" y="51528"/>
                    <a:pt x="30295" y="52349"/>
                  </a:cubicBezTo>
                  <a:cubicBezTo>
                    <a:pt x="29104" y="53169"/>
                    <a:pt x="27938" y="54026"/>
                    <a:pt x="26800" y="54919"/>
                  </a:cubicBezTo>
                  <a:cubicBezTo>
                    <a:pt x="25662" y="55812"/>
                    <a:pt x="24551" y="56740"/>
                    <a:pt x="23471" y="57701"/>
                  </a:cubicBezTo>
                  <a:cubicBezTo>
                    <a:pt x="22390" y="58663"/>
                    <a:pt x="21339" y="59657"/>
                    <a:pt x="20320" y="60684"/>
                  </a:cubicBezTo>
                  <a:cubicBezTo>
                    <a:pt x="19301" y="61711"/>
                    <a:pt x="18314" y="62769"/>
                    <a:pt x="17361" y="63856"/>
                  </a:cubicBezTo>
                  <a:cubicBezTo>
                    <a:pt x="16407" y="64944"/>
                    <a:pt x="15488" y="66061"/>
                    <a:pt x="14604" y="67206"/>
                  </a:cubicBezTo>
                  <a:cubicBezTo>
                    <a:pt x="13719" y="68351"/>
                    <a:pt x="12871" y="69522"/>
                    <a:pt x="12059" y="70720"/>
                  </a:cubicBezTo>
                  <a:cubicBezTo>
                    <a:pt x="11247" y="71917"/>
                    <a:pt x="10473" y="73139"/>
                    <a:pt x="9737" y="74384"/>
                  </a:cubicBezTo>
                  <a:cubicBezTo>
                    <a:pt x="9001" y="75630"/>
                    <a:pt x="8304" y="76898"/>
                    <a:pt x="7647" y="78186"/>
                  </a:cubicBezTo>
                  <a:cubicBezTo>
                    <a:pt x="6989" y="79475"/>
                    <a:pt x="6372" y="80783"/>
                    <a:pt x="5796" y="82110"/>
                  </a:cubicBezTo>
                  <a:cubicBezTo>
                    <a:pt x="5219" y="83437"/>
                    <a:pt x="4684" y="84781"/>
                    <a:pt x="4191" y="86141"/>
                  </a:cubicBezTo>
                  <a:cubicBezTo>
                    <a:pt x="3698" y="87501"/>
                    <a:pt x="3247" y="88875"/>
                    <a:pt x="2840" y="90263"/>
                  </a:cubicBezTo>
                  <a:cubicBezTo>
                    <a:pt x="2432" y="91651"/>
                    <a:pt x="2067" y="93051"/>
                    <a:pt x="1746" y="94462"/>
                  </a:cubicBezTo>
                  <a:cubicBezTo>
                    <a:pt x="1425" y="95872"/>
                    <a:pt x="1148" y="97292"/>
                    <a:pt x="915" y="98720"/>
                  </a:cubicBezTo>
                  <a:cubicBezTo>
                    <a:pt x="682" y="100147"/>
                    <a:pt x="493" y="101582"/>
                    <a:pt x="349" y="103021"/>
                  </a:cubicBezTo>
                  <a:cubicBezTo>
                    <a:pt x="204" y="104460"/>
                    <a:pt x="105" y="105904"/>
                    <a:pt x="50" y="107349"/>
                  </a:cubicBezTo>
                  <a:cubicBezTo>
                    <a:pt x="-5" y="108795"/>
                    <a:pt x="-15" y="110242"/>
                    <a:pt x="20" y="111688"/>
                  </a:cubicBezTo>
                  <a:cubicBezTo>
                    <a:pt x="55" y="113134"/>
                    <a:pt x="135" y="114578"/>
                    <a:pt x="259" y="116019"/>
                  </a:cubicBezTo>
                  <a:cubicBezTo>
                    <a:pt x="384" y="117461"/>
                    <a:pt x="553" y="118898"/>
                    <a:pt x="766" y="120328"/>
                  </a:cubicBezTo>
                  <a:cubicBezTo>
                    <a:pt x="980" y="121759"/>
                    <a:pt x="1238" y="123183"/>
                    <a:pt x="1539" y="124597"/>
                  </a:cubicBezTo>
                  <a:cubicBezTo>
                    <a:pt x="1841" y="126012"/>
                    <a:pt x="2186" y="127417"/>
                    <a:pt x="2575" y="128810"/>
                  </a:cubicBezTo>
                  <a:cubicBezTo>
                    <a:pt x="2964" y="130204"/>
                    <a:pt x="3396" y="131584"/>
                    <a:pt x="3870" y="132951"/>
                  </a:cubicBezTo>
                  <a:cubicBezTo>
                    <a:pt x="4344" y="134317"/>
                    <a:pt x="4861" y="135669"/>
                    <a:pt x="5419" y="137004"/>
                  </a:cubicBezTo>
                  <a:cubicBezTo>
                    <a:pt x="5977" y="138338"/>
                    <a:pt x="6576" y="139655"/>
                    <a:pt x="7216" y="140952"/>
                  </a:cubicBezTo>
                  <a:cubicBezTo>
                    <a:pt x="7855" y="142250"/>
                    <a:pt x="8535" y="143527"/>
                    <a:pt x="9254" y="144782"/>
                  </a:cubicBezTo>
                  <a:cubicBezTo>
                    <a:pt x="9973" y="146038"/>
                    <a:pt x="10730" y="147270"/>
                    <a:pt x="11525" y="148479"/>
                  </a:cubicBezTo>
                  <a:cubicBezTo>
                    <a:pt x="12320" y="149687"/>
                    <a:pt x="13153" y="150870"/>
                    <a:pt x="14021" y="152027"/>
                  </a:cubicBezTo>
                  <a:cubicBezTo>
                    <a:pt x="14890" y="153184"/>
                    <a:pt x="15794" y="154313"/>
                    <a:pt x="16732" y="155414"/>
                  </a:cubicBezTo>
                  <a:cubicBezTo>
                    <a:pt x="17671" y="156515"/>
                    <a:pt x="18643" y="157586"/>
                    <a:pt x="19648" y="158627"/>
                  </a:cubicBezTo>
                  <a:cubicBezTo>
                    <a:pt x="20653" y="159667"/>
                    <a:pt x="21690" y="160676"/>
                    <a:pt x="22757" y="161653"/>
                  </a:cubicBezTo>
                  <a:cubicBezTo>
                    <a:pt x="23825" y="162629"/>
                    <a:pt x="24922" y="163572"/>
                    <a:pt x="26048" y="164480"/>
                  </a:cubicBezTo>
                  <a:cubicBezTo>
                    <a:pt x="27174" y="165388"/>
                    <a:pt x="28327" y="166261"/>
                    <a:pt x="29507" y="167098"/>
                  </a:cubicBezTo>
                  <a:cubicBezTo>
                    <a:pt x="30687" y="167935"/>
                    <a:pt x="31893" y="168735"/>
                    <a:pt x="33122" y="169497"/>
                  </a:cubicBezTo>
                  <a:cubicBezTo>
                    <a:pt x="34352" y="170259"/>
                    <a:pt x="35605" y="170983"/>
                    <a:pt x="36879" y="171667"/>
                  </a:cubicBezTo>
                  <a:cubicBezTo>
                    <a:pt x="38153" y="172351"/>
                    <a:pt x="39448" y="172996"/>
                    <a:pt x="40763" y="173600"/>
                  </a:cubicBezTo>
                  <a:cubicBezTo>
                    <a:pt x="42077" y="174205"/>
                    <a:pt x="43410" y="174768"/>
                    <a:pt x="44759" y="175289"/>
                  </a:cubicBezTo>
                  <a:cubicBezTo>
                    <a:pt x="46108" y="175811"/>
                    <a:pt x="47473" y="176291"/>
                    <a:pt x="48852" y="176728"/>
                  </a:cubicBezTo>
                  <a:cubicBezTo>
                    <a:pt x="50231" y="177165"/>
                    <a:pt x="51623" y="177559"/>
                    <a:pt x="53026" y="177910"/>
                  </a:cubicBezTo>
                  <a:cubicBezTo>
                    <a:pt x="54430" y="178260"/>
                    <a:pt x="55844" y="178568"/>
                    <a:pt x="57266" y="178831"/>
                  </a:cubicBezTo>
                  <a:cubicBezTo>
                    <a:pt x="58688" y="179094"/>
                    <a:pt x="60118" y="179313"/>
                    <a:pt x="61554" y="179487"/>
                  </a:cubicBezTo>
                  <a:cubicBezTo>
                    <a:pt x="62990" y="179662"/>
                    <a:pt x="64431" y="179792"/>
                    <a:pt x="65875" y="179877"/>
                  </a:cubicBezTo>
                  <a:cubicBezTo>
                    <a:pt x="67319" y="179962"/>
                    <a:pt x="68766" y="180003"/>
                    <a:pt x="70212" y="179998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1" name="probe-lucide-leaf-part-2"/>
            <p:cNvSpPr/>
            <p:nvPr/>
          </p:nvSpPr>
          <p:spPr>
            <a:xfrm>
              <a:off x="20000" y="130000"/>
              <a:ext cx="90000" cy="80000"/>
            </a:xfrm>
            <a:custGeom>
              <a:avLst/>
              <a:gdLst/>
              <a:ahLst/>
              <a:cxnLst/>
              <a:rect l="0" t="0" r="r" b="b"/>
              <a:pathLst>
                <a:path w="90000" h="80000">
                  <a:moveTo>
                    <a:pt x="0" y="80000"/>
                  </a:moveTo>
                  <a:cubicBezTo>
                    <a:pt x="0" y="79000"/>
                    <a:pt x="29" y="78000"/>
                    <a:pt x="89" y="77002"/>
                  </a:cubicBezTo>
                  <a:cubicBezTo>
                    <a:pt x="149" y="76003"/>
                    <a:pt x="239" y="75007"/>
                    <a:pt x="358" y="74014"/>
                  </a:cubicBezTo>
                  <a:cubicBezTo>
                    <a:pt x="477" y="73021"/>
                    <a:pt x="627" y="72032"/>
                    <a:pt x="806" y="71048"/>
                  </a:cubicBezTo>
                  <a:cubicBezTo>
                    <a:pt x="984" y="70064"/>
                    <a:pt x="1193" y="69086"/>
                    <a:pt x="1430" y="68114"/>
                  </a:cubicBezTo>
                  <a:cubicBezTo>
                    <a:pt x="1668" y="67143"/>
                    <a:pt x="1934" y="66178"/>
                    <a:pt x="2229" y="65223"/>
                  </a:cubicBezTo>
                  <a:cubicBezTo>
                    <a:pt x="2525" y="64267"/>
                    <a:pt x="2849" y="63321"/>
                    <a:pt x="3201" y="62385"/>
                  </a:cubicBezTo>
                  <a:cubicBezTo>
                    <a:pt x="3553" y="61449"/>
                    <a:pt x="3933" y="60524"/>
                    <a:pt x="4340" y="59610"/>
                  </a:cubicBezTo>
                  <a:cubicBezTo>
                    <a:pt x="4748" y="58697"/>
                    <a:pt x="5183" y="57796"/>
                    <a:pt x="5645" y="56909"/>
                  </a:cubicBezTo>
                  <a:cubicBezTo>
                    <a:pt x="6106" y="56022"/>
                    <a:pt x="6594" y="55149"/>
                    <a:pt x="7108" y="54291"/>
                  </a:cubicBezTo>
                  <a:cubicBezTo>
                    <a:pt x="7622" y="53433"/>
                    <a:pt x="8162" y="52590"/>
                    <a:pt x="8726" y="51765"/>
                  </a:cubicBezTo>
                  <a:cubicBezTo>
                    <a:pt x="9291" y="50939"/>
                    <a:pt x="9880" y="50131"/>
                    <a:pt x="10493" y="49341"/>
                  </a:cubicBezTo>
                  <a:cubicBezTo>
                    <a:pt x="11106" y="48550"/>
                    <a:pt x="11743" y="47779"/>
                    <a:pt x="12402" y="47027"/>
                  </a:cubicBezTo>
                  <a:cubicBezTo>
                    <a:pt x="13061" y="46275"/>
                    <a:pt x="13743" y="45543"/>
                    <a:pt x="14446" y="44831"/>
                  </a:cubicBezTo>
                  <a:cubicBezTo>
                    <a:pt x="15149" y="44120"/>
                    <a:pt x="15874" y="43430"/>
                    <a:pt x="16618" y="42763"/>
                  </a:cubicBezTo>
                  <a:cubicBezTo>
                    <a:pt x="17363" y="42095"/>
                    <a:pt x="18127" y="41450"/>
                    <a:pt x="18910" y="40828"/>
                  </a:cubicBezTo>
                  <a:cubicBezTo>
                    <a:pt x="19694" y="40206"/>
                    <a:pt x="20495" y="39608"/>
                    <a:pt x="21315" y="39034"/>
                  </a:cubicBezTo>
                  <a:cubicBezTo>
                    <a:pt x="22134" y="38460"/>
                    <a:pt x="22970" y="37911"/>
                    <a:pt x="23822" y="37388"/>
                  </a:cubicBezTo>
                  <a:cubicBezTo>
                    <a:pt x="24674" y="36864"/>
                    <a:pt x="25542" y="36366"/>
                    <a:pt x="26424" y="35894"/>
                  </a:cubicBezTo>
                  <a:cubicBezTo>
                    <a:pt x="27305" y="35423"/>
                    <a:pt x="28201" y="34978"/>
                    <a:pt x="29110" y="34560"/>
                  </a:cubicBezTo>
                  <a:cubicBezTo>
                    <a:pt x="56130" y="22120"/>
                    <a:pt x="63510" y="22400"/>
                    <a:pt x="90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2" name="probe-lucide-paw-print" descr="paw-print — Lucide Icons and Contributors; preserve the bundled full upstream license. Source: https://github.com/lucide-icons/lucide/blob/20aef31db93fe4d9f398dbb15b120d99c48eef95/icons/paw-print.svg; SVG SHA256: 578001404e63e57af3da69c739f247f20d4ccc8a40882123c352d4160fe63996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83" name="probe-lucide-paw-print-part-1"/>
            <p:cNvSpPr/>
            <p:nvPr/>
          </p:nvSpPr>
          <p:spPr>
            <a:xfrm>
              <a:off x="90000" y="2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4" name="probe-lucide-paw-print-part-2"/>
            <p:cNvSpPr/>
            <p:nvPr/>
          </p:nvSpPr>
          <p:spPr>
            <a:xfrm>
              <a:off x="160000" y="6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5" name="probe-lucide-paw-print-part-3"/>
            <p:cNvSpPr/>
            <p:nvPr/>
          </p:nvSpPr>
          <p:spPr>
            <a:xfrm>
              <a:off x="180000" y="14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20000"/>
                  </a:move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6" name="probe-lucide-paw-print-part-4"/>
            <p:cNvSpPr/>
            <p:nvPr/>
          </p:nvSpPr>
          <p:spPr>
            <a:xfrm>
              <a:off x="20061" y="100000"/>
              <a:ext cx="119939" cy="119989"/>
            </a:xfrm>
            <a:custGeom>
              <a:avLst/>
              <a:gdLst/>
              <a:ahLst/>
              <a:cxnLst/>
              <a:rect l="0" t="0" r="r" b="b"/>
              <a:pathLst>
                <a:path w="119939" h="119989">
                  <a:moveTo>
                    <a:pt x="69939" y="0"/>
                  </a:moveTo>
                  <a:cubicBezTo>
                    <a:pt x="70986" y="0"/>
                    <a:pt x="72033" y="33"/>
                    <a:pt x="73078" y="99"/>
                  </a:cubicBezTo>
                  <a:cubicBezTo>
                    <a:pt x="74124" y="164"/>
                    <a:pt x="75166" y="263"/>
                    <a:pt x="76205" y="394"/>
                  </a:cubicBezTo>
                  <a:cubicBezTo>
                    <a:pt x="77245" y="526"/>
                    <a:pt x="78279" y="689"/>
                    <a:pt x="79308" y="886"/>
                  </a:cubicBezTo>
                  <a:cubicBezTo>
                    <a:pt x="80337" y="1082"/>
                    <a:pt x="81359" y="1310"/>
                    <a:pt x="82373" y="1571"/>
                  </a:cubicBezTo>
                  <a:cubicBezTo>
                    <a:pt x="83388" y="1831"/>
                    <a:pt x="84394" y="2124"/>
                    <a:pt x="85390" y="2447"/>
                  </a:cubicBezTo>
                  <a:cubicBezTo>
                    <a:pt x="86386" y="2771"/>
                    <a:pt x="87371" y="3126"/>
                    <a:pt x="88345" y="3511"/>
                  </a:cubicBezTo>
                  <a:cubicBezTo>
                    <a:pt x="89319" y="3897"/>
                    <a:pt x="90280" y="4313"/>
                    <a:pt x="91228" y="4759"/>
                  </a:cubicBezTo>
                  <a:cubicBezTo>
                    <a:pt x="92175" y="5205"/>
                    <a:pt x="93109" y="5680"/>
                    <a:pt x="94026" y="6185"/>
                  </a:cubicBezTo>
                  <a:cubicBezTo>
                    <a:pt x="94944" y="6689"/>
                    <a:pt x="95846" y="7222"/>
                    <a:pt x="96730" y="7784"/>
                  </a:cubicBezTo>
                  <a:cubicBezTo>
                    <a:pt x="97614" y="8345"/>
                    <a:pt x="98481" y="8934"/>
                    <a:pt x="99328" y="9549"/>
                  </a:cubicBezTo>
                  <a:cubicBezTo>
                    <a:pt x="100175" y="10165"/>
                    <a:pt x="101003" y="10807"/>
                    <a:pt x="101810" y="11474"/>
                  </a:cubicBezTo>
                  <a:cubicBezTo>
                    <a:pt x="102617" y="12142"/>
                    <a:pt x="103403" y="12835"/>
                    <a:pt x="104166" y="13552"/>
                  </a:cubicBezTo>
                  <a:cubicBezTo>
                    <a:pt x="104930" y="14268"/>
                    <a:pt x="105670" y="15009"/>
                    <a:pt x="106387" y="15773"/>
                  </a:cubicBezTo>
                  <a:cubicBezTo>
                    <a:pt x="107104" y="16536"/>
                    <a:pt x="107797" y="17322"/>
                    <a:pt x="108464" y="18129"/>
                  </a:cubicBezTo>
                  <a:cubicBezTo>
                    <a:pt x="109132" y="18936"/>
                    <a:pt x="109774" y="19763"/>
                    <a:pt x="110390" y="20611"/>
                  </a:cubicBezTo>
                  <a:cubicBezTo>
                    <a:pt x="111005" y="21458"/>
                    <a:pt x="111594" y="22324"/>
                    <a:pt x="112155" y="23209"/>
                  </a:cubicBezTo>
                  <a:cubicBezTo>
                    <a:pt x="112716" y="24093"/>
                    <a:pt x="113250" y="24995"/>
                    <a:pt x="113754" y="25912"/>
                  </a:cubicBezTo>
                  <a:cubicBezTo>
                    <a:pt x="114259" y="26830"/>
                    <a:pt x="114734" y="27763"/>
                    <a:pt x="115180" y="28711"/>
                  </a:cubicBezTo>
                  <a:cubicBezTo>
                    <a:pt x="115626" y="29659"/>
                    <a:pt x="116042" y="30620"/>
                    <a:pt x="116428" y="31594"/>
                  </a:cubicBezTo>
                  <a:cubicBezTo>
                    <a:pt x="116813" y="32568"/>
                    <a:pt x="117168" y="33553"/>
                    <a:pt x="117492" y="34549"/>
                  </a:cubicBezTo>
                  <a:cubicBezTo>
                    <a:pt x="117815" y="35545"/>
                    <a:pt x="118108" y="36551"/>
                    <a:pt x="118368" y="37566"/>
                  </a:cubicBezTo>
                  <a:cubicBezTo>
                    <a:pt x="118628" y="38580"/>
                    <a:pt x="118857" y="39602"/>
                    <a:pt x="119053" y="40631"/>
                  </a:cubicBezTo>
                  <a:cubicBezTo>
                    <a:pt x="119249" y="41660"/>
                    <a:pt x="119413" y="42694"/>
                    <a:pt x="119545" y="43733"/>
                  </a:cubicBezTo>
                  <a:cubicBezTo>
                    <a:pt x="119676" y="44772"/>
                    <a:pt x="119774" y="45815"/>
                    <a:pt x="119840" y="46860"/>
                  </a:cubicBezTo>
                  <a:cubicBezTo>
                    <a:pt x="119906" y="47906"/>
                    <a:pt x="119939" y="48953"/>
                    <a:pt x="119939" y="50000"/>
                  </a:cubicBezTo>
                  <a:lnTo>
                    <a:pt x="119939" y="85000"/>
                  </a:lnTo>
                  <a:cubicBezTo>
                    <a:pt x="119939" y="85720"/>
                    <a:pt x="119916" y="86439"/>
                    <a:pt x="119872" y="87158"/>
                  </a:cubicBezTo>
                  <a:cubicBezTo>
                    <a:pt x="119827" y="87876"/>
                    <a:pt x="119760" y="88593"/>
                    <a:pt x="119671" y="89307"/>
                  </a:cubicBezTo>
                  <a:cubicBezTo>
                    <a:pt x="119583" y="90022"/>
                    <a:pt x="119472" y="90733"/>
                    <a:pt x="119339" y="91440"/>
                  </a:cubicBezTo>
                  <a:cubicBezTo>
                    <a:pt x="119206" y="92148"/>
                    <a:pt x="119052" y="92851"/>
                    <a:pt x="118876" y="93549"/>
                  </a:cubicBezTo>
                  <a:cubicBezTo>
                    <a:pt x="118700" y="94247"/>
                    <a:pt x="118502" y="94939"/>
                    <a:pt x="118284" y="95625"/>
                  </a:cubicBezTo>
                  <a:cubicBezTo>
                    <a:pt x="118065" y="96311"/>
                    <a:pt x="117825" y="96989"/>
                    <a:pt x="117564" y="97660"/>
                  </a:cubicBezTo>
                  <a:cubicBezTo>
                    <a:pt x="117304" y="98331"/>
                    <a:pt x="117023" y="98994"/>
                    <a:pt x="116721" y="99648"/>
                  </a:cubicBezTo>
                  <a:cubicBezTo>
                    <a:pt x="116420" y="100301"/>
                    <a:pt x="116098" y="100945"/>
                    <a:pt x="115757" y="101579"/>
                  </a:cubicBezTo>
                  <a:cubicBezTo>
                    <a:pt x="115416" y="102213"/>
                    <a:pt x="115055" y="102836"/>
                    <a:pt x="114675" y="103448"/>
                  </a:cubicBezTo>
                  <a:cubicBezTo>
                    <a:pt x="114296" y="104059"/>
                    <a:pt x="113898" y="104659"/>
                    <a:pt x="113481" y="105246"/>
                  </a:cubicBezTo>
                  <a:cubicBezTo>
                    <a:pt x="113064" y="105833"/>
                    <a:pt x="112630" y="106407"/>
                    <a:pt x="112178" y="106967"/>
                  </a:cubicBezTo>
                  <a:cubicBezTo>
                    <a:pt x="111726" y="107527"/>
                    <a:pt x="111257" y="108073"/>
                    <a:pt x="110771" y="108604"/>
                  </a:cubicBezTo>
                  <a:cubicBezTo>
                    <a:pt x="110285" y="109136"/>
                    <a:pt x="109783" y="109652"/>
                    <a:pt x="109266" y="110152"/>
                  </a:cubicBezTo>
                  <a:cubicBezTo>
                    <a:pt x="108748" y="110652"/>
                    <a:pt x="108216" y="111136"/>
                    <a:pt x="107668" y="111604"/>
                  </a:cubicBezTo>
                  <a:cubicBezTo>
                    <a:pt x="107121" y="112071"/>
                    <a:pt x="106559" y="112522"/>
                    <a:pt x="105984" y="112955"/>
                  </a:cubicBezTo>
                  <a:cubicBezTo>
                    <a:pt x="105409" y="113387"/>
                    <a:pt x="104821" y="113802"/>
                    <a:pt x="104220" y="114199"/>
                  </a:cubicBezTo>
                  <a:cubicBezTo>
                    <a:pt x="103619" y="114595"/>
                    <a:pt x="103007" y="114973"/>
                    <a:pt x="102383" y="115332"/>
                  </a:cubicBezTo>
                  <a:cubicBezTo>
                    <a:pt x="101759" y="115691"/>
                    <a:pt x="101124" y="116030"/>
                    <a:pt x="100479" y="116350"/>
                  </a:cubicBezTo>
                  <a:cubicBezTo>
                    <a:pt x="99834" y="116669"/>
                    <a:pt x="99179" y="116969"/>
                    <a:pt x="98516" y="117248"/>
                  </a:cubicBezTo>
                  <a:cubicBezTo>
                    <a:pt x="97852" y="117527"/>
                    <a:pt x="97180" y="117786"/>
                    <a:pt x="96501" y="118024"/>
                  </a:cubicBezTo>
                  <a:cubicBezTo>
                    <a:pt x="95822" y="118261"/>
                    <a:pt x="95135" y="118478"/>
                    <a:pt x="94442" y="118674"/>
                  </a:cubicBezTo>
                  <a:cubicBezTo>
                    <a:pt x="93750" y="118869"/>
                    <a:pt x="93051" y="119043"/>
                    <a:pt x="92348" y="119196"/>
                  </a:cubicBezTo>
                  <a:cubicBezTo>
                    <a:pt x="91644" y="119348"/>
                    <a:pt x="90936" y="119478"/>
                    <a:pt x="90225" y="119587"/>
                  </a:cubicBezTo>
                  <a:cubicBezTo>
                    <a:pt x="89513" y="119696"/>
                    <a:pt x="88798" y="119783"/>
                    <a:pt x="88082" y="119847"/>
                  </a:cubicBezTo>
                  <a:cubicBezTo>
                    <a:pt x="87365" y="119912"/>
                    <a:pt x="86646" y="119954"/>
                    <a:pt x="85927" y="119975"/>
                  </a:cubicBezTo>
                  <a:cubicBezTo>
                    <a:pt x="85207" y="119995"/>
                    <a:pt x="84487" y="119993"/>
                    <a:pt x="83768" y="119969"/>
                  </a:cubicBezTo>
                  <a:cubicBezTo>
                    <a:pt x="83048" y="119945"/>
                    <a:pt x="82330" y="119899"/>
                    <a:pt x="81613" y="119830"/>
                  </a:cubicBezTo>
                  <a:cubicBezTo>
                    <a:pt x="80897" y="119762"/>
                    <a:pt x="80183" y="119671"/>
                    <a:pt x="79472" y="119559"/>
                  </a:cubicBezTo>
                  <a:cubicBezTo>
                    <a:pt x="78761" y="119447"/>
                    <a:pt x="78054" y="119312"/>
                    <a:pt x="77351" y="119156"/>
                  </a:cubicBezTo>
                  <a:cubicBezTo>
                    <a:pt x="76648" y="119000"/>
                    <a:pt x="75951" y="118822"/>
                    <a:pt x="75259" y="118623"/>
                  </a:cubicBezTo>
                  <a:cubicBezTo>
                    <a:pt x="74567" y="118424"/>
                    <a:pt x="73882" y="118204"/>
                    <a:pt x="73204" y="117963"/>
                  </a:cubicBezTo>
                  <a:cubicBezTo>
                    <a:pt x="72526" y="117721"/>
                    <a:pt x="71855" y="117459"/>
                    <a:pt x="71193" y="117176"/>
                  </a:cubicBezTo>
                  <a:cubicBezTo>
                    <a:pt x="70531" y="116894"/>
                    <a:pt x="69878" y="116591"/>
                    <a:pt x="69235" y="116268"/>
                  </a:cubicBezTo>
                  <a:cubicBezTo>
                    <a:pt x="68592" y="115945"/>
                    <a:pt x="67958" y="115602"/>
                    <a:pt x="67336" y="115240"/>
                  </a:cubicBezTo>
                  <a:cubicBezTo>
                    <a:pt x="66714" y="114878"/>
                    <a:pt x="66103" y="114497"/>
                    <a:pt x="65505" y="114097"/>
                  </a:cubicBezTo>
                  <a:cubicBezTo>
                    <a:pt x="64906" y="113698"/>
                    <a:pt x="64320" y="113280"/>
                    <a:pt x="63747" y="112844"/>
                  </a:cubicBezTo>
                  <a:cubicBezTo>
                    <a:pt x="63174" y="112408"/>
                    <a:pt x="62615" y="111955"/>
                    <a:pt x="62070" y="111484"/>
                  </a:cubicBezTo>
                  <a:cubicBezTo>
                    <a:pt x="61525" y="111014"/>
                    <a:pt x="60995" y="110527"/>
                    <a:pt x="60480" y="110024"/>
                  </a:cubicBezTo>
                  <a:cubicBezTo>
                    <a:pt x="59965" y="109521"/>
                    <a:pt x="59466" y="109002"/>
                    <a:pt x="58983" y="108469"/>
                  </a:cubicBezTo>
                  <a:cubicBezTo>
                    <a:pt x="58500" y="107935"/>
                    <a:pt x="58034" y="107386"/>
                    <a:pt x="57585" y="106824"/>
                  </a:cubicBezTo>
                  <a:cubicBezTo>
                    <a:pt x="57136" y="106261"/>
                    <a:pt x="56704" y="105685"/>
                    <a:pt x="56291" y="105096"/>
                  </a:cubicBezTo>
                  <a:cubicBezTo>
                    <a:pt x="55877" y="104507"/>
                    <a:pt x="55482" y="103905"/>
                    <a:pt x="55106" y="103291"/>
                  </a:cubicBezTo>
                  <a:cubicBezTo>
                    <a:pt x="54729" y="102678"/>
                    <a:pt x="54372" y="102053"/>
                    <a:pt x="54034" y="101417"/>
                  </a:cubicBezTo>
                  <a:cubicBezTo>
                    <a:pt x="53696" y="100782"/>
                    <a:pt x="53378" y="100136"/>
                    <a:pt x="53080" y="99481"/>
                  </a:cubicBezTo>
                  <a:cubicBezTo>
                    <a:pt x="52782" y="98826"/>
                    <a:pt x="52504" y="98162"/>
                    <a:pt x="52247" y="97489"/>
                  </a:cubicBezTo>
                  <a:cubicBezTo>
                    <a:pt x="51990" y="96817"/>
                    <a:pt x="51754" y="96137"/>
                    <a:pt x="51539" y="95450"/>
                  </a:cubicBezTo>
                  <a:quadBezTo>
                    <a:pt x="45139" y="74800"/>
                    <a:pt x="24539" y="68400"/>
                  </a:quadBezTo>
                  <a:cubicBezTo>
                    <a:pt x="23852" y="68185"/>
                    <a:pt x="23173" y="67949"/>
                    <a:pt x="22501" y="67692"/>
                  </a:cubicBezTo>
                  <a:cubicBezTo>
                    <a:pt x="21829" y="67435"/>
                    <a:pt x="21165" y="67157"/>
                    <a:pt x="20510" y="66860"/>
                  </a:cubicBezTo>
                  <a:cubicBezTo>
                    <a:pt x="19855" y="66562"/>
                    <a:pt x="19209" y="66244"/>
                    <a:pt x="18574" y="65906"/>
                  </a:cubicBezTo>
                  <a:cubicBezTo>
                    <a:pt x="17939" y="65569"/>
                    <a:pt x="17314" y="65211"/>
                    <a:pt x="16701" y="64835"/>
                  </a:cubicBezTo>
                  <a:cubicBezTo>
                    <a:pt x="16088" y="64459"/>
                    <a:pt x="15486" y="64064"/>
                    <a:pt x="14897" y="63651"/>
                  </a:cubicBezTo>
                  <a:cubicBezTo>
                    <a:pt x="14308" y="63238"/>
                    <a:pt x="13732" y="62807"/>
                    <a:pt x="13170" y="62358"/>
                  </a:cubicBezTo>
                  <a:cubicBezTo>
                    <a:pt x="12608" y="61909"/>
                    <a:pt x="12059" y="61443"/>
                    <a:pt x="11526" y="60961"/>
                  </a:cubicBezTo>
                  <a:cubicBezTo>
                    <a:pt x="10992" y="60478"/>
                    <a:pt x="10474" y="59979"/>
                    <a:pt x="9971" y="59465"/>
                  </a:cubicBezTo>
                  <a:cubicBezTo>
                    <a:pt x="9468" y="58950"/>
                    <a:pt x="8981" y="58421"/>
                    <a:pt x="8511" y="57876"/>
                  </a:cubicBezTo>
                  <a:cubicBezTo>
                    <a:pt x="8040" y="57332"/>
                    <a:pt x="7587" y="56773"/>
                    <a:pt x="7151" y="56200"/>
                  </a:cubicBezTo>
                  <a:cubicBezTo>
                    <a:pt x="6716" y="55628"/>
                    <a:pt x="6298" y="55042"/>
                    <a:pt x="5898" y="54444"/>
                  </a:cubicBezTo>
                  <a:cubicBezTo>
                    <a:pt x="5498" y="53846"/>
                    <a:pt x="5117" y="53235"/>
                    <a:pt x="4755" y="52614"/>
                  </a:cubicBezTo>
                  <a:cubicBezTo>
                    <a:pt x="4393" y="51992"/>
                    <a:pt x="4050" y="51359"/>
                    <a:pt x="3727" y="50717"/>
                  </a:cubicBezTo>
                  <a:cubicBezTo>
                    <a:pt x="3404" y="50074"/>
                    <a:pt x="3101" y="49421"/>
                    <a:pt x="2818" y="48760"/>
                  </a:cubicBezTo>
                  <a:cubicBezTo>
                    <a:pt x="2535" y="48098"/>
                    <a:pt x="2273" y="47428"/>
                    <a:pt x="2031" y="46751"/>
                  </a:cubicBezTo>
                  <a:cubicBezTo>
                    <a:pt x="1790" y="46073"/>
                    <a:pt x="1569" y="45388"/>
                    <a:pt x="1370" y="44697"/>
                  </a:cubicBezTo>
                  <a:cubicBezTo>
                    <a:pt x="1171" y="44005"/>
                    <a:pt x="993" y="43308"/>
                    <a:pt x="836" y="42606"/>
                  </a:cubicBezTo>
                  <a:cubicBezTo>
                    <a:pt x="680" y="41904"/>
                    <a:pt x="545" y="41197"/>
                    <a:pt x="433" y="40486"/>
                  </a:cubicBezTo>
                  <a:cubicBezTo>
                    <a:pt x="320" y="39776"/>
                    <a:pt x="229" y="39062"/>
                    <a:pt x="160" y="38346"/>
                  </a:cubicBezTo>
                  <a:cubicBezTo>
                    <a:pt x="92" y="37630"/>
                    <a:pt x="45" y="36912"/>
                    <a:pt x="20" y="36193"/>
                  </a:cubicBezTo>
                  <a:cubicBezTo>
                    <a:pt x="-4" y="35474"/>
                    <a:pt x="-7" y="34754"/>
                    <a:pt x="13" y="34035"/>
                  </a:cubicBezTo>
                  <a:cubicBezTo>
                    <a:pt x="33" y="33316"/>
                    <a:pt x="75" y="32598"/>
                    <a:pt x="139" y="31881"/>
                  </a:cubicBezTo>
                  <a:cubicBezTo>
                    <a:pt x="203" y="31164"/>
                    <a:pt x="290" y="30450"/>
                    <a:pt x="398" y="29739"/>
                  </a:cubicBezTo>
                  <a:cubicBezTo>
                    <a:pt x="506" y="29028"/>
                    <a:pt x="636" y="28320"/>
                    <a:pt x="788" y="27617"/>
                  </a:cubicBezTo>
                  <a:cubicBezTo>
                    <a:pt x="939" y="26913"/>
                    <a:pt x="1113" y="26215"/>
                    <a:pt x="1308" y="25522"/>
                  </a:cubicBezTo>
                  <a:cubicBezTo>
                    <a:pt x="1502" y="24830"/>
                    <a:pt x="1719" y="24144"/>
                    <a:pt x="1956" y="23464"/>
                  </a:cubicBezTo>
                  <a:cubicBezTo>
                    <a:pt x="2193" y="22785"/>
                    <a:pt x="2451" y="22113"/>
                    <a:pt x="2729" y="21450"/>
                  </a:cubicBezTo>
                  <a:cubicBezTo>
                    <a:pt x="3008" y="20787"/>
                    <a:pt x="3307" y="20132"/>
                    <a:pt x="3626" y="19487"/>
                  </a:cubicBezTo>
                  <a:cubicBezTo>
                    <a:pt x="3944" y="18842"/>
                    <a:pt x="4283" y="18207"/>
                    <a:pt x="4641" y="17583"/>
                  </a:cubicBezTo>
                  <a:cubicBezTo>
                    <a:pt x="4999" y="16959"/>
                    <a:pt x="5376" y="16347"/>
                    <a:pt x="5772" y="15746"/>
                  </a:cubicBezTo>
                  <a:cubicBezTo>
                    <a:pt x="6168" y="15145"/>
                    <a:pt x="6582" y="14557"/>
                    <a:pt x="7014" y="13981"/>
                  </a:cubicBezTo>
                  <a:cubicBezTo>
                    <a:pt x="7446" y="13406"/>
                    <a:pt x="7896" y="12844"/>
                    <a:pt x="8362" y="12297"/>
                  </a:cubicBezTo>
                  <a:cubicBezTo>
                    <a:pt x="8829" y="11749"/>
                    <a:pt x="9312" y="11216"/>
                    <a:pt x="9812" y="10699"/>
                  </a:cubicBezTo>
                  <a:cubicBezTo>
                    <a:pt x="10311" y="10181"/>
                    <a:pt x="10827" y="9679"/>
                    <a:pt x="11357" y="9193"/>
                  </a:cubicBezTo>
                  <a:cubicBezTo>
                    <a:pt x="11888" y="8707"/>
                    <a:pt x="12433" y="8237"/>
                    <a:pt x="12992" y="7785"/>
                  </a:cubicBezTo>
                  <a:cubicBezTo>
                    <a:pt x="13552" y="7332"/>
                    <a:pt x="14125" y="6897"/>
                    <a:pt x="14711" y="6480"/>
                  </a:cubicBezTo>
                  <a:cubicBezTo>
                    <a:pt x="15297" y="6063"/>
                    <a:pt x="15896" y="5665"/>
                    <a:pt x="16507" y="5284"/>
                  </a:cubicBezTo>
                  <a:cubicBezTo>
                    <a:pt x="17118" y="4904"/>
                    <a:pt x="17740" y="4543"/>
                    <a:pt x="18373" y="4201"/>
                  </a:cubicBezTo>
                  <a:cubicBezTo>
                    <a:pt x="19006" y="3860"/>
                    <a:pt x="19650" y="3537"/>
                    <a:pt x="20303" y="3235"/>
                  </a:cubicBezTo>
                  <a:cubicBezTo>
                    <a:pt x="20956" y="2933"/>
                    <a:pt x="21618" y="2651"/>
                    <a:pt x="22288" y="2390"/>
                  </a:cubicBezTo>
                  <a:cubicBezTo>
                    <a:pt x="22958" y="2129"/>
                    <a:pt x="23636" y="1888"/>
                    <a:pt x="24322" y="1669"/>
                  </a:cubicBezTo>
                  <a:cubicBezTo>
                    <a:pt x="25007" y="1449"/>
                    <a:pt x="25698" y="1251"/>
                    <a:pt x="26396" y="1074"/>
                  </a:cubicBezTo>
                  <a:cubicBezTo>
                    <a:pt x="27093" y="897"/>
                    <a:pt x="27796" y="742"/>
                    <a:pt x="28503" y="608"/>
                  </a:cubicBezTo>
                  <a:cubicBezTo>
                    <a:pt x="29209" y="475"/>
                    <a:pt x="29920" y="363"/>
                    <a:pt x="30634" y="273"/>
                  </a:cubicBezTo>
                  <a:cubicBezTo>
                    <a:pt x="31348" y="184"/>
                    <a:pt x="32064" y="116"/>
                    <a:pt x="32782" y="70"/>
                  </a:cubicBezTo>
                  <a:cubicBezTo>
                    <a:pt x="33500" y="25"/>
                    <a:pt x="34219" y="1"/>
                    <a:pt x="34939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7" name="probe-lucide-rabbit" descr="rabbit — Lucide Icons and Contributors; preserve the bundled full upstream license. Source: https://github.com/lucide-icons/lucide/blob/20aef31db93fe4d9f398dbb15b120d99c48eef95/icons/rabbit.svg; SVG SHA256: a2ba3f784d17ade190834ce239d8deabb0af917837bb36946d33a119078487fc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88" name="probe-lucide-rabbit-part-1"/>
            <p:cNvSpPr/>
            <p:nvPr/>
          </p:nvSpPr>
          <p:spPr>
            <a:xfrm>
              <a:off x="130000" y="160000"/>
              <a:ext cx="30039" cy="50000"/>
            </a:xfrm>
            <a:custGeom>
              <a:avLst/>
              <a:gdLst/>
              <a:ahLst/>
              <a:cxnLst/>
              <a:rect l="0" t="0" r="r" b="b"/>
              <a:pathLst>
                <a:path w="30039" h="50000">
                  <a:moveTo>
                    <a:pt x="0" y="0"/>
                  </a:moveTo>
                  <a:cubicBezTo>
                    <a:pt x="622" y="-1"/>
                    <a:pt x="1244" y="18"/>
                    <a:pt x="1865" y="56"/>
                  </a:cubicBezTo>
                  <a:cubicBezTo>
                    <a:pt x="2486" y="93"/>
                    <a:pt x="3106" y="151"/>
                    <a:pt x="3723" y="227"/>
                  </a:cubicBezTo>
                  <a:cubicBezTo>
                    <a:pt x="4341" y="303"/>
                    <a:pt x="4956" y="399"/>
                    <a:pt x="5567" y="514"/>
                  </a:cubicBezTo>
                  <a:cubicBezTo>
                    <a:pt x="6179" y="628"/>
                    <a:pt x="6787" y="762"/>
                    <a:pt x="7390" y="914"/>
                  </a:cubicBezTo>
                  <a:cubicBezTo>
                    <a:pt x="7993" y="1067"/>
                    <a:pt x="8591" y="1238"/>
                    <a:pt x="9184" y="1428"/>
                  </a:cubicBezTo>
                  <a:cubicBezTo>
                    <a:pt x="9776" y="1617"/>
                    <a:pt x="10363" y="1825"/>
                    <a:pt x="10943" y="2051"/>
                  </a:cubicBezTo>
                  <a:cubicBezTo>
                    <a:pt x="11522" y="2278"/>
                    <a:pt x="12095" y="2522"/>
                    <a:pt x="12659" y="2783"/>
                  </a:cubicBezTo>
                  <a:cubicBezTo>
                    <a:pt x="13224" y="3045"/>
                    <a:pt x="13780" y="3324"/>
                    <a:pt x="14327" y="3621"/>
                  </a:cubicBezTo>
                  <a:cubicBezTo>
                    <a:pt x="14874" y="3917"/>
                    <a:pt x="15412" y="4230"/>
                    <a:pt x="15939" y="4560"/>
                  </a:cubicBezTo>
                  <a:cubicBezTo>
                    <a:pt x="16467" y="4890"/>
                    <a:pt x="16984" y="5236"/>
                    <a:pt x="17490" y="5598"/>
                  </a:cubicBezTo>
                  <a:cubicBezTo>
                    <a:pt x="17996" y="5960"/>
                    <a:pt x="18491" y="6337"/>
                    <a:pt x="18973" y="6730"/>
                  </a:cubicBezTo>
                  <a:cubicBezTo>
                    <a:pt x="19456" y="7123"/>
                    <a:pt x="19926" y="7530"/>
                    <a:pt x="20384" y="7952"/>
                  </a:cubicBezTo>
                  <a:cubicBezTo>
                    <a:pt x="20841" y="8374"/>
                    <a:pt x="21285" y="8810"/>
                    <a:pt x="21715" y="9260"/>
                  </a:cubicBezTo>
                  <a:cubicBezTo>
                    <a:pt x="22145" y="9709"/>
                    <a:pt x="22561" y="10172"/>
                    <a:pt x="22963" y="10647"/>
                  </a:cubicBezTo>
                  <a:cubicBezTo>
                    <a:pt x="23364" y="11123"/>
                    <a:pt x="23750" y="11610"/>
                    <a:pt x="24121" y="12110"/>
                  </a:cubicBezTo>
                  <a:cubicBezTo>
                    <a:pt x="24492" y="12609"/>
                    <a:pt x="24848" y="13120"/>
                    <a:pt x="25187" y="13642"/>
                  </a:cubicBezTo>
                  <a:cubicBezTo>
                    <a:pt x="25526" y="14163"/>
                    <a:pt x="25849" y="14695"/>
                    <a:pt x="26155" y="15237"/>
                  </a:cubicBezTo>
                  <a:cubicBezTo>
                    <a:pt x="26462" y="15778"/>
                    <a:pt x="26751" y="16329"/>
                    <a:pt x="27023" y="16889"/>
                  </a:cubicBezTo>
                  <a:cubicBezTo>
                    <a:pt x="27295" y="17449"/>
                    <a:pt x="27549" y="18017"/>
                    <a:pt x="27786" y="18592"/>
                  </a:cubicBezTo>
                  <a:cubicBezTo>
                    <a:pt x="28022" y="19167"/>
                    <a:pt x="28241" y="19750"/>
                    <a:pt x="28441" y="20339"/>
                  </a:cubicBezTo>
                  <a:cubicBezTo>
                    <a:pt x="28642" y="20928"/>
                    <a:pt x="28824" y="21523"/>
                    <a:pt x="28987" y="22124"/>
                  </a:cubicBezTo>
                  <a:cubicBezTo>
                    <a:pt x="29150" y="22724"/>
                    <a:pt x="29295" y="23329"/>
                    <a:pt x="29421" y="23939"/>
                  </a:cubicBezTo>
                  <a:cubicBezTo>
                    <a:pt x="29546" y="24548"/>
                    <a:pt x="29653" y="25161"/>
                    <a:pt x="29741" y="25777"/>
                  </a:cubicBezTo>
                  <a:cubicBezTo>
                    <a:pt x="29828" y="26393"/>
                    <a:pt x="29897" y="27012"/>
                    <a:pt x="29946" y="27632"/>
                  </a:cubicBezTo>
                  <a:cubicBezTo>
                    <a:pt x="29995" y="28252"/>
                    <a:pt x="30025" y="28874"/>
                    <a:pt x="30035" y="29496"/>
                  </a:cubicBezTo>
                  <a:cubicBezTo>
                    <a:pt x="30046" y="30118"/>
                    <a:pt x="30037" y="30740"/>
                    <a:pt x="30008" y="31362"/>
                  </a:cubicBezTo>
                  <a:cubicBezTo>
                    <a:pt x="29980" y="31983"/>
                    <a:pt x="29933" y="32604"/>
                    <a:pt x="29866" y="33222"/>
                  </a:cubicBezTo>
                  <a:cubicBezTo>
                    <a:pt x="29799" y="33841"/>
                    <a:pt x="29713" y="34457"/>
                    <a:pt x="29608" y="35070"/>
                  </a:cubicBezTo>
                  <a:cubicBezTo>
                    <a:pt x="29503" y="35683"/>
                    <a:pt x="29378" y="36293"/>
                    <a:pt x="29235" y="36899"/>
                  </a:cubicBezTo>
                  <a:cubicBezTo>
                    <a:pt x="29092" y="37504"/>
                    <a:pt x="28930" y="38105"/>
                    <a:pt x="28750" y="38701"/>
                  </a:cubicBezTo>
                  <a:cubicBezTo>
                    <a:pt x="28570" y="39296"/>
                    <a:pt x="28371" y="39886"/>
                    <a:pt x="28154" y="40469"/>
                  </a:cubicBezTo>
                  <a:cubicBezTo>
                    <a:pt x="27936" y="41052"/>
                    <a:pt x="27701" y="41628"/>
                    <a:pt x="27448" y="42196"/>
                  </a:cubicBezTo>
                  <a:cubicBezTo>
                    <a:pt x="27195" y="42765"/>
                    <a:pt x="26925" y="43325"/>
                    <a:pt x="26637" y="43877"/>
                  </a:cubicBezTo>
                  <a:cubicBezTo>
                    <a:pt x="26349" y="44428"/>
                    <a:pt x="26044" y="44971"/>
                    <a:pt x="25723" y="45504"/>
                  </a:cubicBezTo>
                  <a:cubicBezTo>
                    <a:pt x="25401" y="46036"/>
                    <a:pt x="25063" y="46559"/>
                    <a:pt x="24709" y="47070"/>
                  </a:cubicBezTo>
                  <a:cubicBezTo>
                    <a:pt x="24355" y="47582"/>
                    <a:pt x="23985" y="48083"/>
                    <a:pt x="23600" y="48571"/>
                  </a:cubicBezTo>
                  <a:cubicBezTo>
                    <a:pt x="23215" y="49060"/>
                    <a:pt x="22815" y="49536"/>
                    <a:pt x="22400" y="5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9" name="probe-lucide-rabbit-part-2"/>
            <p:cNvSpPr/>
            <p:nvPr/>
          </p:nvSpPr>
          <p:spPr>
            <a:xfrm>
              <a:off x="180000" y="12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0" name="probe-lucide-rabbit-part-3"/>
            <p:cNvSpPr/>
            <p:nvPr/>
          </p:nvSpPr>
          <p:spPr>
            <a:xfrm>
              <a:off x="60000" y="30201"/>
              <a:ext cx="160000" cy="179799"/>
            </a:xfrm>
            <a:custGeom>
              <a:avLst/>
              <a:gdLst/>
              <a:ahLst/>
              <a:cxnLst/>
              <a:rect l="0" t="0" r="r" b="b"/>
              <a:pathLst>
                <a:path w="160000" h="179799">
                  <a:moveTo>
                    <a:pt x="120000" y="179799"/>
                  </a:moveTo>
                  <a:lnTo>
                    <a:pt x="40000" y="179799"/>
                  </a:lnTo>
                  <a:cubicBezTo>
                    <a:pt x="39162" y="179799"/>
                    <a:pt x="38325" y="179773"/>
                    <a:pt x="37488" y="179720"/>
                  </a:cubicBezTo>
                  <a:cubicBezTo>
                    <a:pt x="36652" y="179667"/>
                    <a:pt x="35818" y="179589"/>
                    <a:pt x="34987" y="179484"/>
                  </a:cubicBezTo>
                  <a:cubicBezTo>
                    <a:pt x="34155" y="179379"/>
                    <a:pt x="33328" y="179247"/>
                    <a:pt x="32505" y="179090"/>
                  </a:cubicBezTo>
                  <a:cubicBezTo>
                    <a:pt x="31682" y="178933"/>
                    <a:pt x="30864" y="178751"/>
                    <a:pt x="30052" y="178542"/>
                  </a:cubicBezTo>
                  <a:cubicBezTo>
                    <a:pt x="29241" y="178334"/>
                    <a:pt x="28436" y="178100"/>
                    <a:pt x="27639" y="177841"/>
                  </a:cubicBezTo>
                  <a:cubicBezTo>
                    <a:pt x="26842" y="177582"/>
                    <a:pt x="26054" y="177298"/>
                    <a:pt x="25275" y="176990"/>
                  </a:cubicBezTo>
                  <a:cubicBezTo>
                    <a:pt x="24496" y="176682"/>
                    <a:pt x="23727" y="176349"/>
                    <a:pt x="22969" y="175992"/>
                  </a:cubicBezTo>
                  <a:cubicBezTo>
                    <a:pt x="22211" y="175635"/>
                    <a:pt x="21464" y="175255"/>
                    <a:pt x="20730" y="174851"/>
                  </a:cubicBezTo>
                  <a:cubicBezTo>
                    <a:pt x="19996" y="174448"/>
                    <a:pt x="19274" y="174021"/>
                    <a:pt x="18567" y="173572"/>
                  </a:cubicBezTo>
                  <a:cubicBezTo>
                    <a:pt x="17860" y="173123"/>
                    <a:pt x="17166" y="172652"/>
                    <a:pt x="16489" y="172160"/>
                  </a:cubicBezTo>
                  <a:cubicBezTo>
                    <a:pt x="15811" y="171667"/>
                    <a:pt x="15149" y="171154"/>
                    <a:pt x="14503" y="170620"/>
                  </a:cubicBezTo>
                  <a:cubicBezTo>
                    <a:pt x="13857" y="170085"/>
                    <a:pt x="13229" y="169531"/>
                    <a:pt x="12618" y="168958"/>
                  </a:cubicBezTo>
                  <a:cubicBezTo>
                    <a:pt x="12007" y="168384"/>
                    <a:pt x="11415" y="167792"/>
                    <a:pt x="10841" y="167181"/>
                  </a:cubicBezTo>
                  <a:cubicBezTo>
                    <a:pt x="10268" y="166570"/>
                    <a:pt x="9714" y="165942"/>
                    <a:pt x="9179" y="165296"/>
                  </a:cubicBezTo>
                  <a:cubicBezTo>
                    <a:pt x="8645" y="164650"/>
                    <a:pt x="8132" y="163988"/>
                    <a:pt x="7639" y="163310"/>
                  </a:cubicBezTo>
                  <a:cubicBezTo>
                    <a:pt x="7147" y="162633"/>
                    <a:pt x="6676" y="161939"/>
                    <a:pt x="6227" y="161232"/>
                  </a:cubicBezTo>
                  <a:cubicBezTo>
                    <a:pt x="5778" y="160525"/>
                    <a:pt x="5351" y="159803"/>
                    <a:pt x="4948" y="159069"/>
                  </a:cubicBezTo>
                  <a:cubicBezTo>
                    <a:pt x="4544" y="158335"/>
                    <a:pt x="4164" y="157588"/>
                    <a:pt x="3807" y="156830"/>
                  </a:cubicBezTo>
                  <a:cubicBezTo>
                    <a:pt x="3450" y="156072"/>
                    <a:pt x="3117" y="155303"/>
                    <a:pt x="2809" y="154524"/>
                  </a:cubicBezTo>
                  <a:cubicBezTo>
                    <a:pt x="2501" y="153745"/>
                    <a:pt x="2217" y="152956"/>
                    <a:pt x="1958" y="152160"/>
                  </a:cubicBezTo>
                  <a:cubicBezTo>
                    <a:pt x="1699" y="151363"/>
                    <a:pt x="1465" y="150558"/>
                    <a:pt x="1257" y="149747"/>
                  </a:cubicBezTo>
                  <a:cubicBezTo>
                    <a:pt x="1048" y="148935"/>
                    <a:pt x="866" y="148117"/>
                    <a:pt x="709" y="147294"/>
                  </a:cubicBezTo>
                  <a:cubicBezTo>
                    <a:pt x="552" y="146471"/>
                    <a:pt x="420" y="145644"/>
                    <a:pt x="315" y="144812"/>
                  </a:cubicBezTo>
                  <a:cubicBezTo>
                    <a:pt x="210" y="143981"/>
                    <a:pt x="132" y="143147"/>
                    <a:pt x="79" y="142311"/>
                  </a:cubicBezTo>
                  <a:cubicBezTo>
                    <a:pt x="26" y="141474"/>
                    <a:pt x="0" y="140637"/>
                    <a:pt x="0" y="139799"/>
                  </a:cubicBezTo>
                  <a:cubicBezTo>
                    <a:pt x="0" y="138333"/>
                    <a:pt x="46" y="136867"/>
                    <a:pt x="138" y="135404"/>
                  </a:cubicBezTo>
                  <a:cubicBezTo>
                    <a:pt x="230" y="133940"/>
                    <a:pt x="368" y="132480"/>
                    <a:pt x="552" y="131026"/>
                  </a:cubicBezTo>
                  <a:cubicBezTo>
                    <a:pt x="736" y="129571"/>
                    <a:pt x="965" y="128123"/>
                    <a:pt x="1240" y="126682"/>
                  </a:cubicBezTo>
                  <a:cubicBezTo>
                    <a:pt x="1515" y="125242"/>
                    <a:pt x="1835" y="123811"/>
                    <a:pt x="2199" y="122391"/>
                  </a:cubicBezTo>
                  <a:cubicBezTo>
                    <a:pt x="2564" y="120971"/>
                    <a:pt x="2973" y="119562"/>
                    <a:pt x="3426" y="118168"/>
                  </a:cubicBezTo>
                  <a:cubicBezTo>
                    <a:pt x="3879" y="116773"/>
                    <a:pt x="4376" y="115394"/>
                    <a:pt x="4916" y="114030"/>
                  </a:cubicBezTo>
                  <a:cubicBezTo>
                    <a:pt x="5455" y="112667"/>
                    <a:pt x="6038" y="111321"/>
                    <a:pt x="6662" y="109994"/>
                  </a:cubicBezTo>
                  <a:cubicBezTo>
                    <a:pt x="7286" y="108668"/>
                    <a:pt x="7952" y="107361"/>
                    <a:pt x="8659" y="106076"/>
                  </a:cubicBezTo>
                  <a:cubicBezTo>
                    <a:pt x="9365" y="104791"/>
                    <a:pt x="10111" y="103529"/>
                    <a:pt x="10897" y="102291"/>
                  </a:cubicBezTo>
                  <a:cubicBezTo>
                    <a:pt x="11683" y="101053"/>
                    <a:pt x="12507" y="99840"/>
                    <a:pt x="13369" y="98654"/>
                  </a:cubicBezTo>
                  <a:cubicBezTo>
                    <a:pt x="14231" y="97468"/>
                    <a:pt x="15129" y="96309"/>
                    <a:pt x="16064" y="95179"/>
                  </a:cubicBezTo>
                  <a:cubicBezTo>
                    <a:pt x="16999" y="94050"/>
                    <a:pt x="17969" y="92950"/>
                    <a:pt x="18972" y="91881"/>
                  </a:cubicBezTo>
                  <a:cubicBezTo>
                    <a:pt x="19976" y="90812"/>
                    <a:pt x="21013" y="89775"/>
                    <a:pt x="22082" y="88771"/>
                  </a:cubicBezTo>
                  <a:cubicBezTo>
                    <a:pt x="23151" y="87768"/>
                    <a:pt x="24251" y="86798"/>
                    <a:pt x="25380" y="85863"/>
                  </a:cubicBezTo>
                  <a:cubicBezTo>
                    <a:pt x="26510" y="84928"/>
                    <a:pt x="27669" y="84030"/>
                    <a:pt x="28855" y="83168"/>
                  </a:cubicBezTo>
                  <a:cubicBezTo>
                    <a:pt x="30041" y="82306"/>
                    <a:pt x="31254" y="81482"/>
                    <a:pt x="32492" y="80696"/>
                  </a:cubicBezTo>
                  <a:cubicBezTo>
                    <a:pt x="33730" y="79910"/>
                    <a:pt x="34992" y="79164"/>
                    <a:pt x="36277" y="78458"/>
                  </a:cubicBezTo>
                  <a:cubicBezTo>
                    <a:pt x="37562" y="77751"/>
                    <a:pt x="38869" y="77085"/>
                    <a:pt x="40195" y="76461"/>
                  </a:cubicBezTo>
                  <a:cubicBezTo>
                    <a:pt x="41522" y="75837"/>
                    <a:pt x="42868" y="75254"/>
                    <a:pt x="44231" y="74715"/>
                  </a:cubicBezTo>
                  <a:cubicBezTo>
                    <a:pt x="45595" y="74175"/>
                    <a:pt x="46974" y="73678"/>
                    <a:pt x="48369" y="73225"/>
                  </a:cubicBezTo>
                  <a:cubicBezTo>
                    <a:pt x="49763" y="72772"/>
                    <a:pt x="51172" y="72363"/>
                    <a:pt x="52592" y="71998"/>
                  </a:cubicBezTo>
                  <a:cubicBezTo>
                    <a:pt x="54012" y="71634"/>
                    <a:pt x="55443" y="71314"/>
                    <a:pt x="56883" y="71039"/>
                  </a:cubicBezTo>
                  <a:cubicBezTo>
                    <a:pt x="58324" y="70764"/>
                    <a:pt x="59772" y="70535"/>
                    <a:pt x="61227" y="70351"/>
                  </a:cubicBezTo>
                  <a:cubicBezTo>
                    <a:pt x="62681" y="70167"/>
                    <a:pt x="64141" y="70029"/>
                    <a:pt x="65605" y="69937"/>
                  </a:cubicBezTo>
                  <a:cubicBezTo>
                    <a:pt x="67068" y="69845"/>
                    <a:pt x="68534" y="69799"/>
                    <a:pt x="70000" y="69799"/>
                  </a:cubicBezTo>
                  <a:lnTo>
                    <a:pt x="72000" y="69799"/>
                  </a:lnTo>
                  <a:lnTo>
                    <a:pt x="36000" y="33799"/>
                  </a:lnTo>
                  <a:cubicBezTo>
                    <a:pt x="35713" y="33512"/>
                    <a:pt x="35434" y="33215"/>
                    <a:pt x="35165" y="32911"/>
                  </a:cubicBezTo>
                  <a:cubicBezTo>
                    <a:pt x="34895" y="32606"/>
                    <a:pt x="34636" y="32293"/>
                    <a:pt x="34386" y="31972"/>
                  </a:cubicBezTo>
                  <a:cubicBezTo>
                    <a:pt x="34136" y="31652"/>
                    <a:pt x="33896" y="31324"/>
                    <a:pt x="33666" y="30988"/>
                  </a:cubicBezTo>
                  <a:cubicBezTo>
                    <a:pt x="33436" y="30653"/>
                    <a:pt x="33217" y="30310"/>
                    <a:pt x="33008" y="29961"/>
                  </a:cubicBezTo>
                  <a:cubicBezTo>
                    <a:pt x="32799" y="29612"/>
                    <a:pt x="32601" y="29257"/>
                    <a:pt x="32415" y="28896"/>
                  </a:cubicBezTo>
                  <a:cubicBezTo>
                    <a:pt x="32228" y="28535"/>
                    <a:pt x="32052" y="28168"/>
                    <a:pt x="31888" y="27796"/>
                  </a:cubicBezTo>
                  <a:cubicBezTo>
                    <a:pt x="31724" y="27424"/>
                    <a:pt x="31571" y="27047"/>
                    <a:pt x="31430" y="26666"/>
                  </a:cubicBezTo>
                  <a:cubicBezTo>
                    <a:pt x="31289" y="26285"/>
                    <a:pt x="31160" y="25899"/>
                    <a:pt x="31043" y="25510"/>
                  </a:cubicBezTo>
                  <a:cubicBezTo>
                    <a:pt x="30925" y="25121"/>
                    <a:pt x="30820" y="24728"/>
                    <a:pt x="30727" y="24332"/>
                  </a:cubicBezTo>
                  <a:cubicBezTo>
                    <a:pt x="30634" y="23936"/>
                    <a:pt x="30553" y="23538"/>
                    <a:pt x="30484" y="23137"/>
                  </a:cubicBezTo>
                  <a:cubicBezTo>
                    <a:pt x="30416" y="22736"/>
                    <a:pt x="30360" y="22333"/>
                    <a:pt x="30316" y="21929"/>
                  </a:cubicBezTo>
                  <a:cubicBezTo>
                    <a:pt x="30272" y="21525"/>
                    <a:pt x="30241" y="21120"/>
                    <a:pt x="30222" y="20713"/>
                  </a:cubicBezTo>
                  <a:cubicBezTo>
                    <a:pt x="30203" y="20307"/>
                    <a:pt x="30197" y="19901"/>
                    <a:pt x="30203" y="19494"/>
                  </a:cubicBezTo>
                  <a:cubicBezTo>
                    <a:pt x="30210" y="19088"/>
                    <a:pt x="30228" y="18681"/>
                    <a:pt x="30260" y="18276"/>
                  </a:cubicBezTo>
                  <a:cubicBezTo>
                    <a:pt x="30291" y="17871"/>
                    <a:pt x="30335" y="17466"/>
                    <a:pt x="30391" y="17064"/>
                  </a:cubicBezTo>
                  <a:cubicBezTo>
                    <a:pt x="30447" y="16661"/>
                    <a:pt x="30516" y="16260"/>
                    <a:pt x="30596" y="15862"/>
                  </a:cubicBezTo>
                  <a:cubicBezTo>
                    <a:pt x="30677" y="15463"/>
                    <a:pt x="30770" y="15067"/>
                    <a:pt x="30876" y="14675"/>
                  </a:cubicBezTo>
                  <a:cubicBezTo>
                    <a:pt x="30981" y="14282"/>
                    <a:pt x="31098" y="13893"/>
                    <a:pt x="31227" y="13507"/>
                  </a:cubicBezTo>
                  <a:cubicBezTo>
                    <a:pt x="31357" y="13122"/>
                    <a:pt x="31498" y="12740"/>
                    <a:pt x="31650" y="12363"/>
                  </a:cubicBezTo>
                  <a:cubicBezTo>
                    <a:pt x="31803" y="11987"/>
                    <a:pt x="31967" y="11614"/>
                    <a:pt x="32143" y="11248"/>
                  </a:cubicBezTo>
                  <a:cubicBezTo>
                    <a:pt x="32318" y="10881"/>
                    <a:pt x="32505" y="10520"/>
                    <a:pt x="32703" y="10165"/>
                  </a:cubicBezTo>
                  <a:cubicBezTo>
                    <a:pt x="32901" y="9810"/>
                    <a:pt x="33110" y="9461"/>
                    <a:pt x="33329" y="9118"/>
                  </a:cubicBezTo>
                  <a:cubicBezTo>
                    <a:pt x="33548" y="8776"/>
                    <a:pt x="33778" y="8440"/>
                    <a:pt x="34018" y="8112"/>
                  </a:cubicBezTo>
                  <a:cubicBezTo>
                    <a:pt x="34258" y="7784"/>
                    <a:pt x="34508" y="7463"/>
                    <a:pt x="34768" y="7150"/>
                  </a:cubicBezTo>
                  <a:cubicBezTo>
                    <a:pt x="35028" y="6838"/>
                    <a:pt x="35297" y="6533"/>
                    <a:pt x="35576" y="6237"/>
                  </a:cubicBezTo>
                  <a:cubicBezTo>
                    <a:pt x="35854" y="5941"/>
                    <a:pt x="36142" y="5653"/>
                    <a:pt x="36438" y="5374"/>
                  </a:cubicBezTo>
                  <a:cubicBezTo>
                    <a:pt x="36734" y="5096"/>
                    <a:pt x="37039" y="4827"/>
                    <a:pt x="37351" y="4567"/>
                  </a:cubicBezTo>
                  <a:cubicBezTo>
                    <a:pt x="37664" y="4307"/>
                    <a:pt x="37985" y="4057"/>
                    <a:pt x="38313" y="3817"/>
                  </a:cubicBezTo>
                  <a:cubicBezTo>
                    <a:pt x="38641" y="3577"/>
                    <a:pt x="38977" y="3347"/>
                    <a:pt x="39319" y="3128"/>
                  </a:cubicBezTo>
                  <a:cubicBezTo>
                    <a:pt x="39662" y="2909"/>
                    <a:pt x="40011" y="2700"/>
                    <a:pt x="40366" y="2502"/>
                  </a:cubicBezTo>
                  <a:cubicBezTo>
                    <a:pt x="40721" y="2304"/>
                    <a:pt x="41082" y="2117"/>
                    <a:pt x="41449" y="1942"/>
                  </a:cubicBezTo>
                  <a:cubicBezTo>
                    <a:pt x="41815" y="1766"/>
                    <a:pt x="42188" y="1602"/>
                    <a:pt x="42564" y="1449"/>
                  </a:cubicBezTo>
                  <a:cubicBezTo>
                    <a:pt x="42941" y="1297"/>
                    <a:pt x="43323" y="1156"/>
                    <a:pt x="43708" y="1026"/>
                  </a:cubicBezTo>
                  <a:cubicBezTo>
                    <a:pt x="44094" y="897"/>
                    <a:pt x="44483" y="780"/>
                    <a:pt x="44876" y="675"/>
                  </a:cubicBezTo>
                  <a:cubicBezTo>
                    <a:pt x="45268" y="569"/>
                    <a:pt x="45664" y="476"/>
                    <a:pt x="46063" y="395"/>
                  </a:cubicBezTo>
                  <a:cubicBezTo>
                    <a:pt x="46461" y="315"/>
                    <a:pt x="46862" y="246"/>
                    <a:pt x="47265" y="190"/>
                  </a:cubicBezTo>
                  <a:cubicBezTo>
                    <a:pt x="47667" y="134"/>
                    <a:pt x="48072" y="90"/>
                    <a:pt x="48477" y="59"/>
                  </a:cubicBezTo>
                  <a:cubicBezTo>
                    <a:pt x="48882" y="27"/>
                    <a:pt x="49289" y="9"/>
                    <a:pt x="49695" y="2"/>
                  </a:cubicBezTo>
                  <a:cubicBezTo>
                    <a:pt x="50102" y="-4"/>
                    <a:pt x="50508" y="2"/>
                    <a:pt x="50914" y="21"/>
                  </a:cubicBezTo>
                  <a:cubicBezTo>
                    <a:pt x="51321" y="40"/>
                    <a:pt x="51726" y="71"/>
                    <a:pt x="52130" y="115"/>
                  </a:cubicBezTo>
                  <a:cubicBezTo>
                    <a:pt x="52534" y="159"/>
                    <a:pt x="52937" y="215"/>
                    <a:pt x="53338" y="283"/>
                  </a:cubicBezTo>
                  <a:cubicBezTo>
                    <a:pt x="53739" y="352"/>
                    <a:pt x="54137" y="433"/>
                    <a:pt x="54533" y="526"/>
                  </a:cubicBezTo>
                  <a:cubicBezTo>
                    <a:pt x="54929" y="619"/>
                    <a:pt x="55322" y="724"/>
                    <a:pt x="55711" y="842"/>
                  </a:cubicBezTo>
                  <a:cubicBezTo>
                    <a:pt x="56100" y="959"/>
                    <a:pt x="56486" y="1088"/>
                    <a:pt x="56867" y="1229"/>
                  </a:cubicBezTo>
                  <a:cubicBezTo>
                    <a:pt x="57248" y="1370"/>
                    <a:pt x="57625" y="1523"/>
                    <a:pt x="57997" y="1687"/>
                  </a:cubicBezTo>
                  <a:cubicBezTo>
                    <a:pt x="58369" y="1851"/>
                    <a:pt x="58736" y="2027"/>
                    <a:pt x="59097" y="2214"/>
                  </a:cubicBezTo>
                  <a:cubicBezTo>
                    <a:pt x="59458" y="2400"/>
                    <a:pt x="59813" y="2598"/>
                    <a:pt x="60162" y="2807"/>
                  </a:cubicBezTo>
                  <a:cubicBezTo>
                    <a:pt x="60511" y="3016"/>
                    <a:pt x="60854" y="3235"/>
                    <a:pt x="61189" y="3465"/>
                  </a:cubicBezTo>
                  <a:cubicBezTo>
                    <a:pt x="61525" y="3695"/>
                    <a:pt x="61853" y="3935"/>
                    <a:pt x="62173" y="4185"/>
                  </a:cubicBezTo>
                  <a:cubicBezTo>
                    <a:pt x="62494" y="4435"/>
                    <a:pt x="62807" y="4694"/>
                    <a:pt x="63112" y="4964"/>
                  </a:cubicBezTo>
                  <a:cubicBezTo>
                    <a:pt x="63416" y="5233"/>
                    <a:pt x="63713" y="5512"/>
                    <a:pt x="64000" y="5799"/>
                  </a:cubicBezTo>
                  <a:lnTo>
                    <a:pt x="98000" y="39799"/>
                  </a:lnTo>
                  <a:lnTo>
                    <a:pt x="100000" y="39799"/>
                  </a:lnTo>
                  <a:cubicBezTo>
                    <a:pt x="133000" y="39799"/>
                    <a:pt x="160000" y="66799"/>
                    <a:pt x="160000" y="99799"/>
                  </a:cubicBezTo>
                  <a:lnTo>
                    <a:pt x="160000" y="109799"/>
                  </a:lnTo>
                  <a:cubicBezTo>
                    <a:pt x="160000" y="110218"/>
                    <a:pt x="159987" y="110637"/>
                    <a:pt x="159961" y="111055"/>
                  </a:cubicBezTo>
                  <a:cubicBezTo>
                    <a:pt x="159934" y="111473"/>
                    <a:pt x="159895" y="111890"/>
                    <a:pt x="159842" y="112306"/>
                  </a:cubicBezTo>
                  <a:cubicBezTo>
                    <a:pt x="159790" y="112721"/>
                    <a:pt x="159724" y="113135"/>
                    <a:pt x="159646" y="113547"/>
                  </a:cubicBezTo>
                  <a:cubicBezTo>
                    <a:pt x="159567" y="113958"/>
                    <a:pt x="159476" y="114367"/>
                    <a:pt x="159372" y="114773"/>
                  </a:cubicBezTo>
                  <a:cubicBezTo>
                    <a:pt x="159267" y="115179"/>
                    <a:pt x="159151" y="115581"/>
                    <a:pt x="159021" y="115979"/>
                  </a:cubicBezTo>
                  <a:cubicBezTo>
                    <a:pt x="158892" y="116378"/>
                    <a:pt x="158750" y="116772"/>
                    <a:pt x="158596" y="117161"/>
                  </a:cubicBezTo>
                  <a:cubicBezTo>
                    <a:pt x="158441" y="117551"/>
                    <a:pt x="158275" y="117936"/>
                    <a:pt x="158097" y="118315"/>
                  </a:cubicBezTo>
                  <a:cubicBezTo>
                    <a:pt x="157918" y="118694"/>
                    <a:pt x="157728" y="119067"/>
                    <a:pt x="157526" y="119434"/>
                  </a:cubicBezTo>
                  <a:cubicBezTo>
                    <a:pt x="157324" y="119801"/>
                    <a:pt x="157111" y="120162"/>
                    <a:pt x="156887" y="120516"/>
                  </a:cubicBezTo>
                  <a:cubicBezTo>
                    <a:pt x="156662" y="120869"/>
                    <a:pt x="156427" y="121216"/>
                    <a:pt x="156180" y="121555"/>
                  </a:cubicBezTo>
                  <a:cubicBezTo>
                    <a:pt x="155934" y="121894"/>
                    <a:pt x="155677" y="122225"/>
                    <a:pt x="155410" y="122547"/>
                  </a:cubicBezTo>
                  <a:cubicBezTo>
                    <a:pt x="155143" y="122870"/>
                    <a:pt x="154866" y="123185"/>
                    <a:pt x="154579" y="123490"/>
                  </a:cubicBezTo>
                  <a:cubicBezTo>
                    <a:pt x="154293" y="123795"/>
                    <a:pt x="153996" y="124092"/>
                    <a:pt x="153691" y="124378"/>
                  </a:cubicBezTo>
                  <a:cubicBezTo>
                    <a:pt x="153386" y="124665"/>
                    <a:pt x="153071" y="124942"/>
                    <a:pt x="152748" y="125209"/>
                  </a:cubicBezTo>
                  <a:cubicBezTo>
                    <a:pt x="152426" y="125476"/>
                    <a:pt x="152095" y="125733"/>
                    <a:pt x="151756" y="125979"/>
                  </a:cubicBezTo>
                  <a:cubicBezTo>
                    <a:pt x="151417" y="126226"/>
                    <a:pt x="151070" y="126461"/>
                    <a:pt x="150717" y="126686"/>
                  </a:cubicBezTo>
                  <a:cubicBezTo>
                    <a:pt x="150363" y="126910"/>
                    <a:pt x="150002" y="127123"/>
                    <a:pt x="149635" y="127325"/>
                  </a:cubicBezTo>
                  <a:cubicBezTo>
                    <a:pt x="149268" y="127527"/>
                    <a:pt x="148895" y="127717"/>
                    <a:pt x="148516" y="127896"/>
                  </a:cubicBezTo>
                  <a:cubicBezTo>
                    <a:pt x="148137" y="128074"/>
                    <a:pt x="147752" y="128240"/>
                    <a:pt x="147362" y="128395"/>
                  </a:cubicBezTo>
                  <a:cubicBezTo>
                    <a:pt x="146973" y="128549"/>
                    <a:pt x="146579" y="128691"/>
                    <a:pt x="146180" y="128820"/>
                  </a:cubicBezTo>
                  <a:cubicBezTo>
                    <a:pt x="145782" y="128950"/>
                    <a:pt x="145380" y="129066"/>
                    <a:pt x="144974" y="129171"/>
                  </a:cubicBezTo>
                  <a:cubicBezTo>
                    <a:pt x="144568" y="129275"/>
                    <a:pt x="144159" y="129366"/>
                    <a:pt x="143748" y="129445"/>
                  </a:cubicBezTo>
                  <a:cubicBezTo>
                    <a:pt x="143336" y="129523"/>
                    <a:pt x="142922" y="129589"/>
                    <a:pt x="142507" y="129641"/>
                  </a:cubicBezTo>
                  <a:cubicBezTo>
                    <a:pt x="142091" y="129694"/>
                    <a:pt x="141674" y="129733"/>
                    <a:pt x="141256" y="129760"/>
                  </a:cubicBezTo>
                  <a:cubicBezTo>
                    <a:pt x="140838" y="129786"/>
                    <a:pt x="140419" y="129799"/>
                    <a:pt x="140000" y="129799"/>
                  </a:cubicBezTo>
                  <a:lnTo>
                    <a:pt x="130000" y="129799"/>
                  </a:lnTo>
                  <a:cubicBezTo>
                    <a:pt x="129372" y="129799"/>
                    <a:pt x="128743" y="129819"/>
                    <a:pt x="128116" y="129858"/>
                  </a:cubicBezTo>
                  <a:cubicBezTo>
                    <a:pt x="127489" y="129898"/>
                    <a:pt x="126863" y="129957"/>
                    <a:pt x="126240" y="130036"/>
                  </a:cubicBezTo>
                  <a:cubicBezTo>
                    <a:pt x="125617" y="130114"/>
                    <a:pt x="124996" y="130213"/>
                    <a:pt x="124379" y="130330"/>
                  </a:cubicBezTo>
                  <a:cubicBezTo>
                    <a:pt x="123761" y="130448"/>
                    <a:pt x="123148" y="130585"/>
                    <a:pt x="122539" y="130741"/>
                  </a:cubicBezTo>
                  <a:cubicBezTo>
                    <a:pt x="121931" y="130898"/>
                    <a:pt x="121327" y="131073"/>
                    <a:pt x="120729" y="131267"/>
                  </a:cubicBezTo>
                  <a:cubicBezTo>
                    <a:pt x="120132" y="131461"/>
                    <a:pt x="119541" y="131674"/>
                    <a:pt x="118956" y="131906"/>
                  </a:cubicBezTo>
                  <a:cubicBezTo>
                    <a:pt x="118372" y="132137"/>
                    <a:pt x="117795" y="132387"/>
                    <a:pt x="117227" y="132654"/>
                  </a:cubicBezTo>
                  <a:cubicBezTo>
                    <a:pt x="116658" y="132922"/>
                    <a:pt x="116098" y="133207"/>
                    <a:pt x="115547" y="133510"/>
                  </a:cubicBezTo>
                  <a:cubicBezTo>
                    <a:pt x="114997" y="133813"/>
                    <a:pt x="114456" y="134132"/>
                    <a:pt x="113925" y="134469"/>
                  </a:cubicBezTo>
                  <a:cubicBezTo>
                    <a:pt x="113395" y="134806"/>
                    <a:pt x="112875" y="135159"/>
                    <a:pt x="112366" y="135528"/>
                  </a:cubicBezTo>
                  <a:cubicBezTo>
                    <a:pt x="111858" y="135898"/>
                    <a:pt x="111361" y="136283"/>
                    <a:pt x="110877" y="136684"/>
                  </a:cubicBezTo>
                  <a:cubicBezTo>
                    <a:pt x="110393" y="137084"/>
                    <a:pt x="109922" y="137500"/>
                    <a:pt x="109464" y="137930"/>
                  </a:cubicBezTo>
                  <a:cubicBezTo>
                    <a:pt x="109006" y="138360"/>
                    <a:pt x="108561" y="138805"/>
                    <a:pt x="108131" y="139263"/>
                  </a:cubicBezTo>
                  <a:cubicBezTo>
                    <a:pt x="107701" y="139721"/>
                    <a:pt x="107285" y="140192"/>
                    <a:pt x="106885" y="140676"/>
                  </a:cubicBezTo>
                  <a:cubicBezTo>
                    <a:pt x="106484" y="141160"/>
                    <a:pt x="106099" y="141657"/>
                    <a:pt x="105729" y="142165"/>
                  </a:cubicBezTo>
                  <a:cubicBezTo>
                    <a:pt x="105360" y="142674"/>
                    <a:pt x="105007" y="143194"/>
                    <a:pt x="104670" y="143724"/>
                  </a:cubicBezTo>
                  <a:cubicBezTo>
                    <a:pt x="104333" y="144255"/>
                    <a:pt x="104014" y="144796"/>
                    <a:pt x="103711" y="145346"/>
                  </a:cubicBezTo>
                  <a:cubicBezTo>
                    <a:pt x="103408" y="145897"/>
                    <a:pt x="103123" y="146457"/>
                    <a:pt x="102855" y="147026"/>
                  </a:cubicBezTo>
                  <a:cubicBezTo>
                    <a:pt x="102588" y="147594"/>
                    <a:pt x="102338" y="148171"/>
                    <a:pt x="102107" y="148755"/>
                  </a:cubicBezTo>
                  <a:cubicBezTo>
                    <a:pt x="101875" y="149339"/>
                    <a:pt x="101662" y="149931"/>
                    <a:pt x="101468" y="150528"/>
                  </a:cubicBezTo>
                  <a:cubicBezTo>
                    <a:pt x="101274" y="151126"/>
                    <a:pt x="101099" y="151730"/>
                    <a:pt x="100943" y="152338"/>
                  </a:cubicBezTo>
                  <a:cubicBezTo>
                    <a:pt x="100786" y="152947"/>
                    <a:pt x="100649" y="153560"/>
                    <a:pt x="100531" y="154178"/>
                  </a:cubicBezTo>
                  <a:cubicBezTo>
                    <a:pt x="100414" y="154795"/>
                    <a:pt x="100315" y="155416"/>
                    <a:pt x="100237" y="156039"/>
                  </a:cubicBezTo>
                  <a:cubicBezTo>
                    <a:pt x="100158" y="156662"/>
                    <a:pt x="100099" y="157288"/>
                    <a:pt x="100059" y="157915"/>
                  </a:cubicBezTo>
                  <a:cubicBezTo>
                    <a:pt x="100020" y="158542"/>
                    <a:pt x="100000" y="159171"/>
                    <a:pt x="100000" y="159799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1" name="probe-lucide-rabbit-part-4"/>
            <p:cNvSpPr/>
            <p:nvPr/>
          </p:nvSpPr>
          <p:spPr>
            <a:xfrm>
              <a:off x="160000" y="20000"/>
              <a:ext cx="40000" cy="65400"/>
            </a:xfrm>
            <a:custGeom>
              <a:avLst/>
              <a:gdLst/>
              <a:ahLst/>
              <a:cxnLst/>
              <a:rect l="0" t="0" r="r" b="b"/>
              <a:pathLst>
                <a:path w="40000" h="65400">
                  <a:moveTo>
                    <a:pt x="40000" y="65400"/>
                  </a:moveTo>
                  <a:lnTo>
                    <a:pt x="40000" y="20000"/>
                  </a:lnTo>
                  <a:cubicBezTo>
                    <a:pt x="40000" y="19581"/>
                    <a:pt x="39987" y="19162"/>
                    <a:pt x="39961" y="18744"/>
                  </a:cubicBezTo>
                  <a:cubicBezTo>
                    <a:pt x="39934" y="18326"/>
                    <a:pt x="39895" y="17909"/>
                    <a:pt x="39842" y="17493"/>
                  </a:cubicBezTo>
                  <a:cubicBezTo>
                    <a:pt x="39790" y="17078"/>
                    <a:pt x="39724" y="16664"/>
                    <a:pt x="39646" y="16252"/>
                  </a:cubicBezTo>
                  <a:cubicBezTo>
                    <a:pt x="39567" y="15841"/>
                    <a:pt x="39476" y="15432"/>
                    <a:pt x="39372" y="15026"/>
                  </a:cubicBezTo>
                  <a:cubicBezTo>
                    <a:pt x="39267" y="14620"/>
                    <a:pt x="39151" y="14218"/>
                    <a:pt x="39021" y="13820"/>
                  </a:cubicBezTo>
                  <a:cubicBezTo>
                    <a:pt x="38892" y="13421"/>
                    <a:pt x="38750" y="13027"/>
                    <a:pt x="38596" y="12638"/>
                  </a:cubicBezTo>
                  <a:cubicBezTo>
                    <a:pt x="38441" y="12248"/>
                    <a:pt x="38275" y="11863"/>
                    <a:pt x="38097" y="11484"/>
                  </a:cubicBezTo>
                  <a:cubicBezTo>
                    <a:pt x="37918" y="11105"/>
                    <a:pt x="37728" y="10732"/>
                    <a:pt x="37526" y="10365"/>
                  </a:cubicBezTo>
                  <a:cubicBezTo>
                    <a:pt x="37324" y="9998"/>
                    <a:pt x="37111" y="9637"/>
                    <a:pt x="36887" y="9283"/>
                  </a:cubicBezTo>
                  <a:cubicBezTo>
                    <a:pt x="36662" y="8930"/>
                    <a:pt x="36427" y="8583"/>
                    <a:pt x="36180" y="8244"/>
                  </a:cubicBezTo>
                  <a:cubicBezTo>
                    <a:pt x="35934" y="7905"/>
                    <a:pt x="35677" y="7574"/>
                    <a:pt x="35410" y="7252"/>
                  </a:cubicBezTo>
                  <a:cubicBezTo>
                    <a:pt x="35143" y="6929"/>
                    <a:pt x="34866" y="6614"/>
                    <a:pt x="34579" y="6309"/>
                  </a:cubicBezTo>
                  <a:cubicBezTo>
                    <a:pt x="34293" y="6004"/>
                    <a:pt x="33996" y="5707"/>
                    <a:pt x="33691" y="5421"/>
                  </a:cubicBezTo>
                  <a:cubicBezTo>
                    <a:pt x="33386" y="5134"/>
                    <a:pt x="33071" y="4857"/>
                    <a:pt x="32748" y="4590"/>
                  </a:cubicBezTo>
                  <a:cubicBezTo>
                    <a:pt x="32426" y="4323"/>
                    <a:pt x="32095" y="4066"/>
                    <a:pt x="31756" y="3820"/>
                  </a:cubicBezTo>
                  <a:cubicBezTo>
                    <a:pt x="31417" y="3573"/>
                    <a:pt x="31070" y="3338"/>
                    <a:pt x="30717" y="3113"/>
                  </a:cubicBezTo>
                  <a:cubicBezTo>
                    <a:pt x="30363" y="2889"/>
                    <a:pt x="30002" y="2676"/>
                    <a:pt x="29635" y="2474"/>
                  </a:cubicBezTo>
                  <a:cubicBezTo>
                    <a:pt x="29268" y="2272"/>
                    <a:pt x="28895" y="2082"/>
                    <a:pt x="28516" y="1903"/>
                  </a:cubicBezTo>
                  <a:cubicBezTo>
                    <a:pt x="28137" y="1725"/>
                    <a:pt x="27752" y="1559"/>
                    <a:pt x="27362" y="1404"/>
                  </a:cubicBezTo>
                  <a:cubicBezTo>
                    <a:pt x="26973" y="1250"/>
                    <a:pt x="26579" y="1108"/>
                    <a:pt x="26180" y="979"/>
                  </a:cubicBezTo>
                  <a:cubicBezTo>
                    <a:pt x="25782" y="849"/>
                    <a:pt x="25380" y="733"/>
                    <a:pt x="24974" y="628"/>
                  </a:cubicBezTo>
                  <a:cubicBezTo>
                    <a:pt x="24568" y="524"/>
                    <a:pt x="24159" y="433"/>
                    <a:pt x="23748" y="354"/>
                  </a:cubicBezTo>
                  <a:cubicBezTo>
                    <a:pt x="23336" y="276"/>
                    <a:pt x="22922" y="210"/>
                    <a:pt x="22507" y="158"/>
                  </a:cubicBezTo>
                  <a:cubicBezTo>
                    <a:pt x="22091" y="105"/>
                    <a:pt x="21674" y="66"/>
                    <a:pt x="21256" y="39"/>
                  </a:cubicBezTo>
                  <a:cubicBezTo>
                    <a:pt x="20838" y="13"/>
                    <a:pt x="20419" y="0"/>
                    <a:pt x="20000" y="0"/>
                  </a:cubicBezTo>
                  <a:cubicBezTo>
                    <a:pt x="19581" y="0"/>
                    <a:pt x="19162" y="13"/>
                    <a:pt x="18744" y="39"/>
                  </a:cubicBezTo>
                  <a:cubicBezTo>
                    <a:pt x="18326" y="66"/>
                    <a:pt x="17909" y="105"/>
                    <a:pt x="17493" y="158"/>
                  </a:cubicBezTo>
                  <a:cubicBezTo>
                    <a:pt x="17078" y="210"/>
                    <a:pt x="16664" y="276"/>
                    <a:pt x="16252" y="354"/>
                  </a:cubicBezTo>
                  <a:cubicBezTo>
                    <a:pt x="15841" y="433"/>
                    <a:pt x="15432" y="524"/>
                    <a:pt x="15026" y="628"/>
                  </a:cubicBezTo>
                  <a:cubicBezTo>
                    <a:pt x="14620" y="733"/>
                    <a:pt x="14218" y="849"/>
                    <a:pt x="13820" y="979"/>
                  </a:cubicBezTo>
                  <a:cubicBezTo>
                    <a:pt x="13421" y="1108"/>
                    <a:pt x="13027" y="1250"/>
                    <a:pt x="12638" y="1404"/>
                  </a:cubicBezTo>
                  <a:cubicBezTo>
                    <a:pt x="12248" y="1559"/>
                    <a:pt x="11863" y="1725"/>
                    <a:pt x="11484" y="1903"/>
                  </a:cubicBezTo>
                  <a:cubicBezTo>
                    <a:pt x="11105" y="2082"/>
                    <a:pt x="10732" y="2272"/>
                    <a:pt x="10365" y="2474"/>
                  </a:cubicBezTo>
                  <a:cubicBezTo>
                    <a:pt x="9998" y="2676"/>
                    <a:pt x="9637" y="2889"/>
                    <a:pt x="9283" y="3113"/>
                  </a:cubicBezTo>
                  <a:cubicBezTo>
                    <a:pt x="8930" y="3338"/>
                    <a:pt x="8583" y="3573"/>
                    <a:pt x="8244" y="3820"/>
                  </a:cubicBezTo>
                  <a:cubicBezTo>
                    <a:pt x="7905" y="4066"/>
                    <a:pt x="7574" y="4323"/>
                    <a:pt x="7252" y="4590"/>
                  </a:cubicBezTo>
                  <a:cubicBezTo>
                    <a:pt x="6929" y="4857"/>
                    <a:pt x="6614" y="5134"/>
                    <a:pt x="6309" y="5421"/>
                  </a:cubicBezTo>
                  <a:cubicBezTo>
                    <a:pt x="6004" y="5707"/>
                    <a:pt x="5707" y="6004"/>
                    <a:pt x="5421" y="6309"/>
                  </a:cubicBezTo>
                  <a:cubicBezTo>
                    <a:pt x="5134" y="6614"/>
                    <a:pt x="4857" y="6929"/>
                    <a:pt x="4590" y="7252"/>
                  </a:cubicBezTo>
                  <a:cubicBezTo>
                    <a:pt x="4323" y="7574"/>
                    <a:pt x="4066" y="7905"/>
                    <a:pt x="3820" y="8244"/>
                  </a:cubicBezTo>
                  <a:cubicBezTo>
                    <a:pt x="3573" y="8583"/>
                    <a:pt x="3338" y="8930"/>
                    <a:pt x="3113" y="9283"/>
                  </a:cubicBezTo>
                  <a:cubicBezTo>
                    <a:pt x="2889" y="9637"/>
                    <a:pt x="2676" y="9998"/>
                    <a:pt x="2474" y="10365"/>
                  </a:cubicBezTo>
                  <a:cubicBezTo>
                    <a:pt x="2272" y="10732"/>
                    <a:pt x="2082" y="11105"/>
                    <a:pt x="1903" y="11484"/>
                  </a:cubicBezTo>
                  <a:cubicBezTo>
                    <a:pt x="1725" y="11863"/>
                    <a:pt x="1559" y="12248"/>
                    <a:pt x="1404" y="12638"/>
                  </a:cubicBezTo>
                  <a:cubicBezTo>
                    <a:pt x="1250" y="13027"/>
                    <a:pt x="1108" y="13421"/>
                    <a:pt x="979" y="13820"/>
                  </a:cubicBezTo>
                  <a:cubicBezTo>
                    <a:pt x="849" y="14218"/>
                    <a:pt x="733" y="14620"/>
                    <a:pt x="628" y="15026"/>
                  </a:cubicBezTo>
                  <a:cubicBezTo>
                    <a:pt x="524" y="15432"/>
                    <a:pt x="433" y="15841"/>
                    <a:pt x="354" y="16252"/>
                  </a:cubicBezTo>
                  <a:cubicBezTo>
                    <a:pt x="276" y="16664"/>
                    <a:pt x="210" y="17078"/>
                    <a:pt x="158" y="17493"/>
                  </a:cubicBezTo>
                  <a:cubicBezTo>
                    <a:pt x="105" y="17909"/>
                    <a:pt x="66" y="18326"/>
                    <a:pt x="39" y="18744"/>
                  </a:cubicBezTo>
                  <a:cubicBezTo>
                    <a:pt x="13" y="19162"/>
                    <a:pt x="0" y="19581"/>
                    <a:pt x="0" y="20000"/>
                  </a:cubicBezTo>
                  <a:lnTo>
                    <a:pt x="0" y="5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2" name="probe-lucide-rabbit-part-5"/>
            <p:cNvSpPr/>
            <p:nvPr/>
          </p:nvSpPr>
          <p:spPr>
            <a:xfrm>
              <a:off x="20001" y="109998"/>
              <a:ext cx="56119" cy="60000"/>
            </a:xfrm>
            <a:custGeom>
              <a:avLst/>
              <a:gdLst/>
              <a:ahLst/>
              <a:cxnLst/>
              <a:rect l="0" t="0" r="r" b="b"/>
              <a:pathLst>
                <a:path w="56119" h="60000">
                  <a:moveTo>
                    <a:pt x="56119" y="15242"/>
                  </a:moveTo>
                  <a:cubicBezTo>
                    <a:pt x="55813" y="14700"/>
                    <a:pt x="55490" y="14168"/>
                    <a:pt x="55151" y="13646"/>
                  </a:cubicBezTo>
                  <a:cubicBezTo>
                    <a:pt x="54812" y="13125"/>
                    <a:pt x="54456" y="12614"/>
                    <a:pt x="54085" y="12114"/>
                  </a:cubicBezTo>
                  <a:cubicBezTo>
                    <a:pt x="53714" y="11615"/>
                    <a:pt x="53328" y="11127"/>
                    <a:pt x="52926" y="10651"/>
                  </a:cubicBezTo>
                  <a:cubicBezTo>
                    <a:pt x="52525" y="10176"/>
                    <a:pt x="52109" y="9713"/>
                    <a:pt x="51679" y="9263"/>
                  </a:cubicBezTo>
                  <a:cubicBezTo>
                    <a:pt x="51249" y="8813"/>
                    <a:pt x="50805" y="8377"/>
                    <a:pt x="50348" y="7955"/>
                  </a:cubicBezTo>
                  <a:cubicBezTo>
                    <a:pt x="49890" y="7533"/>
                    <a:pt x="49420" y="7125"/>
                    <a:pt x="48937" y="6733"/>
                  </a:cubicBezTo>
                  <a:cubicBezTo>
                    <a:pt x="48455" y="6340"/>
                    <a:pt x="47960" y="5962"/>
                    <a:pt x="47454" y="5600"/>
                  </a:cubicBezTo>
                  <a:cubicBezTo>
                    <a:pt x="46948" y="5238"/>
                    <a:pt x="46431" y="4892"/>
                    <a:pt x="45903" y="4562"/>
                  </a:cubicBezTo>
                  <a:cubicBezTo>
                    <a:pt x="45375" y="4232"/>
                    <a:pt x="44838" y="3919"/>
                    <a:pt x="44290" y="3622"/>
                  </a:cubicBezTo>
                  <a:cubicBezTo>
                    <a:pt x="43743" y="3326"/>
                    <a:pt x="43187" y="3047"/>
                    <a:pt x="42623" y="2785"/>
                  </a:cubicBezTo>
                  <a:cubicBezTo>
                    <a:pt x="42058" y="2523"/>
                    <a:pt x="41486" y="2279"/>
                    <a:pt x="40906" y="2053"/>
                  </a:cubicBezTo>
                  <a:cubicBezTo>
                    <a:pt x="40326" y="1826"/>
                    <a:pt x="39740" y="1618"/>
                    <a:pt x="39147" y="1428"/>
                  </a:cubicBezTo>
                  <a:cubicBezTo>
                    <a:pt x="38554" y="1239"/>
                    <a:pt x="37956" y="1068"/>
                    <a:pt x="37353" y="915"/>
                  </a:cubicBezTo>
                  <a:cubicBezTo>
                    <a:pt x="36749" y="762"/>
                    <a:pt x="36142" y="629"/>
                    <a:pt x="35530" y="514"/>
                  </a:cubicBezTo>
                  <a:cubicBezTo>
                    <a:pt x="34918" y="399"/>
                    <a:pt x="34303" y="304"/>
                    <a:pt x="33686" y="227"/>
                  </a:cubicBezTo>
                  <a:cubicBezTo>
                    <a:pt x="33068" y="151"/>
                    <a:pt x="32449" y="94"/>
                    <a:pt x="31827" y="56"/>
                  </a:cubicBezTo>
                  <a:cubicBezTo>
                    <a:pt x="31206" y="18"/>
                    <a:pt x="30584" y="-1"/>
                    <a:pt x="29962" y="0"/>
                  </a:cubicBezTo>
                  <a:cubicBezTo>
                    <a:pt x="29340" y="1"/>
                    <a:pt x="28718" y="21"/>
                    <a:pt x="28097" y="60"/>
                  </a:cubicBezTo>
                  <a:cubicBezTo>
                    <a:pt x="27476" y="100"/>
                    <a:pt x="26856" y="159"/>
                    <a:pt x="26239" y="237"/>
                  </a:cubicBezTo>
                  <a:cubicBezTo>
                    <a:pt x="25621" y="315"/>
                    <a:pt x="25006" y="412"/>
                    <a:pt x="24395" y="528"/>
                  </a:cubicBezTo>
                  <a:cubicBezTo>
                    <a:pt x="23784" y="644"/>
                    <a:pt x="23176" y="780"/>
                    <a:pt x="22573" y="934"/>
                  </a:cubicBezTo>
                  <a:cubicBezTo>
                    <a:pt x="21971" y="1088"/>
                    <a:pt x="21373" y="1261"/>
                    <a:pt x="20780" y="1452"/>
                  </a:cubicBezTo>
                  <a:cubicBezTo>
                    <a:pt x="20188" y="1643"/>
                    <a:pt x="19602" y="1853"/>
                    <a:pt x="19023" y="2080"/>
                  </a:cubicBezTo>
                  <a:cubicBezTo>
                    <a:pt x="18444" y="2308"/>
                    <a:pt x="17872" y="2554"/>
                    <a:pt x="17308" y="2817"/>
                  </a:cubicBezTo>
                  <a:cubicBezTo>
                    <a:pt x="16744" y="3080"/>
                    <a:pt x="16189" y="3361"/>
                    <a:pt x="15643" y="3659"/>
                  </a:cubicBezTo>
                  <a:cubicBezTo>
                    <a:pt x="15096" y="3956"/>
                    <a:pt x="14559" y="4271"/>
                    <a:pt x="14032" y="4602"/>
                  </a:cubicBezTo>
                  <a:cubicBezTo>
                    <a:pt x="13506" y="4934"/>
                    <a:pt x="12989" y="5281"/>
                    <a:pt x="12484" y="5644"/>
                  </a:cubicBezTo>
                  <a:cubicBezTo>
                    <a:pt x="11979" y="6008"/>
                    <a:pt x="11485" y="6387"/>
                    <a:pt x="11004" y="6781"/>
                  </a:cubicBezTo>
                  <a:cubicBezTo>
                    <a:pt x="10522" y="7175"/>
                    <a:pt x="10053" y="7584"/>
                    <a:pt x="9597" y="8007"/>
                  </a:cubicBezTo>
                  <a:cubicBezTo>
                    <a:pt x="9140" y="8430"/>
                    <a:pt x="8697" y="8867"/>
                    <a:pt x="8268" y="9318"/>
                  </a:cubicBezTo>
                  <a:cubicBezTo>
                    <a:pt x="7839" y="9769"/>
                    <a:pt x="7425" y="10233"/>
                    <a:pt x="7025" y="10709"/>
                  </a:cubicBezTo>
                  <a:cubicBezTo>
                    <a:pt x="6624" y="11186"/>
                    <a:pt x="6239" y="11675"/>
                    <a:pt x="5869" y="12175"/>
                  </a:cubicBezTo>
                  <a:cubicBezTo>
                    <a:pt x="5500" y="12676"/>
                    <a:pt x="5146" y="13188"/>
                    <a:pt x="4808" y="13710"/>
                  </a:cubicBezTo>
                  <a:cubicBezTo>
                    <a:pt x="4470" y="14233"/>
                    <a:pt x="4148" y="14766"/>
                    <a:pt x="3844" y="15308"/>
                  </a:cubicBezTo>
                  <a:cubicBezTo>
                    <a:pt x="3539" y="15851"/>
                    <a:pt x="3251" y="16403"/>
                    <a:pt x="2981" y="16963"/>
                  </a:cubicBezTo>
                  <a:cubicBezTo>
                    <a:pt x="2710" y="17524"/>
                    <a:pt x="2457" y="18092"/>
                    <a:pt x="2222" y="18668"/>
                  </a:cubicBezTo>
                  <a:cubicBezTo>
                    <a:pt x="1987" y="19245"/>
                    <a:pt x="1770" y="19828"/>
                    <a:pt x="1572" y="20418"/>
                  </a:cubicBezTo>
                  <a:cubicBezTo>
                    <a:pt x="1373" y="21007"/>
                    <a:pt x="1192" y="21603"/>
                    <a:pt x="1031" y="22204"/>
                  </a:cubicBezTo>
                  <a:cubicBezTo>
                    <a:pt x="869" y="22805"/>
                    <a:pt x="726" y="23411"/>
                    <a:pt x="602" y="24020"/>
                  </a:cubicBezTo>
                  <a:cubicBezTo>
                    <a:pt x="478" y="24630"/>
                    <a:pt x="373" y="25244"/>
                    <a:pt x="287" y="25860"/>
                  </a:cubicBezTo>
                  <a:cubicBezTo>
                    <a:pt x="201" y="26476"/>
                    <a:pt x="134" y="27095"/>
                    <a:pt x="87" y="27715"/>
                  </a:cubicBezTo>
                  <a:cubicBezTo>
                    <a:pt x="40" y="28336"/>
                    <a:pt x="12" y="28958"/>
                    <a:pt x="3" y="29580"/>
                  </a:cubicBezTo>
                  <a:cubicBezTo>
                    <a:pt x="-6" y="30202"/>
                    <a:pt x="5" y="30824"/>
                    <a:pt x="35" y="31446"/>
                  </a:cubicBezTo>
                  <a:cubicBezTo>
                    <a:pt x="65" y="32067"/>
                    <a:pt x="114" y="32688"/>
                    <a:pt x="183" y="33306"/>
                  </a:cubicBezTo>
                  <a:cubicBezTo>
                    <a:pt x="251" y="33925"/>
                    <a:pt x="339" y="34541"/>
                    <a:pt x="446" y="35154"/>
                  </a:cubicBezTo>
                  <a:cubicBezTo>
                    <a:pt x="553" y="35767"/>
                    <a:pt x="679" y="36377"/>
                    <a:pt x="824" y="36982"/>
                  </a:cubicBezTo>
                  <a:cubicBezTo>
                    <a:pt x="969" y="37587"/>
                    <a:pt x="1132" y="38187"/>
                    <a:pt x="1314" y="38782"/>
                  </a:cubicBezTo>
                  <a:cubicBezTo>
                    <a:pt x="1496" y="39377"/>
                    <a:pt x="1697" y="39967"/>
                    <a:pt x="1916" y="40549"/>
                  </a:cubicBezTo>
                  <a:cubicBezTo>
                    <a:pt x="2135" y="41132"/>
                    <a:pt x="2372" y="41707"/>
                    <a:pt x="2626" y="42275"/>
                  </a:cubicBezTo>
                  <a:cubicBezTo>
                    <a:pt x="2881" y="42843"/>
                    <a:pt x="3153" y="43403"/>
                    <a:pt x="3442" y="43953"/>
                  </a:cubicBezTo>
                  <a:cubicBezTo>
                    <a:pt x="3732" y="44504"/>
                    <a:pt x="4038" y="45046"/>
                    <a:pt x="4361" y="45578"/>
                  </a:cubicBezTo>
                  <a:cubicBezTo>
                    <a:pt x="4685" y="46110"/>
                    <a:pt x="5024" y="46631"/>
                    <a:pt x="5380" y="47142"/>
                  </a:cubicBezTo>
                  <a:cubicBezTo>
                    <a:pt x="5735" y="47652"/>
                    <a:pt x="6107" y="48152"/>
                    <a:pt x="6493" y="48640"/>
                  </a:cubicBezTo>
                  <a:cubicBezTo>
                    <a:pt x="6880" y="49127"/>
                    <a:pt x="7282" y="49603"/>
                    <a:pt x="7698" y="50065"/>
                  </a:cubicBezTo>
                  <a:cubicBezTo>
                    <a:pt x="8114" y="50528"/>
                    <a:pt x="8544" y="50977"/>
                    <a:pt x="8989" y="51413"/>
                  </a:cubicBezTo>
                  <a:cubicBezTo>
                    <a:pt x="9433" y="51849"/>
                    <a:pt x="9890" y="52271"/>
                    <a:pt x="10361" y="52678"/>
                  </a:cubicBezTo>
                  <a:cubicBezTo>
                    <a:pt x="10831" y="53086"/>
                    <a:pt x="11314" y="53478"/>
                    <a:pt x="11809" y="53855"/>
                  </a:cubicBezTo>
                  <a:cubicBezTo>
                    <a:pt x="12304" y="54233"/>
                    <a:pt x="12810" y="54595"/>
                    <a:pt x="13327" y="54940"/>
                  </a:cubicBezTo>
                  <a:cubicBezTo>
                    <a:pt x="13845" y="55286"/>
                    <a:pt x="14373" y="55616"/>
                    <a:pt x="14911" y="55929"/>
                  </a:cubicBezTo>
                  <a:cubicBezTo>
                    <a:pt x="15448" y="56242"/>
                    <a:pt x="15996" y="56538"/>
                    <a:pt x="16552" y="56817"/>
                  </a:cubicBezTo>
                  <a:cubicBezTo>
                    <a:pt x="17108" y="57096"/>
                    <a:pt x="17673" y="57357"/>
                    <a:pt x="18246" y="57601"/>
                  </a:cubicBezTo>
                  <a:cubicBezTo>
                    <a:pt x="18818" y="57845"/>
                    <a:pt x="19398" y="58071"/>
                    <a:pt x="19985" y="58279"/>
                  </a:cubicBezTo>
                  <a:cubicBezTo>
                    <a:pt x="20571" y="58487"/>
                    <a:pt x="21164" y="58676"/>
                    <a:pt x="21762" y="58847"/>
                  </a:cubicBezTo>
                  <a:cubicBezTo>
                    <a:pt x="22361" y="59018"/>
                    <a:pt x="22964" y="59170"/>
                    <a:pt x="23572" y="59303"/>
                  </a:cubicBezTo>
                  <a:cubicBezTo>
                    <a:pt x="24180" y="59437"/>
                    <a:pt x="24792" y="59551"/>
                    <a:pt x="25406" y="59646"/>
                  </a:cubicBezTo>
                  <a:cubicBezTo>
                    <a:pt x="26021" y="59742"/>
                    <a:pt x="26639" y="59818"/>
                    <a:pt x="27259" y="59875"/>
                  </a:cubicBezTo>
                  <a:cubicBezTo>
                    <a:pt x="27878" y="59931"/>
                    <a:pt x="28500" y="59969"/>
                    <a:pt x="29122" y="59987"/>
                  </a:cubicBezTo>
                  <a:cubicBezTo>
                    <a:pt x="29744" y="60005"/>
                    <a:pt x="30366" y="60004"/>
                    <a:pt x="30988" y="59984"/>
                  </a:cubicBezTo>
                  <a:cubicBezTo>
                    <a:pt x="31610" y="59963"/>
                    <a:pt x="32231" y="59923"/>
                    <a:pt x="32851" y="59864"/>
                  </a:cubicBezTo>
                  <a:cubicBezTo>
                    <a:pt x="33470" y="59805"/>
                    <a:pt x="34087" y="59727"/>
                    <a:pt x="34702" y="59629"/>
                  </a:cubicBezTo>
                  <a:cubicBezTo>
                    <a:pt x="35317" y="59532"/>
                    <a:pt x="35928" y="59415"/>
                    <a:pt x="36535" y="59280"/>
                  </a:cubicBezTo>
                  <a:cubicBezTo>
                    <a:pt x="37143" y="59144"/>
                    <a:pt x="37746" y="58990"/>
                    <a:pt x="38343" y="58816"/>
                  </a:cubicBezTo>
                  <a:cubicBezTo>
                    <a:pt x="38941" y="58643"/>
                    <a:pt x="39533" y="58452"/>
                    <a:pt x="40119" y="58242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3" name="probe-lucide-rat" descr="rat — Lucide Icons and Contributors; preserve the bundled full upstream license. Source: https://github.com/lucide-icons/lucide/blob/20aef31db93fe4d9f398dbb15b120d99c48eef95/icons/rat.svg; SVG SHA256: 6812ddf8155f171121dcf2b83a51c3e2aa2b961c6d0fb958429781406fdb32b3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94" name="probe-lucide-rat-part-1"/>
            <p:cNvSpPr/>
            <p:nvPr/>
          </p:nvSpPr>
          <p:spPr>
            <a:xfrm>
              <a:off x="20000" y="180000"/>
              <a:ext cx="140000" cy="40000"/>
            </a:xfrm>
            <a:custGeom>
              <a:avLst/>
              <a:gdLst/>
              <a:ahLst/>
              <a:cxnLst/>
              <a:rect l="0" t="0" r="r" b="b"/>
              <a:pathLst>
                <a:path w="140000" h="40000">
                  <a:moveTo>
                    <a:pt x="11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5" name="probe-lucide-rat-part-2"/>
            <p:cNvSpPr/>
            <p:nvPr/>
          </p:nvSpPr>
          <p:spPr>
            <a:xfrm>
              <a:off x="110360" y="130000"/>
              <a:ext cx="29641" cy="50000"/>
            </a:xfrm>
            <a:custGeom>
              <a:avLst/>
              <a:gdLst/>
              <a:ahLst/>
              <a:cxnLst/>
              <a:rect l="0" t="0" r="r" b="b"/>
              <a:pathLst>
                <a:path w="29641" h="50000">
                  <a:moveTo>
                    <a:pt x="22000" y="50000"/>
                  </a:moveTo>
                  <a:cubicBezTo>
                    <a:pt x="22412" y="49539"/>
                    <a:pt x="22811" y="49065"/>
                    <a:pt x="23194" y="48580"/>
                  </a:cubicBezTo>
                  <a:cubicBezTo>
                    <a:pt x="23577" y="48094"/>
                    <a:pt x="23945" y="47597"/>
                    <a:pt x="24297" y="47088"/>
                  </a:cubicBezTo>
                  <a:cubicBezTo>
                    <a:pt x="24650" y="46580"/>
                    <a:pt x="24986" y="46061"/>
                    <a:pt x="25307" y="45531"/>
                  </a:cubicBezTo>
                  <a:cubicBezTo>
                    <a:pt x="25627" y="45002"/>
                    <a:pt x="25931" y="44463"/>
                    <a:pt x="26218" y="43915"/>
                  </a:cubicBezTo>
                  <a:cubicBezTo>
                    <a:pt x="26505" y="43367"/>
                    <a:pt x="26775" y="42810"/>
                    <a:pt x="27027" y="42246"/>
                  </a:cubicBezTo>
                  <a:cubicBezTo>
                    <a:pt x="27280" y="41681"/>
                    <a:pt x="27515" y="41109"/>
                    <a:pt x="27732" y="40529"/>
                  </a:cubicBezTo>
                  <a:cubicBezTo>
                    <a:pt x="27949" y="39950"/>
                    <a:pt x="28148" y="39364"/>
                    <a:pt x="28329" y="38773"/>
                  </a:cubicBezTo>
                  <a:cubicBezTo>
                    <a:pt x="28510" y="38181"/>
                    <a:pt x="28673" y="37584"/>
                    <a:pt x="28817" y="36983"/>
                  </a:cubicBezTo>
                  <a:cubicBezTo>
                    <a:pt x="28961" y="36381"/>
                    <a:pt x="29086" y="35775"/>
                    <a:pt x="29193" y="35166"/>
                  </a:cubicBezTo>
                  <a:cubicBezTo>
                    <a:pt x="29299" y="34556"/>
                    <a:pt x="29387" y="33944"/>
                    <a:pt x="29456" y="33329"/>
                  </a:cubicBezTo>
                  <a:cubicBezTo>
                    <a:pt x="29524" y="32714"/>
                    <a:pt x="29574" y="32097"/>
                    <a:pt x="29605" y="31480"/>
                  </a:cubicBezTo>
                  <a:cubicBezTo>
                    <a:pt x="29635" y="30862"/>
                    <a:pt x="29647" y="30243"/>
                    <a:pt x="29639" y="29625"/>
                  </a:cubicBezTo>
                  <a:cubicBezTo>
                    <a:pt x="29631" y="29006"/>
                    <a:pt x="29604" y="28388"/>
                    <a:pt x="29558" y="27771"/>
                  </a:cubicBezTo>
                  <a:cubicBezTo>
                    <a:pt x="29513" y="27154"/>
                    <a:pt x="29448" y="26539"/>
                    <a:pt x="29364" y="25926"/>
                  </a:cubicBezTo>
                  <a:cubicBezTo>
                    <a:pt x="29280" y="25313"/>
                    <a:pt x="29177" y="24703"/>
                    <a:pt x="29055" y="24096"/>
                  </a:cubicBezTo>
                  <a:cubicBezTo>
                    <a:pt x="28933" y="23490"/>
                    <a:pt x="28793" y="22887"/>
                    <a:pt x="28634" y="22289"/>
                  </a:cubicBezTo>
                  <a:cubicBezTo>
                    <a:pt x="28475" y="21691"/>
                    <a:pt x="28298" y="21099"/>
                    <a:pt x="28102" y="20512"/>
                  </a:cubicBezTo>
                  <a:cubicBezTo>
                    <a:pt x="27906" y="19925"/>
                    <a:pt x="27693" y="19344"/>
                    <a:pt x="27461" y="18771"/>
                  </a:cubicBezTo>
                  <a:cubicBezTo>
                    <a:pt x="27230" y="18197"/>
                    <a:pt x="26980" y="17631"/>
                    <a:pt x="26714" y="17072"/>
                  </a:cubicBezTo>
                  <a:cubicBezTo>
                    <a:pt x="26447" y="16514"/>
                    <a:pt x="26164" y="15964"/>
                    <a:pt x="25863" y="15424"/>
                  </a:cubicBezTo>
                  <a:cubicBezTo>
                    <a:pt x="25563" y="14883"/>
                    <a:pt x="25245" y="14352"/>
                    <a:pt x="24912" y="13830"/>
                  </a:cubicBezTo>
                  <a:cubicBezTo>
                    <a:pt x="24579" y="13309"/>
                    <a:pt x="24229" y="12799"/>
                    <a:pt x="23864" y="12299"/>
                  </a:cubicBezTo>
                  <a:cubicBezTo>
                    <a:pt x="23499" y="11800"/>
                    <a:pt x="23119" y="11312"/>
                    <a:pt x="22724" y="10836"/>
                  </a:cubicBezTo>
                  <a:cubicBezTo>
                    <a:pt x="22329" y="10360"/>
                    <a:pt x="21919" y="9896"/>
                    <a:pt x="21495" y="9445"/>
                  </a:cubicBezTo>
                  <a:cubicBezTo>
                    <a:pt x="21071" y="8995"/>
                    <a:pt x="20634" y="8557"/>
                    <a:pt x="20183" y="8134"/>
                  </a:cubicBezTo>
                  <a:cubicBezTo>
                    <a:pt x="19732" y="7710"/>
                    <a:pt x="19268" y="7301"/>
                    <a:pt x="18792" y="6906"/>
                  </a:cubicBezTo>
                  <a:cubicBezTo>
                    <a:pt x="18316" y="6511"/>
                    <a:pt x="17828" y="6131"/>
                    <a:pt x="17328" y="5766"/>
                  </a:cubicBezTo>
                  <a:cubicBezTo>
                    <a:pt x="16828" y="5401"/>
                    <a:pt x="16318" y="5052"/>
                    <a:pt x="15796" y="4719"/>
                  </a:cubicBezTo>
                  <a:cubicBezTo>
                    <a:pt x="15275" y="4386"/>
                    <a:pt x="14744" y="4069"/>
                    <a:pt x="14203" y="3769"/>
                  </a:cubicBezTo>
                  <a:cubicBezTo>
                    <a:pt x="13662" y="3469"/>
                    <a:pt x="13112" y="3185"/>
                    <a:pt x="12554" y="2919"/>
                  </a:cubicBezTo>
                  <a:cubicBezTo>
                    <a:pt x="11995" y="2653"/>
                    <a:pt x="11429" y="2404"/>
                    <a:pt x="10855" y="2172"/>
                  </a:cubicBezTo>
                  <a:cubicBezTo>
                    <a:pt x="10281" y="1941"/>
                    <a:pt x="9700" y="1728"/>
                    <a:pt x="9113" y="1532"/>
                  </a:cubicBezTo>
                  <a:cubicBezTo>
                    <a:pt x="8527" y="1337"/>
                    <a:pt x="7934" y="1160"/>
                    <a:pt x="7336" y="1001"/>
                  </a:cubicBezTo>
                  <a:cubicBezTo>
                    <a:pt x="6738" y="843"/>
                    <a:pt x="6135" y="703"/>
                    <a:pt x="5529" y="581"/>
                  </a:cubicBezTo>
                  <a:cubicBezTo>
                    <a:pt x="4922" y="460"/>
                    <a:pt x="4312" y="357"/>
                    <a:pt x="3699" y="274"/>
                  </a:cubicBezTo>
                  <a:cubicBezTo>
                    <a:pt x="3086" y="190"/>
                    <a:pt x="2471" y="125"/>
                    <a:pt x="1854" y="80"/>
                  </a:cubicBezTo>
                  <a:cubicBezTo>
                    <a:pt x="1237" y="34"/>
                    <a:pt x="619" y="7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6" name="probe-lucide-rat-part-3"/>
            <p:cNvSpPr/>
            <p:nvPr/>
          </p:nvSpPr>
          <p:spPr>
            <a:xfrm>
              <a:off x="160000" y="9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7" name="probe-lucide-rat-part-4"/>
            <p:cNvSpPr/>
            <p:nvPr/>
          </p:nvSpPr>
          <p:spPr>
            <a:xfrm>
              <a:off x="139997" y="30000"/>
              <a:ext cx="80012" cy="130420"/>
            </a:xfrm>
            <a:custGeom>
              <a:avLst/>
              <a:gdLst/>
              <a:ahLst/>
              <a:cxnLst/>
              <a:rect l="0" t="0" r="r" b="b"/>
              <a:pathLst>
                <a:path w="80012" h="130420">
                  <a:moveTo>
                    <a:pt x="28203" y="9400"/>
                  </a:moveTo>
                  <a:cubicBezTo>
                    <a:pt x="28629" y="8949"/>
                    <a:pt x="29068" y="8511"/>
                    <a:pt x="29521" y="8088"/>
                  </a:cubicBezTo>
                  <a:cubicBezTo>
                    <a:pt x="29974" y="7664"/>
                    <a:pt x="30440" y="7255"/>
                    <a:pt x="30918" y="6861"/>
                  </a:cubicBezTo>
                  <a:cubicBezTo>
                    <a:pt x="31396" y="6466"/>
                    <a:pt x="31887" y="6086"/>
                    <a:pt x="32388" y="5722"/>
                  </a:cubicBezTo>
                  <a:cubicBezTo>
                    <a:pt x="32890" y="5358"/>
                    <a:pt x="33403" y="5009"/>
                    <a:pt x="33926" y="4677"/>
                  </a:cubicBezTo>
                  <a:cubicBezTo>
                    <a:pt x="34450" y="4344"/>
                    <a:pt x="34983" y="4028"/>
                    <a:pt x="35526" y="3729"/>
                  </a:cubicBezTo>
                  <a:cubicBezTo>
                    <a:pt x="36069" y="3430"/>
                    <a:pt x="36621" y="3147"/>
                    <a:pt x="37182" y="2882"/>
                  </a:cubicBezTo>
                  <a:cubicBezTo>
                    <a:pt x="37742" y="2617"/>
                    <a:pt x="38311" y="2369"/>
                    <a:pt x="38886" y="2139"/>
                  </a:cubicBezTo>
                  <a:cubicBezTo>
                    <a:pt x="39462" y="1909"/>
                    <a:pt x="40045" y="1697"/>
                    <a:pt x="40634" y="1503"/>
                  </a:cubicBezTo>
                  <a:cubicBezTo>
                    <a:pt x="41223" y="1310"/>
                    <a:pt x="41818" y="1134"/>
                    <a:pt x="42417" y="977"/>
                  </a:cubicBezTo>
                  <a:cubicBezTo>
                    <a:pt x="43017" y="820"/>
                    <a:pt x="43622" y="682"/>
                    <a:pt x="44230" y="562"/>
                  </a:cubicBezTo>
                  <a:cubicBezTo>
                    <a:pt x="44839" y="443"/>
                    <a:pt x="45451" y="342"/>
                    <a:pt x="46065" y="261"/>
                  </a:cubicBezTo>
                  <a:cubicBezTo>
                    <a:pt x="46680" y="179"/>
                    <a:pt x="47297" y="117"/>
                    <a:pt x="47915" y="73"/>
                  </a:cubicBezTo>
                  <a:cubicBezTo>
                    <a:pt x="48534" y="30"/>
                    <a:pt x="49153" y="6"/>
                    <a:pt x="49773" y="1"/>
                  </a:cubicBezTo>
                  <a:cubicBezTo>
                    <a:pt x="50393" y="-4"/>
                    <a:pt x="51013" y="10"/>
                    <a:pt x="51632" y="44"/>
                  </a:cubicBezTo>
                  <a:cubicBezTo>
                    <a:pt x="52252" y="77"/>
                    <a:pt x="52869" y="130"/>
                    <a:pt x="53485" y="202"/>
                  </a:cubicBezTo>
                  <a:cubicBezTo>
                    <a:pt x="54101" y="274"/>
                    <a:pt x="54715" y="364"/>
                    <a:pt x="55325" y="474"/>
                  </a:cubicBezTo>
                  <a:cubicBezTo>
                    <a:pt x="55935" y="584"/>
                    <a:pt x="56542" y="713"/>
                    <a:pt x="57144" y="860"/>
                  </a:cubicBezTo>
                  <a:cubicBezTo>
                    <a:pt x="57746" y="1008"/>
                    <a:pt x="58344" y="1174"/>
                    <a:pt x="58936" y="1358"/>
                  </a:cubicBezTo>
                  <a:cubicBezTo>
                    <a:pt x="59527" y="1542"/>
                    <a:pt x="60114" y="1745"/>
                    <a:pt x="60693" y="1966"/>
                  </a:cubicBezTo>
                  <a:cubicBezTo>
                    <a:pt x="61272" y="2187"/>
                    <a:pt x="61845" y="2425"/>
                    <a:pt x="62409" y="2682"/>
                  </a:cubicBezTo>
                  <a:cubicBezTo>
                    <a:pt x="62974" y="2938"/>
                    <a:pt x="63530" y="3211"/>
                    <a:pt x="64078" y="3502"/>
                  </a:cubicBezTo>
                  <a:cubicBezTo>
                    <a:pt x="64626" y="3793"/>
                    <a:pt x="65164" y="4100"/>
                    <a:pt x="65693" y="4424"/>
                  </a:cubicBezTo>
                  <a:cubicBezTo>
                    <a:pt x="66221" y="4749"/>
                    <a:pt x="66740" y="5089"/>
                    <a:pt x="67247" y="5445"/>
                  </a:cubicBezTo>
                  <a:cubicBezTo>
                    <a:pt x="67755" y="5801"/>
                    <a:pt x="68251" y="6173"/>
                    <a:pt x="68735" y="6560"/>
                  </a:cubicBezTo>
                  <a:cubicBezTo>
                    <a:pt x="69220" y="6947"/>
                    <a:pt x="69692" y="7349"/>
                    <a:pt x="70151" y="7765"/>
                  </a:cubicBezTo>
                  <a:cubicBezTo>
                    <a:pt x="70611" y="8181"/>
                    <a:pt x="71058" y="8612"/>
                    <a:pt x="71490" y="9056"/>
                  </a:cubicBezTo>
                  <a:cubicBezTo>
                    <a:pt x="71923" y="9500"/>
                    <a:pt x="72342" y="9957"/>
                    <a:pt x="72747" y="10427"/>
                  </a:cubicBezTo>
                  <a:cubicBezTo>
                    <a:pt x="73151" y="10896"/>
                    <a:pt x="73541" y="11379"/>
                    <a:pt x="73916" y="11873"/>
                  </a:cubicBezTo>
                  <a:cubicBezTo>
                    <a:pt x="74290" y="12367"/>
                    <a:pt x="74650" y="12872"/>
                    <a:pt x="74993" y="13389"/>
                  </a:cubicBezTo>
                  <a:cubicBezTo>
                    <a:pt x="75336" y="13905"/>
                    <a:pt x="75663" y="14432"/>
                    <a:pt x="75974" y="14968"/>
                  </a:cubicBezTo>
                  <a:cubicBezTo>
                    <a:pt x="76285" y="15505"/>
                    <a:pt x="76579" y="16051"/>
                    <a:pt x="76855" y="16606"/>
                  </a:cubicBezTo>
                  <a:cubicBezTo>
                    <a:pt x="77132" y="17160"/>
                    <a:pt x="77392" y="17724"/>
                    <a:pt x="77634" y="18294"/>
                  </a:cubicBezTo>
                  <a:cubicBezTo>
                    <a:pt x="77876" y="18865"/>
                    <a:pt x="78100" y="19444"/>
                    <a:pt x="78306" y="20028"/>
                  </a:cubicBezTo>
                  <a:cubicBezTo>
                    <a:pt x="78512" y="20613"/>
                    <a:pt x="78700" y="21204"/>
                    <a:pt x="78869" y="21800"/>
                  </a:cubicBezTo>
                  <a:cubicBezTo>
                    <a:pt x="79039" y="22397"/>
                    <a:pt x="79190" y="22998"/>
                    <a:pt x="79322" y="23604"/>
                  </a:cubicBezTo>
                  <a:cubicBezTo>
                    <a:pt x="79454" y="24210"/>
                    <a:pt x="79567" y="24820"/>
                    <a:pt x="79662" y="25432"/>
                  </a:cubicBezTo>
                  <a:cubicBezTo>
                    <a:pt x="79756" y="26045"/>
                    <a:pt x="79832" y="26661"/>
                    <a:pt x="79888" y="27278"/>
                  </a:cubicBezTo>
                  <a:cubicBezTo>
                    <a:pt x="79944" y="27896"/>
                    <a:pt x="79981" y="28515"/>
                    <a:pt x="79999" y="29134"/>
                  </a:cubicBezTo>
                  <a:cubicBezTo>
                    <a:pt x="80017" y="29754"/>
                    <a:pt x="80016" y="30374"/>
                    <a:pt x="79995" y="30994"/>
                  </a:cubicBezTo>
                  <a:cubicBezTo>
                    <a:pt x="79975" y="31614"/>
                    <a:pt x="79935" y="32232"/>
                    <a:pt x="79876" y="32850"/>
                  </a:cubicBezTo>
                  <a:cubicBezTo>
                    <a:pt x="79817" y="33467"/>
                    <a:pt x="79739" y="34082"/>
                    <a:pt x="79642" y="34694"/>
                  </a:cubicBezTo>
                  <a:cubicBezTo>
                    <a:pt x="79545" y="35307"/>
                    <a:pt x="79429" y="35916"/>
                    <a:pt x="79294" y="36521"/>
                  </a:cubicBezTo>
                  <a:cubicBezTo>
                    <a:pt x="79160" y="37126"/>
                    <a:pt x="79006" y="37727"/>
                    <a:pt x="78834" y="38323"/>
                  </a:cubicBezTo>
                  <a:cubicBezTo>
                    <a:pt x="78662" y="38919"/>
                    <a:pt x="78472" y="39509"/>
                    <a:pt x="78263" y="40093"/>
                  </a:cubicBezTo>
                  <a:cubicBezTo>
                    <a:pt x="78054" y="40676"/>
                    <a:pt x="77828" y="41254"/>
                    <a:pt x="77583" y="41823"/>
                  </a:cubicBezTo>
                  <a:cubicBezTo>
                    <a:pt x="77339" y="42393"/>
                    <a:pt x="77077" y="42955"/>
                    <a:pt x="76798" y="43509"/>
                  </a:cubicBezTo>
                  <a:cubicBezTo>
                    <a:pt x="76519" y="44063"/>
                    <a:pt x="76223" y="44607"/>
                    <a:pt x="75910" y="45143"/>
                  </a:cubicBezTo>
                  <a:cubicBezTo>
                    <a:pt x="75597" y="45678"/>
                    <a:pt x="75267" y="46203"/>
                    <a:pt x="74922" y="46718"/>
                  </a:cubicBezTo>
                  <a:cubicBezTo>
                    <a:pt x="74576" y="47233"/>
                    <a:pt x="74215" y="47737"/>
                    <a:pt x="73838" y="48229"/>
                  </a:cubicBezTo>
                  <a:cubicBezTo>
                    <a:pt x="73461" y="48722"/>
                    <a:pt x="73069" y="49202"/>
                    <a:pt x="72663" y="49670"/>
                  </a:cubicBezTo>
                  <a:cubicBezTo>
                    <a:pt x="72256" y="50139"/>
                    <a:pt x="71835" y="50594"/>
                    <a:pt x="71401" y="51036"/>
                  </a:cubicBezTo>
                  <a:cubicBezTo>
                    <a:pt x="70966" y="51478"/>
                    <a:pt x="70518" y="51906"/>
                    <a:pt x="70056" y="52321"/>
                  </a:cubicBezTo>
                  <a:cubicBezTo>
                    <a:pt x="69595" y="52735"/>
                    <a:pt x="69121" y="53135"/>
                    <a:pt x="68635" y="53520"/>
                  </a:cubicBezTo>
                  <a:cubicBezTo>
                    <a:pt x="68149" y="53905"/>
                    <a:pt x="67651" y="54274"/>
                    <a:pt x="67142" y="54628"/>
                  </a:cubicBezTo>
                  <a:cubicBezTo>
                    <a:pt x="66633" y="54982"/>
                    <a:pt x="66113" y="55321"/>
                    <a:pt x="65583" y="55642"/>
                  </a:cubicBezTo>
                  <a:cubicBezTo>
                    <a:pt x="65053" y="55964"/>
                    <a:pt x="64513" y="56269"/>
                    <a:pt x="63965" y="56558"/>
                  </a:cubicBezTo>
                  <a:cubicBezTo>
                    <a:pt x="63416" y="56846"/>
                    <a:pt x="62858" y="57117"/>
                    <a:pt x="62292" y="57371"/>
                  </a:cubicBezTo>
                  <a:cubicBezTo>
                    <a:pt x="61727" y="57625"/>
                    <a:pt x="61153" y="57861"/>
                    <a:pt x="60573" y="58080"/>
                  </a:cubicBezTo>
                  <a:lnTo>
                    <a:pt x="78723" y="83950"/>
                  </a:lnTo>
                  <a:cubicBezTo>
                    <a:pt x="78850" y="84237"/>
                    <a:pt x="78967" y="84528"/>
                    <a:pt x="79076" y="84822"/>
                  </a:cubicBezTo>
                  <a:cubicBezTo>
                    <a:pt x="79184" y="85117"/>
                    <a:pt x="79283" y="85415"/>
                    <a:pt x="79373" y="85716"/>
                  </a:cubicBezTo>
                  <a:cubicBezTo>
                    <a:pt x="79463" y="86016"/>
                    <a:pt x="79543" y="86320"/>
                    <a:pt x="79614" y="86626"/>
                  </a:cubicBezTo>
                  <a:cubicBezTo>
                    <a:pt x="79684" y="86932"/>
                    <a:pt x="79745" y="87239"/>
                    <a:pt x="79797" y="87549"/>
                  </a:cubicBezTo>
                  <a:cubicBezTo>
                    <a:pt x="79848" y="87859"/>
                    <a:pt x="79890" y="88170"/>
                    <a:pt x="79922" y="88482"/>
                  </a:cubicBezTo>
                  <a:cubicBezTo>
                    <a:pt x="79954" y="88794"/>
                    <a:pt x="79976" y="89108"/>
                    <a:pt x="79988" y="89421"/>
                  </a:cubicBezTo>
                  <a:cubicBezTo>
                    <a:pt x="80000" y="89735"/>
                    <a:pt x="80002" y="90049"/>
                    <a:pt x="79995" y="90363"/>
                  </a:cubicBezTo>
                  <a:cubicBezTo>
                    <a:pt x="79987" y="90676"/>
                    <a:pt x="79970" y="90990"/>
                    <a:pt x="79943" y="91303"/>
                  </a:cubicBezTo>
                  <a:cubicBezTo>
                    <a:pt x="79916" y="91615"/>
                    <a:pt x="79879" y="91927"/>
                    <a:pt x="79832" y="92238"/>
                  </a:cubicBezTo>
                  <a:cubicBezTo>
                    <a:pt x="79785" y="92548"/>
                    <a:pt x="79729" y="92857"/>
                    <a:pt x="79663" y="93164"/>
                  </a:cubicBezTo>
                  <a:cubicBezTo>
                    <a:pt x="79596" y="93470"/>
                    <a:pt x="79521" y="93775"/>
                    <a:pt x="79435" y="94077"/>
                  </a:cubicBezTo>
                  <a:cubicBezTo>
                    <a:pt x="79350" y="94379"/>
                    <a:pt x="79255" y="94679"/>
                    <a:pt x="79151" y="94975"/>
                  </a:cubicBezTo>
                  <a:cubicBezTo>
                    <a:pt x="79047" y="95271"/>
                    <a:pt x="78934" y="95564"/>
                    <a:pt x="78812" y="95853"/>
                  </a:cubicBezTo>
                  <a:cubicBezTo>
                    <a:pt x="78689" y="96142"/>
                    <a:pt x="78558" y="96427"/>
                    <a:pt x="78418" y="96708"/>
                  </a:cubicBezTo>
                  <a:cubicBezTo>
                    <a:pt x="78277" y="96989"/>
                    <a:pt x="78128" y="97265"/>
                    <a:pt x="77971" y="97536"/>
                  </a:cubicBezTo>
                  <a:cubicBezTo>
                    <a:pt x="77813" y="97808"/>
                    <a:pt x="77647" y="98074"/>
                    <a:pt x="77473" y="98335"/>
                  </a:cubicBezTo>
                  <a:cubicBezTo>
                    <a:pt x="77298" y="98596"/>
                    <a:pt x="77116" y="98852"/>
                    <a:pt x="76925" y="99101"/>
                  </a:cubicBezTo>
                  <a:cubicBezTo>
                    <a:pt x="76735" y="99351"/>
                    <a:pt x="76537" y="99594"/>
                    <a:pt x="76331" y="99831"/>
                  </a:cubicBezTo>
                  <a:cubicBezTo>
                    <a:pt x="76126" y="100069"/>
                    <a:pt x="75913" y="100299"/>
                    <a:pt x="75693" y="100523"/>
                  </a:cubicBezTo>
                  <a:cubicBezTo>
                    <a:pt x="75472" y="100747"/>
                    <a:pt x="75245" y="100964"/>
                    <a:pt x="75012" y="101173"/>
                  </a:cubicBezTo>
                  <a:cubicBezTo>
                    <a:pt x="74778" y="101383"/>
                    <a:pt x="74538" y="101585"/>
                    <a:pt x="74291" y="101779"/>
                  </a:cubicBezTo>
                  <a:cubicBezTo>
                    <a:pt x="74045" y="101974"/>
                    <a:pt x="73792" y="102160"/>
                    <a:pt x="73534" y="102339"/>
                  </a:cubicBezTo>
                  <a:cubicBezTo>
                    <a:pt x="73276" y="102517"/>
                    <a:pt x="73013" y="102688"/>
                    <a:pt x="72744" y="102850"/>
                  </a:cubicBezTo>
                  <a:cubicBezTo>
                    <a:pt x="72475" y="103012"/>
                    <a:pt x="72201" y="103166"/>
                    <a:pt x="71923" y="103310"/>
                  </a:cubicBezTo>
                  <a:cubicBezTo>
                    <a:pt x="71644" y="103455"/>
                    <a:pt x="71361" y="103591"/>
                    <a:pt x="71074" y="103719"/>
                  </a:cubicBezTo>
                  <a:cubicBezTo>
                    <a:pt x="70787" y="103846"/>
                    <a:pt x="70496" y="103964"/>
                    <a:pt x="70202" y="104073"/>
                  </a:cubicBezTo>
                  <a:cubicBezTo>
                    <a:pt x="69908" y="104182"/>
                    <a:pt x="69610" y="104281"/>
                    <a:pt x="69309" y="104371"/>
                  </a:cubicBezTo>
                  <a:cubicBezTo>
                    <a:pt x="69009" y="104462"/>
                    <a:pt x="68705" y="104542"/>
                    <a:pt x="68399" y="104613"/>
                  </a:cubicBezTo>
                  <a:cubicBezTo>
                    <a:pt x="68094" y="104685"/>
                    <a:pt x="67786" y="104746"/>
                    <a:pt x="67476" y="104798"/>
                  </a:cubicBezTo>
                  <a:cubicBezTo>
                    <a:pt x="67167" y="104850"/>
                    <a:pt x="66856" y="104892"/>
                    <a:pt x="66543" y="104924"/>
                  </a:cubicBezTo>
                  <a:cubicBezTo>
                    <a:pt x="66231" y="104957"/>
                    <a:pt x="65918" y="104979"/>
                    <a:pt x="65604" y="104992"/>
                  </a:cubicBezTo>
                  <a:cubicBezTo>
                    <a:pt x="65291" y="105004"/>
                    <a:pt x="64977" y="105007"/>
                    <a:pt x="64663" y="105000"/>
                  </a:cubicBezTo>
                  <a:cubicBezTo>
                    <a:pt x="64349" y="104993"/>
                    <a:pt x="64036" y="104976"/>
                    <a:pt x="63723" y="104950"/>
                  </a:cubicBezTo>
                  <a:lnTo>
                    <a:pt x="35003" y="100420"/>
                  </a:lnTo>
                  <a:cubicBezTo>
                    <a:pt x="34386" y="100315"/>
                    <a:pt x="33766" y="100230"/>
                    <a:pt x="33143" y="100165"/>
                  </a:cubicBezTo>
                  <a:cubicBezTo>
                    <a:pt x="32521" y="100099"/>
                    <a:pt x="31896" y="100053"/>
                    <a:pt x="31271" y="100026"/>
                  </a:cubicBezTo>
                  <a:cubicBezTo>
                    <a:pt x="30646" y="100000"/>
                    <a:pt x="30020" y="99993"/>
                    <a:pt x="29394" y="100006"/>
                  </a:cubicBezTo>
                  <a:cubicBezTo>
                    <a:pt x="28768" y="100018"/>
                    <a:pt x="28143" y="100050"/>
                    <a:pt x="27519" y="100102"/>
                  </a:cubicBezTo>
                  <a:cubicBezTo>
                    <a:pt x="26895" y="100154"/>
                    <a:pt x="26273" y="100225"/>
                    <a:pt x="25654" y="100316"/>
                  </a:cubicBezTo>
                  <a:cubicBezTo>
                    <a:pt x="25035" y="100407"/>
                    <a:pt x="24419" y="100517"/>
                    <a:pt x="23806" y="100646"/>
                  </a:cubicBezTo>
                  <a:cubicBezTo>
                    <a:pt x="23194" y="100775"/>
                    <a:pt x="22586" y="100923"/>
                    <a:pt x="21982" y="101091"/>
                  </a:cubicBezTo>
                  <a:cubicBezTo>
                    <a:pt x="21379" y="101258"/>
                    <a:pt x="20782" y="101444"/>
                    <a:pt x="20190" y="101649"/>
                  </a:cubicBezTo>
                  <a:cubicBezTo>
                    <a:pt x="19599" y="101853"/>
                    <a:pt x="19014" y="102076"/>
                    <a:pt x="18436" y="102318"/>
                  </a:cubicBezTo>
                  <a:cubicBezTo>
                    <a:pt x="17859" y="102559"/>
                    <a:pt x="17289" y="102818"/>
                    <a:pt x="16728" y="103095"/>
                  </a:cubicBezTo>
                  <a:cubicBezTo>
                    <a:pt x="16166" y="103372"/>
                    <a:pt x="15614" y="103666"/>
                    <a:pt x="15071" y="103978"/>
                  </a:cubicBezTo>
                  <a:cubicBezTo>
                    <a:pt x="14528" y="104289"/>
                    <a:pt x="13995" y="104618"/>
                    <a:pt x="13473" y="104963"/>
                  </a:cubicBezTo>
                  <a:cubicBezTo>
                    <a:pt x="12950" y="105307"/>
                    <a:pt x="12439" y="105668"/>
                    <a:pt x="11939" y="106045"/>
                  </a:cubicBezTo>
                  <a:cubicBezTo>
                    <a:pt x="11439" y="106422"/>
                    <a:pt x="10951" y="106814"/>
                    <a:pt x="10476" y="107222"/>
                  </a:cubicBezTo>
                  <a:cubicBezTo>
                    <a:pt x="10001" y="107629"/>
                    <a:pt x="9539" y="108051"/>
                    <a:pt x="9090" y="108487"/>
                  </a:cubicBezTo>
                  <a:cubicBezTo>
                    <a:pt x="8641" y="108924"/>
                    <a:pt x="8206" y="109374"/>
                    <a:pt x="7785" y="109837"/>
                  </a:cubicBezTo>
                  <a:cubicBezTo>
                    <a:pt x="7365" y="110301"/>
                    <a:pt x="6959" y="110777"/>
                    <a:pt x="6568" y="111266"/>
                  </a:cubicBezTo>
                  <a:cubicBezTo>
                    <a:pt x="6177" y="111755"/>
                    <a:pt x="5802" y="112256"/>
                    <a:pt x="5442" y="112768"/>
                  </a:cubicBezTo>
                  <a:cubicBezTo>
                    <a:pt x="5083" y="113281"/>
                    <a:pt x="4739" y="113804"/>
                    <a:pt x="4413" y="114338"/>
                  </a:cubicBezTo>
                  <a:cubicBezTo>
                    <a:pt x="4086" y="114872"/>
                    <a:pt x="3776" y="115416"/>
                    <a:pt x="3483" y="115969"/>
                  </a:cubicBezTo>
                  <a:cubicBezTo>
                    <a:pt x="3190" y="116522"/>
                    <a:pt x="2915" y="117084"/>
                    <a:pt x="2658" y="117655"/>
                  </a:cubicBezTo>
                  <a:cubicBezTo>
                    <a:pt x="2400" y="118225"/>
                    <a:pt x="2160" y="118804"/>
                    <a:pt x="1939" y="119389"/>
                  </a:cubicBezTo>
                  <a:cubicBezTo>
                    <a:pt x="1718" y="119975"/>
                    <a:pt x="1515" y="120567"/>
                    <a:pt x="1330" y="121165"/>
                  </a:cubicBezTo>
                  <a:cubicBezTo>
                    <a:pt x="1146" y="121763"/>
                    <a:pt x="980" y="122367"/>
                    <a:pt x="834" y="122975"/>
                  </a:cubicBezTo>
                  <a:cubicBezTo>
                    <a:pt x="687" y="123584"/>
                    <a:pt x="560" y="124197"/>
                    <a:pt x="452" y="124813"/>
                  </a:cubicBezTo>
                  <a:cubicBezTo>
                    <a:pt x="343" y="125430"/>
                    <a:pt x="255" y="126049"/>
                    <a:pt x="185" y="126671"/>
                  </a:cubicBezTo>
                  <a:cubicBezTo>
                    <a:pt x="116" y="127293"/>
                    <a:pt x="66" y="127917"/>
                    <a:pt x="35" y="128543"/>
                  </a:cubicBezTo>
                  <a:cubicBezTo>
                    <a:pt x="5" y="129168"/>
                    <a:pt x="-6" y="129794"/>
                    <a:pt x="3" y="13042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8" name="probe-lucide-rat-part-5"/>
            <p:cNvSpPr/>
            <p:nvPr/>
          </p:nvSpPr>
          <p:spPr>
            <a:xfrm>
              <a:off x="40000" y="20004"/>
              <a:ext cx="130000" cy="159996"/>
            </a:xfrm>
            <a:custGeom>
              <a:avLst/>
              <a:gdLst/>
              <a:ahLst/>
              <a:cxnLst/>
              <a:rect l="0" t="0" r="r" b="b"/>
              <a:pathLst>
                <a:path w="130000" h="159996">
                  <a:moveTo>
                    <a:pt x="130000" y="29876"/>
                  </a:moveTo>
                  <a:cubicBezTo>
                    <a:pt x="129998" y="29249"/>
                    <a:pt x="129975" y="28623"/>
                    <a:pt x="129934" y="27997"/>
                  </a:cubicBezTo>
                  <a:cubicBezTo>
                    <a:pt x="129892" y="27372"/>
                    <a:pt x="129830" y="26748"/>
                    <a:pt x="129750" y="26127"/>
                  </a:cubicBezTo>
                  <a:cubicBezTo>
                    <a:pt x="129669" y="25506"/>
                    <a:pt x="129568" y="24887"/>
                    <a:pt x="129449" y="24272"/>
                  </a:cubicBezTo>
                  <a:cubicBezTo>
                    <a:pt x="129329" y="23657"/>
                    <a:pt x="129190" y="23045"/>
                    <a:pt x="129032" y="22439"/>
                  </a:cubicBezTo>
                  <a:cubicBezTo>
                    <a:pt x="128874" y="21832"/>
                    <a:pt x="128697" y="21231"/>
                    <a:pt x="128502" y="20636"/>
                  </a:cubicBezTo>
                  <a:cubicBezTo>
                    <a:pt x="128306" y="20040"/>
                    <a:pt x="128092" y="19451"/>
                    <a:pt x="127859" y="18869"/>
                  </a:cubicBezTo>
                  <a:cubicBezTo>
                    <a:pt x="127627" y="18287"/>
                    <a:pt x="127376" y="17713"/>
                    <a:pt x="127108" y="17147"/>
                  </a:cubicBezTo>
                  <a:cubicBezTo>
                    <a:pt x="126839" y="16580"/>
                    <a:pt x="126553" y="16023"/>
                    <a:pt x="126250" y="15474"/>
                  </a:cubicBezTo>
                  <a:cubicBezTo>
                    <a:pt x="125946" y="14926"/>
                    <a:pt x="125626" y="14387"/>
                    <a:pt x="125288" y="13859"/>
                  </a:cubicBezTo>
                  <a:cubicBezTo>
                    <a:pt x="124951" y="13331"/>
                    <a:pt x="124598" y="12813"/>
                    <a:pt x="124228" y="12307"/>
                  </a:cubicBezTo>
                  <a:cubicBezTo>
                    <a:pt x="123858" y="11801"/>
                    <a:pt x="123473" y="11307"/>
                    <a:pt x="123073" y="10825"/>
                  </a:cubicBezTo>
                  <a:cubicBezTo>
                    <a:pt x="122672" y="10343"/>
                    <a:pt x="122256" y="9874"/>
                    <a:pt x="121826" y="9418"/>
                  </a:cubicBezTo>
                  <a:cubicBezTo>
                    <a:pt x="121397" y="8962"/>
                    <a:pt x="120952" y="8519"/>
                    <a:pt x="120495" y="8091"/>
                  </a:cubicBezTo>
                  <a:cubicBezTo>
                    <a:pt x="120037" y="7663"/>
                    <a:pt x="119566" y="7250"/>
                    <a:pt x="119083" y="6851"/>
                  </a:cubicBezTo>
                  <a:cubicBezTo>
                    <a:pt x="118599" y="6452"/>
                    <a:pt x="118103" y="6069"/>
                    <a:pt x="117596" y="5702"/>
                  </a:cubicBezTo>
                  <a:cubicBezTo>
                    <a:pt x="117088" y="5334"/>
                    <a:pt x="116569" y="4982"/>
                    <a:pt x="116039" y="4647"/>
                  </a:cubicBezTo>
                  <a:cubicBezTo>
                    <a:pt x="115510" y="4312"/>
                    <a:pt x="114970" y="3994"/>
                    <a:pt x="114420" y="3693"/>
                  </a:cubicBezTo>
                  <a:cubicBezTo>
                    <a:pt x="113871" y="3392"/>
                    <a:pt x="113312" y="3108"/>
                    <a:pt x="112745" y="2841"/>
                  </a:cubicBezTo>
                  <a:cubicBezTo>
                    <a:pt x="112177" y="2575"/>
                    <a:pt x="111602" y="2327"/>
                    <a:pt x="111019" y="2097"/>
                  </a:cubicBezTo>
                  <a:cubicBezTo>
                    <a:pt x="110436" y="1867"/>
                    <a:pt x="109846" y="1655"/>
                    <a:pt x="109250" y="1461"/>
                  </a:cubicBezTo>
                  <a:cubicBezTo>
                    <a:pt x="108654" y="1268"/>
                    <a:pt x="108052" y="1094"/>
                    <a:pt x="107445" y="938"/>
                  </a:cubicBezTo>
                  <a:cubicBezTo>
                    <a:pt x="106838" y="783"/>
                    <a:pt x="106226" y="646"/>
                    <a:pt x="105610" y="529"/>
                  </a:cubicBezTo>
                  <a:cubicBezTo>
                    <a:pt x="104995" y="412"/>
                    <a:pt x="104376" y="314"/>
                    <a:pt x="103754" y="236"/>
                  </a:cubicBezTo>
                  <a:cubicBezTo>
                    <a:pt x="103132" y="157"/>
                    <a:pt x="102508" y="98"/>
                    <a:pt x="101883" y="59"/>
                  </a:cubicBezTo>
                  <a:cubicBezTo>
                    <a:pt x="101257" y="20"/>
                    <a:pt x="100631" y="0"/>
                    <a:pt x="100004" y="0"/>
                  </a:cubicBezTo>
                  <a:cubicBezTo>
                    <a:pt x="99377" y="0"/>
                    <a:pt x="98751" y="19"/>
                    <a:pt x="98125" y="59"/>
                  </a:cubicBezTo>
                  <a:cubicBezTo>
                    <a:pt x="97500" y="98"/>
                    <a:pt x="96876" y="157"/>
                    <a:pt x="96254" y="235"/>
                  </a:cubicBezTo>
                  <a:cubicBezTo>
                    <a:pt x="95632" y="313"/>
                    <a:pt x="95013" y="411"/>
                    <a:pt x="94398" y="528"/>
                  </a:cubicBezTo>
                  <a:cubicBezTo>
                    <a:pt x="93782" y="645"/>
                    <a:pt x="93170" y="781"/>
                    <a:pt x="92563" y="937"/>
                  </a:cubicBezTo>
                  <a:cubicBezTo>
                    <a:pt x="91956" y="1092"/>
                    <a:pt x="91354" y="1266"/>
                    <a:pt x="90758" y="1459"/>
                  </a:cubicBezTo>
                  <a:cubicBezTo>
                    <a:pt x="90161" y="1652"/>
                    <a:pt x="89571" y="1864"/>
                    <a:pt x="88989" y="2094"/>
                  </a:cubicBezTo>
                  <a:cubicBezTo>
                    <a:pt x="88406" y="2324"/>
                    <a:pt x="87830" y="2572"/>
                    <a:pt x="87263" y="2839"/>
                  </a:cubicBezTo>
                  <a:cubicBezTo>
                    <a:pt x="86695" y="3105"/>
                    <a:pt x="86136" y="3388"/>
                    <a:pt x="85587" y="3690"/>
                  </a:cubicBezTo>
                  <a:cubicBezTo>
                    <a:pt x="85037" y="3991"/>
                    <a:pt x="84497" y="4309"/>
                    <a:pt x="83967" y="4644"/>
                  </a:cubicBezTo>
                  <a:cubicBezTo>
                    <a:pt x="83438" y="4979"/>
                    <a:pt x="82919" y="5330"/>
                    <a:pt x="82411" y="5698"/>
                  </a:cubicBezTo>
                  <a:cubicBezTo>
                    <a:pt x="81903" y="6065"/>
                    <a:pt x="81407" y="6448"/>
                    <a:pt x="80924" y="6847"/>
                  </a:cubicBezTo>
                  <a:cubicBezTo>
                    <a:pt x="80440" y="7245"/>
                    <a:pt x="79969" y="7659"/>
                    <a:pt x="79511" y="8087"/>
                  </a:cubicBezTo>
                  <a:cubicBezTo>
                    <a:pt x="79054" y="8515"/>
                    <a:pt x="78609" y="8957"/>
                    <a:pt x="78179" y="9413"/>
                  </a:cubicBezTo>
                  <a:cubicBezTo>
                    <a:pt x="77749" y="9869"/>
                    <a:pt x="77334" y="10338"/>
                    <a:pt x="76933" y="10820"/>
                  </a:cubicBezTo>
                  <a:cubicBezTo>
                    <a:pt x="76532" y="11301"/>
                    <a:pt x="76147" y="11796"/>
                    <a:pt x="75777" y="12302"/>
                  </a:cubicBezTo>
                  <a:cubicBezTo>
                    <a:pt x="75407" y="12808"/>
                    <a:pt x="75054" y="13325"/>
                    <a:pt x="74716" y="13853"/>
                  </a:cubicBezTo>
                  <a:cubicBezTo>
                    <a:pt x="74379" y="14382"/>
                    <a:pt x="74058" y="14920"/>
                    <a:pt x="73755" y="15468"/>
                  </a:cubicBezTo>
                  <a:cubicBezTo>
                    <a:pt x="73451" y="16017"/>
                    <a:pt x="73165" y="16574"/>
                    <a:pt x="72896" y="17140"/>
                  </a:cubicBezTo>
                  <a:cubicBezTo>
                    <a:pt x="72628" y="17707"/>
                    <a:pt x="72377" y="18281"/>
                    <a:pt x="72144" y="18863"/>
                  </a:cubicBezTo>
                  <a:cubicBezTo>
                    <a:pt x="71912" y="19445"/>
                    <a:pt x="71697" y="20034"/>
                    <a:pt x="71502" y="20629"/>
                  </a:cubicBezTo>
                  <a:cubicBezTo>
                    <a:pt x="71306" y="21224"/>
                    <a:pt x="71129" y="21826"/>
                    <a:pt x="70971" y="22432"/>
                  </a:cubicBezTo>
                  <a:cubicBezTo>
                    <a:pt x="70813" y="23039"/>
                    <a:pt x="70674" y="23650"/>
                    <a:pt x="70554" y="24265"/>
                  </a:cubicBezTo>
                  <a:cubicBezTo>
                    <a:pt x="70434" y="24880"/>
                    <a:pt x="70334" y="25499"/>
                    <a:pt x="70253" y="26120"/>
                  </a:cubicBezTo>
                  <a:cubicBezTo>
                    <a:pt x="70171" y="26742"/>
                    <a:pt x="70110" y="27365"/>
                    <a:pt x="70068" y="27991"/>
                  </a:cubicBezTo>
                  <a:cubicBezTo>
                    <a:pt x="70026" y="28616"/>
                    <a:pt x="70004" y="29242"/>
                    <a:pt x="70001" y="29869"/>
                  </a:cubicBezTo>
                  <a:cubicBezTo>
                    <a:pt x="69998" y="30496"/>
                    <a:pt x="70015" y="31122"/>
                    <a:pt x="70052" y="31748"/>
                  </a:cubicBezTo>
                  <a:cubicBezTo>
                    <a:pt x="70088" y="32373"/>
                    <a:pt x="70144" y="32998"/>
                    <a:pt x="70220" y="33620"/>
                  </a:cubicBezTo>
                  <a:cubicBezTo>
                    <a:pt x="70295" y="34242"/>
                    <a:pt x="70390" y="34861"/>
                    <a:pt x="70505" y="35478"/>
                  </a:cubicBezTo>
                  <a:cubicBezTo>
                    <a:pt x="70619" y="36094"/>
                    <a:pt x="70753" y="36706"/>
                    <a:pt x="70906" y="37314"/>
                  </a:cubicBezTo>
                  <a:cubicBezTo>
                    <a:pt x="71059" y="37922"/>
                    <a:pt x="71230" y="38524"/>
                    <a:pt x="71421" y="39121"/>
                  </a:cubicBezTo>
                  <a:cubicBezTo>
                    <a:pt x="71611" y="39718"/>
                    <a:pt x="71821" y="40309"/>
                    <a:pt x="72048" y="40893"/>
                  </a:cubicBezTo>
                  <a:cubicBezTo>
                    <a:pt x="72276" y="41477"/>
                    <a:pt x="72521" y="42054"/>
                    <a:pt x="72785" y="42622"/>
                  </a:cubicBezTo>
                  <a:cubicBezTo>
                    <a:pt x="73049" y="43191"/>
                    <a:pt x="73330" y="43751"/>
                    <a:pt x="73629" y="44302"/>
                  </a:cubicBezTo>
                  <a:cubicBezTo>
                    <a:pt x="73928" y="44853"/>
                    <a:pt x="74244" y="45394"/>
                    <a:pt x="74576" y="45925"/>
                  </a:cubicBezTo>
                  <a:cubicBezTo>
                    <a:pt x="74909" y="46456"/>
                    <a:pt x="75258" y="46977"/>
                    <a:pt x="75623" y="47486"/>
                  </a:cubicBezTo>
                  <a:cubicBezTo>
                    <a:pt x="75989" y="47995"/>
                    <a:pt x="76370" y="48493"/>
                    <a:pt x="76766" y="48978"/>
                  </a:cubicBezTo>
                  <a:cubicBezTo>
                    <a:pt x="77163" y="49463"/>
                    <a:pt x="77574" y="49936"/>
                    <a:pt x="78000" y="50396"/>
                  </a:cubicBezTo>
                  <a:cubicBezTo>
                    <a:pt x="76551" y="50229"/>
                    <a:pt x="75096" y="50108"/>
                    <a:pt x="73639" y="50032"/>
                  </a:cubicBezTo>
                  <a:cubicBezTo>
                    <a:pt x="72182" y="49956"/>
                    <a:pt x="70723" y="49926"/>
                    <a:pt x="69264" y="49941"/>
                  </a:cubicBezTo>
                  <a:cubicBezTo>
                    <a:pt x="67805" y="49956"/>
                    <a:pt x="66346" y="50017"/>
                    <a:pt x="64891" y="50124"/>
                  </a:cubicBezTo>
                  <a:cubicBezTo>
                    <a:pt x="63436" y="50230"/>
                    <a:pt x="61984" y="50382"/>
                    <a:pt x="60538" y="50580"/>
                  </a:cubicBezTo>
                  <a:cubicBezTo>
                    <a:pt x="59093" y="50777"/>
                    <a:pt x="57653" y="51019"/>
                    <a:pt x="56223" y="51306"/>
                  </a:cubicBezTo>
                  <a:cubicBezTo>
                    <a:pt x="54792" y="51594"/>
                    <a:pt x="53371" y="51925"/>
                    <a:pt x="51961" y="52301"/>
                  </a:cubicBezTo>
                  <a:cubicBezTo>
                    <a:pt x="50551" y="52677"/>
                    <a:pt x="49153" y="53097"/>
                    <a:pt x="47770" y="53561"/>
                  </a:cubicBezTo>
                  <a:cubicBezTo>
                    <a:pt x="46386" y="54024"/>
                    <a:pt x="45017" y="54531"/>
                    <a:pt x="43665" y="55080"/>
                  </a:cubicBezTo>
                  <a:cubicBezTo>
                    <a:pt x="42313" y="55629"/>
                    <a:pt x="40979" y="56220"/>
                    <a:pt x="39664" y="56852"/>
                  </a:cubicBezTo>
                  <a:cubicBezTo>
                    <a:pt x="38349" y="57484"/>
                    <a:pt x="37054" y="58158"/>
                    <a:pt x="35781" y="58871"/>
                  </a:cubicBezTo>
                  <a:cubicBezTo>
                    <a:pt x="34508" y="59584"/>
                    <a:pt x="33258" y="60337"/>
                    <a:pt x="32032" y="61129"/>
                  </a:cubicBezTo>
                  <a:cubicBezTo>
                    <a:pt x="30806" y="61920"/>
                    <a:pt x="29605" y="62750"/>
                    <a:pt x="28431" y="63616"/>
                  </a:cubicBezTo>
                  <a:cubicBezTo>
                    <a:pt x="27257" y="64483"/>
                    <a:pt x="26111" y="65386"/>
                    <a:pt x="24993" y="66324"/>
                  </a:cubicBezTo>
                  <a:cubicBezTo>
                    <a:pt x="23875" y="67262"/>
                    <a:pt x="22787" y="68235"/>
                    <a:pt x="21731" y="69241"/>
                  </a:cubicBezTo>
                  <a:cubicBezTo>
                    <a:pt x="20674" y="70247"/>
                    <a:pt x="19649" y="71286"/>
                    <a:pt x="18657" y="72357"/>
                  </a:cubicBezTo>
                  <a:cubicBezTo>
                    <a:pt x="17665" y="73427"/>
                    <a:pt x="16707" y="74528"/>
                    <a:pt x="15784" y="75658"/>
                  </a:cubicBezTo>
                  <a:cubicBezTo>
                    <a:pt x="14861" y="76788"/>
                    <a:pt x="13974" y="77947"/>
                    <a:pt x="13123" y="79132"/>
                  </a:cubicBezTo>
                  <a:cubicBezTo>
                    <a:pt x="12273" y="80318"/>
                    <a:pt x="11459" y="81530"/>
                    <a:pt x="10684" y="82766"/>
                  </a:cubicBezTo>
                  <a:cubicBezTo>
                    <a:pt x="9910" y="84003"/>
                    <a:pt x="9174" y="85263"/>
                    <a:pt x="8478" y="86546"/>
                  </a:cubicBezTo>
                  <a:cubicBezTo>
                    <a:pt x="7781" y="87828"/>
                    <a:pt x="7126" y="89132"/>
                    <a:pt x="6511" y="90455"/>
                  </a:cubicBezTo>
                  <a:cubicBezTo>
                    <a:pt x="5897" y="91779"/>
                    <a:pt x="5324" y="93121"/>
                    <a:pt x="4793" y="94480"/>
                  </a:cubicBezTo>
                  <a:cubicBezTo>
                    <a:pt x="4262" y="95840"/>
                    <a:pt x="3774" y="97215"/>
                    <a:pt x="3330" y="98605"/>
                  </a:cubicBezTo>
                  <a:cubicBezTo>
                    <a:pt x="2885" y="99995"/>
                    <a:pt x="2484" y="101398"/>
                    <a:pt x="2127" y="102813"/>
                  </a:cubicBezTo>
                  <a:cubicBezTo>
                    <a:pt x="1770" y="104228"/>
                    <a:pt x="1457" y="105653"/>
                    <a:pt x="1189" y="107088"/>
                  </a:cubicBezTo>
                  <a:cubicBezTo>
                    <a:pt x="922" y="108522"/>
                    <a:pt x="699" y="109964"/>
                    <a:pt x="521" y="111413"/>
                  </a:cubicBezTo>
                  <a:cubicBezTo>
                    <a:pt x="343" y="112861"/>
                    <a:pt x="211" y="114315"/>
                    <a:pt x="124" y="115771"/>
                  </a:cubicBezTo>
                  <a:cubicBezTo>
                    <a:pt x="37" y="117228"/>
                    <a:pt x="-4" y="118687"/>
                    <a:pt x="0" y="120146"/>
                  </a:cubicBezTo>
                  <a:cubicBezTo>
                    <a:pt x="3" y="120982"/>
                    <a:pt x="33" y="121817"/>
                    <a:pt x="88" y="122651"/>
                  </a:cubicBezTo>
                  <a:cubicBezTo>
                    <a:pt x="144" y="123485"/>
                    <a:pt x="225" y="124317"/>
                    <a:pt x="333" y="125146"/>
                  </a:cubicBezTo>
                  <a:cubicBezTo>
                    <a:pt x="441" y="125975"/>
                    <a:pt x="574" y="126800"/>
                    <a:pt x="733" y="127621"/>
                  </a:cubicBezTo>
                  <a:cubicBezTo>
                    <a:pt x="893" y="128441"/>
                    <a:pt x="1078" y="129257"/>
                    <a:pt x="1288" y="130065"/>
                  </a:cubicBezTo>
                  <a:cubicBezTo>
                    <a:pt x="1499" y="130874"/>
                    <a:pt x="1734" y="131676"/>
                    <a:pt x="1995" y="132471"/>
                  </a:cubicBezTo>
                  <a:cubicBezTo>
                    <a:pt x="2256" y="133265"/>
                    <a:pt x="2541" y="134051"/>
                    <a:pt x="2851" y="134827"/>
                  </a:cubicBezTo>
                  <a:cubicBezTo>
                    <a:pt x="3161" y="135603"/>
                    <a:pt x="3495" y="136369"/>
                    <a:pt x="3853" y="137125"/>
                  </a:cubicBezTo>
                  <a:cubicBezTo>
                    <a:pt x="4211" y="137880"/>
                    <a:pt x="4593" y="138624"/>
                    <a:pt x="4997" y="139355"/>
                  </a:cubicBezTo>
                  <a:cubicBezTo>
                    <a:pt x="5402" y="140087"/>
                    <a:pt x="5829" y="140805"/>
                    <a:pt x="6279" y="141510"/>
                  </a:cubicBezTo>
                  <a:cubicBezTo>
                    <a:pt x="6728" y="142215"/>
                    <a:pt x="7200" y="142905"/>
                    <a:pt x="7692" y="143580"/>
                  </a:cubicBezTo>
                  <a:cubicBezTo>
                    <a:pt x="8185" y="144255"/>
                    <a:pt x="8699" y="144915"/>
                    <a:pt x="9233" y="145558"/>
                  </a:cubicBezTo>
                  <a:cubicBezTo>
                    <a:pt x="9767" y="146200"/>
                    <a:pt x="10321" y="146826"/>
                    <a:pt x="10895" y="147435"/>
                  </a:cubicBezTo>
                  <a:cubicBezTo>
                    <a:pt x="11468" y="148043"/>
                    <a:pt x="12060" y="148633"/>
                    <a:pt x="12671" y="149204"/>
                  </a:cubicBezTo>
                  <a:cubicBezTo>
                    <a:pt x="13281" y="149775"/>
                    <a:pt x="13909" y="150327"/>
                    <a:pt x="14554" y="150858"/>
                  </a:cubicBezTo>
                  <a:cubicBezTo>
                    <a:pt x="15199" y="151390"/>
                    <a:pt x="15860" y="151902"/>
                    <a:pt x="16537" y="152392"/>
                  </a:cubicBezTo>
                  <a:cubicBezTo>
                    <a:pt x="17214" y="152882"/>
                    <a:pt x="17906" y="153351"/>
                    <a:pt x="18613" y="153798"/>
                  </a:cubicBezTo>
                  <a:cubicBezTo>
                    <a:pt x="19319" y="154245"/>
                    <a:pt x="20039" y="154669"/>
                    <a:pt x="20772" y="155071"/>
                  </a:cubicBezTo>
                  <a:cubicBezTo>
                    <a:pt x="21505" y="155473"/>
                    <a:pt x="22250" y="155852"/>
                    <a:pt x="23007" y="156207"/>
                  </a:cubicBezTo>
                  <a:cubicBezTo>
                    <a:pt x="23764" y="156562"/>
                    <a:pt x="24531" y="156893"/>
                    <a:pt x="25309" y="157200"/>
                  </a:cubicBezTo>
                  <a:cubicBezTo>
                    <a:pt x="26086" y="157507"/>
                    <a:pt x="26873" y="157790"/>
                    <a:pt x="27668" y="158047"/>
                  </a:cubicBezTo>
                  <a:cubicBezTo>
                    <a:pt x="28463" y="158305"/>
                    <a:pt x="29266" y="158538"/>
                    <a:pt x="30076" y="158745"/>
                  </a:cubicBezTo>
                  <a:cubicBezTo>
                    <a:pt x="30886" y="158953"/>
                    <a:pt x="31702" y="159134"/>
                    <a:pt x="32523" y="159291"/>
                  </a:cubicBezTo>
                  <a:cubicBezTo>
                    <a:pt x="33344" y="159447"/>
                    <a:pt x="34170" y="159577"/>
                    <a:pt x="34999" y="159682"/>
                  </a:cubicBezTo>
                  <a:cubicBezTo>
                    <a:pt x="35828" y="159786"/>
                    <a:pt x="36660" y="159865"/>
                    <a:pt x="37495" y="159917"/>
                  </a:cubicBezTo>
                  <a:cubicBezTo>
                    <a:pt x="38329" y="159970"/>
                    <a:pt x="39164" y="159996"/>
                    <a:pt x="40000" y="159996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9" name="probe-lucide-shell" descr="shell — Lucide Icons and Contributors; preserve the bundled full upstream license. Source: https://github.com/lucide-icons/lucide/blob/20aef31db93fe4d9f398dbb15b120d99c48eef95/icons/shell.svg; SVG SHA256: ba7395aff18e9cf9c3a9ec5362bcbb22a548f0be415af695ca34895f5ecbd09d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100" name="probe-lucide-shell-part-1"/>
            <p:cNvSpPr/>
            <p:nvPr/>
          </p:nvSpPr>
          <p:spPr>
            <a:xfrm>
              <a:off x="20000" y="29024"/>
              <a:ext cx="200000" cy="180976"/>
            </a:xfrm>
            <a:custGeom>
              <a:avLst/>
              <a:gdLst/>
              <a:ahLst/>
              <a:cxnLst/>
              <a:rect l="0" t="0" r="r" b="b"/>
              <a:pathLst>
                <a:path w="200000" h="180976">
                  <a:moveTo>
                    <a:pt x="120000" y="80976"/>
                  </a:moveTo>
                  <a:cubicBezTo>
                    <a:pt x="120000" y="81395"/>
                    <a:pt x="119987" y="81814"/>
                    <a:pt x="119961" y="82232"/>
                  </a:cubicBezTo>
                  <a:cubicBezTo>
                    <a:pt x="119934" y="82650"/>
                    <a:pt x="119895" y="83067"/>
                    <a:pt x="119842" y="83482"/>
                  </a:cubicBezTo>
                  <a:cubicBezTo>
                    <a:pt x="119790" y="83898"/>
                    <a:pt x="119724" y="84312"/>
                    <a:pt x="119646" y="84723"/>
                  </a:cubicBezTo>
                  <a:cubicBezTo>
                    <a:pt x="119567" y="85135"/>
                    <a:pt x="119476" y="85544"/>
                    <a:pt x="119372" y="85950"/>
                  </a:cubicBezTo>
                  <a:cubicBezTo>
                    <a:pt x="119268" y="86355"/>
                    <a:pt x="119151" y="86758"/>
                    <a:pt x="119021" y="87156"/>
                  </a:cubicBezTo>
                  <a:cubicBezTo>
                    <a:pt x="118892" y="87555"/>
                    <a:pt x="118750" y="87949"/>
                    <a:pt x="118596" y="88338"/>
                  </a:cubicBezTo>
                  <a:cubicBezTo>
                    <a:pt x="118441" y="88728"/>
                    <a:pt x="118275" y="89112"/>
                    <a:pt x="118097" y="89491"/>
                  </a:cubicBezTo>
                  <a:cubicBezTo>
                    <a:pt x="117918" y="89870"/>
                    <a:pt x="117728" y="90244"/>
                    <a:pt x="117526" y="90611"/>
                  </a:cubicBezTo>
                  <a:cubicBezTo>
                    <a:pt x="117324" y="90978"/>
                    <a:pt x="117111" y="91339"/>
                    <a:pt x="116887" y="91692"/>
                  </a:cubicBezTo>
                  <a:cubicBezTo>
                    <a:pt x="116662" y="92046"/>
                    <a:pt x="116427" y="92393"/>
                    <a:pt x="116180" y="92732"/>
                  </a:cubicBezTo>
                  <a:cubicBezTo>
                    <a:pt x="115934" y="93070"/>
                    <a:pt x="115677" y="93402"/>
                    <a:pt x="115410" y="93724"/>
                  </a:cubicBezTo>
                  <a:cubicBezTo>
                    <a:pt x="115143" y="94047"/>
                    <a:pt x="114866" y="94361"/>
                    <a:pt x="114579" y="94667"/>
                  </a:cubicBezTo>
                  <a:cubicBezTo>
                    <a:pt x="114293" y="94972"/>
                    <a:pt x="113996" y="95268"/>
                    <a:pt x="113691" y="95555"/>
                  </a:cubicBezTo>
                  <a:cubicBezTo>
                    <a:pt x="113386" y="95842"/>
                    <a:pt x="113071" y="96119"/>
                    <a:pt x="112749" y="96386"/>
                  </a:cubicBezTo>
                  <a:cubicBezTo>
                    <a:pt x="112426" y="96653"/>
                    <a:pt x="112095" y="96910"/>
                    <a:pt x="111756" y="97156"/>
                  </a:cubicBezTo>
                  <a:cubicBezTo>
                    <a:pt x="111417" y="97402"/>
                    <a:pt x="111070" y="97638"/>
                    <a:pt x="110717" y="97862"/>
                  </a:cubicBezTo>
                  <a:cubicBezTo>
                    <a:pt x="110363" y="98087"/>
                    <a:pt x="110002" y="98300"/>
                    <a:pt x="109635" y="98502"/>
                  </a:cubicBezTo>
                  <a:cubicBezTo>
                    <a:pt x="109268" y="98704"/>
                    <a:pt x="108895" y="98894"/>
                    <a:pt x="108516" y="99072"/>
                  </a:cubicBezTo>
                  <a:cubicBezTo>
                    <a:pt x="108137" y="99251"/>
                    <a:pt x="107752" y="99417"/>
                    <a:pt x="107363" y="99571"/>
                  </a:cubicBezTo>
                  <a:cubicBezTo>
                    <a:pt x="106973" y="99726"/>
                    <a:pt x="106579" y="99868"/>
                    <a:pt x="106180" y="99997"/>
                  </a:cubicBezTo>
                  <a:cubicBezTo>
                    <a:pt x="105782" y="100126"/>
                    <a:pt x="105380" y="100243"/>
                    <a:pt x="104974" y="100347"/>
                  </a:cubicBezTo>
                  <a:cubicBezTo>
                    <a:pt x="104568" y="100452"/>
                    <a:pt x="104159" y="100543"/>
                    <a:pt x="103748" y="100622"/>
                  </a:cubicBezTo>
                  <a:cubicBezTo>
                    <a:pt x="103336" y="100700"/>
                    <a:pt x="102922" y="100766"/>
                    <a:pt x="102507" y="100818"/>
                  </a:cubicBezTo>
                  <a:cubicBezTo>
                    <a:pt x="102091" y="100871"/>
                    <a:pt x="101674" y="100910"/>
                    <a:pt x="101256" y="100936"/>
                  </a:cubicBezTo>
                  <a:cubicBezTo>
                    <a:pt x="100838" y="100963"/>
                    <a:pt x="100419" y="100976"/>
                    <a:pt x="100000" y="100976"/>
                  </a:cubicBezTo>
                  <a:cubicBezTo>
                    <a:pt x="99581" y="100976"/>
                    <a:pt x="99162" y="100963"/>
                    <a:pt x="98744" y="100936"/>
                  </a:cubicBezTo>
                  <a:cubicBezTo>
                    <a:pt x="98326" y="100910"/>
                    <a:pt x="97909" y="100871"/>
                    <a:pt x="97493" y="100818"/>
                  </a:cubicBezTo>
                  <a:cubicBezTo>
                    <a:pt x="97078" y="100766"/>
                    <a:pt x="96664" y="100700"/>
                    <a:pt x="96252" y="100622"/>
                  </a:cubicBezTo>
                  <a:cubicBezTo>
                    <a:pt x="95841" y="100543"/>
                    <a:pt x="95432" y="100452"/>
                    <a:pt x="95026" y="100347"/>
                  </a:cubicBezTo>
                  <a:cubicBezTo>
                    <a:pt x="94621" y="100243"/>
                    <a:pt x="94218" y="100126"/>
                    <a:pt x="93820" y="99997"/>
                  </a:cubicBezTo>
                  <a:cubicBezTo>
                    <a:pt x="93421" y="99868"/>
                    <a:pt x="93027" y="99726"/>
                    <a:pt x="92638" y="99571"/>
                  </a:cubicBezTo>
                  <a:cubicBezTo>
                    <a:pt x="92248" y="99417"/>
                    <a:pt x="91864" y="99251"/>
                    <a:pt x="91485" y="99072"/>
                  </a:cubicBezTo>
                  <a:cubicBezTo>
                    <a:pt x="91105" y="98894"/>
                    <a:pt x="90732" y="98704"/>
                    <a:pt x="90365" y="98502"/>
                  </a:cubicBezTo>
                  <a:cubicBezTo>
                    <a:pt x="89998" y="98300"/>
                    <a:pt x="89637" y="98087"/>
                    <a:pt x="89284" y="97862"/>
                  </a:cubicBezTo>
                  <a:cubicBezTo>
                    <a:pt x="88930" y="97638"/>
                    <a:pt x="88583" y="97402"/>
                    <a:pt x="88244" y="97156"/>
                  </a:cubicBezTo>
                  <a:cubicBezTo>
                    <a:pt x="87906" y="96910"/>
                    <a:pt x="87574" y="96653"/>
                    <a:pt x="87252" y="96386"/>
                  </a:cubicBezTo>
                  <a:cubicBezTo>
                    <a:pt x="86929" y="96119"/>
                    <a:pt x="86615" y="95842"/>
                    <a:pt x="86309" y="95555"/>
                  </a:cubicBezTo>
                  <a:cubicBezTo>
                    <a:pt x="86004" y="95268"/>
                    <a:pt x="85708" y="94972"/>
                    <a:pt x="85421" y="94667"/>
                  </a:cubicBezTo>
                  <a:cubicBezTo>
                    <a:pt x="85134" y="94361"/>
                    <a:pt x="84857" y="94047"/>
                    <a:pt x="84590" y="93724"/>
                  </a:cubicBezTo>
                  <a:cubicBezTo>
                    <a:pt x="84323" y="93402"/>
                    <a:pt x="84066" y="93070"/>
                    <a:pt x="83820" y="92732"/>
                  </a:cubicBezTo>
                  <a:cubicBezTo>
                    <a:pt x="83574" y="92393"/>
                    <a:pt x="83338" y="92046"/>
                    <a:pt x="83114" y="91692"/>
                  </a:cubicBezTo>
                  <a:cubicBezTo>
                    <a:pt x="82889" y="91339"/>
                    <a:pt x="82676" y="90978"/>
                    <a:pt x="82474" y="90611"/>
                  </a:cubicBezTo>
                  <a:cubicBezTo>
                    <a:pt x="82272" y="90244"/>
                    <a:pt x="82082" y="89870"/>
                    <a:pt x="81904" y="89491"/>
                  </a:cubicBezTo>
                  <a:cubicBezTo>
                    <a:pt x="81725" y="89112"/>
                    <a:pt x="81559" y="88728"/>
                    <a:pt x="81405" y="88338"/>
                  </a:cubicBezTo>
                  <a:cubicBezTo>
                    <a:pt x="81250" y="87949"/>
                    <a:pt x="81108" y="87555"/>
                    <a:pt x="80979" y="87156"/>
                  </a:cubicBezTo>
                  <a:cubicBezTo>
                    <a:pt x="80850" y="86758"/>
                    <a:pt x="80733" y="86355"/>
                    <a:pt x="80628" y="85950"/>
                  </a:cubicBezTo>
                  <a:cubicBezTo>
                    <a:pt x="80524" y="85544"/>
                    <a:pt x="80433" y="85135"/>
                    <a:pt x="80354" y="84723"/>
                  </a:cubicBezTo>
                  <a:cubicBezTo>
                    <a:pt x="80276" y="84312"/>
                    <a:pt x="80210" y="83898"/>
                    <a:pt x="80158" y="83482"/>
                  </a:cubicBezTo>
                  <a:cubicBezTo>
                    <a:pt x="80105" y="83067"/>
                    <a:pt x="80066" y="82650"/>
                    <a:pt x="80040" y="82232"/>
                  </a:cubicBezTo>
                  <a:cubicBezTo>
                    <a:pt x="80013" y="81814"/>
                    <a:pt x="80000" y="81395"/>
                    <a:pt x="80000" y="80976"/>
                  </a:cubicBezTo>
                  <a:cubicBezTo>
                    <a:pt x="80000" y="80138"/>
                    <a:pt x="80026" y="79300"/>
                    <a:pt x="80079" y="78464"/>
                  </a:cubicBezTo>
                  <a:cubicBezTo>
                    <a:pt x="80132" y="77628"/>
                    <a:pt x="80211" y="76794"/>
                    <a:pt x="80316" y="75963"/>
                  </a:cubicBezTo>
                  <a:cubicBezTo>
                    <a:pt x="80421" y="75131"/>
                    <a:pt x="80552" y="74304"/>
                    <a:pt x="80709" y="73481"/>
                  </a:cubicBezTo>
                  <a:cubicBezTo>
                    <a:pt x="80866" y="72658"/>
                    <a:pt x="81048" y="71840"/>
                    <a:pt x="81257" y="71028"/>
                  </a:cubicBezTo>
                  <a:cubicBezTo>
                    <a:pt x="81465" y="70217"/>
                    <a:pt x="81699" y="69412"/>
                    <a:pt x="81958" y="68615"/>
                  </a:cubicBezTo>
                  <a:cubicBezTo>
                    <a:pt x="82217" y="67818"/>
                    <a:pt x="82501" y="67030"/>
                    <a:pt x="82809" y="66251"/>
                  </a:cubicBezTo>
                  <a:cubicBezTo>
                    <a:pt x="83117" y="65472"/>
                    <a:pt x="83450" y="64703"/>
                    <a:pt x="83807" y="63945"/>
                  </a:cubicBezTo>
                  <a:cubicBezTo>
                    <a:pt x="84164" y="63187"/>
                    <a:pt x="84544" y="62440"/>
                    <a:pt x="84948" y="61706"/>
                  </a:cubicBezTo>
                  <a:cubicBezTo>
                    <a:pt x="85351" y="60971"/>
                    <a:pt x="85778" y="60250"/>
                    <a:pt x="86227" y="59543"/>
                  </a:cubicBezTo>
                  <a:cubicBezTo>
                    <a:pt x="86676" y="58835"/>
                    <a:pt x="87147" y="58142"/>
                    <a:pt x="87639" y="57464"/>
                  </a:cubicBezTo>
                  <a:cubicBezTo>
                    <a:pt x="88132" y="56787"/>
                    <a:pt x="88646" y="56124"/>
                    <a:pt x="89180" y="55479"/>
                  </a:cubicBezTo>
                  <a:cubicBezTo>
                    <a:pt x="89714" y="54833"/>
                    <a:pt x="90268" y="54205"/>
                    <a:pt x="90841" y="53594"/>
                  </a:cubicBezTo>
                  <a:cubicBezTo>
                    <a:pt x="91415" y="52983"/>
                    <a:pt x="92007" y="52391"/>
                    <a:pt x="92618" y="51817"/>
                  </a:cubicBezTo>
                  <a:cubicBezTo>
                    <a:pt x="93229" y="51244"/>
                    <a:pt x="93858" y="50689"/>
                    <a:pt x="94503" y="50155"/>
                  </a:cubicBezTo>
                  <a:cubicBezTo>
                    <a:pt x="95149" y="49621"/>
                    <a:pt x="95811" y="49108"/>
                    <a:pt x="96489" y="48615"/>
                  </a:cubicBezTo>
                  <a:cubicBezTo>
                    <a:pt x="97167" y="48123"/>
                    <a:pt x="97860" y="47652"/>
                    <a:pt x="98567" y="47203"/>
                  </a:cubicBezTo>
                  <a:cubicBezTo>
                    <a:pt x="99274" y="46754"/>
                    <a:pt x="99996" y="46327"/>
                    <a:pt x="100730" y="45924"/>
                  </a:cubicBezTo>
                  <a:cubicBezTo>
                    <a:pt x="101464" y="45520"/>
                    <a:pt x="102211" y="45139"/>
                    <a:pt x="102969" y="44783"/>
                  </a:cubicBezTo>
                  <a:cubicBezTo>
                    <a:pt x="103727" y="44426"/>
                    <a:pt x="104496" y="44093"/>
                    <a:pt x="105275" y="43785"/>
                  </a:cubicBezTo>
                  <a:cubicBezTo>
                    <a:pt x="106054" y="43476"/>
                    <a:pt x="106843" y="43192"/>
                    <a:pt x="107639" y="42934"/>
                  </a:cubicBezTo>
                  <a:cubicBezTo>
                    <a:pt x="108436" y="42675"/>
                    <a:pt x="109241" y="42441"/>
                    <a:pt x="110053" y="42233"/>
                  </a:cubicBezTo>
                  <a:cubicBezTo>
                    <a:pt x="110864" y="42024"/>
                    <a:pt x="111682" y="41841"/>
                    <a:pt x="112505" y="41684"/>
                  </a:cubicBezTo>
                  <a:cubicBezTo>
                    <a:pt x="113328" y="41527"/>
                    <a:pt x="114156" y="41396"/>
                    <a:pt x="114987" y="41291"/>
                  </a:cubicBezTo>
                  <a:cubicBezTo>
                    <a:pt x="115818" y="41186"/>
                    <a:pt x="116652" y="41107"/>
                    <a:pt x="117488" y="41055"/>
                  </a:cubicBezTo>
                  <a:cubicBezTo>
                    <a:pt x="118325" y="41002"/>
                    <a:pt x="119162" y="40976"/>
                    <a:pt x="120000" y="40976"/>
                  </a:cubicBezTo>
                  <a:cubicBezTo>
                    <a:pt x="120838" y="40976"/>
                    <a:pt x="121676" y="41002"/>
                    <a:pt x="122512" y="41055"/>
                  </a:cubicBezTo>
                  <a:cubicBezTo>
                    <a:pt x="123348" y="41107"/>
                    <a:pt x="124182" y="41186"/>
                    <a:pt x="125013" y="41291"/>
                  </a:cubicBezTo>
                  <a:cubicBezTo>
                    <a:pt x="125845" y="41396"/>
                    <a:pt x="126672" y="41527"/>
                    <a:pt x="127495" y="41684"/>
                  </a:cubicBezTo>
                  <a:cubicBezTo>
                    <a:pt x="128318" y="41841"/>
                    <a:pt x="129136" y="42024"/>
                    <a:pt x="129948" y="42233"/>
                  </a:cubicBezTo>
                  <a:cubicBezTo>
                    <a:pt x="130759" y="42441"/>
                    <a:pt x="131564" y="42675"/>
                    <a:pt x="132361" y="42934"/>
                  </a:cubicBezTo>
                  <a:cubicBezTo>
                    <a:pt x="133158" y="43192"/>
                    <a:pt x="133946" y="43476"/>
                    <a:pt x="134725" y="43785"/>
                  </a:cubicBezTo>
                  <a:cubicBezTo>
                    <a:pt x="135504" y="44093"/>
                    <a:pt x="136273" y="44426"/>
                    <a:pt x="137031" y="44783"/>
                  </a:cubicBezTo>
                  <a:cubicBezTo>
                    <a:pt x="137789" y="45139"/>
                    <a:pt x="138536" y="45520"/>
                    <a:pt x="139270" y="45924"/>
                  </a:cubicBezTo>
                  <a:cubicBezTo>
                    <a:pt x="140004" y="46327"/>
                    <a:pt x="140726" y="46754"/>
                    <a:pt x="141433" y="47203"/>
                  </a:cubicBezTo>
                  <a:cubicBezTo>
                    <a:pt x="142141" y="47652"/>
                    <a:pt x="142834" y="48123"/>
                    <a:pt x="143512" y="48615"/>
                  </a:cubicBezTo>
                  <a:cubicBezTo>
                    <a:pt x="144189" y="49108"/>
                    <a:pt x="144852" y="49621"/>
                    <a:pt x="145497" y="50155"/>
                  </a:cubicBezTo>
                  <a:cubicBezTo>
                    <a:pt x="146143" y="50689"/>
                    <a:pt x="146771" y="51244"/>
                    <a:pt x="147382" y="51817"/>
                  </a:cubicBezTo>
                  <a:cubicBezTo>
                    <a:pt x="147993" y="52391"/>
                    <a:pt x="148585" y="52983"/>
                    <a:pt x="149159" y="53594"/>
                  </a:cubicBezTo>
                  <a:cubicBezTo>
                    <a:pt x="149732" y="54205"/>
                    <a:pt x="150287" y="54833"/>
                    <a:pt x="150821" y="55479"/>
                  </a:cubicBezTo>
                  <a:cubicBezTo>
                    <a:pt x="151355" y="56124"/>
                    <a:pt x="151868" y="56787"/>
                    <a:pt x="152361" y="57464"/>
                  </a:cubicBezTo>
                  <a:cubicBezTo>
                    <a:pt x="152853" y="58142"/>
                    <a:pt x="153324" y="58835"/>
                    <a:pt x="153773" y="59543"/>
                  </a:cubicBezTo>
                  <a:cubicBezTo>
                    <a:pt x="154222" y="60250"/>
                    <a:pt x="154649" y="60971"/>
                    <a:pt x="155052" y="61706"/>
                  </a:cubicBezTo>
                  <a:cubicBezTo>
                    <a:pt x="155456" y="62440"/>
                    <a:pt x="155836" y="63187"/>
                    <a:pt x="156193" y="63945"/>
                  </a:cubicBezTo>
                  <a:cubicBezTo>
                    <a:pt x="156550" y="64703"/>
                    <a:pt x="156883" y="65472"/>
                    <a:pt x="157191" y="66251"/>
                  </a:cubicBezTo>
                  <a:cubicBezTo>
                    <a:pt x="157500" y="67030"/>
                    <a:pt x="157783" y="67818"/>
                    <a:pt x="158042" y="68615"/>
                  </a:cubicBezTo>
                  <a:cubicBezTo>
                    <a:pt x="158301" y="69412"/>
                    <a:pt x="158535" y="70217"/>
                    <a:pt x="158743" y="71028"/>
                  </a:cubicBezTo>
                  <a:cubicBezTo>
                    <a:pt x="158952" y="71840"/>
                    <a:pt x="159135" y="72658"/>
                    <a:pt x="159292" y="73481"/>
                  </a:cubicBezTo>
                  <a:cubicBezTo>
                    <a:pt x="159449" y="74304"/>
                    <a:pt x="159580" y="75131"/>
                    <a:pt x="159685" y="75963"/>
                  </a:cubicBezTo>
                  <a:cubicBezTo>
                    <a:pt x="159790" y="76794"/>
                    <a:pt x="159869" y="77628"/>
                    <a:pt x="159921" y="78464"/>
                  </a:cubicBezTo>
                  <a:cubicBezTo>
                    <a:pt x="159974" y="79300"/>
                    <a:pt x="160000" y="80138"/>
                    <a:pt x="160000" y="80976"/>
                  </a:cubicBezTo>
                  <a:cubicBezTo>
                    <a:pt x="160000" y="82233"/>
                    <a:pt x="159961" y="83489"/>
                    <a:pt x="159882" y="84743"/>
                  </a:cubicBezTo>
                  <a:cubicBezTo>
                    <a:pt x="159803" y="85998"/>
                    <a:pt x="159685" y="87249"/>
                    <a:pt x="159527" y="88496"/>
                  </a:cubicBezTo>
                  <a:cubicBezTo>
                    <a:pt x="159369" y="89743"/>
                    <a:pt x="159173" y="90984"/>
                    <a:pt x="158937" y="92219"/>
                  </a:cubicBezTo>
                  <a:cubicBezTo>
                    <a:pt x="158702" y="93453"/>
                    <a:pt x="158428" y="94680"/>
                    <a:pt x="158115" y="95897"/>
                  </a:cubicBezTo>
                  <a:cubicBezTo>
                    <a:pt x="157803" y="97114"/>
                    <a:pt x="157452" y="98322"/>
                    <a:pt x="157064" y="99517"/>
                  </a:cubicBezTo>
                  <a:cubicBezTo>
                    <a:pt x="156675" y="100712"/>
                    <a:pt x="156249" y="101895"/>
                    <a:pt x="155787" y="103063"/>
                  </a:cubicBezTo>
                  <a:cubicBezTo>
                    <a:pt x="155324" y="104232"/>
                    <a:pt x="154825" y="105385"/>
                    <a:pt x="154290" y="106523"/>
                  </a:cubicBezTo>
                  <a:cubicBezTo>
                    <a:pt x="153755" y="107660"/>
                    <a:pt x="153184" y="108780"/>
                    <a:pt x="152579" y="109881"/>
                  </a:cubicBezTo>
                  <a:cubicBezTo>
                    <a:pt x="151973" y="110982"/>
                    <a:pt x="151333" y="112064"/>
                    <a:pt x="150660" y="113125"/>
                  </a:cubicBezTo>
                  <a:cubicBezTo>
                    <a:pt x="149986" y="114187"/>
                    <a:pt x="149280" y="115226"/>
                    <a:pt x="148541" y="116243"/>
                  </a:cubicBezTo>
                  <a:cubicBezTo>
                    <a:pt x="147802" y="117260"/>
                    <a:pt x="147032" y="118253"/>
                    <a:pt x="146231" y="119221"/>
                  </a:cubicBezTo>
                  <a:cubicBezTo>
                    <a:pt x="145430" y="120190"/>
                    <a:pt x="144599" y="121133"/>
                    <a:pt x="143738" y="122049"/>
                  </a:cubicBezTo>
                  <a:cubicBezTo>
                    <a:pt x="142878" y="122965"/>
                    <a:pt x="141989" y="123854"/>
                    <a:pt x="141073" y="124714"/>
                  </a:cubicBezTo>
                  <a:cubicBezTo>
                    <a:pt x="140157" y="125574"/>
                    <a:pt x="139214" y="126406"/>
                    <a:pt x="138246" y="127207"/>
                  </a:cubicBezTo>
                  <a:cubicBezTo>
                    <a:pt x="137277" y="128008"/>
                    <a:pt x="136284" y="128778"/>
                    <a:pt x="135267" y="129517"/>
                  </a:cubicBezTo>
                  <a:cubicBezTo>
                    <a:pt x="134251" y="130256"/>
                    <a:pt x="133211" y="130962"/>
                    <a:pt x="132150" y="131636"/>
                  </a:cubicBezTo>
                  <a:cubicBezTo>
                    <a:pt x="131089" y="132309"/>
                    <a:pt x="130007" y="132949"/>
                    <a:pt x="128905" y="133554"/>
                  </a:cubicBezTo>
                  <a:cubicBezTo>
                    <a:pt x="127804" y="134160"/>
                    <a:pt x="126684" y="134730"/>
                    <a:pt x="125547" y="135265"/>
                  </a:cubicBezTo>
                  <a:cubicBezTo>
                    <a:pt x="124410" y="135801"/>
                    <a:pt x="123256" y="136300"/>
                    <a:pt x="122088" y="136762"/>
                  </a:cubicBezTo>
                  <a:cubicBezTo>
                    <a:pt x="120919" y="137225"/>
                    <a:pt x="119736" y="137651"/>
                    <a:pt x="118541" y="138039"/>
                  </a:cubicBezTo>
                  <a:cubicBezTo>
                    <a:pt x="117346" y="138428"/>
                    <a:pt x="116139" y="138778"/>
                    <a:pt x="114922" y="139091"/>
                  </a:cubicBezTo>
                  <a:cubicBezTo>
                    <a:pt x="113704" y="139403"/>
                    <a:pt x="112477" y="139678"/>
                    <a:pt x="111243" y="139913"/>
                  </a:cubicBezTo>
                  <a:cubicBezTo>
                    <a:pt x="110009" y="140149"/>
                    <a:pt x="108767" y="140345"/>
                    <a:pt x="107520" y="140503"/>
                  </a:cubicBezTo>
                  <a:cubicBezTo>
                    <a:pt x="106273" y="140660"/>
                    <a:pt x="105022" y="140779"/>
                    <a:pt x="103768" y="140857"/>
                  </a:cubicBezTo>
                  <a:cubicBezTo>
                    <a:pt x="102513" y="140936"/>
                    <a:pt x="101257" y="140976"/>
                    <a:pt x="100000" y="140976"/>
                  </a:cubicBezTo>
                  <a:cubicBezTo>
                    <a:pt x="98743" y="140976"/>
                    <a:pt x="97487" y="140936"/>
                    <a:pt x="96233" y="140857"/>
                  </a:cubicBezTo>
                  <a:cubicBezTo>
                    <a:pt x="94978" y="140779"/>
                    <a:pt x="93727" y="140660"/>
                    <a:pt x="92480" y="140503"/>
                  </a:cubicBezTo>
                  <a:cubicBezTo>
                    <a:pt x="91233" y="140345"/>
                    <a:pt x="89992" y="140149"/>
                    <a:pt x="88757" y="139913"/>
                  </a:cubicBezTo>
                  <a:cubicBezTo>
                    <a:pt x="87523" y="139678"/>
                    <a:pt x="86296" y="139403"/>
                    <a:pt x="85079" y="139091"/>
                  </a:cubicBezTo>
                  <a:cubicBezTo>
                    <a:pt x="83861" y="138778"/>
                    <a:pt x="82654" y="138428"/>
                    <a:pt x="81459" y="138039"/>
                  </a:cubicBezTo>
                  <a:cubicBezTo>
                    <a:pt x="80264" y="137651"/>
                    <a:pt x="79081" y="137225"/>
                    <a:pt x="77913" y="136762"/>
                  </a:cubicBezTo>
                  <a:cubicBezTo>
                    <a:pt x="76744" y="136300"/>
                    <a:pt x="75590" y="135801"/>
                    <a:pt x="74453" y="135265"/>
                  </a:cubicBezTo>
                  <a:cubicBezTo>
                    <a:pt x="73316" y="134730"/>
                    <a:pt x="72196" y="134160"/>
                    <a:pt x="71095" y="133554"/>
                  </a:cubicBezTo>
                  <a:cubicBezTo>
                    <a:pt x="69994" y="132949"/>
                    <a:pt x="68912" y="132309"/>
                    <a:pt x="67851" y="131636"/>
                  </a:cubicBezTo>
                  <a:cubicBezTo>
                    <a:pt x="66789" y="130962"/>
                    <a:pt x="65750" y="130256"/>
                    <a:pt x="64733" y="129517"/>
                  </a:cubicBezTo>
                  <a:cubicBezTo>
                    <a:pt x="63716" y="128778"/>
                    <a:pt x="62723" y="128008"/>
                    <a:pt x="61755" y="127207"/>
                  </a:cubicBezTo>
                  <a:cubicBezTo>
                    <a:pt x="60786" y="126406"/>
                    <a:pt x="59843" y="125574"/>
                    <a:pt x="58927" y="124714"/>
                  </a:cubicBezTo>
                  <a:cubicBezTo>
                    <a:pt x="58011" y="123854"/>
                    <a:pt x="57122" y="122965"/>
                    <a:pt x="56262" y="122049"/>
                  </a:cubicBezTo>
                  <a:cubicBezTo>
                    <a:pt x="55402" y="121133"/>
                    <a:pt x="54570" y="120190"/>
                    <a:pt x="53769" y="119221"/>
                  </a:cubicBezTo>
                  <a:cubicBezTo>
                    <a:pt x="52968" y="118253"/>
                    <a:pt x="52198" y="117260"/>
                    <a:pt x="51459" y="116243"/>
                  </a:cubicBezTo>
                  <a:cubicBezTo>
                    <a:pt x="50720" y="115226"/>
                    <a:pt x="50014" y="114187"/>
                    <a:pt x="49340" y="113125"/>
                  </a:cubicBezTo>
                  <a:cubicBezTo>
                    <a:pt x="48667" y="112064"/>
                    <a:pt x="48027" y="110982"/>
                    <a:pt x="47422" y="109881"/>
                  </a:cubicBezTo>
                  <a:cubicBezTo>
                    <a:pt x="46816" y="108780"/>
                    <a:pt x="46246" y="107660"/>
                    <a:pt x="45710" y="106523"/>
                  </a:cubicBezTo>
                  <a:cubicBezTo>
                    <a:pt x="45175" y="105385"/>
                    <a:pt x="44676" y="104232"/>
                    <a:pt x="44214" y="103063"/>
                  </a:cubicBezTo>
                  <a:cubicBezTo>
                    <a:pt x="43751" y="101895"/>
                    <a:pt x="43325" y="100712"/>
                    <a:pt x="42937" y="99517"/>
                  </a:cubicBezTo>
                  <a:cubicBezTo>
                    <a:pt x="42548" y="98322"/>
                    <a:pt x="42198" y="97114"/>
                    <a:pt x="41885" y="95897"/>
                  </a:cubicBezTo>
                  <a:cubicBezTo>
                    <a:pt x="41573" y="94680"/>
                    <a:pt x="41298" y="93453"/>
                    <a:pt x="41063" y="92219"/>
                  </a:cubicBezTo>
                  <a:cubicBezTo>
                    <a:pt x="40827" y="90984"/>
                    <a:pt x="40631" y="89743"/>
                    <a:pt x="40473" y="88496"/>
                  </a:cubicBezTo>
                  <a:cubicBezTo>
                    <a:pt x="40316" y="87249"/>
                    <a:pt x="40197" y="85998"/>
                    <a:pt x="40119" y="84743"/>
                  </a:cubicBezTo>
                  <a:cubicBezTo>
                    <a:pt x="40040" y="83489"/>
                    <a:pt x="40000" y="82233"/>
                    <a:pt x="40000" y="80976"/>
                  </a:cubicBezTo>
                  <a:cubicBezTo>
                    <a:pt x="40000" y="79300"/>
                    <a:pt x="40053" y="77625"/>
                    <a:pt x="40158" y="75953"/>
                  </a:cubicBezTo>
                  <a:cubicBezTo>
                    <a:pt x="40263" y="74280"/>
                    <a:pt x="40421" y="72612"/>
                    <a:pt x="40631" y="70949"/>
                  </a:cubicBezTo>
                  <a:cubicBezTo>
                    <a:pt x="40841" y="69287"/>
                    <a:pt x="41103" y="67631"/>
                    <a:pt x="41417" y="65985"/>
                  </a:cubicBezTo>
                  <a:cubicBezTo>
                    <a:pt x="41731" y="64339"/>
                    <a:pt x="42097" y="62704"/>
                    <a:pt x="42513" y="61081"/>
                  </a:cubicBezTo>
                  <a:cubicBezTo>
                    <a:pt x="42930" y="59458"/>
                    <a:pt x="43398" y="57848"/>
                    <a:pt x="43916" y="56254"/>
                  </a:cubicBezTo>
                  <a:cubicBezTo>
                    <a:pt x="44433" y="54661"/>
                    <a:pt x="45001" y="53084"/>
                    <a:pt x="45618" y="51526"/>
                  </a:cubicBezTo>
                  <a:cubicBezTo>
                    <a:pt x="46235" y="49968"/>
                    <a:pt x="46900" y="48430"/>
                    <a:pt x="47614" y="46913"/>
                  </a:cubicBezTo>
                  <a:cubicBezTo>
                    <a:pt x="48327" y="45397"/>
                    <a:pt x="49088" y="43904"/>
                    <a:pt x="49896" y="42436"/>
                  </a:cubicBezTo>
                  <a:cubicBezTo>
                    <a:pt x="50703" y="40967"/>
                    <a:pt x="51556" y="39524"/>
                    <a:pt x="52454" y="38110"/>
                  </a:cubicBezTo>
                  <a:cubicBezTo>
                    <a:pt x="53352" y="36695"/>
                    <a:pt x="54294" y="35309"/>
                    <a:pt x="55279" y="33953"/>
                  </a:cubicBezTo>
                  <a:cubicBezTo>
                    <a:pt x="56264" y="32597"/>
                    <a:pt x="57291" y="31273"/>
                    <a:pt x="58359" y="29982"/>
                  </a:cubicBezTo>
                  <a:cubicBezTo>
                    <a:pt x="59427" y="28691"/>
                    <a:pt x="60536" y="27434"/>
                    <a:pt x="61683" y="26212"/>
                  </a:cubicBezTo>
                  <a:cubicBezTo>
                    <a:pt x="62830" y="24991"/>
                    <a:pt x="64015" y="23805"/>
                    <a:pt x="65236" y="22658"/>
                  </a:cubicBezTo>
                  <a:cubicBezTo>
                    <a:pt x="66458" y="21511"/>
                    <a:pt x="67715" y="20403"/>
                    <a:pt x="69006" y="19335"/>
                  </a:cubicBezTo>
                  <a:cubicBezTo>
                    <a:pt x="70297" y="18267"/>
                    <a:pt x="71622" y="17239"/>
                    <a:pt x="72977" y="16254"/>
                  </a:cubicBezTo>
                  <a:cubicBezTo>
                    <a:pt x="74333" y="15270"/>
                    <a:pt x="75719" y="14327"/>
                    <a:pt x="77134" y="13430"/>
                  </a:cubicBezTo>
                  <a:cubicBezTo>
                    <a:pt x="78549" y="12532"/>
                    <a:pt x="79991" y="11679"/>
                    <a:pt x="81460" y="10871"/>
                  </a:cubicBezTo>
                  <a:cubicBezTo>
                    <a:pt x="82928" y="10064"/>
                    <a:pt x="84422" y="9303"/>
                    <a:pt x="85938" y="8590"/>
                  </a:cubicBezTo>
                  <a:cubicBezTo>
                    <a:pt x="87454" y="7876"/>
                    <a:pt x="88992" y="7211"/>
                    <a:pt x="90550" y="6594"/>
                  </a:cubicBezTo>
                  <a:cubicBezTo>
                    <a:pt x="92108" y="5977"/>
                    <a:pt x="93685" y="5409"/>
                    <a:pt x="95279" y="4891"/>
                  </a:cubicBezTo>
                  <a:cubicBezTo>
                    <a:pt x="96872" y="4374"/>
                    <a:pt x="98482" y="3906"/>
                    <a:pt x="100105" y="3489"/>
                  </a:cubicBezTo>
                  <a:cubicBezTo>
                    <a:pt x="101728" y="3072"/>
                    <a:pt x="103364" y="2707"/>
                    <a:pt x="105010" y="2393"/>
                  </a:cubicBezTo>
                  <a:cubicBezTo>
                    <a:pt x="106656" y="2079"/>
                    <a:pt x="108311" y="1817"/>
                    <a:pt x="109973" y="1607"/>
                  </a:cubicBezTo>
                  <a:cubicBezTo>
                    <a:pt x="111636" y="1397"/>
                    <a:pt x="113305" y="1239"/>
                    <a:pt x="114977" y="1134"/>
                  </a:cubicBezTo>
                  <a:cubicBezTo>
                    <a:pt x="116649" y="1028"/>
                    <a:pt x="118324" y="976"/>
                    <a:pt x="120000" y="976"/>
                  </a:cubicBezTo>
                  <a:cubicBezTo>
                    <a:pt x="121676" y="976"/>
                    <a:pt x="123351" y="1028"/>
                    <a:pt x="125023" y="1134"/>
                  </a:cubicBezTo>
                  <a:cubicBezTo>
                    <a:pt x="126696" y="1239"/>
                    <a:pt x="128364" y="1397"/>
                    <a:pt x="130027" y="1607"/>
                  </a:cubicBezTo>
                  <a:cubicBezTo>
                    <a:pt x="131689" y="1817"/>
                    <a:pt x="133345" y="2079"/>
                    <a:pt x="134991" y="2393"/>
                  </a:cubicBezTo>
                  <a:cubicBezTo>
                    <a:pt x="136637" y="2707"/>
                    <a:pt x="138272" y="3072"/>
                    <a:pt x="139895" y="3489"/>
                  </a:cubicBezTo>
                  <a:cubicBezTo>
                    <a:pt x="141518" y="3906"/>
                    <a:pt x="143128" y="4374"/>
                    <a:pt x="144721" y="4891"/>
                  </a:cubicBezTo>
                  <a:cubicBezTo>
                    <a:pt x="146315" y="5409"/>
                    <a:pt x="147892" y="5977"/>
                    <a:pt x="149450" y="6594"/>
                  </a:cubicBezTo>
                  <a:cubicBezTo>
                    <a:pt x="151008" y="7211"/>
                    <a:pt x="152546" y="7876"/>
                    <a:pt x="154062" y="8590"/>
                  </a:cubicBezTo>
                  <a:cubicBezTo>
                    <a:pt x="155579" y="9303"/>
                    <a:pt x="157072" y="10064"/>
                    <a:pt x="158540" y="10871"/>
                  </a:cubicBezTo>
                  <a:cubicBezTo>
                    <a:pt x="160009" y="11679"/>
                    <a:pt x="161451" y="12532"/>
                    <a:pt x="162866" y="13430"/>
                  </a:cubicBezTo>
                  <a:cubicBezTo>
                    <a:pt x="164281" y="14327"/>
                    <a:pt x="165667" y="15270"/>
                    <a:pt x="167023" y="16254"/>
                  </a:cubicBezTo>
                  <a:cubicBezTo>
                    <a:pt x="168379" y="17239"/>
                    <a:pt x="169703" y="18267"/>
                    <a:pt x="170994" y="19335"/>
                  </a:cubicBezTo>
                  <a:cubicBezTo>
                    <a:pt x="172285" y="20403"/>
                    <a:pt x="173542" y="21511"/>
                    <a:pt x="174764" y="22658"/>
                  </a:cubicBezTo>
                  <a:cubicBezTo>
                    <a:pt x="175985" y="23805"/>
                    <a:pt x="177171" y="24991"/>
                    <a:pt x="178318" y="26212"/>
                  </a:cubicBezTo>
                  <a:cubicBezTo>
                    <a:pt x="179465" y="27434"/>
                    <a:pt x="180573" y="28691"/>
                    <a:pt x="181641" y="29982"/>
                  </a:cubicBezTo>
                  <a:cubicBezTo>
                    <a:pt x="182709" y="31273"/>
                    <a:pt x="183737" y="32597"/>
                    <a:pt x="184721" y="33953"/>
                  </a:cubicBezTo>
                  <a:cubicBezTo>
                    <a:pt x="185706" y="35309"/>
                    <a:pt x="186648" y="36695"/>
                    <a:pt x="187546" y="38110"/>
                  </a:cubicBezTo>
                  <a:cubicBezTo>
                    <a:pt x="188444" y="39524"/>
                    <a:pt x="189297" y="40967"/>
                    <a:pt x="190105" y="42436"/>
                  </a:cubicBezTo>
                  <a:cubicBezTo>
                    <a:pt x="190912" y="43904"/>
                    <a:pt x="191673" y="45397"/>
                    <a:pt x="192386" y="46913"/>
                  </a:cubicBezTo>
                  <a:cubicBezTo>
                    <a:pt x="193100" y="48430"/>
                    <a:pt x="193765" y="49968"/>
                    <a:pt x="194382" y="51526"/>
                  </a:cubicBezTo>
                  <a:cubicBezTo>
                    <a:pt x="194999" y="53084"/>
                    <a:pt x="195567" y="54661"/>
                    <a:pt x="196085" y="56254"/>
                  </a:cubicBezTo>
                  <a:cubicBezTo>
                    <a:pt x="196602" y="57848"/>
                    <a:pt x="197070" y="59458"/>
                    <a:pt x="197487" y="61081"/>
                  </a:cubicBezTo>
                  <a:cubicBezTo>
                    <a:pt x="197903" y="62704"/>
                    <a:pt x="198269" y="64339"/>
                    <a:pt x="198583" y="65985"/>
                  </a:cubicBezTo>
                  <a:cubicBezTo>
                    <a:pt x="198897" y="67631"/>
                    <a:pt x="199159" y="69287"/>
                    <a:pt x="199369" y="70949"/>
                  </a:cubicBezTo>
                  <a:cubicBezTo>
                    <a:pt x="199579" y="72612"/>
                    <a:pt x="199737" y="74280"/>
                    <a:pt x="199842" y="75953"/>
                  </a:cubicBezTo>
                  <a:cubicBezTo>
                    <a:pt x="199947" y="77625"/>
                    <a:pt x="200000" y="79300"/>
                    <a:pt x="200000" y="80976"/>
                  </a:cubicBezTo>
                  <a:cubicBezTo>
                    <a:pt x="200000" y="83070"/>
                    <a:pt x="199934" y="85164"/>
                    <a:pt x="199803" y="87255"/>
                  </a:cubicBezTo>
                  <a:cubicBezTo>
                    <a:pt x="199671" y="89345"/>
                    <a:pt x="199474" y="91431"/>
                    <a:pt x="199212" y="93509"/>
                  </a:cubicBezTo>
                  <a:cubicBezTo>
                    <a:pt x="198949" y="95587"/>
                    <a:pt x="198621" y="97656"/>
                    <a:pt x="198229" y="99714"/>
                  </a:cubicBezTo>
                  <a:cubicBezTo>
                    <a:pt x="197836" y="101771"/>
                    <a:pt x="197379" y="103816"/>
                    <a:pt x="196858" y="105845"/>
                  </a:cubicBezTo>
                  <a:cubicBezTo>
                    <a:pt x="196338" y="107874"/>
                    <a:pt x="195753" y="109885"/>
                    <a:pt x="195106" y="111878"/>
                  </a:cubicBezTo>
                  <a:cubicBezTo>
                    <a:pt x="194459" y="113870"/>
                    <a:pt x="193749" y="115841"/>
                    <a:pt x="192978" y="117788"/>
                  </a:cubicBezTo>
                  <a:cubicBezTo>
                    <a:pt x="192207" y="119736"/>
                    <a:pt x="191375" y="121659"/>
                    <a:pt x="190483" y="123554"/>
                  </a:cubicBezTo>
                  <a:cubicBezTo>
                    <a:pt x="189591" y="125449"/>
                    <a:pt x="188640" y="127316"/>
                    <a:pt x="187631" y="129151"/>
                  </a:cubicBezTo>
                  <a:cubicBezTo>
                    <a:pt x="186622" y="130987"/>
                    <a:pt x="185555" y="132790"/>
                    <a:pt x="184433" y="134559"/>
                  </a:cubicBezTo>
                  <a:cubicBezTo>
                    <a:pt x="183311" y="136327"/>
                    <a:pt x="182133" y="138060"/>
                    <a:pt x="180902" y="139754"/>
                  </a:cubicBezTo>
                  <a:cubicBezTo>
                    <a:pt x="179671" y="141449"/>
                    <a:pt x="178387" y="143104"/>
                    <a:pt x="177051" y="144718"/>
                  </a:cubicBezTo>
                  <a:cubicBezTo>
                    <a:pt x="175716" y="146332"/>
                    <a:pt x="174331" y="147904"/>
                    <a:pt x="172897" y="149431"/>
                  </a:cubicBezTo>
                  <a:cubicBezTo>
                    <a:pt x="171463" y="150957"/>
                    <a:pt x="169982" y="152439"/>
                    <a:pt x="168455" y="153873"/>
                  </a:cubicBezTo>
                  <a:cubicBezTo>
                    <a:pt x="166928" y="155307"/>
                    <a:pt x="165356" y="156692"/>
                    <a:pt x="163743" y="158027"/>
                  </a:cubicBezTo>
                  <a:cubicBezTo>
                    <a:pt x="162129" y="159362"/>
                    <a:pt x="160473" y="160646"/>
                    <a:pt x="158779" y="161878"/>
                  </a:cubicBezTo>
                  <a:cubicBezTo>
                    <a:pt x="157084" y="163109"/>
                    <a:pt x="155351" y="164286"/>
                    <a:pt x="153583" y="165409"/>
                  </a:cubicBezTo>
                  <a:cubicBezTo>
                    <a:pt x="151814" y="166531"/>
                    <a:pt x="150011" y="167597"/>
                    <a:pt x="148175" y="168607"/>
                  </a:cubicBezTo>
                  <a:cubicBezTo>
                    <a:pt x="146340" y="169616"/>
                    <a:pt x="144473" y="170567"/>
                    <a:pt x="142578" y="171459"/>
                  </a:cubicBezTo>
                  <a:cubicBezTo>
                    <a:pt x="140683" y="172350"/>
                    <a:pt x="138760" y="173182"/>
                    <a:pt x="136813" y="173953"/>
                  </a:cubicBezTo>
                  <a:cubicBezTo>
                    <a:pt x="134865" y="174725"/>
                    <a:pt x="132894" y="175434"/>
                    <a:pt x="130902" y="176081"/>
                  </a:cubicBezTo>
                  <a:cubicBezTo>
                    <a:pt x="128910" y="176729"/>
                    <a:pt x="126898" y="177313"/>
                    <a:pt x="124869" y="177834"/>
                  </a:cubicBezTo>
                  <a:cubicBezTo>
                    <a:pt x="122840" y="178355"/>
                    <a:pt x="120796" y="178812"/>
                    <a:pt x="118738" y="179205"/>
                  </a:cubicBezTo>
                  <a:cubicBezTo>
                    <a:pt x="116681" y="179597"/>
                    <a:pt x="114611" y="179925"/>
                    <a:pt x="112533" y="180187"/>
                  </a:cubicBezTo>
                  <a:cubicBezTo>
                    <a:pt x="110455" y="180450"/>
                    <a:pt x="108370" y="180647"/>
                    <a:pt x="106279" y="180779"/>
                  </a:cubicBezTo>
                  <a:cubicBezTo>
                    <a:pt x="104189" y="180910"/>
                    <a:pt x="102095" y="180976"/>
                    <a:pt x="100000" y="180976"/>
                  </a:cubicBezTo>
                  <a:cubicBezTo>
                    <a:pt x="97906" y="180976"/>
                    <a:pt x="95812" y="180910"/>
                    <a:pt x="93721" y="180779"/>
                  </a:cubicBezTo>
                  <a:cubicBezTo>
                    <a:pt x="91631" y="180647"/>
                    <a:pt x="89545" y="180450"/>
                    <a:pt x="87467" y="180187"/>
                  </a:cubicBezTo>
                  <a:cubicBezTo>
                    <a:pt x="85389" y="179925"/>
                    <a:pt x="83319" y="179597"/>
                    <a:pt x="81262" y="179205"/>
                  </a:cubicBezTo>
                  <a:cubicBezTo>
                    <a:pt x="79205" y="178812"/>
                    <a:pt x="77160" y="178355"/>
                    <a:pt x="75131" y="177834"/>
                  </a:cubicBezTo>
                  <a:cubicBezTo>
                    <a:pt x="73102" y="177313"/>
                    <a:pt x="71090" y="176729"/>
                    <a:pt x="69098" y="176081"/>
                  </a:cubicBezTo>
                  <a:cubicBezTo>
                    <a:pt x="67106" y="175434"/>
                    <a:pt x="65135" y="174725"/>
                    <a:pt x="63188" y="173953"/>
                  </a:cubicBezTo>
                  <a:cubicBezTo>
                    <a:pt x="61240" y="173182"/>
                    <a:pt x="59317" y="172350"/>
                    <a:pt x="57422" y="171459"/>
                  </a:cubicBezTo>
                  <a:cubicBezTo>
                    <a:pt x="55527" y="170567"/>
                    <a:pt x="53660" y="169616"/>
                    <a:pt x="51825" y="168607"/>
                  </a:cubicBezTo>
                  <a:cubicBezTo>
                    <a:pt x="49989" y="167597"/>
                    <a:pt x="48186" y="166531"/>
                    <a:pt x="46417" y="165409"/>
                  </a:cubicBezTo>
                  <a:cubicBezTo>
                    <a:pt x="44649" y="164286"/>
                    <a:pt x="42916" y="163109"/>
                    <a:pt x="41222" y="161878"/>
                  </a:cubicBezTo>
                  <a:cubicBezTo>
                    <a:pt x="39527" y="160646"/>
                    <a:pt x="37872" y="159362"/>
                    <a:pt x="36258" y="158027"/>
                  </a:cubicBezTo>
                  <a:cubicBezTo>
                    <a:pt x="34644" y="156692"/>
                    <a:pt x="33072" y="155307"/>
                    <a:pt x="31545" y="153873"/>
                  </a:cubicBezTo>
                  <a:cubicBezTo>
                    <a:pt x="30019" y="152439"/>
                    <a:pt x="28537" y="150957"/>
                    <a:pt x="27103" y="149431"/>
                  </a:cubicBezTo>
                  <a:cubicBezTo>
                    <a:pt x="25669" y="147904"/>
                    <a:pt x="24284" y="146332"/>
                    <a:pt x="22949" y="144718"/>
                  </a:cubicBezTo>
                  <a:cubicBezTo>
                    <a:pt x="21614" y="143104"/>
                    <a:pt x="20330" y="141449"/>
                    <a:pt x="19098" y="139754"/>
                  </a:cubicBezTo>
                  <a:cubicBezTo>
                    <a:pt x="17867" y="138060"/>
                    <a:pt x="16690" y="136327"/>
                    <a:pt x="15567" y="134559"/>
                  </a:cubicBezTo>
                  <a:cubicBezTo>
                    <a:pt x="14445" y="132790"/>
                    <a:pt x="13379" y="130987"/>
                    <a:pt x="12369" y="129151"/>
                  </a:cubicBezTo>
                  <a:cubicBezTo>
                    <a:pt x="11360" y="127316"/>
                    <a:pt x="10409" y="125449"/>
                    <a:pt x="9517" y="123554"/>
                  </a:cubicBezTo>
                  <a:cubicBezTo>
                    <a:pt x="8626" y="121659"/>
                    <a:pt x="7794" y="119736"/>
                    <a:pt x="7022" y="117788"/>
                  </a:cubicBezTo>
                  <a:cubicBezTo>
                    <a:pt x="6251" y="115841"/>
                    <a:pt x="5542" y="113870"/>
                    <a:pt x="4894" y="111878"/>
                  </a:cubicBezTo>
                  <a:cubicBezTo>
                    <a:pt x="4247" y="109885"/>
                    <a:pt x="3663" y="107874"/>
                    <a:pt x="3142" y="105845"/>
                  </a:cubicBezTo>
                  <a:cubicBezTo>
                    <a:pt x="2621" y="103816"/>
                    <a:pt x="2164" y="101771"/>
                    <a:pt x="1771" y="99714"/>
                  </a:cubicBezTo>
                  <a:cubicBezTo>
                    <a:pt x="1379" y="97656"/>
                    <a:pt x="1051" y="95587"/>
                    <a:pt x="789" y="93509"/>
                  </a:cubicBezTo>
                  <a:cubicBezTo>
                    <a:pt x="526" y="91431"/>
                    <a:pt x="329" y="89345"/>
                    <a:pt x="197" y="87255"/>
                  </a:cubicBezTo>
                  <a:cubicBezTo>
                    <a:pt x="66" y="85164"/>
                    <a:pt x="0" y="83070"/>
                    <a:pt x="0" y="80976"/>
                  </a:cubicBezTo>
                  <a:cubicBezTo>
                    <a:pt x="-3" y="78627"/>
                    <a:pt x="63" y="76279"/>
                    <a:pt x="198" y="73934"/>
                  </a:cubicBezTo>
                  <a:cubicBezTo>
                    <a:pt x="333" y="71589"/>
                    <a:pt x="538" y="69249"/>
                    <a:pt x="812" y="66916"/>
                  </a:cubicBezTo>
                  <a:cubicBezTo>
                    <a:pt x="1085" y="64583"/>
                    <a:pt x="1427" y="62259"/>
                    <a:pt x="1838" y="59946"/>
                  </a:cubicBezTo>
                  <a:cubicBezTo>
                    <a:pt x="2249" y="57634"/>
                    <a:pt x="2728" y="55334"/>
                    <a:pt x="3274" y="53049"/>
                  </a:cubicBezTo>
                  <a:cubicBezTo>
                    <a:pt x="3821" y="50765"/>
                    <a:pt x="4434" y="48498"/>
                    <a:pt x="5115" y="46249"/>
                  </a:cubicBezTo>
                  <a:cubicBezTo>
                    <a:pt x="5795" y="44001"/>
                    <a:pt x="6542" y="41774"/>
                    <a:pt x="7354" y="39570"/>
                  </a:cubicBezTo>
                  <a:cubicBezTo>
                    <a:pt x="8166" y="37366"/>
                    <a:pt x="9042" y="35186"/>
                    <a:pt x="9983" y="33034"/>
                  </a:cubicBezTo>
                  <a:cubicBezTo>
                    <a:pt x="10923" y="30882"/>
                    <a:pt x="11927" y="28758"/>
                    <a:pt x="12993" y="26665"/>
                  </a:cubicBezTo>
                  <a:cubicBezTo>
                    <a:pt x="14059" y="24572"/>
                    <a:pt x="15187" y="22511"/>
                    <a:pt x="16374" y="20485"/>
                  </a:cubicBezTo>
                  <a:cubicBezTo>
                    <a:pt x="17562" y="18458"/>
                    <a:pt x="18809" y="16467"/>
                    <a:pt x="20114" y="14515"/>
                  </a:cubicBezTo>
                  <a:cubicBezTo>
                    <a:pt x="21419" y="12562"/>
                    <a:pt x="22782" y="10648"/>
                    <a:pt x="24200" y="8776"/>
                  </a:cubicBezTo>
                  <a:cubicBezTo>
                    <a:pt x="24435" y="8429"/>
                    <a:pt x="24681" y="8090"/>
                    <a:pt x="24937" y="7759"/>
                  </a:cubicBezTo>
                  <a:cubicBezTo>
                    <a:pt x="25193" y="7428"/>
                    <a:pt x="25460" y="7105"/>
                    <a:pt x="25736" y="6791"/>
                  </a:cubicBezTo>
                  <a:cubicBezTo>
                    <a:pt x="26013" y="6477"/>
                    <a:pt x="26299" y="6171"/>
                    <a:pt x="26595" y="5875"/>
                  </a:cubicBezTo>
                  <a:cubicBezTo>
                    <a:pt x="26890" y="5578"/>
                    <a:pt x="27195" y="5291"/>
                    <a:pt x="27509" y="5014"/>
                  </a:cubicBezTo>
                  <a:cubicBezTo>
                    <a:pt x="27823" y="4737"/>
                    <a:pt x="28145" y="4470"/>
                    <a:pt x="28475" y="4213"/>
                  </a:cubicBezTo>
                  <a:cubicBezTo>
                    <a:pt x="28806" y="3956"/>
                    <a:pt x="29144" y="3709"/>
                    <a:pt x="29490" y="3473"/>
                  </a:cubicBezTo>
                  <a:cubicBezTo>
                    <a:pt x="29836" y="3238"/>
                    <a:pt x="30189" y="3013"/>
                    <a:pt x="30549" y="2799"/>
                  </a:cubicBezTo>
                  <a:cubicBezTo>
                    <a:pt x="30909" y="2586"/>
                    <a:pt x="31276" y="2383"/>
                    <a:pt x="31649" y="2193"/>
                  </a:cubicBezTo>
                  <a:cubicBezTo>
                    <a:pt x="32021" y="2002"/>
                    <a:pt x="32400" y="1823"/>
                    <a:pt x="32784" y="1656"/>
                  </a:cubicBezTo>
                  <a:cubicBezTo>
                    <a:pt x="33168" y="1490"/>
                    <a:pt x="33557" y="1335"/>
                    <a:pt x="33951" y="1193"/>
                  </a:cubicBezTo>
                  <a:cubicBezTo>
                    <a:pt x="34344" y="1050"/>
                    <a:pt x="34742" y="920"/>
                    <a:pt x="35144" y="803"/>
                  </a:cubicBezTo>
                  <a:cubicBezTo>
                    <a:pt x="35546" y="685"/>
                    <a:pt x="35951" y="581"/>
                    <a:pt x="36360" y="489"/>
                  </a:cubicBezTo>
                  <a:cubicBezTo>
                    <a:pt x="36768" y="397"/>
                    <a:pt x="37179" y="318"/>
                    <a:pt x="37593" y="251"/>
                  </a:cubicBezTo>
                  <a:cubicBezTo>
                    <a:pt x="38006" y="185"/>
                    <a:pt x="38421" y="132"/>
                    <a:pt x="38838" y="92"/>
                  </a:cubicBezTo>
                  <a:cubicBezTo>
                    <a:pt x="39255" y="52"/>
                    <a:pt x="39673" y="25"/>
                    <a:pt x="40091" y="11"/>
                  </a:cubicBezTo>
                  <a:cubicBezTo>
                    <a:pt x="40509" y="-3"/>
                    <a:pt x="40928" y="-4"/>
                    <a:pt x="41347" y="9"/>
                  </a:cubicBezTo>
                  <a:cubicBezTo>
                    <a:pt x="41765" y="21"/>
                    <a:pt x="42183" y="47"/>
                    <a:pt x="42600" y="85"/>
                  </a:cubicBezTo>
                  <a:cubicBezTo>
                    <a:pt x="43017" y="124"/>
                    <a:pt x="43432" y="176"/>
                    <a:pt x="43846" y="240"/>
                  </a:cubicBezTo>
                  <a:cubicBezTo>
                    <a:pt x="44259" y="305"/>
                    <a:pt x="44671" y="383"/>
                    <a:pt x="45079" y="473"/>
                  </a:cubicBezTo>
                  <a:cubicBezTo>
                    <a:pt x="45488" y="564"/>
                    <a:pt x="45894" y="667"/>
                    <a:pt x="46296" y="783"/>
                  </a:cubicBezTo>
                  <a:cubicBezTo>
                    <a:pt x="46698" y="899"/>
                    <a:pt x="47097" y="1028"/>
                    <a:pt x="47491" y="1169"/>
                  </a:cubicBezTo>
                  <a:cubicBezTo>
                    <a:pt x="47885" y="1310"/>
                    <a:pt x="48275" y="1463"/>
                    <a:pt x="48659" y="1629"/>
                  </a:cubicBezTo>
                  <a:cubicBezTo>
                    <a:pt x="49044" y="1794"/>
                    <a:pt x="49423" y="1972"/>
                    <a:pt x="49796" y="2161"/>
                  </a:cubicBezTo>
                  <a:cubicBezTo>
                    <a:pt x="50170" y="2350"/>
                    <a:pt x="50537" y="2551"/>
                    <a:pt x="50898" y="2764"/>
                  </a:cubicBezTo>
                  <a:cubicBezTo>
                    <a:pt x="51259" y="2976"/>
                    <a:pt x="51613" y="3200"/>
                    <a:pt x="51959" y="3434"/>
                  </a:cubicBezTo>
                  <a:cubicBezTo>
                    <a:pt x="52306" y="3669"/>
                    <a:pt x="52646" y="3914"/>
                    <a:pt x="52977" y="4170"/>
                  </a:cubicBezTo>
                  <a:cubicBezTo>
                    <a:pt x="53308" y="4426"/>
                    <a:pt x="53631" y="4692"/>
                    <a:pt x="53946" y="4968"/>
                  </a:cubicBezTo>
                  <a:cubicBezTo>
                    <a:pt x="54261" y="5244"/>
                    <a:pt x="54567" y="5530"/>
                    <a:pt x="54863" y="5825"/>
                  </a:cubicBezTo>
                  <a:cubicBezTo>
                    <a:pt x="55160" y="6121"/>
                    <a:pt x="55447" y="6425"/>
                    <a:pt x="55725" y="6739"/>
                  </a:cubicBezTo>
                  <a:cubicBezTo>
                    <a:pt x="56002" y="7052"/>
                    <a:pt x="56270" y="7374"/>
                    <a:pt x="56527" y="7704"/>
                  </a:cubicBezTo>
                  <a:cubicBezTo>
                    <a:pt x="56785" y="8034"/>
                    <a:pt x="57032" y="8373"/>
                    <a:pt x="57268" y="8718"/>
                  </a:cubicBezTo>
                  <a:cubicBezTo>
                    <a:pt x="57504" y="9064"/>
                    <a:pt x="57729" y="9417"/>
                    <a:pt x="57943" y="9777"/>
                  </a:cubicBezTo>
                  <a:cubicBezTo>
                    <a:pt x="58157" y="10136"/>
                    <a:pt x="58360" y="10503"/>
                    <a:pt x="58551" y="10875"/>
                  </a:cubicBezTo>
                  <a:cubicBezTo>
                    <a:pt x="58742" y="11248"/>
                    <a:pt x="58921" y="11626"/>
                    <a:pt x="59088" y="12010"/>
                  </a:cubicBezTo>
                  <a:cubicBezTo>
                    <a:pt x="59256" y="12394"/>
                    <a:pt x="59411" y="12783"/>
                    <a:pt x="59554" y="13176"/>
                  </a:cubicBezTo>
                  <a:cubicBezTo>
                    <a:pt x="59696" y="13570"/>
                    <a:pt x="59827" y="13968"/>
                    <a:pt x="59945" y="14369"/>
                  </a:cubicBezTo>
                  <a:cubicBezTo>
                    <a:pt x="60062" y="14771"/>
                    <a:pt x="60168" y="15176"/>
                    <a:pt x="60260" y="15585"/>
                  </a:cubicBezTo>
                  <a:cubicBezTo>
                    <a:pt x="60353" y="15993"/>
                    <a:pt x="60432" y="16404"/>
                    <a:pt x="60499" y="16817"/>
                  </a:cubicBezTo>
                  <a:cubicBezTo>
                    <a:pt x="60565" y="17231"/>
                    <a:pt x="60619" y="17646"/>
                    <a:pt x="60660" y="18062"/>
                  </a:cubicBezTo>
                  <a:cubicBezTo>
                    <a:pt x="60700" y="18479"/>
                    <a:pt x="60728" y="18897"/>
                    <a:pt x="60742" y="19315"/>
                  </a:cubicBezTo>
                  <a:cubicBezTo>
                    <a:pt x="60756" y="19734"/>
                    <a:pt x="60757" y="20152"/>
                    <a:pt x="60745" y="20571"/>
                  </a:cubicBezTo>
                  <a:cubicBezTo>
                    <a:pt x="60734" y="20989"/>
                    <a:pt x="60708" y="21407"/>
                    <a:pt x="60670" y="21824"/>
                  </a:cubicBezTo>
                  <a:cubicBezTo>
                    <a:pt x="60632" y="22241"/>
                    <a:pt x="60581" y="22657"/>
                    <a:pt x="60517" y="23070"/>
                  </a:cubicBezTo>
                  <a:cubicBezTo>
                    <a:pt x="60452" y="23484"/>
                    <a:pt x="60375" y="23895"/>
                    <a:pt x="60285" y="24304"/>
                  </a:cubicBezTo>
                  <a:cubicBezTo>
                    <a:pt x="60195" y="24713"/>
                    <a:pt x="60092" y="25119"/>
                    <a:pt x="59976" y="25521"/>
                  </a:cubicBezTo>
                  <a:cubicBezTo>
                    <a:pt x="59861" y="25924"/>
                    <a:pt x="59733" y="26322"/>
                    <a:pt x="59592" y="26717"/>
                  </a:cubicBezTo>
                  <a:cubicBezTo>
                    <a:pt x="59451" y="27111"/>
                    <a:pt x="59299" y="27501"/>
                    <a:pt x="59134" y="27885"/>
                  </a:cubicBezTo>
                  <a:cubicBezTo>
                    <a:pt x="58968" y="28270"/>
                    <a:pt x="58791" y="28650"/>
                    <a:pt x="58603" y="29023"/>
                  </a:cubicBezTo>
                  <a:cubicBezTo>
                    <a:pt x="58414" y="29397"/>
                    <a:pt x="58213" y="29764"/>
                    <a:pt x="58001" y="30125"/>
                  </a:cubicBezTo>
                  <a:cubicBezTo>
                    <a:pt x="57789" y="30486"/>
                    <a:pt x="57566" y="30841"/>
                    <a:pt x="57332" y="31188"/>
                  </a:cubicBezTo>
                  <a:cubicBezTo>
                    <a:pt x="57098" y="31535"/>
                    <a:pt x="56853" y="31874"/>
                    <a:pt x="56597" y="32206"/>
                  </a:cubicBezTo>
                  <a:cubicBezTo>
                    <a:pt x="56342" y="32537"/>
                    <a:pt x="56076" y="32861"/>
                    <a:pt x="55800" y="33176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1" name="probe-lucide-shrimp" descr="shrimp — Lucide Icons and Contributors; preserve the bundled full upstream license. Source: https://github.com/lucide-icons/lucide/blob/20aef31db93fe4d9f398dbb15b120d99c48eef95/icons/shrimp.svg; SVG SHA256: e23b6931ae523e06546e065fac9d3c6f25153e48fc2c148600244a9f9be8efc6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102" name="probe-lucide-shrimp-part-1"/>
            <p:cNvSpPr/>
            <p:nvPr/>
          </p:nvSpPr>
          <p:spPr>
            <a:xfrm>
              <a:off x="19537" y="20000"/>
              <a:ext cx="199357" cy="190000"/>
            </a:xfrm>
            <a:custGeom>
              <a:avLst/>
              <a:gdLst/>
              <a:ahLst/>
              <a:cxnLst/>
              <a:rect l="0" t="0" r="r" b="b"/>
              <a:pathLst>
                <a:path w="199357" h="190000">
                  <a:moveTo>
                    <a:pt x="80463" y="0"/>
                  </a:moveTo>
                  <a:cubicBezTo>
                    <a:pt x="80755" y="585"/>
                    <a:pt x="81066" y="1161"/>
                    <a:pt x="81393" y="1727"/>
                  </a:cubicBezTo>
                  <a:cubicBezTo>
                    <a:pt x="81720" y="2293"/>
                    <a:pt x="82065" y="2850"/>
                    <a:pt x="82425" y="3395"/>
                  </a:cubicBezTo>
                  <a:cubicBezTo>
                    <a:pt x="82786" y="3941"/>
                    <a:pt x="83163" y="4476"/>
                    <a:pt x="83555" y="4999"/>
                  </a:cubicBezTo>
                  <a:cubicBezTo>
                    <a:pt x="83948" y="5522"/>
                    <a:pt x="84356" y="6033"/>
                    <a:pt x="84779" y="6532"/>
                  </a:cubicBezTo>
                  <a:cubicBezTo>
                    <a:pt x="85202" y="7031"/>
                    <a:pt x="85640" y="7517"/>
                    <a:pt x="86092" y="7989"/>
                  </a:cubicBezTo>
                  <a:cubicBezTo>
                    <a:pt x="86544" y="8462"/>
                    <a:pt x="87011" y="8921"/>
                    <a:pt x="87490" y="9365"/>
                  </a:cubicBezTo>
                  <a:cubicBezTo>
                    <a:pt x="87970" y="9810"/>
                    <a:pt x="88463" y="10240"/>
                    <a:pt x="88968" y="10655"/>
                  </a:cubicBezTo>
                  <a:cubicBezTo>
                    <a:pt x="89473" y="11071"/>
                    <a:pt x="89991" y="11471"/>
                    <a:pt x="90520" y="11855"/>
                  </a:cubicBezTo>
                  <a:cubicBezTo>
                    <a:pt x="91049" y="12239"/>
                    <a:pt x="91590" y="12607"/>
                    <a:pt x="92141" y="12959"/>
                  </a:cubicBezTo>
                  <a:cubicBezTo>
                    <a:pt x="92693" y="13311"/>
                    <a:pt x="93254" y="13647"/>
                    <a:pt x="93826" y="13965"/>
                  </a:cubicBezTo>
                  <a:cubicBezTo>
                    <a:pt x="94397" y="14283"/>
                    <a:pt x="94978" y="14584"/>
                    <a:pt x="95567" y="14868"/>
                  </a:cubicBezTo>
                  <a:cubicBezTo>
                    <a:pt x="96156" y="15152"/>
                    <a:pt x="96754" y="15418"/>
                    <a:pt x="97359" y="15665"/>
                  </a:cubicBezTo>
                  <a:cubicBezTo>
                    <a:pt x="97965" y="15913"/>
                    <a:pt x="98577" y="16143"/>
                    <a:pt x="99196" y="16354"/>
                  </a:cubicBezTo>
                  <a:cubicBezTo>
                    <a:pt x="99815" y="16566"/>
                    <a:pt x="100440" y="16758"/>
                    <a:pt x="101071" y="16932"/>
                  </a:cubicBezTo>
                  <a:cubicBezTo>
                    <a:pt x="101701" y="17106"/>
                    <a:pt x="102337" y="17261"/>
                    <a:pt x="102977" y="17397"/>
                  </a:cubicBezTo>
                  <a:cubicBezTo>
                    <a:pt x="103616" y="17533"/>
                    <a:pt x="104260" y="17649"/>
                    <a:pt x="104907" y="17747"/>
                  </a:cubicBezTo>
                  <a:cubicBezTo>
                    <a:pt x="105554" y="17844"/>
                    <a:pt x="106203" y="17922"/>
                    <a:pt x="106855" y="17981"/>
                  </a:cubicBezTo>
                  <a:cubicBezTo>
                    <a:pt x="107506" y="18039"/>
                    <a:pt x="108159" y="18078"/>
                    <a:pt x="108813" y="18098"/>
                  </a:cubicBezTo>
                  <a:cubicBezTo>
                    <a:pt x="109467" y="18117"/>
                    <a:pt x="110121" y="18117"/>
                    <a:pt x="110774" y="18097"/>
                  </a:cubicBezTo>
                  <a:cubicBezTo>
                    <a:pt x="111428" y="18078"/>
                    <a:pt x="112081" y="18039"/>
                    <a:pt x="112733" y="17980"/>
                  </a:cubicBezTo>
                  <a:lnTo>
                    <a:pt x="174433" y="12370"/>
                  </a:lnTo>
                  <a:cubicBezTo>
                    <a:pt x="174922" y="12348"/>
                    <a:pt x="175411" y="12341"/>
                    <a:pt x="175901" y="12348"/>
                  </a:cubicBezTo>
                  <a:cubicBezTo>
                    <a:pt x="176390" y="12356"/>
                    <a:pt x="176879" y="12379"/>
                    <a:pt x="177367" y="12417"/>
                  </a:cubicBezTo>
                  <a:cubicBezTo>
                    <a:pt x="177855" y="12455"/>
                    <a:pt x="178342" y="12508"/>
                    <a:pt x="178827" y="12576"/>
                  </a:cubicBezTo>
                  <a:cubicBezTo>
                    <a:pt x="179312" y="12644"/>
                    <a:pt x="179794" y="12727"/>
                    <a:pt x="180274" y="12825"/>
                  </a:cubicBezTo>
                  <a:cubicBezTo>
                    <a:pt x="180754" y="12922"/>
                    <a:pt x="181230" y="13035"/>
                    <a:pt x="181703" y="13162"/>
                  </a:cubicBezTo>
                  <a:cubicBezTo>
                    <a:pt x="182176" y="13289"/>
                    <a:pt x="182645" y="13430"/>
                    <a:pt x="183109" y="13586"/>
                  </a:cubicBezTo>
                  <a:cubicBezTo>
                    <a:pt x="183573" y="13742"/>
                    <a:pt x="184032" y="13912"/>
                    <a:pt x="184486" y="14096"/>
                  </a:cubicBezTo>
                  <a:cubicBezTo>
                    <a:pt x="184939" y="14281"/>
                    <a:pt x="185387" y="14479"/>
                    <a:pt x="185828" y="14690"/>
                  </a:cubicBezTo>
                  <a:cubicBezTo>
                    <a:pt x="186270" y="14902"/>
                    <a:pt x="186705" y="15127"/>
                    <a:pt x="187132" y="15366"/>
                  </a:cubicBezTo>
                  <a:cubicBezTo>
                    <a:pt x="187560" y="15604"/>
                    <a:pt x="187980" y="15856"/>
                    <a:pt x="188392" y="16120"/>
                  </a:cubicBezTo>
                  <a:cubicBezTo>
                    <a:pt x="188804" y="16385"/>
                    <a:pt x="189208" y="16662"/>
                    <a:pt x="189602" y="16951"/>
                  </a:cubicBezTo>
                  <a:cubicBezTo>
                    <a:pt x="189997" y="17240"/>
                    <a:pt x="190383" y="17542"/>
                    <a:pt x="190760" y="17855"/>
                  </a:cubicBezTo>
                  <a:cubicBezTo>
                    <a:pt x="191136" y="18168"/>
                    <a:pt x="191503" y="18492"/>
                    <a:pt x="191859" y="18828"/>
                  </a:cubicBezTo>
                  <a:cubicBezTo>
                    <a:pt x="192216" y="19163"/>
                    <a:pt x="192562" y="19510"/>
                    <a:pt x="192897" y="19867"/>
                  </a:cubicBezTo>
                  <a:cubicBezTo>
                    <a:pt x="193232" y="20223"/>
                    <a:pt x="193556" y="20591"/>
                    <a:pt x="193869" y="20967"/>
                  </a:cubicBezTo>
                  <a:cubicBezTo>
                    <a:pt x="194181" y="21344"/>
                    <a:pt x="194482" y="21731"/>
                    <a:pt x="194771" y="22126"/>
                  </a:cubicBezTo>
                  <a:cubicBezTo>
                    <a:pt x="195059" y="22521"/>
                    <a:pt x="195336" y="22925"/>
                    <a:pt x="195600" y="23338"/>
                  </a:cubicBezTo>
                  <a:cubicBezTo>
                    <a:pt x="195863" y="23750"/>
                    <a:pt x="196114" y="24171"/>
                    <a:pt x="196352" y="24598"/>
                  </a:cubicBezTo>
                  <a:cubicBezTo>
                    <a:pt x="196590" y="25026"/>
                    <a:pt x="196815" y="25461"/>
                    <a:pt x="197026" y="25903"/>
                  </a:cubicBezTo>
                  <a:cubicBezTo>
                    <a:pt x="197237" y="26345"/>
                    <a:pt x="197435" y="26793"/>
                    <a:pt x="197618" y="27247"/>
                  </a:cubicBezTo>
                  <a:cubicBezTo>
                    <a:pt x="197802" y="27700"/>
                    <a:pt x="197971" y="28160"/>
                    <a:pt x="198127" y="28624"/>
                  </a:cubicBezTo>
                  <a:cubicBezTo>
                    <a:pt x="198282" y="29088"/>
                    <a:pt x="198423" y="29557"/>
                    <a:pt x="198549" y="30030"/>
                  </a:cubicBezTo>
                  <a:cubicBezTo>
                    <a:pt x="198676" y="30503"/>
                    <a:pt x="198787" y="30980"/>
                    <a:pt x="198884" y="31460"/>
                  </a:cubicBezTo>
                  <a:cubicBezTo>
                    <a:pt x="198981" y="31940"/>
                    <a:pt x="199064" y="32422"/>
                    <a:pt x="199131" y="32907"/>
                  </a:cubicBezTo>
                  <a:cubicBezTo>
                    <a:pt x="199198" y="33392"/>
                    <a:pt x="199251" y="33879"/>
                    <a:pt x="199288" y="34367"/>
                  </a:cubicBezTo>
                  <a:cubicBezTo>
                    <a:pt x="199325" y="34855"/>
                    <a:pt x="199348" y="35344"/>
                    <a:pt x="199355" y="35834"/>
                  </a:cubicBezTo>
                  <a:cubicBezTo>
                    <a:pt x="199362" y="36323"/>
                    <a:pt x="199354" y="36813"/>
                    <a:pt x="199331" y="37302"/>
                  </a:cubicBezTo>
                  <a:cubicBezTo>
                    <a:pt x="199308" y="37791"/>
                    <a:pt x="199270" y="38279"/>
                    <a:pt x="199217" y="38766"/>
                  </a:cubicBezTo>
                  <a:cubicBezTo>
                    <a:pt x="199164" y="39253"/>
                    <a:pt x="199096" y="39737"/>
                    <a:pt x="199013" y="40220"/>
                  </a:cubicBezTo>
                  <a:cubicBezTo>
                    <a:pt x="198931" y="40702"/>
                    <a:pt x="198833" y="41182"/>
                    <a:pt x="198720" y="41659"/>
                  </a:cubicBezTo>
                  <a:cubicBezTo>
                    <a:pt x="198608" y="42135"/>
                    <a:pt x="198481" y="42608"/>
                    <a:pt x="198339" y="43077"/>
                  </a:cubicBezTo>
                  <a:cubicBezTo>
                    <a:pt x="198198" y="43545"/>
                    <a:pt x="198042" y="44010"/>
                    <a:pt x="197872" y="44469"/>
                  </a:cubicBezTo>
                  <a:cubicBezTo>
                    <a:pt x="197702" y="44928"/>
                    <a:pt x="197518" y="45381"/>
                    <a:pt x="197320" y="45829"/>
                  </a:cubicBezTo>
                  <a:cubicBezTo>
                    <a:pt x="197122" y="46277"/>
                    <a:pt x="196910" y="46718"/>
                    <a:pt x="196685" y="47153"/>
                  </a:cubicBezTo>
                  <a:cubicBezTo>
                    <a:pt x="196459" y="47588"/>
                    <a:pt x="196221" y="48015"/>
                    <a:pt x="195969" y="48435"/>
                  </a:cubicBezTo>
                  <a:cubicBezTo>
                    <a:pt x="195718" y="48855"/>
                    <a:pt x="195453" y="49267"/>
                    <a:pt x="195176" y="49671"/>
                  </a:cubicBezTo>
                  <a:cubicBezTo>
                    <a:pt x="194899" y="50075"/>
                    <a:pt x="194610" y="50470"/>
                    <a:pt x="194309" y="50856"/>
                  </a:cubicBezTo>
                  <a:cubicBezTo>
                    <a:pt x="194007" y="51241"/>
                    <a:pt x="193694" y="51618"/>
                    <a:pt x="193370" y="51984"/>
                  </a:cubicBezTo>
                  <a:cubicBezTo>
                    <a:pt x="193046" y="52351"/>
                    <a:pt x="192710" y="52708"/>
                    <a:pt x="192363" y="53054"/>
                  </a:cubicBezTo>
                  <a:cubicBezTo>
                    <a:pt x="192017" y="53399"/>
                    <a:pt x="191660" y="53735"/>
                    <a:pt x="191293" y="54059"/>
                  </a:cubicBezTo>
                  <a:cubicBezTo>
                    <a:pt x="190926" y="54383"/>
                    <a:pt x="190549" y="54695"/>
                    <a:pt x="190163" y="54996"/>
                  </a:cubicBezTo>
                  <a:cubicBezTo>
                    <a:pt x="189777" y="55297"/>
                    <a:pt x="189381" y="55585"/>
                    <a:pt x="188977" y="55862"/>
                  </a:cubicBezTo>
                  <a:cubicBezTo>
                    <a:pt x="188573" y="56138"/>
                    <a:pt x="188161" y="56402"/>
                    <a:pt x="187740" y="56653"/>
                  </a:cubicBezTo>
                  <a:cubicBezTo>
                    <a:pt x="187320" y="56904"/>
                    <a:pt x="186892" y="57142"/>
                    <a:pt x="186457" y="57367"/>
                  </a:cubicBezTo>
                  <a:cubicBezTo>
                    <a:pt x="186022" y="57591"/>
                    <a:pt x="185580" y="57802"/>
                    <a:pt x="185132" y="58000"/>
                  </a:cubicBezTo>
                  <a:cubicBezTo>
                    <a:pt x="184684" y="58197"/>
                    <a:pt x="184230" y="58381"/>
                    <a:pt x="183771" y="58550"/>
                  </a:cubicBezTo>
                  <a:cubicBezTo>
                    <a:pt x="183312" y="58720"/>
                    <a:pt x="182847" y="58875"/>
                    <a:pt x="182379" y="59016"/>
                  </a:cubicBezTo>
                  <a:cubicBezTo>
                    <a:pt x="181910" y="59157"/>
                    <a:pt x="181437" y="59283"/>
                    <a:pt x="180960" y="59395"/>
                  </a:cubicBezTo>
                  <a:cubicBezTo>
                    <a:pt x="180484" y="59507"/>
                    <a:pt x="180004" y="59604"/>
                    <a:pt x="179521" y="59686"/>
                  </a:cubicBezTo>
                  <a:cubicBezTo>
                    <a:pt x="179038" y="59768"/>
                    <a:pt x="178553" y="59836"/>
                    <a:pt x="178067" y="59888"/>
                  </a:cubicBezTo>
                  <a:cubicBezTo>
                    <a:pt x="177580" y="59940"/>
                    <a:pt x="177092" y="59978"/>
                    <a:pt x="176603" y="60000"/>
                  </a:cubicBezTo>
                  <a:lnTo>
                    <a:pt x="65463" y="60000"/>
                  </a:lnTo>
                  <a:cubicBezTo>
                    <a:pt x="64120" y="59978"/>
                    <a:pt x="62776" y="59998"/>
                    <a:pt x="61434" y="60060"/>
                  </a:cubicBezTo>
                  <a:cubicBezTo>
                    <a:pt x="60093" y="60121"/>
                    <a:pt x="58753" y="60225"/>
                    <a:pt x="57418" y="60371"/>
                  </a:cubicBezTo>
                  <a:cubicBezTo>
                    <a:pt x="56083" y="60516"/>
                    <a:pt x="54752" y="60704"/>
                    <a:pt x="53429" y="60933"/>
                  </a:cubicBezTo>
                  <a:cubicBezTo>
                    <a:pt x="52105" y="61162"/>
                    <a:pt x="50789" y="61432"/>
                    <a:pt x="49482" y="61743"/>
                  </a:cubicBezTo>
                  <a:cubicBezTo>
                    <a:pt x="48176" y="62054"/>
                    <a:pt x="46879" y="62406"/>
                    <a:pt x="45594" y="62798"/>
                  </a:cubicBezTo>
                  <a:cubicBezTo>
                    <a:pt x="44310" y="63190"/>
                    <a:pt x="43038" y="63623"/>
                    <a:pt x="41780" y="64095"/>
                  </a:cubicBezTo>
                  <a:cubicBezTo>
                    <a:pt x="40522" y="64566"/>
                    <a:pt x="39280" y="65077"/>
                    <a:pt x="38054" y="65627"/>
                  </a:cubicBezTo>
                  <a:cubicBezTo>
                    <a:pt x="36828" y="66176"/>
                    <a:pt x="35620" y="66764"/>
                    <a:pt x="34431" y="67389"/>
                  </a:cubicBezTo>
                  <a:cubicBezTo>
                    <a:pt x="33242" y="68014"/>
                    <a:pt x="32073" y="68676"/>
                    <a:pt x="30926" y="69375"/>
                  </a:cubicBezTo>
                  <a:cubicBezTo>
                    <a:pt x="29778" y="70073"/>
                    <a:pt x="28653" y="70807"/>
                    <a:pt x="27551" y="71575"/>
                  </a:cubicBezTo>
                  <a:cubicBezTo>
                    <a:pt x="26450" y="72344"/>
                    <a:pt x="25372" y="73147"/>
                    <a:pt x="24321" y="73982"/>
                  </a:cubicBezTo>
                  <a:cubicBezTo>
                    <a:pt x="23270" y="74818"/>
                    <a:pt x="22245" y="75687"/>
                    <a:pt x="21248" y="76587"/>
                  </a:cubicBezTo>
                  <a:cubicBezTo>
                    <a:pt x="20251" y="77487"/>
                    <a:pt x="19282" y="78418"/>
                    <a:pt x="18343" y="79379"/>
                  </a:cubicBezTo>
                  <a:cubicBezTo>
                    <a:pt x="17404" y="80339"/>
                    <a:pt x="16496" y="81329"/>
                    <a:pt x="15619" y="82347"/>
                  </a:cubicBezTo>
                  <a:cubicBezTo>
                    <a:pt x="14742" y="83364"/>
                    <a:pt x="13897" y="84409"/>
                    <a:pt x="13085" y="85479"/>
                  </a:cubicBezTo>
                  <a:cubicBezTo>
                    <a:pt x="12274" y="86549"/>
                    <a:pt x="11496" y="87645"/>
                    <a:pt x="10753" y="88764"/>
                  </a:cubicBezTo>
                  <a:cubicBezTo>
                    <a:pt x="10010" y="89883"/>
                    <a:pt x="9302" y="91024"/>
                    <a:pt x="8630" y="92188"/>
                  </a:cubicBezTo>
                  <a:cubicBezTo>
                    <a:pt x="7958" y="93351"/>
                    <a:pt x="7323" y="94535"/>
                    <a:pt x="6726" y="95738"/>
                  </a:cubicBezTo>
                  <a:cubicBezTo>
                    <a:pt x="6128" y="96941"/>
                    <a:pt x="5568" y="98162"/>
                    <a:pt x="5047" y="99400"/>
                  </a:cubicBezTo>
                  <a:cubicBezTo>
                    <a:pt x="4526" y="100638"/>
                    <a:pt x="4043" y="101892"/>
                    <a:pt x="3600" y="103160"/>
                  </a:cubicBezTo>
                  <a:cubicBezTo>
                    <a:pt x="3158" y="104428"/>
                    <a:pt x="2755" y="105710"/>
                    <a:pt x="2392" y="107003"/>
                  </a:cubicBezTo>
                  <a:cubicBezTo>
                    <a:pt x="2029" y="108296"/>
                    <a:pt x="1707" y="109601"/>
                    <a:pt x="1426" y="110914"/>
                  </a:cubicBezTo>
                  <a:cubicBezTo>
                    <a:pt x="1145" y="112228"/>
                    <a:pt x="905" y="113550"/>
                    <a:pt x="707" y="114878"/>
                  </a:cubicBezTo>
                  <a:cubicBezTo>
                    <a:pt x="508" y="116207"/>
                    <a:pt x="351" y="117541"/>
                    <a:pt x="236" y="118879"/>
                  </a:cubicBezTo>
                  <a:cubicBezTo>
                    <a:pt x="121" y="120217"/>
                    <a:pt x="48" y="121559"/>
                    <a:pt x="17" y="122902"/>
                  </a:cubicBezTo>
                  <a:cubicBezTo>
                    <a:pt x="-14" y="124245"/>
                    <a:pt x="-3" y="125588"/>
                    <a:pt x="50" y="126930"/>
                  </a:cubicBezTo>
                  <a:cubicBezTo>
                    <a:pt x="103" y="128273"/>
                    <a:pt x="198" y="129613"/>
                    <a:pt x="335" y="130949"/>
                  </a:cubicBezTo>
                  <a:cubicBezTo>
                    <a:pt x="472" y="132285"/>
                    <a:pt x="650" y="133617"/>
                    <a:pt x="870" y="134942"/>
                  </a:cubicBezTo>
                  <a:cubicBezTo>
                    <a:pt x="1090" y="136267"/>
                    <a:pt x="1352" y="137585"/>
                    <a:pt x="1654" y="138893"/>
                  </a:cubicBezTo>
                  <a:cubicBezTo>
                    <a:pt x="1957" y="140202"/>
                    <a:pt x="2300" y="141501"/>
                    <a:pt x="2684" y="142788"/>
                  </a:cubicBezTo>
                  <a:cubicBezTo>
                    <a:pt x="3067" y="144076"/>
                    <a:pt x="3491" y="145350"/>
                    <a:pt x="3955" y="146611"/>
                  </a:cubicBezTo>
                  <a:cubicBezTo>
                    <a:pt x="4418" y="147872"/>
                    <a:pt x="4921" y="149118"/>
                    <a:pt x="5462" y="150347"/>
                  </a:cubicBezTo>
                  <a:cubicBezTo>
                    <a:pt x="6004" y="151576"/>
                    <a:pt x="6583" y="152788"/>
                    <a:pt x="7201" y="153981"/>
                  </a:cubicBezTo>
                  <a:cubicBezTo>
                    <a:pt x="7818" y="155174"/>
                    <a:pt x="8472" y="156348"/>
                    <a:pt x="9163" y="157500"/>
                  </a:cubicBezTo>
                  <a:cubicBezTo>
                    <a:pt x="9830" y="158656"/>
                    <a:pt x="10533" y="159791"/>
                    <a:pt x="11270" y="160904"/>
                  </a:cubicBezTo>
                  <a:cubicBezTo>
                    <a:pt x="12008" y="162017"/>
                    <a:pt x="12779" y="163107"/>
                    <a:pt x="13584" y="164172"/>
                  </a:cubicBezTo>
                  <a:cubicBezTo>
                    <a:pt x="14388" y="165237"/>
                    <a:pt x="15225" y="166278"/>
                    <a:pt x="16094" y="167291"/>
                  </a:cubicBezTo>
                  <a:cubicBezTo>
                    <a:pt x="16962" y="168305"/>
                    <a:pt x="17862" y="169292"/>
                    <a:pt x="18791" y="170250"/>
                  </a:cubicBezTo>
                  <a:cubicBezTo>
                    <a:pt x="19721" y="171208"/>
                    <a:pt x="20679" y="172138"/>
                    <a:pt x="21666" y="173037"/>
                  </a:cubicBezTo>
                  <a:cubicBezTo>
                    <a:pt x="22652" y="173937"/>
                    <a:pt x="23666" y="174805"/>
                    <a:pt x="24707" y="175642"/>
                  </a:cubicBezTo>
                  <a:cubicBezTo>
                    <a:pt x="25747" y="176479"/>
                    <a:pt x="26812" y="177284"/>
                    <a:pt x="27902" y="178055"/>
                  </a:cubicBezTo>
                  <a:cubicBezTo>
                    <a:pt x="28991" y="178826"/>
                    <a:pt x="30104" y="179563"/>
                    <a:pt x="31240" y="180266"/>
                  </a:cubicBezTo>
                  <a:cubicBezTo>
                    <a:pt x="32375" y="180969"/>
                    <a:pt x="33531" y="181636"/>
                    <a:pt x="34707" y="182268"/>
                  </a:cubicBezTo>
                  <a:cubicBezTo>
                    <a:pt x="35883" y="182899"/>
                    <a:pt x="37079" y="183494"/>
                    <a:pt x="38291" y="184052"/>
                  </a:cubicBezTo>
                  <a:cubicBezTo>
                    <a:pt x="39504" y="184610"/>
                    <a:pt x="40734" y="185131"/>
                    <a:pt x="41979" y="185613"/>
                  </a:cubicBezTo>
                  <a:cubicBezTo>
                    <a:pt x="43223" y="186095"/>
                    <a:pt x="44483" y="186538"/>
                    <a:pt x="45755" y="186943"/>
                  </a:cubicBezTo>
                  <a:cubicBezTo>
                    <a:pt x="47027" y="187348"/>
                    <a:pt x="48311" y="187713"/>
                    <a:pt x="49606" y="188038"/>
                  </a:cubicBezTo>
                  <a:cubicBezTo>
                    <a:pt x="50901" y="188364"/>
                    <a:pt x="52205" y="188649"/>
                    <a:pt x="53517" y="188895"/>
                  </a:cubicBezTo>
                  <a:cubicBezTo>
                    <a:pt x="54830" y="189140"/>
                    <a:pt x="56149" y="189344"/>
                    <a:pt x="57474" y="189508"/>
                  </a:cubicBezTo>
                  <a:cubicBezTo>
                    <a:pt x="58799" y="189672"/>
                    <a:pt x="60128" y="189795"/>
                    <a:pt x="61461" y="189877"/>
                  </a:cubicBezTo>
                  <a:cubicBezTo>
                    <a:pt x="62793" y="189959"/>
                    <a:pt x="64128" y="190000"/>
                    <a:pt x="65463" y="190000"/>
                  </a:cubicBezTo>
                  <a:cubicBezTo>
                    <a:pt x="79263" y="190000"/>
                    <a:pt x="85463" y="185000"/>
                    <a:pt x="90463" y="18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3" name="probe-lucide-shrimp-part-2"/>
            <p:cNvSpPr/>
            <p:nvPr/>
          </p:nvSpPr>
          <p:spPr>
            <a:xfrm>
              <a:off x="90000" y="80000"/>
              <a:ext cx="10000" cy="80000"/>
            </a:xfrm>
            <a:custGeom>
              <a:avLst/>
              <a:gdLst/>
              <a:ahLst/>
              <a:cxnLst/>
              <a:rect l="0" t="0" r="r" b="b"/>
              <a:pathLst>
                <a:path w="10000" h="80000">
                  <a:moveTo>
                    <a:pt x="10000" y="0"/>
                  </a:moveTo>
                  <a:cubicBezTo>
                    <a:pt x="9183" y="1531"/>
                    <a:pt x="8414" y="3087"/>
                    <a:pt x="7692" y="4665"/>
                  </a:cubicBezTo>
                  <a:cubicBezTo>
                    <a:pt x="6971" y="6244"/>
                    <a:pt x="6298" y="7844"/>
                    <a:pt x="5675" y="9463"/>
                  </a:cubicBezTo>
                  <a:cubicBezTo>
                    <a:pt x="5051" y="11083"/>
                    <a:pt x="4477" y="12721"/>
                    <a:pt x="3954" y="14376"/>
                  </a:cubicBezTo>
                  <a:cubicBezTo>
                    <a:pt x="3431" y="16031"/>
                    <a:pt x="2959" y="17701"/>
                    <a:pt x="2538" y="19384"/>
                  </a:cubicBezTo>
                  <a:cubicBezTo>
                    <a:pt x="2117" y="21068"/>
                    <a:pt x="1748" y="22764"/>
                    <a:pt x="1431" y="24470"/>
                  </a:cubicBezTo>
                  <a:cubicBezTo>
                    <a:pt x="1114" y="26177"/>
                    <a:pt x="849" y="27892"/>
                    <a:pt x="637" y="29614"/>
                  </a:cubicBezTo>
                  <a:cubicBezTo>
                    <a:pt x="425" y="31337"/>
                    <a:pt x="266" y="33065"/>
                    <a:pt x="159" y="34797"/>
                  </a:cubicBezTo>
                  <a:cubicBezTo>
                    <a:pt x="53" y="36530"/>
                    <a:pt x="0" y="38265"/>
                    <a:pt x="0" y="40000"/>
                  </a:cubicBezTo>
                  <a:cubicBezTo>
                    <a:pt x="0" y="41735"/>
                    <a:pt x="53" y="43470"/>
                    <a:pt x="159" y="45203"/>
                  </a:cubicBezTo>
                  <a:cubicBezTo>
                    <a:pt x="266" y="46935"/>
                    <a:pt x="425" y="48663"/>
                    <a:pt x="637" y="50386"/>
                  </a:cubicBezTo>
                  <a:cubicBezTo>
                    <a:pt x="849" y="52108"/>
                    <a:pt x="1114" y="53823"/>
                    <a:pt x="1431" y="55530"/>
                  </a:cubicBezTo>
                  <a:cubicBezTo>
                    <a:pt x="1748" y="57236"/>
                    <a:pt x="2117" y="58932"/>
                    <a:pt x="2538" y="60616"/>
                  </a:cubicBezTo>
                  <a:cubicBezTo>
                    <a:pt x="2959" y="62299"/>
                    <a:pt x="3431" y="63969"/>
                    <a:pt x="3954" y="65624"/>
                  </a:cubicBezTo>
                  <a:cubicBezTo>
                    <a:pt x="4477" y="67279"/>
                    <a:pt x="5051" y="68917"/>
                    <a:pt x="5675" y="70537"/>
                  </a:cubicBezTo>
                  <a:cubicBezTo>
                    <a:pt x="6298" y="72156"/>
                    <a:pt x="6971" y="73756"/>
                    <a:pt x="7692" y="75335"/>
                  </a:cubicBezTo>
                  <a:cubicBezTo>
                    <a:pt x="8414" y="76913"/>
                    <a:pt x="9183" y="78469"/>
                    <a:pt x="10000" y="8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4" name="probe-lucide-shrimp-part-3"/>
            <p:cNvSpPr/>
            <p:nvPr/>
          </p:nvSpPr>
          <p:spPr>
            <a:xfrm>
              <a:off x="60000" y="80000"/>
              <a:ext cx="130000" cy="140000"/>
            </a:xfrm>
            <a:custGeom>
              <a:avLst/>
              <a:gdLst/>
              <a:ahLst/>
              <a:cxnLst/>
              <a:rect l="0" t="0" r="r" b="b"/>
              <a:pathLst>
                <a:path w="130000" h="140000">
                  <a:moveTo>
                    <a:pt x="50000" y="140000"/>
                  </a:moveTo>
                  <a:cubicBezTo>
                    <a:pt x="45000" y="135000"/>
                    <a:pt x="38800" y="130000"/>
                    <a:pt x="25000" y="130000"/>
                  </a:cubicBezTo>
                  <a:cubicBezTo>
                    <a:pt x="24476" y="130000"/>
                    <a:pt x="23953" y="129984"/>
                    <a:pt x="23430" y="129951"/>
                  </a:cubicBezTo>
                  <a:cubicBezTo>
                    <a:pt x="22908" y="129918"/>
                    <a:pt x="22386" y="129868"/>
                    <a:pt x="21867" y="129803"/>
                  </a:cubicBezTo>
                  <a:cubicBezTo>
                    <a:pt x="21347" y="129737"/>
                    <a:pt x="20830" y="129655"/>
                    <a:pt x="20315" y="129557"/>
                  </a:cubicBezTo>
                  <a:cubicBezTo>
                    <a:pt x="19801" y="129459"/>
                    <a:pt x="19290" y="129345"/>
                    <a:pt x="18783" y="129215"/>
                  </a:cubicBezTo>
                  <a:cubicBezTo>
                    <a:pt x="18276" y="129084"/>
                    <a:pt x="17773" y="128938"/>
                    <a:pt x="17275" y="128776"/>
                  </a:cubicBezTo>
                  <a:cubicBezTo>
                    <a:pt x="16777" y="128615"/>
                    <a:pt x="16284" y="128437"/>
                    <a:pt x="15797" y="128244"/>
                  </a:cubicBezTo>
                  <a:cubicBezTo>
                    <a:pt x="15310" y="128052"/>
                    <a:pt x="14829" y="127844"/>
                    <a:pt x="14356" y="127621"/>
                  </a:cubicBezTo>
                  <a:cubicBezTo>
                    <a:pt x="13882" y="127398"/>
                    <a:pt x="13415" y="127160"/>
                    <a:pt x="12956" y="126908"/>
                  </a:cubicBezTo>
                  <a:cubicBezTo>
                    <a:pt x="12497" y="126655"/>
                    <a:pt x="12046" y="126389"/>
                    <a:pt x="11604" y="126108"/>
                  </a:cubicBezTo>
                  <a:cubicBezTo>
                    <a:pt x="11162" y="125828"/>
                    <a:pt x="10729" y="125533"/>
                    <a:pt x="10305" y="125225"/>
                  </a:cubicBezTo>
                  <a:cubicBezTo>
                    <a:pt x="9882" y="124918"/>
                    <a:pt x="9468" y="124597"/>
                    <a:pt x="9064" y="124263"/>
                  </a:cubicBezTo>
                  <a:cubicBezTo>
                    <a:pt x="8661" y="123929"/>
                    <a:pt x="8268" y="123583"/>
                    <a:pt x="7886" y="123224"/>
                  </a:cubicBezTo>
                  <a:cubicBezTo>
                    <a:pt x="7505" y="122866"/>
                    <a:pt x="7134" y="122495"/>
                    <a:pt x="6776" y="122114"/>
                  </a:cubicBezTo>
                  <a:cubicBezTo>
                    <a:pt x="6417" y="121732"/>
                    <a:pt x="6071" y="121339"/>
                    <a:pt x="5737" y="120936"/>
                  </a:cubicBezTo>
                  <a:cubicBezTo>
                    <a:pt x="5403" y="120532"/>
                    <a:pt x="5082" y="120118"/>
                    <a:pt x="4775" y="119695"/>
                  </a:cubicBezTo>
                  <a:cubicBezTo>
                    <a:pt x="4467" y="119271"/>
                    <a:pt x="4172" y="118838"/>
                    <a:pt x="3892" y="118396"/>
                  </a:cubicBezTo>
                  <a:cubicBezTo>
                    <a:pt x="3611" y="117954"/>
                    <a:pt x="3345" y="117503"/>
                    <a:pt x="3092" y="117044"/>
                  </a:cubicBezTo>
                  <a:cubicBezTo>
                    <a:pt x="2840" y="116585"/>
                    <a:pt x="2602" y="116118"/>
                    <a:pt x="2379" y="115644"/>
                  </a:cubicBezTo>
                  <a:cubicBezTo>
                    <a:pt x="2156" y="115171"/>
                    <a:pt x="1948" y="114690"/>
                    <a:pt x="1756" y="114203"/>
                  </a:cubicBezTo>
                  <a:cubicBezTo>
                    <a:pt x="1563" y="113716"/>
                    <a:pt x="1385" y="113223"/>
                    <a:pt x="1224" y="112725"/>
                  </a:cubicBezTo>
                  <a:cubicBezTo>
                    <a:pt x="1062" y="112227"/>
                    <a:pt x="916" y="111724"/>
                    <a:pt x="785" y="111217"/>
                  </a:cubicBezTo>
                  <a:cubicBezTo>
                    <a:pt x="655" y="110710"/>
                    <a:pt x="541" y="110199"/>
                    <a:pt x="443" y="109685"/>
                  </a:cubicBezTo>
                  <a:cubicBezTo>
                    <a:pt x="345" y="109170"/>
                    <a:pt x="263" y="108653"/>
                    <a:pt x="197" y="108133"/>
                  </a:cubicBezTo>
                  <a:cubicBezTo>
                    <a:pt x="132" y="107614"/>
                    <a:pt x="82" y="107092"/>
                    <a:pt x="49" y="106570"/>
                  </a:cubicBezTo>
                  <a:cubicBezTo>
                    <a:pt x="16" y="106047"/>
                    <a:pt x="0" y="105524"/>
                    <a:pt x="0" y="105000"/>
                  </a:cubicBezTo>
                  <a:cubicBezTo>
                    <a:pt x="0" y="104476"/>
                    <a:pt x="16" y="103953"/>
                    <a:pt x="49" y="103430"/>
                  </a:cubicBezTo>
                  <a:cubicBezTo>
                    <a:pt x="82" y="102908"/>
                    <a:pt x="132" y="102386"/>
                    <a:pt x="197" y="101867"/>
                  </a:cubicBezTo>
                  <a:cubicBezTo>
                    <a:pt x="263" y="101347"/>
                    <a:pt x="345" y="100830"/>
                    <a:pt x="443" y="100315"/>
                  </a:cubicBezTo>
                  <a:cubicBezTo>
                    <a:pt x="541" y="99801"/>
                    <a:pt x="655" y="99290"/>
                    <a:pt x="785" y="98783"/>
                  </a:cubicBezTo>
                  <a:cubicBezTo>
                    <a:pt x="916" y="98276"/>
                    <a:pt x="1062" y="97773"/>
                    <a:pt x="1224" y="97275"/>
                  </a:cubicBezTo>
                  <a:cubicBezTo>
                    <a:pt x="1385" y="96777"/>
                    <a:pt x="1563" y="96284"/>
                    <a:pt x="1756" y="95797"/>
                  </a:cubicBezTo>
                  <a:cubicBezTo>
                    <a:pt x="1948" y="95310"/>
                    <a:pt x="2156" y="94829"/>
                    <a:pt x="2379" y="94356"/>
                  </a:cubicBezTo>
                  <a:cubicBezTo>
                    <a:pt x="2602" y="93882"/>
                    <a:pt x="2840" y="93415"/>
                    <a:pt x="3092" y="92956"/>
                  </a:cubicBezTo>
                  <a:cubicBezTo>
                    <a:pt x="3345" y="92497"/>
                    <a:pt x="3611" y="92046"/>
                    <a:pt x="3892" y="91604"/>
                  </a:cubicBezTo>
                  <a:cubicBezTo>
                    <a:pt x="4172" y="91162"/>
                    <a:pt x="4467" y="90729"/>
                    <a:pt x="4775" y="90305"/>
                  </a:cubicBezTo>
                  <a:cubicBezTo>
                    <a:pt x="5082" y="89882"/>
                    <a:pt x="5403" y="89468"/>
                    <a:pt x="5737" y="89064"/>
                  </a:cubicBezTo>
                  <a:cubicBezTo>
                    <a:pt x="6071" y="88661"/>
                    <a:pt x="6417" y="88268"/>
                    <a:pt x="6776" y="87886"/>
                  </a:cubicBezTo>
                  <a:cubicBezTo>
                    <a:pt x="7134" y="87505"/>
                    <a:pt x="7505" y="87134"/>
                    <a:pt x="7886" y="86776"/>
                  </a:cubicBezTo>
                  <a:cubicBezTo>
                    <a:pt x="8268" y="86417"/>
                    <a:pt x="8661" y="86071"/>
                    <a:pt x="9064" y="85737"/>
                  </a:cubicBezTo>
                  <a:cubicBezTo>
                    <a:pt x="9468" y="85403"/>
                    <a:pt x="9882" y="85082"/>
                    <a:pt x="10305" y="84775"/>
                  </a:cubicBezTo>
                  <a:cubicBezTo>
                    <a:pt x="10729" y="84467"/>
                    <a:pt x="11162" y="84172"/>
                    <a:pt x="11604" y="83892"/>
                  </a:cubicBezTo>
                  <a:cubicBezTo>
                    <a:pt x="12046" y="83611"/>
                    <a:pt x="12497" y="83345"/>
                    <a:pt x="12956" y="83092"/>
                  </a:cubicBezTo>
                  <a:cubicBezTo>
                    <a:pt x="13415" y="82840"/>
                    <a:pt x="13882" y="82602"/>
                    <a:pt x="14356" y="82379"/>
                  </a:cubicBezTo>
                  <a:cubicBezTo>
                    <a:pt x="14829" y="82156"/>
                    <a:pt x="15310" y="81948"/>
                    <a:pt x="15797" y="81756"/>
                  </a:cubicBezTo>
                  <a:cubicBezTo>
                    <a:pt x="16284" y="81563"/>
                    <a:pt x="16777" y="81385"/>
                    <a:pt x="17275" y="81224"/>
                  </a:cubicBezTo>
                  <a:cubicBezTo>
                    <a:pt x="17773" y="81062"/>
                    <a:pt x="18276" y="80916"/>
                    <a:pt x="18783" y="80785"/>
                  </a:cubicBezTo>
                  <a:cubicBezTo>
                    <a:pt x="19290" y="80655"/>
                    <a:pt x="19801" y="80541"/>
                    <a:pt x="20315" y="80443"/>
                  </a:cubicBezTo>
                  <a:cubicBezTo>
                    <a:pt x="20830" y="80345"/>
                    <a:pt x="21347" y="80263"/>
                    <a:pt x="21867" y="80197"/>
                  </a:cubicBezTo>
                  <a:cubicBezTo>
                    <a:pt x="22386" y="80132"/>
                    <a:pt x="22908" y="80082"/>
                    <a:pt x="23430" y="80049"/>
                  </a:cubicBezTo>
                  <a:cubicBezTo>
                    <a:pt x="23953" y="80016"/>
                    <a:pt x="24476" y="80000"/>
                    <a:pt x="25000" y="80000"/>
                  </a:cubicBezTo>
                  <a:lnTo>
                    <a:pt x="60000" y="80000"/>
                  </a:lnTo>
                  <a:cubicBezTo>
                    <a:pt x="61466" y="80000"/>
                    <a:pt x="62932" y="79954"/>
                    <a:pt x="64395" y="79862"/>
                  </a:cubicBezTo>
                  <a:cubicBezTo>
                    <a:pt x="65859" y="79770"/>
                    <a:pt x="67319" y="79632"/>
                    <a:pt x="68773" y="79448"/>
                  </a:cubicBezTo>
                  <a:cubicBezTo>
                    <a:pt x="70228" y="79264"/>
                    <a:pt x="71676" y="79035"/>
                    <a:pt x="73117" y="78760"/>
                  </a:cubicBezTo>
                  <a:cubicBezTo>
                    <a:pt x="74557" y="78485"/>
                    <a:pt x="75988" y="78165"/>
                    <a:pt x="77408" y="77801"/>
                  </a:cubicBezTo>
                  <a:cubicBezTo>
                    <a:pt x="78828" y="77436"/>
                    <a:pt x="80237" y="77027"/>
                    <a:pt x="81631" y="76574"/>
                  </a:cubicBezTo>
                  <a:cubicBezTo>
                    <a:pt x="83026" y="76121"/>
                    <a:pt x="84405" y="75624"/>
                    <a:pt x="85769" y="75084"/>
                  </a:cubicBezTo>
                  <a:cubicBezTo>
                    <a:pt x="87132" y="74545"/>
                    <a:pt x="88478" y="73962"/>
                    <a:pt x="89805" y="73338"/>
                  </a:cubicBezTo>
                  <a:cubicBezTo>
                    <a:pt x="91131" y="72714"/>
                    <a:pt x="92438" y="72048"/>
                    <a:pt x="93723" y="71341"/>
                  </a:cubicBezTo>
                  <a:cubicBezTo>
                    <a:pt x="95008" y="70635"/>
                    <a:pt x="96270" y="69889"/>
                    <a:pt x="97508" y="69103"/>
                  </a:cubicBezTo>
                  <a:cubicBezTo>
                    <a:pt x="98746" y="68317"/>
                    <a:pt x="99959" y="67493"/>
                    <a:pt x="101145" y="66631"/>
                  </a:cubicBezTo>
                  <a:cubicBezTo>
                    <a:pt x="102331" y="65769"/>
                    <a:pt x="103490" y="64871"/>
                    <a:pt x="104620" y="63936"/>
                  </a:cubicBezTo>
                  <a:cubicBezTo>
                    <a:pt x="105749" y="63001"/>
                    <a:pt x="106849" y="62031"/>
                    <a:pt x="107918" y="61028"/>
                  </a:cubicBezTo>
                  <a:cubicBezTo>
                    <a:pt x="108987" y="60024"/>
                    <a:pt x="110024" y="58987"/>
                    <a:pt x="111028" y="57918"/>
                  </a:cubicBezTo>
                  <a:cubicBezTo>
                    <a:pt x="112031" y="56849"/>
                    <a:pt x="113001" y="55749"/>
                    <a:pt x="113936" y="54620"/>
                  </a:cubicBezTo>
                  <a:cubicBezTo>
                    <a:pt x="114871" y="53490"/>
                    <a:pt x="115769" y="52331"/>
                    <a:pt x="116631" y="51145"/>
                  </a:cubicBezTo>
                  <a:cubicBezTo>
                    <a:pt x="117493" y="49959"/>
                    <a:pt x="118317" y="48746"/>
                    <a:pt x="119103" y="47508"/>
                  </a:cubicBezTo>
                  <a:cubicBezTo>
                    <a:pt x="119889" y="46270"/>
                    <a:pt x="120635" y="45008"/>
                    <a:pt x="121341" y="43723"/>
                  </a:cubicBezTo>
                  <a:cubicBezTo>
                    <a:pt x="122048" y="42438"/>
                    <a:pt x="122714" y="41131"/>
                    <a:pt x="123338" y="39805"/>
                  </a:cubicBezTo>
                  <a:cubicBezTo>
                    <a:pt x="123962" y="38478"/>
                    <a:pt x="124545" y="37132"/>
                    <a:pt x="125084" y="35769"/>
                  </a:cubicBezTo>
                  <a:cubicBezTo>
                    <a:pt x="125624" y="34405"/>
                    <a:pt x="126121" y="33026"/>
                    <a:pt x="126574" y="31631"/>
                  </a:cubicBezTo>
                  <a:cubicBezTo>
                    <a:pt x="127027" y="30237"/>
                    <a:pt x="127436" y="28828"/>
                    <a:pt x="127801" y="27408"/>
                  </a:cubicBezTo>
                  <a:cubicBezTo>
                    <a:pt x="128165" y="25988"/>
                    <a:pt x="128485" y="24557"/>
                    <a:pt x="128760" y="23117"/>
                  </a:cubicBezTo>
                  <a:cubicBezTo>
                    <a:pt x="129035" y="21676"/>
                    <a:pt x="129264" y="20228"/>
                    <a:pt x="129448" y="18773"/>
                  </a:cubicBezTo>
                  <a:cubicBezTo>
                    <a:pt x="129632" y="17319"/>
                    <a:pt x="129770" y="15859"/>
                    <a:pt x="129862" y="14395"/>
                  </a:cubicBezTo>
                  <a:cubicBezTo>
                    <a:pt x="129954" y="12932"/>
                    <a:pt x="130000" y="11466"/>
                    <a:pt x="130000" y="10000"/>
                  </a:cubicBezTo>
                  <a:lnTo>
                    <a:pt x="1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5" name="probe-lucide-shrimp-part-4"/>
            <p:cNvSpPr/>
            <p:nvPr/>
          </p:nvSpPr>
          <p:spPr>
            <a:xfrm>
              <a:off x="130000" y="12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6" name="probe-lucide-shrimp-part-5"/>
            <p:cNvSpPr/>
            <p:nvPr/>
          </p:nvSpPr>
          <p:spPr>
            <a:xfrm>
              <a:off x="39353" y="100000"/>
              <a:ext cx="40647" cy="60000"/>
            </a:xfrm>
            <a:custGeom>
              <a:avLst/>
              <a:gdLst/>
              <a:ahLst/>
              <a:cxnLst/>
              <a:rect l="0" t="0" r="r" b="b"/>
              <a:pathLst>
                <a:path w="40647" h="60000">
                  <a:moveTo>
                    <a:pt x="40647" y="60000"/>
                  </a:moveTo>
                  <a:cubicBezTo>
                    <a:pt x="20647" y="60000"/>
                    <a:pt x="-4353" y="20000"/>
                    <a:pt x="647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07" name="probe-lucide-snail" descr="snail — Lucide Icons and Contributors; preserve the bundled full upstream license. Source: https://github.com/lucide-icons/lucide/blob/20aef31db93fe4d9f398dbb15b120d99c48eef95/icons/snail.svg; SVG SHA256: 9d96adeecf21c50fee194db1c08704c192f3ef067924876a7526abcb45c644f8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240000" cy="240000"/>
          </a:xfrm>
        </p:grpSpPr>
        <p:sp>
          <p:nvSpPr>
            <p:cNvPr id="108" name="probe-lucide-snail-part-1"/>
            <p:cNvSpPr/>
            <p:nvPr/>
          </p:nvSpPr>
          <p:spPr>
            <a:xfrm>
              <a:off x="20000" y="90000"/>
              <a:ext cx="120000" cy="100000"/>
            </a:xfrm>
            <a:custGeom>
              <a:avLst/>
              <a:gdLst/>
              <a:ahLst/>
              <a:cxnLst/>
              <a:rect l="0" t="0" r="r" b="b"/>
              <a:pathLst>
                <a:path w="120000" h="100000">
                  <a:moveTo>
                    <a:pt x="0" y="40000"/>
                  </a:moveTo>
                  <a:cubicBezTo>
                    <a:pt x="0" y="41257"/>
                    <a:pt x="39" y="42513"/>
                    <a:pt x="118" y="43767"/>
                  </a:cubicBezTo>
                  <a:cubicBezTo>
                    <a:pt x="197" y="45022"/>
                    <a:pt x="316" y="46273"/>
                    <a:pt x="473" y="47520"/>
                  </a:cubicBezTo>
                  <a:cubicBezTo>
                    <a:pt x="631" y="48767"/>
                    <a:pt x="827" y="50008"/>
                    <a:pt x="1063" y="51243"/>
                  </a:cubicBezTo>
                  <a:cubicBezTo>
                    <a:pt x="1298" y="52477"/>
                    <a:pt x="1572" y="53704"/>
                    <a:pt x="1885" y="54921"/>
                  </a:cubicBezTo>
                  <a:cubicBezTo>
                    <a:pt x="2198" y="56139"/>
                    <a:pt x="2548" y="57346"/>
                    <a:pt x="2937" y="58541"/>
                  </a:cubicBezTo>
                  <a:cubicBezTo>
                    <a:pt x="3325" y="59736"/>
                    <a:pt x="3751" y="60919"/>
                    <a:pt x="4213" y="62087"/>
                  </a:cubicBezTo>
                  <a:cubicBezTo>
                    <a:pt x="4676" y="63256"/>
                    <a:pt x="5175" y="64410"/>
                    <a:pt x="5710" y="65547"/>
                  </a:cubicBezTo>
                  <a:cubicBezTo>
                    <a:pt x="6245" y="66684"/>
                    <a:pt x="6816" y="67804"/>
                    <a:pt x="7422" y="68905"/>
                  </a:cubicBezTo>
                  <a:cubicBezTo>
                    <a:pt x="8027" y="70007"/>
                    <a:pt x="8667" y="71089"/>
                    <a:pt x="9340" y="72150"/>
                  </a:cubicBezTo>
                  <a:cubicBezTo>
                    <a:pt x="10014" y="73211"/>
                    <a:pt x="10720" y="74250"/>
                    <a:pt x="11459" y="75267"/>
                  </a:cubicBezTo>
                  <a:cubicBezTo>
                    <a:pt x="12198" y="76284"/>
                    <a:pt x="12968" y="77277"/>
                    <a:pt x="13769" y="78245"/>
                  </a:cubicBezTo>
                  <a:cubicBezTo>
                    <a:pt x="14570" y="79214"/>
                    <a:pt x="15402" y="80157"/>
                    <a:pt x="16262" y="81073"/>
                  </a:cubicBezTo>
                  <a:cubicBezTo>
                    <a:pt x="17122" y="81989"/>
                    <a:pt x="18011" y="82878"/>
                    <a:pt x="18927" y="83738"/>
                  </a:cubicBezTo>
                  <a:cubicBezTo>
                    <a:pt x="19843" y="84598"/>
                    <a:pt x="20786" y="85430"/>
                    <a:pt x="21755" y="86231"/>
                  </a:cubicBezTo>
                  <a:cubicBezTo>
                    <a:pt x="22723" y="87032"/>
                    <a:pt x="23716" y="87802"/>
                    <a:pt x="24733" y="88541"/>
                  </a:cubicBezTo>
                  <a:cubicBezTo>
                    <a:pt x="25750" y="89280"/>
                    <a:pt x="26789" y="89986"/>
                    <a:pt x="27850" y="90660"/>
                  </a:cubicBezTo>
                  <a:cubicBezTo>
                    <a:pt x="28911" y="91333"/>
                    <a:pt x="29993" y="91973"/>
                    <a:pt x="31095" y="92578"/>
                  </a:cubicBezTo>
                  <a:cubicBezTo>
                    <a:pt x="32196" y="93184"/>
                    <a:pt x="33316" y="93755"/>
                    <a:pt x="34453" y="94290"/>
                  </a:cubicBezTo>
                  <a:cubicBezTo>
                    <a:pt x="35590" y="94825"/>
                    <a:pt x="36744" y="95324"/>
                    <a:pt x="37913" y="95787"/>
                  </a:cubicBezTo>
                  <a:cubicBezTo>
                    <a:pt x="39081" y="96249"/>
                    <a:pt x="40264" y="96675"/>
                    <a:pt x="41459" y="97063"/>
                  </a:cubicBezTo>
                  <a:cubicBezTo>
                    <a:pt x="42654" y="97452"/>
                    <a:pt x="43861" y="97802"/>
                    <a:pt x="45079" y="98115"/>
                  </a:cubicBezTo>
                  <a:cubicBezTo>
                    <a:pt x="46296" y="98428"/>
                    <a:pt x="47523" y="98702"/>
                    <a:pt x="48757" y="98937"/>
                  </a:cubicBezTo>
                  <a:cubicBezTo>
                    <a:pt x="49992" y="99173"/>
                    <a:pt x="51233" y="99369"/>
                    <a:pt x="52480" y="99527"/>
                  </a:cubicBezTo>
                  <a:cubicBezTo>
                    <a:pt x="53727" y="99684"/>
                    <a:pt x="54978" y="99803"/>
                    <a:pt x="56233" y="99882"/>
                  </a:cubicBezTo>
                  <a:cubicBezTo>
                    <a:pt x="57487" y="99961"/>
                    <a:pt x="58743" y="100000"/>
                    <a:pt x="60000" y="100000"/>
                  </a:cubicBezTo>
                  <a:cubicBezTo>
                    <a:pt x="61257" y="100000"/>
                    <a:pt x="62513" y="99961"/>
                    <a:pt x="63767" y="99882"/>
                  </a:cubicBezTo>
                  <a:cubicBezTo>
                    <a:pt x="65022" y="99803"/>
                    <a:pt x="66273" y="99684"/>
                    <a:pt x="67520" y="99527"/>
                  </a:cubicBezTo>
                  <a:cubicBezTo>
                    <a:pt x="68767" y="99369"/>
                    <a:pt x="70008" y="99173"/>
                    <a:pt x="71243" y="98937"/>
                  </a:cubicBezTo>
                  <a:cubicBezTo>
                    <a:pt x="72477" y="98702"/>
                    <a:pt x="73704" y="98428"/>
                    <a:pt x="74921" y="98115"/>
                  </a:cubicBezTo>
                  <a:cubicBezTo>
                    <a:pt x="76139" y="97802"/>
                    <a:pt x="77346" y="97452"/>
                    <a:pt x="78541" y="97063"/>
                  </a:cubicBezTo>
                  <a:cubicBezTo>
                    <a:pt x="79736" y="96675"/>
                    <a:pt x="80919" y="96249"/>
                    <a:pt x="82087" y="95787"/>
                  </a:cubicBezTo>
                  <a:cubicBezTo>
                    <a:pt x="83256" y="95324"/>
                    <a:pt x="84410" y="94825"/>
                    <a:pt x="85547" y="94290"/>
                  </a:cubicBezTo>
                  <a:cubicBezTo>
                    <a:pt x="86684" y="93755"/>
                    <a:pt x="87804" y="93184"/>
                    <a:pt x="88905" y="92578"/>
                  </a:cubicBezTo>
                  <a:cubicBezTo>
                    <a:pt x="90007" y="91973"/>
                    <a:pt x="91089" y="91333"/>
                    <a:pt x="92150" y="90660"/>
                  </a:cubicBezTo>
                  <a:cubicBezTo>
                    <a:pt x="93211" y="89986"/>
                    <a:pt x="94250" y="89280"/>
                    <a:pt x="95267" y="88541"/>
                  </a:cubicBezTo>
                  <a:cubicBezTo>
                    <a:pt x="96284" y="87802"/>
                    <a:pt x="97277" y="87032"/>
                    <a:pt x="98245" y="86231"/>
                  </a:cubicBezTo>
                  <a:cubicBezTo>
                    <a:pt x="99214" y="85430"/>
                    <a:pt x="100157" y="84598"/>
                    <a:pt x="101073" y="83738"/>
                  </a:cubicBezTo>
                  <a:cubicBezTo>
                    <a:pt x="101989" y="82878"/>
                    <a:pt x="102878" y="81989"/>
                    <a:pt x="103738" y="81073"/>
                  </a:cubicBezTo>
                  <a:cubicBezTo>
                    <a:pt x="104598" y="80157"/>
                    <a:pt x="105430" y="79214"/>
                    <a:pt x="106231" y="78245"/>
                  </a:cubicBezTo>
                  <a:cubicBezTo>
                    <a:pt x="107032" y="77277"/>
                    <a:pt x="107802" y="76284"/>
                    <a:pt x="108541" y="75267"/>
                  </a:cubicBezTo>
                  <a:cubicBezTo>
                    <a:pt x="109280" y="74250"/>
                    <a:pt x="109986" y="73211"/>
                    <a:pt x="110660" y="72150"/>
                  </a:cubicBezTo>
                  <a:cubicBezTo>
                    <a:pt x="111333" y="71089"/>
                    <a:pt x="111973" y="70007"/>
                    <a:pt x="112578" y="68905"/>
                  </a:cubicBezTo>
                  <a:cubicBezTo>
                    <a:pt x="113184" y="67804"/>
                    <a:pt x="113755" y="66684"/>
                    <a:pt x="114290" y="65547"/>
                  </a:cubicBezTo>
                  <a:cubicBezTo>
                    <a:pt x="114825" y="64410"/>
                    <a:pt x="115324" y="63256"/>
                    <a:pt x="115787" y="62087"/>
                  </a:cubicBezTo>
                  <a:cubicBezTo>
                    <a:pt x="116249" y="60919"/>
                    <a:pt x="116675" y="59736"/>
                    <a:pt x="117063" y="58541"/>
                  </a:cubicBezTo>
                  <a:cubicBezTo>
                    <a:pt x="117452" y="57346"/>
                    <a:pt x="117802" y="56139"/>
                    <a:pt x="118115" y="54921"/>
                  </a:cubicBezTo>
                  <a:cubicBezTo>
                    <a:pt x="118428" y="53704"/>
                    <a:pt x="118702" y="52477"/>
                    <a:pt x="118937" y="51243"/>
                  </a:cubicBezTo>
                  <a:cubicBezTo>
                    <a:pt x="119173" y="50008"/>
                    <a:pt x="119369" y="48767"/>
                    <a:pt x="119527" y="47520"/>
                  </a:cubicBezTo>
                  <a:cubicBezTo>
                    <a:pt x="119684" y="46273"/>
                    <a:pt x="119803" y="45022"/>
                    <a:pt x="119882" y="43767"/>
                  </a:cubicBezTo>
                  <a:cubicBezTo>
                    <a:pt x="119961" y="42513"/>
                    <a:pt x="120000" y="41257"/>
                    <a:pt x="120000" y="40000"/>
                  </a:cubicBezTo>
                  <a:cubicBezTo>
                    <a:pt x="120000" y="39162"/>
                    <a:pt x="119974" y="38325"/>
                    <a:pt x="119921" y="37488"/>
                  </a:cubicBezTo>
                  <a:cubicBezTo>
                    <a:pt x="119868" y="36652"/>
                    <a:pt x="119790" y="35818"/>
                    <a:pt x="119685" y="34987"/>
                  </a:cubicBezTo>
                  <a:cubicBezTo>
                    <a:pt x="119580" y="34155"/>
                    <a:pt x="119448" y="33328"/>
                    <a:pt x="119291" y="32505"/>
                  </a:cubicBezTo>
                  <a:cubicBezTo>
                    <a:pt x="119134" y="31682"/>
                    <a:pt x="118952" y="30864"/>
                    <a:pt x="118743" y="30052"/>
                  </a:cubicBezTo>
                  <a:cubicBezTo>
                    <a:pt x="118535" y="29241"/>
                    <a:pt x="118301" y="28436"/>
                    <a:pt x="118042" y="27639"/>
                  </a:cubicBezTo>
                  <a:cubicBezTo>
                    <a:pt x="117783" y="26842"/>
                    <a:pt x="117499" y="26054"/>
                    <a:pt x="117191" y="25275"/>
                  </a:cubicBezTo>
                  <a:cubicBezTo>
                    <a:pt x="116883" y="24496"/>
                    <a:pt x="116550" y="23727"/>
                    <a:pt x="116193" y="22969"/>
                  </a:cubicBezTo>
                  <a:cubicBezTo>
                    <a:pt x="115836" y="22211"/>
                    <a:pt x="115456" y="21464"/>
                    <a:pt x="115052" y="20730"/>
                  </a:cubicBezTo>
                  <a:cubicBezTo>
                    <a:pt x="114649" y="19996"/>
                    <a:pt x="114222" y="19274"/>
                    <a:pt x="113773" y="18567"/>
                  </a:cubicBezTo>
                  <a:cubicBezTo>
                    <a:pt x="113324" y="17860"/>
                    <a:pt x="112853" y="17166"/>
                    <a:pt x="112361" y="16489"/>
                  </a:cubicBezTo>
                  <a:cubicBezTo>
                    <a:pt x="111868" y="15811"/>
                    <a:pt x="111355" y="15149"/>
                    <a:pt x="110821" y="14503"/>
                  </a:cubicBezTo>
                  <a:cubicBezTo>
                    <a:pt x="110286" y="13857"/>
                    <a:pt x="109732" y="13229"/>
                    <a:pt x="109159" y="12618"/>
                  </a:cubicBezTo>
                  <a:cubicBezTo>
                    <a:pt x="108585" y="12007"/>
                    <a:pt x="107993" y="11415"/>
                    <a:pt x="107382" y="10841"/>
                  </a:cubicBezTo>
                  <a:cubicBezTo>
                    <a:pt x="106771" y="10268"/>
                    <a:pt x="106143" y="9714"/>
                    <a:pt x="105497" y="9179"/>
                  </a:cubicBezTo>
                  <a:cubicBezTo>
                    <a:pt x="104851" y="8645"/>
                    <a:pt x="104189" y="8132"/>
                    <a:pt x="103511" y="7639"/>
                  </a:cubicBezTo>
                  <a:cubicBezTo>
                    <a:pt x="102834" y="7147"/>
                    <a:pt x="102140" y="6676"/>
                    <a:pt x="101433" y="6227"/>
                  </a:cubicBezTo>
                  <a:cubicBezTo>
                    <a:pt x="100726" y="5778"/>
                    <a:pt x="100004" y="5351"/>
                    <a:pt x="99270" y="4948"/>
                  </a:cubicBezTo>
                  <a:cubicBezTo>
                    <a:pt x="98536" y="4544"/>
                    <a:pt x="97789" y="4164"/>
                    <a:pt x="97031" y="3807"/>
                  </a:cubicBezTo>
                  <a:cubicBezTo>
                    <a:pt x="96273" y="3450"/>
                    <a:pt x="95504" y="3117"/>
                    <a:pt x="94725" y="2809"/>
                  </a:cubicBezTo>
                  <a:cubicBezTo>
                    <a:pt x="93946" y="2501"/>
                    <a:pt x="93158" y="2217"/>
                    <a:pt x="92361" y="1958"/>
                  </a:cubicBezTo>
                  <a:cubicBezTo>
                    <a:pt x="91564" y="1699"/>
                    <a:pt x="90759" y="1465"/>
                    <a:pt x="89948" y="1257"/>
                  </a:cubicBezTo>
                  <a:cubicBezTo>
                    <a:pt x="89136" y="1048"/>
                    <a:pt x="88318" y="866"/>
                    <a:pt x="87495" y="709"/>
                  </a:cubicBezTo>
                  <a:cubicBezTo>
                    <a:pt x="86672" y="552"/>
                    <a:pt x="85845" y="420"/>
                    <a:pt x="85013" y="315"/>
                  </a:cubicBezTo>
                  <a:cubicBezTo>
                    <a:pt x="84182" y="210"/>
                    <a:pt x="83348" y="132"/>
                    <a:pt x="82512" y="79"/>
                  </a:cubicBezTo>
                  <a:cubicBezTo>
                    <a:pt x="81675" y="26"/>
                    <a:pt x="80838" y="0"/>
                    <a:pt x="80000" y="0"/>
                  </a:cubicBezTo>
                  <a:cubicBezTo>
                    <a:pt x="79162" y="0"/>
                    <a:pt x="78325" y="26"/>
                    <a:pt x="77488" y="79"/>
                  </a:cubicBezTo>
                  <a:cubicBezTo>
                    <a:pt x="76652" y="132"/>
                    <a:pt x="75818" y="210"/>
                    <a:pt x="74987" y="315"/>
                  </a:cubicBezTo>
                  <a:cubicBezTo>
                    <a:pt x="74155" y="420"/>
                    <a:pt x="73328" y="552"/>
                    <a:pt x="72505" y="709"/>
                  </a:cubicBezTo>
                  <a:cubicBezTo>
                    <a:pt x="71682" y="866"/>
                    <a:pt x="70864" y="1048"/>
                    <a:pt x="70052" y="1257"/>
                  </a:cubicBezTo>
                  <a:cubicBezTo>
                    <a:pt x="69241" y="1465"/>
                    <a:pt x="68436" y="1699"/>
                    <a:pt x="67639" y="1958"/>
                  </a:cubicBezTo>
                  <a:cubicBezTo>
                    <a:pt x="66842" y="2217"/>
                    <a:pt x="66054" y="2501"/>
                    <a:pt x="65275" y="2809"/>
                  </a:cubicBezTo>
                  <a:cubicBezTo>
                    <a:pt x="64496" y="3117"/>
                    <a:pt x="63727" y="3450"/>
                    <a:pt x="62969" y="3807"/>
                  </a:cubicBezTo>
                  <a:cubicBezTo>
                    <a:pt x="62211" y="4164"/>
                    <a:pt x="61464" y="4544"/>
                    <a:pt x="60730" y="4948"/>
                  </a:cubicBezTo>
                  <a:cubicBezTo>
                    <a:pt x="59996" y="5351"/>
                    <a:pt x="59274" y="5778"/>
                    <a:pt x="58567" y="6227"/>
                  </a:cubicBezTo>
                  <a:cubicBezTo>
                    <a:pt x="57860" y="6676"/>
                    <a:pt x="57166" y="7147"/>
                    <a:pt x="56489" y="7639"/>
                  </a:cubicBezTo>
                  <a:cubicBezTo>
                    <a:pt x="55811" y="8132"/>
                    <a:pt x="55149" y="8645"/>
                    <a:pt x="54503" y="9179"/>
                  </a:cubicBezTo>
                  <a:cubicBezTo>
                    <a:pt x="53857" y="9714"/>
                    <a:pt x="53229" y="10268"/>
                    <a:pt x="52618" y="10841"/>
                  </a:cubicBezTo>
                  <a:cubicBezTo>
                    <a:pt x="52007" y="11415"/>
                    <a:pt x="51415" y="12007"/>
                    <a:pt x="50841" y="12618"/>
                  </a:cubicBezTo>
                  <a:cubicBezTo>
                    <a:pt x="50268" y="13229"/>
                    <a:pt x="49714" y="13857"/>
                    <a:pt x="49179" y="14503"/>
                  </a:cubicBezTo>
                  <a:cubicBezTo>
                    <a:pt x="48645" y="15149"/>
                    <a:pt x="48132" y="15811"/>
                    <a:pt x="47639" y="16489"/>
                  </a:cubicBezTo>
                  <a:cubicBezTo>
                    <a:pt x="47147" y="17166"/>
                    <a:pt x="46676" y="17860"/>
                    <a:pt x="46227" y="18567"/>
                  </a:cubicBezTo>
                  <a:cubicBezTo>
                    <a:pt x="45778" y="19274"/>
                    <a:pt x="45351" y="19996"/>
                    <a:pt x="44948" y="20730"/>
                  </a:cubicBezTo>
                  <a:cubicBezTo>
                    <a:pt x="44544" y="21464"/>
                    <a:pt x="44164" y="22211"/>
                    <a:pt x="43807" y="22969"/>
                  </a:cubicBezTo>
                  <a:cubicBezTo>
                    <a:pt x="43450" y="23727"/>
                    <a:pt x="43117" y="24496"/>
                    <a:pt x="42809" y="25275"/>
                  </a:cubicBezTo>
                  <a:cubicBezTo>
                    <a:pt x="42501" y="26054"/>
                    <a:pt x="42217" y="26842"/>
                    <a:pt x="41958" y="27639"/>
                  </a:cubicBezTo>
                  <a:cubicBezTo>
                    <a:pt x="41699" y="28436"/>
                    <a:pt x="41465" y="29241"/>
                    <a:pt x="41257" y="30052"/>
                  </a:cubicBezTo>
                  <a:cubicBezTo>
                    <a:pt x="41048" y="30864"/>
                    <a:pt x="40866" y="31682"/>
                    <a:pt x="40709" y="32505"/>
                  </a:cubicBezTo>
                  <a:cubicBezTo>
                    <a:pt x="40552" y="33328"/>
                    <a:pt x="40420" y="34155"/>
                    <a:pt x="40315" y="34987"/>
                  </a:cubicBezTo>
                  <a:cubicBezTo>
                    <a:pt x="40210" y="35818"/>
                    <a:pt x="40132" y="36652"/>
                    <a:pt x="40079" y="37488"/>
                  </a:cubicBezTo>
                  <a:cubicBezTo>
                    <a:pt x="40026" y="38325"/>
                    <a:pt x="40000" y="39162"/>
                    <a:pt x="40000" y="40000"/>
                  </a:cubicBezTo>
                  <a:cubicBezTo>
                    <a:pt x="40000" y="40419"/>
                    <a:pt x="40013" y="40838"/>
                    <a:pt x="40039" y="41256"/>
                  </a:cubicBezTo>
                  <a:cubicBezTo>
                    <a:pt x="40066" y="41674"/>
                    <a:pt x="40105" y="42091"/>
                    <a:pt x="40158" y="42507"/>
                  </a:cubicBezTo>
                  <a:cubicBezTo>
                    <a:pt x="40210" y="42922"/>
                    <a:pt x="40276" y="43336"/>
                    <a:pt x="40354" y="43748"/>
                  </a:cubicBezTo>
                  <a:cubicBezTo>
                    <a:pt x="40433" y="44159"/>
                    <a:pt x="40524" y="44568"/>
                    <a:pt x="40628" y="44974"/>
                  </a:cubicBezTo>
                  <a:cubicBezTo>
                    <a:pt x="40733" y="45380"/>
                    <a:pt x="40849" y="45782"/>
                    <a:pt x="40979" y="46180"/>
                  </a:cubicBezTo>
                  <a:cubicBezTo>
                    <a:pt x="41108" y="46579"/>
                    <a:pt x="41250" y="46973"/>
                    <a:pt x="41404" y="47362"/>
                  </a:cubicBezTo>
                  <a:cubicBezTo>
                    <a:pt x="41559" y="47752"/>
                    <a:pt x="41725" y="48137"/>
                    <a:pt x="41903" y="48516"/>
                  </a:cubicBezTo>
                  <a:cubicBezTo>
                    <a:pt x="42082" y="48895"/>
                    <a:pt x="42272" y="49268"/>
                    <a:pt x="42474" y="49635"/>
                  </a:cubicBezTo>
                  <a:cubicBezTo>
                    <a:pt x="42676" y="50002"/>
                    <a:pt x="42889" y="50363"/>
                    <a:pt x="43113" y="50717"/>
                  </a:cubicBezTo>
                  <a:cubicBezTo>
                    <a:pt x="43338" y="51070"/>
                    <a:pt x="43573" y="51417"/>
                    <a:pt x="43820" y="51756"/>
                  </a:cubicBezTo>
                  <a:cubicBezTo>
                    <a:pt x="44066" y="52095"/>
                    <a:pt x="44323" y="52426"/>
                    <a:pt x="44590" y="52748"/>
                  </a:cubicBezTo>
                  <a:cubicBezTo>
                    <a:pt x="44857" y="53071"/>
                    <a:pt x="45134" y="53386"/>
                    <a:pt x="45421" y="53691"/>
                  </a:cubicBezTo>
                  <a:cubicBezTo>
                    <a:pt x="45707" y="53996"/>
                    <a:pt x="46004" y="54293"/>
                    <a:pt x="46309" y="54579"/>
                  </a:cubicBezTo>
                  <a:cubicBezTo>
                    <a:pt x="46614" y="54866"/>
                    <a:pt x="46929" y="55143"/>
                    <a:pt x="47252" y="55410"/>
                  </a:cubicBezTo>
                  <a:cubicBezTo>
                    <a:pt x="47574" y="55677"/>
                    <a:pt x="47905" y="55934"/>
                    <a:pt x="48244" y="56180"/>
                  </a:cubicBezTo>
                  <a:cubicBezTo>
                    <a:pt x="48583" y="56427"/>
                    <a:pt x="48930" y="56662"/>
                    <a:pt x="49283" y="56887"/>
                  </a:cubicBezTo>
                  <a:cubicBezTo>
                    <a:pt x="49637" y="57111"/>
                    <a:pt x="49998" y="57324"/>
                    <a:pt x="50365" y="57526"/>
                  </a:cubicBezTo>
                  <a:cubicBezTo>
                    <a:pt x="50732" y="57728"/>
                    <a:pt x="51105" y="57918"/>
                    <a:pt x="51484" y="58097"/>
                  </a:cubicBezTo>
                  <a:cubicBezTo>
                    <a:pt x="51863" y="58275"/>
                    <a:pt x="52248" y="58441"/>
                    <a:pt x="52638" y="58596"/>
                  </a:cubicBezTo>
                  <a:cubicBezTo>
                    <a:pt x="53027" y="58750"/>
                    <a:pt x="53421" y="58892"/>
                    <a:pt x="53820" y="59021"/>
                  </a:cubicBezTo>
                  <a:cubicBezTo>
                    <a:pt x="54218" y="59151"/>
                    <a:pt x="54620" y="59267"/>
                    <a:pt x="55026" y="59372"/>
                  </a:cubicBezTo>
                  <a:cubicBezTo>
                    <a:pt x="55432" y="59476"/>
                    <a:pt x="55841" y="59567"/>
                    <a:pt x="56252" y="59646"/>
                  </a:cubicBezTo>
                  <a:cubicBezTo>
                    <a:pt x="56664" y="59724"/>
                    <a:pt x="57078" y="59790"/>
                    <a:pt x="57493" y="59842"/>
                  </a:cubicBezTo>
                  <a:cubicBezTo>
                    <a:pt x="57909" y="59895"/>
                    <a:pt x="58326" y="59934"/>
                    <a:pt x="58744" y="59961"/>
                  </a:cubicBezTo>
                  <a:cubicBezTo>
                    <a:pt x="59162" y="59987"/>
                    <a:pt x="59581" y="60000"/>
                    <a:pt x="60000" y="60000"/>
                  </a:cubicBezTo>
                  <a:cubicBezTo>
                    <a:pt x="60419" y="60000"/>
                    <a:pt x="60838" y="59987"/>
                    <a:pt x="61256" y="59961"/>
                  </a:cubicBezTo>
                  <a:cubicBezTo>
                    <a:pt x="61674" y="59934"/>
                    <a:pt x="62091" y="59895"/>
                    <a:pt x="62507" y="59842"/>
                  </a:cubicBezTo>
                  <a:cubicBezTo>
                    <a:pt x="62922" y="59790"/>
                    <a:pt x="63336" y="59724"/>
                    <a:pt x="63748" y="59646"/>
                  </a:cubicBezTo>
                  <a:cubicBezTo>
                    <a:pt x="64159" y="59567"/>
                    <a:pt x="64568" y="59476"/>
                    <a:pt x="64974" y="59372"/>
                  </a:cubicBezTo>
                  <a:cubicBezTo>
                    <a:pt x="65380" y="59267"/>
                    <a:pt x="65782" y="59151"/>
                    <a:pt x="66180" y="59021"/>
                  </a:cubicBezTo>
                  <a:cubicBezTo>
                    <a:pt x="66579" y="58892"/>
                    <a:pt x="66973" y="58750"/>
                    <a:pt x="67362" y="58596"/>
                  </a:cubicBezTo>
                  <a:cubicBezTo>
                    <a:pt x="67752" y="58441"/>
                    <a:pt x="68137" y="58275"/>
                    <a:pt x="68516" y="58097"/>
                  </a:cubicBezTo>
                  <a:cubicBezTo>
                    <a:pt x="68895" y="57918"/>
                    <a:pt x="69268" y="57728"/>
                    <a:pt x="69635" y="57526"/>
                  </a:cubicBezTo>
                  <a:cubicBezTo>
                    <a:pt x="70002" y="57324"/>
                    <a:pt x="70363" y="57111"/>
                    <a:pt x="70717" y="56887"/>
                  </a:cubicBezTo>
                  <a:cubicBezTo>
                    <a:pt x="71070" y="56662"/>
                    <a:pt x="71417" y="56427"/>
                    <a:pt x="71756" y="56180"/>
                  </a:cubicBezTo>
                  <a:cubicBezTo>
                    <a:pt x="72095" y="55934"/>
                    <a:pt x="72426" y="55677"/>
                    <a:pt x="72748" y="55410"/>
                  </a:cubicBezTo>
                  <a:cubicBezTo>
                    <a:pt x="73071" y="55143"/>
                    <a:pt x="73386" y="54866"/>
                    <a:pt x="73691" y="54579"/>
                  </a:cubicBezTo>
                  <a:cubicBezTo>
                    <a:pt x="73996" y="54293"/>
                    <a:pt x="74293" y="53996"/>
                    <a:pt x="74579" y="53691"/>
                  </a:cubicBezTo>
                  <a:cubicBezTo>
                    <a:pt x="74866" y="53386"/>
                    <a:pt x="75143" y="53071"/>
                    <a:pt x="75410" y="52748"/>
                  </a:cubicBezTo>
                  <a:cubicBezTo>
                    <a:pt x="75677" y="52426"/>
                    <a:pt x="75934" y="52095"/>
                    <a:pt x="76180" y="51756"/>
                  </a:cubicBezTo>
                  <a:cubicBezTo>
                    <a:pt x="76427" y="51417"/>
                    <a:pt x="76662" y="51070"/>
                    <a:pt x="76887" y="50717"/>
                  </a:cubicBezTo>
                  <a:cubicBezTo>
                    <a:pt x="77111" y="50363"/>
                    <a:pt x="77324" y="50002"/>
                    <a:pt x="77526" y="49635"/>
                  </a:cubicBezTo>
                  <a:cubicBezTo>
                    <a:pt x="77728" y="49268"/>
                    <a:pt x="77918" y="48895"/>
                    <a:pt x="78097" y="48516"/>
                  </a:cubicBezTo>
                  <a:cubicBezTo>
                    <a:pt x="78275" y="48137"/>
                    <a:pt x="78441" y="47752"/>
                    <a:pt x="78596" y="47362"/>
                  </a:cubicBezTo>
                  <a:cubicBezTo>
                    <a:pt x="78750" y="46973"/>
                    <a:pt x="78892" y="46579"/>
                    <a:pt x="79021" y="46180"/>
                  </a:cubicBezTo>
                  <a:cubicBezTo>
                    <a:pt x="79151" y="45782"/>
                    <a:pt x="79267" y="45380"/>
                    <a:pt x="79372" y="44974"/>
                  </a:cubicBezTo>
                  <a:cubicBezTo>
                    <a:pt x="79476" y="44568"/>
                    <a:pt x="79567" y="44159"/>
                    <a:pt x="79646" y="43748"/>
                  </a:cubicBezTo>
                  <a:cubicBezTo>
                    <a:pt x="79724" y="43336"/>
                    <a:pt x="79790" y="42922"/>
                    <a:pt x="79842" y="42507"/>
                  </a:cubicBezTo>
                  <a:cubicBezTo>
                    <a:pt x="79895" y="42091"/>
                    <a:pt x="79934" y="41674"/>
                    <a:pt x="79961" y="41256"/>
                  </a:cubicBezTo>
                  <a:cubicBezTo>
                    <a:pt x="79987" y="40838"/>
                    <a:pt x="80000" y="40419"/>
                    <a:pt x="80000" y="4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9" name="probe-lucide-snail-part-2"/>
            <p:cNvSpPr/>
            <p:nvPr/>
          </p:nvSpPr>
          <p:spPr>
            <a:xfrm>
              <a:off x="20000" y="50000"/>
              <a:ext cx="160000" cy="160000"/>
            </a:xfrm>
            <a:custGeom>
              <a:avLst/>
              <a:gdLst/>
              <a:ahLst/>
              <a:cxnLst/>
              <a:rect l="0" t="0" r="r" b="b"/>
              <a:pathLst>
                <a:path w="160000" h="160000">
                  <a:moveTo>
                    <a:pt x="160000" y="80000"/>
                  </a:moveTo>
                  <a:cubicBezTo>
                    <a:pt x="160000" y="81676"/>
                    <a:pt x="159947" y="83351"/>
                    <a:pt x="159842" y="85023"/>
                  </a:cubicBezTo>
                  <a:cubicBezTo>
                    <a:pt x="159737" y="86696"/>
                    <a:pt x="159579" y="88364"/>
                    <a:pt x="159369" y="90027"/>
                  </a:cubicBezTo>
                  <a:cubicBezTo>
                    <a:pt x="159159" y="91689"/>
                    <a:pt x="158897" y="93345"/>
                    <a:pt x="158583" y="94991"/>
                  </a:cubicBezTo>
                  <a:cubicBezTo>
                    <a:pt x="158269" y="96636"/>
                    <a:pt x="157903" y="98272"/>
                    <a:pt x="157487" y="99895"/>
                  </a:cubicBezTo>
                  <a:cubicBezTo>
                    <a:pt x="157070" y="101518"/>
                    <a:pt x="156602" y="103128"/>
                    <a:pt x="156085" y="104721"/>
                  </a:cubicBezTo>
                  <a:cubicBezTo>
                    <a:pt x="155567" y="106315"/>
                    <a:pt x="154999" y="107892"/>
                    <a:pt x="154382" y="109450"/>
                  </a:cubicBezTo>
                  <a:cubicBezTo>
                    <a:pt x="153765" y="111008"/>
                    <a:pt x="153100" y="112546"/>
                    <a:pt x="152386" y="114062"/>
                  </a:cubicBezTo>
                  <a:cubicBezTo>
                    <a:pt x="151673" y="115579"/>
                    <a:pt x="150912" y="117072"/>
                    <a:pt x="150105" y="118540"/>
                  </a:cubicBezTo>
                  <a:cubicBezTo>
                    <a:pt x="149297" y="120009"/>
                    <a:pt x="148444" y="121451"/>
                    <a:pt x="147546" y="122866"/>
                  </a:cubicBezTo>
                  <a:cubicBezTo>
                    <a:pt x="146648" y="124281"/>
                    <a:pt x="145706" y="125667"/>
                    <a:pt x="144721" y="127023"/>
                  </a:cubicBezTo>
                  <a:cubicBezTo>
                    <a:pt x="143736" y="128378"/>
                    <a:pt x="142709" y="129703"/>
                    <a:pt x="141641" y="130994"/>
                  </a:cubicBezTo>
                  <a:cubicBezTo>
                    <a:pt x="140573" y="132285"/>
                    <a:pt x="139465" y="133542"/>
                    <a:pt x="138317" y="134764"/>
                  </a:cubicBezTo>
                  <a:cubicBezTo>
                    <a:pt x="137170" y="135985"/>
                    <a:pt x="135985" y="137170"/>
                    <a:pt x="134764" y="138317"/>
                  </a:cubicBezTo>
                  <a:cubicBezTo>
                    <a:pt x="133542" y="139465"/>
                    <a:pt x="132285" y="140573"/>
                    <a:pt x="130994" y="141641"/>
                  </a:cubicBezTo>
                  <a:cubicBezTo>
                    <a:pt x="129703" y="142709"/>
                    <a:pt x="128378" y="143736"/>
                    <a:pt x="127023" y="144721"/>
                  </a:cubicBezTo>
                  <a:cubicBezTo>
                    <a:pt x="125667" y="145706"/>
                    <a:pt x="124281" y="146648"/>
                    <a:pt x="122866" y="147546"/>
                  </a:cubicBezTo>
                  <a:cubicBezTo>
                    <a:pt x="121451" y="148444"/>
                    <a:pt x="120009" y="149297"/>
                    <a:pt x="118540" y="150105"/>
                  </a:cubicBezTo>
                  <a:cubicBezTo>
                    <a:pt x="117072" y="150912"/>
                    <a:pt x="115579" y="151673"/>
                    <a:pt x="114062" y="152386"/>
                  </a:cubicBezTo>
                  <a:cubicBezTo>
                    <a:pt x="112546" y="153100"/>
                    <a:pt x="111008" y="153765"/>
                    <a:pt x="109450" y="154382"/>
                  </a:cubicBezTo>
                  <a:cubicBezTo>
                    <a:pt x="107892" y="154999"/>
                    <a:pt x="106315" y="155567"/>
                    <a:pt x="104721" y="156085"/>
                  </a:cubicBezTo>
                  <a:cubicBezTo>
                    <a:pt x="103128" y="156602"/>
                    <a:pt x="101518" y="157070"/>
                    <a:pt x="99895" y="157487"/>
                  </a:cubicBezTo>
                  <a:cubicBezTo>
                    <a:pt x="98272" y="157903"/>
                    <a:pt x="96636" y="158269"/>
                    <a:pt x="94991" y="158583"/>
                  </a:cubicBezTo>
                  <a:cubicBezTo>
                    <a:pt x="93345" y="158897"/>
                    <a:pt x="91689" y="159159"/>
                    <a:pt x="90027" y="159369"/>
                  </a:cubicBezTo>
                  <a:cubicBezTo>
                    <a:pt x="88364" y="159579"/>
                    <a:pt x="86696" y="159737"/>
                    <a:pt x="85023" y="159842"/>
                  </a:cubicBezTo>
                  <a:cubicBezTo>
                    <a:pt x="83351" y="159947"/>
                    <a:pt x="81676" y="160000"/>
                    <a:pt x="80000" y="160000"/>
                  </a:cubicBezTo>
                  <a:cubicBezTo>
                    <a:pt x="78324" y="160000"/>
                    <a:pt x="76649" y="159947"/>
                    <a:pt x="74977" y="159842"/>
                  </a:cubicBezTo>
                  <a:cubicBezTo>
                    <a:pt x="73304" y="159737"/>
                    <a:pt x="71636" y="159579"/>
                    <a:pt x="69973" y="159369"/>
                  </a:cubicBezTo>
                  <a:cubicBezTo>
                    <a:pt x="68311" y="159159"/>
                    <a:pt x="66655" y="158897"/>
                    <a:pt x="65009" y="158583"/>
                  </a:cubicBezTo>
                  <a:cubicBezTo>
                    <a:pt x="63364" y="158269"/>
                    <a:pt x="61728" y="157903"/>
                    <a:pt x="60105" y="157487"/>
                  </a:cubicBezTo>
                  <a:cubicBezTo>
                    <a:pt x="58482" y="157070"/>
                    <a:pt x="56872" y="156602"/>
                    <a:pt x="55279" y="156085"/>
                  </a:cubicBezTo>
                  <a:cubicBezTo>
                    <a:pt x="53685" y="155567"/>
                    <a:pt x="52108" y="154999"/>
                    <a:pt x="50550" y="154382"/>
                  </a:cubicBezTo>
                  <a:cubicBezTo>
                    <a:pt x="48992" y="153765"/>
                    <a:pt x="47454" y="153100"/>
                    <a:pt x="45938" y="152386"/>
                  </a:cubicBezTo>
                  <a:cubicBezTo>
                    <a:pt x="44421" y="151673"/>
                    <a:pt x="42928" y="150912"/>
                    <a:pt x="41460" y="150105"/>
                  </a:cubicBezTo>
                  <a:cubicBezTo>
                    <a:pt x="39991" y="149297"/>
                    <a:pt x="38549" y="148444"/>
                    <a:pt x="37134" y="147546"/>
                  </a:cubicBezTo>
                  <a:cubicBezTo>
                    <a:pt x="35719" y="146648"/>
                    <a:pt x="34333" y="145706"/>
                    <a:pt x="32977" y="144721"/>
                  </a:cubicBezTo>
                  <a:cubicBezTo>
                    <a:pt x="31622" y="143736"/>
                    <a:pt x="30297" y="142709"/>
                    <a:pt x="29006" y="141641"/>
                  </a:cubicBezTo>
                  <a:cubicBezTo>
                    <a:pt x="27715" y="140573"/>
                    <a:pt x="26458" y="139465"/>
                    <a:pt x="25236" y="138317"/>
                  </a:cubicBezTo>
                  <a:cubicBezTo>
                    <a:pt x="24015" y="137170"/>
                    <a:pt x="22830" y="135985"/>
                    <a:pt x="21683" y="134764"/>
                  </a:cubicBezTo>
                  <a:cubicBezTo>
                    <a:pt x="20535" y="133542"/>
                    <a:pt x="19427" y="132285"/>
                    <a:pt x="18359" y="130994"/>
                  </a:cubicBezTo>
                  <a:cubicBezTo>
                    <a:pt x="17291" y="129703"/>
                    <a:pt x="16264" y="128378"/>
                    <a:pt x="15279" y="127023"/>
                  </a:cubicBezTo>
                  <a:cubicBezTo>
                    <a:pt x="14294" y="125667"/>
                    <a:pt x="13352" y="124281"/>
                    <a:pt x="12454" y="122866"/>
                  </a:cubicBezTo>
                  <a:cubicBezTo>
                    <a:pt x="11556" y="121451"/>
                    <a:pt x="10703" y="120009"/>
                    <a:pt x="9895" y="118540"/>
                  </a:cubicBezTo>
                  <a:cubicBezTo>
                    <a:pt x="9088" y="117072"/>
                    <a:pt x="8327" y="115579"/>
                    <a:pt x="7614" y="114062"/>
                  </a:cubicBezTo>
                  <a:cubicBezTo>
                    <a:pt x="6900" y="112546"/>
                    <a:pt x="6235" y="111008"/>
                    <a:pt x="5618" y="109450"/>
                  </a:cubicBezTo>
                  <a:cubicBezTo>
                    <a:pt x="5001" y="107892"/>
                    <a:pt x="4433" y="106315"/>
                    <a:pt x="3915" y="104721"/>
                  </a:cubicBezTo>
                  <a:cubicBezTo>
                    <a:pt x="3398" y="103128"/>
                    <a:pt x="2930" y="101518"/>
                    <a:pt x="2513" y="99895"/>
                  </a:cubicBezTo>
                  <a:cubicBezTo>
                    <a:pt x="2097" y="98272"/>
                    <a:pt x="1731" y="96636"/>
                    <a:pt x="1417" y="94991"/>
                  </a:cubicBezTo>
                  <a:cubicBezTo>
                    <a:pt x="1103" y="93345"/>
                    <a:pt x="841" y="91689"/>
                    <a:pt x="631" y="90027"/>
                  </a:cubicBezTo>
                  <a:cubicBezTo>
                    <a:pt x="421" y="88364"/>
                    <a:pt x="263" y="86696"/>
                    <a:pt x="158" y="85023"/>
                  </a:cubicBezTo>
                  <a:cubicBezTo>
                    <a:pt x="53" y="83351"/>
                    <a:pt x="0" y="81676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0" name="probe-lucide-snail-part-3"/>
            <p:cNvSpPr/>
            <p:nvPr/>
          </p:nvSpPr>
          <p:spPr>
            <a:xfrm>
              <a:off x="20000" y="50000"/>
              <a:ext cx="200000" cy="160000"/>
            </a:xfrm>
            <a:custGeom>
              <a:avLst/>
              <a:gdLst/>
              <a:ahLst/>
              <a:cxnLst/>
              <a:rect l="0" t="0" r="r" b="b"/>
              <a:pathLst>
                <a:path w="200000" h="160000">
                  <a:moveTo>
                    <a:pt x="0" y="160000"/>
                  </a:moveTo>
                  <a:lnTo>
                    <a:pt x="120000" y="160000"/>
                  </a:lnTo>
                  <a:cubicBezTo>
                    <a:pt x="164000" y="160000"/>
                    <a:pt x="200000" y="124000"/>
                    <a:pt x="200000" y="80000"/>
                  </a:cubicBezTo>
                  <a:lnTo>
                    <a:pt x="200000" y="20000"/>
                  </a:lnTo>
                  <a:cubicBezTo>
                    <a:pt x="200000" y="19581"/>
                    <a:pt x="199987" y="19162"/>
                    <a:pt x="199961" y="18744"/>
                  </a:cubicBezTo>
                  <a:cubicBezTo>
                    <a:pt x="199934" y="18326"/>
                    <a:pt x="199895" y="17909"/>
                    <a:pt x="199842" y="17493"/>
                  </a:cubicBezTo>
                  <a:cubicBezTo>
                    <a:pt x="199790" y="17078"/>
                    <a:pt x="199724" y="16664"/>
                    <a:pt x="199646" y="16252"/>
                  </a:cubicBezTo>
                  <a:cubicBezTo>
                    <a:pt x="199567" y="15841"/>
                    <a:pt x="199476" y="15432"/>
                    <a:pt x="199372" y="15026"/>
                  </a:cubicBezTo>
                  <a:cubicBezTo>
                    <a:pt x="199267" y="14620"/>
                    <a:pt x="199151" y="14218"/>
                    <a:pt x="199021" y="13820"/>
                  </a:cubicBezTo>
                  <a:cubicBezTo>
                    <a:pt x="198892" y="13421"/>
                    <a:pt x="198750" y="13027"/>
                    <a:pt x="198596" y="12638"/>
                  </a:cubicBezTo>
                  <a:cubicBezTo>
                    <a:pt x="198441" y="12248"/>
                    <a:pt x="198275" y="11863"/>
                    <a:pt x="198097" y="11484"/>
                  </a:cubicBezTo>
                  <a:cubicBezTo>
                    <a:pt x="197918" y="11105"/>
                    <a:pt x="197728" y="10732"/>
                    <a:pt x="197526" y="10365"/>
                  </a:cubicBezTo>
                  <a:cubicBezTo>
                    <a:pt x="197324" y="9998"/>
                    <a:pt x="197111" y="9637"/>
                    <a:pt x="196887" y="9283"/>
                  </a:cubicBezTo>
                  <a:cubicBezTo>
                    <a:pt x="196662" y="8930"/>
                    <a:pt x="196427" y="8583"/>
                    <a:pt x="196180" y="8244"/>
                  </a:cubicBezTo>
                  <a:cubicBezTo>
                    <a:pt x="195934" y="7905"/>
                    <a:pt x="195677" y="7574"/>
                    <a:pt x="195410" y="7252"/>
                  </a:cubicBezTo>
                  <a:cubicBezTo>
                    <a:pt x="195143" y="6929"/>
                    <a:pt x="194866" y="6614"/>
                    <a:pt x="194579" y="6309"/>
                  </a:cubicBezTo>
                  <a:cubicBezTo>
                    <a:pt x="194293" y="6004"/>
                    <a:pt x="193996" y="5707"/>
                    <a:pt x="193691" y="5421"/>
                  </a:cubicBezTo>
                  <a:cubicBezTo>
                    <a:pt x="193386" y="5134"/>
                    <a:pt x="193071" y="4857"/>
                    <a:pt x="192748" y="4590"/>
                  </a:cubicBezTo>
                  <a:cubicBezTo>
                    <a:pt x="192426" y="4323"/>
                    <a:pt x="192095" y="4066"/>
                    <a:pt x="191756" y="3820"/>
                  </a:cubicBezTo>
                  <a:cubicBezTo>
                    <a:pt x="191417" y="3573"/>
                    <a:pt x="191070" y="3338"/>
                    <a:pt x="190717" y="3113"/>
                  </a:cubicBezTo>
                  <a:cubicBezTo>
                    <a:pt x="190363" y="2889"/>
                    <a:pt x="190002" y="2676"/>
                    <a:pt x="189635" y="2474"/>
                  </a:cubicBezTo>
                  <a:cubicBezTo>
                    <a:pt x="189268" y="2272"/>
                    <a:pt x="188895" y="2082"/>
                    <a:pt x="188516" y="1903"/>
                  </a:cubicBezTo>
                  <a:cubicBezTo>
                    <a:pt x="188137" y="1725"/>
                    <a:pt x="187752" y="1559"/>
                    <a:pt x="187362" y="1404"/>
                  </a:cubicBezTo>
                  <a:cubicBezTo>
                    <a:pt x="186973" y="1250"/>
                    <a:pt x="186579" y="1108"/>
                    <a:pt x="186180" y="979"/>
                  </a:cubicBezTo>
                  <a:cubicBezTo>
                    <a:pt x="185782" y="849"/>
                    <a:pt x="185380" y="733"/>
                    <a:pt x="184974" y="628"/>
                  </a:cubicBezTo>
                  <a:cubicBezTo>
                    <a:pt x="184568" y="524"/>
                    <a:pt x="184159" y="433"/>
                    <a:pt x="183748" y="354"/>
                  </a:cubicBezTo>
                  <a:cubicBezTo>
                    <a:pt x="183336" y="276"/>
                    <a:pt x="182922" y="210"/>
                    <a:pt x="182507" y="158"/>
                  </a:cubicBezTo>
                  <a:cubicBezTo>
                    <a:pt x="182091" y="105"/>
                    <a:pt x="181674" y="66"/>
                    <a:pt x="181256" y="39"/>
                  </a:cubicBezTo>
                  <a:cubicBezTo>
                    <a:pt x="180838" y="13"/>
                    <a:pt x="180419" y="0"/>
                    <a:pt x="180000" y="0"/>
                  </a:cubicBezTo>
                  <a:cubicBezTo>
                    <a:pt x="179581" y="0"/>
                    <a:pt x="179162" y="13"/>
                    <a:pt x="178744" y="39"/>
                  </a:cubicBezTo>
                  <a:cubicBezTo>
                    <a:pt x="178326" y="66"/>
                    <a:pt x="177909" y="105"/>
                    <a:pt x="177493" y="158"/>
                  </a:cubicBezTo>
                  <a:cubicBezTo>
                    <a:pt x="177078" y="210"/>
                    <a:pt x="176664" y="276"/>
                    <a:pt x="176252" y="354"/>
                  </a:cubicBezTo>
                  <a:cubicBezTo>
                    <a:pt x="175841" y="433"/>
                    <a:pt x="175432" y="524"/>
                    <a:pt x="175026" y="628"/>
                  </a:cubicBezTo>
                  <a:cubicBezTo>
                    <a:pt x="174620" y="733"/>
                    <a:pt x="174218" y="849"/>
                    <a:pt x="173820" y="979"/>
                  </a:cubicBezTo>
                  <a:cubicBezTo>
                    <a:pt x="173421" y="1108"/>
                    <a:pt x="173027" y="1250"/>
                    <a:pt x="172638" y="1404"/>
                  </a:cubicBezTo>
                  <a:cubicBezTo>
                    <a:pt x="172248" y="1559"/>
                    <a:pt x="171863" y="1725"/>
                    <a:pt x="171484" y="1903"/>
                  </a:cubicBezTo>
                  <a:cubicBezTo>
                    <a:pt x="171105" y="2082"/>
                    <a:pt x="170732" y="2272"/>
                    <a:pt x="170365" y="2474"/>
                  </a:cubicBezTo>
                  <a:cubicBezTo>
                    <a:pt x="169998" y="2676"/>
                    <a:pt x="169637" y="2889"/>
                    <a:pt x="169283" y="3113"/>
                  </a:cubicBezTo>
                  <a:cubicBezTo>
                    <a:pt x="168930" y="3338"/>
                    <a:pt x="168583" y="3573"/>
                    <a:pt x="168244" y="3820"/>
                  </a:cubicBezTo>
                  <a:cubicBezTo>
                    <a:pt x="167905" y="4066"/>
                    <a:pt x="167574" y="4323"/>
                    <a:pt x="167252" y="4590"/>
                  </a:cubicBezTo>
                  <a:cubicBezTo>
                    <a:pt x="166929" y="4857"/>
                    <a:pt x="166614" y="5134"/>
                    <a:pt x="166309" y="5421"/>
                  </a:cubicBezTo>
                  <a:cubicBezTo>
                    <a:pt x="166004" y="5707"/>
                    <a:pt x="165707" y="6004"/>
                    <a:pt x="165421" y="6309"/>
                  </a:cubicBezTo>
                  <a:cubicBezTo>
                    <a:pt x="165134" y="6614"/>
                    <a:pt x="164857" y="6929"/>
                    <a:pt x="164590" y="7252"/>
                  </a:cubicBezTo>
                  <a:cubicBezTo>
                    <a:pt x="164323" y="7574"/>
                    <a:pt x="164066" y="7905"/>
                    <a:pt x="163820" y="8244"/>
                  </a:cubicBezTo>
                  <a:cubicBezTo>
                    <a:pt x="163573" y="8583"/>
                    <a:pt x="163338" y="8930"/>
                    <a:pt x="163113" y="9283"/>
                  </a:cubicBezTo>
                  <a:cubicBezTo>
                    <a:pt x="162889" y="9637"/>
                    <a:pt x="162676" y="9998"/>
                    <a:pt x="162474" y="10365"/>
                  </a:cubicBezTo>
                  <a:cubicBezTo>
                    <a:pt x="162272" y="10732"/>
                    <a:pt x="162082" y="11105"/>
                    <a:pt x="161903" y="11484"/>
                  </a:cubicBezTo>
                  <a:cubicBezTo>
                    <a:pt x="161725" y="11863"/>
                    <a:pt x="161559" y="12248"/>
                    <a:pt x="161404" y="12638"/>
                  </a:cubicBezTo>
                  <a:cubicBezTo>
                    <a:pt x="161250" y="13027"/>
                    <a:pt x="161108" y="13421"/>
                    <a:pt x="160979" y="13820"/>
                  </a:cubicBezTo>
                  <a:cubicBezTo>
                    <a:pt x="160849" y="14218"/>
                    <a:pt x="160733" y="14620"/>
                    <a:pt x="160628" y="15026"/>
                  </a:cubicBezTo>
                  <a:cubicBezTo>
                    <a:pt x="160524" y="15432"/>
                    <a:pt x="160433" y="15841"/>
                    <a:pt x="160354" y="16252"/>
                  </a:cubicBezTo>
                  <a:cubicBezTo>
                    <a:pt x="160276" y="16664"/>
                    <a:pt x="160210" y="17078"/>
                    <a:pt x="160158" y="17493"/>
                  </a:cubicBezTo>
                  <a:cubicBezTo>
                    <a:pt x="160105" y="17909"/>
                    <a:pt x="160066" y="18326"/>
                    <a:pt x="160039" y="18744"/>
                  </a:cubicBezTo>
                  <a:cubicBezTo>
                    <a:pt x="160013" y="19162"/>
                    <a:pt x="160000" y="19581"/>
                    <a:pt x="160000" y="20000"/>
                  </a:cubicBezTo>
                  <a:lnTo>
                    <a:pt x="16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1" name="probe-lucide-snail-part-4"/>
            <p:cNvSpPr/>
            <p:nvPr/>
          </p:nvSpPr>
          <p:spPr>
            <a:xfrm>
              <a:off x="180000" y="30000"/>
              <a:ext cx="11000" cy="22000"/>
            </a:xfrm>
            <a:custGeom>
              <a:avLst/>
              <a:gdLst/>
              <a:ahLst/>
              <a:cxnLst/>
              <a:rect l="0" t="0" r="r" b="b"/>
              <a:pathLst>
                <a:path w="11000" h="22000">
                  <a:moveTo>
                    <a:pt x="0" y="0"/>
                  </a:moveTo>
                  <a:lnTo>
                    <a:pt x="11000" y="22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2" name="probe-lucide-snail-part-5"/>
            <p:cNvSpPr/>
            <p:nvPr/>
          </p:nvSpPr>
          <p:spPr>
            <a:xfrm>
              <a:off x="209000" y="30000"/>
              <a:ext cx="11000" cy="22000"/>
            </a:xfrm>
            <a:custGeom>
              <a:avLst/>
              <a:gdLst/>
              <a:ahLst/>
              <a:cxnLst/>
              <a:rect l="0" t="0" r="r" b="b"/>
              <a:pathLst>
                <a:path w="11000" h="22000">
                  <a:moveTo>
                    <a:pt x="11000" y="0"/>
                  </a:moveTo>
                  <a:lnTo>
                    <a:pt x="0" y="22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3" name="probe-lucide-sprout" descr="sprout — Lucide Icons and Contributors; preserve the bundled full upstream license. Source: https://github.com/lucide-icons/lucide/blob/20aef31db93fe4d9f398dbb15b120d99c48eef95/icons/sprout.svg; SVG SHA256: cf4cd97166b3239348dfe2a94dad045bf788883c32292b16fd8c953f619a4f7b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240000" cy="240000"/>
          </a:xfrm>
        </p:grpSpPr>
        <p:sp>
          <p:nvSpPr>
            <p:cNvPr id="114" name="probe-lucide-sprout-part-1"/>
            <p:cNvSpPr/>
            <p:nvPr/>
          </p:nvSpPr>
          <p:spPr>
            <a:xfrm>
              <a:off x="120000" y="30000"/>
              <a:ext cx="80000" cy="180000"/>
            </a:xfrm>
            <a:custGeom>
              <a:avLst/>
              <a:gdLst/>
              <a:ahLst/>
              <a:cxnLst/>
              <a:rect l="0" t="0" r="r" b="b"/>
              <a:pathLst>
                <a:path w="80000" h="180000">
                  <a:moveTo>
                    <a:pt x="20000" y="65360"/>
                  </a:moveTo>
                  <a:lnTo>
                    <a:pt x="20000" y="40000"/>
                  </a:lnTo>
                  <a:cubicBezTo>
                    <a:pt x="20000" y="39162"/>
                    <a:pt x="20026" y="38325"/>
                    <a:pt x="20079" y="37488"/>
                  </a:cubicBezTo>
                  <a:cubicBezTo>
                    <a:pt x="20132" y="36652"/>
                    <a:pt x="20210" y="35818"/>
                    <a:pt x="20315" y="34987"/>
                  </a:cubicBezTo>
                  <a:cubicBezTo>
                    <a:pt x="20420" y="34155"/>
                    <a:pt x="20552" y="33328"/>
                    <a:pt x="20709" y="32505"/>
                  </a:cubicBezTo>
                  <a:cubicBezTo>
                    <a:pt x="20866" y="31682"/>
                    <a:pt x="21048" y="30864"/>
                    <a:pt x="21257" y="30052"/>
                  </a:cubicBezTo>
                  <a:cubicBezTo>
                    <a:pt x="21465" y="29241"/>
                    <a:pt x="21699" y="28436"/>
                    <a:pt x="21958" y="27639"/>
                  </a:cubicBezTo>
                  <a:cubicBezTo>
                    <a:pt x="22217" y="26842"/>
                    <a:pt x="22501" y="26054"/>
                    <a:pt x="22809" y="25275"/>
                  </a:cubicBezTo>
                  <a:cubicBezTo>
                    <a:pt x="23117" y="24496"/>
                    <a:pt x="23450" y="23727"/>
                    <a:pt x="23807" y="22969"/>
                  </a:cubicBezTo>
                  <a:cubicBezTo>
                    <a:pt x="24164" y="22211"/>
                    <a:pt x="24544" y="21464"/>
                    <a:pt x="24948" y="20730"/>
                  </a:cubicBezTo>
                  <a:cubicBezTo>
                    <a:pt x="25351" y="19996"/>
                    <a:pt x="25778" y="19274"/>
                    <a:pt x="26227" y="18567"/>
                  </a:cubicBezTo>
                  <a:cubicBezTo>
                    <a:pt x="26676" y="17860"/>
                    <a:pt x="27147" y="17166"/>
                    <a:pt x="27639" y="16489"/>
                  </a:cubicBezTo>
                  <a:cubicBezTo>
                    <a:pt x="28132" y="15811"/>
                    <a:pt x="28645" y="15149"/>
                    <a:pt x="29179" y="14503"/>
                  </a:cubicBezTo>
                  <a:cubicBezTo>
                    <a:pt x="29714" y="13857"/>
                    <a:pt x="30268" y="13229"/>
                    <a:pt x="30841" y="12618"/>
                  </a:cubicBezTo>
                  <a:cubicBezTo>
                    <a:pt x="31415" y="12007"/>
                    <a:pt x="32007" y="11415"/>
                    <a:pt x="32618" y="10841"/>
                  </a:cubicBezTo>
                  <a:cubicBezTo>
                    <a:pt x="33229" y="10268"/>
                    <a:pt x="33857" y="9714"/>
                    <a:pt x="34503" y="9179"/>
                  </a:cubicBezTo>
                  <a:cubicBezTo>
                    <a:pt x="35149" y="8645"/>
                    <a:pt x="35811" y="8132"/>
                    <a:pt x="36489" y="7639"/>
                  </a:cubicBezTo>
                  <a:cubicBezTo>
                    <a:pt x="37166" y="7147"/>
                    <a:pt x="37860" y="6676"/>
                    <a:pt x="38567" y="6227"/>
                  </a:cubicBezTo>
                  <a:cubicBezTo>
                    <a:pt x="39274" y="5778"/>
                    <a:pt x="39996" y="5351"/>
                    <a:pt x="40730" y="4948"/>
                  </a:cubicBezTo>
                  <a:cubicBezTo>
                    <a:pt x="41464" y="4544"/>
                    <a:pt x="42211" y="4164"/>
                    <a:pt x="42969" y="3807"/>
                  </a:cubicBezTo>
                  <a:cubicBezTo>
                    <a:pt x="43727" y="3450"/>
                    <a:pt x="44496" y="3117"/>
                    <a:pt x="45275" y="2809"/>
                  </a:cubicBezTo>
                  <a:cubicBezTo>
                    <a:pt x="46054" y="2501"/>
                    <a:pt x="46842" y="2217"/>
                    <a:pt x="47639" y="1958"/>
                  </a:cubicBezTo>
                  <a:cubicBezTo>
                    <a:pt x="48436" y="1699"/>
                    <a:pt x="49241" y="1465"/>
                    <a:pt x="50052" y="1257"/>
                  </a:cubicBezTo>
                  <a:cubicBezTo>
                    <a:pt x="50864" y="1048"/>
                    <a:pt x="51682" y="866"/>
                    <a:pt x="52505" y="709"/>
                  </a:cubicBezTo>
                  <a:cubicBezTo>
                    <a:pt x="53328" y="552"/>
                    <a:pt x="54155" y="420"/>
                    <a:pt x="54987" y="315"/>
                  </a:cubicBezTo>
                  <a:cubicBezTo>
                    <a:pt x="55818" y="210"/>
                    <a:pt x="56652" y="132"/>
                    <a:pt x="57488" y="79"/>
                  </a:cubicBezTo>
                  <a:cubicBezTo>
                    <a:pt x="58325" y="26"/>
                    <a:pt x="59162" y="0"/>
                    <a:pt x="60000" y="0"/>
                  </a:cubicBezTo>
                  <a:lnTo>
                    <a:pt x="75000" y="0"/>
                  </a:lnTo>
                  <a:cubicBezTo>
                    <a:pt x="75105" y="0"/>
                    <a:pt x="75209" y="3"/>
                    <a:pt x="75314" y="10"/>
                  </a:cubicBezTo>
                  <a:cubicBezTo>
                    <a:pt x="75418" y="16"/>
                    <a:pt x="75523" y="26"/>
                    <a:pt x="75627" y="39"/>
                  </a:cubicBezTo>
                  <a:cubicBezTo>
                    <a:pt x="75731" y="53"/>
                    <a:pt x="75834" y="69"/>
                    <a:pt x="75937" y="89"/>
                  </a:cubicBezTo>
                  <a:cubicBezTo>
                    <a:pt x="76040" y="108"/>
                    <a:pt x="76142" y="131"/>
                    <a:pt x="76243" y="157"/>
                  </a:cubicBezTo>
                  <a:cubicBezTo>
                    <a:pt x="76345" y="183"/>
                    <a:pt x="76445" y="212"/>
                    <a:pt x="76545" y="245"/>
                  </a:cubicBezTo>
                  <a:cubicBezTo>
                    <a:pt x="76645" y="277"/>
                    <a:pt x="76743" y="313"/>
                    <a:pt x="76841" y="351"/>
                  </a:cubicBezTo>
                  <a:cubicBezTo>
                    <a:pt x="76938" y="390"/>
                    <a:pt x="77034" y="431"/>
                    <a:pt x="77129" y="476"/>
                  </a:cubicBezTo>
                  <a:cubicBezTo>
                    <a:pt x="77224" y="520"/>
                    <a:pt x="77317" y="568"/>
                    <a:pt x="77409" y="618"/>
                  </a:cubicBezTo>
                  <a:cubicBezTo>
                    <a:pt x="77501" y="669"/>
                    <a:pt x="77591" y="722"/>
                    <a:pt x="77679" y="778"/>
                  </a:cubicBezTo>
                  <a:cubicBezTo>
                    <a:pt x="77768" y="834"/>
                    <a:pt x="77854" y="893"/>
                    <a:pt x="77939" y="955"/>
                  </a:cubicBezTo>
                  <a:cubicBezTo>
                    <a:pt x="78024" y="1016"/>
                    <a:pt x="78106" y="1081"/>
                    <a:pt x="78187" y="1147"/>
                  </a:cubicBezTo>
                  <a:cubicBezTo>
                    <a:pt x="78268" y="1214"/>
                    <a:pt x="78346" y="1283"/>
                    <a:pt x="78423" y="1355"/>
                  </a:cubicBezTo>
                  <a:cubicBezTo>
                    <a:pt x="78499" y="1427"/>
                    <a:pt x="78573" y="1501"/>
                    <a:pt x="78645" y="1577"/>
                  </a:cubicBezTo>
                  <a:cubicBezTo>
                    <a:pt x="78717" y="1654"/>
                    <a:pt x="78786" y="1732"/>
                    <a:pt x="78853" y="1813"/>
                  </a:cubicBezTo>
                  <a:cubicBezTo>
                    <a:pt x="78919" y="1894"/>
                    <a:pt x="78984" y="1976"/>
                    <a:pt x="79045" y="2061"/>
                  </a:cubicBezTo>
                  <a:cubicBezTo>
                    <a:pt x="79107" y="2146"/>
                    <a:pt x="79166" y="2232"/>
                    <a:pt x="79222" y="2321"/>
                  </a:cubicBezTo>
                  <a:cubicBezTo>
                    <a:pt x="79278" y="2409"/>
                    <a:pt x="79331" y="2499"/>
                    <a:pt x="79382" y="2591"/>
                  </a:cubicBezTo>
                  <a:cubicBezTo>
                    <a:pt x="79432" y="2683"/>
                    <a:pt x="79480" y="2776"/>
                    <a:pt x="79524" y="2871"/>
                  </a:cubicBezTo>
                  <a:cubicBezTo>
                    <a:pt x="79569" y="2966"/>
                    <a:pt x="79610" y="3062"/>
                    <a:pt x="79649" y="3159"/>
                  </a:cubicBezTo>
                  <a:cubicBezTo>
                    <a:pt x="79687" y="3257"/>
                    <a:pt x="79723" y="3355"/>
                    <a:pt x="79755" y="3455"/>
                  </a:cubicBezTo>
                  <a:cubicBezTo>
                    <a:pt x="79788" y="3555"/>
                    <a:pt x="79817" y="3655"/>
                    <a:pt x="79843" y="3757"/>
                  </a:cubicBezTo>
                  <a:cubicBezTo>
                    <a:pt x="79869" y="3858"/>
                    <a:pt x="79892" y="3960"/>
                    <a:pt x="79911" y="4063"/>
                  </a:cubicBezTo>
                  <a:cubicBezTo>
                    <a:pt x="79931" y="4166"/>
                    <a:pt x="79947" y="4269"/>
                    <a:pt x="79961" y="4373"/>
                  </a:cubicBezTo>
                  <a:cubicBezTo>
                    <a:pt x="79974" y="4477"/>
                    <a:pt x="79984" y="4582"/>
                    <a:pt x="79990" y="4686"/>
                  </a:cubicBezTo>
                  <a:cubicBezTo>
                    <a:pt x="79997" y="4791"/>
                    <a:pt x="80000" y="4895"/>
                    <a:pt x="80000" y="5000"/>
                  </a:cubicBezTo>
                  <a:lnTo>
                    <a:pt x="80000" y="20000"/>
                  </a:lnTo>
                  <a:cubicBezTo>
                    <a:pt x="80000" y="20838"/>
                    <a:pt x="79974" y="21675"/>
                    <a:pt x="79921" y="22512"/>
                  </a:cubicBezTo>
                  <a:cubicBezTo>
                    <a:pt x="79868" y="23348"/>
                    <a:pt x="79790" y="24182"/>
                    <a:pt x="79685" y="25013"/>
                  </a:cubicBezTo>
                  <a:cubicBezTo>
                    <a:pt x="79580" y="25845"/>
                    <a:pt x="79448" y="26672"/>
                    <a:pt x="79291" y="27495"/>
                  </a:cubicBezTo>
                  <a:cubicBezTo>
                    <a:pt x="79134" y="28318"/>
                    <a:pt x="78952" y="29136"/>
                    <a:pt x="78743" y="29948"/>
                  </a:cubicBezTo>
                  <a:cubicBezTo>
                    <a:pt x="78535" y="30759"/>
                    <a:pt x="78301" y="31564"/>
                    <a:pt x="78042" y="32361"/>
                  </a:cubicBezTo>
                  <a:cubicBezTo>
                    <a:pt x="77783" y="33158"/>
                    <a:pt x="77499" y="33946"/>
                    <a:pt x="77191" y="34725"/>
                  </a:cubicBezTo>
                  <a:cubicBezTo>
                    <a:pt x="76883" y="35504"/>
                    <a:pt x="76550" y="36273"/>
                    <a:pt x="76193" y="37031"/>
                  </a:cubicBezTo>
                  <a:cubicBezTo>
                    <a:pt x="75836" y="37789"/>
                    <a:pt x="75456" y="38536"/>
                    <a:pt x="75052" y="39270"/>
                  </a:cubicBezTo>
                  <a:cubicBezTo>
                    <a:pt x="74649" y="40004"/>
                    <a:pt x="74222" y="40726"/>
                    <a:pt x="73773" y="41433"/>
                  </a:cubicBezTo>
                  <a:cubicBezTo>
                    <a:pt x="73324" y="42140"/>
                    <a:pt x="72853" y="42834"/>
                    <a:pt x="72361" y="43511"/>
                  </a:cubicBezTo>
                  <a:cubicBezTo>
                    <a:pt x="71868" y="44189"/>
                    <a:pt x="71355" y="44851"/>
                    <a:pt x="70821" y="45497"/>
                  </a:cubicBezTo>
                  <a:cubicBezTo>
                    <a:pt x="70286" y="46143"/>
                    <a:pt x="69732" y="46771"/>
                    <a:pt x="69159" y="47382"/>
                  </a:cubicBezTo>
                  <a:cubicBezTo>
                    <a:pt x="68585" y="47993"/>
                    <a:pt x="67993" y="48585"/>
                    <a:pt x="67382" y="49159"/>
                  </a:cubicBezTo>
                  <a:cubicBezTo>
                    <a:pt x="66771" y="49732"/>
                    <a:pt x="66143" y="50286"/>
                    <a:pt x="65497" y="50821"/>
                  </a:cubicBezTo>
                  <a:cubicBezTo>
                    <a:pt x="64851" y="51355"/>
                    <a:pt x="64189" y="51868"/>
                    <a:pt x="63511" y="52361"/>
                  </a:cubicBezTo>
                  <a:cubicBezTo>
                    <a:pt x="62834" y="52853"/>
                    <a:pt x="62140" y="53324"/>
                    <a:pt x="61433" y="53773"/>
                  </a:cubicBezTo>
                  <a:cubicBezTo>
                    <a:pt x="60726" y="54222"/>
                    <a:pt x="60004" y="54649"/>
                    <a:pt x="59270" y="55052"/>
                  </a:cubicBezTo>
                  <a:cubicBezTo>
                    <a:pt x="58536" y="55456"/>
                    <a:pt x="57789" y="55836"/>
                    <a:pt x="57031" y="56193"/>
                  </a:cubicBezTo>
                  <a:cubicBezTo>
                    <a:pt x="56273" y="56550"/>
                    <a:pt x="55504" y="56883"/>
                    <a:pt x="54725" y="57191"/>
                  </a:cubicBezTo>
                  <a:cubicBezTo>
                    <a:pt x="53946" y="57499"/>
                    <a:pt x="53158" y="57783"/>
                    <a:pt x="52361" y="58042"/>
                  </a:cubicBezTo>
                  <a:cubicBezTo>
                    <a:pt x="51564" y="58301"/>
                    <a:pt x="50759" y="58535"/>
                    <a:pt x="49948" y="58743"/>
                  </a:cubicBezTo>
                  <a:cubicBezTo>
                    <a:pt x="49136" y="58952"/>
                    <a:pt x="48318" y="59134"/>
                    <a:pt x="47495" y="59291"/>
                  </a:cubicBezTo>
                  <a:cubicBezTo>
                    <a:pt x="46672" y="59448"/>
                    <a:pt x="45845" y="59580"/>
                    <a:pt x="45013" y="59685"/>
                  </a:cubicBezTo>
                  <a:cubicBezTo>
                    <a:pt x="44182" y="59790"/>
                    <a:pt x="43348" y="59868"/>
                    <a:pt x="42512" y="59921"/>
                  </a:cubicBezTo>
                  <a:cubicBezTo>
                    <a:pt x="41675" y="59974"/>
                    <a:pt x="40838" y="60000"/>
                    <a:pt x="40000" y="60000"/>
                  </a:cubicBezTo>
                  <a:cubicBezTo>
                    <a:pt x="39162" y="60000"/>
                    <a:pt x="38325" y="60026"/>
                    <a:pt x="37488" y="60079"/>
                  </a:cubicBezTo>
                  <a:cubicBezTo>
                    <a:pt x="36652" y="60132"/>
                    <a:pt x="35818" y="60210"/>
                    <a:pt x="34987" y="60315"/>
                  </a:cubicBezTo>
                  <a:cubicBezTo>
                    <a:pt x="34155" y="60420"/>
                    <a:pt x="33328" y="60552"/>
                    <a:pt x="32505" y="60709"/>
                  </a:cubicBezTo>
                  <a:cubicBezTo>
                    <a:pt x="31682" y="60866"/>
                    <a:pt x="30864" y="61048"/>
                    <a:pt x="30052" y="61257"/>
                  </a:cubicBezTo>
                  <a:cubicBezTo>
                    <a:pt x="29241" y="61465"/>
                    <a:pt x="28436" y="61699"/>
                    <a:pt x="27639" y="61958"/>
                  </a:cubicBezTo>
                  <a:cubicBezTo>
                    <a:pt x="26842" y="62217"/>
                    <a:pt x="26054" y="62501"/>
                    <a:pt x="25275" y="62809"/>
                  </a:cubicBezTo>
                  <a:cubicBezTo>
                    <a:pt x="24496" y="63117"/>
                    <a:pt x="23727" y="63450"/>
                    <a:pt x="22969" y="63807"/>
                  </a:cubicBezTo>
                  <a:cubicBezTo>
                    <a:pt x="22211" y="64164"/>
                    <a:pt x="21464" y="64544"/>
                    <a:pt x="20730" y="64948"/>
                  </a:cubicBezTo>
                  <a:cubicBezTo>
                    <a:pt x="19996" y="65351"/>
                    <a:pt x="19274" y="65778"/>
                    <a:pt x="18567" y="66227"/>
                  </a:cubicBezTo>
                  <a:cubicBezTo>
                    <a:pt x="17860" y="66676"/>
                    <a:pt x="17166" y="67147"/>
                    <a:pt x="16489" y="67639"/>
                  </a:cubicBezTo>
                  <a:cubicBezTo>
                    <a:pt x="15811" y="68132"/>
                    <a:pt x="15149" y="68645"/>
                    <a:pt x="14503" y="69179"/>
                  </a:cubicBezTo>
                  <a:cubicBezTo>
                    <a:pt x="13857" y="69714"/>
                    <a:pt x="13229" y="70268"/>
                    <a:pt x="12618" y="70841"/>
                  </a:cubicBezTo>
                  <a:cubicBezTo>
                    <a:pt x="12007" y="71415"/>
                    <a:pt x="11415" y="72007"/>
                    <a:pt x="10841" y="72618"/>
                  </a:cubicBezTo>
                  <a:cubicBezTo>
                    <a:pt x="10268" y="73229"/>
                    <a:pt x="9714" y="73857"/>
                    <a:pt x="9179" y="74503"/>
                  </a:cubicBezTo>
                  <a:cubicBezTo>
                    <a:pt x="8645" y="75149"/>
                    <a:pt x="8132" y="75811"/>
                    <a:pt x="7639" y="76489"/>
                  </a:cubicBezTo>
                  <a:cubicBezTo>
                    <a:pt x="7147" y="77166"/>
                    <a:pt x="6676" y="77860"/>
                    <a:pt x="6227" y="78567"/>
                  </a:cubicBezTo>
                  <a:cubicBezTo>
                    <a:pt x="5778" y="79274"/>
                    <a:pt x="5351" y="79996"/>
                    <a:pt x="4948" y="80730"/>
                  </a:cubicBezTo>
                  <a:cubicBezTo>
                    <a:pt x="4544" y="81464"/>
                    <a:pt x="4164" y="82211"/>
                    <a:pt x="3807" y="82969"/>
                  </a:cubicBezTo>
                  <a:cubicBezTo>
                    <a:pt x="3450" y="83727"/>
                    <a:pt x="3117" y="84496"/>
                    <a:pt x="2809" y="85275"/>
                  </a:cubicBezTo>
                  <a:cubicBezTo>
                    <a:pt x="2501" y="86054"/>
                    <a:pt x="2217" y="86842"/>
                    <a:pt x="1958" y="87639"/>
                  </a:cubicBezTo>
                  <a:cubicBezTo>
                    <a:pt x="1699" y="88436"/>
                    <a:pt x="1465" y="89241"/>
                    <a:pt x="1257" y="90052"/>
                  </a:cubicBezTo>
                  <a:cubicBezTo>
                    <a:pt x="1048" y="90864"/>
                    <a:pt x="866" y="91682"/>
                    <a:pt x="709" y="92505"/>
                  </a:cubicBezTo>
                  <a:cubicBezTo>
                    <a:pt x="552" y="93328"/>
                    <a:pt x="420" y="94155"/>
                    <a:pt x="315" y="94987"/>
                  </a:cubicBezTo>
                  <a:cubicBezTo>
                    <a:pt x="210" y="95818"/>
                    <a:pt x="132" y="96652"/>
                    <a:pt x="79" y="97488"/>
                  </a:cubicBezTo>
                  <a:cubicBezTo>
                    <a:pt x="26" y="98325"/>
                    <a:pt x="0" y="99162"/>
                    <a:pt x="0" y="100000"/>
                  </a:cubicBezTo>
                  <a:cubicBezTo>
                    <a:pt x="0" y="120000"/>
                    <a:pt x="10000" y="130000"/>
                    <a:pt x="10000" y="150000"/>
                  </a:cubicBezTo>
                  <a:cubicBezTo>
                    <a:pt x="10000" y="150975"/>
                    <a:pt x="9971" y="151950"/>
                    <a:pt x="9914" y="152923"/>
                  </a:cubicBezTo>
                  <a:cubicBezTo>
                    <a:pt x="9857" y="153897"/>
                    <a:pt x="9772" y="154868"/>
                    <a:pt x="9658" y="155837"/>
                  </a:cubicBezTo>
                  <a:cubicBezTo>
                    <a:pt x="9544" y="156805"/>
                    <a:pt x="9402" y="157770"/>
                    <a:pt x="9232" y="158730"/>
                  </a:cubicBezTo>
                  <a:cubicBezTo>
                    <a:pt x="9062" y="159690"/>
                    <a:pt x="8863" y="160645"/>
                    <a:pt x="8637" y="161594"/>
                  </a:cubicBezTo>
                  <a:cubicBezTo>
                    <a:pt x="8411" y="162542"/>
                    <a:pt x="8157" y="163484"/>
                    <a:pt x="7876" y="164417"/>
                  </a:cubicBezTo>
                  <a:cubicBezTo>
                    <a:pt x="7595" y="165351"/>
                    <a:pt x="7287" y="166276"/>
                    <a:pt x="6951" y="167192"/>
                  </a:cubicBezTo>
                  <a:cubicBezTo>
                    <a:pt x="6616" y="168107"/>
                    <a:pt x="6254" y="169013"/>
                    <a:pt x="5866" y="169908"/>
                  </a:cubicBezTo>
                  <a:cubicBezTo>
                    <a:pt x="5478" y="170802"/>
                    <a:pt x="5063" y="171685"/>
                    <a:pt x="4624" y="172555"/>
                  </a:cubicBezTo>
                  <a:cubicBezTo>
                    <a:pt x="4184" y="173425"/>
                    <a:pt x="3719" y="174283"/>
                    <a:pt x="3229" y="175126"/>
                  </a:cubicBezTo>
                  <a:cubicBezTo>
                    <a:pt x="2739" y="175969"/>
                    <a:pt x="2224" y="176797"/>
                    <a:pt x="1686" y="177610"/>
                  </a:cubicBezTo>
                  <a:cubicBezTo>
                    <a:pt x="1147" y="178423"/>
                    <a:pt x="585" y="179220"/>
                    <a:pt x="0" y="18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5" name="probe-lucide-sprout-part-2"/>
            <p:cNvSpPr/>
            <p:nvPr/>
          </p:nvSpPr>
          <p:spPr>
            <a:xfrm>
              <a:off x="40000" y="80000"/>
              <a:ext cx="80000" cy="60000"/>
            </a:xfrm>
            <a:custGeom>
              <a:avLst/>
              <a:gdLst/>
              <a:ahLst/>
              <a:cxnLst/>
              <a:rect l="0" t="0" r="r" b="b"/>
              <a:pathLst>
                <a:path w="80000" h="60000">
                  <a:moveTo>
                    <a:pt x="0" y="10000"/>
                  </a:moveTo>
                  <a:cubicBezTo>
                    <a:pt x="820" y="9385"/>
                    <a:pt x="1659" y="8795"/>
                    <a:pt x="2516" y="8232"/>
                  </a:cubicBezTo>
                  <a:cubicBezTo>
                    <a:pt x="3372" y="7668"/>
                    <a:pt x="4246" y="7131"/>
                    <a:pt x="5135" y="6621"/>
                  </a:cubicBezTo>
                  <a:cubicBezTo>
                    <a:pt x="6024" y="6111"/>
                    <a:pt x="6929" y="5629"/>
                    <a:pt x="7848" y="5175"/>
                  </a:cubicBezTo>
                  <a:cubicBezTo>
                    <a:pt x="8768" y="4720"/>
                    <a:pt x="9700" y="4295"/>
                    <a:pt x="10646" y="3898"/>
                  </a:cubicBezTo>
                  <a:cubicBezTo>
                    <a:pt x="11591" y="3501"/>
                    <a:pt x="12548" y="3133"/>
                    <a:pt x="13516" y="2795"/>
                  </a:cubicBezTo>
                  <a:cubicBezTo>
                    <a:pt x="14484" y="2457"/>
                    <a:pt x="15462" y="2149"/>
                    <a:pt x="16449" y="1871"/>
                  </a:cubicBezTo>
                  <a:cubicBezTo>
                    <a:pt x="17436" y="1593"/>
                    <a:pt x="18431" y="1346"/>
                    <a:pt x="19433" y="1129"/>
                  </a:cubicBezTo>
                  <a:cubicBezTo>
                    <a:pt x="20435" y="913"/>
                    <a:pt x="21444" y="727"/>
                    <a:pt x="22457" y="572"/>
                  </a:cubicBezTo>
                  <a:cubicBezTo>
                    <a:pt x="23471" y="418"/>
                    <a:pt x="24489" y="294"/>
                    <a:pt x="25510" y="202"/>
                  </a:cubicBezTo>
                  <a:cubicBezTo>
                    <a:pt x="26531" y="110"/>
                    <a:pt x="27554" y="49"/>
                    <a:pt x="28579" y="20"/>
                  </a:cubicBezTo>
                  <a:cubicBezTo>
                    <a:pt x="29604" y="-9"/>
                    <a:pt x="30630" y="-7"/>
                    <a:pt x="31654" y="27"/>
                  </a:cubicBezTo>
                  <a:cubicBezTo>
                    <a:pt x="32679" y="61"/>
                    <a:pt x="33702" y="127"/>
                    <a:pt x="34723" y="224"/>
                  </a:cubicBezTo>
                  <a:cubicBezTo>
                    <a:pt x="35743" y="320"/>
                    <a:pt x="36761" y="449"/>
                    <a:pt x="37774" y="608"/>
                  </a:cubicBezTo>
                  <a:cubicBezTo>
                    <a:pt x="38786" y="767"/>
                    <a:pt x="39794" y="958"/>
                    <a:pt x="40795" y="1179"/>
                  </a:cubicBezTo>
                  <a:cubicBezTo>
                    <a:pt x="41796" y="1401"/>
                    <a:pt x="42790" y="1653"/>
                    <a:pt x="43776" y="1935"/>
                  </a:cubicBezTo>
                  <a:cubicBezTo>
                    <a:pt x="44761" y="2218"/>
                    <a:pt x="45738" y="2530"/>
                    <a:pt x="46704" y="2873"/>
                  </a:cubicBezTo>
                  <a:cubicBezTo>
                    <a:pt x="47670" y="3215"/>
                    <a:pt x="48626" y="3587"/>
                    <a:pt x="49569" y="3989"/>
                  </a:cubicBezTo>
                  <a:cubicBezTo>
                    <a:pt x="50513" y="4390"/>
                    <a:pt x="51444" y="4820"/>
                    <a:pt x="52361" y="5279"/>
                  </a:cubicBezTo>
                  <a:cubicBezTo>
                    <a:pt x="53278" y="5737"/>
                    <a:pt x="54180" y="6224"/>
                    <a:pt x="55067" y="6738"/>
                  </a:cubicBezTo>
                  <a:cubicBezTo>
                    <a:pt x="55954" y="7252"/>
                    <a:pt x="56826" y="7793"/>
                    <a:pt x="57679" y="8360"/>
                  </a:cubicBezTo>
                  <a:cubicBezTo>
                    <a:pt x="58533" y="8928"/>
                    <a:pt x="59369" y="9522"/>
                    <a:pt x="60187" y="10141"/>
                  </a:cubicBezTo>
                  <a:cubicBezTo>
                    <a:pt x="61004" y="10760"/>
                    <a:pt x="61802" y="11403"/>
                    <a:pt x="62580" y="12072"/>
                  </a:cubicBezTo>
                  <a:cubicBezTo>
                    <a:pt x="63357" y="12740"/>
                    <a:pt x="64114" y="13431"/>
                    <a:pt x="64849" y="14146"/>
                  </a:cubicBezTo>
                  <a:cubicBezTo>
                    <a:pt x="65585" y="14860"/>
                    <a:pt x="66298" y="15597"/>
                    <a:pt x="66987" y="16356"/>
                  </a:cubicBezTo>
                  <a:cubicBezTo>
                    <a:pt x="67677" y="17114"/>
                    <a:pt x="68344" y="17894"/>
                    <a:pt x="68986" y="18693"/>
                  </a:cubicBezTo>
                  <a:cubicBezTo>
                    <a:pt x="69628" y="19492"/>
                    <a:pt x="70245" y="20311"/>
                    <a:pt x="70836" y="21149"/>
                  </a:cubicBezTo>
                  <a:cubicBezTo>
                    <a:pt x="71428" y="21986"/>
                    <a:pt x="71994" y="22841"/>
                    <a:pt x="72533" y="23713"/>
                  </a:cubicBezTo>
                  <a:cubicBezTo>
                    <a:pt x="73072" y="24586"/>
                    <a:pt x="73584" y="25474"/>
                    <a:pt x="74068" y="26378"/>
                  </a:cubicBezTo>
                  <a:cubicBezTo>
                    <a:pt x="74552" y="27281"/>
                    <a:pt x="75009" y="28199"/>
                    <a:pt x="75437" y="29131"/>
                  </a:cubicBezTo>
                  <a:cubicBezTo>
                    <a:pt x="75865" y="30063"/>
                    <a:pt x="76264" y="31007"/>
                    <a:pt x="76634" y="31964"/>
                  </a:cubicBezTo>
                  <a:cubicBezTo>
                    <a:pt x="77003" y="32920"/>
                    <a:pt x="77344" y="33887"/>
                    <a:pt x="77654" y="34864"/>
                  </a:cubicBezTo>
                  <a:cubicBezTo>
                    <a:pt x="77964" y="35841"/>
                    <a:pt x="78245" y="36828"/>
                    <a:pt x="78494" y="37822"/>
                  </a:cubicBezTo>
                  <a:cubicBezTo>
                    <a:pt x="78744" y="38816"/>
                    <a:pt x="78963" y="39818"/>
                    <a:pt x="79151" y="40826"/>
                  </a:cubicBezTo>
                  <a:cubicBezTo>
                    <a:pt x="79339" y="41834"/>
                    <a:pt x="79496" y="42847"/>
                    <a:pt x="79622" y="43865"/>
                  </a:cubicBezTo>
                  <a:cubicBezTo>
                    <a:pt x="79748" y="44882"/>
                    <a:pt x="79842" y="45903"/>
                    <a:pt x="79905" y="46927"/>
                  </a:cubicBezTo>
                  <a:cubicBezTo>
                    <a:pt x="79968" y="47950"/>
                    <a:pt x="80000" y="48975"/>
                    <a:pt x="80000" y="50000"/>
                  </a:cubicBezTo>
                  <a:cubicBezTo>
                    <a:pt x="79180" y="50615"/>
                    <a:pt x="78341" y="51205"/>
                    <a:pt x="77484" y="51768"/>
                  </a:cubicBezTo>
                  <a:cubicBezTo>
                    <a:pt x="76628" y="52332"/>
                    <a:pt x="75754" y="52869"/>
                    <a:pt x="74865" y="53379"/>
                  </a:cubicBezTo>
                  <a:cubicBezTo>
                    <a:pt x="73976" y="53889"/>
                    <a:pt x="73071" y="54371"/>
                    <a:pt x="72152" y="54825"/>
                  </a:cubicBezTo>
                  <a:cubicBezTo>
                    <a:pt x="71232" y="55280"/>
                    <a:pt x="70300" y="55705"/>
                    <a:pt x="69354" y="56102"/>
                  </a:cubicBezTo>
                  <a:cubicBezTo>
                    <a:pt x="68409" y="56499"/>
                    <a:pt x="67452" y="56867"/>
                    <a:pt x="66484" y="57205"/>
                  </a:cubicBezTo>
                  <a:cubicBezTo>
                    <a:pt x="65516" y="57543"/>
                    <a:pt x="64538" y="57851"/>
                    <a:pt x="63551" y="58129"/>
                  </a:cubicBezTo>
                  <a:cubicBezTo>
                    <a:pt x="62564" y="58407"/>
                    <a:pt x="61569" y="58654"/>
                    <a:pt x="60567" y="58871"/>
                  </a:cubicBezTo>
                  <a:cubicBezTo>
                    <a:pt x="59565" y="59087"/>
                    <a:pt x="58556" y="59273"/>
                    <a:pt x="57543" y="59428"/>
                  </a:cubicBezTo>
                  <a:cubicBezTo>
                    <a:pt x="56529" y="59582"/>
                    <a:pt x="55511" y="59706"/>
                    <a:pt x="54490" y="59798"/>
                  </a:cubicBezTo>
                  <a:cubicBezTo>
                    <a:pt x="53469" y="59890"/>
                    <a:pt x="52446" y="59951"/>
                    <a:pt x="51421" y="59980"/>
                  </a:cubicBezTo>
                  <a:cubicBezTo>
                    <a:pt x="50396" y="60009"/>
                    <a:pt x="49370" y="60007"/>
                    <a:pt x="48346" y="59973"/>
                  </a:cubicBezTo>
                  <a:cubicBezTo>
                    <a:pt x="47321" y="59939"/>
                    <a:pt x="46298" y="59873"/>
                    <a:pt x="45277" y="59776"/>
                  </a:cubicBezTo>
                  <a:cubicBezTo>
                    <a:pt x="44257" y="59680"/>
                    <a:pt x="43239" y="59551"/>
                    <a:pt x="42226" y="59392"/>
                  </a:cubicBezTo>
                  <a:cubicBezTo>
                    <a:pt x="41214" y="59233"/>
                    <a:pt x="40206" y="59042"/>
                    <a:pt x="39205" y="58821"/>
                  </a:cubicBezTo>
                  <a:cubicBezTo>
                    <a:pt x="38204" y="58599"/>
                    <a:pt x="37210" y="58347"/>
                    <a:pt x="36224" y="58065"/>
                  </a:cubicBezTo>
                  <a:cubicBezTo>
                    <a:pt x="35239" y="57782"/>
                    <a:pt x="34262" y="57470"/>
                    <a:pt x="33296" y="57127"/>
                  </a:cubicBezTo>
                  <a:cubicBezTo>
                    <a:pt x="32330" y="56785"/>
                    <a:pt x="31374" y="56413"/>
                    <a:pt x="30431" y="56011"/>
                  </a:cubicBezTo>
                  <a:cubicBezTo>
                    <a:pt x="29487" y="55610"/>
                    <a:pt x="28556" y="55180"/>
                    <a:pt x="27639" y="54721"/>
                  </a:cubicBezTo>
                  <a:cubicBezTo>
                    <a:pt x="26722" y="54263"/>
                    <a:pt x="25820" y="53776"/>
                    <a:pt x="24933" y="53262"/>
                  </a:cubicBezTo>
                  <a:cubicBezTo>
                    <a:pt x="24046" y="52748"/>
                    <a:pt x="23174" y="52207"/>
                    <a:pt x="22321" y="51640"/>
                  </a:cubicBezTo>
                  <a:cubicBezTo>
                    <a:pt x="21467" y="51072"/>
                    <a:pt x="20631" y="50478"/>
                    <a:pt x="19813" y="49859"/>
                  </a:cubicBezTo>
                  <a:cubicBezTo>
                    <a:pt x="18996" y="49240"/>
                    <a:pt x="18198" y="48597"/>
                    <a:pt x="17420" y="47928"/>
                  </a:cubicBezTo>
                  <a:cubicBezTo>
                    <a:pt x="16643" y="47260"/>
                    <a:pt x="15886" y="46569"/>
                    <a:pt x="15151" y="45854"/>
                  </a:cubicBezTo>
                  <a:cubicBezTo>
                    <a:pt x="14415" y="45140"/>
                    <a:pt x="13702" y="44403"/>
                    <a:pt x="13013" y="43644"/>
                  </a:cubicBezTo>
                  <a:cubicBezTo>
                    <a:pt x="12323" y="42886"/>
                    <a:pt x="11656" y="42106"/>
                    <a:pt x="11014" y="41307"/>
                  </a:cubicBezTo>
                  <a:cubicBezTo>
                    <a:pt x="10372" y="40508"/>
                    <a:pt x="9755" y="39689"/>
                    <a:pt x="9164" y="38851"/>
                  </a:cubicBezTo>
                  <a:cubicBezTo>
                    <a:pt x="8572" y="38014"/>
                    <a:pt x="8006" y="37159"/>
                    <a:pt x="7467" y="36287"/>
                  </a:cubicBezTo>
                  <a:cubicBezTo>
                    <a:pt x="6928" y="35414"/>
                    <a:pt x="6416" y="34526"/>
                    <a:pt x="5932" y="33622"/>
                  </a:cubicBezTo>
                  <a:cubicBezTo>
                    <a:pt x="5448" y="32719"/>
                    <a:pt x="4991" y="31801"/>
                    <a:pt x="4563" y="30869"/>
                  </a:cubicBezTo>
                  <a:cubicBezTo>
                    <a:pt x="4135" y="29937"/>
                    <a:pt x="3736" y="28993"/>
                    <a:pt x="3366" y="28036"/>
                  </a:cubicBezTo>
                  <a:cubicBezTo>
                    <a:pt x="2997" y="27080"/>
                    <a:pt x="2656" y="26113"/>
                    <a:pt x="2346" y="25136"/>
                  </a:cubicBezTo>
                  <a:cubicBezTo>
                    <a:pt x="2036" y="24159"/>
                    <a:pt x="1755" y="23172"/>
                    <a:pt x="1506" y="22178"/>
                  </a:cubicBezTo>
                  <a:cubicBezTo>
                    <a:pt x="1256" y="21184"/>
                    <a:pt x="1037" y="20182"/>
                    <a:pt x="849" y="19174"/>
                  </a:cubicBezTo>
                  <a:cubicBezTo>
                    <a:pt x="661" y="18166"/>
                    <a:pt x="504" y="17153"/>
                    <a:pt x="378" y="16135"/>
                  </a:cubicBezTo>
                  <a:cubicBezTo>
                    <a:pt x="252" y="15118"/>
                    <a:pt x="158" y="14097"/>
                    <a:pt x="95" y="13073"/>
                  </a:cubicBezTo>
                  <a:cubicBezTo>
                    <a:pt x="32" y="12050"/>
                    <a:pt x="0" y="11025"/>
                    <a:pt x="0" y="1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6" name="probe-lucide-sprout-part-3"/>
            <p:cNvSpPr/>
            <p:nvPr/>
          </p:nvSpPr>
          <p:spPr>
            <a:xfrm>
              <a:off x="50000" y="210000"/>
              <a:ext cx="140000" cy="10"/>
            </a:xfrm>
            <a:custGeom>
              <a:avLst/>
              <a:gdLst/>
              <a:ahLst/>
              <a:cxnLst/>
              <a:rect l="0" t="0" r="r" b="b"/>
              <a:pathLst>
                <a:path w="140000" h="10">
                  <a:moveTo>
                    <a:pt x="0" y="0"/>
                  </a:move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7" name="probe-lucide-tree-deciduous" descr="tree-deciduous — Lucide Icons and Contributors; preserve the bundled full upstream license. Source: https://github.com/lucide-icons/lucide/blob/20aef31db93fe4d9f398dbb15b120d99c48eef95/icons/tree-deciduous.svg; SVG SHA256: b52cb61737d117046c8e9a6c6cbfffa4b88c90129d5f8d07c1369b62a8288714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18" name="probe-lucide-tree-deciduous-part-1"/>
            <p:cNvSpPr/>
            <p:nvPr/>
          </p:nvSpPr>
          <p:spPr>
            <a:xfrm>
              <a:off x="39910" y="30000"/>
              <a:ext cx="160031" cy="160000"/>
            </a:xfrm>
            <a:custGeom>
              <a:avLst/>
              <a:gdLst/>
              <a:ahLst/>
              <a:cxnLst/>
              <a:rect l="0" t="0" r="r" b="b"/>
              <a:pathLst>
                <a:path w="160031" h="160000">
                  <a:moveTo>
                    <a:pt x="40090" y="160000"/>
                  </a:moveTo>
                  <a:cubicBezTo>
                    <a:pt x="39260" y="160002"/>
                    <a:pt x="38430" y="159978"/>
                    <a:pt x="37601" y="159928"/>
                  </a:cubicBezTo>
                  <a:cubicBezTo>
                    <a:pt x="36773" y="159878"/>
                    <a:pt x="35946" y="159803"/>
                    <a:pt x="35122" y="159702"/>
                  </a:cubicBezTo>
                  <a:cubicBezTo>
                    <a:pt x="34298" y="159600"/>
                    <a:pt x="33478" y="159473"/>
                    <a:pt x="32662" y="159321"/>
                  </a:cubicBezTo>
                  <a:cubicBezTo>
                    <a:pt x="31846" y="159169"/>
                    <a:pt x="31035" y="158991"/>
                    <a:pt x="30230" y="158789"/>
                  </a:cubicBezTo>
                  <a:cubicBezTo>
                    <a:pt x="29425" y="158586"/>
                    <a:pt x="28627" y="158358"/>
                    <a:pt x="27836" y="158106"/>
                  </a:cubicBezTo>
                  <a:cubicBezTo>
                    <a:pt x="27045" y="157853"/>
                    <a:pt x="26262" y="157576"/>
                    <a:pt x="25489" y="157275"/>
                  </a:cubicBezTo>
                  <a:cubicBezTo>
                    <a:pt x="24715" y="156974"/>
                    <a:pt x="23952" y="156649"/>
                    <a:pt x="23198" y="156300"/>
                  </a:cubicBezTo>
                  <a:cubicBezTo>
                    <a:pt x="22445" y="155952"/>
                    <a:pt x="21703" y="155580"/>
                    <a:pt x="20973" y="155185"/>
                  </a:cubicBezTo>
                  <a:cubicBezTo>
                    <a:pt x="20243" y="154790"/>
                    <a:pt x="19525" y="154372"/>
                    <a:pt x="18821" y="153933"/>
                  </a:cubicBezTo>
                  <a:cubicBezTo>
                    <a:pt x="18117" y="153494"/>
                    <a:pt x="17426" y="153032"/>
                    <a:pt x="16751" y="152550"/>
                  </a:cubicBezTo>
                  <a:cubicBezTo>
                    <a:pt x="16076" y="152067"/>
                    <a:pt x="15415" y="151564"/>
                    <a:pt x="14771" y="151040"/>
                  </a:cubicBezTo>
                  <a:cubicBezTo>
                    <a:pt x="14127" y="150517"/>
                    <a:pt x="13499" y="149974"/>
                    <a:pt x="12889" y="149411"/>
                  </a:cubicBezTo>
                  <a:cubicBezTo>
                    <a:pt x="12279" y="148848"/>
                    <a:pt x="11686" y="148267"/>
                    <a:pt x="11112" y="147667"/>
                  </a:cubicBezTo>
                  <a:cubicBezTo>
                    <a:pt x="10538" y="147068"/>
                    <a:pt x="9983" y="146451"/>
                    <a:pt x="9447" y="145817"/>
                  </a:cubicBezTo>
                  <a:cubicBezTo>
                    <a:pt x="8911" y="145183"/>
                    <a:pt x="8395" y="144532"/>
                    <a:pt x="7900" y="143866"/>
                  </a:cubicBezTo>
                  <a:cubicBezTo>
                    <a:pt x="7405" y="143200"/>
                    <a:pt x="6930" y="142519"/>
                    <a:pt x="6478" y="141823"/>
                  </a:cubicBezTo>
                  <a:cubicBezTo>
                    <a:pt x="6025" y="141128"/>
                    <a:pt x="5594" y="140418"/>
                    <a:pt x="5185" y="139696"/>
                  </a:cubicBezTo>
                  <a:cubicBezTo>
                    <a:pt x="4776" y="138973"/>
                    <a:pt x="4390" y="138238"/>
                    <a:pt x="4027" y="137492"/>
                  </a:cubicBezTo>
                  <a:cubicBezTo>
                    <a:pt x="3664" y="136745"/>
                    <a:pt x="3325" y="135988"/>
                    <a:pt x="3009" y="135220"/>
                  </a:cubicBezTo>
                  <a:cubicBezTo>
                    <a:pt x="2693" y="134452"/>
                    <a:pt x="2401" y="133675"/>
                    <a:pt x="2134" y="132889"/>
                  </a:cubicBezTo>
                  <a:cubicBezTo>
                    <a:pt x="1866" y="132104"/>
                    <a:pt x="1623" y="131310"/>
                    <a:pt x="1405" y="130509"/>
                  </a:cubicBezTo>
                  <a:cubicBezTo>
                    <a:pt x="1187" y="129708"/>
                    <a:pt x="994" y="128900"/>
                    <a:pt x="826" y="128088"/>
                  </a:cubicBezTo>
                  <a:cubicBezTo>
                    <a:pt x="658" y="127275"/>
                    <a:pt x="516" y="126457"/>
                    <a:pt x="399" y="125635"/>
                  </a:cubicBezTo>
                  <a:cubicBezTo>
                    <a:pt x="282" y="124813"/>
                    <a:pt x="191" y="123988"/>
                    <a:pt x="125" y="123161"/>
                  </a:cubicBezTo>
                  <a:cubicBezTo>
                    <a:pt x="59" y="122333"/>
                    <a:pt x="20" y="121504"/>
                    <a:pt x="6" y="120674"/>
                  </a:cubicBezTo>
                  <a:cubicBezTo>
                    <a:pt x="-8" y="119844"/>
                    <a:pt x="4" y="119014"/>
                    <a:pt x="41" y="118185"/>
                  </a:cubicBezTo>
                  <a:cubicBezTo>
                    <a:pt x="79" y="117356"/>
                    <a:pt x="142" y="116528"/>
                    <a:pt x="232" y="115703"/>
                  </a:cubicBezTo>
                  <a:cubicBezTo>
                    <a:pt x="321" y="114877"/>
                    <a:pt x="436" y="114055"/>
                    <a:pt x="576" y="113237"/>
                  </a:cubicBezTo>
                  <a:cubicBezTo>
                    <a:pt x="716" y="112419"/>
                    <a:pt x="882" y="111605"/>
                    <a:pt x="1073" y="110798"/>
                  </a:cubicBezTo>
                  <a:cubicBezTo>
                    <a:pt x="1264" y="109990"/>
                    <a:pt x="1480" y="109188"/>
                    <a:pt x="1721" y="108394"/>
                  </a:cubicBezTo>
                  <a:cubicBezTo>
                    <a:pt x="1962" y="107600"/>
                    <a:pt x="2227" y="106813"/>
                    <a:pt x="2517" y="106035"/>
                  </a:cubicBezTo>
                  <a:cubicBezTo>
                    <a:pt x="2807" y="105257"/>
                    <a:pt x="3121" y="104489"/>
                    <a:pt x="3458" y="103730"/>
                  </a:cubicBezTo>
                  <a:cubicBezTo>
                    <a:pt x="3796" y="102972"/>
                    <a:pt x="4157" y="102225"/>
                    <a:pt x="4541" y="101489"/>
                  </a:cubicBezTo>
                  <a:cubicBezTo>
                    <a:pt x="4925" y="100753"/>
                    <a:pt x="5332" y="100029"/>
                    <a:pt x="5761" y="99319"/>
                  </a:cubicBezTo>
                  <a:cubicBezTo>
                    <a:pt x="6191" y="98608"/>
                    <a:pt x="6642" y="97911"/>
                    <a:pt x="7114" y="97229"/>
                  </a:cubicBezTo>
                  <a:cubicBezTo>
                    <a:pt x="7587" y="96547"/>
                    <a:pt x="8080" y="95879"/>
                    <a:pt x="8594" y="95227"/>
                  </a:cubicBezTo>
                  <a:cubicBezTo>
                    <a:pt x="9108" y="94576"/>
                    <a:pt x="9643" y="93940"/>
                    <a:pt x="10196" y="93322"/>
                  </a:cubicBezTo>
                  <a:cubicBezTo>
                    <a:pt x="10750" y="92703"/>
                    <a:pt x="11323" y="92102"/>
                    <a:pt x="11914" y="91519"/>
                  </a:cubicBezTo>
                  <a:cubicBezTo>
                    <a:pt x="12505" y="90937"/>
                    <a:pt x="13114" y="90372"/>
                    <a:pt x="13740" y="89827"/>
                  </a:cubicBezTo>
                  <a:cubicBezTo>
                    <a:pt x="14366" y="89282"/>
                    <a:pt x="15009" y="88757"/>
                    <a:pt x="15668" y="88252"/>
                  </a:cubicBezTo>
                  <a:cubicBezTo>
                    <a:pt x="16326" y="87747"/>
                    <a:pt x="17001" y="87263"/>
                    <a:pt x="17690" y="86800"/>
                  </a:cubicBezTo>
                  <a:cubicBezTo>
                    <a:pt x="17243" y="86241"/>
                    <a:pt x="16813" y="85669"/>
                    <a:pt x="16401" y="85085"/>
                  </a:cubicBezTo>
                  <a:cubicBezTo>
                    <a:pt x="15989" y="84500"/>
                    <a:pt x="15595" y="83902"/>
                    <a:pt x="15220" y="83293"/>
                  </a:cubicBezTo>
                  <a:cubicBezTo>
                    <a:pt x="14844" y="82684"/>
                    <a:pt x="14488" y="82064"/>
                    <a:pt x="14151" y="81433"/>
                  </a:cubicBezTo>
                  <a:cubicBezTo>
                    <a:pt x="13813" y="80802"/>
                    <a:pt x="13495" y="80161"/>
                    <a:pt x="13197" y="79511"/>
                  </a:cubicBezTo>
                  <a:cubicBezTo>
                    <a:pt x="12899" y="78860"/>
                    <a:pt x="12621" y="78201"/>
                    <a:pt x="12364" y="77534"/>
                  </a:cubicBezTo>
                  <a:cubicBezTo>
                    <a:pt x="12106" y="76866"/>
                    <a:pt x="11869" y="76191"/>
                    <a:pt x="11653" y="75509"/>
                  </a:cubicBezTo>
                  <a:cubicBezTo>
                    <a:pt x="11437" y="74827"/>
                    <a:pt x="11241" y="74139"/>
                    <a:pt x="11067" y="73445"/>
                  </a:cubicBezTo>
                  <a:cubicBezTo>
                    <a:pt x="10893" y="72751"/>
                    <a:pt x="10740" y="72052"/>
                    <a:pt x="10609" y="71349"/>
                  </a:cubicBezTo>
                  <a:cubicBezTo>
                    <a:pt x="10478" y="70646"/>
                    <a:pt x="10368" y="69939"/>
                    <a:pt x="10281" y="69229"/>
                  </a:cubicBezTo>
                  <a:cubicBezTo>
                    <a:pt x="10193" y="68519"/>
                    <a:pt x="10127" y="67806"/>
                    <a:pt x="10083" y="67092"/>
                  </a:cubicBezTo>
                  <a:cubicBezTo>
                    <a:pt x="10038" y="66378"/>
                    <a:pt x="10016" y="65663"/>
                    <a:pt x="10016" y="64948"/>
                  </a:cubicBezTo>
                  <a:cubicBezTo>
                    <a:pt x="10015" y="64232"/>
                    <a:pt x="10037" y="63517"/>
                    <a:pt x="10080" y="62803"/>
                  </a:cubicBezTo>
                  <a:cubicBezTo>
                    <a:pt x="10124" y="62089"/>
                    <a:pt x="10189" y="61376"/>
                    <a:pt x="10276" y="60666"/>
                  </a:cubicBezTo>
                  <a:cubicBezTo>
                    <a:pt x="10364" y="59956"/>
                    <a:pt x="10472" y="59249"/>
                    <a:pt x="10603" y="58546"/>
                  </a:cubicBezTo>
                  <a:cubicBezTo>
                    <a:pt x="10733" y="57842"/>
                    <a:pt x="10886" y="57143"/>
                    <a:pt x="11059" y="56449"/>
                  </a:cubicBezTo>
                  <a:cubicBezTo>
                    <a:pt x="11232" y="55755"/>
                    <a:pt x="11427" y="55066"/>
                    <a:pt x="11642" y="54384"/>
                  </a:cubicBezTo>
                  <a:cubicBezTo>
                    <a:pt x="11858" y="53702"/>
                    <a:pt x="12094" y="53027"/>
                    <a:pt x="12351" y="52359"/>
                  </a:cubicBezTo>
                  <a:cubicBezTo>
                    <a:pt x="12608" y="51691"/>
                    <a:pt x="12886" y="51032"/>
                    <a:pt x="13183" y="50381"/>
                  </a:cubicBezTo>
                  <a:cubicBezTo>
                    <a:pt x="13480" y="49731"/>
                    <a:pt x="13798" y="49089"/>
                    <a:pt x="14134" y="48458"/>
                  </a:cubicBezTo>
                  <a:cubicBezTo>
                    <a:pt x="14471" y="47827"/>
                    <a:pt x="14827" y="47206"/>
                    <a:pt x="15202" y="46597"/>
                  </a:cubicBezTo>
                  <a:cubicBezTo>
                    <a:pt x="15576" y="45987"/>
                    <a:pt x="15970" y="45390"/>
                    <a:pt x="16381" y="44804"/>
                  </a:cubicBezTo>
                  <a:cubicBezTo>
                    <a:pt x="16792" y="44219"/>
                    <a:pt x="17222" y="43646"/>
                    <a:pt x="17668" y="43087"/>
                  </a:cubicBezTo>
                  <a:cubicBezTo>
                    <a:pt x="18115" y="42529"/>
                    <a:pt x="18578" y="41983"/>
                    <a:pt x="19058" y="41453"/>
                  </a:cubicBezTo>
                  <a:cubicBezTo>
                    <a:pt x="19538" y="40922"/>
                    <a:pt x="20034" y="40407"/>
                    <a:pt x="20545" y="39906"/>
                  </a:cubicBezTo>
                  <a:cubicBezTo>
                    <a:pt x="21057" y="39406"/>
                    <a:pt x="21583" y="38922"/>
                    <a:pt x="22125" y="38454"/>
                  </a:cubicBezTo>
                  <a:cubicBezTo>
                    <a:pt x="22666" y="37986"/>
                    <a:pt x="23221" y="37535"/>
                    <a:pt x="23790" y="37101"/>
                  </a:cubicBezTo>
                  <a:cubicBezTo>
                    <a:pt x="24359" y="36667"/>
                    <a:pt x="24941" y="36251"/>
                    <a:pt x="25535" y="35853"/>
                  </a:cubicBezTo>
                  <a:cubicBezTo>
                    <a:pt x="26129" y="35455"/>
                    <a:pt x="26736" y="35075"/>
                    <a:pt x="27353" y="34714"/>
                  </a:cubicBezTo>
                  <a:cubicBezTo>
                    <a:pt x="27971" y="34353"/>
                    <a:pt x="28599" y="34011"/>
                    <a:pt x="29238" y="33688"/>
                  </a:cubicBezTo>
                  <a:cubicBezTo>
                    <a:pt x="29877" y="33366"/>
                    <a:pt x="30525" y="33063"/>
                    <a:pt x="31182" y="32780"/>
                  </a:cubicBezTo>
                  <a:cubicBezTo>
                    <a:pt x="31839" y="32497"/>
                    <a:pt x="32505" y="32235"/>
                    <a:pt x="33178" y="31993"/>
                  </a:cubicBezTo>
                  <a:cubicBezTo>
                    <a:pt x="33851" y="31751"/>
                    <a:pt x="34532" y="31530"/>
                    <a:pt x="35218" y="31329"/>
                  </a:cubicBezTo>
                  <a:cubicBezTo>
                    <a:pt x="35905" y="31129"/>
                    <a:pt x="36598" y="30950"/>
                    <a:pt x="37296" y="30792"/>
                  </a:cubicBezTo>
                  <a:cubicBezTo>
                    <a:pt x="37994" y="30634"/>
                    <a:pt x="38696" y="30498"/>
                    <a:pt x="39402" y="30383"/>
                  </a:cubicBezTo>
                  <a:cubicBezTo>
                    <a:pt x="40108" y="30269"/>
                    <a:pt x="40818" y="30176"/>
                    <a:pt x="41529" y="30104"/>
                  </a:cubicBezTo>
                  <a:cubicBezTo>
                    <a:pt x="42241" y="30033"/>
                    <a:pt x="42955" y="29984"/>
                    <a:pt x="43670" y="29956"/>
                  </a:cubicBezTo>
                  <a:cubicBezTo>
                    <a:pt x="44385" y="29929"/>
                    <a:pt x="45100" y="29923"/>
                    <a:pt x="45816" y="29939"/>
                  </a:cubicBezTo>
                  <a:cubicBezTo>
                    <a:pt x="46531" y="29956"/>
                    <a:pt x="47245" y="29994"/>
                    <a:pt x="47958" y="30054"/>
                  </a:cubicBezTo>
                  <a:cubicBezTo>
                    <a:pt x="48671" y="30114"/>
                    <a:pt x="49382" y="30196"/>
                    <a:pt x="50090" y="30300"/>
                  </a:cubicBezTo>
                  <a:lnTo>
                    <a:pt x="50090" y="30000"/>
                  </a:lnTo>
                  <a:cubicBezTo>
                    <a:pt x="50090" y="29372"/>
                    <a:pt x="50109" y="28743"/>
                    <a:pt x="50149" y="28116"/>
                  </a:cubicBezTo>
                  <a:cubicBezTo>
                    <a:pt x="50188" y="27489"/>
                    <a:pt x="50247" y="26863"/>
                    <a:pt x="50326" y="26240"/>
                  </a:cubicBezTo>
                  <a:cubicBezTo>
                    <a:pt x="50405" y="25617"/>
                    <a:pt x="50503" y="24996"/>
                    <a:pt x="50621" y="24379"/>
                  </a:cubicBezTo>
                  <a:cubicBezTo>
                    <a:pt x="50739" y="23761"/>
                    <a:pt x="50876" y="23148"/>
                    <a:pt x="51032" y="22539"/>
                  </a:cubicBezTo>
                  <a:cubicBezTo>
                    <a:pt x="51188" y="21931"/>
                    <a:pt x="51364" y="21327"/>
                    <a:pt x="51558" y="20729"/>
                  </a:cubicBezTo>
                  <a:cubicBezTo>
                    <a:pt x="51752" y="20132"/>
                    <a:pt x="51965" y="19541"/>
                    <a:pt x="52196" y="18956"/>
                  </a:cubicBezTo>
                  <a:cubicBezTo>
                    <a:pt x="52428" y="18372"/>
                    <a:pt x="52677" y="17795"/>
                    <a:pt x="52945" y="17227"/>
                  </a:cubicBezTo>
                  <a:cubicBezTo>
                    <a:pt x="53212" y="16658"/>
                    <a:pt x="53498" y="16098"/>
                    <a:pt x="53800" y="15547"/>
                  </a:cubicBezTo>
                  <a:cubicBezTo>
                    <a:pt x="54103" y="14997"/>
                    <a:pt x="54423" y="14456"/>
                    <a:pt x="54760" y="13925"/>
                  </a:cubicBezTo>
                  <a:cubicBezTo>
                    <a:pt x="55096" y="13395"/>
                    <a:pt x="55450" y="12875"/>
                    <a:pt x="55819" y="12366"/>
                  </a:cubicBezTo>
                  <a:cubicBezTo>
                    <a:pt x="56188" y="11858"/>
                    <a:pt x="56574" y="11361"/>
                    <a:pt x="56974" y="10877"/>
                  </a:cubicBezTo>
                  <a:cubicBezTo>
                    <a:pt x="57375" y="10393"/>
                    <a:pt x="57790" y="9922"/>
                    <a:pt x="58221" y="9464"/>
                  </a:cubicBezTo>
                  <a:cubicBezTo>
                    <a:pt x="58651" y="9006"/>
                    <a:pt x="59095" y="8561"/>
                    <a:pt x="59553" y="8131"/>
                  </a:cubicBezTo>
                  <a:cubicBezTo>
                    <a:pt x="60011" y="7701"/>
                    <a:pt x="60483" y="7285"/>
                    <a:pt x="60967" y="6885"/>
                  </a:cubicBezTo>
                  <a:cubicBezTo>
                    <a:pt x="61451" y="6484"/>
                    <a:pt x="61948" y="6099"/>
                    <a:pt x="62456" y="5729"/>
                  </a:cubicBezTo>
                  <a:cubicBezTo>
                    <a:pt x="62964" y="5360"/>
                    <a:pt x="63484" y="5007"/>
                    <a:pt x="64015" y="4670"/>
                  </a:cubicBezTo>
                  <a:cubicBezTo>
                    <a:pt x="64545" y="4333"/>
                    <a:pt x="65086" y="4014"/>
                    <a:pt x="65637" y="3711"/>
                  </a:cubicBezTo>
                  <a:cubicBezTo>
                    <a:pt x="66188" y="3408"/>
                    <a:pt x="66748" y="3123"/>
                    <a:pt x="67316" y="2855"/>
                  </a:cubicBezTo>
                  <a:cubicBezTo>
                    <a:pt x="67885" y="2588"/>
                    <a:pt x="68462" y="2338"/>
                    <a:pt x="69046" y="2107"/>
                  </a:cubicBezTo>
                  <a:cubicBezTo>
                    <a:pt x="69630" y="1875"/>
                    <a:pt x="70221" y="1662"/>
                    <a:pt x="70819" y="1468"/>
                  </a:cubicBezTo>
                  <a:cubicBezTo>
                    <a:pt x="71417" y="1274"/>
                    <a:pt x="72020" y="1099"/>
                    <a:pt x="72629" y="943"/>
                  </a:cubicBezTo>
                  <a:cubicBezTo>
                    <a:pt x="73238" y="786"/>
                    <a:pt x="73851" y="649"/>
                    <a:pt x="74468" y="531"/>
                  </a:cubicBezTo>
                  <a:cubicBezTo>
                    <a:pt x="75085" y="414"/>
                    <a:pt x="75706" y="315"/>
                    <a:pt x="76330" y="237"/>
                  </a:cubicBezTo>
                  <a:cubicBezTo>
                    <a:pt x="76953" y="158"/>
                    <a:pt x="77579" y="99"/>
                    <a:pt x="78206" y="59"/>
                  </a:cubicBezTo>
                  <a:cubicBezTo>
                    <a:pt x="78833" y="20"/>
                    <a:pt x="79461" y="0"/>
                    <a:pt x="80090" y="0"/>
                  </a:cubicBezTo>
                  <a:cubicBezTo>
                    <a:pt x="80718" y="0"/>
                    <a:pt x="81346" y="20"/>
                    <a:pt x="81973" y="59"/>
                  </a:cubicBezTo>
                  <a:cubicBezTo>
                    <a:pt x="82600" y="99"/>
                    <a:pt x="83226" y="158"/>
                    <a:pt x="83850" y="237"/>
                  </a:cubicBezTo>
                  <a:cubicBezTo>
                    <a:pt x="84473" y="315"/>
                    <a:pt x="85094" y="414"/>
                    <a:pt x="85711" y="531"/>
                  </a:cubicBezTo>
                  <a:cubicBezTo>
                    <a:pt x="86328" y="649"/>
                    <a:pt x="86942" y="786"/>
                    <a:pt x="87550" y="943"/>
                  </a:cubicBezTo>
                  <a:cubicBezTo>
                    <a:pt x="88159" y="1099"/>
                    <a:pt x="88763" y="1274"/>
                    <a:pt x="89360" y="1468"/>
                  </a:cubicBezTo>
                  <a:cubicBezTo>
                    <a:pt x="89958" y="1662"/>
                    <a:pt x="90549" y="1875"/>
                    <a:pt x="91133" y="2107"/>
                  </a:cubicBezTo>
                  <a:cubicBezTo>
                    <a:pt x="91718" y="2338"/>
                    <a:pt x="92294" y="2588"/>
                    <a:pt x="92863" y="2855"/>
                  </a:cubicBezTo>
                  <a:cubicBezTo>
                    <a:pt x="93432" y="3123"/>
                    <a:pt x="93992" y="3408"/>
                    <a:pt x="94542" y="3711"/>
                  </a:cubicBezTo>
                  <a:cubicBezTo>
                    <a:pt x="95093" y="4014"/>
                    <a:pt x="95634" y="4333"/>
                    <a:pt x="96164" y="4670"/>
                  </a:cubicBezTo>
                  <a:cubicBezTo>
                    <a:pt x="96695" y="5007"/>
                    <a:pt x="97215" y="5360"/>
                    <a:pt x="97723" y="5729"/>
                  </a:cubicBezTo>
                  <a:cubicBezTo>
                    <a:pt x="98232" y="6099"/>
                    <a:pt x="98728" y="6484"/>
                    <a:pt x="99212" y="6885"/>
                  </a:cubicBezTo>
                  <a:cubicBezTo>
                    <a:pt x="99697" y="7285"/>
                    <a:pt x="100168" y="7701"/>
                    <a:pt x="100626" y="8131"/>
                  </a:cubicBezTo>
                  <a:cubicBezTo>
                    <a:pt x="101084" y="8561"/>
                    <a:pt x="101529" y="9006"/>
                    <a:pt x="101959" y="9464"/>
                  </a:cubicBezTo>
                  <a:cubicBezTo>
                    <a:pt x="102389" y="9922"/>
                    <a:pt x="102804" y="10393"/>
                    <a:pt x="103205" y="10877"/>
                  </a:cubicBezTo>
                  <a:cubicBezTo>
                    <a:pt x="103606" y="11361"/>
                    <a:pt x="103991" y="11858"/>
                    <a:pt x="104360" y="12366"/>
                  </a:cubicBezTo>
                  <a:cubicBezTo>
                    <a:pt x="104729" y="12875"/>
                    <a:pt x="105083" y="13395"/>
                    <a:pt x="105419" y="13925"/>
                  </a:cubicBezTo>
                  <a:cubicBezTo>
                    <a:pt x="105756" y="14456"/>
                    <a:pt x="106076" y="14997"/>
                    <a:pt x="106379" y="15547"/>
                  </a:cubicBezTo>
                  <a:cubicBezTo>
                    <a:pt x="106682" y="16098"/>
                    <a:pt x="106967" y="16658"/>
                    <a:pt x="107234" y="17227"/>
                  </a:cubicBezTo>
                  <a:cubicBezTo>
                    <a:pt x="107502" y="17795"/>
                    <a:pt x="107752" y="18372"/>
                    <a:pt x="107983" y="18956"/>
                  </a:cubicBezTo>
                  <a:cubicBezTo>
                    <a:pt x="108214" y="19541"/>
                    <a:pt x="108427" y="20132"/>
                    <a:pt x="108621" y="20729"/>
                  </a:cubicBezTo>
                  <a:cubicBezTo>
                    <a:pt x="108815" y="21327"/>
                    <a:pt x="108991" y="21931"/>
                    <a:pt x="109147" y="22539"/>
                  </a:cubicBezTo>
                  <a:cubicBezTo>
                    <a:pt x="109303" y="23148"/>
                    <a:pt x="109440" y="23761"/>
                    <a:pt x="109558" y="24379"/>
                  </a:cubicBezTo>
                  <a:cubicBezTo>
                    <a:pt x="109676" y="24996"/>
                    <a:pt x="109774" y="25617"/>
                    <a:pt x="109853" y="26240"/>
                  </a:cubicBezTo>
                  <a:cubicBezTo>
                    <a:pt x="109932" y="26863"/>
                    <a:pt x="109991" y="27489"/>
                    <a:pt x="110030" y="28116"/>
                  </a:cubicBezTo>
                  <a:cubicBezTo>
                    <a:pt x="110070" y="28743"/>
                    <a:pt x="110090" y="29372"/>
                    <a:pt x="110090" y="30000"/>
                  </a:cubicBezTo>
                  <a:lnTo>
                    <a:pt x="110090" y="30400"/>
                  </a:lnTo>
                  <a:cubicBezTo>
                    <a:pt x="110797" y="30296"/>
                    <a:pt x="111508" y="30214"/>
                    <a:pt x="112221" y="30154"/>
                  </a:cubicBezTo>
                  <a:cubicBezTo>
                    <a:pt x="112934" y="30094"/>
                    <a:pt x="113648" y="30056"/>
                    <a:pt x="114364" y="30039"/>
                  </a:cubicBezTo>
                  <a:cubicBezTo>
                    <a:pt x="115079" y="30023"/>
                    <a:pt x="115794" y="30029"/>
                    <a:pt x="116509" y="30056"/>
                  </a:cubicBezTo>
                  <a:cubicBezTo>
                    <a:pt x="117224" y="30084"/>
                    <a:pt x="117938" y="30133"/>
                    <a:pt x="118650" y="30204"/>
                  </a:cubicBezTo>
                  <a:cubicBezTo>
                    <a:pt x="119362" y="30276"/>
                    <a:pt x="120071" y="30369"/>
                    <a:pt x="120777" y="30483"/>
                  </a:cubicBezTo>
                  <a:cubicBezTo>
                    <a:pt x="121483" y="30598"/>
                    <a:pt x="122186" y="30734"/>
                    <a:pt x="122883" y="30892"/>
                  </a:cubicBezTo>
                  <a:cubicBezTo>
                    <a:pt x="123581" y="31050"/>
                    <a:pt x="124274" y="31229"/>
                    <a:pt x="124961" y="31429"/>
                  </a:cubicBezTo>
                  <a:cubicBezTo>
                    <a:pt x="125648" y="31630"/>
                    <a:pt x="126328" y="31851"/>
                    <a:pt x="127001" y="32093"/>
                  </a:cubicBezTo>
                  <a:cubicBezTo>
                    <a:pt x="127674" y="32335"/>
                    <a:pt x="128340" y="32597"/>
                    <a:pt x="128997" y="32880"/>
                  </a:cubicBezTo>
                  <a:cubicBezTo>
                    <a:pt x="129654" y="33163"/>
                    <a:pt x="130303" y="33466"/>
                    <a:pt x="130941" y="33788"/>
                  </a:cubicBezTo>
                  <a:cubicBezTo>
                    <a:pt x="131580" y="34111"/>
                    <a:pt x="132208" y="34453"/>
                    <a:pt x="132826" y="34814"/>
                  </a:cubicBezTo>
                  <a:cubicBezTo>
                    <a:pt x="133444" y="35175"/>
                    <a:pt x="134050" y="35555"/>
                    <a:pt x="134644" y="35953"/>
                  </a:cubicBezTo>
                  <a:cubicBezTo>
                    <a:pt x="135239" y="36351"/>
                    <a:pt x="135821" y="36767"/>
                    <a:pt x="136389" y="37201"/>
                  </a:cubicBezTo>
                  <a:cubicBezTo>
                    <a:pt x="136958" y="37635"/>
                    <a:pt x="137514" y="38086"/>
                    <a:pt x="138055" y="38554"/>
                  </a:cubicBezTo>
                  <a:cubicBezTo>
                    <a:pt x="138596" y="39022"/>
                    <a:pt x="139123" y="39506"/>
                    <a:pt x="139634" y="40006"/>
                  </a:cubicBezTo>
                  <a:cubicBezTo>
                    <a:pt x="140145" y="40507"/>
                    <a:pt x="140641" y="41022"/>
                    <a:pt x="141121" y="41553"/>
                  </a:cubicBezTo>
                  <a:cubicBezTo>
                    <a:pt x="141601" y="42083"/>
                    <a:pt x="142065" y="42629"/>
                    <a:pt x="142511" y="43187"/>
                  </a:cubicBezTo>
                  <a:cubicBezTo>
                    <a:pt x="142958" y="43746"/>
                    <a:pt x="143387" y="44319"/>
                    <a:pt x="143798" y="44904"/>
                  </a:cubicBezTo>
                  <a:cubicBezTo>
                    <a:pt x="144210" y="45490"/>
                    <a:pt x="144603" y="46087"/>
                    <a:pt x="144978" y="46697"/>
                  </a:cubicBezTo>
                  <a:cubicBezTo>
                    <a:pt x="145352" y="47306"/>
                    <a:pt x="145708" y="47927"/>
                    <a:pt x="146045" y="48558"/>
                  </a:cubicBezTo>
                  <a:cubicBezTo>
                    <a:pt x="146382" y="49189"/>
                    <a:pt x="146699" y="49831"/>
                    <a:pt x="146996" y="50481"/>
                  </a:cubicBezTo>
                  <a:cubicBezTo>
                    <a:pt x="147294" y="51132"/>
                    <a:pt x="147571" y="51791"/>
                    <a:pt x="147828" y="52459"/>
                  </a:cubicBezTo>
                  <a:cubicBezTo>
                    <a:pt x="148085" y="53127"/>
                    <a:pt x="148321" y="53802"/>
                    <a:pt x="148537" y="54484"/>
                  </a:cubicBezTo>
                  <a:cubicBezTo>
                    <a:pt x="148752" y="55166"/>
                    <a:pt x="148947" y="55855"/>
                    <a:pt x="149120" y="56549"/>
                  </a:cubicBezTo>
                  <a:cubicBezTo>
                    <a:pt x="149294" y="57243"/>
                    <a:pt x="149446" y="57942"/>
                    <a:pt x="149576" y="58646"/>
                  </a:cubicBezTo>
                  <a:cubicBezTo>
                    <a:pt x="149707" y="59349"/>
                    <a:pt x="149816" y="60056"/>
                    <a:pt x="149903" y="60766"/>
                  </a:cubicBezTo>
                  <a:cubicBezTo>
                    <a:pt x="149990" y="61476"/>
                    <a:pt x="150055" y="62189"/>
                    <a:pt x="150099" y="62903"/>
                  </a:cubicBezTo>
                  <a:cubicBezTo>
                    <a:pt x="150142" y="63617"/>
                    <a:pt x="150164" y="64332"/>
                    <a:pt x="150164" y="65048"/>
                  </a:cubicBezTo>
                  <a:cubicBezTo>
                    <a:pt x="150163" y="65763"/>
                    <a:pt x="150141" y="66478"/>
                    <a:pt x="150097" y="67192"/>
                  </a:cubicBezTo>
                  <a:cubicBezTo>
                    <a:pt x="150053" y="67906"/>
                    <a:pt x="149986" y="68619"/>
                    <a:pt x="149899" y="69329"/>
                  </a:cubicBezTo>
                  <a:cubicBezTo>
                    <a:pt x="149811" y="70039"/>
                    <a:pt x="149701" y="70746"/>
                    <a:pt x="149570" y="71449"/>
                  </a:cubicBezTo>
                  <a:cubicBezTo>
                    <a:pt x="149439" y="72152"/>
                    <a:pt x="149286" y="72851"/>
                    <a:pt x="149112" y="73545"/>
                  </a:cubicBezTo>
                  <a:cubicBezTo>
                    <a:pt x="148938" y="74239"/>
                    <a:pt x="148743" y="74927"/>
                    <a:pt x="148526" y="75609"/>
                  </a:cubicBezTo>
                  <a:cubicBezTo>
                    <a:pt x="148310" y="76291"/>
                    <a:pt x="148073" y="76966"/>
                    <a:pt x="147816" y="77634"/>
                  </a:cubicBezTo>
                  <a:cubicBezTo>
                    <a:pt x="147558" y="78301"/>
                    <a:pt x="147280" y="78960"/>
                    <a:pt x="146982" y="79611"/>
                  </a:cubicBezTo>
                  <a:cubicBezTo>
                    <a:pt x="146684" y="80261"/>
                    <a:pt x="146366" y="80902"/>
                    <a:pt x="146029" y="81533"/>
                  </a:cubicBezTo>
                  <a:cubicBezTo>
                    <a:pt x="145691" y="82164"/>
                    <a:pt x="145335" y="82784"/>
                    <a:pt x="144960" y="83393"/>
                  </a:cubicBezTo>
                  <a:cubicBezTo>
                    <a:pt x="144584" y="84002"/>
                    <a:pt x="144190" y="84600"/>
                    <a:pt x="143778" y="85185"/>
                  </a:cubicBezTo>
                  <a:cubicBezTo>
                    <a:pt x="143366" y="85769"/>
                    <a:pt x="142937" y="86341"/>
                    <a:pt x="142490" y="86900"/>
                  </a:cubicBezTo>
                  <a:cubicBezTo>
                    <a:pt x="143174" y="87365"/>
                    <a:pt x="143844" y="87850"/>
                    <a:pt x="144499" y="88356"/>
                  </a:cubicBezTo>
                  <a:cubicBezTo>
                    <a:pt x="145153" y="88862"/>
                    <a:pt x="145792" y="89389"/>
                    <a:pt x="146414" y="89934"/>
                  </a:cubicBezTo>
                  <a:cubicBezTo>
                    <a:pt x="147036" y="90480"/>
                    <a:pt x="147641" y="91045"/>
                    <a:pt x="148228" y="91628"/>
                  </a:cubicBezTo>
                  <a:cubicBezTo>
                    <a:pt x="148814" y="92211"/>
                    <a:pt x="149383" y="92813"/>
                    <a:pt x="149933" y="93431"/>
                  </a:cubicBezTo>
                  <a:cubicBezTo>
                    <a:pt x="150482" y="94050"/>
                    <a:pt x="151012" y="94685"/>
                    <a:pt x="151522" y="95337"/>
                  </a:cubicBezTo>
                  <a:cubicBezTo>
                    <a:pt x="152033" y="95988"/>
                    <a:pt x="152522" y="96655"/>
                    <a:pt x="152991" y="97337"/>
                  </a:cubicBezTo>
                  <a:cubicBezTo>
                    <a:pt x="153460" y="98018"/>
                    <a:pt x="153908" y="98715"/>
                    <a:pt x="154333" y="99424"/>
                  </a:cubicBezTo>
                  <a:cubicBezTo>
                    <a:pt x="154759" y="100134"/>
                    <a:pt x="155162" y="100856"/>
                    <a:pt x="155543" y="101591"/>
                  </a:cubicBezTo>
                  <a:cubicBezTo>
                    <a:pt x="155924" y="102325"/>
                    <a:pt x="156282" y="103071"/>
                    <a:pt x="156616" y="103828"/>
                  </a:cubicBezTo>
                  <a:cubicBezTo>
                    <a:pt x="156951" y="104585"/>
                    <a:pt x="157262" y="105352"/>
                    <a:pt x="157549" y="106128"/>
                  </a:cubicBezTo>
                  <a:cubicBezTo>
                    <a:pt x="157836" y="106904"/>
                    <a:pt x="158098" y="107689"/>
                    <a:pt x="158337" y="108481"/>
                  </a:cubicBezTo>
                  <a:cubicBezTo>
                    <a:pt x="158575" y="109273"/>
                    <a:pt x="158788" y="110073"/>
                    <a:pt x="158977" y="110878"/>
                  </a:cubicBezTo>
                  <a:cubicBezTo>
                    <a:pt x="159166" y="111684"/>
                    <a:pt x="159329" y="112495"/>
                    <a:pt x="159468" y="113311"/>
                  </a:cubicBezTo>
                  <a:cubicBezTo>
                    <a:pt x="159606" y="114127"/>
                    <a:pt x="159719" y="114947"/>
                    <a:pt x="159807" y="115769"/>
                  </a:cubicBezTo>
                  <a:cubicBezTo>
                    <a:pt x="159894" y="116592"/>
                    <a:pt x="159956" y="117417"/>
                    <a:pt x="159992" y="118244"/>
                  </a:cubicBezTo>
                  <a:cubicBezTo>
                    <a:pt x="160029" y="119070"/>
                    <a:pt x="160039" y="119898"/>
                    <a:pt x="160024" y="120725"/>
                  </a:cubicBezTo>
                  <a:cubicBezTo>
                    <a:pt x="160009" y="121552"/>
                    <a:pt x="159969" y="122379"/>
                    <a:pt x="159903" y="123204"/>
                  </a:cubicBezTo>
                  <a:cubicBezTo>
                    <a:pt x="159836" y="124028"/>
                    <a:pt x="159744" y="124851"/>
                    <a:pt x="159627" y="125670"/>
                  </a:cubicBezTo>
                  <a:cubicBezTo>
                    <a:pt x="159510" y="126489"/>
                    <a:pt x="159367" y="127304"/>
                    <a:pt x="159199" y="128114"/>
                  </a:cubicBezTo>
                  <a:cubicBezTo>
                    <a:pt x="159032" y="128924"/>
                    <a:pt x="158839" y="129729"/>
                    <a:pt x="158621" y="130527"/>
                  </a:cubicBezTo>
                  <a:cubicBezTo>
                    <a:pt x="158403" y="131326"/>
                    <a:pt x="158161" y="132117"/>
                    <a:pt x="157894" y="132900"/>
                  </a:cubicBezTo>
                  <a:cubicBezTo>
                    <a:pt x="157627" y="133683"/>
                    <a:pt x="157336" y="134458"/>
                    <a:pt x="157021" y="135223"/>
                  </a:cubicBezTo>
                  <a:cubicBezTo>
                    <a:pt x="156706" y="135988"/>
                    <a:pt x="156368" y="136743"/>
                    <a:pt x="156006" y="137487"/>
                  </a:cubicBezTo>
                  <a:cubicBezTo>
                    <a:pt x="155644" y="138232"/>
                    <a:pt x="155259" y="138964"/>
                    <a:pt x="154852" y="139684"/>
                  </a:cubicBezTo>
                  <a:cubicBezTo>
                    <a:pt x="154445" y="140405"/>
                    <a:pt x="154016" y="141112"/>
                    <a:pt x="153565" y="141806"/>
                  </a:cubicBezTo>
                  <a:cubicBezTo>
                    <a:pt x="153114" y="142499"/>
                    <a:pt x="152641" y="143179"/>
                    <a:pt x="152148" y="143843"/>
                  </a:cubicBezTo>
                  <a:cubicBezTo>
                    <a:pt x="151655" y="144508"/>
                    <a:pt x="151141" y="145156"/>
                    <a:pt x="150608" y="145789"/>
                  </a:cubicBezTo>
                  <a:cubicBezTo>
                    <a:pt x="150074" y="146421"/>
                    <a:pt x="149521" y="147037"/>
                    <a:pt x="148950" y="147635"/>
                  </a:cubicBezTo>
                  <a:cubicBezTo>
                    <a:pt x="148378" y="148233"/>
                    <a:pt x="147788" y="148814"/>
                    <a:pt x="147181" y="149375"/>
                  </a:cubicBezTo>
                  <a:cubicBezTo>
                    <a:pt x="146573" y="149937"/>
                    <a:pt x="145948" y="150479"/>
                    <a:pt x="145307" y="151002"/>
                  </a:cubicBezTo>
                  <a:cubicBezTo>
                    <a:pt x="144666" y="151525"/>
                    <a:pt x="144008" y="152028"/>
                    <a:pt x="143336" y="152510"/>
                  </a:cubicBezTo>
                  <a:cubicBezTo>
                    <a:pt x="142663" y="152992"/>
                    <a:pt x="141976" y="153453"/>
                    <a:pt x="141275" y="153892"/>
                  </a:cubicBezTo>
                  <a:cubicBezTo>
                    <a:pt x="140574" y="154332"/>
                    <a:pt x="139859" y="154749"/>
                    <a:pt x="139133" y="155145"/>
                  </a:cubicBezTo>
                  <a:cubicBezTo>
                    <a:pt x="138406" y="155540"/>
                    <a:pt x="137667" y="155912"/>
                    <a:pt x="136917" y="156261"/>
                  </a:cubicBezTo>
                  <a:cubicBezTo>
                    <a:pt x="136166" y="156611"/>
                    <a:pt x="135406" y="156937"/>
                    <a:pt x="134636" y="157239"/>
                  </a:cubicBezTo>
                  <a:cubicBezTo>
                    <a:pt x="133865" y="157541"/>
                    <a:pt x="133086" y="157819"/>
                    <a:pt x="132298" y="158073"/>
                  </a:cubicBezTo>
                  <a:cubicBezTo>
                    <a:pt x="131511" y="158326"/>
                    <a:pt x="130716" y="158556"/>
                    <a:pt x="129914" y="158760"/>
                  </a:cubicBezTo>
                  <a:cubicBezTo>
                    <a:pt x="129112" y="158964"/>
                    <a:pt x="128304" y="159144"/>
                    <a:pt x="127491" y="159298"/>
                  </a:cubicBezTo>
                  <a:cubicBezTo>
                    <a:pt x="126679" y="159452"/>
                    <a:pt x="125861" y="159582"/>
                    <a:pt x="125040" y="159685"/>
                  </a:cubicBezTo>
                  <a:cubicBezTo>
                    <a:pt x="124219" y="159789"/>
                    <a:pt x="123396" y="159867"/>
                    <a:pt x="122570" y="159919"/>
                  </a:cubicBezTo>
                  <a:cubicBezTo>
                    <a:pt x="121744" y="159972"/>
                    <a:pt x="120917" y="159999"/>
                    <a:pt x="120090" y="16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9" name="probe-lucide-tree-deciduous-part-2"/>
            <p:cNvSpPr/>
            <p:nvPr/>
          </p:nvSpPr>
          <p:spPr>
            <a:xfrm>
              <a:off x="120000" y="19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20" name="probe-lucide-tree-pine" descr="tree-pine — Lucide Icons and Contributors; preserve the bundled full upstream license. Source: https://github.com/lucide-icons/lucide/blob/20aef31db93fe4d9f398dbb15b120d99c48eef95/icons/tree-pine.svg; SVG SHA256: dc753fcbe03ca676163795fa5d62243fe0d66b44b6cab44350ae2eb144c38478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21" name="probe-lucide-tree-pine-part-1"/>
            <p:cNvSpPr/>
            <p:nvPr/>
          </p:nvSpPr>
          <p:spPr>
            <a:xfrm>
              <a:off x="37140" y="30000"/>
              <a:ext cx="165719" cy="160000"/>
            </a:xfrm>
            <a:custGeom>
              <a:avLst/>
              <a:gdLst/>
              <a:ahLst/>
              <a:cxnLst/>
              <a:rect l="0" t="0" r="r" b="b"/>
              <a:pathLst>
                <a:path w="165719" h="160000">
                  <a:moveTo>
                    <a:pt x="132860" y="110000"/>
                  </a:moveTo>
                  <a:lnTo>
                    <a:pt x="162860" y="143000"/>
                  </a:lnTo>
                  <a:cubicBezTo>
                    <a:pt x="163003" y="143146"/>
                    <a:pt x="163142" y="143297"/>
                    <a:pt x="163276" y="143451"/>
                  </a:cubicBezTo>
                  <a:cubicBezTo>
                    <a:pt x="163410" y="143606"/>
                    <a:pt x="163539" y="143764"/>
                    <a:pt x="163663" y="143927"/>
                  </a:cubicBezTo>
                  <a:cubicBezTo>
                    <a:pt x="163787" y="144090"/>
                    <a:pt x="163907" y="144256"/>
                    <a:pt x="164021" y="144426"/>
                  </a:cubicBezTo>
                  <a:cubicBezTo>
                    <a:pt x="164135" y="144596"/>
                    <a:pt x="164244" y="144769"/>
                    <a:pt x="164347" y="144945"/>
                  </a:cubicBezTo>
                  <a:cubicBezTo>
                    <a:pt x="164450" y="145122"/>
                    <a:pt x="164548" y="145302"/>
                    <a:pt x="164641" y="145484"/>
                  </a:cubicBezTo>
                  <a:cubicBezTo>
                    <a:pt x="164733" y="145667"/>
                    <a:pt x="164820" y="145852"/>
                    <a:pt x="164901" y="146040"/>
                  </a:cubicBezTo>
                  <a:cubicBezTo>
                    <a:pt x="164982" y="146228"/>
                    <a:pt x="165057" y="146418"/>
                    <a:pt x="165127" y="146611"/>
                  </a:cubicBezTo>
                  <a:cubicBezTo>
                    <a:pt x="165196" y="146803"/>
                    <a:pt x="165260" y="146998"/>
                    <a:pt x="165317" y="147194"/>
                  </a:cubicBezTo>
                  <a:cubicBezTo>
                    <a:pt x="165374" y="147390"/>
                    <a:pt x="165426" y="147588"/>
                    <a:pt x="165471" y="147788"/>
                  </a:cubicBezTo>
                  <a:cubicBezTo>
                    <a:pt x="165516" y="147987"/>
                    <a:pt x="165556" y="148188"/>
                    <a:pt x="165589" y="148390"/>
                  </a:cubicBezTo>
                  <a:cubicBezTo>
                    <a:pt x="165621" y="148592"/>
                    <a:pt x="165648" y="148795"/>
                    <a:pt x="165669" y="148999"/>
                  </a:cubicBezTo>
                  <a:cubicBezTo>
                    <a:pt x="165689" y="149202"/>
                    <a:pt x="165703" y="149406"/>
                    <a:pt x="165711" y="149611"/>
                  </a:cubicBezTo>
                  <a:cubicBezTo>
                    <a:pt x="165719" y="149815"/>
                    <a:pt x="165721" y="150020"/>
                    <a:pt x="165717" y="150224"/>
                  </a:cubicBezTo>
                  <a:cubicBezTo>
                    <a:pt x="165712" y="150429"/>
                    <a:pt x="165701" y="150633"/>
                    <a:pt x="165684" y="150837"/>
                  </a:cubicBezTo>
                  <a:cubicBezTo>
                    <a:pt x="165667" y="151041"/>
                    <a:pt x="165644" y="151244"/>
                    <a:pt x="165614" y="151447"/>
                  </a:cubicBezTo>
                  <a:cubicBezTo>
                    <a:pt x="165584" y="151649"/>
                    <a:pt x="165549" y="151851"/>
                    <a:pt x="165507" y="152051"/>
                  </a:cubicBezTo>
                  <a:cubicBezTo>
                    <a:pt x="165465" y="152251"/>
                    <a:pt x="165417" y="152450"/>
                    <a:pt x="165362" y="152648"/>
                  </a:cubicBezTo>
                  <a:cubicBezTo>
                    <a:pt x="165308" y="152845"/>
                    <a:pt x="165248" y="153041"/>
                    <a:pt x="165182" y="153234"/>
                  </a:cubicBezTo>
                  <a:cubicBezTo>
                    <a:pt x="165116" y="153428"/>
                    <a:pt x="165044" y="153619"/>
                    <a:pt x="164966" y="153808"/>
                  </a:cubicBezTo>
                  <a:cubicBezTo>
                    <a:pt x="164888" y="153998"/>
                    <a:pt x="164804" y="154184"/>
                    <a:pt x="164715" y="154368"/>
                  </a:cubicBezTo>
                  <a:cubicBezTo>
                    <a:pt x="164626" y="154553"/>
                    <a:pt x="164531" y="154734"/>
                    <a:pt x="164430" y="154912"/>
                  </a:cubicBezTo>
                  <a:cubicBezTo>
                    <a:pt x="164330" y="155090"/>
                    <a:pt x="164224" y="155265"/>
                    <a:pt x="164112" y="155437"/>
                  </a:cubicBezTo>
                  <a:cubicBezTo>
                    <a:pt x="164001" y="155609"/>
                    <a:pt x="163885" y="155777"/>
                    <a:pt x="163763" y="155942"/>
                  </a:cubicBezTo>
                  <a:cubicBezTo>
                    <a:pt x="163642" y="156106"/>
                    <a:pt x="163515" y="156267"/>
                    <a:pt x="163384" y="156424"/>
                  </a:cubicBezTo>
                  <a:cubicBezTo>
                    <a:pt x="163252" y="156581"/>
                    <a:pt x="163116" y="156733"/>
                    <a:pt x="162975" y="156882"/>
                  </a:cubicBezTo>
                  <a:cubicBezTo>
                    <a:pt x="162834" y="157030"/>
                    <a:pt x="162689" y="157175"/>
                    <a:pt x="162540" y="157314"/>
                  </a:cubicBezTo>
                  <a:cubicBezTo>
                    <a:pt x="162390" y="157454"/>
                    <a:pt x="162236" y="157589"/>
                    <a:pt x="162078" y="157719"/>
                  </a:cubicBezTo>
                  <a:cubicBezTo>
                    <a:pt x="161920" y="157849"/>
                    <a:pt x="161758" y="157974"/>
                    <a:pt x="161593" y="158094"/>
                  </a:cubicBezTo>
                  <a:cubicBezTo>
                    <a:pt x="161427" y="158214"/>
                    <a:pt x="161258" y="158329"/>
                    <a:pt x="161085" y="158439"/>
                  </a:cubicBezTo>
                  <a:cubicBezTo>
                    <a:pt x="160913" y="158549"/>
                    <a:pt x="160737" y="158653"/>
                    <a:pt x="160558" y="158752"/>
                  </a:cubicBezTo>
                  <a:cubicBezTo>
                    <a:pt x="160379" y="158851"/>
                    <a:pt x="160197" y="158945"/>
                    <a:pt x="160012" y="159033"/>
                  </a:cubicBezTo>
                  <a:cubicBezTo>
                    <a:pt x="159827" y="159121"/>
                    <a:pt x="159639" y="159203"/>
                    <a:pt x="159450" y="159279"/>
                  </a:cubicBezTo>
                  <a:cubicBezTo>
                    <a:pt x="159260" y="159355"/>
                    <a:pt x="159068" y="159426"/>
                    <a:pt x="158874" y="159490"/>
                  </a:cubicBezTo>
                  <a:cubicBezTo>
                    <a:pt x="158679" y="159555"/>
                    <a:pt x="158483" y="159614"/>
                    <a:pt x="158286" y="159666"/>
                  </a:cubicBezTo>
                  <a:cubicBezTo>
                    <a:pt x="158088" y="159719"/>
                    <a:pt x="157888" y="159765"/>
                    <a:pt x="157688" y="159805"/>
                  </a:cubicBezTo>
                  <a:cubicBezTo>
                    <a:pt x="157487" y="159846"/>
                    <a:pt x="157285" y="159880"/>
                    <a:pt x="157083" y="159908"/>
                  </a:cubicBezTo>
                  <a:cubicBezTo>
                    <a:pt x="156880" y="159935"/>
                    <a:pt x="156677" y="159957"/>
                    <a:pt x="156473" y="159973"/>
                  </a:cubicBezTo>
                  <a:cubicBezTo>
                    <a:pt x="156269" y="159988"/>
                    <a:pt x="156064" y="159997"/>
                    <a:pt x="155860" y="160000"/>
                  </a:cubicBezTo>
                  <a:lnTo>
                    <a:pt x="9860" y="160000"/>
                  </a:lnTo>
                  <a:cubicBezTo>
                    <a:pt x="9655" y="159997"/>
                    <a:pt x="9451" y="159988"/>
                    <a:pt x="9246" y="159973"/>
                  </a:cubicBezTo>
                  <a:cubicBezTo>
                    <a:pt x="9042" y="159957"/>
                    <a:pt x="8839" y="159935"/>
                    <a:pt x="8636" y="159908"/>
                  </a:cubicBezTo>
                  <a:cubicBezTo>
                    <a:pt x="8434" y="159880"/>
                    <a:pt x="8232" y="159846"/>
                    <a:pt x="8031" y="159805"/>
                  </a:cubicBezTo>
                  <a:cubicBezTo>
                    <a:pt x="7831" y="159765"/>
                    <a:pt x="7631" y="159719"/>
                    <a:pt x="7434" y="159666"/>
                  </a:cubicBezTo>
                  <a:cubicBezTo>
                    <a:pt x="7236" y="159614"/>
                    <a:pt x="7040" y="159555"/>
                    <a:pt x="6846" y="159490"/>
                  </a:cubicBezTo>
                  <a:cubicBezTo>
                    <a:pt x="6651" y="159426"/>
                    <a:pt x="6459" y="159355"/>
                    <a:pt x="6269" y="159279"/>
                  </a:cubicBezTo>
                  <a:cubicBezTo>
                    <a:pt x="6080" y="159203"/>
                    <a:pt x="5892" y="159121"/>
                    <a:pt x="5707" y="159033"/>
                  </a:cubicBezTo>
                  <a:cubicBezTo>
                    <a:pt x="5523" y="158945"/>
                    <a:pt x="5341" y="158851"/>
                    <a:pt x="5161" y="158752"/>
                  </a:cubicBezTo>
                  <a:cubicBezTo>
                    <a:pt x="4982" y="158653"/>
                    <a:pt x="4806" y="158549"/>
                    <a:pt x="4634" y="158439"/>
                  </a:cubicBezTo>
                  <a:cubicBezTo>
                    <a:pt x="4461" y="158329"/>
                    <a:pt x="4292" y="158214"/>
                    <a:pt x="4126" y="158094"/>
                  </a:cubicBezTo>
                  <a:cubicBezTo>
                    <a:pt x="3961" y="157974"/>
                    <a:pt x="3799" y="157849"/>
                    <a:pt x="3641" y="157719"/>
                  </a:cubicBezTo>
                  <a:cubicBezTo>
                    <a:pt x="3483" y="157589"/>
                    <a:pt x="3329" y="157454"/>
                    <a:pt x="3180" y="157314"/>
                  </a:cubicBezTo>
                  <a:cubicBezTo>
                    <a:pt x="3030" y="157175"/>
                    <a:pt x="2885" y="157030"/>
                    <a:pt x="2744" y="156882"/>
                  </a:cubicBezTo>
                  <a:cubicBezTo>
                    <a:pt x="2603" y="156733"/>
                    <a:pt x="2467" y="156581"/>
                    <a:pt x="2335" y="156424"/>
                  </a:cubicBezTo>
                  <a:cubicBezTo>
                    <a:pt x="2204" y="156267"/>
                    <a:pt x="2077" y="156106"/>
                    <a:pt x="1956" y="155942"/>
                  </a:cubicBezTo>
                  <a:cubicBezTo>
                    <a:pt x="1834" y="155777"/>
                    <a:pt x="1718" y="155609"/>
                    <a:pt x="1607" y="155437"/>
                  </a:cubicBezTo>
                  <a:cubicBezTo>
                    <a:pt x="1495" y="155265"/>
                    <a:pt x="1389" y="155090"/>
                    <a:pt x="1289" y="154912"/>
                  </a:cubicBezTo>
                  <a:cubicBezTo>
                    <a:pt x="1189" y="154734"/>
                    <a:pt x="1094" y="154553"/>
                    <a:pt x="1004" y="154368"/>
                  </a:cubicBezTo>
                  <a:cubicBezTo>
                    <a:pt x="915" y="154184"/>
                    <a:pt x="831" y="153998"/>
                    <a:pt x="753" y="153808"/>
                  </a:cubicBezTo>
                  <a:cubicBezTo>
                    <a:pt x="675" y="153619"/>
                    <a:pt x="603" y="153428"/>
                    <a:pt x="537" y="153234"/>
                  </a:cubicBezTo>
                  <a:cubicBezTo>
                    <a:pt x="471" y="153041"/>
                    <a:pt x="411" y="152845"/>
                    <a:pt x="357" y="152648"/>
                  </a:cubicBezTo>
                  <a:cubicBezTo>
                    <a:pt x="302" y="152450"/>
                    <a:pt x="254" y="152251"/>
                    <a:pt x="212" y="152051"/>
                  </a:cubicBezTo>
                  <a:cubicBezTo>
                    <a:pt x="170" y="151851"/>
                    <a:pt x="135" y="151649"/>
                    <a:pt x="105" y="151447"/>
                  </a:cubicBezTo>
                  <a:cubicBezTo>
                    <a:pt x="76" y="151244"/>
                    <a:pt x="52" y="151041"/>
                    <a:pt x="35" y="150837"/>
                  </a:cubicBezTo>
                  <a:cubicBezTo>
                    <a:pt x="18" y="150633"/>
                    <a:pt x="7" y="150429"/>
                    <a:pt x="2" y="150224"/>
                  </a:cubicBezTo>
                  <a:cubicBezTo>
                    <a:pt x="-2" y="150020"/>
                    <a:pt x="0" y="149815"/>
                    <a:pt x="8" y="149611"/>
                  </a:cubicBezTo>
                  <a:cubicBezTo>
                    <a:pt x="16" y="149406"/>
                    <a:pt x="30" y="149202"/>
                    <a:pt x="50" y="148999"/>
                  </a:cubicBezTo>
                  <a:cubicBezTo>
                    <a:pt x="71" y="148795"/>
                    <a:pt x="98" y="148592"/>
                    <a:pt x="131" y="148390"/>
                  </a:cubicBezTo>
                  <a:cubicBezTo>
                    <a:pt x="164" y="148188"/>
                    <a:pt x="203" y="147987"/>
                    <a:pt x="248" y="147788"/>
                  </a:cubicBezTo>
                  <a:cubicBezTo>
                    <a:pt x="293" y="147588"/>
                    <a:pt x="345" y="147390"/>
                    <a:pt x="402" y="147194"/>
                  </a:cubicBezTo>
                  <a:cubicBezTo>
                    <a:pt x="459" y="146998"/>
                    <a:pt x="523" y="146803"/>
                    <a:pt x="592" y="146611"/>
                  </a:cubicBezTo>
                  <a:cubicBezTo>
                    <a:pt x="662" y="146418"/>
                    <a:pt x="737" y="146228"/>
                    <a:pt x="818" y="146040"/>
                  </a:cubicBezTo>
                  <a:cubicBezTo>
                    <a:pt x="899" y="145852"/>
                    <a:pt x="986" y="145667"/>
                    <a:pt x="1078" y="145484"/>
                  </a:cubicBezTo>
                  <a:cubicBezTo>
                    <a:pt x="1171" y="145302"/>
                    <a:pt x="1269" y="145122"/>
                    <a:pt x="1372" y="144945"/>
                  </a:cubicBezTo>
                  <a:cubicBezTo>
                    <a:pt x="1476" y="144769"/>
                    <a:pt x="1584" y="144596"/>
                    <a:pt x="1698" y="144426"/>
                  </a:cubicBezTo>
                  <a:cubicBezTo>
                    <a:pt x="1813" y="144256"/>
                    <a:pt x="1932" y="144090"/>
                    <a:pt x="2056" y="143927"/>
                  </a:cubicBezTo>
                  <a:cubicBezTo>
                    <a:pt x="2180" y="143764"/>
                    <a:pt x="2310" y="143606"/>
                    <a:pt x="2444" y="143451"/>
                  </a:cubicBezTo>
                  <a:cubicBezTo>
                    <a:pt x="2578" y="143297"/>
                    <a:pt x="2716" y="143146"/>
                    <a:pt x="2860" y="143000"/>
                  </a:cubicBezTo>
                  <a:lnTo>
                    <a:pt x="32860" y="110000"/>
                  </a:lnTo>
                  <a:lnTo>
                    <a:pt x="29860" y="110000"/>
                  </a:lnTo>
                  <a:cubicBezTo>
                    <a:pt x="29655" y="109997"/>
                    <a:pt x="29451" y="109988"/>
                    <a:pt x="29246" y="109973"/>
                  </a:cubicBezTo>
                  <a:cubicBezTo>
                    <a:pt x="29042" y="109957"/>
                    <a:pt x="28839" y="109935"/>
                    <a:pt x="28636" y="109908"/>
                  </a:cubicBezTo>
                  <a:cubicBezTo>
                    <a:pt x="28434" y="109880"/>
                    <a:pt x="28232" y="109846"/>
                    <a:pt x="28031" y="109805"/>
                  </a:cubicBezTo>
                  <a:cubicBezTo>
                    <a:pt x="27831" y="109765"/>
                    <a:pt x="27631" y="109719"/>
                    <a:pt x="27434" y="109666"/>
                  </a:cubicBezTo>
                  <a:cubicBezTo>
                    <a:pt x="27236" y="109614"/>
                    <a:pt x="27040" y="109555"/>
                    <a:pt x="26846" y="109490"/>
                  </a:cubicBezTo>
                  <a:cubicBezTo>
                    <a:pt x="26651" y="109426"/>
                    <a:pt x="26459" y="109355"/>
                    <a:pt x="26269" y="109279"/>
                  </a:cubicBezTo>
                  <a:cubicBezTo>
                    <a:pt x="26080" y="109203"/>
                    <a:pt x="25892" y="109121"/>
                    <a:pt x="25707" y="109033"/>
                  </a:cubicBezTo>
                  <a:cubicBezTo>
                    <a:pt x="25523" y="108945"/>
                    <a:pt x="25341" y="108851"/>
                    <a:pt x="25161" y="108752"/>
                  </a:cubicBezTo>
                  <a:cubicBezTo>
                    <a:pt x="24982" y="108653"/>
                    <a:pt x="24806" y="108549"/>
                    <a:pt x="24634" y="108439"/>
                  </a:cubicBezTo>
                  <a:cubicBezTo>
                    <a:pt x="24461" y="108329"/>
                    <a:pt x="24292" y="108214"/>
                    <a:pt x="24126" y="108094"/>
                  </a:cubicBezTo>
                  <a:cubicBezTo>
                    <a:pt x="23961" y="107974"/>
                    <a:pt x="23799" y="107849"/>
                    <a:pt x="23641" y="107719"/>
                  </a:cubicBezTo>
                  <a:cubicBezTo>
                    <a:pt x="23483" y="107589"/>
                    <a:pt x="23329" y="107454"/>
                    <a:pt x="23180" y="107314"/>
                  </a:cubicBezTo>
                  <a:cubicBezTo>
                    <a:pt x="23030" y="107175"/>
                    <a:pt x="22885" y="107030"/>
                    <a:pt x="22744" y="106882"/>
                  </a:cubicBezTo>
                  <a:cubicBezTo>
                    <a:pt x="22603" y="106733"/>
                    <a:pt x="22467" y="106581"/>
                    <a:pt x="22335" y="106424"/>
                  </a:cubicBezTo>
                  <a:cubicBezTo>
                    <a:pt x="22204" y="106267"/>
                    <a:pt x="22077" y="106106"/>
                    <a:pt x="21956" y="105942"/>
                  </a:cubicBezTo>
                  <a:cubicBezTo>
                    <a:pt x="21834" y="105777"/>
                    <a:pt x="21718" y="105609"/>
                    <a:pt x="21607" y="105437"/>
                  </a:cubicBezTo>
                  <a:cubicBezTo>
                    <a:pt x="21495" y="105265"/>
                    <a:pt x="21389" y="105090"/>
                    <a:pt x="21289" y="104912"/>
                  </a:cubicBezTo>
                  <a:cubicBezTo>
                    <a:pt x="21189" y="104734"/>
                    <a:pt x="21094" y="104553"/>
                    <a:pt x="21004" y="104368"/>
                  </a:cubicBezTo>
                  <a:cubicBezTo>
                    <a:pt x="20915" y="104184"/>
                    <a:pt x="20831" y="103998"/>
                    <a:pt x="20753" y="103808"/>
                  </a:cubicBezTo>
                  <a:cubicBezTo>
                    <a:pt x="20675" y="103619"/>
                    <a:pt x="20603" y="103428"/>
                    <a:pt x="20537" y="103234"/>
                  </a:cubicBezTo>
                  <a:cubicBezTo>
                    <a:pt x="20471" y="103041"/>
                    <a:pt x="20411" y="102845"/>
                    <a:pt x="20357" y="102648"/>
                  </a:cubicBezTo>
                  <a:cubicBezTo>
                    <a:pt x="20302" y="102450"/>
                    <a:pt x="20254" y="102251"/>
                    <a:pt x="20212" y="102051"/>
                  </a:cubicBezTo>
                  <a:cubicBezTo>
                    <a:pt x="20170" y="101851"/>
                    <a:pt x="20135" y="101649"/>
                    <a:pt x="20105" y="101447"/>
                  </a:cubicBezTo>
                  <a:cubicBezTo>
                    <a:pt x="20076" y="101244"/>
                    <a:pt x="20052" y="101041"/>
                    <a:pt x="20035" y="100837"/>
                  </a:cubicBezTo>
                  <a:cubicBezTo>
                    <a:pt x="20018" y="100633"/>
                    <a:pt x="20007" y="100429"/>
                    <a:pt x="20002" y="100224"/>
                  </a:cubicBezTo>
                  <a:cubicBezTo>
                    <a:pt x="19998" y="100020"/>
                    <a:pt x="20000" y="99815"/>
                    <a:pt x="20008" y="99611"/>
                  </a:cubicBezTo>
                  <a:cubicBezTo>
                    <a:pt x="20016" y="99406"/>
                    <a:pt x="20030" y="99202"/>
                    <a:pt x="20050" y="98999"/>
                  </a:cubicBezTo>
                  <a:cubicBezTo>
                    <a:pt x="20071" y="98795"/>
                    <a:pt x="20098" y="98592"/>
                    <a:pt x="20131" y="98390"/>
                  </a:cubicBezTo>
                  <a:cubicBezTo>
                    <a:pt x="20164" y="98188"/>
                    <a:pt x="20203" y="97987"/>
                    <a:pt x="20248" y="97788"/>
                  </a:cubicBezTo>
                  <a:cubicBezTo>
                    <a:pt x="20293" y="97588"/>
                    <a:pt x="20345" y="97390"/>
                    <a:pt x="20402" y="97194"/>
                  </a:cubicBezTo>
                  <a:cubicBezTo>
                    <a:pt x="20459" y="96998"/>
                    <a:pt x="20523" y="96803"/>
                    <a:pt x="20592" y="96611"/>
                  </a:cubicBezTo>
                  <a:cubicBezTo>
                    <a:pt x="20662" y="96418"/>
                    <a:pt x="20737" y="96228"/>
                    <a:pt x="20818" y="96040"/>
                  </a:cubicBezTo>
                  <a:cubicBezTo>
                    <a:pt x="20899" y="95852"/>
                    <a:pt x="20986" y="95667"/>
                    <a:pt x="21078" y="95484"/>
                  </a:cubicBezTo>
                  <a:cubicBezTo>
                    <a:pt x="21171" y="95302"/>
                    <a:pt x="21269" y="95122"/>
                    <a:pt x="21372" y="94945"/>
                  </a:cubicBezTo>
                  <a:cubicBezTo>
                    <a:pt x="21476" y="94769"/>
                    <a:pt x="21584" y="94596"/>
                    <a:pt x="21698" y="94426"/>
                  </a:cubicBezTo>
                  <a:cubicBezTo>
                    <a:pt x="21813" y="94256"/>
                    <a:pt x="21932" y="94090"/>
                    <a:pt x="22056" y="93927"/>
                  </a:cubicBezTo>
                  <a:cubicBezTo>
                    <a:pt x="22180" y="93764"/>
                    <a:pt x="22310" y="93606"/>
                    <a:pt x="22444" y="93451"/>
                  </a:cubicBezTo>
                  <a:cubicBezTo>
                    <a:pt x="22578" y="93297"/>
                    <a:pt x="22716" y="93146"/>
                    <a:pt x="22860" y="93000"/>
                  </a:cubicBezTo>
                  <a:lnTo>
                    <a:pt x="52860" y="60000"/>
                  </a:lnTo>
                  <a:lnTo>
                    <a:pt x="50860" y="60000"/>
                  </a:lnTo>
                  <a:cubicBezTo>
                    <a:pt x="50652" y="60019"/>
                    <a:pt x="50443" y="60031"/>
                    <a:pt x="50235" y="60037"/>
                  </a:cubicBezTo>
                  <a:cubicBezTo>
                    <a:pt x="50026" y="60042"/>
                    <a:pt x="49817" y="60042"/>
                    <a:pt x="49609" y="60034"/>
                  </a:cubicBezTo>
                  <a:cubicBezTo>
                    <a:pt x="49400" y="60027"/>
                    <a:pt x="49192" y="60013"/>
                    <a:pt x="48984" y="59993"/>
                  </a:cubicBezTo>
                  <a:cubicBezTo>
                    <a:pt x="48776" y="59972"/>
                    <a:pt x="48569" y="59945"/>
                    <a:pt x="48363" y="59912"/>
                  </a:cubicBezTo>
                  <a:cubicBezTo>
                    <a:pt x="48157" y="59879"/>
                    <a:pt x="47952" y="59839"/>
                    <a:pt x="47749" y="59793"/>
                  </a:cubicBezTo>
                  <a:cubicBezTo>
                    <a:pt x="47545" y="59746"/>
                    <a:pt x="47343" y="59694"/>
                    <a:pt x="47143" y="59635"/>
                  </a:cubicBezTo>
                  <a:cubicBezTo>
                    <a:pt x="46943" y="59576"/>
                    <a:pt x="46744" y="59511"/>
                    <a:pt x="46548" y="59440"/>
                  </a:cubicBezTo>
                  <a:cubicBezTo>
                    <a:pt x="46352" y="59369"/>
                    <a:pt x="46158" y="59291"/>
                    <a:pt x="45967" y="59208"/>
                  </a:cubicBezTo>
                  <a:cubicBezTo>
                    <a:pt x="45775" y="59125"/>
                    <a:pt x="45586" y="59035"/>
                    <a:pt x="45401" y="58940"/>
                  </a:cubicBezTo>
                  <a:cubicBezTo>
                    <a:pt x="45215" y="58845"/>
                    <a:pt x="45032" y="58744"/>
                    <a:pt x="44853" y="58637"/>
                  </a:cubicBezTo>
                  <a:cubicBezTo>
                    <a:pt x="44673" y="58531"/>
                    <a:pt x="44497" y="58418"/>
                    <a:pt x="44325" y="58301"/>
                  </a:cubicBezTo>
                  <a:cubicBezTo>
                    <a:pt x="44153" y="58183"/>
                    <a:pt x="43984" y="58060"/>
                    <a:pt x="43819" y="57932"/>
                  </a:cubicBezTo>
                  <a:cubicBezTo>
                    <a:pt x="43654" y="57804"/>
                    <a:pt x="43494" y="57670"/>
                    <a:pt x="43337" y="57532"/>
                  </a:cubicBezTo>
                  <a:cubicBezTo>
                    <a:pt x="43181" y="57394"/>
                    <a:pt x="43029" y="57251"/>
                    <a:pt x="42882" y="57103"/>
                  </a:cubicBezTo>
                  <a:cubicBezTo>
                    <a:pt x="42734" y="56955"/>
                    <a:pt x="42591" y="56803"/>
                    <a:pt x="42454" y="56646"/>
                  </a:cubicBezTo>
                  <a:cubicBezTo>
                    <a:pt x="42316" y="56490"/>
                    <a:pt x="42183" y="56329"/>
                    <a:pt x="42055" y="56164"/>
                  </a:cubicBezTo>
                  <a:cubicBezTo>
                    <a:pt x="41927" y="55999"/>
                    <a:pt x="41805" y="55830"/>
                    <a:pt x="41687" y="55657"/>
                  </a:cubicBezTo>
                  <a:cubicBezTo>
                    <a:pt x="41570" y="55484"/>
                    <a:pt x="41458" y="55308"/>
                    <a:pt x="41352" y="55128"/>
                  </a:cubicBezTo>
                  <a:cubicBezTo>
                    <a:pt x="41246" y="54948"/>
                    <a:pt x="41145" y="54766"/>
                    <a:pt x="41051" y="54580"/>
                  </a:cubicBezTo>
                  <a:cubicBezTo>
                    <a:pt x="40956" y="54394"/>
                    <a:pt x="40867" y="54205"/>
                    <a:pt x="40784" y="54013"/>
                  </a:cubicBezTo>
                  <a:cubicBezTo>
                    <a:pt x="40701" y="53822"/>
                    <a:pt x="40624" y="53627"/>
                    <a:pt x="40553" y="53431"/>
                  </a:cubicBezTo>
                  <a:cubicBezTo>
                    <a:pt x="40483" y="53235"/>
                    <a:pt x="40418" y="53036"/>
                    <a:pt x="40360" y="52836"/>
                  </a:cubicBezTo>
                  <a:cubicBezTo>
                    <a:pt x="40301" y="52635"/>
                    <a:pt x="40249" y="52433"/>
                    <a:pt x="40204" y="52230"/>
                  </a:cubicBezTo>
                  <a:cubicBezTo>
                    <a:pt x="40158" y="52026"/>
                    <a:pt x="40119" y="51821"/>
                    <a:pt x="40086" y="51615"/>
                  </a:cubicBezTo>
                  <a:cubicBezTo>
                    <a:pt x="40053" y="51409"/>
                    <a:pt x="40027" y="51202"/>
                    <a:pt x="40007" y="50994"/>
                  </a:cubicBezTo>
                  <a:cubicBezTo>
                    <a:pt x="39987" y="50786"/>
                    <a:pt x="39973" y="50578"/>
                    <a:pt x="39967" y="50369"/>
                  </a:cubicBezTo>
                  <a:cubicBezTo>
                    <a:pt x="39960" y="50160"/>
                    <a:pt x="39959" y="49952"/>
                    <a:pt x="39966" y="49743"/>
                  </a:cubicBezTo>
                  <a:cubicBezTo>
                    <a:pt x="39972" y="49534"/>
                    <a:pt x="39984" y="49326"/>
                    <a:pt x="40004" y="49118"/>
                  </a:cubicBezTo>
                  <a:cubicBezTo>
                    <a:pt x="40023" y="48910"/>
                    <a:pt x="40049" y="48703"/>
                    <a:pt x="40081" y="48497"/>
                  </a:cubicBezTo>
                  <a:cubicBezTo>
                    <a:pt x="40113" y="48291"/>
                    <a:pt x="40152" y="48086"/>
                    <a:pt x="40197" y="47882"/>
                  </a:cubicBezTo>
                  <a:cubicBezTo>
                    <a:pt x="40242" y="47678"/>
                    <a:pt x="40293" y="47476"/>
                    <a:pt x="40351" y="47275"/>
                  </a:cubicBezTo>
                  <a:cubicBezTo>
                    <a:pt x="40409" y="47075"/>
                    <a:pt x="40473" y="46876"/>
                    <a:pt x="40543" y="46679"/>
                  </a:cubicBezTo>
                  <a:cubicBezTo>
                    <a:pt x="40613" y="46483"/>
                    <a:pt x="40689" y="46288"/>
                    <a:pt x="40772" y="46096"/>
                  </a:cubicBezTo>
                  <a:cubicBezTo>
                    <a:pt x="40854" y="45905"/>
                    <a:pt x="40942" y="45716"/>
                    <a:pt x="41036" y="45529"/>
                  </a:cubicBezTo>
                  <a:cubicBezTo>
                    <a:pt x="41131" y="45343"/>
                    <a:pt x="41231" y="45160"/>
                    <a:pt x="41336" y="44980"/>
                  </a:cubicBezTo>
                  <a:cubicBezTo>
                    <a:pt x="41442" y="44800"/>
                    <a:pt x="41553" y="44623"/>
                    <a:pt x="41670" y="44450"/>
                  </a:cubicBezTo>
                  <a:cubicBezTo>
                    <a:pt x="41786" y="44277"/>
                    <a:pt x="41909" y="44107"/>
                    <a:pt x="42036" y="43942"/>
                  </a:cubicBezTo>
                  <a:cubicBezTo>
                    <a:pt x="42163" y="43777"/>
                    <a:pt x="42296" y="43615"/>
                    <a:pt x="42433" y="43458"/>
                  </a:cubicBezTo>
                  <a:cubicBezTo>
                    <a:pt x="42570" y="43301"/>
                    <a:pt x="42713" y="43148"/>
                    <a:pt x="42860" y="43000"/>
                  </a:cubicBezTo>
                  <a:lnTo>
                    <a:pt x="82860" y="0"/>
                  </a:lnTo>
                  <a:lnTo>
                    <a:pt x="122860" y="43000"/>
                  </a:lnTo>
                  <a:cubicBezTo>
                    <a:pt x="123006" y="43148"/>
                    <a:pt x="123149" y="43301"/>
                    <a:pt x="123286" y="43458"/>
                  </a:cubicBezTo>
                  <a:cubicBezTo>
                    <a:pt x="123424" y="43615"/>
                    <a:pt x="123556" y="43777"/>
                    <a:pt x="123683" y="43942"/>
                  </a:cubicBezTo>
                  <a:cubicBezTo>
                    <a:pt x="123811" y="44107"/>
                    <a:pt x="123933" y="44277"/>
                    <a:pt x="124049" y="44450"/>
                  </a:cubicBezTo>
                  <a:cubicBezTo>
                    <a:pt x="124166" y="44623"/>
                    <a:pt x="124277" y="44800"/>
                    <a:pt x="124383" y="44980"/>
                  </a:cubicBezTo>
                  <a:cubicBezTo>
                    <a:pt x="124488" y="45160"/>
                    <a:pt x="124588" y="45343"/>
                    <a:pt x="124683" y="45529"/>
                  </a:cubicBezTo>
                  <a:cubicBezTo>
                    <a:pt x="124777" y="45716"/>
                    <a:pt x="124865" y="45905"/>
                    <a:pt x="124947" y="46096"/>
                  </a:cubicBezTo>
                  <a:cubicBezTo>
                    <a:pt x="125030" y="46288"/>
                    <a:pt x="125106" y="46483"/>
                    <a:pt x="125176" y="46679"/>
                  </a:cubicBezTo>
                  <a:cubicBezTo>
                    <a:pt x="125246" y="46876"/>
                    <a:pt x="125310" y="47075"/>
                    <a:pt x="125368" y="47275"/>
                  </a:cubicBezTo>
                  <a:cubicBezTo>
                    <a:pt x="125426" y="47476"/>
                    <a:pt x="125477" y="47678"/>
                    <a:pt x="125522" y="47882"/>
                  </a:cubicBezTo>
                  <a:cubicBezTo>
                    <a:pt x="125567" y="48086"/>
                    <a:pt x="125606" y="48291"/>
                    <a:pt x="125638" y="48497"/>
                  </a:cubicBezTo>
                  <a:cubicBezTo>
                    <a:pt x="125670" y="48703"/>
                    <a:pt x="125696" y="48910"/>
                    <a:pt x="125715" y="49118"/>
                  </a:cubicBezTo>
                  <a:cubicBezTo>
                    <a:pt x="125735" y="49326"/>
                    <a:pt x="125747" y="49534"/>
                    <a:pt x="125754" y="49743"/>
                  </a:cubicBezTo>
                  <a:cubicBezTo>
                    <a:pt x="125760" y="49952"/>
                    <a:pt x="125759" y="50160"/>
                    <a:pt x="125753" y="50369"/>
                  </a:cubicBezTo>
                  <a:cubicBezTo>
                    <a:pt x="125746" y="50578"/>
                    <a:pt x="125732" y="50786"/>
                    <a:pt x="125712" y="50994"/>
                  </a:cubicBezTo>
                  <a:cubicBezTo>
                    <a:pt x="125693" y="51202"/>
                    <a:pt x="125666" y="51409"/>
                    <a:pt x="125633" y="51615"/>
                  </a:cubicBezTo>
                  <a:cubicBezTo>
                    <a:pt x="125600" y="51821"/>
                    <a:pt x="125561" y="52026"/>
                    <a:pt x="125515" y="52230"/>
                  </a:cubicBezTo>
                  <a:cubicBezTo>
                    <a:pt x="125470" y="52433"/>
                    <a:pt x="125418" y="52635"/>
                    <a:pt x="125359" y="52836"/>
                  </a:cubicBezTo>
                  <a:cubicBezTo>
                    <a:pt x="125301" y="53036"/>
                    <a:pt x="125236" y="53235"/>
                    <a:pt x="125166" y="53431"/>
                  </a:cubicBezTo>
                  <a:cubicBezTo>
                    <a:pt x="125095" y="53627"/>
                    <a:pt x="125018" y="53822"/>
                    <a:pt x="124935" y="54013"/>
                  </a:cubicBezTo>
                  <a:cubicBezTo>
                    <a:pt x="124852" y="54205"/>
                    <a:pt x="124763" y="54394"/>
                    <a:pt x="124668" y="54580"/>
                  </a:cubicBezTo>
                  <a:cubicBezTo>
                    <a:pt x="124574" y="54766"/>
                    <a:pt x="124473" y="54948"/>
                    <a:pt x="124367" y="55128"/>
                  </a:cubicBezTo>
                  <a:cubicBezTo>
                    <a:pt x="124261" y="55308"/>
                    <a:pt x="124149" y="55484"/>
                    <a:pt x="124032" y="55657"/>
                  </a:cubicBezTo>
                  <a:cubicBezTo>
                    <a:pt x="123915" y="55830"/>
                    <a:pt x="123792" y="55999"/>
                    <a:pt x="123664" y="56164"/>
                  </a:cubicBezTo>
                  <a:cubicBezTo>
                    <a:pt x="123536" y="56329"/>
                    <a:pt x="123403" y="56490"/>
                    <a:pt x="123266" y="56646"/>
                  </a:cubicBezTo>
                  <a:cubicBezTo>
                    <a:pt x="123128" y="56803"/>
                    <a:pt x="122985" y="56955"/>
                    <a:pt x="122837" y="57103"/>
                  </a:cubicBezTo>
                  <a:cubicBezTo>
                    <a:pt x="122690" y="57251"/>
                    <a:pt x="122538" y="57394"/>
                    <a:pt x="122382" y="57532"/>
                  </a:cubicBezTo>
                  <a:cubicBezTo>
                    <a:pt x="122225" y="57670"/>
                    <a:pt x="122065" y="57804"/>
                    <a:pt x="121900" y="57932"/>
                  </a:cubicBezTo>
                  <a:cubicBezTo>
                    <a:pt x="121735" y="58060"/>
                    <a:pt x="121567" y="58183"/>
                    <a:pt x="121394" y="58301"/>
                  </a:cubicBezTo>
                  <a:cubicBezTo>
                    <a:pt x="121222" y="58418"/>
                    <a:pt x="121046" y="58531"/>
                    <a:pt x="120866" y="58637"/>
                  </a:cubicBezTo>
                  <a:cubicBezTo>
                    <a:pt x="120687" y="58744"/>
                    <a:pt x="120504" y="58845"/>
                    <a:pt x="120318" y="58940"/>
                  </a:cubicBezTo>
                  <a:cubicBezTo>
                    <a:pt x="120133" y="59035"/>
                    <a:pt x="119944" y="59125"/>
                    <a:pt x="119753" y="59208"/>
                  </a:cubicBezTo>
                  <a:cubicBezTo>
                    <a:pt x="119561" y="59291"/>
                    <a:pt x="119367" y="59369"/>
                    <a:pt x="119171" y="59440"/>
                  </a:cubicBezTo>
                  <a:cubicBezTo>
                    <a:pt x="118975" y="59511"/>
                    <a:pt x="118777" y="59576"/>
                    <a:pt x="118576" y="59635"/>
                  </a:cubicBezTo>
                  <a:cubicBezTo>
                    <a:pt x="118376" y="59694"/>
                    <a:pt x="118174" y="59746"/>
                    <a:pt x="117970" y="59793"/>
                  </a:cubicBezTo>
                  <a:cubicBezTo>
                    <a:pt x="117767" y="59839"/>
                    <a:pt x="117562" y="59879"/>
                    <a:pt x="117356" y="59912"/>
                  </a:cubicBezTo>
                  <a:cubicBezTo>
                    <a:pt x="117150" y="59945"/>
                    <a:pt x="116943" y="59972"/>
                    <a:pt x="116735" y="59993"/>
                  </a:cubicBezTo>
                  <a:cubicBezTo>
                    <a:pt x="116527" y="60013"/>
                    <a:pt x="116319" y="60027"/>
                    <a:pt x="116110" y="60034"/>
                  </a:cubicBezTo>
                  <a:cubicBezTo>
                    <a:pt x="115902" y="60042"/>
                    <a:pt x="115693" y="60042"/>
                    <a:pt x="115484" y="60037"/>
                  </a:cubicBezTo>
                  <a:cubicBezTo>
                    <a:pt x="115276" y="60031"/>
                    <a:pt x="115067" y="60019"/>
                    <a:pt x="114860" y="60000"/>
                  </a:cubicBezTo>
                  <a:lnTo>
                    <a:pt x="112860" y="60000"/>
                  </a:lnTo>
                  <a:lnTo>
                    <a:pt x="142860" y="93000"/>
                  </a:lnTo>
                  <a:cubicBezTo>
                    <a:pt x="143003" y="93146"/>
                    <a:pt x="143142" y="93297"/>
                    <a:pt x="143276" y="93451"/>
                  </a:cubicBezTo>
                  <a:cubicBezTo>
                    <a:pt x="143410" y="93606"/>
                    <a:pt x="143539" y="93764"/>
                    <a:pt x="143663" y="93927"/>
                  </a:cubicBezTo>
                  <a:cubicBezTo>
                    <a:pt x="143787" y="94090"/>
                    <a:pt x="143907" y="94256"/>
                    <a:pt x="144021" y="94426"/>
                  </a:cubicBezTo>
                  <a:cubicBezTo>
                    <a:pt x="144135" y="94596"/>
                    <a:pt x="144244" y="94769"/>
                    <a:pt x="144347" y="94945"/>
                  </a:cubicBezTo>
                  <a:cubicBezTo>
                    <a:pt x="144450" y="95122"/>
                    <a:pt x="144548" y="95302"/>
                    <a:pt x="144641" y="95484"/>
                  </a:cubicBezTo>
                  <a:cubicBezTo>
                    <a:pt x="144733" y="95667"/>
                    <a:pt x="144820" y="95852"/>
                    <a:pt x="144901" y="96040"/>
                  </a:cubicBezTo>
                  <a:cubicBezTo>
                    <a:pt x="144982" y="96228"/>
                    <a:pt x="145057" y="96418"/>
                    <a:pt x="145127" y="96611"/>
                  </a:cubicBezTo>
                  <a:cubicBezTo>
                    <a:pt x="145196" y="96803"/>
                    <a:pt x="145260" y="96998"/>
                    <a:pt x="145317" y="97194"/>
                  </a:cubicBezTo>
                  <a:cubicBezTo>
                    <a:pt x="145374" y="97390"/>
                    <a:pt x="145426" y="97588"/>
                    <a:pt x="145471" y="97788"/>
                  </a:cubicBezTo>
                  <a:cubicBezTo>
                    <a:pt x="145516" y="97987"/>
                    <a:pt x="145556" y="98188"/>
                    <a:pt x="145589" y="98390"/>
                  </a:cubicBezTo>
                  <a:cubicBezTo>
                    <a:pt x="145621" y="98592"/>
                    <a:pt x="145648" y="98795"/>
                    <a:pt x="145669" y="98999"/>
                  </a:cubicBezTo>
                  <a:cubicBezTo>
                    <a:pt x="145689" y="99202"/>
                    <a:pt x="145703" y="99406"/>
                    <a:pt x="145711" y="99611"/>
                  </a:cubicBezTo>
                  <a:cubicBezTo>
                    <a:pt x="145719" y="99815"/>
                    <a:pt x="145721" y="100020"/>
                    <a:pt x="145717" y="100224"/>
                  </a:cubicBezTo>
                  <a:cubicBezTo>
                    <a:pt x="145712" y="100429"/>
                    <a:pt x="145701" y="100633"/>
                    <a:pt x="145684" y="100837"/>
                  </a:cubicBezTo>
                  <a:cubicBezTo>
                    <a:pt x="145667" y="101041"/>
                    <a:pt x="145644" y="101244"/>
                    <a:pt x="145614" y="101447"/>
                  </a:cubicBezTo>
                  <a:cubicBezTo>
                    <a:pt x="145584" y="101649"/>
                    <a:pt x="145549" y="101851"/>
                    <a:pt x="145507" y="102051"/>
                  </a:cubicBezTo>
                  <a:cubicBezTo>
                    <a:pt x="145465" y="102251"/>
                    <a:pt x="145417" y="102450"/>
                    <a:pt x="145362" y="102648"/>
                  </a:cubicBezTo>
                  <a:cubicBezTo>
                    <a:pt x="145308" y="102845"/>
                    <a:pt x="145248" y="103041"/>
                    <a:pt x="145182" y="103234"/>
                  </a:cubicBezTo>
                  <a:cubicBezTo>
                    <a:pt x="145116" y="103428"/>
                    <a:pt x="145044" y="103619"/>
                    <a:pt x="144966" y="103808"/>
                  </a:cubicBezTo>
                  <a:cubicBezTo>
                    <a:pt x="144888" y="103998"/>
                    <a:pt x="144804" y="104184"/>
                    <a:pt x="144715" y="104368"/>
                  </a:cubicBezTo>
                  <a:cubicBezTo>
                    <a:pt x="144626" y="104553"/>
                    <a:pt x="144531" y="104734"/>
                    <a:pt x="144430" y="104912"/>
                  </a:cubicBezTo>
                  <a:cubicBezTo>
                    <a:pt x="144330" y="105090"/>
                    <a:pt x="144224" y="105265"/>
                    <a:pt x="144112" y="105437"/>
                  </a:cubicBezTo>
                  <a:cubicBezTo>
                    <a:pt x="144001" y="105609"/>
                    <a:pt x="143885" y="105777"/>
                    <a:pt x="143763" y="105942"/>
                  </a:cubicBezTo>
                  <a:cubicBezTo>
                    <a:pt x="143642" y="106106"/>
                    <a:pt x="143515" y="106267"/>
                    <a:pt x="143384" y="106424"/>
                  </a:cubicBezTo>
                  <a:cubicBezTo>
                    <a:pt x="143252" y="106581"/>
                    <a:pt x="143116" y="106733"/>
                    <a:pt x="142975" y="106882"/>
                  </a:cubicBezTo>
                  <a:cubicBezTo>
                    <a:pt x="142834" y="107030"/>
                    <a:pt x="142689" y="107175"/>
                    <a:pt x="142540" y="107314"/>
                  </a:cubicBezTo>
                  <a:cubicBezTo>
                    <a:pt x="142390" y="107454"/>
                    <a:pt x="142236" y="107589"/>
                    <a:pt x="142078" y="107719"/>
                  </a:cubicBezTo>
                  <a:cubicBezTo>
                    <a:pt x="141920" y="107849"/>
                    <a:pt x="141758" y="107974"/>
                    <a:pt x="141593" y="108094"/>
                  </a:cubicBezTo>
                  <a:cubicBezTo>
                    <a:pt x="141427" y="108214"/>
                    <a:pt x="141258" y="108329"/>
                    <a:pt x="141085" y="108439"/>
                  </a:cubicBezTo>
                  <a:cubicBezTo>
                    <a:pt x="140913" y="108549"/>
                    <a:pt x="140737" y="108653"/>
                    <a:pt x="140558" y="108752"/>
                  </a:cubicBezTo>
                  <a:cubicBezTo>
                    <a:pt x="140379" y="108851"/>
                    <a:pt x="140197" y="108945"/>
                    <a:pt x="140012" y="109033"/>
                  </a:cubicBezTo>
                  <a:cubicBezTo>
                    <a:pt x="139827" y="109121"/>
                    <a:pt x="139639" y="109203"/>
                    <a:pt x="139450" y="109279"/>
                  </a:cubicBezTo>
                  <a:cubicBezTo>
                    <a:pt x="139260" y="109355"/>
                    <a:pt x="139068" y="109426"/>
                    <a:pt x="138874" y="109490"/>
                  </a:cubicBezTo>
                  <a:cubicBezTo>
                    <a:pt x="138679" y="109555"/>
                    <a:pt x="138483" y="109614"/>
                    <a:pt x="138286" y="109666"/>
                  </a:cubicBezTo>
                  <a:cubicBezTo>
                    <a:pt x="138088" y="109719"/>
                    <a:pt x="137888" y="109765"/>
                    <a:pt x="137688" y="109805"/>
                  </a:cubicBezTo>
                  <a:cubicBezTo>
                    <a:pt x="137487" y="109846"/>
                    <a:pt x="137285" y="109880"/>
                    <a:pt x="137083" y="109908"/>
                  </a:cubicBezTo>
                  <a:cubicBezTo>
                    <a:pt x="136880" y="109935"/>
                    <a:pt x="136677" y="109957"/>
                    <a:pt x="136473" y="109973"/>
                  </a:cubicBezTo>
                  <a:cubicBezTo>
                    <a:pt x="136269" y="109988"/>
                    <a:pt x="136064" y="109997"/>
                    <a:pt x="135860" y="110000"/>
                  </a:cubicBezTo>
                  <a:lnTo>
                    <a:pt x="132860" y="11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2" name="probe-lucide-tree-pine-part-2"/>
            <p:cNvSpPr/>
            <p:nvPr/>
          </p:nvSpPr>
          <p:spPr>
            <a:xfrm>
              <a:off x="120000" y="19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lucide/turtle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noto/emoji_u1f422</a:t>
            </a:r>
          </a:p>
        </p:txBody>
      </p:sp>
      <p:grpSp>
        <p:nvGrpSpPr>
          <p:cNvPr id="23" name="probe-lucide-trees" descr="trees — Lucide Icons and Contributors; preserve the bundled full upstream license. Source: https://github.com/lucide-icons/lucide/blob/20aef31db93fe4d9f398dbb15b120d99c48eef95/icons/trees.svg; SVG SHA256: 5bd0ff178d40b8c81dd38180dae0683aa9bc89c71b204167e06d2a3a0d506563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24" name="probe-lucide-trees-part-1"/>
            <p:cNvSpPr/>
            <p:nvPr/>
          </p:nvSpPr>
          <p:spPr>
            <a:xfrm>
              <a:off x="20746" y="70000"/>
              <a:ext cx="98486" cy="90001"/>
            </a:xfrm>
            <a:custGeom>
              <a:avLst/>
              <a:gdLst/>
              <a:ahLst/>
              <a:cxnLst/>
              <a:rect l="0" t="0" r="r" b="b"/>
              <a:pathLst>
                <a:path w="98486" h="90001">
                  <a:moveTo>
                    <a:pt x="79254" y="30000"/>
                  </a:moveTo>
                  <a:lnTo>
                    <a:pt x="79254" y="32000"/>
                  </a:lnTo>
                  <a:cubicBezTo>
                    <a:pt x="79831" y="32222"/>
                    <a:pt x="80401" y="32462"/>
                    <a:pt x="80963" y="32719"/>
                  </a:cubicBezTo>
                  <a:cubicBezTo>
                    <a:pt x="81526" y="32976"/>
                    <a:pt x="82080" y="33250"/>
                    <a:pt x="82625" y="33542"/>
                  </a:cubicBezTo>
                  <a:cubicBezTo>
                    <a:pt x="83171" y="33833"/>
                    <a:pt x="83707" y="34142"/>
                    <a:pt x="84233" y="34466"/>
                  </a:cubicBezTo>
                  <a:cubicBezTo>
                    <a:pt x="84759" y="34791"/>
                    <a:pt x="85275" y="35131"/>
                    <a:pt x="85781" y="35488"/>
                  </a:cubicBezTo>
                  <a:cubicBezTo>
                    <a:pt x="86286" y="35844"/>
                    <a:pt x="86780" y="36216"/>
                    <a:pt x="87262" y="36603"/>
                  </a:cubicBezTo>
                  <a:cubicBezTo>
                    <a:pt x="87744" y="36990"/>
                    <a:pt x="88215" y="37392"/>
                    <a:pt x="88672" y="37808"/>
                  </a:cubicBezTo>
                  <a:cubicBezTo>
                    <a:pt x="89129" y="38224"/>
                    <a:pt x="89574" y="38654"/>
                    <a:pt x="90005" y="39098"/>
                  </a:cubicBezTo>
                  <a:cubicBezTo>
                    <a:pt x="90435" y="39541"/>
                    <a:pt x="90853" y="39998"/>
                    <a:pt x="91255" y="40467"/>
                  </a:cubicBezTo>
                  <a:cubicBezTo>
                    <a:pt x="91658" y="40937"/>
                    <a:pt x="92046" y="41418"/>
                    <a:pt x="92419" y="41911"/>
                  </a:cubicBezTo>
                  <a:cubicBezTo>
                    <a:pt x="92791" y="42405"/>
                    <a:pt x="93149" y="42909"/>
                    <a:pt x="93490" y="43425"/>
                  </a:cubicBezTo>
                  <a:cubicBezTo>
                    <a:pt x="93832" y="43940"/>
                    <a:pt x="94158" y="44466"/>
                    <a:pt x="94467" y="45001"/>
                  </a:cubicBezTo>
                  <a:cubicBezTo>
                    <a:pt x="94776" y="45537"/>
                    <a:pt x="95069" y="46082"/>
                    <a:pt x="95344" y="46635"/>
                  </a:cubicBezTo>
                  <a:cubicBezTo>
                    <a:pt x="95620" y="47189"/>
                    <a:pt x="95878" y="47751"/>
                    <a:pt x="96119" y="48320"/>
                  </a:cubicBezTo>
                  <a:cubicBezTo>
                    <a:pt x="96359" y="48890"/>
                    <a:pt x="96582" y="49467"/>
                    <a:pt x="96787" y="50050"/>
                  </a:cubicBezTo>
                  <a:cubicBezTo>
                    <a:pt x="96993" y="50633"/>
                    <a:pt x="97180" y="51223"/>
                    <a:pt x="97348" y="51818"/>
                  </a:cubicBezTo>
                  <a:cubicBezTo>
                    <a:pt x="97517" y="52413"/>
                    <a:pt x="97667" y="53013"/>
                    <a:pt x="97799" y="53617"/>
                  </a:cubicBezTo>
                  <a:cubicBezTo>
                    <a:pt x="97930" y="54221"/>
                    <a:pt x="98043" y="54829"/>
                    <a:pt x="98137" y="55440"/>
                  </a:cubicBezTo>
                  <a:cubicBezTo>
                    <a:pt x="98231" y="56051"/>
                    <a:pt x="98306" y="56665"/>
                    <a:pt x="98362" y="57281"/>
                  </a:cubicBezTo>
                  <a:cubicBezTo>
                    <a:pt x="98418" y="57897"/>
                    <a:pt x="98455" y="58514"/>
                    <a:pt x="98473" y="59132"/>
                  </a:cubicBezTo>
                  <a:cubicBezTo>
                    <a:pt x="98491" y="59750"/>
                    <a:pt x="98490" y="60369"/>
                    <a:pt x="98470" y="60987"/>
                  </a:cubicBezTo>
                  <a:cubicBezTo>
                    <a:pt x="98449" y="61605"/>
                    <a:pt x="98410" y="62222"/>
                    <a:pt x="98351" y="62837"/>
                  </a:cubicBezTo>
                  <a:cubicBezTo>
                    <a:pt x="98293" y="63453"/>
                    <a:pt x="98216" y="64066"/>
                    <a:pt x="98119" y="64677"/>
                  </a:cubicBezTo>
                  <a:cubicBezTo>
                    <a:pt x="98023" y="65288"/>
                    <a:pt x="97908" y="65896"/>
                    <a:pt x="97774" y="66499"/>
                  </a:cubicBezTo>
                  <a:cubicBezTo>
                    <a:pt x="97640" y="67103"/>
                    <a:pt x="97487" y="67702"/>
                    <a:pt x="97316" y="68296"/>
                  </a:cubicBezTo>
                  <a:cubicBezTo>
                    <a:pt x="97145" y="68891"/>
                    <a:pt x="96956" y="69479"/>
                    <a:pt x="96748" y="70062"/>
                  </a:cubicBezTo>
                  <a:cubicBezTo>
                    <a:pt x="96541" y="70644"/>
                    <a:pt x="96316" y="71220"/>
                    <a:pt x="96073" y="71789"/>
                  </a:cubicBezTo>
                  <a:cubicBezTo>
                    <a:pt x="95830" y="72358"/>
                    <a:pt x="95569" y="72919"/>
                    <a:pt x="95292" y="73471"/>
                  </a:cubicBezTo>
                  <a:cubicBezTo>
                    <a:pt x="95014" y="74023"/>
                    <a:pt x="94719" y="74567"/>
                    <a:pt x="94408" y="75102"/>
                  </a:cubicBezTo>
                  <a:cubicBezTo>
                    <a:pt x="94097" y="75636"/>
                    <a:pt x="93769" y="76160"/>
                    <a:pt x="93426" y="76674"/>
                  </a:cubicBezTo>
                  <a:cubicBezTo>
                    <a:pt x="93082" y="77188"/>
                    <a:pt x="92723" y="77692"/>
                    <a:pt x="92348" y="78183"/>
                  </a:cubicBezTo>
                  <a:cubicBezTo>
                    <a:pt x="91973" y="78675"/>
                    <a:pt x="91583" y="79155"/>
                    <a:pt x="91179" y="79623"/>
                  </a:cubicBezTo>
                  <a:cubicBezTo>
                    <a:pt x="90774" y="80091"/>
                    <a:pt x="90356" y="80546"/>
                    <a:pt x="89923" y="80988"/>
                  </a:cubicBezTo>
                  <a:cubicBezTo>
                    <a:pt x="89490" y="81430"/>
                    <a:pt x="89044" y="81858"/>
                    <a:pt x="88585" y="82272"/>
                  </a:cubicBezTo>
                  <a:cubicBezTo>
                    <a:pt x="88126" y="82686"/>
                    <a:pt x="87655" y="83086"/>
                    <a:pt x="87171" y="83472"/>
                  </a:cubicBezTo>
                  <a:cubicBezTo>
                    <a:pt x="86687" y="83857"/>
                    <a:pt x="86192" y="84227"/>
                    <a:pt x="85685" y="84581"/>
                  </a:cubicBezTo>
                  <a:cubicBezTo>
                    <a:pt x="85178" y="84936"/>
                    <a:pt x="84661" y="85274"/>
                    <a:pt x="84133" y="85597"/>
                  </a:cubicBezTo>
                  <a:cubicBezTo>
                    <a:pt x="83606" y="85919"/>
                    <a:pt x="83068" y="86226"/>
                    <a:pt x="82522" y="86515"/>
                  </a:cubicBezTo>
                  <a:cubicBezTo>
                    <a:pt x="81975" y="86804"/>
                    <a:pt x="81420" y="87076"/>
                    <a:pt x="80857" y="87331"/>
                  </a:cubicBezTo>
                  <a:cubicBezTo>
                    <a:pt x="80294" y="87586"/>
                    <a:pt x="79723" y="87824"/>
                    <a:pt x="79145" y="88044"/>
                  </a:cubicBezTo>
                  <a:cubicBezTo>
                    <a:pt x="78567" y="88263"/>
                    <a:pt x="77982" y="88465"/>
                    <a:pt x="77392" y="88649"/>
                  </a:cubicBezTo>
                  <a:cubicBezTo>
                    <a:pt x="76801" y="88832"/>
                    <a:pt x="76205" y="88997"/>
                    <a:pt x="75604" y="89144"/>
                  </a:cubicBezTo>
                  <a:cubicBezTo>
                    <a:pt x="75004" y="89291"/>
                    <a:pt x="74399" y="89419"/>
                    <a:pt x="73790" y="89528"/>
                  </a:cubicBezTo>
                  <a:cubicBezTo>
                    <a:pt x="73182" y="89638"/>
                    <a:pt x="72570" y="89728"/>
                    <a:pt x="71956" y="89800"/>
                  </a:cubicBezTo>
                  <a:cubicBezTo>
                    <a:pt x="71341" y="89871"/>
                    <a:pt x="70725" y="89924"/>
                    <a:pt x="70108" y="89957"/>
                  </a:cubicBezTo>
                  <a:cubicBezTo>
                    <a:pt x="69490" y="89990"/>
                    <a:pt x="68872" y="90005"/>
                    <a:pt x="68254" y="90000"/>
                  </a:cubicBezTo>
                  <a:lnTo>
                    <a:pt x="29254" y="90000"/>
                  </a:lnTo>
                  <a:cubicBezTo>
                    <a:pt x="28629" y="89984"/>
                    <a:pt x="28005" y="89949"/>
                    <a:pt x="27382" y="89895"/>
                  </a:cubicBezTo>
                  <a:cubicBezTo>
                    <a:pt x="26759" y="89840"/>
                    <a:pt x="26138" y="89766"/>
                    <a:pt x="25520" y="89673"/>
                  </a:cubicBezTo>
                  <a:cubicBezTo>
                    <a:pt x="24902" y="89580"/>
                    <a:pt x="24287" y="89467"/>
                    <a:pt x="23676" y="89335"/>
                  </a:cubicBezTo>
                  <a:cubicBezTo>
                    <a:pt x="23065" y="89203"/>
                    <a:pt x="22458" y="89052"/>
                    <a:pt x="21856" y="88883"/>
                  </a:cubicBezTo>
                  <a:cubicBezTo>
                    <a:pt x="21255" y="88713"/>
                    <a:pt x="20658" y="88525"/>
                    <a:pt x="20068" y="88318"/>
                  </a:cubicBezTo>
                  <a:cubicBezTo>
                    <a:pt x="19479" y="88111"/>
                    <a:pt x="18895" y="87885"/>
                    <a:pt x="18320" y="87642"/>
                  </a:cubicBezTo>
                  <a:cubicBezTo>
                    <a:pt x="17744" y="87399"/>
                    <a:pt x="17176" y="87137"/>
                    <a:pt x="16616" y="86858"/>
                  </a:cubicBezTo>
                  <a:cubicBezTo>
                    <a:pt x="16057" y="86579"/>
                    <a:pt x="15506" y="86283"/>
                    <a:pt x="14965" y="85970"/>
                  </a:cubicBezTo>
                  <a:cubicBezTo>
                    <a:pt x="14424" y="85657"/>
                    <a:pt x="13893" y="85326"/>
                    <a:pt x="13373" y="84980"/>
                  </a:cubicBezTo>
                  <a:cubicBezTo>
                    <a:pt x="12852" y="84633"/>
                    <a:pt x="12343" y="84271"/>
                    <a:pt x="11845" y="83893"/>
                  </a:cubicBezTo>
                  <a:cubicBezTo>
                    <a:pt x="11348" y="83514"/>
                    <a:pt x="10862" y="83120"/>
                    <a:pt x="10389" y="82712"/>
                  </a:cubicBezTo>
                  <a:cubicBezTo>
                    <a:pt x="9916" y="82303"/>
                    <a:pt x="9456" y="81880"/>
                    <a:pt x="9009" y="81442"/>
                  </a:cubicBezTo>
                  <a:cubicBezTo>
                    <a:pt x="8562" y="81005"/>
                    <a:pt x="8130" y="80554"/>
                    <a:pt x="7711" y="80089"/>
                  </a:cubicBezTo>
                  <a:cubicBezTo>
                    <a:pt x="7293" y="79625"/>
                    <a:pt x="6889" y="79147"/>
                    <a:pt x="6500" y="78658"/>
                  </a:cubicBezTo>
                  <a:cubicBezTo>
                    <a:pt x="6112" y="78168"/>
                    <a:pt x="5739" y="77666"/>
                    <a:pt x="5381" y="77153"/>
                  </a:cubicBezTo>
                  <a:cubicBezTo>
                    <a:pt x="5024" y="76640"/>
                    <a:pt x="4683" y="76116"/>
                    <a:pt x="4358" y="75582"/>
                  </a:cubicBezTo>
                  <a:cubicBezTo>
                    <a:pt x="4034" y="75048"/>
                    <a:pt x="3726" y="74503"/>
                    <a:pt x="3436" y="73950"/>
                  </a:cubicBezTo>
                  <a:cubicBezTo>
                    <a:pt x="3145" y="73396"/>
                    <a:pt x="2872" y="72834"/>
                    <a:pt x="2617" y="72263"/>
                  </a:cubicBezTo>
                  <a:cubicBezTo>
                    <a:pt x="2361" y="71693"/>
                    <a:pt x="2124" y="71114"/>
                    <a:pt x="1905" y="70529"/>
                  </a:cubicBezTo>
                  <a:cubicBezTo>
                    <a:pt x="1686" y="69943"/>
                    <a:pt x="1485" y="69351"/>
                    <a:pt x="1303" y="68753"/>
                  </a:cubicBezTo>
                  <a:cubicBezTo>
                    <a:pt x="1120" y="68155"/>
                    <a:pt x="957" y="67552"/>
                    <a:pt x="812" y="66943"/>
                  </a:cubicBezTo>
                  <a:cubicBezTo>
                    <a:pt x="668" y="66335"/>
                    <a:pt x="542" y="65723"/>
                    <a:pt x="436" y="65106"/>
                  </a:cubicBezTo>
                  <a:cubicBezTo>
                    <a:pt x="330" y="64490"/>
                    <a:pt x="243" y="63871"/>
                    <a:pt x="176" y="63250"/>
                  </a:cubicBezTo>
                  <a:cubicBezTo>
                    <a:pt x="108" y="62628"/>
                    <a:pt x="60" y="62005"/>
                    <a:pt x="31" y="61380"/>
                  </a:cubicBezTo>
                  <a:cubicBezTo>
                    <a:pt x="3" y="60756"/>
                    <a:pt x="-6" y="60131"/>
                    <a:pt x="4" y="59506"/>
                  </a:cubicBezTo>
                  <a:cubicBezTo>
                    <a:pt x="15" y="58881"/>
                    <a:pt x="45" y="58256"/>
                    <a:pt x="94" y="57633"/>
                  </a:cubicBezTo>
                  <a:cubicBezTo>
                    <a:pt x="144" y="57010"/>
                    <a:pt x="213" y="56388"/>
                    <a:pt x="301" y="55769"/>
                  </a:cubicBezTo>
                  <a:cubicBezTo>
                    <a:pt x="389" y="55150"/>
                    <a:pt x="497" y="54535"/>
                    <a:pt x="624" y="53922"/>
                  </a:cubicBezTo>
                  <a:cubicBezTo>
                    <a:pt x="751" y="53310"/>
                    <a:pt x="897" y="52702"/>
                    <a:pt x="1062" y="52099"/>
                  </a:cubicBezTo>
                  <a:cubicBezTo>
                    <a:pt x="1226" y="51496"/>
                    <a:pt x="1410" y="50898"/>
                    <a:pt x="1612" y="50307"/>
                  </a:cubicBezTo>
                  <a:cubicBezTo>
                    <a:pt x="1814" y="49715"/>
                    <a:pt x="2035" y="49130"/>
                    <a:pt x="2274" y="48553"/>
                  </a:cubicBezTo>
                  <a:cubicBezTo>
                    <a:pt x="2513" y="47975"/>
                    <a:pt x="2769" y="47405"/>
                    <a:pt x="3044" y="46843"/>
                  </a:cubicBezTo>
                  <a:cubicBezTo>
                    <a:pt x="3318" y="46281"/>
                    <a:pt x="3610" y="45728"/>
                    <a:pt x="3919" y="45185"/>
                  </a:cubicBezTo>
                  <a:cubicBezTo>
                    <a:pt x="4228" y="44641"/>
                    <a:pt x="4553" y="44108"/>
                    <a:pt x="4896" y="43584"/>
                  </a:cubicBezTo>
                  <a:cubicBezTo>
                    <a:pt x="5238" y="43061"/>
                    <a:pt x="5596" y="42549"/>
                    <a:pt x="5971" y="42048"/>
                  </a:cubicBezTo>
                  <a:cubicBezTo>
                    <a:pt x="6345" y="41548"/>
                    <a:pt x="6735" y="41059"/>
                    <a:pt x="7140" y="40582"/>
                  </a:cubicBezTo>
                  <a:cubicBezTo>
                    <a:pt x="7544" y="40106"/>
                    <a:pt x="7964" y="39642"/>
                    <a:pt x="8398" y="39192"/>
                  </a:cubicBezTo>
                  <a:cubicBezTo>
                    <a:pt x="8832" y="38742"/>
                    <a:pt x="9279" y="38306"/>
                    <a:pt x="9740" y="37883"/>
                  </a:cubicBezTo>
                  <a:cubicBezTo>
                    <a:pt x="10202" y="37461"/>
                    <a:pt x="10676" y="37054"/>
                    <a:pt x="11162" y="36661"/>
                  </a:cubicBezTo>
                  <a:cubicBezTo>
                    <a:pt x="11649" y="36269"/>
                    <a:pt x="12147" y="35891"/>
                    <a:pt x="12657" y="35530"/>
                  </a:cubicBezTo>
                  <a:cubicBezTo>
                    <a:pt x="13168" y="35169"/>
                    <a:pt x="13689" y="34823"/>
                    <a:pt x="14221" y="34494"/>
                  </a:cubicBezTo>
                  <a:cubicBezTo>
                    <a:pt x="14752" y="34166"/>
                    <a:pt x="15294" y="33854"/>
                    <a:pt x="15845" y="33559"/>
                  </a:cubicBezTo>
                  <a:cubicBezTo>
                    <a:pt x="16396" y="33264"/>
                    <a:pt x="16957" y="32986"/>
                    <a:pt x="17525" y="32726"/>
                  </a:cubicBezTo>
                  <a:cubicBezTo>
                    <a:pt x="18094" y="32466"/>
                    <a:pt x="18670" y="32224"/>
                    <a:pt x="19254" y="32000"/>
                  </a:cubicBezTo>
                  <a:lnTo>
                    <a:pt x="19254" y="30000"/>
                  </a:lnTo>
                  <a:cubicBezTo>
                    <a:pt x="19254" y="29372"/>
                    <a:pt x="19274" y="28743"/>
                    <a:pt x="19313" y="28116"/>
                  </a:cubicBezTo>
                  <a:cubicBezTo>
                    <a:pt x="19352" y="27489"/>
                    <a:pt x="19412" y="26863"/>
                    <a:pt x="19490" y="26240"/>
                  </a:cubicBezTo>
                  <a:cubicBezTo>
                    <a:pt x="19569" y="25617"/>
                    <a:pt x="19667" y="24996"/>
                    <a:pt x="19785" y="24379"/>
                  </a:cubicBezTo>
                  <a:cubicBezTo>
                    <a:pt x="19903" y="23761"/>
                    <a:pt x="20040" y="23148"/>
                    <a:pt x="20196" y="22539"/>
                  </a:cubicBezTo>
                  <a:cubicBezTo>
                    <a:pt x="20353" y="21931"/>
                    <a:pt x="20528" y="21327"/>
                    <a:pt x="20722" y="20729"/>
                  </a:cubicBezTo>
                  <a:cubicBezTo>
                    <a:pt x="20916" y="20132"/>
                    <a:pt x="21129" y="19541"/>
                    <a:pt x="21361" y="18956"/>
                  </a:cubicBezTo>
                  <a:cubicBezTo>
                    <a:pt x="21592" y="18372"/>
                    <a:pt x="21841" y="17795"/>
                    <a:pt x="22109" y="17227"/>
                  </a:cubicBezTo>
                  <a:cubicBezTo>
                    <a:pt x="22377" y="16658"/>
                    <a:pt x="22662" y="16098"/>
                    <a:pt x="22965" y="15547"/>
                  </a:cubicBezTo>
                  <a:cubicBezTo>
                    <a:pt x="23267" y="14997"/>
                    <a:pt x="23587" y="14456"/>
                    <a:pt x="23924" y="13925"/>
                  </a:cubicBezTo>
                  <a:cubicBezTo>
                    <a:pt x="24261" y="13395"/>
                    <a:pt x="24614" y="12875"/>
                    <a:pt x="24983" y="12366"/>
                  </a:cubicBezTo>
                  <a:cubicBezTo>
                    <a:pt x="25353" y="11858"/>
                    <a:pt x="25738" y="11361"/>
                    <a:pt x="26138" y="10877"/>
                  </a:cubicBezTo>
                  <a:cubicBezTo>
                    <a:pt x="26539" y="10393"/>
                    <a:pt x="26955" y="9922"/>
                    <a:pt x="27385" y="9464"/>
                  </a:cubicBezTo>
                  <a:cubicBezTo>
                    <a:pt x="27815" y="9006"/>
                    <a:pt x="28259" y="8561"/>
                    <a:pt x="28717" y="8131"/>
                  </a:cubicBezTo>
                  <a:cubicBezTo>
                    <a:pt x="29175" y="7701"/>
                    <a:pt x="29647" y="7285"/>
                    <a:pt x="30131" y="6885"/>
                  </a:cubicBezTo>
                  <a:cubicBezTo>
                    <a:pt x="30615" y="6484"/>
                    <a:pt x="31112" y="6099"/>
                    <a:pt x="31620" y="5729"/>
                  </a:cubicBezTo>
                  <a:cubicBezTo>
                    <a:pt x="32129" y="5360"/>
                    <a:pt x="32648" y="5007"/>
                    <a:pt x="33179" y="4670"/>
                  </a:cubicBezTo>
                  <a:cubicBezTo>
                    <a:pt x="33710" y="4333"/>
                    <a:pt x="34251" y="4014"/>
                    <a:pt x="34801" y="3711"/>
                  </a:cubicBezTo>
                  <a:cubicBezTo>
                    <a:pt x="35352" y="3408"/>
                    <a:pt x="35912" y="3123"/>
                    <a:pt x="36480" y="2855"/>
                  </a:cubicBezTo>
                  <a:cubicBezTo>
                    <a:pt x="37049" y="2588"/>
                    <a:pt x="37626" y="2338"/>
                    <a:pt x="38210" y="2107"/>
                  </a:cubicBezTo>
                  <a:cubicBezTo>
                    <a:pt x="38794" y="1875"/>
                    <a:pt x="39386" y="1662"/>
                    <a:pt x="39983" y="1468"/>
                  </a:cubicBezTo>
                  <a:cubicBezTo>
                    <a:pt x="40581" y="1274"/>
                    <a:pt x="41185" y="1099"/>
                    <a:pt x="41793" y="943"/>
                  </a:cubicBezTo>
                  <a:cubicBezTo>
                    <a:pt x="42402" y="786"/>
                    <a:pt x="43015" y="649"/>
                    <a:pt x="43632" y="531"/>
                  </a:cubicBezTo>
                  <a:cubicBezTo>
                    <a:pt x="44250" y="414"/>
                    <a:pt x="44870" y="315"/>
                    <a:pt x="45494" y="237"/>
                  </a:cubicBezTo>
                  <a:cubicBezTo>
                    <a:pt x="46117" y="158"/>
                    <a:pt x="46743" y="99"/>
                    <a:pt x="47370" y="59"/>
                  </a:cubicBezTo>
                  <a:cubicBezTo>
                    <a:pt x="47997" y="20"/>
                    <a:pt x="48625" y="0"/>
                    <a:pt x="49254" y="0"/>
                  </a:cubicBezTo>
                  <a:cubicBezTo>
                    <a:pt x="49882" y="0"/>
                    <a:pt x="50510" y="20"/>
                    <a:pt x="51138" y="59"/>
                  </a:cubicBezTo>
                  <a:cubicBezTo>
                    <a:pt x="51765" y="99"/>
                    <a:pt x="52390" y="158"/>
                    <a:pt x="53014" y="237"/>
                  </a:cubicBezTo>
                  <a:cubicBezTo>
                    <a:pt x="53637" y="315"/>
                    <a:pt x="54258" y="414"/>
                    <a:pt x="54875" y="531"/>
                  </a:cubicBezTo>
                  <a:cubicBezTo>
                    <a:pt x="55493" y="649"/>
                    <a:pt x="56106" y="786"/>
                    <a:pt x="56715" y="943"/>
                  </a:cubicBezTo>
                  <a:cubicBezTo>
                    <a:pt x="57323" y="1099"/>
                    <a:pt x="57927" y="1274"/>
                    <a:pt x="58524" y="1468"/>
                  </a:cubicBezTo>
                  <a:cubicBezTo>
                    <a:pt x="59122" y="1662"/>
                    <a:pt x="59713" y="1875"/>
                    <a:pt x="60298" y="2107"/>
                  </a:cubicBezTo>
                  <a:cubicBezTo>
                    <a:pt x="60882" y="2338"/>
                    <a:pt x="61459" y="2588"/>
                    <a:pt x="62027" y="2855"/>
                  </a:cubicBezTo>
                  <a:cubicBezTo>
                    <a:pt x="62596" y="3123"/>
                    <a:pt x="63156" y="3408"/>
                    <a:pt x="63706" y="3711"/>
                  </a:cubicBezTo>
                  <a:cubicBezTo>
                    <a:pt x="64257" y="4014"/>
                    <a:pt x="64798" y="4333"/>
                    <a:pt x="65329" y="4670"/>
                  </a:cubicBezTo>
                  <a:cubicBezTo>
                    <a:pt x="65859" y="5007"/>
                    <a:pt x="66379" y="5360"/>
                    <a:pt x="66887" y="5729"/>
                  </a:cubicBezTo>
                  <a:cubicBezTo>
                    <a:pt x="67396" y="6099"/>
                    <a:pt x="67892" y="6484"/>
                    <a:pt x="68377" y="6885"/>
                  </a:cubicBezTo>
                  <a:cubicBezTo>
                    <a:pt x="68861" y="7285"/>
                    <a:pt x="69332" y="7701"/>
                    <a:pt x="69790" y="8131"/>
                  </a:cubicBezTo>
                  <a:cubicBezTo>
                    <a:pt x="70248" y="8561"/>
                    <a:pt x="70693" y="9006"/>
                    <a:pt x="71123" y="9464"/>
                  </a:cubicBezTo>
                  <a:cubicBezTo>
                    <a:pt x="71553" y="9922"/>
                    <a:pt x="71969" y="10393"/>
                    <a:pt x="72369" y="10877"/>
                  </a:cubicBezTo>
                  <a:cubicBezTo>
                    <a:pt x="72770" y="11361"/>
                    <a:pt x="73155" y="11858"/>
                    <a:pt x="73524" y="12366"/>
                  </a:cubicBezTo>
                  <a:cubicBezTo>
                    <a:pt x="73894" y="12875"/>
                    <a:pt x="74247" y="13395"/>
                    <a:pt x="74584" y="13925"/>
                  </a:cubicBezTo>
                  <a:cubicBezTo>
                    <a:pt x="74920" y="14456"/>
                    <a:pt x="75240" y="14997"/>
                    <a:pt x="75543" y="15547"/>
                  </a:cubicBezTo>
                  <a:cubicBezTo>
                    <a:pt x="75846" y="16098"/>
                    <a:pt x="76131" y="16658"/>
                    <a:pt x="76399" y="17227"/>
                  </a:cubicBezTo>
                  <a:cubicBezTo>
                    <a:pt x="76666" y="17795"/>
                    <a:pt x="76916" y="18372"/>
                    <a:pt x="77147" y="18956"/>
                  </a:cubicBezTo>
                  <a:cubicBezTo>
                    <a:pt x="77378" y="19541"/>
                    <a:pt x="77591" y="20132"/>
                    <a:pt x="77786" y="20729"/>
                  </a:cubicBezTo>
                  <a:cubicBezTo>
                    <a:pt x="77980" y="21327"/>
                    <a:pt x="78155" y="21931"/>
                    <a:pt x="78311" y="22539"/>
                  </a:cubicBezTo>
                  <a:cubicBezTo>
                    <a:pt x="78468" y="23148"/>
                    <a:pt x="78605" y="23761"/>
                    <a:pt x="78722" y="24379"/>
                  </a:cubicBezTo>
                  <a:cubicBezTo>
                    <a:pt x="78840" y="24996"/>
                    <a:pt x="78939" y="25617"/>
                    <a:pt x="79017" y="26240"/>
                  </a:cubicBezTo>
                  <a:cubicBezTo>
                    <a:pt x="79096" y="26863"/>
                    <a:pt x="79155" y="27489"/>
                    <a:pt x="79195" y="28116"/>
                  </a:cubicBezTo>
                  <a:cubicBezTo>
                    <a:pt x="79234" y="28743"/>
                    <a:pt x="79254" y="29372"/>
                    <a:pt x="79254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trees-part-2"/>
            <p:cNvSpPr/>
            <p:nvPr/>
          </p:nvSpPr>
          <p:spPr>
            <a:xfrm>
              <a:off x="70000" y="16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trees-part-3"/>
            <p:cNvSpPr/>
            <p:nvPr/>
          </p:nvSpPr>
          <p:spPr>
            <a:xfrm>
              <a:off x="130000" y="190000"/>
              <a:ext cx="10" cy="30000"/>
            </a:xfrm>
            <a:custGeom>
              <a:avLst/>
              <a:gdLst/>
              <a:ahLst/>
              <a:cxnLst/>
              <a:rect l="0" t="0" r="r" b="b"/>
              <a:pathLst>
                <a:path w="10" h="30000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probe-lucide-trees-part-4"/>
            <p:cNvSpPr/>
            <p:nvPr/>
          </p:nvSpPr>
          <p:spPr>
            <a:xfrm>
              <a:off x="116000" y="30000"/>
              <a:ext cx="96860" cy="160000"/>
            </a:xfrm>
            <a:custGeom>
              <a:avLst/>
              <a:gdLst/>
              <a:ahLst/>
              <a:cxnLst/>
              <a:rect l="0" t="0" r="r" b="b"/>
              <a:pathLst>
                <a:path w="96860" h="160000">
                  <a:moveTo>
                    <a:pt x="4000" y="160000"/>
                  </a:moveTo>
                  <a:lnTo>
                    <a:pt x="87000" y="160000"/>
                  </a:lnTo>
                  <a:cubicBezTo>
                    <a:pt x="87205" y="159997"/>
                    <a:pt x="87409" y="159988"/>
                    <a:pt x="87613" y="159973"/>
                  </a:cubicBezTo>
                  <a:cubicBezTo>
                    <a:pt x="87817" y="159957"/>
                    <a:pt x="88021" y="159935"/>
                    <a:pt x="88223" y="159908"/>
                  </a:cubicBezTo>
                  <a:cubicBezTo>
                    <a:pt x="88426" y="159880"/>
                    <a:pt x="88628" y="159846"/>
                    <a:pt x="88828" y="159805"/>
                  </a:cubicBezTo>
                  <a:cubicBezTo>
                    <a:pt x="89029" y="159765"/>
                    <a:pt x="89228" y="159719"/>
                    <a:pt x="89426" y="159666"/>
                  </a:cubicBezTo>
                  <a:cubicBezTo>
                    <a:pt x="89624" y="159614"/>
                    <a:pt x="89820" y="159555"/>
                    <a:pt x="90014" y="159490"/>
                  </a:cubicBezTo>
                  <a:cubicBezTo>
                    <a:pt x="90208" y="159426"/>
                    <a:pt x="90400" y="159355"/>
                    <a:pt x="90590" y="159279"/>
                  </a:cubicBezTo>
                  <a:cubicBezTo>
                    <a:pt x="90780" y="159203"/>
                    <a:pt x="90967" y="159121"/>
                    <a:pt x="91152" y="159033"/>
                  </a:cubicBezTo>
                  <a:cubicBezTo>
                    <a:pt x="91337" y="158945"/>
                    <a:pt x="91519" y="158851"/>
                    <a:pt x="91698" y="158752"/>
                  </a:cubicBezTo>
                  <a:cubicBezTo>
                    <a:pt x="91877" y="158653"/>
                    <a:pt x="92053" y="158549"/>
                    <a:pt x="92226" y="158439"/>
                  </a:cubicBezTo>
                  <a:cubicBezTo>
                    <a:pt x="92398" y="158329"/>
                    <a:pt x="92568" y="158214"/>
                    <a:pt x="92733" y="158094"/>
                  </a:cubicBezTo>
                  <a:cubicBezTo>
                    <a:pt x="92899" y="157974"/>
                    <a:pt x="93061" y="157849"/>
                    <a:pt x="93219" y="157719"/>
                  </a:cubicBezTo>
                  <a:cubicBezTo>
                    <a:pt x="93377" y="157589"/>
                    <a:pt x="93530" y="157454"/>
                    <a:pt x="93680" y="157314"/>
                  </a:cubicBezTo>
                  <a:cubicBezTo>
                    <a:pt x="93830" y="157175"/>
                    <a:pt x="93975" y="157030"/>
                    <a:pt x="94116" y="156882"/>
                  </a:cubicBezTo>
                  <a:cubicBezTo>
                    <a:pt x="94257" y="156733"/>
                    <a:pt x="94393" y="156581"/>
                    <a:pt x="94524" y="156424"/>
                  </a:cubicBezTo>
                  <a:cubicBezTo>
                    <a:pt x="94656" y="156267"/>
                    <a:pt x="94782" y="156106"/>
                    <a:pt x="94904" y="155942"/>
                  </a:cubicBezTo>
                  <a:cubicBezTo>
                    <a:pt x="95025" y="155777"/>
                    <a:pt x="95142" y="155609"/>
                    <a:pt x="95253" y="155437"/>
                  </a:cubicBezTo>
                  <a:cubicBezTo>
                    <a:pt x="95364" y="155265"/>
                    <a:pt x="95470" y="155090"/>
                    <a:pt x="95571" y="154912"/>
                  </a:cubicBezTo>
                  <a:cubicBezTo>
                    <a:pt x="95671" y="154734"/>
                    <a:pt x="95766" y="154553"/>
                    <a:pt x="95855" y="154368"/>
                  </a:cubicBezTo>
                  <a:cubicBezTo>
                    <a:pt x="95945" y="154184"/>
                    <a:pt x="96028" y="153998"/>
                    <a:pt x="96106" y="153808"/>
                  </a:cubicBezTo>
                  <a:cubicBezTo>
                    <a:pt x="96184" y="153619"/>
                    <a:pt x="96256" y="153428"/>
                    <a:pt x="96322" y="153234"/>
                  </a:cubicBezTo>
                  <a:cubicBezTo>
                    <a:pt x="96389" y="153041"/>
                    <a:pt x="96449" y="152845"/>
                    <a:pt x="96503" y="152648"/>
                  </a:cubicBezTo>
                  <a:cubicBezTo>
                    <a:pt x="96557" y="152450"/>
                    <a:pt x="96605" y="152251"/>
                    <a:pt x="96647" y="152051"/>
                  </a:cubicBezTo>
                  <a:cubicBezTo>
                    <a:pt x="96689" y="151851"/>
                    <a:pt x="96725" y="151649"/>
                    <a:pt x="96754" y="151447"/>
                  </a:cubicBezTo>
                  <a:cubicBezTo>
                    <a:pt x="96784" y="151244"/>
                    <a:pt x="96807" y="151041"/>
                    <a:pt x="96825" y="150837"/>
                  </a:cubicBezTo>
                  <a:cubicBezTo>
                    <a:pt x="96842" y="150633"/>
                    <a:pt x="96852" y="150429"/>
                    <a:pt x="96857" y="150224"/>
                  </a:cubicBezTo>
                  <a:cubicBezTo>
                    <a:pt x="96862" y="150020"/>
                    <a:pt x="96860" y="149815"/>
                    <a:pt x="96852" y="149611"/>
                  </a:cubicBezTo>
                  <a:cubicBezTo>
                    <a:pt x="96844" y="149406"/>
                    <a:pt x="96830" y="149202"/>
                    <a:pt x="96809" y="148999"/>
                  </a:cubicBezTo>
                  <a:cubicBezTo>
                    <a:pt x="96789" y="148795"/>
                    <a:pt x="96762" y="148592"/>
                    <a:pt x="96729" y="148390"/>
                  </a:cubicBezTo>
                  <a:cubicBezTo>
                    <a:pt x="96696" y="148188"/>
                    <a:pt x="96657" y="147987"/>
                    <a:pt x="96612" y="147788"/>
                  </a:cubicBezTo>
                  <a:cubicBezTo>
                    <a:pt x="96566" y="147588"/>
                    <a:pt x="96515" y="147390"/>
                    <a:pt x="96457" y="147194"/>
                  </a:cubicBezTo>
                  <a:cubicBezTo>
                    <a:pt x="96400" y="146998"/>
                    <a:pt x="96337" y="146803"/>
                    <a:pt x="96267" y="146611"/>
                  </a:cubicBezTo>
                  <a:cubicBezTo>
                    <a:pt x="96198" y="146418"/>
                    <a:pt x="96123" y="146228"/>
                    <a:pt x="96042" y="146040"/>
                  </a:cubicBezTo>
                  <a:cubicBezTo>
                    <a:pt x="95961" y="145852"/>
                    <a:pt x="95874" y="145667"/>
                    <a:pt x="95781" y="145484"/>
                  </a:cubicBezTo>
                  <a:cubicBezTo>
                    <a:pt x="95689" y="145302"/>
                    <a:pt x="95591" y="145122"/>
                    <a:pt x="95487" y="144945"/>
                  </a:cubicBezTo>
                  <a:cubicBezTo>
                    <a:pt x="95384" y="144769"/>
                    <a:pt x="95275" y="144596"/>
                    <a:pt x="95161" y="144426"/>
                  </a:cubicBezTo>
                  <a:cubicBezTo>
                    <a:pt x="95047" y="144256"/>
                    <a:pt x="94928" y="144090"/>
                    <a:pt x="94803" y="143927"/>
                  </a:cubicBezTo>
                  <a:cubicBezTo>
                    <a:pt x="94679" y="143764"/>
                    <a:pt x="94550" y="143606"/>
                    <a:pt x="94416" y="143451"/>
                  </a:cubicBezTo>
                  <a:cubicBezTo>
                    <a:pt x="94282" y="143297"/>
                    <a:pt x="94143" y="143146"/>
                    <a:pt x="94000" y="143000"/>
                  </a:cubicBezTo>
                  <a:lnTo>
                    <a:pt x="64000" y="110000"/>
                  </a:lnTo>
                  <a:lnTo>
                    <a:pt x="67000" y="110000"/>
                  </a:lnTo>
                  <a:cubicBezTo>
                    <a:pt x="67205" y="109997"/>
                    <a:pt x="67409" y="109988"/>
                    <a:pt x="67613" y="109973"/>
                  </a:cubicBezTo>
                  <a:cubicBezTo>
                    <a:pt x="67817" y="109957"/>
                    <a:pt x="68021" y="109935"/>
                    <a:pt x="68223" y="109908"/>
                  </a:cubicBezTo>
                  <a:cubicBezTo>
                    <a:pt x="68426" y="109880"/>
                    <a:pt x="68628" y="109846"/>
                    <a:pt x="68828" y="109805"/>
                  </a:cubicBezTo>
                  <a:cubicBezTo>
                    <a:pt x="69029" y="109765"/>
                    <a:pt x="69228" y="109719"/>
                    <a:pt x="69426" y="109666"/>
                  </a:cubicBezTo>
                  <a:cubicBezTo>
                    <a:pt x="69624" y="109614"/>
                    <a:pt x="69820" y="109555"/>
                    <a:pt x="70014" y="109490"/>
                  </a:cubicBezTo>
                  <a:cubicBezTo>
                    <a:pt x="70208" y="109426"/>
                    <a:pt x="70400" y="109355"/>
                    <a:pt x="70590" y="109279"/>
                  </a:cubicBezTo>
                  <a:cubicBezTo>
                    <a:pt x="70780" y="109203"/>
                    <a:pt x="70967" y="109121"/>
                    <a:pt x="71152" y="109033"/>
                  </a:cubicBezTo>
                  <a:cubicBezTo>
                    <a:pt x="71337" y="108945"/>
                    <a:pt x="71519" y="108851"/>
                    <a:pt x="71698" y="108752"/>
                  </a:cubicBezTo>
                  <a:cubicBezTo>
                    <a:pt x="71877" y="108653"/>
                    <a:pt x="72053" y="108549"/>
                    <a:pt x="72226" y="108439"/>
                  </a:cubicBezTo>
                  <a:cubicBezTo>
                    <a:pt x="72398" y="108329"/>
                    <a:pt x="72568" y="108214"/>
                    <a:pt x="72733" y="108094"/>
                  </a:cubicBezTo>
                  <a:cubicBezTo>
                    <a:pt x="72899" y="107974"/>
                    <a:pt x="73061" y="107849"/>
                    <a:pt x="73219" y="107719"/>
                  </a:cubicBezTo>
                  <a:cubicBezTo>
                    <a:pt x="73377" y="107589"/>
                    <a:pt x="73530" y="107454"/>
                    <a:pt x="73680" y="107314"/>
                  </a:cubicBezTo>
                  <a:cubicBezTo>
                    <a:pt x="73830" y="107175"/>
                    <a:pt x="73975" y="107030"/>
                    <a:pt x="74116" y="106882"/>
                  </a:cubicBezTo>
                  <a:cubicBezTo>
                    <a:pt x="74257" y="106733"/>
                    <a:pt x="74393" y="106581"/>
                    <a:pt x="74524" y="106424"/>
                  </a:cubicBezTo>
                  <a:cubicBezTo>
                    <a:pt x="74656" y="106267"/>
                    <a:pt x="74782" y="106106"/>
                    <a:pt x="74904" y="105942"/>
                  </a:cubicBezTo>
                  <a:cubicBezTo>
                    <a:pt x="75025" y="105777"/>
                    <a:pt x="75142" y="105609"/>
                    <a:pt x="75253" y="105437"/>
                  </a:cubicBezTo>
                  <a:cubicBezTo>
                    <a:pt x="75364" y="105265"/>
                    <a:pt x="75470" y="105090"/>
                    <a:pt x="75571" y="104912"/>
                  </a:cubicBezTo>
                  <a:cubicBezTo>
                    <a:pt x="75671" y="104734"/>
                    <a:pt x="75766" y="104553"/>
                    <a:pt x="75855" y="104368"/>
                  </a:cubicBezTo>
                  <a:cubicBezTo>
                    <a:pt x="75945" y="104184"/>
                    <a:pt x="76028" y="103998"/>
                    <a:pt x="76106" y="103808"/>
                  </a:cubicBezTo>
                  <a:cubicBezTo>
                    <a:pt x="76184" y="103619"/>
                    <a:pt x="76256" y="103428"/>
                    <a:pt x="76322" y="103234"/>
                  </a:cubicBezTo>
                  <a:cubicBezTo>
                    <a:pt x="76389" y="103041"/>
                    <a:pt x="76449" y="102845"/>
                    <a:pt x="76503" y="102648"/>
                  </a:cubicBezTo>
                  <a:cubicBezTo>
                    <a:pt x="76557" y="102450"/>
                    <a:pt x="76605" y="102251"/>
                    <a:pt x="76647" y="102051"/>
                  </a:cubicBezTo>
                  <a:cubicBezTo>
                    <a:pt x="76689" y="101851"/>
                    <a:pt x="76725" y="101649"/>
                    <a:pt x="76754" y="101447"/>
                  </a:cubicBezTo>
                  <a:cubicBezTo>
                    <a:pt x="76784" y="101244"/>
                    <a:pt x="76807" y="101041"/>
                    <a:pt x="76825" y="100837"/>
                  </a:cubicBezTo>
                  <a:cubicBezTo>
                    <a:pt x="76842" y="100633"/>
                    <a:pt x="76852" y="100429"/>
                    <a:pt x="76857" y="100224"/>
                  </a:cubicBezTo>
                  <a:cubicBezTo>
                    <a:pt x="76862" y="100020"/>
                    <a:pt x="76860" y="99815"/>
                    <a:pt x="76852" y="99611"/>
                  </a:cubicBezTo>
                  <a:cubicBezTo>
                    <a:pt x="76844" y="99406"/>
                    <a:pt x="76830" y="99202"/>
                    <a:pt x="76809" y="98999"/>
                  </a:cubicBezTo>
                  <a:cubicBezTo>
                    <a:pt x="76789" y="98795"/>
                    <a:pt x="76762" y="98592"/>
                    <a:pt x="76729" y="98390"/>
                  </a:cubicBezTo>
                  <a:cubicBezTo>
                    <a:pt x="76696" y="98188"/>
                    <a:pt x="76657" y="97987"/>
                    <a:pt x="76612" y="97788"/>
                  </a:cubicBezTo>
                  <a:cubicBezTo>
                    <a:pt x="76566" y="97588"/>
                    <a:pt x="76515" y="97390"/>
                    <a:pt x="76457" y="97194"/>
                  </a:cubicBezTo>
                  <a:cubicBezTo>
                    <a:pt x="76400" y="96998"/>
                    <a:pt x="76337" y="96803"/>
                    <a:pt x="76267" y="96611"/>
                  </a:cubicBezTo>
                  <a:cubicBezTo>
                    <a:pt x="76198" y="96418"/>
                    <a:pt x="76123" y="96228"/>
                    <a:pt x="76042" y="96040"/>
                  </a:cubicBezTo>
                  <a:cubicBezTo>
                    <a:pt x="75961" y="95852"/>
                    <a:pt x="75874" y="95667"/>
                    <a:pt x="75781" y="95484"/>
                  </a:cubicBezTo>
                  <a:cubicBezTo>
                    <a:pt x="75689" y="95302"/>
                    <a:pt x="75591" y="95122"/>
                    <a:pt x="75487" y="94945"/>
                  </a:cubicBezTo>
                  <a:cubicBezTo>
                    <a:pt x="75384" y="94769"/>
                    <a:pt x="75275" y="94596"/>
                    <a:pt x="75161" y="94426"/>
                  </a:cubicBezTo>
                  <a:cubicBezTo>
                    <a:pt x="75047" y="94256"/>
                    <a:pt x="74928" y="94090"/>
                    <a:pt x="74803" y="93927"/>
                  </a:cubicBezTo>
                  <a:cubicBezTo>
                    <a:pt x="74679" y="93764"/>
                    <a:pt x="74550" y="93606"/>
                    <a:pt x="74416" y="93451"/>
                  </a:cubicBezTo>
                  <a:cubicBezTo>
                    <a:pt x="74282" y="93297"/>
                    <a:pt x="74143" y="93146"/>
                    <a:pt x="74000" y="93000"/>
                  </a:cubicBezTo>
                  <a:lnTo>
                    <a:pt x="44000" y="60000"/>
                  </a:lnTo>
                  <a:lnTo>
                    <a:pt x="46000" y="60000"/>
                  </a:lnTo>
                  <a:cubicBezTo>
                    <a:pt x="46208" y="60019"/>
                    <a:pt x="46416" y="60031"/>
                    <a:pt x="46625" y="60037"/>
                  </a:cubicBezTo>
                  <a:cubicBezTo>
                    <a:pt x="46834" y="60042"/>
                    <a:pt x="47042" y="60042"/>
                    <a:pt x="47251" y="60034"/>
                  </a:cubicBezTo>
                  <a:cubicBezTo>
                    <a:pt x="47460" y="60027"/>
                    <a:pt x="47668" y="60013"/>
                    <a:pt x="47876" y="59993"/>
                  </a:cubicBezTo>
                  <a:cubicBezTo>
                    <a:pt x="48083" y="59972"/>
                    <a:pt x="48290" y="59945"/>
                    <a:pt x="48496" y="59912"/>
                  </a:cubicBezTo>
                  <a:cubicBezTo>
                    <a:pt x="48702" y="59879"/>
                    <a:pt x="48907" y="59839"/>
                    <a:pt x="49111" y="59793"/>
                  </a:cubicBezTo>
                  <a:cubicBezTo>
                    <a:pt x="49314" y="59746"/>
                    <a:pt x="49516" y="59694"/>
                    <a:pt x="49717" y="59635"/>
                  </a:cubicBezTo>
                  <a:cubicBezTo>
                    <a:pt x="49917" y="59576"/>
                    <a:pt x="50115" y="59511"/>
                    <a:pt x="50312" y="59440"/>
                  </a:cubicBezTo>
                  <a:cubicBezTo>
                    <a:pt x="50508" y="59369"/>
                    <a:pt x="50702" y="59291"/>
                    <a:pt x="50893" y="59208"/>
                  </a:cubicBezTo>
                  <a:cubicBezTo>
                    <a:pt x="51084" y="59125"/>
                    <a:pt x="51273" y="59035"/>
                    <a:pt x="51459" y="58940"/>
                  </a:cubicBezTo>
                  <a:cubicBezTo>
                    <a:pt x="51645" y="58845"/>
                    <a:pt x="51827" y="58744"/>
                    <a:pt x="52007" y="58637"/>
                  </a:cubicBezTo>
                  <a:cubicBezTo>
                    <a:pt x="52186" y="58531"/>
                    <a:pt x="52362" y="58418"/>
                    <a:pt x="52535" y="58301"/>
                  </a:cubicBezTo>
                  <a:cubicBezTo>
                    <a:pt x="52707" y="58183"/>
                    <a:pt x="52876" y="58060"/>
                    <a:pt x="53040" y="57932"/>
                  </a:cubicBezTo>
                  <a:cubicBezTo>
                    <a:pt x="53205" y="57804"/>
                    <a:pt x="53366" y="57670"/>
                    <a:pt x="53522" y="57532"/>
                  </a:cubicBezTo>
                  <a:cubicBezTo>
                    <a:pt x="53679" y="57394"/>
                    <a:pt x="53831" y="57251"/>
                    <a:pt x="53978" y="57103"/>
                  </a:cubicBezTo>
                  <a:cubicBezTo>
                    <a:pt x="54125" y="56955"/>
                    <a:pt x="54268" y="56803"/>
                    <a:pt x="54406" y="56646"/>
                  </a:cubicBezTo>
                  <a:cubicBezTo>
                    <a:pt x="54544" y="56490"/>
                    <a:pt x="54677" y="56329"/>
                    <a:pt x="54805" y="56164"/>
                  </a:cubicBezTo>
                  <a:cubicBezTo>
                    <a:pt x="54932" y="55999"/>
                    <a:pt x="55055" y="55830"/>
                    <a:pt x="55172" y="55657"/>
                  </a:cubicBezTo>
                  <a:cubicBezTo>
                    <a:pt x="55289" y="55484"/>
                    <a:pt x="55401" y="55308"/>
                    <a:pt x="55507" y="55128"/>
                  </a:cubicBezTo>
                  <a:cubicBezTo>
                    <a:pt x="55614" y="54948"/>
                    <a:pt x="55714" y="54766"/>
                    <a:pt x="55809" y="54580"/>
                  </a:cubicBezTo>
                  <a:cubicBezTo>
                    <a:pt x="55904" y="54394"/>
                    <a:pt x="55993" y="54205"/>
                    <a:pt x="56075" y="54013"/>
                  </a:cubicBezTo>
                  <a:cubicBezTo>
                    <a:pt x="56158" y="53822"/>
                    <a:pt x="56235" y="53627"/>
                    <a:pt x="56306" y="53431"/>
                  </a:cubicBezTo>
                  <a:cubicBezTo>
                    <a:pt x="56377" y="53235"/>
                    <a:pt x="56441" y="53036"/>
                    <a:pt x="56500" y="52836"/>
                  </a:cubicBezTo>
                  <a:cubicBezTo>
                    <a:pt x="56558" y="52635"/>
                    <a:pt x="56610" y="52433"/>
                    <a:pt x="56656" y="52230"/>
                  </a:cubicBezTo>
                  <a:cubicBezTo>
                    <a:pt x="56702" y="52026"/>
                    <a:pt x="56741" y="51821"/>
                    <a:pt x="56774" y="51615"/>
                  </a:cubicBezTo>
                  <a:cubicBezTo>
                    <a:pt x="56807" y="51409"/>
                    <a:pt x="56833" y="51202"/>
                    <a:pt x="56853" y="50994"/>
                  </a:cubicBezTo>
                  <a:cubicBezTo>
                    <a:pt x="56873" y="50786"/>
                    <a:pt x="56886" y="50578"/>
                    <a:pt x="56893" y="50369"/>
                  </a:cubicBezTo>
                  <a:cubicBezTo>
                    <a:pt x="56900" y="50160"/>
                    <a:pt x="56900" y="49952"/>
                    <a:pt x="56894" y="49743"/>
                  </a:cubicBezTo>
                  <a:cubicBezTo>
                    <a:pt x="56888" y="49534"/>
                    <a:pt x="56875" y="49326"/>
                    <a:pt x="56856" y="49118"/>
                  </a:cubicBezTo>
                  <a:cubicBezTo>
                    <a:pt x="56837" y="48910"/>
                    <a:pt x="56811" y="48703"/>
                    <a:pt x="56779" y="48497"/>
                  </a:cubicBezTo>
                  <a:cubicBezTo>
                    <a:pt x="56746" y="48291"/>
                    <a:pt x="56708" y="48086"/>
                    <a:pt x="56663" y="47882"/>
                  </a:cubicBezTo>
                  <a:cubicBezTo>
                    <a:pt x="56618" y="47678"/>
                    <a:pt x="56566" y="47476"/>
                    <a:pt x="56508" y="47275"/>
                  </a:cubicBezTo>
                  <a:cubicBezTo>
                    <a:pt x="56451" y="47075"/>
                    <a:pt x="56387" y="46876"/>
                    <a:pt x="56317" y="46679"/>
                  </a:cubicBezTo>
                  <a:cubicBezTo>
                    <a:pt x="56246" y="46483"/>
                    <a:pt x="56170" y="46288"/>
                    <a:pt x="56088" y="46096"/>
                  </a:cubicBezTo>
                  <a:cubicBezTo>
                    <a:pt x="56006" y="45905"/>
                    <a:pt x="55917" y="45716"/>
                    <a:pt x="55823" y="45529"/>
                  </a:cubicBezTo>
                  <a:cubicBezTo>
                    <a:pt x="55729" y="45343"/>
                    <a:pt x="55629" y="45160"/>
                    <a:pt x="55523" y="44980"/>
                  </a:cubicBezTo>
                  <a:cubicBezTo>
                    <a:pt x="55418" y="44800"/>
                    <a:pt x="55306" y="44623"/>
                    <a:pt x="55190" y="44450"/>
                  </a:cubicBezTo>
                  <a:cubicBezTo>
                    <a:pt x="55073" y="44277"/>
                    <a:pt x="54951" y="44107"/>
                    <a:pt x="54824" y="43942"/>
                  </a:cubicBezTo>
                  <a:cubicBezTo>
                    <a:pt x="54696" y="43777"/>
                    <a:pt x="54564" y="43615"/>
                    <a:pt x="54427" y="43458"/>
                  </a:cubicBezTo>
                  <a:cubicBezTo>
                    <a:pt x="54289" y="43301"/>
                    <a:pt x="54147" y="43148"/>
                    <a:pt x="54000" y="43000"/>
                  </a:cubicBezTo>
                  <a:lnTo>
                    <a:pt x="14000" y="0"/>
                  </a:lnTo>
                  <a:lnTo>
                    <a:pt x="0" y="15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8" name="probe-lucide-turtle" descr="turtle — Lucide Icons and Contributors; preserve the bundled full upstream license. Source: https://github.com/lucide-icons/lucide/blob/20aef31db93fe4d9f398dbb15b120d99c48eef95/icons/turtle.svg; SVG SHA256: 2fa5ddc94e2d321c4320c5908776a7815c2de6eacf2dc149e00a15d3e6595740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29" name="probe-lucide-turtle-part-1"/>
            <p:cNvSpPr/>
            <p:nvPr/>
          </p:nvSpPr>
          <p:spPr>
            <a:xfrm>
              <a:off x="20000" y="60000"/>
              <a:ext cx="160000" cy="120000"/>
            </a:xfrm>
            <a:custGeom>
              <a:avLst/>
              <a:gdLst/>
              <a:ahLst/>
              <a:cxnLst/>
              <a:rect l="0" t="0" r="r" b="b"/>
              <a:pathLst>
                <a:path w="160000" h="120000">
                  <a:moveTo>
                    <a:pt x="100000" y="40000"/>
                  </a:moveTo>
                  <a:lnTo>
                    <a:pt x="120000" y="80000"/>
                  </a:lnTo>
                  <a:lnTo>
                    <a:pt x="120000" y="110000"/>
                  </a:lnTo>
                  <a:cubicBezTo>
                    <a:pt x="120000" y="110209"/>
                    <a:pt x="120007" y="110419"/>
                    <a:pt x="120020" y="110628"/>
                  </a:cubicBezTo>
                  <a:cubicBezTo>
                    <a:pt x="120033" y="110837"/>
                    <a:pt x="120053" y="111046"/>
                    <a:pt x="120079" y="111253"/>
                  </a:cubicBezTo>
                  <a:cubicBezTo>
                    <a:pt x="120105" y="111461"/>
                    <a:pt x="120138" y="111668"/>
                    <a:pt x="120177" y="111874"/>
                  </a:cubicBezTo>
                  <a:cubicBezTo>
                    <a:pt x="120216" y="112080"/>
                    <a:pt x="120262" y="112284"/>
                    <a:pt x="120314" y="112487"/>
                  </a:cubicBezTo>
                  <a:cubicBezTo>
                    <a:pt x="120366" y="112690"/>
                    <a:pt x="120425" y="112891"/>
                    <a:pt x="120489" y="113090"/>
                  </a:cubicBezTo>
                  <a:cubicBezTo>
                    <a:pt x="120554" y="113289"/>
                    <a:pt x="120625" y="113486"/>
                    <a:pt x="120702" y="113681"/>
                  </a:cubicBezTo>
                  <a:cubicBezTo>
                    <a:pt x="120779" y="113876"/>
                    <a:pt x="120863" y="114068"/>
                    <a:pt x="120952" y="114258"/>
                  </a:cubicBezTo>
                  <a:cubicBezTo>
                    <a:pt x="121041" y="114447"/>
                    <a:pt x="121136" y="114634"/>
                    <a:pt x="121237" y="114818"/>
                  </a:cubicBezTo>
                  <a:cubicBezTo>
                    <a:pt x="121338" y="115001"/>
                    <a:pt x="121444" y="115181"/>
                    <a:pt x="121557" y="115358"/>
                  </a:cubicBezTo>
                  <a:cubicBezTo>
                    <a:pt x="121669" y="115535"/>
                    <a:pt x="121787" y="115708"/>
                    <a:pt x="121910" y="115878"/>
                  </a:cubicBezTo>
                  <a:cubicBezTo>
                    <a:pt x="122033" y="116047"/>
                    <a:pt x="122161" y="116213"/>
                    <a:pt x="122295" y="116374"/>
                  </a:cubicBezTo>
                  <a:cubicBezTo>
                    <a:pt x="122428" y="116536"/>
                    <a:pt x="122567" y="116693"/>
                    <a:pt x="122710" y="116845"/>
                  </a:cubicBezTo>
                  <a:cubicBezTo>
                    <a:pt x="122854" y="116998"/>
                    <a:pt x="123002" y="117146"/>
                    <a:pt x="123155" y="117290"/>
                  </a:cubicBezTo>
                  <a:cubicBezTo>
                    <a:pt x="123307" y="117433"/>
                    <a:pt x="123464" y="117572"/>
                    <a:pt x="123626" y="117705"/>
                  </a:cubicBezTo>
                  <a:cubicBezTo>
                    <a:pt x="123787" y="117839"/>
                    <a:pt x="123953" y="117967"/>
                    <a:pt x="124122" y="118090"/>
                  </a:cubicBezTo>
                  <a:cubicBezTo>
                    <a:pt x="124292" y="118213"/>
                    <a:pt x="124465" y="118331"/>
                    <a:pt x="124642" y="118443"/>
                  </a:cubicBezTo>
                  <a:cubicBezTo>
                    <a:pt x="124819" y="118556"/>
                    <a:pt x="124999" y="118662"/>
                    <a:pt x="125182" y="118763"/>
                  </a:cubicBezTo>
                  <a:cubicBezTo>
                    <a:pt x="125366" y="118864"/>
                    <a:pt x="125553" y="118959"/>
                    <a:pt x="125742" y="119048"/>
                  </a:cubicBezTo>
                  <a:cubicBezTo>
                    <a:pt x="125932" y="119137"/>
                    <a:pt x="126124" y="119221"/>
                    <a:pt x="126319" y="119298"/>
                  </a:cubicBezTo>
                  <a:cubicBezTo>
                    <a:pt x="126514" y="119375"/>
                    <a:pt x="126711" y="119446"/>
                    <a:pt x="126910" y="119511"/>
                  </a:cubicBezTo>
                  <a:cubicBezTo>
                    <a:pt x="127109" y="119575"/>
                    <a:pt x="127310" y="119634"/>
                    <a:pt x="127513" y="119686"/>
                  </a:cubicBezTo>
                  <a:cubicBezTo>
                    <a:pt x="127716" y="119738"/>
                    <a:pt x="127920" y="119784"/>
                    <a:pt x="128126" y="119823"/>
                  </a:cubicBezTo>
                  <a:cubicBezTo>
                    <a:pt x="128332" y="119862"/>
                    <a:pt x="128539" y="119895"/>
                    <a:pt x="128747" y="119921"/>
                  </a:cubicBezTo>
                  <a:cubicBezTo>
                    <a:pt x="128954" y="119947"/>
                    <a:pt x="129163" y="119967"/>
                    <a:pt x="129372" y="119980"/>
                  </a:cubicBezTo>
                  <a:cubicBezTo>
                    <a:pt x="129581" y="119993"/>
                    <a:pt x="129791" y="120000"/>
                    <a:pt x="130000" y="120000"/>
                  </a:cubicBezTo>
                  <a:lnTo>
                    <a:pt x="150000" y="120000"/>
                  </a:lnTo>
                  <a:cubicBezTo>
                    <a:pt x="150209" y="120000"/>
                    <a:pt x="150419" y="119993"/>
                    <a:pt x="150628" y="119980"/>
                  </a:cubicBezTo>
                  <a:cubicBezTo>
                    <a:pt x="150837" y="119967"/>
                    <a:pt x="151046" y="119947"/>
                    <a:pt x="151253" y="119921"/>
                  </a:cubicBezTo>
                  <a:cubicBezTo>
                    <a:pt x="151461" y="119895"/>
                    <a:pt x="151668" y="119862"/>
                    <a:pt x="151874" y="119823"/>
                  </a:cubicBezTo>
                  <a:cubicBezTo>
                    <a:pt x="152080" y="119784"/>
                    <a:pt x="152284" y="119738"/>
                    <a:pt x="152487" y="119686"/>
                  </a:cubicBezTo>
                  <a:cubicBezTo>
                    <a:pt x="152690" y="119634"/>
                    <a:pt x="152891" y="119575"/>
                    <a:pt x="153090" y="119511"/>
                  </a:cubicBezTo>
                  <a:cubicBezTo>
                    <a:pt x="153289" y="119446"/>
                    <a:pt x="153486" y="119375"/>
                    <a:pt x="153681" y="119298"/>
                  </a:cubicBezTo>
                  <a:cubicBezTo>
                    <a:pt x="153876" y="119221"/>
                    <a:pt x="154068" y="119137"/>
                    <a:pt x="154258" y="119048"/>
                  </a:cubicBezTo>
                  <a:cubicBezTo>
                    <a:pt x="154447" y="118959"/>
                    <a:pt x="154634" y="118864"/>
                    <a:pt x="154818" y="118763"/>
                  </a:cubicBezTo>
                  <a:cubicBezTo>
                    <a:pt x="155001" y="118662"/>
                    <a:pt x="155181" y="118556"/>
                    <a:pt x="155358" y="118443"/>
                  </a:cubicBezTo>
                  <a:cubicBezTo>
                    <a:pt x="155535" y="118331"/>
                    <a:pt x="155708" y="118213"/>
                    <a:pt x="155878" y="118090"/>
                  </a:cubicBezTo>
                  <a:cubicBezTo>
                    <a:pt x="156047" y="117967"/>
                    <a:pt x="156213" y="117839"/>
                    <a:pt x="156374" y="117705"/>
                  </a:cubicBezTo>
                  <a:cubicBezTo>
                    <a:pt x="156536" y="117572"/>
                    <a:pt x="156693" y="117433"/>
                    <a:pt x="156845" y="117290"/>
                  </a:cubicBezTo>
                  <a:cubicBezTo>
                    <a:pt x="156998" y="117146"/>
                    <a:pt x="157146" y="116998"/>
                    <a:pt x="157290" y="116845"/>
                  </a:cubicBezTo>
                  <a:cubicBezTo>
                    <a:pt x="157433" y="116693"/>
                    <a:pt x="157572" y="116536"/>
                    <a:pt x="157705" y="116374"/>
                  </a:cubicBezTo>
                  <a:cubicBezTo>
                    <a:pt x="157839" y="116213"/>
                    <a:pt x="157967" y="116047"/>
                    <a:pt x="158090" y="115878"/>
                  </a:cubicBezTo>
                  <a:cubicBezTo>
                    <a:pt x="158213" y="115708"/>
                    <a:pt x="158331" y="115535"/>
                    <a:pt x="158443" y="115358"/>
                  </a:cubicBezTo>
                  <a:cubicBezTo>
                    <a:pt x="158556" y="115181"/>
                    <a:pt x="158662" y="115001"/>
                    <a:pt x="158763" y="114818"/>
                  </a:cubicBezTo>
                  <a:cubicBezTo>
                    <a:pt x="158864" y="114634"/>
                    <a:pt x="158959" y="114447"/>
                    <a:pt x="159048" y="114258"/>
                  </a:cubicBezTo>
                  <a:cubicBezTo>
                    <a:pt x="159137" y="114068"/>
                    <a:pt x="159221" y="113876"/>
                    <a:pt x="159298" y="113681"/>
                  </a:cubicBezTo>
                  <a:cubicBezTo>
                    <a:pt x="159375" y="113486"/>
                    <a:pt x="159446" y="113289"/>
                    <a:pt x="159511" y="113090"/>
                  </a:cubicBezTo>
                  <a:cubicBezTo>
                    <a:pt x="159575" y="112891"/>
                    <a:pt x="159634" y="112690"/>
                    <a:pt x="159686" y="112487"/>
                  </a:cubicBezTo>
                  <a:cubicBezTo>
                    <a:pt x="159738" y="112284"/>
                    <a:pt x="159784" y="112080"/>
                    <a:pt x="159823" y="111874"/>
                  </a:cubicBezTo>
                  <a:cubicBezTo>
                    <a:pt x="159862" y="111668"/>
                    <a:pt x="159895" y="111461"/>
                    <a:pt x="159921" y="111253"/>
                  </a:cubicBezTo>
                  <a:cubicBezTo>
                    <a:pt x="159947" y="111046"/>
                    <a:pt x="159967" y="110837"/>
                    <a:pt x="159980" y="110628"/>
                  </a:cubicBezTo>
                  <a:cubicBezTo>
                    <a:pt x="159993" y="110419"/>
                    <a:pt x="160000" y="110209"/>
                    <a:pt x="160000" y="110000"/>
                  </a:cubicBezTo>
                  <a:lnTo>
                    <a:pt x="160000" y="80000"/>
                  </a:lnTo>
                  <a:cubicBezTo>
                    <a:pt x="160000" y="78324"/>
                    <a:pt x="159947" y="76649"/>
                    <a:pt x="159842" y="74977"/>
                  </a:cubicBezTo>
                  <a:cubicBezTo>
                    <a:pt x="159737" y="73304"/>
                    <a:pt x="159579" y="71636"/>
                    <a:pt x="159369" y="69973"/>
                  </a:cubicBezTo>
                  <a:cubicBezTo>
                    <a:pt x="159159" y="68311"/>
                    <a:pt x="158897" y="66655"/>
                    <a:pt x="158583" y="65009"/>
                  </a:cubicBezTo>
                  <a:cubicBezTo>
                    <a:pt x="158269" y="63364"/>
                    <a:pt x="157903" y="61728"/>
                    <a:pt x="157487" y="60105"/>
                  </a:cubicBezTo>
                  <a:cubicBezTo>
                    <a:pt x="157070" y="58482"/>
                    <a:pt x="156602" y="56872"/>
                    <a:pt x="156085" y="55279"/>
                  </a:cubicBezTo>
                  <a:cubicBezTo>
                    <a:pt x="155567" y="53685"/>
                    <a:pt x="154999" y="52108"/>
                    <a:pt x="154382" y="50550"/>
                  </a:cubicBezTo>
                  <a:cubicBezTo>
                    <a:pt x="153765" y="48992"/>
                    <a:pt x="153100" y="47454"/>
                    <a:pt x="152386" y="45938"/>
                  </a:cubicBezTo>
                  <a:cubicBezTo>
                    <a:pt x="151673" y="44421"/>
                    <a:pt x="150912" y="42928"/>
                    <a:pt x="150105" y="41460"/>
                  </a:cubicBezTo>
                  <a:cubicBezTo>
                    <a:pt x="149297" y="39991"/>
                    <a:pt x="148444" y="38549"/>
                    <a:pt x="147546" y="37134"/>
                  </a:cubicBezTo>
                  <a:cubicBezTo>
                    <a:pt x="146648" y="35719"/>
                    <a:pt x="145706" y="34333"/>
                    <a:pt x="144721" y="32977"/>
                  </a:cubicBezTo>
                  <a:cubicBezTo>
                    <a:pt x="143736" y="31622"/>
                    <a:pt x="142709" y="30297"/>
                    <a:pt x="141641" y="29006"/>
                  </a:cubicBezTo>
                  <a:cubicBezTo>
                    <a:pt x="140573" y="27715"/>
                    <a:pt x="139465" y="26458"/>
                    <a:pt x="138317" y="25236"/>
                  </a:cubicBezTo>
                  <a:cubicBezTo>
                    <a:pt x="137170" y="24015"/>
                    <a:pt x="135985" y="22830"/>
                    <a:pt x="134764" y="21683"/>
                  </a:cubicBezTo>
                  <a:cubicBezTo>
                    <a:pt x="133542" y="20535"/>
                    <a:pt x="132285" y="19427"/>
                    <a:pt x="130994" y="18359"/>
                  </a:cubicBezTo>
                  <a:cubicBezTo>
                    <a:pt x="129703" y="17291"/>
                    <a:pt x="128378" y="16264"/>
                    <a:pt x="127023" y="15279"/>
                  </a:cubicBezTo>
                  <a:cubicBezTo>
                    <a:pt x="125667" y="14294"/>
                    <a:pt x="124281" y="13352"/>
                    <a:pt x="122866" y="12454"/>
                  </a:cubicBezTo>
                  <a:cubicBezTo>
                    <a:pt x="121451" y="11556"/>
                    <a:pt x="120009" y="10703"/>
                    <a:pt x="118540" y="9895"/>
                  </a:cubicBezTo>
                  <a:cubicBezTo>
                    <a:pt x="117072" y="9088"/>
                    <a:pt x="115579" y="8327"/>
                    <a:pt x="114062" y="7614"/>
                  </a:cubicBezTo>
                  <a:cubicBezTo>
                    <a:pt x="112546" y="6900"/>
                    <a:pt x="111008" y="6235"/>
                    <a:pt x="109450" y="5618"/>
                  </a:cubicBezTo>
                  <a:cubicBezTo>
                    <a:pt x="107892" y="5001"/>
                    <a:pt x="106315" y="4433"/>
                    <a:pt x="104721" y="3915"/>
                  </a:cubicBezTo>
                  <a:cubicBezTo>
                    <a:pt x="103128" y="3398"/>
                    <a:pt x="101518" y="2930"/>
                    <a:pt x="99895" y="2513"/>
                  </a:cubicBezTo>
                  <a:cubicBezTo>
                    <a:pt x="98272" y="2097"/>
                    <a:pt x="96636" y="1731"/>
                    <a:pt x="94991" y="1417"/>
                  </a:cubicBezTo>
                  <a:cubicBezTo>
                    <a:pt x="93345" y="1103"/>
                    <a:pt x="91689" y="841"/>
                    <a:pt x="90027" y="631"/>
                  </a:cubicBezTo>
                  <a:cubicBezTo>
                    <a:pt x="88364" y="421"/>
                    <a:pt x="86696" y="263"/>
                    <a:pt x="85023" y="158"/>
                  </a:cubicBezTo>
                  <a:cubicBezTo>
                    <a:pt x="83351" y="53"/>
                    <a:pt x="81676" y="0"/>
                    <a:pt x="80000" y="0"/>
                  </a:cubicBezTo>
                  <a:cubicBezTo>
                    <a:pt x="78324" y="0"/>
                    <a:pt x="76649" y="53"/>
                    <a:pt x="74977" y="158"/>
                  </a:cubicBezTo>
                  <a:cubicBezTo>
                    <a:pt x="73304" y="263"/>
                    <a:pt x="71636" y="421"/>
                    <a:pt x="69973" y="631"/>
                  </a:cubicBezTo>
                  <a:cubicBezTo>
                    <a:pt x="68311" y="841"/>
                    <a:pt x="66655" y="1103"/>
                    <a:pt x="65009" y="1417"/>
                  </a:cubicBezTo>
                  <a:cubicBezTo>
                    <a:pt x="63364" y="1731"/>
                    <a:pt x="61728" y="2097"/>
                    <a:pt x="60105" y="2513"/>
                  </a:cubicBezTo>
                  <a:cubicBezTo>
                    <a:pt x="58482" y="2930"/>
                    <a:pt x="56872" y="3398"/>
                    <a:pt x="55279" y="3915"/>
                  </a:cubicBezTo>
                  <a:cubicBezTo>
                    <a:pt x="53685" y="4433"/>
                    <a:pt x="52108" y="5001"/>
                    <a:pt x="50550" y="5618"/>
                  </a:cubicBezTo>
                  <a:cubicBezTo>
                    <a:pt x="48992" y="6235"/>
                    <a:pt x="47454" y="6900"/>
                    <a:pt x="45938" y="7614"/>
                  </a:cubicBezTo>
                  <a:cubicBezTo>
                    <a:pt x="44421" y="8327"/>
                    <a:pt x="42928" y="9088"/>
                    <a:pt x="41460" y="9895"/>
                  </a:cubicBezTo>
                  <a:cubicBezTo>
                    <a:pt x="39991" y="10703"/>
                    <a:pt x="38549" y="11556"/>
                    <a:pt x="37134" y="12454"/>
                  </a:cubicBezTo>
                  <a:cubicBezTo>
                    <a:pt x="35719" y="13352"/>
                    <a:pt x="34333" y="14294"/>
                    <a:pt x="32977" y="15279"/>
                  </a:cubicBezTo>
                  <a:cubicBezTo>
                    <a:pt x="31622" y="16264"/>
                    <a:pt x="30297" y="17291"/>
                    <a:pt x="29006" y="18359"/>
                  </a:cubicBezTo>
                  <a:cubicBezTo>
                    <a:pt x="27715" y="19427"/>
                    <a:pt x="26458" y="20535"/>
                    <a:pt x="25236" y="21683"/>
                  </a:cubicBezTo>
                  <a:cubicBezTo>
                    <a:pt x="24015" y="22830"/>
                    <a:pt x="22830" y="24015"/>
                    <a:pt x="21683" y="25236"/>
                  </a:cubicBezTo>
                  <a:cubicBezTo>
                    <a:pt x="20535" y="26458"/>
                    <a:pt x="19427" y="27715"/>
                    <a:pt x="18359" y="29006"/>
                  </a:cubicBezTo>
                  <a:cubicBezTo>
                    <a:pt x="17291" y="30297"/>
                    <a:pt x="16264" y="31622"/>
                    <a:pt x="15279" y="32977"/>
                  </a:cubicBezTo>
                  <a:cubicBezTo>
                    <a:pt x="14294" y="34333"/>
                    <a:pt x="13352" y="35719"/>
                    <a:pt x="12454" y="37134"/>
                  </a:cubicBezTo>
                  <a:cubicBezTo>
                    <a:pt x="11556" y="38549"/>
                    <a:pt x="10703" y="39991"/>
                    <a:pt x="9895" y="41460"/>
                  </a:cubicBezTo>
                  <a:cubicBezTo>
                    <a:pt x="9088" y="42928"/>
                    <a:pt x="8327" y="44421"/>
                    <a:pt x="7614" y="45938"/>
                  </a:cubicBezTo>
                  <a:cubicBezTo>
                    <a:pt x="6900" y="47454"/>
                    <a:pt x="6235" y="48992"/>
                    <a:pt x="5618" y="50550"/>
                  </a:cubicBezTo>
                  <a:cubicBezTo>
                    <a:pt x="5001" y="52108"/>
                    <a:pt x="4433" y="53685"/>
                    <a:pt x="3915" y="55279"/>
                  </a:cubicBezTo>
                  <a:cubicBezTo>
                    <a:pt x="3398" y="56872"/>
                    <a:pt x="2930" y="58482"/>
                    <a:pt x="2513" y="60105"/>
                  </a:cubicBezTo>
                  <a:cubicBezTo>
                    <a:pt x="2097" y="61728"/>
                    <a:pt x="1731" y="63364"/>
                    <a:pt x="1417" y="65009"/>
                  </a:cubicBezTo>
                  <a:cubicBezTo>
                    <a:pt x="1103" y="66655"/>
                    <a:pt x="841" y="68311"/>
                    <a:pt x="631" y="69973"/>
                  </a:cubicBezTo>
                  <a:cubicBezTo>
                    <a:pt x="421" y="71636"/>
                    <a:pt x="263" y="73304"/>
                    <a:pt x="158" y="74977"/>
                  </a:cubicBezTo>
                  <a:cubicBezTo>
                    <a:pt x="53" y="76649"/>
                    <a:pt x="0" y="78324"/>
                    <a:pt x="0" y="80000"/>
                  </a:cubicBezTo>
                  <a:lnTo>
                    <a:pt x="0" y="110000"/>
                  </a:lnTo>
                  <a:cubicBezTo>
                    <a:pt x="0" y="110209"/>
                    <a:pt x="7" y="110419"/>
                    <a:pt x="20" y="110628"/>
                  </a:cubicBezTo>
                  <a:cubicBezTo>
                    <a:pt x="33" y="110837"/>
                    <a:pt x="53" y="111046"/>
                    <a:pt x="79" y="111253"/>
                  </a:cubicBezTo>
                  <a:cubicBezTo>
                    <a:pt x="105" y="111461"/>
                    <a:pt x="138" y="111668"/>
                    <a:pt x="177" y="111874"/>
                  </a:cubicBezTo>
                  <a:cubicBezTo>
                    <a:pt x="216" y="112080"/>
                    <a:pt x="262" y="112284"/>
                    <a:pt x="314" y="112487"/>
                  </a:cubicBezTo>
                  <a:cubicBezTo>
                    <a:pt x="366" y="112690"/>
                    <a:pt x="425" y="112891"/>
                    <a:pt x="489" y="113090"/>
                  </a:cubicBezTo>
                  <a:cubicBezTo>
                    <a:pt x="554" y="113289"/>
                    <a:pt x="625" y="113486"/>
                    <a:pt x="702" y="113681"/>
                  </a:cubicBezTo>
                  <a:cubicBezTo>
                    <a:pt x="779" y="113876"/>
                    <a:pt x="863" y="114068"/>
                    <a:pt x="952" y="114258"/>
                  </a:cubicBezTo>
                  <a:cubicBezTo>
                    <a:pt x="1041" y="114447"/>
                    <a:pt x="1136" y="114634"/>
                    <a:pt x="1237" y="114818"/>
                  </a:cubicBezTo>
                  <a:cubicBezTo>
                    <a:pt x="1338" y="115001"/>
                    <a:pt x="1444" y="115181"/>
                    <a:pt x="1557" y="115358"/>
                  </a:cubicBezTo>
                  <a:cubicBezTo>
                    <a:pt x="1669" y="115535"/>
                    <a:pt x="1787" y="115708"/>
                    <a:pt x="1910" y="115878"/>
                  </a:cubicBezTo>
                  <a:cubicBezTo>
                    <a:pt x="2033" y="116047"/>
                    <a:pt x="2161" y="116213"/>
                    <a:pt x="2295" y="116374"/>
                  </a:cubicBezTo>
                  <a:cubicBezTo>
                    <a:pt x="2428" y="116536"/>
                    <a:pt x="2567" y="116693"/>
                    <a:pt x="2710" y="116845"/>
                  </a:cubicBezTo>
                  <a:cubicBezTo>
                    <a:pt x="2854" y="116998"/>
                    <a:pt x="3002" y="117146"/>
                    <a:pt x="3155" y="117290"/>
                  </a:cubicBezTo>
                  <a:cubicBezTo>
                    <a:pt x="3307" y="117433"/>
                    <a:pt x="3464" y="117572"/>
                    <a:pt x="3626" y="117705"/>
                  </a:cubicBezTo>
                  <a:cubicBezTo>
                    <a:pt x="3787" y="117839"/>
                    <a:pt x="3953" y="117967"/>
                    <a:pt x="4122" y="118090"/>
                  </a:cubicBezTo>
                  <a:cubicBezTo>
                    <a:pt x="4292" y="118213"/>
                    <a:pt x="4465" y="118331"/>
                    <a:pt x="4642" y="118443"/>
                  </a:cubicBezTo>
                  <a:cubicBezTo>
                    <a:pt x="4819" y="118556"/>
                    <a:pt x="4999" y="118662"/>
                    <a:pt x="5182" y="118763"/>
                  </a:cubicBezTo>
                  <a:cubicBezTo>
                    <a:pt x="5366" y="118864"/>
                    <a:pt x="5553" y="118959"/>
                    <a:pt x="5742" y="119048"/>
                  </a:cubicBezTo>
                  <a:cubicBezTo>
                    <a:pt x="5932" y="119137"/>
                    <a:pt x="6124" y="119221"/>
                    <a:pt x="6319" y="119298"/>
                  </a:cubicBezTo>
                  <a:cubicBezTo>
                    <a:pt x="6514" y="119375"/>
                    <a:pt x="6711" y="119446"/>
                    <a:pt x="6910" y="119511"/>
                  </a:cubicBezTo>
                  <a:cubicBezTo>
                    <a:pt x="7109" y="119575"/>
                    <a:pt x="7310" y="119634"/>
                    <a:pt x="7513" y="119686"/>
                  </a:cubicBezTo>
                  <a:cubicBezTo>
                    <a:pt x="7716" y="119738"/>
                    <a:pt x="7920" y="119784"/>
                    <a:pt x="8126" y="119823"/>
                  </a:cubicBezTo>
                  <a:cubicBezTo>
                    <a:pt x="8332" y="119862"/>
                    <a:pt x="8539" y="119895"/>
                    <a:pt x="8747" y="119921"/>
                  </a:cubicBezTo>
                  <a:cubicBezTo>
                    <a:pt x="8954" y="119947"/>
                    <a:pt x="9163" y="119967"/>
                    <a:pt x="9372" y="119980"/>
                  </a:cubicBezTo>
                  <a:cubicBezTo>
                    <a:pt x="9581" y="119993"/>
                    <a:pt x="9791" y="120000"/>
                    <a:pt x="10000" y="120000"/>
                  </a:cubicBezTo>
                  <a:lnTo>
                    <a:pt x="30000" y="120000"/>
                  </a:lnTo>
                  <a:cubicBezTo>
                    <a:pt x="30209" y="120000"/>
                    <a:pt x="30419" y="119993"/>
                    <a:pt x="30628" y="119980"/>
                  </a:cubicBezTo>
                  <a:cubicBezTo>
                    <a:pt x="30837" y="119967"/>
                    <a:pt x="31046" y="119947"/>
                    <a:pt x="31253" y="119921"/>
                  </a:cubicBezTo>
                  <a:cubicBezTo>
                    <a:pt x="31461" y="119895"/>
                    <a:pt x="31668" y="119862"/>
                    <a:pt x="31874" y="119823"/>
                  </a:cubicBezTo>
                  <a:cubicBezTo>
                    <a:pt x="32080" y="119784"/>
                    <a:pt x="32284" y="119738"/>
                    <a:pt x="32487" y="119686"/>
                  </a:cubicBezTo>
                  <a:cubicBezTo>
                    <a:pt x="32690" y="119634"/>
                    <a:pt x="32891" y="119575"/>
                    <a:pt x="33090" y="119511"/>
                  </a:cubicBezTo>
                  <a:cubicBezTo>
                    <a:pt x="33289" y="119446"/>
                    <a:pt x="33486" y="119375"/>
                    <a:pt x="33681" y="119298"/>
                  </a:cubicBezTo>
                  <a:cubicBezTo>
                    <a:pt x="33876" y="119221"/>
                    <a:pt x="34068" y="119137"/>
                    <a:pt x="34258" y="119048"/>
                  </a:cubicBezTo>
                  <a:cubicBezTo>
                    <a:pt x="34447" y="118959"/>
                    <a:pt x="34634" y="118864"/>
                    <a:pt x="34818" y="118763"/>
                  </a:cubicBezTo>
                  <a:cubicBezTo>
                    <a:pt x="35001" y="118662"/>
                    <a:pt x="35181" y="118556"/>
                    <a:pt x="35358" y="118443"/>
                  </a:cubicBezTo>
                  <a:cubicBezTo>
                    <a:pt x="35535" y="118331"/>
                    <a:pt x="35708" y="118213"/>
                    <a:pt x="35878" y="118090"/>
                  </a:cubicBezTo>
                  <a:cubicBezTo>
                    <a:pt x="36047" y="117967"/>
                    <a:pt x="36213" y="117839"/>
                    <a:pt x="36374" y="117705"/>
                  </a:cubicBezTo>
                  <a:cubicBezTo>
                    <a:pt x="36536" y="117572"/>
                    <a:pt x="36693" y="117433"/>
                    <a:pt x="36845" y="117290"/>
                  </a:cubicBezTo>
                  <a:cubicBezTo>
                    <a:pt x="36998" y="117146"/>
                    <a:pt x="37146" y="116998"/>
                    <a:pt x="37290" y="116845"/>
                  </a:cubicBezTo>
                  <a:cubicBezTo>
                    <a:pt x="37433" y="116693"/>
                    <a:pt x="37572" y="116536"/>
                    <a:pt x="37705" y="116374"/>
                  </a:cubicBezTo>
                  <a:cubicBezTo>
                    <a:pt x="37839" y="116213"/>
                    <a:pt x="37967" y="116047"/>
                    <a:pt x="38090" y="115878"/>
                  </a:cubicBezTo>
                  <a:cubicBezTo>
                    <a:pt x="38213" y="115708"/>
                    <a:pt x="38331" y="115535"/>
                    <a:pt x="38443" y="115358"/>
                  </a:cubicBezTo>
                  <a:cubicBezTo>
                    <a:pt x="38556" y="115181"/>
                    <a:pt x="38662" y="115001"/>
                    <a:pt x="38763" y="114818"/>
                  </a:cubicBezTo>
                  <a:cubicBezTo>
                    <a:pt x="38864" y="114634"/>
                    <a:pt x="38959" y="114447"/>
                    <a:pt x="39048" y="114258"/>
                  </a:cubicBezTo>
                  <a:cubicBezTo>
                    <a:pt x="39137" y="114068"/>
                    <a:pt x="39221" y="113876"/>
                    <a:pt x="39298" y="113681"/>
                  </a:cubicBezTo>
                  <a:cubicBezTo>
                    <a:pt x="39375" y="113486"/>
                    <a:pt x="39446" y="113289"/>
                    <a:pt x="39511" y="113090"/>
                  </a:cubicBezTo>
                  <a:cubicBezTo>
                    <a:pt x="39575" y="112891"/>
                    <a:pt x="39634" y="112690"/>
                    <a:pt x="39686" y="112487"/>
                  </a:cubicBezTo>
                  <a:cubicBezTo>
                    <a:pt x="39738" y="112284"/>
                    <a:pt x="39784" y="112080"/>
                    <a:pt x="39823" y="111874"/>
                  </a:cubicBezTo>
                  <a:cubicBezTo>
                    <a:pt x="39862" y="111668"/>
                    <a:pt x="39895" y="111461"/>
                    <a:pt x="39921" y="111253"/>
                  </a:cubicBezTo>
                  <a:cubicBezTo>
                    <a:pt x="39947" y="111046"/>
                    <a:pt x="39967" y="110837"/>
                    <a:pt x="39980" y="110628"/>
                  </a:cubicBezTo>
                  <a:cubicBezTo>
                    <a:pt x="39993" y="110419"/>
                    <a:pt x="40000" y="110209"/>
                    <a:pt x="40000" y="110000"/>
                  </a:cubicBezTo>
                  <a:lnTo>
                    <a:pt x="40000" y="80000"/>
                  </a:lnTo>
                  <a:lnTo>
                    <a:pt x="60000" y="40000"/>
                  </a:lnTo>
                  <a:lnTo>
                    <a:pt x="100000" y="4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turtle-part-2"/>
            <p:cNvSpPr/>
            <p:nvPr/>
          </p:nvSpPr>
          <p:spPr>
            <a:xfrm>
              <a:off x="48200" y="79000"/>
              <a:ext cx="31800" cy="21000"/>
            </a:xfrm>
            <a:custGeom>
              <a:avLst/>
              <a:gdLst/>
              <a:ahLst/>
              <a:cxnLst/>
              <a:rect l="0" t="0" r="r" b="b"/>
              <a:pathLst>
                <a:path w="31800" h="21000">
                  <a:moveTo>
                    <a:pt x="0" y="0"/>
                  </a:moveTo>
                  <a:lnTo>
                    <a:pt x="31800" y="21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probe-lucide-turtle-part-3"/>
            <p:cNvSpPr/>
            <p:nvPr/>
          </p:nvSpPr>
          <p:spPr>
            <a:xfrm>
              <a:off x="120000" y="79000"/>
              <a:ext cx="31800" cy="21000"/>
            </a:xfrm>
            <a:custGeom>
              <a:avLst/>
              <a:gdLst/>
              <a:ahLst/>
              <a:cxnLst/>
              <a:rect l="0" t="0" r="r" b="b"/>
              <a:pathLst>
                <a:path w="31800" h="21000">
                  <a:moveTo>
                    <a:pt x="31800" y="0"/>
                  </a:moveTo>
                  <a:lnTo>
                    <a:pt x="0" y="21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probe-lucide-turtle-part-4"/>
            <p:cNvSpPr/>
            <p:nvPr/>
          </p:nvSpPr>
          <p:spPr>
            <a:xfrm>
              <a:off x="20000" y="100000"/>
              <a:ext cx="200000" cy="40000"/>
            </a:xfrm>
            <a:custGeom>
              <a:avLst/>
              <a:gdLst/>
              <a:ahLst/>
              <a:cxnLst/>
              <a:rect l="0" t="0" r="r" b="b"/>
              <a:pathLst>
                <a:path w="200000" h="40000">
                  <a:moveTo>
                    <a:pt x="149300" y="0"/>
                  </a:moveTo>
                  <a:lnTo>
                    <a:pt x="180000" y="0"/>
                  </a:lnTo>
                  <a:cubicBezTo>
                    <a:pt x="180419" y="0"/>
                    <a:pt x="180838" y="13"/>
                    <a:pt x="181256" y="39"/>
                  </a:cubicBezTo>
                  <a:cubicBezTo>
                    <a:pt x="181674" y="66"/>
                    <a:pt x="182091" y="105"/>
                    <a:pt x="182507" y="158"/>
                  </a:cubicBezTo>
                  <a:cubicBezTo>
                    <a:pt x="182922" y="210"/>
                    <a:pt x="183336" y="276"/>
                    <a:pt x="183748" y="354"/>
                  </a:cubicBezTo>
                  <a:cubicBezTo>
                    <a:pt x="184159" y="433"/>
                    <a:pt x="184568" y="524"/>
                    <a:pt x="184974" y="628"/>
                  </a:cubicBezTo>
                  <a:cubicBezTo>
                    <a:pt x="185380" y="733"/>
                    <a:pt x="185782" y="849"/>
                    <a:pt x="186180" y="979"/>
                  </a:cubicBezTo>
                  <a:cubicBezTo>
                    <a:pt x="186579" y="1108"/>
                    <a:pt x="186973" y="1250"/>
                    <a:pt x="187362" y="1404"/>
                  </a:cubicBezTo>
                  <a:cubicBezTo>
                    <a:pt x="187752" y="1559"/>
                    <a:pt x="188137" y="1725"/>
                    <a:pt x="188516" y="1903"/>
                  </a:cubicBezTo>
                  <a:cubicBezTo>
                    <a:pt x="188895" y="2082"/>
                    <a:pt x="189268" y="2272"/>
                    <a:pt x="189635" y="2474"/>
                  </a:cubicBezTo>
                  <a:cubicBezTo>
                    <a:pt x="190002" y="2676"/>
                    <a:pt x="190363" y="2889"/>
                    <a:pt x="190717" y="3113"/>
                  </a:cubicBezTo>
                  <a:cubicBezTo>
                    <a:pt x="191070" y="3338"/>
                    <a:pt x="191417" y="3573"/>
                    <a:pt x="191756" y="3820"/>
                  </a:cubicBezTo>
                  <a:cubicBezTo>
                    <a:pt x="192095" y="4066"/>
                    <a:pt x="192426" y="4323"/>
                    <a:pt x="192748" y="4590"/>
                  </a:cubicBezTo>
                  <a:cubicBezTo>
                    <a:pt x="193071" y="4857"/>
                    <a:pt x="193386" y="5134"/>
                    <a:pt x="193691" y="5421"/>
                  </a:cubicBezTo>
                  <a:cubicBezTo>
                    <a:pt x="193996" y="5707"/>
                    <a:pt x="194293" y="6004"/>
                    <a:pt x="194579" y="6309"/>
                  </a:cubicBezTo>
                  <a:cubicBezTo>
                    <a:pt x="194866" y="6614"/>
                    <a:pt x="195143" y="6929"/>
                    <a:pt x="195410" y="7252"/>
                  </a:cubicBezTo>
                  <a:cubicBezTo>
                    <a:pt x="195677" y="7574"/>
                    <a:pt x="195934" y="7905"/>
                    <a:pt x="196180" y="8244"/>
                  </a:cubicBezTo>
                  <a:cubicBezTo>
                    <a:pt x="196427" y="8583"/>
                    <a:pt x="196662" y="8930"/>
                    <a:pt x="196887" y="9283"/>
                  </a:cubicBezTo>
                  <a:cubicBezTo>
                    <a:pt x="197111" y="9637"/>
                    <a:pt x="197324" y="9998"/>
                    <a:pt x="197526" y="10365"/>
                  </a:cubicBezTo>
                  <a:cubicBezTo>
                    <a:pt x="197728" y="10732"/>
                    <a:pt x="197918" y="11105"/>
                    <a:pt x="198097" y="11484"/>
                  </a:cubicBezTo>
                  <a:cubicBezTo>
                    <a:pt x="198275" y="11863"/>
                    <a:pt x="198441" y="12248"/>
                    <a:pt x="198596" y="12638"/>
                  </a:cubicBezTo>
                  <a:cubicBezTo>
                    <a:pt x="198750" y="13027"/>
                    <a:pt x="198892" y="13421"/>
                    <a:pt x="199021" y="13820"/>
                  </a:cubicBezTo>
                  <a:cubicBezTo>
                    <a:pt x="199151" y="14218"/>
                    <a:pt x="199267" y="14620"/>
                    <a:pt x="199372" y="15026"/>
                  </a:cubicBezTo>
                  <a:cubicBezTo>
                    <a:pt x="199476" y="15432"/>
                    <a:pt x="199567" y="15841"/>
                    <a:pt x="199646" y="16252"/>
                  </a:cubicBezTo>
                  <a:cubicBezTo>
                    <a:pt x="199724" y="16664"/>
                    <a:pt x="199790" y="17078"/>
                    <a:pt x="199842" y="17493"/>
                  </a:cubicBezTo>
                  <a:cubicBezTo>
                    <a:pt x="199895" y="17909"/>
                    <a:pt x="199934" y="18326"/>
                    <a:pt x="199961" y="18744"/>
                  </a:cubicBezTo>
                  <a:cubicBezTo>
                    <a:pt x="199987" y="19162"/>
                    <a:pt x="200000" y="19581"/>
                    <a:pt x="200000" y="20000"/>
                  </a:cubicBezTo>
                  <a:cubicBezTo>
                    <a:pt x="200000" y="20419"/>
                    <a:pt x="199987" y="20838"/>
                    <a:pt x="199961" y="21256"/>
                  </a:cubicBezTo>
                  <a:cubicBezTo>
                    <a:pt x="199934" y="21674"/>
                    <a:pt x="199895" y="22091"/>
                    <a:pt x="199842" y="22507"/>
                  </a:cubicBezTo>
                  <a:cubicBezTo>
                    <a:pt x="199790" y="22922"/>
                    <a:pt x="199724" y="23336"/>
                    <a:pt x="199646" y="23748"/>
                  </a:cubicBezTo>
                  <a:cubicBezTo>
                    <a:pt x="199567" y="24159"/>
                    <a:pt x="199476" y="24568"/>
                    <a:pt x="199372" y="24974"/>
                  </a:cubicBezTo>
                  <a:cubicBezTo>
                    <a:pt x="199267" y="25380"/>
                    <a:pt x="199151" y="25782"/>
                    <a:pt x="199021" y="26180"/>
                  </a:cubicBezTo>
                  <a:cubicBezTo>
                    <a:pt x="198892" y="26579"/>
                    <a:pt x="198750" y="26973"/>
                    <a:pt x="198596" y="27362"/>
                  </a:cubicBezTo>
                  <a:cubicBezTo>
                    <a:pt x="198441" y="27752"/>
                    <a:pt x="198275" y="28137"/>
                    <a:pt x="198097" y="28516"/>
                  </a:cubicBezTo>
                  <a:cubicBezTo>
                    <a:pt x="197918" y="28895"/>
                    <a:pt x="197728" y="29268"/>
                    <a:pt x="197526" y="29635"/>
                  </a:cubicBezTo>
                  <a:cubicBezTo>
                    <a:pt x="197324" y="30002"/>
                    <a:pt x="197111" y="30363"/>
                    <a:pt x="196887" y="30717"/>
                  </a:cubicBezTo>
                  <a:cubicBezTo>
                    <a:pt x="196662" y="31070"/>
                    <a:pt x="196427" y="31417"/>
                    <a:pt x="196180" y="31756"/>
                  </a:cubicBezTo>
                  <a:cubicBezTo>
                    <a:pt x="195934" y="32095"/>
                    <a:pt x="195677" y="32426"/>
                    <a:pt x="195410" y="32748"/>
                  </a:cubicBezTo>
                  <a:cubicBezTo>
                    <a:pt x="195143" y="33071"/>
                    <a:pt x="194866" y="33386"/>
                    <a:pt x="194579" y="33691"/>
                  </a:cubicBezTo>
                  <a:cubicBezTo>
                    <a:pt x="194293" y="33996"/>
                    <a:pt x="193996" y="34293"/>
                    <a:pt x="193691" y="34579"/>
                  </a:cubicBezTo>
                  <a:cubicBezTo>
                    <a:pt x="193386" y="34866"/>
                    <a:pt x="193071" y="35143"/>
                    <a:pt x="192748" y="35410"/>
                  </a:cubicBezTo>
                  <a:cubicBezTo>
                    <a:pt x="192426" y="35677"/>
                    <a:pt x="192095" y="35934"/>
                    <a:pt x="191756" y="36180"/>
                  </a:cubicBezTo>
                  <a:cubicBezTo>
                    <a:pt x="191417" y="36427"/>
                    <a:pt x="191070" y="36662"/>
                    <a:pt x="190717" y="36887"/>
                  </a:cubicBezTo>
                  <a:cubicBezTo>
                    <a:pt x="190363" y="37111"/>
                    <a:pt x="190002" y="37324"/>
                    <a:pt x="189635" y="37526"/>
                  </a:cubicBezTo>
                  <a:cubicBezTo>
                    <a:pt x="189268" y="37728"/>
                    <a:pt x="188895" y="37918"/>
                    <a:pt x="188516" y="38097"/>
                  </a:cubicBezTo>
                  <a:cubicBezTo>
                    <a:pt x="188137" y="38275"/>
                    <a:pt x="187752" y="38441"/>
                    <a:pt x="187362" y="38596"/>
                  </a:cubicBezTo>
                  <a:cubicBezTo>
                    <a:pt x="186973" y="38750"/>
                    <a:pt x="186579" y="38892"/>
                    <a:pt x="186180" y="39021"/>
                  </a:cubicBezTo>
                  <a:cubicBezTo>
                    <a:pt x="185782" y="39151"/>
                    <a:pt x="185380" y="39267"/>
                    <a:pt x="184974" y="39372"/>
                  </a:cubicBezTo>
                  <a:cubicBezTo>
                    <a:pt x="184568" y="39476"/>
                    <a:pt x="184159" y="39567"/>
                    <a:pt x="183748" y="39646"/>
                  </a:cubicBezTo>
                  <a:cubicBezTo>
                    <a:pt x="183336" y="39724"/>
                    <a:pt x="182922" y="39790"/>
                    <a:pt x="182507" y="39842"/>
                  </a:cubicBezTo>
                  <a:cubicBezTo>
                    <a:pt x="182091" y="39895"/>
                    <a:pt x="181674" y="39934"/>
                    <a:pt x="181256" y="39961"/>
                  </a:cubicBezTo>
                  <a:cubicBezTo>
                    <a:pt x="180838" y="39987"/>
                    <a:pt x="180419" y="40000"/>
                    <a:pt x="18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3" name="probe-lucide-worm" descr="worm — Lucide Icons and Contributors; preserve the bundled full upstream license. Source: https://github.com/lucide-icons/lucide/blob/20aef31db93fe4d9f398dbb15b120d99c48eef95/icons/worm.svg; SVG SHA256: 7d5194cb79074646639f0d02c715d86085ed13362a54fecaf5f4f4a0cd5b534c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34" name="probe-lucide-worm-part-1"/>
            <p:cNvSpPr/>
            <p:nvPr/>
          </p:nvSpPr>
          <p:spPr>
            <a:xfrm>
              <a:off x="175000" y="120000"/>
              <a:ext cx="15000" cy="30000"/>
            </a:xfrm>
            <a:custGeom>
              <a:avLst/>
              <a:gdLst/>
              <a:ahLst/>
              <a:cxnLst/>
              <a:rect l="0" t="0" r="r" b="b"/>
              <a:pathLst>
                <a:path w="15000" h="30000">
                  <a:moveTo>
                    <a:pt x="15000" y="0"/>
                  </a:move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worm-part-2"/>
            <p:cNvSpPr/>
            <p:nvPr/>
          </p:nvSpPr>
          <p:spPr>
            <a:xfrm>
              <a:off x="196300" y="188100"/>
              <a:ext cx="23700" cy="11900"/>
            </a:xfrm>
            <a:custGeom>
              <a:avLst/>
              <a:gdLst/>
              <a:ahLst/>
              <a:cxnLst/>
              <a:rect l="0" t="0" r="r" b="b"/>
              <a:pathLst>
                <a:path w="23700" h="11900">
                  <a:moveTo>
                    <a:pt x="0" y="0"/>
                  </a:moveTo>
                  <a:lnTo>
                    <a:pt x="23700" y="119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worm-part-3"/>
            <p:cNvSpPr/>
            <p:nvPr/>
          </p:nvSpPr>
          <p:spPr>
            <a:xfrm>
              <a:off x="19982" y="29532"/>
              <a:ext cx="179957" cy="180646"/>
            </a:xfrm>
            <a:custGeom>
              <a:avLst/>
              <a:gdLst/>
              <a:ahLst/>
              <a:cxnLst/>
              <a:rect l="0" t="0" r="r" b="b"/>
              <a:pathLst>
                <a:path w="179957" h="180646">
                  <a:moveTo>
                    <a:pt x="44718" y="52768"/>
                  </a:moveTo>
                  <a:cubicBezTo>
                    <a:pt x="45022" y="52596"/>
                    <a:pt x="45331" y="52434"/>
                    <a:pt x="45645" y="52282"/>
                  </a:cubicBezTo>
                  <a:cubicBezTo>
                    <a:pt x="45959" y="52130"/>
                    <a:pt x="46277" y="51987"/>
                    <a:pt x="46600" y="51855"/>
                  </a:cubicBezTo>
                  <a:cubicBezTo>
                    <a:pt x="46923" y="51722"/>
                    <a:pt x="47249" y="51600"/>
                    <a:pt x="47580" y="51488"/>
                  </a:cubicBezTo>
                  <a:cubicBezTo>
                    <a:pt x="47910" y="51375"/>
                    <a:pt x="48244" y="51274"/>
                    <a:pt x="48580" y="51182"/>
                  </a:cubicBezTo>
                  <a:cubicBezTo>
                    <a:pt x="48917" y="51091"/>
                    <a:pt x="49256" y="51010"/>
                    <a:pt x="49598" y="50940"/>
                  </a:cubicBezTo>
                  <a:cubicBezTo>
                    <a:pt x="49940" y="50869"/>
                    <a:pt x="50284" y="50810"/>
                    <a:pt x="50629" y="50761"/>
                  </a:cubicBezTo>
                  <a:cubicBezTo>
                    <a:pt x="50974" y="50712"/>
                    <a:pt x="51321" y="50674"/>
                    <a:pt x="51669" y="50647"/>
                  </a:cubicBezTo>
                  <a:cubicBezTo>
                    <a:pt x="52017" y="50620"/>
                    <a:pt x="52365" y="50603"/>
                    <a:pt x="52714" y="50598"/>
                  </a:cubicBezTo>
                  <a:cubicBezTo>
                    <a:pt x="53063" y="50592"/>
                    <a:pt x="53412" y="50597"/>
                    <a:pt x="53760" y="50614"/>
                  </a:cubicBezTo>
                  <a:cubicBezTo>
                    <a:pt x="54108" y="50630"/>
                    <a:pt x="54456" y="50657"/>
                    <a:pt x="54803" y="50695"/>
                  </a:cubicBezTo>
                  <a:cubicBezTo>
                    <a:pt x="55150" y="50732"/>
                    <a:pt x="55495" y="50781"/>
                    <a:pt x="55839" y="50840"/>
                  </a:cubicBezTo>
                  <a:cubicBezTo>
                    <a:pt x="56183" y="50900"/>
                    <a:pt x="56525" y="50970"/>
                    <a:pt x="56864" y="51050"/>
                  </a:cubicBezTo>
                  <a:cubicBezTo>
                    <a:pt x="57203" y="51131"/>
                    <a:pt x="57540" y="51222"/>
                    <a:pt x="57874" y="51324"/>
                  </a:cubicBezTo>
                  <a:cubicBezTo>
                    <a:pt x="58208" y="51425"/>
                    <a:pt x="58538" y="51537"/>
                    <a:pt x="58865" y="51659"/>
                  </a:cubicBezTo>
                  <a:cubicBezTo>
                    <a:pt x="59192" y="51782"/>
                    <a:pt x="59514" y="51914"/>
                    <a:pt x="59833" y="52056"/>
                  </a:cubicBezTo>
                  <a:cubicBezTo>
                    <a:pt x="60151" y="52198"/>
                    <a:pt x="60465" y="52351"/>
                    <a:pt x="60774" y="52512"/>
                  </a:cubicBezTo>
                  <a:cubicBezTo>
                    <a:pt x="61083" y="52674"/>
                    <a:pt x="61387" y="52846"/>
                    <a:pt x="61686" y="53026"/>
                  </a:cubicBezTo>
                  <a:cubicBezTo>
                    <a:pt x="61984" y="53207"/>
                    <a:pt x="62277" y="53397"/>
                    <a:pt x="62563" y="53596"/>
                  </a:cubicBezTo>
                  <a:cubicBezTo>
                    <a:pt x="62850" y="53795"/>
                    <a:pt x="63130" y="54003"/>
                    <a:pt x="63404" y="54219"/>
                  </a:cubicBezTo>
                  <a:cubicBezTo>
                    <a:pt x="63677" y="54436"/>
                    <a:pt x="63944" y="54660"/>
                    <a:pt x="64204" y="54893"/>
                  </a:cubicBezTo>
                  <a:cubicBezTo>
                    <a:pt x="64463" y="55126"/>
                    <a:pt x="64715" y="55368"/>
                    <a:pt x="64960" y="55616"/>
                  </a:cubicBezTo>
                  <a:cubicBezTo>
                    <a:pt x="65205" y="55865"/>
                    <a:pt x="65441" y="56121"/>
                    <a:pt x="65670" y="56385"/>
                  </a:cubicBezTo>
                  <a:cubicBezTo>
                    <a:pt x="65899" y="56648"/>
                    <a:pt x="66119" y="56919"/>
                    <a:pt x="66331" y="57196"/>
                  </a:cubicBezTo>
                  <a:cubicBezTo>
                    <a:pt x="66542" y="57473"/>
                    <a:pt x="66746" y="57757"/>
                    <a:pt x="66940" y="58047"/>
                  </a:cubicBezTo>
                  <a:cubicBezTo>
                    <a:pt x="67134" y="58336"/>
                    <a:pt x="67319" y="58632"/>
                    <a:pt x="67495" y="58934"/>
                  </a:cubicBezTo>
                  <a:cubicBezTo>
                    <a:pt x="67670" y="59235"/>
                    <a:pt x="67837" y="59542"/>
                    <a:pt x="67993" y="59853"/>
                  </a:cubicBezTo>
                  <a:cubicBezTo>
                    <a:pt x="68150" y="60165"/>
                    <a:pt x="68297" y="60481"/>
                    <a:pt x="68433" y="60802"/>
                  </a:cubicBezTo>
                  <a:cubicBezTo>
                    <a:pt x="68570" y="61123"/>
                    <a:pt x="68697" y="61448"/>
                    <a:pt x="68814" y="61777"/>
                  </a:cubicBezTo>
                  <a:cubicBezTo>
                    <a:pt x="68931" y="62106"/>
                    <a:pt x="69037" y="62438"/>
                    <a:pt x="69133" y="62773"/>
                  </a:cubicBezTo>
                  <a:cubicBezTo>
                    <a:pt x="69229" y="63109"/>
                    <a:pt x="69314" y="63447"/>
                    <a:pt x="69389" y="63788"/>
                  </a:cubicBezTo>
                  <a:cubicBezTo>
                    <a:pt x="69464" y="64128"/>
                    <a:pt x="69529" y="64471"/>
                    <a:pt x="69582" y="64816"/>
                  </a:cubicBezTo>
                  <a:cubicBezTo>
                    <a:pt x="69636" y="65161"/>
                    <a:pt x="69678" y="65507"/>
                    <a:pt x="69710" y="65854"/>
                  </a:cubicBezTo>
                  <a:cubicBezTo>
                    <a:pt x="69742" y="66202"/>
                    <a:pt x="69764" y="66550"/>
                    <a:pt x="69774" y="66899"/>
                  </a:cubicBezTo>
                  <a:cubicBezTo>
                    <a:pt x="69784" y="67247"/>
                    <a:pt x="69784" y="67596"/>
                    <a:pt x="69772" y="67945"/>
                  </a:cubicBezTo>
                  <a:cubicBezTo>
                    <a:pt x="69761" y="68293"/>
                    <a:pt x="69739" y="68642"/>
                    <a:pt x="69706" y="68989"/>
                  </a:cubicBezTo>
                  <a:cubicBezTo>
                    <a:pt x="69673" y="69336"/>
                    <a:pt x="69629" y="69682"/>
                    <a:pt x="69574" y="70027"/>
                  </a:cubicBezTo>
                  <a:cubicBezTo>
                    <a:pt x="69519" y="70371"/>
                    <a:pt x="69454" y="70714"/>
                    <a:pt x="69378" y="71054"/>
                  </a:cubicBezTo>
                  <a:cubicBezTo>
                    <a:pt x="69302" y="71395"/>
                    <a:pt x="69215" y="71733"/>
                    <a:pt x="69118" y="72068"/>
                  </a:cubicBezTo>
                  <a:lnTo>
                    <a:pt x="62718" y="92868"/>
                  </a:lnTo>
                  <a:cubicBezTo>
                    <a:pt x="62306" y="94188"/>
                    <a:pt x="61934" y="95520"/>
                    <a:pt x="61602" y="96863"/>
                  </a:cubicBezTo>
                  <a:cubicBezTo>
                    <a:pt x="61271" y="98205"/>
                    <a:pt x="60982" y="99558"/>
                    <a:pt x="60734" y="100918"/>
                  </a:cubicBezTo>
                  <a:cubicBezTo>
                    <a:pt x="60485" y="102278"/>
                    <a:pt x="60279" y="103646"/>
                    <a:pt x="60115" y="105019"/>
                  </a:cubicBezTo>
                  <a:cubicBezTo>
                    <a:pt x="59951" y="106392"/>
                    <a:pt x="59829" y="107770"/>
                    <a:pt x="59749" y="109150"/>
                  </a:cubicBezTo>
                  <a:cubicBezTo>
                    <a:pt x="59669" y="110531"/>
                    <a:pt x="59632" y="111914"/>
                    <a:pt x="59637" y="113296"/>
                  </a:cubicBezTo>
                  <a:cubicBezTo>
                    <a:pt x="59642" y="114679"/>
                    <a:pt x="59690" y="116062"/>
                    <a:pt x="59780" y="117442"/>
                  </a:cubicBezTo>
                  <a:cubicBezTo>
                    <a:pt x="59870" y="118821"/>
                    <a:pt x="60002" y="120198"/>
                    <a:pt x="60176" y="121570"/>
                  </a:cubicBezTo>
                  <a:cubicBezTo>
                    <a:pt x="60351" y="122942"/>
                    <a:pt x="60567" y="124308"/>
                    <a:pt x="60825" y="125667"/>
                  </a:cubicBezTo>
                  <a:cubicBezTo>
                    <a:pt x="61083" y="127025"/>
                    <a:pt x="61383" y="128375"/>
                    <a:pt x="61724" y="129715"/>
                  </a:cubicBezTo>
                  <a:cubicBezTo>
                    <a:pt x="62065" y="131056"/>
                    <a:pt x="62447" y="132385"/>
                    <a:pt x="62870" y="133702"/>
                  </a:cubicBezTo>
                  <a:cubicBezTo>
                    <a:pt x="63292" y="135018"/>
                    <a:pt x="63755" y="136322"/>
                    <a:pt x="64257" y="137610"/>
                  </a:cubicBezTo>
                  <a:cubicBezTo>
                    <a:pt x="64760" y="138898"/>
                    <a:pt x="65302" y="140171"/>
                    <a:pt x="65882" y="141426"/>
                  </a:cubicBezTo>
                  <a:cubicBezTo>
                    <a:pt x="66463" y="142681"/>
                    <a:pt x="67082" y="143918"/>
                    <a:pt x="67738" y="145135"/>
                  </a:cubicBezTo>
                  <a:cubicBezTo>
                    <a:pt x="68395" y="146352"/>
                    <a:pt x="69088" y="147549"/>
                    <a:pt x="69818" y="148724"/>
                  </a:cubicBezTo>
                  <a:cubicBezTo>
                    <a:pt x="70548" y="149898"/>
                    <a:pt x="71314" y="151050"/>
                    <a:pt x="72114" y="152178"/>
                  </a:cubicBezTo>
                  <a:cubicBezTo>
                    <a:pt x="72914" y="153305"/>
                    <a:pt x="73749" y="154408"/>
                    <a:pt x="74617" y="155484"/>
                  </a:cubicBezTo>
                  <a:cubicBezTo>
                    <a:pt x="75486" y="156561"/>
                    <a:pt x="76387" y="157610"/>
                    <a:pt x="77319" y="158631"/>
                  </a:cubicBezTo>
                  <a:cubicBezTo>
                    <a:pt x="78252" y="159652"/>
                    <a:pt x="79215" y="160645"/>
                    <a:pt x="80208" y="161607"/>
                  </a:cubicBezTo>
                  <a:cubicBezTo>
                    <a:pt x="81202" y="162569"/>
                    <a:pt x="82224" y="163500"/>
                    <a:pt x="83275" y="164399"/>
                  </a:cubicBezTo>
                  <a:cubicBezTo>
                    <a:pt x="84325" y="165299"/>
                    <a:pt x="85403" y="166165"/>
                    <a:pt x="86507" y="166999"/>
                  </a:cubicBezTo>
                  <a:cubicBezTo>
                    <a:pt x="87611" y="167832"/>
                    <a:pt x="88740" y="168631"/>
                    <a:pt x="89892" y="169395"/>
                  </a:cubicBezTo>
                  <a:cubicBezTo>
                    <a:pt x="91045" y="170159"/>
                    <a:pt x="92221" y="170887"/>
                    <a:pt x="93418" y="171579"/>
                  </a:cubicBezTo>
                  <a:cubicBezTo>
                    <a:pt x="94615" y="172271"/>
                    <a:pt x="95834" y="172926"/>
                    <a:pt x="97071" y="173543"/>
                  </a:cubicBezTo>
                  <a:cubicBezTo>
                    <a:pt x="98309" y="174160"/>
                    <a:pt x="99565" y="174739"/>
                    <a:pt x="100838" y="175279"/>
                  </a:cubicBezTo>
                  <a:cubicBezTo>
                    <a:pt x="102111" y="175819"/>
                    <a:pt x="103400" y="176320"/>
                    <a:pt x="104704" y="176780"/>
                  </a:cubicBezTo>
                  <a:cubicBezTo>
                    <a:pt x="106008" y="177241"/>
                    <a:pt x="107325" y="177662"/>
                    <a:pt x="108655" y="178042"/>
                  </a:cubicBezTo>
                  <a:cubicBezTo>
                    <a:pt x="109984" y="178422"/>
                    <a:pt x="111325" y="178762"/>
                    <a:pt x="112676" y="179060"/>
                  </a:cubicBezTo>
                  <a:cubicBezTo>
                    <a:pt x="114026" y="179357"/>
                    <a:pt x="115385" y="179614"/>
                    <a:pt x="116751" y="179828"/>
                  </a:cubicBezTo>
                  <a:cubicBezTo>
                    <a:pt x="118118" y="180043"/>
                    <a:pt x="119490" y="180215"/>
                    <a:pt x="120867" y="180346"/>
                  </a:cubicBezTo>
                  <a:cubicBezTo>
                    <a:pt x="122243" y="180476"/>
                    <a:pt x="123624" y="180564"/>
                    <a:pt x="125006" y="180609"/>
                  </a:cubicBezTo>
                  <a:cubicBezTo>
                    <a:pt x="126388" y="180655"/>
                    <a:pt x="127771" y="180658"/>
                    <a:pt x="129153" y="180619"/>
                  </a:cubicBezTo>
                  <a:cubicBezTo>
                    <a:pt x="130535" y="180580"/>
                    <a:pt x="131916" y="180498"/>
                    <a:pt x="133293" y="180374"/>
                  </a:cubicBezTo>
                  <a:cubicBezTo>
                    <a:pt x="134671" y="180251"/>
                    <a:pt x="136044" y="180084"/>
                    <a:pt x="137411" y="179876"/>
                  </a:cubicBezTo>
                  <a:cubicBezTo>
                    <a:pt x="138778" y="179668"/>
                    <a:pt x="140138" y="179418"/>
                    <a:pt x="141490" y="179127"/>
                  </a:cubicBezTo>
                  <a:cubicBezTo>
                    <a:pt x="142842" y="178835"/>
                    <a:pt x="144184" y="178502"/>
                    <a:pt x="145516" y="178128"/>
                  </a:cubicBezTo>
                  <a:cubicBezTo>
                    <a:pt x="146847" y="177754"/>
                    <a:pt x="148167" y="177339"/>
                    <a:pt x="149472" y="176885"/>
                  </a:cubicBezTo>
                  <a:cubicBezTo>
                    <a:pt x="150778" y="176430"/>
                    <a:pt x="152070" y="175935"/>
                    <a:pt x="153345" y="175401"/>
                  </a:cubicBezTo>
                  <a:cubicBezTo>
                    <a:pt x="154621" y="174867"/>
                    <a:pt x="155880" y="174294"/>
                    <a:pt x="157120" y="173682"/>
                  </a:cubicBezTo>
                  <a:cubicBezTo>
                    <a:pt x="158361" y="173071"/>
                    <a:pt x="159582" y="172422"/>
                    <a:pt x="160782" y="171736"/>
                  </a:cubicBezTo>
                  <a:cubicBezTo>
                    <a:pt x="161983" y="171049"/>
                    <a:pt x="163162" y="170327"/>
                    <a:pt x="164318" y="169568"/>
                  </a:cubicBezTo>
                  <a:lnTo>
                    <a:pt x="168518" y="166868"/>
                  </a:lnTo>
                  <a:cubicBezTo>
                    <a:pt x="168951" y="166588"/>
                    <a:pt x="169374" y="166294"/>
                    <a:pt x="169788" y="165988"/>
                  </a:cubicBezTo>
                  <a:cubicBezTo>
                    <a:pt x="170203" y="165681"/>
                    <a:pt x="170607" y="165362"/>
                    <a:pt x="171002" y="165031"/>
                  </a:cubicBezTo>
                  <a:cubicBezTo>
                    <a:pt x="171396" y="164700"/>
                    <a:pt x="171781" y="164356"/>
                    <a:pt x="172154" y="164001"/>
                  </a:cubicBezTo>
                  <a:cubicBezTo>
                    <a:pt x="172527" y="163646"/>
                    <a:pt x="172890" y="163280"/>
                    <a:pt x="173241" y="162903"/>
                  </a:cubicBezTo>
                  <a:cubicBezTo>
                    <a:pt x="173591" y="162526"/>
                    <a:pt x="173931" y="162138"/>
                    <a:pt x="174258" y="161739"/>
                  </a:cubicBezTo>
                  <a:cubicBezTo>
                    <a:pt x="174584" y="161341"/>
                    <a:pt x="174899" y="160933"/>
                    <a:pt x="175201" y="160516"/>
                  </a:cubicBezTo>
                  <a:cubicBezTo>
                    <a:pt x="175503" y="160098"/>
                    <a:pt x="175792" y="159671"/>
                    <a:pt x="176067" y="159236"/>
                  </a:cubicBezTo>
                  <a:cubicBezTo>
                    <a:pt x="176343" y="158801"/>
                    <a:pt x="176605" y="158357"/>
                    <a:pt x="176853" y="157906"/>
                  </a:cubicBezTo>
                  <a:cubicBezTo>
                    <a:pt x="177101" y="157454"/>
                    <a:pt x="177335" y="156995"/>
                    <a:pt x="177555" y="156529"/>
                  </a:cubicBezTo>
                  <a:cubicBezTo>
                    <a:pt x="177775" y="156063"/>
                    <a:pt x="177981" y="155591"/>
                    <a:pt x="178172" y="155112"/>
                  </a:cubicBezTo>
                  <a:cubicBezTo>
                    <a:pt x="178363" y="154634"/>
                    <a:pt x="178539" y="154149"/>
                    <a:pt x="178700" y="153660"/>
                  </a:cubicBezTo>
                  <a:cubicBezTo>
                    <a:pt x="178861" y="153171"/>
                    <a:pt x="179007" y="152677"/>
                    <a:pt x="179137" y="152178"/>
                  </a:cubicBezTo>
                  <a:cubicBezTo>
                    <a:pt x="179268" y="151680"/>
                    <a:pt x="179383" y="151178"/>
                    <a:pt x="179483" y="150672"/>
                  </a:cubicBezTo>
                  <a:cubicBezTo>
                    <a:pt x="179582" y="150167"/>
                    <a:pt x="179667" y="149658"/>
                    <a:pt x="179735" y="149148"/>
                  </a:cubicBezTo>
                  <a:cubicBezTo>
                    <a:pt x="179803" y="148637"/>
                    <a:pt x="179856" y="148124"/>
                    <a:pt x="179893" y="147611"/>
                  </a:cubicBezTo>
                  <a:cubicBezTo>
                    <a:pt x="179930" y="147097"/>
                    <a:pt x="179950" y="146582"/>
                    <a:pt x="179956" y="146067"/>
                  </a:cubicBezTo>
                  <a:cubicBezTo>
                    <a:pt x="179961" y="145551"/>
                    <a:pt x="179950" y="145036"/>
                    <a:pt x="179923" y="144522"/>
                  </a:cubicBezTo>
                  <a:cubicBezTo>
                    <a:pt x="179897" y="144007"/>
                    <a:pt x="179854" y="143494"/>
                    <a:pt x="179796" y="142982"/>
                  </a:cubicBezTo>
                  <a:cubicBezTo>
                    <a:pt x="179738" y="142470"/>
                    <a:pt x="179664" y="141960"/>
                    <a:pt x="179574" y="141453"/>
                  </a:cubicBezTo>
                  <a:cubicBezTo>
                    <a:pt x="179484" y="140945"/>
                    <a:pt x="179379" y="140441"/>
                    <a:pt x="179259" y="139940"/>
                  </a:cubicBezTo>
                  <a:cubicBezTo>
                    <a:pt x="179138" y="139439"/>
                    <a:pt x="179002" y="138942"/>
                    <a:pt x="178850" y="138450"/>
                  </a:cubicBezTo>
                  <a:cubicBezTo>
                    <a:pt x="178699" y="137957"/>
                    <a:pt x="178533" y="137470"/>
                    <a:pt x="178351" y="136987"/>
                  </a:cubicBezTo>
                  <a:cubicBezTo>
                    <a:pt x="178170" y="136505"/>
                    <a:pt x="177974" y="136029"/>
                    <a:pt x="177763" y="135558"/>
                  </a:cubicBezTo>
                  <a:cubicBezTo>
                    <a:pt x="177552" y="135088"/>
                    <a:pt x="177327" y="134625"/>
                    <a:pt x="177088" y="134168"/>
                  </a:cubicBezTo>
                  <a:cubicBezTo>
                    <a:pt x="176849" y="133712"/>
                    <a:pt x="176596" y="133263"/>
                    <a:pt x="176329" y="132823"/>
                  </a:cubicBezTo>
                  <a:cubicBezTo>
                    <a:pt x="176062" y="132382"/>
                    <a:pt x="175782" y="131950"/>
                    <a:pt x="175488" y="131526"/>
                  </a:cubicBezTo>
                  <a:cubicBezTo>
                    <a:pt x="175195" y="131103"/>
                    <a:pt x="174888" y="130689"/>
                    <a:pt x="174569" y="130284"/>
                  </a:cubicBezTo>
                  <a:cubicBezTo>
                    <a:pt x="174250" y="129879"/>
                    <a:pt x="173919" y="129485"/>
                    <a:pt x="173576" y="129101"/>
                  </a:cubicBezTo>
                  <a:cubicBezTo>
                    <a:pt x="173232" y="128716"/>
                    <a:pt x="172877" y="128343"/>
                    <a:pt x="172511" y="127981"/>
                  </a:cubicBezTo>
                  <a:cubicBezTo>
                    <a:pt x="172145" y="127618"/>
                    <a:pt x="171767" y="127268"/>
                    <a:pt x="171379" y="126928"/>
                  </a:cubicBezTo>
                  <a:cubicBezTo>
                    <a:pt x="170992" y="126589"/>
                    <a:pt x="170593" y="126262"/>
                    <a:pt x="170185" y="125948"/>
                  </a:cubicBezTo>
                  <a:cubicBezTo>
                    <a:pt x="169777" y="125633"/>
                    <a:pt x="169360" y="125331"/>
                    <a:pt x="168933" y="125043"/>
                  </a:cubicBezTo>
                  <a:cubicBezTo>
                    <a:pt x="168506" y="124754"/>
                    <a:pt x="168071" y="124478"/>
                    <a:pt x="167627" y="124216"/>
                  </a:cubicBezTo>
                  <a:cubicBezTo>
                    <a:pt x="167184" y="123954"/>
                    <a:pt x="166732" y="123706"/>
                    <a:pt x="166273" y="123472"/>
                  </a:cubicBezTo>
                  <a:cubicBezTo>
                    <a:pt x="165814" y="123238"/>
                    <a:pt x="165348" y="123018"/>
                    <a:pt x="164876" y="122812"/>
                  </a:cubicBezTo>
                  <a:cubicBezTo>
                    <a:pt x="164404" y="122607"/>
                    <a:pt x="163925" y="122416"/>
                    <a:pt x="163441" y="122240"/>
                  </a:cubicBezTo>
                  <a:cubicBezTo>
                    <a:pt x="162957" y="122064"/>
                    <a:pt x="162467" y="121902"/>
                    <a:pt x="161973" y="121757"/>
                  </a:cubicBezTo>
                  <a:cubicBezTo>
                    <a:pt x="161479" y="121611"/>
                    <a:pt x="160980" y="121480"/>
                    <a:pt x="160478" y="121365"/>
                  </a:cubicBezTo>
                  <a:cubicBezTo>
                    <a:pt x="159976" y="121250"/>
                    <a:pt x="159471" y="121150"/>
                    <a:pt x="158962" y="121066"/>
                  </a:cubicBezTo>
                  <a:cubicBezTo>
                    <a:pt x="158454" y="120982"/>
                    <a:pt x="157943" y="120913"/>
                    <a:pt x="157431" y="120861"/>
                  </a:cubicBezTo>
                  <a:cubicBezTo>
                    <a:pt x="156918" y="120808"/>
                    <a:pt x="156404" y="120771"/>
                    <a:pt x="155890" y="120750"/>
                  </a:cubicBezTo>
                  <a:cubicBezTo>
                    <a:pt x="155375" y="120729"/>
                    <a:pt x="154859" y="120724"/>
                    <a:pt x="154344" y="120735"/>
                  </a:cubicBezTo>
                  <a:cubicBezTo>
                    <a:pt x="153829" y="120746"/>
                    <a:pt x="153315" y="120772"/>
                    <a:pt x="152801" y="120815"/>
                  </a:cubicBezTo>
                  <a:cubicBezTo>
                    <a:pt x="152288" y="120857"/>
                    <a:pt x="151776" y="120916"/>
                    <a:pt x="151266" y="120990"/>
                  </a:cubicBezTo>
                  <a:cubicBezTo>
                    <a:pt x="150756" y="121064"/>
                    <a:pt x="150249" y="121153"/>
                    <a:pt x="149744" y="121258"/>
                  </a:cubicBezTo>
                  <a:cubicBezTo>
                    <a:pt x="149240" y="121364"/>
                    <a:pt x="148739" y="121484"/>
                    <a:pt x="148242" y="121621"/>
                  </a:cubicBezTo>
                  <a:cubicBezTo>
                    <a:pt x="147745" y="121757"/>
                    <a:pt x="147253" y="121908"/>
                    <a:pt x="146765" y="122074"/>
                  </a:cubicBezTo>
                  <a:cubicBezTo>
                    <a:pt x="146278" y="122241"/>
                    <a:pt x="145795" y="122422"/>
                    <a:pt x="145319" y="122618"/>
                  </a:cubicBezTo>
                  <a:cubicBezTo>
                    <a:pt x="144842" y="122814"/>
                    <a:pt x="144372" y="123025"/>
                    <a:pt x="143909" y="123250"/>
                  </a:cubicBezTo>
                  <a:cubicBezTo>
                    <a:pt x="143445" y="123475"/>
                    <a:pt x="142989" y="123714"/>
                    <a:pt x="142540" y="123968"/>
                  </a:cubicBezTo>
                  <a:cubicBezTo>
                    <a:pt x="142092" y="124221"/>
                    <a:pt x="141651" y="124488"/>
                    <a:pt x="141218" y="124768"/>
                  </a:cubicBezTo>
                  <a:lnTo>
                    <a:pt x="137018" y="127468"/>
                  </a:lnTo>
                  <a:cubicBezTo>
                    <a:pt x="136710" y="127664"/>
                    <a:pt x="136396" y="127850"/>
                    <a:pt x="136076" y="128026"/>
                  </a:cubicBezTo>
                  <a:cubicBezTo>
                    <a:pt x="135756" y="128203"/>
                    <a:pt x="135431" y="128369"/>
                    <a:pt x="135101" y="128525"/>
                  </a:cubicBezTo>
                  <a:cubicBezTo>
                    <a:pt x="134771" y="128681"/>
                    <a:pt x="134436" y="128827"/>
                    <a:pt x="134097" y="128962"/>
                  </a:cubicBezTo>
                  <a:cubicBezTo>
                    <a:pt x="133757" y="129097"/>
                    <a:pt x="133414" y="129222"/>
                    <a:pt x="133067" y="129336"/>
                  </a:cubicBezTo>
                  <a:cubicBezTo>
                    <a:pt x="132720" y="129450"/>
                    <a:pt x="132369" y="129553"/>
                    <a:pt x="132016" y="129645"/>
                  </a:cubicBezTo>
                  <a:cubicBezTo>
                    <a:pt x="131663" y="129737"/>
                    <a:pt x="131306" y="129818"/>
                    <a:pt x="130948" y="129888"/>
                  </a:cubicBezTo>
                  <a:cubicBezTo>
                    <a:pt x="130590" y="129957"/>
                    <a:pt x="130229" y="130016"/>
                    <a:pt x="129867" y="130064"/>
                  </a:cubicBezTo>
                  <a:cubicBezTo>
                    <a:pt x="129505" y="130111"/>
                    <a:pt x="129141" y="130147"/>
                    <a:pt x="128777" y="130172"/>
                  </a:cubicBezTo>
                  <a:cubicBezTo>
                    <a:pt x="128413" y="130197"/>
                    <a:pt x="128048" y="130210"/>
                    <a:pt x="127682" y="130213"/>
                  </a:cubicBezTo>
                  <a:cubicBezTo>
                    <a:pt x="127317" y="130215"/>
                    <a:pt x="126952" y="130205"/>
                    <a:pt x="126587" y="130185"/>
                  </a:cubicBezTo>
                  <a:cubicBezTo>
                    <a:pt x="126223" y="130164"/>
                    <a:pt x="125859" y="130132"/>
                    <a:pt x="125496" y="130089"/>
                  </a:cubicBezTo>
                  <a:cubicBezTo>
                    <a:pt x="125134" y="130046"/>
                    <a:pt x="124772" y="129991"/>
                    <a:pt x="124413" y="129926"/>
                  </a:cubicBezTo>
                  <a:cubicBezTo>
                    <a:pt x="124054" y="129860"/>
                    <a:pt x="123697" y="129783"/>
                    <a:pt x="123342" y="129695"/>
                  </a:cubicBezTo>
                  <a:cubicBezTo>
                    <a:pt x="122988" y="129607"/>
                    <a:pt x="122636" y="129508"/>
                    <a:pt x="122288" y="129398"/>
                  </a:cubicBezTo>
                  <a:cubicBezTo>
                    <a:pt x="121940" y="129289"/>
                    <a:pt x="121595" y="129168"/>
                    <a:pt x="121254" y="129037"/>
                  </a:cubicBezTo>
                  <a:cubicBezTo>
                    <a:pt x="120913" y="128906"/>
                    <a:pt x="120577" y="128764"/>
                    <a:pt x="120245" y="128611"/>
                  </a:cubicBezTo>
                  <a:cubicBezTo>
                    <a:pt x="119913" y="128459"/>
                    <a:pt x="119586" y="128297"/>
                    <a:pt x="119264" y="128124"/>
                  </a:cubicBezTo>
                  <a:cubicBezTo>
                    <a:pt x="118942" y="127952"/>
                    <a:pt x="118626" y="127769"/>
                    <a:pt x="118315" y="127577"/>
                  </a:cubicBezTo>
                  <a:cubicBezTo>
                    <a:pt x="118005" y="127385"/>
                    <a:pt x="117700" y="127183"/>
                    <a:pt x="117402" y="126972"/>
                  </a:cubicBezTo>
                  <a:cubicBezTo>
                    <a:pt x="117104" y="126760"/>
                    <a:pt x="116813" y="126540"/>
                    <a:pt x="116529" y="126311"/>
                  </a:cubicBezTo>
                  <a:cubicBezTo>
                    <a:pt x="116244" y="126081"/>
                    <a:pt x="115967" y="125843"/>
                    <a:pt x="115698" y="125597"/>
                  </a:cubicBezTo>
                  <a:cubicBezTo>
                    <a:pt x="115429" y="125350"/>
                    <a:pt x="115167" y="125095"/>
                    <a:pt x="114913" y="124832"/>
                  </a:cubicBezTo>
                  <a:cubicBezTo>
                    <a:pt x="114660" y="124570"/>
                    <a:pt x="114415" y="124299"/>
                    <a:pt x="114178" y="124021"/>
                  </a:cubicBezTo>
                  <a:cubicBezTo>
                    <a:pt x="113941" y="123743"/>
                    <a:pt x="113713" y="123457"/>
                    <a:pt x="113494" y="123165"/>
                  </a:cubicBezTo>
                  <a:cubicBezTo>
                    <a:pt x="113275" y="122873"/>
                    <a:pt x="113065" y="122574"/>
                    <a:pt x="112865" y="122268"/>
                  </a:cubicBezTo>
                  <a:cubicBezTo>
                    <a:pt x="112665" y="121963"/>
                    <a:pt x="112474" y="121652"/>
                    <a:pt x="112293" y="121334"/>
                  </a:cubicBezTo>
                  <a:cubicBezTo>
                    <a:pt x="112112" y="121017"/>
                    <a:pt x="111941" y="120694"/>
                    <a:pt x="111780" y="120367"/>
                  </a:cubicBezTo>
                  <a:cubicBezTo>
                    <a:pt x="111619" y="120039"/>
                    <a:pt x="111468" y="119706"/>
                    <a:pt x="111328" y="119369"/>
                  </a:cubicBezTo>
                  <a:cubicBezTo>
                    <a:pt x="111188" y="119032"/>
                    <a:pt x="111058" y="118690"/>
                    <a:pt x="110939" y="118345"/>
                  </a:cubicBezTo>
                  <a:cubicBezTo>
                    <a:pt x="110821" y="117999"/>
                    <a:pt x="110712" y="117651"/>
                    <a:pt x="110615" y="117299"/>
                  </a:cubicBezTo>
                  <a:cubicBezTo>
                    <a:pt x="110518" y="116947"/>
                    <a:pt x="110432" y="116592"/>
                    <a:pt x="110357" y="116234"/>
                  </a:cubicBezTo>
                  <a:cubicBezTo>
                    <a:pt x="110281" y="115877"/>
                    <a:pt x="110217" y="115517"/>
                    <a:pt x="110165" y="115156"/>
                  </a:cubicBezTo>
                  <a:cubicBezTo>
                    <a:pt x="110112" y="114794"/>
                    <a:pt x="110070" y="114432"/>
                    <a:pt x="110040" y="114068"/>
                  </a:cubicBezTo>
                  <a:cubicBezTo>
                    <a:pt x="110010" y="113704"/>
                    <a:pt x="109991" y="113339"/>
                    <a:pt x="109984" y="112974"/>
                  </a:cubicBezTo>
                  <a:cubicBezTo>
                    <a:pt x="109976" y="112609"/>
                    <a:pt x="109980" y="112243"/>
                    <a:pt x="109995" y="111878"/>
                  </a:cubicBezTo>
                  <a:cubicBezTo>
                    <a:pt x="110011" y="111514"/>
                    <a:pt x="110037" y="111149"/>
                    <a:pt x="110075" y="110786"/>
                  </a:cubicBezTo>
                  <a:cubicBezTo>
                    <a:pt x="110113" y="110423"/>
                    <a:pt x="110162" y="110061"/>
                    <a:pt x="110223" y="109701"/>
                  </a:cubicBezTo>
                  <a:cubicBezTo>
                    <a:pt x="110283" y="109341"/>
                    <a:pt x="110355" y="108982"/>
                    <a:pt x="110437" y="108627"/>
                  </a:cubicBezTo>
                  <a:cubicBezTo>
                    <a:pt x="110520" y="108271"/>
                    <a:pt x="110614" y="107918"/>
                    <a:pt x="110718" y="107568"/>
                  </a:cubicBezTo>
                  <a:lnTo>
                    <a:pt x="117118" y="86768"/>
                  </a:lnTo>
                  <a:cubicBezTo>
                    <a:pt x="117535" y="85456"/>
                    <a:pt x="117911" y="84131"/>
                    <a:pt x="118246" y="82796"/>
                  </a:cubicBezTo>
                  <a:cubicBezTo>
                    <a:pt x="118581" y="81461"/>
                    <a:pt x="118874" y="80115"/>
                    <a:pt x="119126" y="78762"/>
                  </a:cubicBezTo>
                  <a:cubicBezTo>
                    <a:pt x="119377" y="77409"/>
                    <a:pt x="119586" y="76048"/>
                    <a:pt x="119753" y="74681"/>
                  </a:cubicBezTo>
                  <a:cubicBezTo>
                    <a:pt x="119921" y="73315"/>
                    <a:pt x="120045" y="71943"/>
                    <a:pt x="120127" y="70569"/>
                  </a:cubicBezTo>
                  <a:cubicBezTo>
                    <a:pt x="120209" y="69195"/>
                    <a:pt x="120249" y="67819"/>
                    <a:pt x="120245" y="66442"/>
                  </a:cubicBezTo>
                  <a:cubicBezTo>
                    <a:pt x="120242" y="65065"/>
                    <a:pt x="120196" y="63689"/>
                    <a:pt x="120108" y="62315"/>
                  </a:cubicBezTo>
                  <a:cubicBezTo>
                    <a:pt x="120019" y="60942"/>
                    <a:pt x="119888" y="59571"/>
                    <a:pt x="119714" y="58205"/>
                  </a:cubicBezTo>
                  <a:cubicBezTo>
                    <a:pt x="119541" y="56840"/>
                    <a:pt x="119325" y="55480"/>
                    <a:pt x="119067" y="54127"/>
                  </a:cubicBezTo>
                  <a:cubicBezTo>
                    <a:pt x="118809" y="52775"/>
                    <a:pt x="118510" y="51431"/>
                    <a:pt x="118169" y="50098"/>
                  </a:cubicBezTo>
                  <a:cubicBezTo>
                    <a:pt x="117828" y="48764"/>
                    <a:pt x="117445" y="47441"/>
                    <a:pt x="117022" y="46131"/>
                  </a:cubicBezTo>
                  <a:cubicBezTo>
                    <a:pt x="116599" y="44821"/>
                    <a:pt x="116135" y="43525"/>
                    <a:pt x="115632" y="42243"/>
                  </a:cubicBezTo>
                  <a:cubicBezTo>
                    <a:pt x="115128" y="40962"/>
                    <a:pt x="114585" y="39697"/>
                    <a:pt x="114004" y="38449"/>
                  </a:cubicBezTo>
                  <a:cubicBezTo>
                    <a:pt x="113422" y="37201"/>
                    <a:pt x="112801" y="35972"/>
                    <a:pt x="112143" y="34763"/>
                  </a:cubicBezTo>
                  <a:cubicBezTo>
                    <a:pt x="111485" y="33554"/>
                    <a:pt x="110790" y="32365"/>
                    <a:pt x="110058" y="31199"/>
                  </a:cubicBezTo>
                  <a:cubicBezTo>
                    <a:pt x="109326" y="30033"/>
                    <a:pt x="108559" y="28890"/>
                    <a:pt x="107756" y="27772"/>
                  </a:cubicBezTo>
                  <a:cubicBezTo>
                    <a:pt x="106953" y="26653"/>
                    <a:pt x="106116" y="25560"/>
                    <a:pt x="105246" y="24493"/>
                  </a:cubicBezTo>
                  <a:cubicBezTo>
                    <a:pt x="104376" y="23427"/>
                    <a:pt x="103472" y="22388"/>
                    <a:pt x="102538" y="21377"/>
                  </a:cubicBezTo>
                  <a:cubicBezTo>
                    <a:pt x="101603" y="20366"/>
                    <a:pt x="100637" y="19385"/>
                    <a:pt x="99641" y="18434"/>
                  </a:cubicBezTo>
                  <a:cubicBezTo>
                    <a:pt x="98646" y="17484"/>
                    <a:pt x="97621" y="16564"/>
                    <a:pt x="96568" y="15677"/>
                  </a:cubicBezTo>
                  <a:cubicBezTo>
                    <a:pt x="95516" y="14789"/>
                    <a:pt x="94436" y="13935"/>
                    <a:pt x="93330" y="13115"/>
                  </a:cubicBezTo>
                  <a:cubicBezTo>
                    <a:pt x="92225" y="12295"/>
                    <a:pt x="91094" y="11509"/>
                    <a:pt x="89940" y="10758"/>
                  </a:cubicBezTo>
                  <a:cubicBezTo>
                    <a:pt x="88786" y="10008"/>
                    <a:pt x="87609" y="9294"/>
                    <a:pt x="86410" y="8617"/>
                  </a:cubicBezTo>
                  <a:cubicBezTo>
                    <a:pt x="85211" y="7940"/>
                    <a:pt x="83992" y="7300"/>
                    <a:pt x="82754" y="6698"/>
                  </a:cubicBezTo>
                  <a:cubicBezTo>
                    <a:pt x="81516" y="6096"/>
                    <a:pt x="80259" y="5533"/>
                    <a:pt x="78986" y="5009"/>
                  </a:cubicBezTo>
                  <a:cubicBezTo>
                    <a:pt x="77713" y="4486"/>
                    <a:pt x="76424" y="4001"/>
                    <a:pt x="75121" y="3557"/>
                  </a:cubicBezTo>
                  <a:cubicBezTo>
                    <a:pt x="73818" y="3114"/>
                    <a:pt x="72501" y="2710"/>
                    <a:pt x="71173" y="2348"/>
                  </a:cubicBezTo>
                  <a:cubicBezTo>
                    <a:pt x="69845" y="1986"/>
                    <a:pt x="68506" y="1665"/>
                    <a:pt x="67158" y="1385"/>
                  </a:cubicBezTo>
                  <a:cubicBezTo>
                    <a:pt x="65810" y="1106"/>
                    <a:pt x="64454" y="868"/>
                    <a:pt x="63091" y="673"/>
                  </a:cubicBezTo>
                  <a:cubicBezTo>
                    <a:pt x="61729" y="478"/>
                    <a:pt x="60360" y="325"/>
                    <a:pt x="58988" y="215"/>
                  </a:cubicBezTo>
                  <a:cubicBezTo>
                    <a:pt x="57616" y="104"/>
                    <a:pt x="56240" y="36"/>
                    <a:pt x="54864" y="11"/>
                  </a:cubicBezTo>
                  <a:cubicBezTo>
                    <a:pt x="53488" y="-14"/>
                    <a:pt x="52111" y="3"/>
                    <a:pt x="50736" y="64"/>
                  </a:cubicBezTo>
                  <a:cubicBezTo>
                    <a:pt x="49360" y="124"/>
                    <a:pt x="47987" y="227"/>
                    <a:pt x="46618" y="372"/>
                  </a:cubicBezTo>
                  <a:cubicBezTo>
                    <a:pt x="45249" y="517"/>
                    <a:pt x="43885" y="705"/>
                    <a:pt x="42528" y="935"/>
                  </a:cubicBezTo>
                  <a:cubicBezTo>
                    <a:pt x="41171" y="1164"/>
                    <a:pt x="39821" y="1436"/>
                    <a:pt x="38480" y="1750"/>
                  </a:cubicBezTo>
                  <a:cubicBezTo>
                    <a:pt x="37140" y="2063"/>
                    <a:pt x="35809" y="2418"/>
                    <a:pt x="34491" y="2814"/>
                  </a:cubicBezTo>
                  <a:cubicBezTo>
                    <a:pt x="33172" y="3210"/>
                    <a:pt x="31867" y="3647"/>
                    <a:pt x="30575" y="4123"/>
                  </a:cubicBezTo>
                  <a:cubicBezTo>
                    <a:pt x="29284" y="4600"/>
                    <a:pt x="28007" y="5117"/>
                    <a:pt x="26748" y="5673"/>
                  </a:cubicBezTo>
                  <a:cubicBezTo>
                    <a:pt x="25489" y="6229"/>
                    <a:pt x="24247" y="6824"/>
                    <a:pt x="23024" y="7457"/>
                  </a:cubicBezTo>
                  <a:cubicBezTo>
                    <a:pt x="21802" y="8090"/>
                    <a:pt x="20599" y="8761"/>
                    <a:pt x="19418" y="9468"/>
                  </a:cubicBezTo>
                  <a:lnTo>
                    <a:pt x="12418" y="13468"/>
                  </a:lnTo>
                  <a:cubicBezTo>
                    <a:pt x="11973" y="13730"/>
                    <a:pt x="11535" y="14005"/>
                    <a:pt x="11107" y="14294"/>
                  </a:cubicBezTo>
                  <a:cubicBezTo>
                    <a:pt x="10678" y="14583"/>
                    <a:pt x="10259" y="14885"/>
                    <a:pt x="9848" y="15199"/>
                  </a:cubicBezTo>
                  <a:cubicBezTo>
                    <a:pt x="9438" y="15514"/>
                    <a:pt x="9038" y="15841"/>
                    <a:pt x="8648" y="16180"/>
                  </a:cubicBezTo>
                  <a:cubicBezTo>
                    <a:pt x="8258" y="16520"/>
                    <a:pt x="7879" y="16871"/>
                    <a:pt x="7511" y="17233"/>
                  </a:cubicBezTo>
                  <a:cubicBezTo>
                    <a:pt x="7142" y="17596"/>
                    <a:pt x="6785" y="17970"/>
                    <a:pt x="6440" y="18354"/>
                  </a:cubicBezTo>
                  <a:cubicBezTo>
                    <a:pt x="6095" y="18739"/>
                    <a:pt x="5761" y="19134"/>
                    <a:pt x="5441" y="19539"/>
                  </a:cubicBezTo>
                  <a:cubicBezTo>
                    <a:pt x="5120" y="19944"/>
                    <a:pt x="4811" y="20359"/>
                    <a:pt x="4516" y="20783"/>
                  </a:cubicBezTo>
                  <a:cubicBezTo>
                    <a:pt x="4220" y="21207"/>
                    <a:pt x="3938" y="21640"/>
                    <a:pt x="3669" y="22082"/>
                  </a:cubicBezTo>
                  <a:cubicBezTo>
                    <a:pt x="3401" y="22523"/>
                    <a:pt x="3146" y="22973"/>
                    <a:pt x="2905" y="23430"/>
                  </a:cubicBezTo>
                  <a:cubicBezTo>
                    <a:pt x="2664" y="23887"/>
                    <a:pt x="2437" y="24352"/>
                    <a:pt x="2224" y="24823"/>
                  </a:cubicBezTo>
                  <a:cubicBezTo>
                    <a:pt x="2012" y="25294"/>
                    <a:pt x="1814" y="25772"/>
                    <a:pt x="1631" y="26255"/>
                  </a:cubicBezTo>
                  <a:cubicBezTo>
                    <a:pt x="1448" y="26739"/>
                    <a:pt x="1280" y="27227"/>
                    <a:pt x="1127" y="27721"/>
                  </a:cubicBezTo>
                  <a:cubicBezTo>
                    <a:pt x="974" y="28215"/>
                    <a:pt x="836" y="28713"/>
                    <a:pt x="714" y="29215"/>
                  </a:cubicBezTo>
                  <a:cubicBezTo>
                    <a:pt x="592" y="29717"/>
                    <a:pt x="485" y="30223"/>
                    <a:pt x="394" y="30732"/>
                  </a:cubicBezTo>
                  <a:cubicBezTo>
                    <a:pt x="303" y="31241"/>
                    <a:pt x="228" y="31752"/>
                    <a:pt x="168" y="32266"/>
                  </a:cubicBezTo>
                  <a:cubicBezTo>
                    <a:pt x="108" y="32779"/>
                    <a:pt x="65" y="33294"/>
                    <a:pt x="37" y="33810"/>
                  </a:cubicBezTo>
                  <a:cubicBezTo>
                    <a:pt x="9" y="34326"/>
                    <a:pt x="-3" y="34843"/>
                    <a:pt x="1" y="35360"/>
                  </a:cubicBezTo>
                  <a:cubicBezTo>
                    <a:pt x="5" y="35877"/>
                    <a:pt x="25" y="36393"/>
                    <a:pt x="60" y="36909"/>
                  </a:cubicBezTo>
                  <a:cubicBezTo>
                    <a:pt x="96" y="37424"/>
                    <a:pt x="148" y="37939"/>
                    <a:pt x="215" y="38451"/>
                  </a:cubicBezTo>
                  <a:cubicBezTo>
                    <a:pt x="282" y="38964"/>
                    <a:pt x="366" y="39474"/>
                    <a:pt x="465" y="39981"/>
                  </a:cubicBezTo>
                  <a:cubicBezTo>
                    <a:pt x="563" y="40488"/>
                    <a:pt x="678" y="40993"/>
                    <a:pt x="808" y="41493"/>
                  </a:cubicBezTo>
                  <a:cubicBezTo>
                    <a:pt x="938" y="41993"/>
                    <a:pt x="1083" y="42489"/>
                    <a:pt x="1243" y="42980"/>
                  </a:cubicBezTo>
                  <a:cubicBezTo>
                    <a:pt x="1404" y="43472"/>
                    <a:pt x="1579" y="43958"/>
                    <a:pt x="1770" y="44438"/>
                  </a:cubicBezTo>
                  <a:cubicBezTo>
                    <a:pt x="1960" y="44919"/>
                    <a:pt x="2165" y="45394"/>
                    <a:pt x="2385" y="45861"/>
                  </a:cubicBezTo>
                  <a:cubicBezTo>
                    <a:pt x="2604" y="46329"/>
                    <a:pt x="2838" y="46790"/>
                    <a:pt x="3086" y="47244"/>
                  </a:cubicBezTo>
                  <a:cubicBezTo>
                    <a:pt x="3334" y="47697"/>
                    <a:pt x="3596" y="48143"/>
                    <a:pt x="3871" y="48580"/>
                  </a:cubicBezTo>
                  <a:cubicBezTo>
                    <a:pt x="4147" y="49018"/>
                    <a:pt x="4436" y="49446"/>
                    <a:pt x="4737" y="49866"/>
                  </a:cubicBezTo>
                  <a:cubicBezTo>
                    <a:pt x="5039" y="50285"/>
                    <a:pt x="5354" y="50696"/>
                    <a:pt x="5681" y="51096"/>
                  </a:cubicBezTo>
                  <a:cubicBezTo>
                    <a:pt x="6008" y="51496"/>
                    <a:pt x="6347" y="51886"/>
                    <a:pt x="6699" y="52265"/>
                  </a:cubicBezTo>
                  <a:cubicBezTo>
                    <a:pt x="7050" y="52644"/>
                    <a:pt x="7412" y="53013"/>
                    <a:pt x="7786" y="53370"/>
                  </a:cubicBezTo>
                  <a:cubicBezTo>
                    <a:pt x="8160" y="53727"/>
                    <a:pt x="8545" y="54072"/>
                    <a:pt x="8940" y="54405"/>
                  </a:cubicBezTo>
                  <a:cubicBezTo>
                    <a:pt x="9335" y="54739"/>
                    <a:pt x="9740" y="55060"/>
                    <a:pt x="10155" y="55368"/>
                  </a:cubicBezTo>
                  <a:cubicBezTo>
                    <a:pt x="10569" y="55676"/>
                    <a:pt x="10994" y="55972"/>
                    <a:pt x="11427" y="56254"/>
                  </a:cubicBezTo>
                  <a:cubicBezTo>
                    <a:pt x="11860" y="56536"/>
                    <a:pt x="12301" y="56805"/>
                    <a:pt x="12751" y="57060"/>
                  </a:cubicBezTo>
                  <a:cubicBezTo>
                    <a:pt x="13200" y="57315"/>
                    <a:pt x="13658" y="57556"/>
                    <a:pt x="14122" y="57783"/>
                  </a:cubicBezTo>
                  <a:cubicBezTo>
                    <a:pt x="14586" y="58010"/>
                    <a:pt x="15058" y="58222"/>
                    <a:pt x="15535" y="58420"/>
                  </a:cubicBezTo>
                  <a:cubicBezTo>
                    <a:pt x="16013" y="58618"/>
                    <a:pt x="16496" y="58801"/>
                    <a:pt x="16985" y="58969"/>
                  </a:cubicBezTo>
                  <a:cubicBezTo>
                    <a:pt x="17474" y="59137"/>
                    <a:pt x="17967" y="59290"/>
                    <a:pt x="18466" y="59427"/>
                  </a:cubicBezTo>
                  <a:cubicBezTo>
                    <a:pt x="18964" y="59565"/>
                    <a:pt x="19466" y="59687"/>
                    <a:pt x="19972" y="59794"/>
                  </a:cubicBezTo>
                  <a:cubicBezTo>
                    <a:pt x="20477" y="59901"/>
                    <a:pt x="20986" y="59992"/>
                    <a:pt x="21498" y="60067"/>
                  </a:cubicBezTo>
                  <a:cubicBezTo>
                    <a:pt x="22009" y="60143"/>
                    <a:pt x="22522" y="60202"/>
                    <a:pt x="23037" y="60246"/>
                  </a:cubicBezTo>
                  <a:cubicBezTo>
                    <a:pt x="23552" y="60290"/>
                    <a:pt x="24068" y="60318"/>
                    <a:pt x="24585" y="60330"/>
                  </a:cubicBezTo>
                  <a:cubicBezTo>
                    <a:pt x="25102" y="60342"/>
                    <a:pt x="25619" y="60338"/>
                    <a:pt x="26135" y="60318"/>
                  </a:cubicBezTo>
                  <a:cubicBezTo>
                    <a:pt x="26652" y="60298"/>
                    <a:pt x="27167" y="60262"/>
                    <a:pt x="27682" y="60211"/>
                  </a:cubicBezTo>
                  <a:cubicBezTo>
                    <a:pt x="28196" y="60159"/>
                    <a:pt x="28708" y="60092"/>
                    <a:pt x="29219" y="60008"/>
                  </a:cubicBezTo>
                  <a:cubicBezTo>
                    <a:pt x="29729" y="59925"/>
                    <a:pt x="30236" y="59826"/>
                    <a:pt x="30740" y="59712"/>
                  </a:cubicBezTo>
                  <a:cubicBezTo>
                    <a:pt x="31244" y="59598"/>
                    <a:pt x="31744" y="59468"/>
                    <a:pt x="32240" y="59322"/>
                  </a:cubicBezTo>
                  <a:cubicBezTo>
                    <a:pt x="32736" y="59177"/>
                    <a:pt x="33228" y="59017"/>
                    <a:pt x="33714" y="58841"/>
                  </a:cubicBezTo>
                  <a:cubicBezTo>
                    <a:pt x="34200" y="58666"/>
                    <a:pt x="34681" y="58475"/>
                    <a:pt x="35155" y="58270"/>
                  </a:cubicBezTo>
                  <a:cubicBezTo>
                    <a:pt x="35630" y="58065"/>
                    <a:pt x="36098" y="57846"/>
                    <a:pt x="36558" y="57612"/>
                  </a:cubicBezTo>
                  <a:cubicBezTo>
                    <a:pt x="37019" y="57378"/>
                    <a:pt x="37473" y="57130"/>
                    <a:pt x="37918" y="56868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7" name="probe-noto-emoji_u1f331" descr="Noto Emoji artwork by Google; Apache License 2.0; preserve full bundled license. Source: https://github.com/googlefonts/noto-emoji/blob/e20cbc2bbec1926686be9f9bee7d1d2cfa1fea0e/2D/svg/emoji_u1f331.svg; SVG SHA256: cd0992fa3de629e3887cdf003f879875a9dfa6041a81072055fd0e92a6b5eca7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1280000" cy="1280000"/>
          </a:xfrm>
        </p:grpSpPr>
        <p:sp>
          <p:nvSpPr>
            <p:cNvPr id="38" name="probe-noto-emoji_u1f331-part-1"/>
            <p:cNvSpPr/>
            <p:nvPr/>
          </p:nvSpPr>
          <p:spPr>
            <a:xfrm>
              <a:off x="612153" y="482000"/>
              <a:ext cx="213174" cy="754947"/>
            </a:xfrm>
            <a:custGeom>
              <a:avLst/>
              <a:gdLst/>
              <a:ahLst/>
              <a:cxnLst/>
              <a:rect l="0" t="0" r="r" b="b"/>
              <a:pathLst>
                <a:path w="213174" h="754947">
                  <a:moveTo>
                    <a:pt x="62547" y="0"/>
                  </a:moveTo>
                  <a:lnTo>
                    <a:pt x="51447" y="184800"/>
                  </a:lnTo>
                  <a:cubicBezTo>
                    <a:pt x="51447" y="184800"/>
                    <a:pt x="89047" y="291200"/>
                    <a:pt x="78547" y="439300"/>
                  </a:cubicBezTo>
                  <a:cubicBezTo>
                    <a:pt x="68447" y="582000"/>
                    <a:pt x="30547" y="654200"/>
                    <a:pt x="20147" y="679200"/>
                  </a:cubicBezTo>
                  <a:cubicBezTo>
                    <a:pt x="9747" y="704200"/>
                    <a:pt x="-19453" y="735500"/>
                    <a:pt x="20147" y="748000"/>
                  </a:cubicBezTo>
                  <a:cubicBezTo>
                    <a:pt x="59747" y="760500"/>
                    <a:pt x="126547" y="754300"/>
                    <a:pt x="155747" y="743800"/>
                  </a:cubicBezTo>
                  <a:cubicBezTo>
                    <a:pt x="184947" y="733400"/>
                    <a:pt x="199447" y="675400"/>
                    <a:pt x="203747" y="652000"/>
                  </a:cubicBezTo>
                  <a:cubicBezTo>
                    <a:pt x="214247" y="594100"/>
                    <a:pt x="220047" y="484600"/>
                    <a:pt x="198747" y="376600"/>
                  </a:cubicBezTo>
                  <a:cubicBezTo>
                    <a:pt x="182447" y="293600"/>
                    <a:pt x="147847" y="151300"/>
                    <a:pt x="147847" y="151300"/>
                  </a:cubicBezTo>
                  <a:lnTo>
                    <a:pt x="62547" y="0"/>
                  </a:lnTo>
                  <a:close/>
                </a:path>
              </a:pathLst>
            </a:custGeom>
            <a:solidFill>
              <a:srgbClr val="99C23B"/>
            </a:solidFill>
            <a:ln w="8037" cap="flat">
              <a:noFill/>
              <a:prstDash val="solid"/>
              <a:miter/>
            </a:ln>
          </p:spPr>
        </p:sp>
        <p:sp>
          <p:nvSpPr>
            <p:cNvPr id="39" name="probe-noto-emoji_u1f331-part-2"/>
            <p:cNvSpPr/>
            <p:nvPr/>
          </p:nvSpPr>
          <p:spPr>
            <a:xfrm>
              <a:off x="667800" y="71168"/>
              <a:ext cx="553761" cy="581246"/>
            </a:xfrm>
            <a:custGeom>
              <a:avLst/>
              <a:gdLst/>
              <a:ahLst/>
              <a:cxnLst/>
              <a:rect l="0" t="0" r="r" b="b"/>
              <a:pathLst>
                <a:path w="553761" h="581246">
                  <a:moveTo>
                    <a:pt x="0" y="382832"/>
                  </a:moveTo>
                  <a:cubicBezTo>
                    <a:pt x="0" y="382832"/>
                    <a:pt x="42800" y="248532"/>
                    <a:pt x="141200" y="146632"/>
                  </a:cubicBezTo>
                  <a:cubicBezTo>
                    <a:pt x="235500" y="49032"/>
                    <a:pt x="331800" y="17032"/>
                    <a:pt x="409000" y="7432"/>
                  </a:cubicBezTo>
                  <a:cubicBezTo>
                    <a:pt x="494100" y="-3168"/>
                    <a:pt x="528800" y="-2068"/>
                    <a:pt x="543400" y="8432"/>
                  </a:cubicBezTo>
                  <a:cubicBezTo>
                    <a:pt x="558000" y="18932"/>
                    <a:pt x="552800" y="35432"/>
                    <a:pt x="553100" y="50032"/>
                  </a:cubicBezTo>
                  <a:cubicBezTo>
                    <a:pt x="555000" y="154432"/>
                    <a:pt x="558900" y="289732"/>
                    <a:pt x="436100" y="413532"/>
                  </a:cubicBezTo>
                  <a:cubicBezTo>
                    <a:pt x="305000" y="545532"/>
                    <a:pt x="211600" y="569232"/>
                    <a:pt x="109300" y="579732"/>
                  </a:cubicBezTo>
                  <a:cubicBezTo>
                    <a:pt x="7100" y="590132"/>
                    <a:pt x="18700" y="543532"/>
                    <a:pt x="18700" y="543532"/>
                  </a:cubicBezTo>
                  <a:lnTo>
                    <a:pt x="0" y="382832"/>
                  </a:lnTo>
                  <a:close/>
                </a:path>
              </a:pathLst>
            </a:custGeom>
            <a:solidFill>
              <a:srgbClr val="99C23B"/>
            </a:solidFill>
            <a:ln w="8037" cap="flat">
              <a:noFill/>
              <a:prstDash val="solid"/>
              <a:miter/>
            </a:ln>
          </p:spPr>
        </p:sp>
        <p:sp>
          <p:nvSpPr>
            <p:cNvPr id="40" name="probe-noto-emoji_u1f331-part-3"/>
            <p:cNvSpPr/>
            <p:nvPr/>
          </p:nvSpPr>
          <p:spPr>
            <a:xfrm>
              <a:off x="29698" y="269023"/>
              <a:ext cx="685502" cy="434577"/>
            </a:xfrm>
            <a:custGeom>
              <a:avLst/>
              <a:gdLst/>
              <a:ahLst/>
              <a:cxnLst/>
              <a:rect l="0" t="0" r="r" b="b"/>
              <a:pathLst>
                <a:path w="685502" h="434577">
                  <a:moveTo>
                    <a:pt x="102" y="101477"/>
                  </a:moveTo>
                  <a:cubicBezTo>
                    <a:pt x="-3598" y="119777"/>
                    <a:pt x="93002" y="334577"/>
                    <a:pt x="279602" y="402177"/>
                  </a:cubicBezTo>
                  <a:cubicBezTo>
                    <a:pt x="480502" y="475077"/>
                    <a:pt x="669902" y="402177"/>
                    <a:pt x="669902" y="402177"/>
                  </a:cubicBezTo>
                  <a:lnTo>
                    <a:pt x="685502" y="208777"/>
                  </a:lnTo>
                  <a:lnTo>
                    <a:pt x="638002" y="184977"/>
                  </a:lnTo>
                  <a:cubicBezTo>
                    <a:pt x="638002" y="184977"/>
                    <a:pt x="537302" y="73877"/>
                    <a:pt x="425402" y="32877"/>
                  </a:cubicBezTo>
                  <a:cubicBezTo>
                    <a:pt x="309402" y="-9623"/>
                    <a:pt x="178302" y="-12923"/>
                    <a:pt x="89002" y="34777"/>
                  </a:cubicBezTo>
                  <a:cubicBezTo>
                    <a:pt x="33002" y="64777"/>
                    <a:pt x="2102" y="91777"/>
                    <a:pt x="102" y="101477"/>
                  </a:cubicBezTo>
                  <a:close/>
                </a:path>
              </a:pathLst>
            </a:custGeom>
            <a:solidFill>
              <a:srgbClr val="99C23B"/>
            </a:solidFill>
            <a:ln w="8037" cap="flat">
              <a:noFill/>
              <a:prstDash val="solid"/>
              <a:miter/>
            </a:ln>
          </p:spPr>
        </p:sp>
        <p:sp>
          <p:nvSpPr>
            <p:cNvPr id="41" name="probe-noto-emoji_u1f331-part-4"/>
            <p:cNvSpPr/>
            <p:nvPr/>
          </p:nvSpPr>
          <p:spPr>
            <a:xfrm>
              <a:off x="721092" y="136908"/>
              <a:ext cx="385629" cy="443907"/>
            </a:xfrm>
            <a:custGeom>
              <a:avLst/>
              <a:gdLst/>
              <a:ahLst/>
              <a:cxnLst/>
              <a:rect l="0" t="0" r="r" b="b"/>
              <a:pathLst>
                <a:path w="385629" h="443907">
                  <a:moveTo>
                    <a:pt x="145708" y="169892"/>
                  </a:moveTo>
                  <a:cubicBezTo>
                    <a:pt x="52708" y="280092"/>
                    <a:pt x="5808" y="391192"/>
                    <a:pt x="908" y="420192"/>
                  </a:cubicBezTo>
                  <a:cubicBezTo>
                    <a:pt x="-3992" y="449192"/>
                    <a:pt x="12108" y="447992"/>
                    <a:pt x="21208" y="435692"/>
                  </a:cubicBezTo>
                  <a:cubicBezTo>
                    <a:pt x="37608" y="413492"/>
                    <a:pt x="94708" y="311992"/>
                    <a:pt x="179708" y="215292"/>
                  </a:cubicBezTo>
                  <a:cubicBezTo>
                    <a:pt x="253308" y="131692"/>
                    <a:pt x="365308" y="41292"/>
                    <a:pt x="381708" y="21992"/>
                  </a:cubicBezTo>
                  <a:cubicBezTo>
                    <a:pt x="391908" y="9992"/>
                    <a:pt x="380708" y="-5108"/>
                    <a:pt x="365308" y="1692"/>
                  </a:cubicBezTo>
                  <a:cubicBezTo>
                    <a:pt x="349908" y="8392"/>
                    <a:pt x="240808" y="57192"/>
                    <a:pt x="145708" y="169892"/>
                  </a:cubicBezTo>
                  <a:close/>
                </a:path>
              </a:pathLst>
            </a:custGeom>
            <a:solidFill>
              <a:srgbClr val="E6DC9F"/>
            </a:solidFill>
            <a:ln w="8037" cap="flat">
              <a:noFill/>
              <a:prstDash val="solid"/>
              <a:miter/>
            </a:ln>
          </p:spPr>
        </p:sp>
        <p:sp>
          <p:nvSpPr>
            <p:cNvPr id="42" name="probe-noto-emoji_u1f331-part-5"/>
            <p:cNvSpPr/>
            <p:nvPr/>
          </p:nvSpPr>
          <p:spPr>
            <a:xfrm>
              <a:off x="144179" y="371599"/>
              <a:ext cx="525844" cy="224794"/>
            </a:xfrm>
            <a:custGeom>
              <a:avLst/>
              <a:gdLst/>
              <a:ahLst/>
              <a:cxnLst/>
              <a:rect l="0" t="0" r="r" b="b"/>
              <a:pathLst>
                <a:path w="525844" h="224794">
                  <a:moveTo>
                    <a:pt x="270121" y="38401"/>
                  </a:moveTo>
                  <a:cubicBezTo>
                    <a:pt x="134121" y="-8399"/>
                    <a:pt x="34621" y="-2099"/>
                    <a:pt x="14321" y="4701"/>
                  </a:cubicBezTo>
                  <a:cubicBezTo>
                    <a:pt x="-5979" y="11501"/>
                    <a:pt x="-4979" y="33701"/>
                    <a:pt x="19121" y="36601"/>
                  </a:cubicBezTo>
                  <a:cubicBezTo>
                    <a:pt x="43221" y="39501"/>
                    <a:pt x="141521" y="49301"/>
                    <a:pt x="264721" y="93601"/>
                  </a:cubicBezTo>
                  <a:cubicBezTo>
                    <a:pt x="396221" y="141001"/>
                    <a:pt x="489921" y="212501"/>
                    <a:pt x="506421" y="222201"/>
                  </a:cubicBezTo>
                  <a:cubicBezTo>
                    <a:pt x="522821" y="231901"/>
                    <a:pt x="533521" y="212501"/>
                    <a:pt x="519021" y="195101"/>
                  </a:cubicBezTo>
                  <a:cubicBezTo>
                    <a:pt x="507921" y="182001"/>
                    <a:pt x="420121" y="90001"/>
                    <a:pt x="270121" y="38401"/>
                  </a:cubicBezTo>
                  <a:close/>
                </a:path>
              </a:pathLst>
            </a:custGeom>
            <a:solidFill>
              <a:srgbClr val="E6DC9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43" name="probe-noto-emoji_u1f332" descr="Noto Emoji artwork by Google; Apache License 2.0; preserve full bundled license. Source: https://github.com/googlefonts/noto-emoji/blob/e20cbc2bbec1926686be9f9bee7d1d2cfa1fea0e/2D/svg/emoji_u1f332.svg; SVG SHA256: 3189e48d6d3aac0948743a0ff050017267905948ac2141a2c406aee38e4f770e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1280000" cy="1280000"/>
          </a:xfrm>
        </p:grpSpPr>
        <p:sp>
          <p:nvSpPr>
            <p:cNvPr id="44" name="probe-noto-emoji_u1f332-part-1"/>
            <p:cNvSpPr/>
            <p:nvPr/>
          </p:nvSpPr>
          <p:spPr>
            <a:xfrm>
              <a:off x="526318" y="1027000"/>
              <a:ext cx="200946" cy="211200"/>
            </a:xfrm>
            <a:custGeom>
              <a:avLst/>
              <a:gdLst/>
              <a:ahLst/>
              <a:cxnLst/>
              <a:rect l="0" t="0" r="r" b="b"/>
              <a:pathLst>
                <a:path w="200946" h="211200">
                  <a:moveTo>
                    <a:pt x="37582" y="5000"/>
                  </a:moveTo>
                  <a:cubicBezTo>
                    <a:pt x="37582" y="5000"/>
                    <a:pt x="34782" y="55000"/>
                    <a:pt x="26982" y="85200"/>
                  </a:cubicBezTo>
                  <a:cubicBezTo>
                    <a:pt x="19282" y="115500"/>
                    <a:pt x="-6818" y="135900"/>
                    <a:pt x="1682" y="171100"/>
                  </a:cubicBezTo>
                  <a:cubicBezTo>
                    <a:pt x="7282" y="194300"/>
                    <a:pt x="37582" y="211200"/>
                    <a:pt x="98082" y="211200"/>
                  </a:cubicBezTo>
                  <a:cubicBezTo>
                    <a:pt x="158582" y="211200"/>
                    <a:pt x="199682" y="195000"/>
                    <a:pt x="200882" y="164000"/>
                  </a:cubicBezTo>
                  <a:cubicBezTo>
                    <a:pt x="202282" y="128100"/>
                    <a:pt x="180482" y="115400"/>
                    <a:pt x="176982" y="76000"/>
                  </a:cubicBezTo>
                  <a:cubicBezTo>
                    <a:pt x="173482" y="36600"/>
                    <a:pt x="174882" y="0"/>
                    <a:pt x="174882" y="0"/>
                  </a:cubicBezTo>
                  <a:lnTo>
                    <a:pt x="37582" y="5000"/>
                  </a:lnTo>
                  <a:close/>
                </a:path>
              </a:pathLst>
            </a:custGeom>
            <a:solidFill>
              <a:srgbClr val="855B51"/>
            </a:solidFill>
            <a:ln w="8037" cap="flat">
              <a:noFill/>
              <a:prstDash val="solid"/>
              <a:miter/>
            </a:ln>
          </p:spPr>
        </p:sp>
        <p:sp>
          <p:nvSpPr>
            <p:cNvPr id="45" name="probe-noto-emoji_u1f332-part-2"/>
            <p:cNvSpPr/>
            <p:nvPr/>
          </p:nvSpPr>
          <p:spPr>
            <a:xfrm>
              <a:off x="111074" y="249000"/>
              <a:ext cx="1062515" cy="845386"/>
            </a:xfrm>
            <a:custGeom>
              <a:avLst/>
              <a:gdLst/>
              <a:ahLst/>
              <a:cxnLst/>
              <a:rect l="0" t="0" r="r" b="b"/>
              <a:pathLst>
                <a:path w="1062515" h="845386">
                  <a:moveTo>
                    <a:pt x="100426" y="626000"/>
                  </a:moveTo>
                  <a:cubicBezTo>
                    <a:pt x="100426" y="626000"/>
                    <a:pt x="54426" y="635400"/>
                    <a:pt x="37526" y="641000"/>
                  </a:cubicBezTo>
                  <a:cubicBezTo>
                    <a:pt x="20626" y="646600"/>
                    <a:pt x="5626" y="650400"/>
                    <a:pt x="1826" y="666300"/>
                  </a:cubicBezTo>
                  <a:cubicBezTo>
                    <a:pt x="-1974" y="682200"/>
                    <a:pt x="-5674" y="722600"/>
                    <a:pt x="55326" y="749800"/>
                  </a:cubicBezTo>
                  <a:cubicBezTo>
                    <a:pt x="116326" y="777000"/>
                    <a:pt x="213926" y="767600"/>
                    <a:pt x="213926" y="767600"/>
                  </a:cubicBezTo>
                  <a:cubicBezTo>
                    <a:pt x="213926" y="767600"/>
                    <a:pt x="203626" y="808000"/>
                    <a:pt x="237426" y="826700"/>
                  </a:cubicBezTo>
                  <a:cubicBezTo>
                    <a:pt x="271226" y="845500"/>
                    <a:pt x="336926" y="840800"/>
                    <a:pt x="381926" y="825800"/>
                  </a:cubicBezTo>
                  <a:cubicBezTo>
                    <a:pt x="426926" y="810800"/>
                    <a:pt x="441026" y="801400"/>
                    <a:pt x="441026" y="801400"/>
                  </a:cubicBezTo>
                  <a:cubicBezTo>
                    <a:pt x="441026" y="801400"/>
                    <a:pt x="463526" y="840800"/>
                    <a:pt x="540526" y="839900"/>
                  </a:cubicBezTo>
                  <a:cubicBezTo>
                    <a:pt x="617526" y="839000"/>
                    <a:pt x="639026" y="810800"/>
                    <a:pt x="639026" y="810800"/>
                  </a:cubicBezTo>
                  <a:cubicBezTo>
                    <a:pt x="639026" y="810800"/>
                    <a:pt x="718826" y="856800"/>
                    <a:pt x="786326" y="842700"/>
                  </a:cubicBezTo>
                  <a:cubicBezTo>
                    <a:pt x="853826" y="828600"/>
                    <a:pt x="833226" y="764800"/>
                    <a:pt x="833226" y="764800"/>
                  </a:cubicBezTo>
                  <a:cubicBezTo>
                    <a:pt x="833226" y="764800"/>
                    <a:pt x="917726" y="781700"/>
                    <a:pt x="988126" y="752600"/>
                  </a:cubicBezTo>
                  <a:cubicBezTo>
                    <a:pt x="1058526" y="723500"/>
                    <a:pt x="1064126" y="686900"/>
                    <a:pt x="1062226" y="675600"/>
                  </a:cubicBezTo>
                  <a:cubicBezTo>
                    <a:pt x="1060326" y="664300"/>
                    <a:pt x="1045826" y="643200"/>
                    <a:pt x="1022326" y="645100"/>
                  </a:cubicBezTo>
                  <a:cubicBezTo>
                    <a:pt x="998826" y="647000"/>
                    <a:pt x="944926" y="627700"/>
                    <a:pt x="923326" y="614600"/>
                  </a:cubicBezTo>
                  <a:cubicBezTo>
                    <a:pt x="901726" y="601500"/>
                    <a:pt x="853826" y="578000"/>
                    <a:pt x="845426" y="574200"/>
                  </a:cubicBezTo>
                  <a:cubicBezTo>
                    <a:pt x="837026" y="570400"/>
                    <a:pt x="820526" y="558200"/>
                    <a:pt x="823326" y="547900"/>
                  </a:cubicBezTo>
                  <a:cubicBezTo>
                    <a:pt x="826126" y="537600"/>
                    <a:pt x="830326" y="534800"/>
                    <a:pt x="849126" y="536600"/>
                  </a:cubicBezTo>
                  <a:cubicBezTo>
                    <a:pt x="867926" y="538500"/>
                    <a:pt x="920426" y="538500"/>
                    <a:pt x="944826" y="519700"/>
                  </a:cubicBezTo>
                  <a:cubicBezTo>
                    <a:pt x="969226" y="500900"/>
                    <a:pt x="984226" y="474700"/>
                    <a:pt x="981426" y="459600"/>
                  </a:cubicBezTo>
                  <a:cubicBezTo>
                    <a:pt x="978626" y="444600"/>
                    <a:pt x="951426" y="432400"/>
                    <a:pt x="951426" y="432400"/>
                  </a:cubicBezTo>
                  <a:cubicBezTo>
                    <a:pt x="951426" y="432400"/>
                    <a:pt x="810626" y="367600"/>
                    <a:pt x="799426" y="362900"/>
                  </a:cubicBezTo>
                  <a:cubicBezTo>
                    <a:pt x="788126" y="358200"/>
                    <a:pt x="761026" y="344100"/>
                    <a:pt x="761926" y="331900"/>
                  </a:cubicBezTo>
                  <a:cubicBezTo>
                    <a:pt x="762826" y="318800"/>
                    <a:pt x="850126" y="328100"/>
                    <a:pt x="858626" y="274600"/>
                  </a:cubicBezTo>
                  <a:cubicBezTo>
                    <a:pt x="867126" y="221100"/>
                    <a:pt x="842626" y="221100"/>
                    <a:pt x="822926" y="209800"/>
                  </a:cubicBezTo>
                  <a:cubicBezTo>
                    <a:pt x="803226" y="198500"/>
                    <a:pt x="745926" y="181600"/>
                    <a:pt x="745926" y="181600"/>
                  </a:cubicBezTo>
                  <a:cubicBezTo>
                    <a:pt x="745926" y="181600"/>
                    <a:pt x="699026" y="151600"/>
                    <a:pt x="690526" y="145900"/>
                  </a:cubicBezTo>
                  <a:cubicBezTo>
                    <a:pt x="682126" y="140300"/>
                    <a:pt x="668026" y="130900"/>
                    <a:pt x="668926" y="123400"/>
                  </a:cubicBezTo>
                  <a:cubicBezTo>
                    <a:pt x="669826" y="115900"/>
                    <a:pt x="717526" y="130700"/>
                    <a:pt x="759026" y="117800"/>
                  </a:cubicBezTo>
                  <a:cubicBezTo>
                    <a:pt x="789026" y="108400"/>
                    <a:pt x="792826" y="88200"/>
                    <a:pt x="786726" y="70400"/>
                  </a:cubicBezTo>
                  <a:cubicBezTo>
                    <a:pt x="783726" y="61700"/>
                    <a:pt x="729926" y="37100"/>
                    <a:pt x="729926" y="37100"/>
                  </a:cubicBezTo>
                  <a:lnTo>
                    <a:pt x="442026" y="0"/>
                  </a:lnTo>
                  <a:cubicBezTo>
                    <a:pt x="442026" y="0"/>
                    <a:pt x="251526" y="63800"/>
                    <a:pt x="244926" y="66600"/>
                  </a:cubicBezTo>
                  <a:cubicBezTo>
                    <a:pt x="238326" y="69400"/>
                    <a:pt x="234626" y="81600"/>
                    <a:pt x="244926" y="94800"/>
                  </a:cubicBezTo>
                  <a:cubicBezTo>
                    <a:pt x="255226" y="107900"/>
                    <a:pt x="272126" y="127600"/>
                    <a:pt x="308726" y="126700"/>
                  </a:cubicBezTo>
                  <a:cubicBezTo>
                    <a:pt x="345326" y="125800"/>
                    <a:pt x="368826" y="109800"/>
                    <a:pt x="375326" y="120100"/>
                  </a:cubicBezTo>
                  <a:cubicBezTo>
                    <a:pt x="381926" y="130400"/>
                    <a:pt x="365726" y="146500"/>
                    <a:pt x="354726" y="152900"/>
                  </a:cubicBezTo>
                  <a:cubicBezTo>
                    <a:pt x="321926" y="172100"/>
                    <a:pt x="293726" y="188600"/>
                    <a:pt x="293726" y="188600"/>
                  </a:cubicBezTo>
                  <a:cubicBezTo>
                    <a:pt x="293726" y="188600"/>
                    <a:pt x="187626" y="233600"/>
                    <a:pt x="182026" y="260900"/>
                  </a:cubicBezTo>
                  <a:cubicBezTo>
                    <a:pt x="176426" y="288200"/>
                    <a:pt x="187626" y="301600"/>
                    <a:pt x="204526" y="313500"/>
                  </a:cubicBezTo>
                  <a:cubicBezTo>
                    <a:pt x="218626" y="323400"/>
                    <a:pt x="245326" y="327100"/>
                    <a:pt x="262726" y="326600"/>
                  </a:cubicBezTo>
                  <a:cubicBezTo>
                    <a:pt x="274926" y="326300"/>
                    <a:pt x="282626" y="322900"/>
                    <a:pt x="285726" y="334100"/>
                  </a:cubicBezTo>
                  <a:cubicBezTo>
                    <a:pt x="289926" y="349600"/>
                    <a:pt x="263626" y="363200"/>
                    <a:pt x="239226" y="371600"/>
                  </a:cubicBezTo>
                  <a:cubicBezTo>
                    <a:pt x="214826" y="380000"/>
                    <a:pt x="166926" y="401600"/>
                    <a:pt x="166926" y="401600"/>
                  </a:cubicBezTo>
                  <a:cubicBezTo>
                    <a:pt x="166926" y="401600"/>
                    <a:pt x="88126" y="420400"/>
                    <a:pt x="83426" y="428800"/>
                  </a:cubicBezTo>
                  <a:cubicBezTo>
                    <a:pt x="78726" y="437200"/>
                    <a:pt x="70326" y="478500"/>
                    <a:pt x="103126" y="507600"/>
                  </a:cubicBezTo>
                  <a:cubicBezTo>
                    <a:pt x="135926" y="536700"/>
                    <a:pt x="196026" y="544200"/>
                    <a:pt x="196026" y="544200"/>
                  </a:cubicBezTo>
                  <a:cubicBezTo>
                    <a:pt x="196026" y="544200"/>
                    <a:pt x="188526" y="567700"/>
                    <a:pt x="173526" y="580800"/>
                  </a:cubicBezTo>
                  <a:cubicBezTo>
                    <a:pt x="158626" y="594100"/>
                    <a:pt x="133226" y="612900"/>
                    <a:pt x="100426" y="626000"/>
                  </a:cubicBezTo>
                  <a:close/>
                </a:path>
              </a:pathLst>
            </a:custGeom>
            <a:solidFill>
              <a:srgbClr val="027F1C"/>
            </a:solidFill>
            <a:ln w="8037" cap="flat">
              <a:noFill/>
              <a:prstDash val="solid"/>
              <a:miter/>
            </a:ln>
          </p:spPr>
        </p:sp>
        <p:sp>
          <p:nvSpPr>
            <p:cNvPr id="46" name="probe-noto-emoji_u1f332-part-3"/>
            <p:cNvSpPr/>
            <p:nvPr/>
          </p:nvSpPr>
          <p:spPr>
            <a:xfrm>
              <a:off x="355800" y="43500"/>
              <a:ext cx="531149" cy="385735"/>
            </a:xfrm>
            <a:custGeom>
              <a:avLst/>
              <a:gdLst/>
              <a:ahLst/>
              <a:cxnLst/>
              <a:rect l="0" t="0" r="r" b="b"/>
              <a:pathLst>
                <a:path w="531149" h="385735">
                  <a:moveTo>
                    <a:pt x="268600" y="0"/>
                  </a:moveTo>
                  <a:cubicBezTo>
                    <a:pt x="292100" y="0"/>
                    <a:pt x="293900" y="40400"/>
                    <a:pt x="339900" y="96700"/>
                  </a:cubicBezTo>
                  <a:cubicBezTo>
                    <a:pt x="389700" y="157700"/>
                    <a:pt x="446200" y="210600"/>
                    <a:pt x="469200" y="229000"/>
                  </a:cubicBezTo>
                  <a:cubicBezTo>
                    <a:pt x="494300" y="249200"/>
                    <a:pt x="529500" y="263500"/>
                    <a:pt x="531100" y="267700"/>
                  </a:cubicBezTo>
                  <a:cubicBezTo>
                    <a:pt x="532700" y="271900"/>
                    <a:pt x="494700" y="286200"/>
                    <a:pt x="441200" y="289100"/>
                  </a:cubicBezTo>
                  <a:cubicBezTo>
                    <a:pt x="387700" y="291900"/>
                    <a:pt x="337000" y="272200"/>
                    <a:pt x="337000" y="272200"/>
                  </a:cubicBezTo>
                  <a:cubicBezTo>
                    <a:pt x="337000" y="272200"/>
                    <a:pt x="375500" y="357600"/>
                    <a:pt x="354800" y="377300"/>
                  </a:cubicBezTo>
                  <a:cubicBezTo>
                    <a:pt x="338100" y="393200"/>
                    <a:pt x="279700" y="391400"/>
                    <a:pt x="237500" y="329400"/>
                  </a:cubicBezTo>
                  <a:cubicBezTo>
                    <a:pt x="195300" y="267400"/>
                    <a:pt x="194300" y="247700"/>
                    <a:pt x="194300" y="247700"/>
                  </a:cubicBezTo>
                  <a:cubicBezTo>
                    <a:pt x="194300" y="247700"/>
                    <a:pt x="127700" y="288100"/>
                    <a:pt x="68500" y="289000"/>
                  </a:cubicBezTo>
                  <a:cubicBezTo>
                    <a:pt x="9300" y="289900"/>
                    <a:pt x="0" y="277000"/>
                    <a:pt x="0" y="272100"/>
                  </a:cubicBezTo>
                  <a:cubicBezTo>
                    <a:pt x="0" y="267200"/>
                    <a:pt x="66600" y="237400"/>
                    <a:pt x="92900" y="217700"/>
                  </a:cubicBezTo>
                  <a:cubicBezTo>
                    <a:pt x="119200" y="198000"/>
                    <a:pt x="177400" y="133500"/>
                    <a:pt x="214200" y="80700"/>
                  </a:cubicBezTo>
                  <a:cubicBezTo>
                    <a:pt x="242400" y="40400"/>
                    <a:pt x="249900" y="0"/>
                    <a:pt x="268600" y="0"/>
                  </a:cubicBezTo>
                  <a:close/>
                </a:path>
              </a:pathLst>
            </a:custGeom>
            <a:solidFill>
              <a:srgbClr val="02AB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47" name="probe-noto-emoji_u1f332-part-4"/>
            <p:cNvSpPr/>
            <p:nvPr/>
          </p:nvSpPr>
          <p:spPr>
            <a:xfrm>
              <a:off x="294488" y="390800"/>
              <a:ext cx="669913" cy="190514"/>
            </a:xfrm>
            <a:custGeom>
              <a:avLst/>
              <a:gdLst/>
              <a:ahLst/>
              <a:cxnLst/>
              <a:rect l="0" t="0" r="r" b="b"/>
              <a:pathLst>
                <a:path w="669913" h="190514">
                  <a:moveTo>
                    <a:pt x="275512" y="0"/>
                  </a:moveTo>
                  <a:cubicBezTo>
                    <a:pt x="275512" y="0"/>
                    <a:pt x="251112" y="25300"/>
                    <a:pt x="212612" y="28200"/>
                  </a:cubicBezTo>
                  <a:cubicBezTo>
                    <a:pt x="174112" y="31100"/>
                    <a:pt x="153512" y="21600"/>
                    <a:pt x="153512" y="21600"/>
                  </a:cubicBezTo>
                  <a:cubicBezTo>
                    <a:pt x="153512" y="21600"/>
                    <a:pt x="106112" y="40800"/>
                    <a:pt x="63412" y="65700"/>
                  </a:cubicBezTo>
                  <a:cubicBezTo>
                    <a:pt x="30012" y="85200"/>
                    <a:pt x="-688" y="110300"/>
                    <a:pt x="12" y="114500"/>
                  </a:cubicBezTo>
                  <a:cubicBezTo>
                    <a:pt x="712" y="118700"/>
                    <a:pt x="9912" y="134200"/>
                    <a:pt x="71812" y="134200"/>
                  </a:cubicBezTo>
                  <a:cubicBezTo>
                    <a:pt x="133712" y="134200"/>
                    <a:pt x="139412" y="118400"/>
                    <a:pt x="170312" y="119200"/>
                  </a:cubicBezTo>
                  <a:cubicBezTo>
                    <a:pt x="209712" y="120100"/>
                    <a:pt x="232212" y="189400"/>
                    <a:pt x="299812" y="190500"/>
                  </a:cubicBezTo>
                  <a:cubicBezTo>
                    <a:pt x="356112" y="191400"/>
                    <a:pt x="347712" y="150100"/>
                    <a:pt x="378612" y="146400"/>
                  </a:cubicBezTo>
                  <a:cubicBezTo>
                    <a:pt x="409612" y="142600"/>
                    <a:pt x="423712" y="167300"/>
                    <a:pt x="467312" y="168500"/>
                  </a:cubicBezTo>
                  <a:cubicBezTo>
                    <a:pt x="587412" y="171800"/>
                    <a:pt x="682212" y="117800"/>
                    <a:pt x="668612" y="85400"/>
                  </a:cubicBezTo>
                  <a:cubicBezTo>
                    <a:pt x="664112" y="74600"/>
                    <a:pt x="633112" y="59500"/>
                    <a:pt x="587912" y="43600"/>
                  </a:cubicBezTo>
                  <a:cubicBezTo>
                    <a:pt x="545212" y="28600"/>
                    <a:pt x="529212" y="19700"/>
                    <a:pt x="529212" y="19700"/>
                  </a:cubicBezTo>
                  <a:cubicBezTo>
                    <a:pt x="529212" y="19700"/>
                    <a:pt x="522212" y="34700"/>
                    <a:pt x="500612" y="41300"/>
                  </a:cubicBezTo>
                  <a:cubicBezTo>
                    <a:pt x="480412" y="47400"/>
                    <a:pt x="445212" y="33800"/>
                    <a:pt x="445212" y="33800"/>
                  </a:cubicBezTo>
                  <a:cubicBezTo>
                    <a:pt x="445212" y="33800"/>
                    <a:pt x="445212" y="62900"/>
                    <a:pt x="412412" y="68500"/>
                  </a:cubicBezTo>
                  <a:cubicBezTo>
                    <a:pt x="368312" y="76000"/>
                    <a:pt x="328912" y="56300"/>
                    <a:pt x="311012" y="40300"/>
                  </a:cubicBezTo>
                  <a:cubicBezTo>
                    <a:pt x="293112" y="24300"/>
                    <a:pt x="275512" y="0"/>
                    <a:pt x="275512" y="0"/>
                  </a:cubicBezTo>
                  <a:close/>
                </a:path>
              </a:pathLst>
            </a:custGeom>
            <a:solidFill>
              <a:srgbClr val="02AB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48" name="probe-noto-emoji_u1f332-part-5"/>
            <p:cNvSpPr/>
            <p:nvPr/>
          </p:nvSpPr>
          <p:spPr>
            <a:xfrm>
              <a:off x="194367" y="612200"/>
              <a:ext cx="886333" cy="249310"/>
            </a:xfrm>
            <a:custGeom>
              <a:avLst/>
              <a:gdLst/>
              <a:ahLst/>
              <a:cxnLst/>
              <a:rect l="0" t="0" r="r" b="b"/>
              <a:pathLst>
                <a:path w="886333" h="249310">
                  <a:moveTo>
                    <a:pt x="561433" y="174600"/>
                  </a:moveTo>
                  <a:cubicBezTo>
                    <a:pt x="530733" y="186700"/>
                    <a:pt x="498533" y="263800"/>
                    <a:pt x="432833" y="246900"/>
                  </a:cubicBezTo>
                  <a:cubicBezTo>
                    <a:pt x="367133" y="230000"/>
                    <a:pt x="358733" y="121100"/>
                    <a:pt x="358733" y="121100"/>
                  </a:cubicBezTo>
                  <a:cubicBezTo>
                    <a:pt x="358733" y="121100"/>
                    <a:pt x="207033" y="253100"/>
                    <a:pt x="161633" y="211200"/>
                  </a:cubicBezTo>
                  <a:cubicBezTo>
                    <a:pt x="124533" y="176900"/>
                    <a:pt x="192633" y="123400"/>
                    <a:pt x="192633" y="123400"/>
                  </a:cubicBezTo>
                  <a:cubicBezTo>
                    <a:pt x="192633" y="123400"/>
                    <a:pt x="122233" y="145500"/>
                    <a:pt x="61233" y="119200"/>
                  </a:cubicBezTo>
                  <a:cubicBezTo>
                    <a:pt x="233" y="92900"/>
                    <a:pt x="-967" y="72000"/>
                    <a:pt x="233" y="65700"/>
                  </a:cubicBezTo>
                  <a:cubicBezTo>
                    <a:pt x="1433" y="59400"/>
                    <a:pt x="44933" y="44200"/>
                    <a:pt x="80933" y="31900"/>
                  </a:cubicBezTo>
                  <a:cubicBezTo>
                    <a:pt x="110533" y="21800"/>
                    <a:pt x="145033" y="12200"/>
                    <a:pt x="145033" y="12200"/>
                  </a:cubicBezTo>
                  <a:cubicBezTo>
                    <a:pt x="145033" y="12200"/>
                    <a:pt x="180433" y="26300"/>
                    <a:pt x="172033" y="44100"/>
                  </a:cubicBezTo>
                  <a:cubicBezTo>
                    <a:pt x="163633" y="61900"/>
                    <a:pt x="129833" y="74100"/>
                    <a:pt x="142933" y="87300"/>
                  </a:cubicBezTo>
                  <a:cubicBezTo>
                    <a:pt x="156033" y="100400"/>
                    <a:pt x="191733" y="76000"/>
                    <a:pt x="203933" y="67600"/>
                  </a:cubicBezTo>
                  <a:cubicBezTo>
                    <a:pt x="216133" y="59200"/>
                    <a:pt x="250833" y="41400"/>
                    <a:pt x="273433" y="40400"/>
                  </a:cubicBezTo>
                  <a:cubicBezTo>
                    <a:pt x="323133" y="38100"/>
                    <a:pt x="342933" y="76100"/>
                    <a:pt x="389833" y="67600"/>
                  </a:cubicBezTo>
                  <a:cubicBezTo>
                    <a:pt x="436733" y="59100"/>
                    <a:pt x="471233" y="21600"/>
                    <a:pt x="521033" y="15000"/>
                  </a:cubicBezTo>
                  <a:cubicBezTo>
                    <a:pt x="570733" y="8400"/>
                    <a:pt x="601733" y="31900"/>
                    <a:pt x="650533" y="26300"/>
                  </a:cubicBezTo>
                  <a:cubicBezTo>
                    <a:pt x="699333" y="20700"/>
                    <a:pt x="716433" y="0"/>
                    <a:pt x="716433" y="0"/>
                  </a:cubicBezTo>
                  <a:cubicBezTo>
                    <a:pt x="716433" y="0"/>
                    <a:pt x="766133" y="18800"/>
                    <a:pt x="808433" y="36600"/>
                  </a:cubicBezTo>
                  <a:cubicBezTo>
                    <a:pt x="850633" y="54400"/>
                    <a:pt x="886333" y="79800"/>
                    <a:pt x="886333" y="79800"/>
                  </a:cubicBezTo>
                  <a:cubicBezTo>
                    <a:pt x="886333" y="79800"/>
                    <a:pt x="856333" y="109800"/>
                    <a:pt x="802833" y="116400"/>
                  </a:cubicBezTo>
                  <a:cubicBezTo>
                    <a:pt x="749333" y="123000"/>
                    <a:pt x="721133" y="95800"/>
                    <a:pt x="710833" y="90100"/>
                  </a:cubicBezTo>
                  <a:cubicBezTo>
                    <a:pt x="700533" y="84400"/>
                    <a:pt x="668633" y="57300"/>
                    <a:pt x="660133" y="67600"/>
                  </a:cubicBezTo>
                  <a:cubicBezTo>
                    <a:pt x="651733" y="77900"/>
                    <a:pt x="694833" y="102300"/>
                    <a:pt x="713633" y="116400"/>
                  </a:cubicBezTo>
                  <a:cubicBezTo>
                    <a:pt x="732433" y="130500"/>
                    <a:pt x="769533" y="160700"/>
                    <a:pt x="714533" y="190500"/>
                  </a:cubicBezTo>
                  <a:cubicBezTo>
                    <a:pt x="686833" y="205500"/>
                    <a:pt x="651633" y="201300"/>
                    <a:pt x="632833" y="197100"/>
                  </a:cubicBezTo>
                  <a:cubicBezTo>
                    <a:pt x="581133" y="185600"/>
                    <a:pt x="582233" y="166500"/>
                    <a:pt x="561433" y="174600"/>
                  </a:cubicBezTo>
                  <a:close/>
                </a:path>
              </a:pathLst>
            </a:custGeom>
            <a:solidFill>
              <a:srgbClr val="02AB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49" name="probe-noto-emoji_u1f332-part-6"/>
            <p:cNvSpPr/>
            <p:nvPr/>
          </p:nvSpPr>
          <p:spPr>
            <a:xfrm>
              <a:off x="567647" y="839400"/>
              <a:ext cx="575853" cy="216848"/>
            </a:xfrm>
            <a:custGeom>
              <a:avLst/>
              <a:gdLst/>
              <a:ahLst/>
              <a:cxnLst/>
              <a:rect l="0" t="0" r="r" b="b"/>
              <a:pathLst>
                <a:path w="575853" h="216848">
                  <a:moveTo>
                    <a:pt x="191053" y="0"/>
                  </a:moveTo>
                  <a:cubicBezTo>
                    <a:pt x="191053" y="0"/>
                    <a:pt x="135653" y="67600"/>
                    <a:pt x="95353" y="88200"/>
                  </a:cubicBezTo>
                  <a:cubicBezTo>
                    <a:pt x="55053" y="108800"/>
                    <a:pt x="17453" y="109300"/>
                    <a:pt x="17453" y="109300"/>
                  </a:cubicBezTo>
                  <a:cubicBezTo>
                    <a:pt x="17453" y="109300"/>
                    <a:pt x="-3647" y="130900"/>
                    <a:pt x="553" y="161900"/>
                  </a:cubicBezTo>
                  <a:cubicBezTo>
                    <a:pt x="3553" y="184100"/>
                    <a:pt x="29653" y="205500"/>
                    <a:pt x="86853" y="201800"/>
                  </a:cubicBezTo>
                  <a:cubicBezTo>
                    <a:pt x="144053" y="198100"/>
                    <a:pt x="158153" y="184900"/>
                    <a:pt x="160053" y="168000"/>
                  </a:cubicBezTo>
                  <a:cubicBezTo>
                    <a:pt x="161953" y="151100"/>
                    <a:pt x="150153" y="135200"/>
                    <a:pt x="146453" y="127600"/>
                  </a:cubicBezTo>
                  <a:cubicBezTo>
                    <a:pt x="142653" y="120100"/>
                    <a:pt x="127253" y="102300"/>
                    <a:pt x="137553" y="95700"/>
                  </a:cubicBezTo>
                  <a:cubicBezTo>
                    <a:pt x="147853" y="89100"/>
                    <a:pt x="158153" y="99500"/>
                    <a:pt x="171353" y="119200"/>
                  </a:cubicBezTo>
                  <a:cubicBezTo>
                    <a:pt x="184453" y="138900"/>
                    <a:pt x="245453" y="244000"/>
                    <a:pt x="325253" y="210200"/>
                  </a:cubicBezTo>
                  <a:cubicBezTo>
                    <a:pt x="404153" y="176800"/>
                    <a:pt x="307453" y="101300"/>
                    <a:pt x="327153" y="89100"/>
                  </a:cubicBezTo>
                  <a:cubicBezTo>
                    <a:pt x="346853" y="76900"/>
                    <a:pt x="396653" y="120100"/>
                    <a:pt x="473553" y="115400"/>
                  </a:cubicBezTo>
                  <a:cubicBezTo>
                    <a:pt x="557153" y="110300"/>
                    <a:pt x="575853" y="68300"/>
                    <a:pt x="575853" y="55800"/>
                  </a:cubicBezTo>
                  <a:cubicBezTo>
                    <a:pt x="575853" y="51100"/>
                    <a:pt x="541553" y="51100"/>
                    <a:pt x="512953" y="44500"/>
                  </a:cubicBezTo>
                  <a:cubicBezTo>
                    <a:pt x="491253" y="39500"/>
                    <a:pt x="459953" y="20100"/>
                    <a:pt x="459953" y="20100"/>
                  </a:cubicBezTo>
                  <a:cubicBezTo>
                    <a:pt x="459953" y="20100"/>
                    <a:pt x="390953" y="48700"/>
                    <a:pt x="326253" y="40300"/>
                  </a:cubicBezTo>
                  <a:cubicBezTo>
                    <a:pt x="261553" y="31900"/>
                    <a:pt x="191053" y="0"/>
                    <a:pt x="191053" y="0"/>
                  </a:cubicBezTo>
                  <a:close/>
                </a:path>
              </a:pathLst>
            </a:custGeom>
            <a:solidFill>
              <a:srgbClr val="02AB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50" name="probe-noto-emoji_u1f332-part-7"/>
            <p:cNvSpPr/>
            <p:nvPr/>
          </p:nvSpPr>
          <p:spPr>
            <a:xfrm>
              <a:off x="118068" y="814000"/>
              <a:ext cx="445432" cy="227311"/>
            </a:xfrm>
            <a:custGeom>
              <a:avLst/>
              <a:gdLst/>
              <a:ahLst/>
              <a:cxnLst/>
              <a:rect l="0" t="0" r="r" b="b"/>
              <a:pathLst>
                <a:path w="445432" h="227311">
                  <a:moveTo>
                    <a:pt x="390032" y="0"/>
                  </a:moveTo>
                  <a:cubicBezTo>
                    <a:pt x="390032" y="0"/>
                    <a:pt x="393832" y="63800"/>
                    <a:pt x="406032" y="86300"/>
                  </a:cubicBezTo>
                  <a:cubicBezTo>
                    <a:pt x="418232" y="108800"/>
                    <a:pt x="445432" y="131300"/>
                    <a:pt x="445432" y="131300"/>
                  </a:cubicBezTo>
                  <a:cubicBezTo>
                    <a:pt x="445432" y="131300"/>
                    <a:pt x="439332" y="160900"/>
                    <a:pt x="408832" y="183900"/>
                  </a:cubicBezTo>
                  <a:cubicBezTo>
                    <a:pt x="368932" y="214000"/>
                    <a:pt x="297132" y="235500"/>
                    <a:pt x="254932" y="224300"/>
                  </a:cubicBezTo>
                  <a:cubicBezTo>
                    <a:pt x="212732" y="213000"/>
                    <a:pt x="222132" y="183900"/>
                    <a:pt x="225832" y="172700"/>
                  </a:cubicBezTo>
                  <a:cubicBezTo>
                    <a:pt x="229632" y="161400"/>
                    <a:pt x="270832" y="115400"/>
                    <a:pt x="281232" y="100400"/>
                  </a:cubicBezTo>
                  <a:cubicBezTo>
                    <a:pt x="291532" y="85400"/>
                    <a:pt x="304732" y="65700"/>
                    <a:pt x="292532" y="62900"/>
                  </a:cubicBezTo>
                  <a:cubicBezTo>
                    <a:pt x="280332" y="60100"/>
                    <a:pt x="260632" y="90100"/>
                    <a:pt x="246532" y="107000"/>
                  </a:cubicBezTo>
                  <a:cubicBezTo>
                    <a:pt x="232432" y="123900"/>
                    <a:pt x="193932" y="160500"/>
                    <a:pt x="121732" y="150200"/>
                  </a:cubicBezTo>
                  <a:cubicBezTo>
                    <a:pt x="49532" y="139900"/>
                    <a:pt x="-6068" y="99000"/>
                    <a:pt x="532" y="90600"/>
                  </a:cubicBezTo>
                  <a:cubicBezTo>
                    <a:pt x="7132" y="82200"/>
                    <a:pt x="57832" y="64800"/>
                    <a:pt x="85932" y="56300"/>
                  </a:cubicBezTo>
                  <a:cubicBezTo>
                    <a:pt x="114132" y="47900"/>
                    <a:pt x="166632" y="15900"/>
                    <a:pt x="166632" y="15900"/>
                  </a:cubicBezTo>
                  <a:cubicBezTo>
                    <a:pt x="166632" y="15900"/>
                    <a:pt x="161932" y="43100"/>
                    <a:pt x="186332" y="52500"/>
                  </a:cubicBezTo>
                  <a:cubicBezTo>
                    <a:pt x="216932" y="64300"/>
                    <a:pt x="259532" y="60900"/>
                    <a:pt x="313932" y="39400"/>
                  </a:cubicBezTo>
                  <a:cubicBezTo>
                    <a:pt x="355132" y="23100"/>
                    <a:pt x="390032" y="0"/>
                    <a:pt x="390032" y="0"/>
                  </a:cubicBezTo>
                  <a:close/>
                </a:path>
              </a:pathLst>
            </a:custGeom>
            <a:solidFill>
              <a:srgbClr val="02AB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51" name="probe-noto-emoji_u1f332-part-8"/>
            <p:cNvSpPr/>
            <p:nvPr/>
          </p:nvSpPr>
          <p:spPr>
            <a:xfrm>
              <a:off x="206601" y="866602"/>
              <a:ext cx="79125" cy="64452"/>
            </a:xfrm>
            <a:custGeom>
              <a:avLst/>
              <a:gdLst/>
              <a:ahLst/>
              <a:cxnLst/>
              <a:rect l="0" t="0" r="r" b="b"/>
              <a:pathLst>
                <a:path w="79125" h="64452">
                  <a:moveTo>
                    <a:pt x="34199" y="21798"/>
                  </a:moveTo>
                  <a:cubicBezTo>
                    <a:pt x="16899" y="36698"/>
                    <a:pt x="-8001" y="42898"/>
                    <a:pt x="2499" y="58398"/>
                  </a:cubicBezTo>
                  <a:cubicBezTo>
                    <a:pt x="13099" y="73898"/>
                    <a:pt x="33499" y="56298"/>
                    <a:pt x="50399" y="42898"/>
                  </a:cubicBezTo>
                  <a:cubicBezTo>
                    <a:pt x="67299" y="29498"/>
                    <a:pt x="86299" y="16198"/>
                    <a:pt x="76399" y="4198"/>
                  </a:cubicBezTo>
                  <a:cubicBezTo>
                    <a:pt x="66599" y="-7802"/>
                    <a:pt x="49699" y="8398"/>
                    <a:pt x="34199" y="21798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2" name="probe-noto-emoji_u1f332-part-9"/>
            <p:cNvSpPr/>
            <p:nvPr/>
          </p:nvSpPr>
          <p:spPr>
            <a:xfrm>
              <a:off x="429165" y="860301"/>
              <a:ext cx="55795" cy="93182"/>
            </a:xfrm>
            <a:custGeom>
              <a:avLst/>
              <a:gdLst/>
              <a:ahLst/>
              <a:cxnLst/>
              <a:rect l="0" t="0" r="r" b="b"/>
              <a:pathLst>
                <a:path w="55795" h="93182">
                  <a:moveTo>
                    <a:pt x="5235" y="90099"/>
                  </a:moveTo>
                  <a:cubicBezTo>
                    <a:pt x="23635" y="104599"/>
                    <a:pt x="36235" y="64099"/>
                    <a:pt x="42535" y="48599"/>
                  </a:cubicBezTo>
                  <a:cubicBezTo>
                    <a:pt x="48835" y="33099"/>
                    <a:pt x="63335" y="10499"/>
                    <a:pt x="50935" y="2799"/>
                  </a:cubicBezTo>
                  <a:cubicBezTo>
                    <a:pt x="34035" y="-7801"/>
                    <a:pt x="27035" y="13399"/>
                    <a:pt x="17135" y="37999"/>
                  </a:cubicBezTo>
                  <a:cubicBezTo>
                    <a:pt x="7235" y="62599"/>
                    <a:pt x="-8165" y="79499"/>
                    <a:pt x="5235" y="90099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3" name="probe-noto-emoji_u1f332-part-10"/>
            <p:cNvSpPr/>
            <p:nvPr/>
          </p:nvSpPr>
          <p:spPr>
            <a:xfrm>
              <a:off x="443213" y="671394"/>
              <a:ext cx="52045" cy="66951"/>
            </a:xfrm>
            <a:custGeom>
              <a:avLst/>
              <a:gdLst/>
              <a:ahLst/>
              <a:cxnLst/>
              <a:rect l="0" t="0" r="r" b="b"/>
              <a:pathLst>
                <a:path w="52045" h="66951">
                  <a:moveTo>
                    <a:pt x="48187" y="3006"/>
                  </a:moveTo>
                  <a:cubicBezTo>
                    <a:pt x="38087" y="-4594"/>
                    <a:pt x="30587" y="2306"/>
                    <a:pt x="16487" y="22706"/>
                  </a:cubicBezTo>
                  <a:cubicBezTo>
                    <a:pt x="2387" y="43106"/>
                    <a:pt x="-6013" y="57906"/>
                    <a:pt x="5187" y="65606"/>
                  </a:cubicBezTo>
                  <a:cubicBezTo>
                    <a:pt x="16487" y="73306"/>
                    <a:pt x="35487" y="45906"/>
                    <a:pt x="42487" y="35306"/>
                  </a:cubicBezTo>
                  <a:cubicBezTo>
                    <a:pt x="49487" y="24706"/>
                    <a:pt x="56687" y="9406"/>
                    <a:pt x="48187" y="3006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4" name="probe-noto-emoji_u1f332-part-11"/>
            <p:cNvSpPr/>
            <p:nvPr/>
          </p:nvSpPr>
          <p:spPr>
            <a:xfrm>
              <a:off x="620988" y="691747"/>
              <a:ext cx="49468" cy="122059"/>
            </a:xfrm>
            <a:custGeom>
              <a:avLst/>
              <a:gdLst/>
              <a:ahLst/>
              <a:cxnLst/>
              <a:rect l="0" t="0" r="r" b="b"/>
              <a:pathLst>
                <a:path w="49468" h="122059">
                  <a:moveTo>
                    <a:pt x="10712" y="553"/>
                  </a:moveTo>
                  <a:cubicBezTo>
                    <a:pt x="-7388" y="4753"/>
                    <a:pt x="2112" y="22753"/>
                    <a:pt x="5812" y="39953"/>
                  </a:cubicBezTo>
                  <a:cubicBezTo>
                    <a:pt x="10012" y="59653"/>
                    <a:pt x="16412" y="90653"/>
                    <a:pt x="19212" y="99053"/>
                  </a:cubicBezTo>
                  <a:cubicBezTo>
                    <a:pt x="22712" y="109653"/>
                    <a:pt x="26912" y="125053"/>
                    <a:pt x="40312" y="121553"/>
                  </a:cubicBezTo>
                  <a:cubicBezTo>
                    <a:pt x="53712" y="118053"/>
                    <a:pt x="48912" y="98653"/>
                    <a:pt x="47312" y="89853"/>
                  </a:cubicBezTo>
                  <a:cubicBezTo>
                    <a:pt x="43812" y="69453"/>
                    <a:pt x="36012" y="37753"/>
                    <a:pt x="33912" y="27953"/>
                  </a:cubicBezTo>
                  <a:cubicBezTo>
                    <a:pt x="31812" y="18153"/>
                    <a:pt x="29012" y="-3747"/>
                    <a:pt x="10712" y="553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5" name="probe-noto-emoji_u1f332-part-12"/>
            <p:cNvSpPr/>
            <p:nvPr/>
          </p:nvSpPr>
          <p:spPr>
            <a:xfrm>
              <a:off x="773866" y="883910"/>
              <a:ext cx="68408" cy="78286"/>
            </a:xfrm>
            <a:custGeom>
              <a:avLst/>
              <a:gdLst/>
              <a:ahLst/>
              <a:cxnLst/>
              <a:rect l="0" t="0" r="r" b="b"/>
              <a:pathLst>
                <a:path w="68408" h="78286">
                  <a:moveTo>
                    <a:pt x="4034" y="3090"/>
                  </a:moveTo>
                  <a:cubicBezTo>
                    <a:pt x="-7166" y="13690"/>
                    <a:pt x="6834" y="28390"/>
                    <a:pt x="23034" y="46690"/>
                  </a:cubicBezTo>
                  <a:cubicBezTo>
                    <a:pt x="39234" y="64990"/>
                    <a:pt x="49734" y="84690"/>
                    <a:pt x="63134" y="76290"/>
                  </a:cubicBezTo>
                  <a:cubicBezTo>
                    <a:pt x="76534" y="67890"/>
                    <a:pt x="61734" y="49590"/>
                    <a:pt x="48334" y="34790"/>
                  </a:cubicBezTo>
                  <a:cubicBezTo>
                    <a:pt x="35034" y="19990"/>
                    <a:pt x="17434" y="-9610"/>
                    <a:pt x="4034" y="3090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6" name="probe-noto-emoji_u1f332-part-13"/>
            <p:cNvSpPr/>
            <p:nvPr/>
          </p:nvSpPr>
          <p:spPr>
            <a:xfrm>
              <a:off x="754023" y="670053"/>
              <a:ext cx="80202" cy="96538"/>
            </a:xfrm>
            <a:custGeom>
              <a:avLst/>
              <a:gdLst/>
              <a:ahLst/>
              <a:cxnLst/>
              <a:rect l="0" t="0" r="r" b="b"/>
              <a:pathLst>
                <a:path w="80202" h="96538">
                  <a:moveTo>
                    <a:pt x="4377" y="3447"/>
                  </a:moveTo>
                  <a:cubicBezTo>
                    <a:pt x="-7623" y="14047"/>
                    <a:pt x="7877" y="28747"/>
                    <a:pt x="17077" y="42847"/>
                  </a:cubicBezTo>
                  <a:cubicBezTo>
                    <a:pt x="26277" y="56947"/>
                    <a:pt x="45277" y="78047"/>
                    <a:pt x="50877" y="83647"/>
                  </a:cubicBezTo>
                  <a:cubicBezTo>
                    <a:pt x="56477" y="89247"/>
                    <a:pt x="65177" y="100747"/>
                    <a:pt x="74777" y="94947"/>
                  </a:cubicBezTo>
                  <a:cubicBezTo>
                    <a:pt x="86977" y="87547"/>
                    <a:pt x="75477" y="72447"/>
                    <a:pt x="70577" y="66747"/>
                  </a:cubicBezTo>
                  <a:cubicBezTo>
                    <a:pt x="65677" y="61047"/>
                    <a:pt x="49477" y="38547"/>
                    <a:pt x="40277" y="28747"/>
                  </a:cubicBezTo>
                  <a:cubicBezTo>
                    <a:pt x="31077" y="18947"/>
                    <a:pt x="19377" y="-9853"/>
                    <a:pt x="4377" y="3447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7" name="probe-noto-emoji_u1f332-part-14"/>
            <p:cNvSpPr/>
            <p:nvPr/>
          </p:nvSpPr>
          <p:spPr>
            <a:xfrm>
              <a:off x="758463" y="450986"/>
              <a:ext cx="82689" cy="61034"/>
            </a:xfrm>
            <a:custGeom>
              <a:avLst/>
              <a:gdLst/>
              <a:ahLst/>
              <a:cxnLst/>
              <a:rect l="0" t="0" r="r" b="b"/>
              <a:pathLst>
                <a:path w="82689" h="61034">
                  <a:moveTo>
                    <a:pt x="2537" y="5214"/>
                  </a:moveTo>
                  <a:cubicBezTo>
                    <a:pt x="-7263" y="19014"/>
                    <a:pt x="13137" y="33414"/>
                    <a:pt x="32837" y="44614"/>
                  </a:cubicBezTo>
                  <a:cubicBezTo>
                    <a:pt x="52537" y="55914"/>
                    <a:pt x="73237" y="68214"/>
                    <a:pt x="80737" y="55914"/>
                  </a:cubicBezTo>
                  <a:cubicBezTo>
                    <a:pt x="89137" y="41814"/>
                    <a:pt x="68737" y="30614"/>
                    <a:pt x="51837" y="20714"/>
                  </a:cubicBezTo>
                  <a:cubicBezTo>
                    <a:pt x="34937" y="10814"/>
                    <a:pt x="13137" y="-9586"/>
                    <a:pt x="2537" y="5214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8" name="probe-noto-emoji_u1f332-part-15"/>
            <p:cNvSpPr/>
            <p:nvPr/>
          </p:nvSpPr>
          <p:spPr>
            <a:xfrm>
              <a:off x="578185" y="477225"/>
              <a:ext cx="31515" cy="67675"/>
            </a:xfrm>
            <a:custGeom>
              <a:avLst/>
              <a:gdLst/>
              <a:ahLst/>
              <a:cxnLst/>
              <a:rect l="0" t="0" r="r" b="b"/>
              <a:pathLst>
                <a:path w="31515" h="67675">
                  <a:moveTo>
                    <a:pt x="18115" y="75"/>
                  </a:moveTo>
                  <a:cubicBezTo>
                    <a:pt x="-2985" y="-1325"/>
                    <a:pt x="-185" y="16975"/>
                    <a:pt x="515" y="36675"/>
                  </a:cubicBezTo>
                  <a:cubicBezTo>
                    <a:pt x="1215" y="56375"/>
                    <a:pt x="4715" y="67675"/>
                    <a:pt x="18115" y="67675"/>
                  </a:cubicBezTo>
                  <a:cubicBezTo>
                    <a:pt x="31515" y="67675"/>
                    <a:pt x="31515" y="47275"/>
                    <a:pt x="31515" y="36675"/>
                  </a:cubicBezTo>
                  <a:cubicBezTo>
                    <a:pt x="31515" y="26175"/>
                    <a:pt x="31515" y="975"/>
                    <a:pt x="18115" y="75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59" name="probe-noto-emoji_u1f332-part-16"/>
            <p:cNvSpPr/>
            <p:nvPr/>
          </p:nvSpPr>
          <p:spPr>
            <a:xfrm>
              <a:off x="483314" y="431129"/>
              <a:ext cx="59235" cy="53577"/>
            </a:xfrm>
            <a:custGeom>
              <a:avLst/>
              <a:gdLst/>
              <a:ahLst/>
              <a:cxnLst/>
              <a:rect l="0" t="0" r="r" b="b"/>
              <a:pathLst>
                <a:path w="59235" h="53577">
                  <a:moveTo>
                    <a:pt x="2686" y="48271"/>
                  </a:moveTo>
                  <a:cubicBezTo>
                    <a:pt x="12086" y="63471"/>
                    <a:pt x="33686" y="41971"/>
                    <a:pt x="42786" y="34171"/>
                  </a:cubicBezTo>
                  <a:cubicBezTo>
                    <a:pt x="51986" y="26471"/>
                    <a:pt x="65286" y="15171"/>
                    <a:pt x="56186" y="3871"/>
                  </a:cubicBezTo>
                  <a:cubicBezTo>
                    <a:pt x="46986" y="-7429"/>
                    <a:pt x="27986" y="8771"/>
                    <a:pt x="18886" y="17271"/>
                  </a:cubicBezTo>
                  <a:cubicBezTo>
                    <a:pt x="9786" y="25771"/>
                    <a:pt x="-6414" y="33571"/>
                    <a:pt x="2686" y="48271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60" name="probe-noto-emoji_u1f332-part-17"/>
            <p:cNvSpPr/>
            <p:nvPr/>
          </p:nvSpPr>
          <p:spPr>
            <a:xfrm>
              <a:off x="616959" y="228386"/>
              <a:ext cx="39448" cy="92776"/>
            </a:xfrm>
            <a:custGeom>
              <a:avLst/>
              <a:gdLst/>
              <a:ahLst/>
              <a:cxnLst/>
              <a:rect l="0" t="0" r="r" b="b"/>
              <a:pathLst>
                <a:path w="39448" h="92776">
                  <a:moveTo>
                    <a:pt x="3641" y="40614"/>
                  </a:moveTo>
                  <a:cubicBezTo>
                    <a:pt x="9341" y="80214"/>
                    <a:pt x="17241" y="96914"/>
                    <a:pt x="32341" y="91914"/>
                  </a:cubicBezTo>
                  <a:cubicBezTo>
                    <a:pt x="45841" y="87514"/>
                    <a:pt x="36541" y="63014"/>
                    <a:pt x="33341" y="40314"/>
                  </a:cubicBezTo>
                  <a:cubicBezTo>
                    <a:pt x="30241" y="17514"/>
                    <a:pt x="29741" y="-2286"/>
                    <a:pt x="13041" y="214"/>
                  </a:cubicBezTo>
                  <a:cubicBezTo>
                    <a:pt x="-5659" y="3014"/>
                    <a:pt x="241" y="16814"/>
                    <a:pt x="3641" y="40614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61" name="probe-noto-emoji_u1f332-part-18"/>
            <p:cNvSpPr/>
            <p:nvPr/>
          </p:nvSpPr>
          <p:spPr>
            <a:xfrm>
              <a:off x="684297" y="211550"/>
              <a:ext cx="58422" cy="68030"/>
            </a:xfrm>
            <a:custGeom>
              <a:avLst/>
              <a:gdLst/>
              <a:ahLst/>
              <a:cxnLst/>
              <a:rect l="0" t="0" r="r" b="b"/>
              <a:pathLst>
                <a:path w="58422" h="68030">
                  <a:moveTo>
                    <a:pt x="16203" y="43450"/>
                  </a:moveTo>
                  <a:cubicBezTo>
                    <a:pt x="28803" y="62750"/>
                    <a:pt x="41703" y="73550"/>
                    <a:pt x="54903" y="65150"/>
                  </a:cubicBezTo>
                  <a:cubicBezTo>
                    <a:pt x="65003" y="58750"/>
                    <a:pt x="51003" y="40250"/>
                    <a:pt x="42503" y="29050"/>
                  </a:cubicBezTo>
                  <a:cubicBezTo>
                    <a:pt x="36703" y="21450"/>
                    <a:pt x="20103" y="-10250"/>
                    <a:pt x="4603" y="3350"/>
                  </a:cubicBezTo>
                  <a:cubicBezTo>
                    <a:pt x="-5897" y="12550"/>
                    <a:pt x="3103" y="23350"/>
                    <a:pt x="16203" y="43450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62" name="probe-noto-emoji_u1f332-part-19"/>
            <p:cNvSpPr/>
            <p:nvPr/>
          </p:nvSpPr>
          <p:spPr>
            <a:xfrm>
              <a:off x="515377" y="206686"/>
              <a:ext cx="53569" cy="58976"/>
            </a:xfrm>
            <a:custGeom>
              <a:avLst/>
              <a:gdLst/>
              <a:ahLst/>
              <a:cxnLst/>
              <a:rect l="0" t="0" r="r" b="b"/>
              <a:pathLst>
                <a:path w="53569" h="58976">
                  <a:moveTo>
                    <a:pt x="50623" y="3214"/>
                  </a:moveTo>
                  <a:cubicBezTo>
                    <a:pt x="57923" y="10014"/>
                    <a:pt x="50623" y="23614"/>
                    <a:pt x="40023" y="34914"/>
                  </a:cubicBezTo>
                  <a:cubicBezTo>
                    <a:pt x="29423" y="46214"/>
                    <a:pt x="14723" y="66614"/>
                    <a:pt x="3423" y="56014"/>
                  </a:cubicBezTo>
                  <a:cubicBezTo>
                    <a:pt x="-7877" y="45414"/>
                    <a:pt x="11823" y="27814"/>
                    <a:pt x="18923" y="19414"/>
                  </a:cubicBezTo>
                  <a:cubicBezTo>
                    <a:pt x="26023" y="10914"/>
                    <a:pt x="39423" y="-7386"/>
                    <a:pt x="50623" y="3214"/>
                  </a:cubicBezTo>
                  <a:close/>
                </a:path>
              </a:pathLst>
            </a:custGeom>
            <a:solidFill>
              <a:srgbClr val="028B2B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63" name="probe-noto-emoji_u1f333" descr="Noto Emoji artwork by Google; Apache License 2.0; preserve full bundled license. Source: https://github.com/googlefonts/noto-emoji/blob/e20cbc2bbec1926686be9f9bee7d1d2cfa1fea0e/2D/svg/emoji_u1f333.svg; SVG SHA256: 9e1a171b2d64100143265e7df251f4f74d598d84f904e807a7f02f1bb837ef8b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1280000" cy="1280000"/>
          </a:xfrm>
        </p:grpSpPr>
        <p:sp>
          <p:nvSpPr>
            <p:cNvPr id="64" name="probe-noto-emoji_u1f333-part-1"/>
            <p:cNvSpPr/>
            <p:nvPr/>
          </p:nvSpPr>
          <p:spPr>
            <a:xfrm>
              <a:off x="92749" y="120870"/>
              <a:ext cx="1084544" cy="782387"/>
            </a:xfrm>
            <a:custGeom>
              <a:avLst/>
              <a:gdLst/>
              <a:ahLst/>
              <a:cxnLst/>
              <a:rect l="0" t="0" r="r" b="b"/>
              <a:pathLst>
                <a:path w="1084544" h="782387">
                  <a:moveTo>
                    <a:pt x="227251" y="125730"/>
                  </a:moveTo>
                  <a:cubicBezTo>
                    <a:pt x="227251" y="125730"/>
                    <a:pt x="251551" y="52730"/>
                    <a:pt x="308851" y="6930"/>
                  </a:cubicBezTo>
                  <a:cubicBezTo>
                    <a:pt x="366151" y="-38870"/>
                    <a:pt x="897351" y="157330"/>
                    <a:pt x="897351" y="157330"/>
                  </a:cubicBezTo>
                  <a:cubicBezTo>
                    <a:pt x="897351" y="157330"/>
                    <a:pt x="990151" y="190430"/>
                    <a:pt x="1045051" y="278130"/>
                  </a:cubicBezTo>
                  <a:cubicBezTo>
                    <a:pt x="1081951" y="337130"/>
                    <a:pt x="1102551" y="424330"/>
                    <a:pt x="1063451" y="529630"/>
                  </a:cubicBezTo>
                  <a:cubicBezTo>
                    <a:pt x="970251" y="780430"/>
                    <a:pt x="728451" y="751430"/>
                    <a:pt x="665451" y="737130"/>
                  </a:cubicBezTo>
                  <a:cubicBezTo>
                    <a:pt x="635851" y="730430"/>
                    <a:pt x="563751" y="711330"/>
                    <a:pt x="563751" y="711330"/>
                  </a:cubicBezTo>
                  <a:cubicBezTo>
                    <a:pt x="563751" y="711330"/>
                    <a:pt x="399051" y="847330"/>
                    <a:pt x="200851" y="743030"/>
                  </a:cubicBezTo>
                  <a:cubicBezTo>
                    <a:pt x="49951" y="663630"/>
                    <a:pt x="68651" y="544930"/>
                    <a:pt x="68651" y="544930"/>
                  </a:cubicBezTo>
                  <a:cubicBezTo>
                    <a:pt x="68651" y="544930"/>
                    <a:pt x="-32949" y="443330"/>
                    <a:pt x="11051" y="301830"/>
                  </a:cubicBezTo>
                  <a:cubicBezTo>
                    <a:pt x="64051" y="131430"/>
                    <a:pt x="227251" y="125730"/>
                    <a:pt x="227251" y="125730"/>
                  </a:cubicBez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65" name="probe-noto-emoji_u1f333-part-2"/>
            <p:cNvSpPr/>
            <p:nvPr/>
          </p:nvSpPr>
          <p:spPr>
            <a:xfrm>
              <a:off x="157934" y="31698"/>
              <a:ext cx="979766" cy="649319"/>
            </a:xfrm>
            <a:custGeom>
              <a:avLst/>
              <a:gdLst/>
              <a:ahLst/>
              <a:cxnLst/>
              <a:rect l="0" t="0" r="r" b="b"/>
              <a:pathLst>
                <a:path w="979766" h="649319">
                  <a:moveTo>
                    <a:pt x="505766" y="518402"/>
                  </a:moveTo>
                  <a:cubicBezTo>
                    <a:pt x="643266" y="495502"/>
                    <a:pt x="686166" y="436802"/>
                    <a:pt x="723466" y="382402"/>
                  </a:cubicBezTo>
                  <a:cubicBezTo>
                    <a:pt x="764566" y="322402"/>
                    <a:pt x="753566" y="272102"/>
                    <a:pt x="782166" y="270702"/>
                  </a:cubicBezTo>
                  <a:cubicBezTo>
                    <a:pt x="810766" y="269302"/>
                    <a:pt x="833566" y="320902"/>
                    <a:pt x="802166" y="411002"/>
                  </a:cubicBezTo>
                  <a:cubicBezTo>
                    <a:pt x="757766" y="538402"/>
                    <a:pt x="666466" y="557102"/>
                    <a:pt x="664666" y="591402"/>
                  </a:cubicBezTo>
                  <a:cubicBezTo>
                    <a:pt x="663266" y="618602"/>
                    <a:pt x="761866" y="620502"/>
                    <a:pt x="850866" y="577102"/>
                  </a:cubicBezTo>
                  <a:cubicBezTo>
                    <a:pt x="979766" y="514102"/>
                    <a:pt x="979766" y="366602"/>
                    <a:pt x="979766" y="366602"/>
                  </a:cubicBezTo>
                  <a:cubicBezTo>
                    <a:pt x="979766" y="366602"/>
                    <a:pt x="956866" y="319302"/>
                    <a:pt x="912466" y="286402"/>
                  </a:cubicBezTo>
                  <a:cubicBezTo>
                    <a:pt x="868066" y="253502"/>
                    <a:pt x="835066" y="236302"/>
                    <a:pt x="835066" y="236302"/>
                  </a:cubicBezTo>
                  <a:cubicBezTo>
                    <a:pt x="835066" y="236302"/>
                    <a:pt x="782066" y="37302"/>
                    <a:pt x="541566" y="4302"/>
                  </a:cubicBezTo>
                  <a:cubicBezTo>
                    <a:pt x="301066" y="-28698"/>
                    <a:pt x="202166" y="139002"/>
                    <a:pt x="202166" y="139002"/>
                  </a:cubicBezTo>
                  <a:cubicBezTo>
                    <a:pt x="202166" y="139002"/>
                    <a:pt x="210766" y="193402"/>
                    <a:pt x="252266" y="256402"/>
                  </a:cubicBezTo>
                  <a:cubicBezTo>
                    <a:pt x="285366" y="306702"/>
                    <a:pt x="319566" y="305102"/>
                    <a:pt x="316666" y="333702"/>
                  </a:cubicBezTo>
                  <a:cubicBezTo>
                    <a:pt x="314766" y="352302"/>
                    <a:pt x="255066" y="358002"/>
                    <a:pt x="192066" y="330802"/>
                  </a:cubicBezTo>
                  <a:cubicBezTo>
                    <a:pt x="134666" y="306002"/>
                    <a:pt x="120466" y="272102"/>
                    <a:pt x="104766" y="272102"/>
                  </a:cubicBezTo>
                  <a:cubicBezTo>
                    <a:pt x="89066" y="272102"/>
                    <a:pt x="-41134" y="344602"/>
                    <a:pt x="13166" y="498302"/>
                  </a:cubicBezTo>
                  <a:cubicBezTo>
                    <a:pt x="56166" y="620002"/>
                    <a:pt x="198266" y="642802"/>
                    <a:pt x="223666" y="647202"/>
                  </a:cubicBezTo>
                  <a:cubicBezTo>
                    <a:pt x="298166" y="660102"/>
                    <a:pt x="341066" y="611402"/>
                    <a:pt x="288066" y="572702"/>
                  </a:cubicBezTo>
                  <a:cubicBezTo>
                    <a:pt x="235066" y="534002"/>
                    <a:pt x="176366" y="511102"/>
                    <a:pt x="189266" y="472502"/>
                  </a:cubicBezTo>
                  <a:cubicBezTo>
                    <a:pt x="203166" y="430702"/>
                    <a:pt x="252766" y="474302"/>
                    <a:pt x="312366" y="500102"/>
                  </a:cubicBezTo>
                  <a:cubicBezTo>
                    <a:pt x="371266" y="525602"/>
                    <a:pt x="442566" y="529002"/>
                    <a:pt x="505766" y="518402"/>
                  </a:cubicBezTo>
                  <a:close/>
                </a:path>
              </a:pathLst>
            </a:custGeom>
            <a:solidFill>
              <a:srgbClr val="8BC02B"/>
            </a:solidFill>
            <a:ln w="8037" cap="flat">
              <a:noFill/>
              <a:prstDash val="solid"/>
              <a:miter/>
            </a:ln>
          </p:spPr>
        </p:sp>
        <p:sp>
          <p:nvSpPr>
            <p:cNvPr id="66" name="probe-noto-emoji_u1f333-part-3"/>
            <p:cNvSpPr/>
            <p:nvPr/>
          </p:nvSpPr>
          <p:spPr>
            <a:xfrm>
              <a:off x="390300" y="660800"/>
              <a:ext cx="363900" cy="312800"/>
            </a:xfrm>
            <a:custGeom>
              <a:avLst/>
              <a:gdLst/>
              <a:ahLst/>
              <a:cxnLst/>
              <a:rect l="0" t="0" r="r" b="b"/>
              <a:pathLst>
                <a:path w="363900" h="312800">
                  <a:moveTo>
                    <a:pt x="0" y="48900"/>
                  </a:moveTo>
                  <a:cubicBezTo>
                    <a:pt x="0" y="48900"/>
                    <a:pt x="33000" y="47000"/>
                    <a:pt x="46600" y="43100"/>
                  </a:cubicBezTo>
                  <a:cubicBezTo>
                    <a:pt x="60200" y="39200"/>
                    <a:pt x="78600" y="27600"/>
                    <a:pt x="78600" y="27600"/>
                  </a:cubicBezTo>
                  <a:cubicBezTo>
                    <a:pt x="78600" y="27600"/>
                    <a:pt x="206100" y="161000"/>
                    <a:pt x="219300" y="172200"/>
                  </a:cubicBezTo>
                  <a:cubicBezTo>
                    <a:pt x="232200" y="183100"/>
                    <a:pt x="247400" y="16900"/>
                    <a:pt x="247400" y="16900"/>
                  </a:cubicBezTo>
                  <a:cubicBezTo>
                    <a:pt x="247400" y="16900"/>
                    <a:pt x="276500" y="21400"/>
                    <a:pt x="303700" y="17100"/>
                  </a:cubicBezTo>
                  <a:cubicBezTo>
                    <a:pt x="339500" y="11400"/>
                    <a:pt x="363900" y="0"/>
                    <a:pt x="363900" y="0"/>
                  </a:cubicBezTo>
                  <a:cubicBezTo>
                    <a:pt x="363900" y="0"/>
                    <a:pt x="346500" y="102300"/>
                    <a:pt x="339700" y="141100"/>
                  </a:cubicBezTo>
                  <a:cubicBezTo>
                    <a:pt x="335400" y="166000"/>
                    <a:pt x="333900" y="235200"/>
                    <a:pt x="333900" y="235200"/>
                  </a:cubicBezTo>
                  <a:lnTo>
                    <a:pt x="240700" y="312800"/>
                  </a:lnTo>
                  <a:lnTo>
                    <a:pt x="169800" y="265200"/>
                  </a:lnTo>
                  <a:cubicBezTo>
                    <a:pt x="169800" y="265200"/>
                    <a:pt x="169600" y="246500"/>
                    <a:pt x="159100" y="233800"/>
                  </a:cubicBezTo>
                  <a:cubicBezTo>
                    <a:pt x="126500" y="194400"/>
                    <a:pt x="0" y="48900"/>
                    <a:pt x="0" y="48900"/>
                  </a:cubicBezTo>
                  <a:close/>
                </a:path>
              </a:pathLst>
            </a:custGeom>
            <a:solidFill>
              <a:srgbClr val="6D4B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67" name="probe-noto-emoji_u1f333-part-4"/>
            <p:cNvSpPr/>
            <p:nvPr/>
          </p:nvSpPr>
          <p:spPr>
            <a:xfrm>
              <a:off x="680600" y="850400"/>
              <a:ext cx="199900" cy="204800"/>
            </a:xfrm>
            <a:custGeom>
              <a:avLst/>
              <a:gdLst/>
              <a:ahLst/>
              <a:cxnLst/>
              <a:rect l="0" t="0" r="r" b="b"/>
              <a:pathLst>
                <a:path w="199900" h="204800">
                  <a:moveTo>
                    <a:pt x="34800" y="87400"/>
                  </a:moveTo>
                  <a:lnTo>
                    <a:pt x="105700" y="2000"/>
                  </a:lnTo>
                  <a:cubicBezTo>
                    <a:pt x="105700" y="2000"/>
                    <a:pt x="130900" y="3900"/>
                    <a:pt x="149400" y="3900"/>
                  </a:cubicBezTo>
                  <a:cubicBezTo>
                    <a:pt x="167800" y="3900"/>
                    <a:pt x="199900" y="0"/>
                    <a:pt x="199900" y="0"/>
                  </a:cubicBezTo>
                  <a:cubicBezTo>
                    <a:pt x="199900" y="0"/>
                    <a:pt x="141700" y="78600"/>
                    <a:pt x="110600" y="117400"/>
                  </a:cubicBezTo>
                  <a:cubicBezTo>
                    <a:pt x="79500" y="156200"/>
                    <a:pt x="38800" y="204800"/>
                    <a:pt x="38800" y="204800"/>
                  </a:cubicBezTo>
                  <a:lnTo>
                    <a:pt x="0" y="92200"/>
                  </a:lnTo>
                  <a:lnTo>
                    <a:pt x="34800" y="87400"/>
                  </a:lnTo>
                  <a:close/>
                </a:path>
              </a:pathLst>
            </a:custGeom>
            <a:solidFill>
              <a:srgbClr val="6D4B41"/>
            </a:solidFill>
            <a:ln w="8037" cap="flat">
              <a:noFill/>
              <a:prstDash val="solid"/>
              <a:miter/>
            </a:ln>
          </p:spPr>
        </p:sp>
        <p:sp>
          <p:nvSpPr>
            <p:cNvPr id="68" name="probe-noto-emoji_u1f333-part-5"/>
            <p:cNvSpPr/>
            <p:nvPr/>
          </p:nvSpPr>
          <p:spPr>
            <a:xfrm>
              <a:off x="548872" y="869597"/>
              <a:ext cx="189753" cy="371316"/>
            </a:xfrm>
            <a:custGeom>
              <a:avLst/>
              <a:gdLst/>
              <a:ahLst/>
              <a:cxnLst/>
              <a:rect l="0" t="0" r="r" b="b"/>
              <a:pathLst>
                <a:path w="189753" h="371316">
                  <a:moveTo>
                    <a:pt x="116128" y="203"/>
                  </a:moveTo>
                  <a:cubicBezTo>
                    <a:pt x="87128" y="2803"/>
                    <a:pt x="11328" y="56503"/>
                    <a:pt x="11328" y="56503"/>
                  </a:cubicBezTo>
                  <a:cubicBezTo>
                    <a:pt x="11328" y="56503"/>
                    <a:pt x="15228" y="147703"/>
                    <a:pt x="12328" y="199203"/>
                  </a:cubicBezTo>
                  <a:cubicBezTo>
                    <a:pt x="9428" y="250703"/>
                    <a:pt x="-10872" y="334803"/>
                    <a:pt x="7828" y="356103"/>
                  </a:cubicBezTo>
                  <a:cubicBezTo>
                    <a:pt x="24028" y="374503"/>
                    <a:pt x="160228" y="378003"/>
                    <a:pt x="180528" y="356603"/>
                  </a:cubicBezTo>
                  <a:cubicBezTo>
                    <a:pt x="200928" y="335203"/>
                    <a:pt x="181128" y="246803"/>
                    <a:pt x="181128" y="189503"/>
                  </a:cubicBezTo>
                  <a:cubicBezTo>
                    <a:pt x="181128" y="132203"/>
                    <a:pt x="175328" y="26403"/>
                    <a:pt x="175328" y="26403"/>
                  </a:cubicBezTo>
                  <a:cubicBezTo>
                    <a:pt x="175328" y="26403"/>
                    <a:pt x="149128" y="-2697"/>
                    <a:pt x="116128" y="203"/>
                  </a:cubicBezTo>
                  <a:close/>
                </a:path>
              </a:pathLst>
            </a:custGeom>
            <a:solidFill>
              <a:srgbClr val="865B50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69" name="probe-noto-emoji_u1f33a" descr="Noto Emoji artwork by Google; Apache License 2.0; preserve full bundled license. Source: https://github.com/googlefonts/noto-emoji/blob/e20cbc2bbec1926686be9f9bee7d1d2cfa1fea0e/2D/svg/emoji_u1f33a.svg; SVG SHA256: 406ce7005f1f7e8afab904217ac57a7aee9b1fc5c7b9edbf8ef2f12e14938680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1280000" cy="1280000"/>
          </a:xfrm>
        </p:grpSpPr>
        <p:sp>
          <p:nvSpPr>
            <p:cNvPr id="70" name="probe-noto-emoji_u1f33a-part-1"/>
            <p:cNvSpPr/>
            <p:nvPr/>
          </p:nvSpPr>
          <p:spPr>
            <a:xfrm>
              <a:off x="82847" y="764300"/>
              <a:ext cx="448453" cy="455562"/>
            </a:xfrm>
            <a:custGeom>
              <a:avLst/>
              <a:gdLst/>
              <a:ahLst/>
              <a:cxnLst/>
              <a:rect l="0" t="0" r="r" b="b"/>
              <a:pathLst>
                <a:path w="448453" h="455562">
                  <a:moveTo>
                    <a:pt x="407353" y="352400"/>
                  </a:moveTo>
                  <a:cubicBezTo>
                    <a:pt x="407353" y="352400"/>
                    <a:pt x="358653" y="411300"/>
                    <a:pt x="313853" y="431000"/>
                  </a:cubicBezTo>
                  <a:cubicBezTo>
                    <a:pt x="269053" y="450600"/>
                    <a:pt x="238453" y="450600"/>
                    <a:pt x="229753" y="443600"/>
                  </a:cubicBezTo>
                  <a:cubicBezTo>
                    <a:pt x="221153" y="436500"/>
                    <a:pt x="221153" y="409000"/>
                    <a:pt x="221153" y="409000"/>
                  </a:cubicBezTo>
                  <a:cubicBezTo>
                    <a:pt x="221153" y="409000"/>
                    <a:pt x="204653" y="445900"/>
                    <a:pt x="109553" y="453800"/>
                  </a:cubicBezTo>
                  <a:cubicBezTo>
                    <a:pt x="14453" y="461700"/>
                    <a:pt x="3453" y="441200"/>
                    <a:pt x="353" y="428700"/>
                  </a:cubicBezTo>
                  <a:cubicBezTo>
                    <a:pt x="-2747" y="416100"/>
                    <a:pt x="15253" y="402000"/>
                    <a:pt x="27853" y="384700"/>
                  </a:cubicBezTo>
                  <a:cubicBezTo>
                    <a:pt x="40453" y="367400"/>
                    <a:pt x="69553" y="319500"/>
                    <a:pt x="69553" y="319500"/>
                  </a:cubicBezTo>
                  <a:cubicBezTo>
                    <a:pt x="69553" y="319500"/>
                    <a:pt x="38153" y="324200"/>
                    <a:pt x="34953" y="309300"/>
                  </a:cubicBezTo>
                  <a:cubicBezTo>
                    <a:pt x="31853" y="294400"/>
                    <a:pt x="49853" y="274700"/>
                    <a:pt x="61653" y="255900"/>
                  </a:cubicBezTo>
                  <a:cubicBezTo>
                    <a:pt x="73453" y="237000"/>
                    <a:pt x="87553" y="215000"/>
                    <a:pt x="110353" y="200100"/>
                  </a:cubicBezTo>
                  <a:cubicBezTo>
                    <a:pt x="133153" y="185200"/>
                    <a:pt x="331453" y="0"/>
                    <a:pt x="331453" y="0"/>
                  </a:cubicBezTo>
                  <a:lnTo>
                    <a:pt x="448453" y="75500"/>
                  </a:lnTo>
                  <a:lnTo>
                    <a:pt x="407353" y="352400"/>
                  </a:lnTo>
                  <a:close/>
                </a:path>
              </a:pathLst>
            </a:custGeom>
            <a:solidFill>
              <a:srgbClr val="2E7E31"/>
            </a:solidFill>
            <a:ln w="8037" cap="flat">
              <a:noFill/>
              <a:prstDash val="solid"/>
              <a:miter/>
            </a:ln>
          </p:spPr>
        </p:sp>
        <p:sp>
          <p:nvSpPr>
            <p:cNvPr id="71" name="probe-noto-emoji_u1f33a-part-2"/>
            <p:cNvSpPr/>
            <p:nvPr/>
          </p:nvSpPr>
          <p:spPr>
            <a:xfrm>
              <a:off x="246173" y="991285"/>
              <a:ext cx="117387" cy="89421"/>
            </a:xfrm>
            <a:custGeom>
              <a:avLst/>
              <a:gdLst/>
              <a:ahLst/>
              <a:cxnLst/>
              <a:rect l="0" t="0" r="r" b="b"/>
              <a:pathLst>
                <a:path w="117387" h="89421">
                  <a:moveTo>
                    <a:pt x="3927" y="85815"/>
                  </a:moveTo>
                  <a:cubicBezTo>
                    <a:pt x="16027" y="97515"/>
                    <a:pt x="41627" y="78715"/>
                    <a:pt x="72227" y="58515"/>
                  </a:cubicBezTo>
                  <a:cubicBezTo>
                    <a:pt x="102827" y="38315"/>
                    <a:pt x="124127" y="23515"/>
                    <a:pt x="115427" y="8215"/>
                  </a:cubicBezTo>
                  <a:cubicBezTo>
                    <a:pt x="106727" y="-7085"/>
                    <a:pt x="71727" y="-1085"/>
                    <a:pt x="41127" y="26815"/>
                  </a:cubicBezTo>
                  <a:cubicBezTo>
                    <a:pt x="14727" y="50715"/>
                    <a:pt x="-9773" y="72715"/>
                    <a:pt x="3927" y="85815"/>
                  </a:cubicBezTo>
                  <a:close/>
                </a:path>
              </a:pathLst>
            </a:custGeom>
            <a:solidFill>
              <a:srgbClr val="5B99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72" name="probe-noto-emoji_u1f33a-part-3"/>
            <p:cNvSpPr/>
            <p:nvPr/>
          </p:nvSpPr>
          <p:spPr>
            <a:xfrm>
              <a:off x="806500" y="785100"/>
              <a:ext cx="426791" cy="392043"/>
            </a:xfrm>
            <a:custGeom>
              <a:avLst/>
              <a:gdLst/>
              <a:ahLst/>
              <a:cxnLst/>
              <a:rect l="0" t="0" r="r" b="b"/>
              <a:pathLst>
                <a:path w="426791" h="392043">
                  <a:moveTo>
                    <a:pt x="35800" y="307000"/>
                  </a:moveTo>
                  <a:cubicBezTo>
                    <a:pt x="35800" y="307000"/>
                    <a:pt x="79900" y="338000"/>
                    <a:pt x="123100" y="355800"/>
                  </a:cubicBezTo>
                  <a:cubicBezTo>
                    <a:pt x="166300" y="373600"/>
                    <a:pt x="206500" y="390400"/>
                    <a:pt x="221700" y="379900"/>
                  </a:cubicBezTo>
                  <a:cubicBezTo>
                    <a:pt x="239700" y="367400"/>
                    <a:pt x="232900" y="337100"/>
                    <a:pt x="232900" y="337100"/>
                  </a:cubicBezTo>
                  <a:cubicBezTo>
                    <a:pt x="232900" y="337100"/>
                    <a:pt x="261100" y="366200"/>
                    <a:pt x="314600" y="378400"/>
                  </a:cubicBezTo>
                  <a:cubicBezTo>
                    <a:pt x="368100" y="390600"/>
                    <a:pt x="423500" y="395300"/>
                    <a:pt x="426300" y="389700"/>
                  </a:cubicBezTo>
                  <a:cubicBezTo>
                    <a:pt x="429100" y="384100"/>
                    <a:pt x="419700" y="320200"/>
                    <a:pt x="403800" y="283600"/>
                  </a:cubicBezTo>
                  <a:cubicBezTo>
                    <a:pt x="387900" y="247000"/>
                    <a:pt x="364400" y="219800"/>
                    <a:pt x="364400" y="219800"/>
                  </a:cubicBezTo>
                  <a:cubicBezTo>
                    <a:pt x="364400" y="219800"/>
                    <a:pt x="399100" y="220700"/>
                    <a:pt x="403800" y="203800"/>
                  </a:cubicBezTo>
                  <a:cubicBezTo>
                    <a:pt x="408500" y="186900"/>
                    <a:pt x="364600" y="116600"/>
                    <a:pt x="310500" y="70600"/>
                  </a:cubicBezTo>
                  <a:cubicBezTo>
                    <a:pt x="265800" y="32600"/>
                    <a:pt x="132400" y="0"/>
                    <a:pt x="132400" y="0"/>
                  </a:cubicBezTo>
                  <a:lnTo>
                    <a:pt x="0" y="50700"/>
                  </a:lnTo>
                  <a:lnTo>
                    <a:pt x="35800" y="307000"/>
                  </a:lnTo>
                  <a:close/>
                </a:path>
              </a:pathLst>
            </a:custGeom>
            <a:solidFill>
              <a:srgbClr val="2E7E31"/>
            </a:solidFill>
            <a:ln w="8037" cap="flat">
              <a:noFill/>
              <a:prstDash val="solid"/>
              <a:miter/>
            </a:ln>
          </p:spPr>
        </p:sp>
        <p:sp>
          <p:nvSpPr>
            <p:cNvPr id="73" name="probe-noto-emoji_u1f33a-part-4"/>
            <p:cNvSpPr/>
            <p:nvPr/>
          </p:nvSpPr>
          <p:spPr>
            <a:xfrm>
              <a:off x="1004909" y="949846"/>
              <a:ext cx="113456" cy="119564"/>
            </a:xfrm>
            <a:custGeom>
              <a:avLst/>
              <a:gdLst/>
              <a:ahLst/>
              <a:cxnLst/>
              <a:rect l="0" t="0" r="r" b="b"/>
              <a:pathLst>
                <a:path w="113456" h="119564">
                  <a:moveTo>
                    <a:pt x="2891" y="7054"/>
                  </a:moveTo>
                  <a:cubicBezTo>
                    <a:pt x="-6409" y="17654"/>
                    <a:pt x="6591" y="31854"/>
                    <a:pt x="43891" y="67954"/>
                  </a:cubicBezTo>
                  <a:cubicBezTo>
                    <a:pt x="81191" y="103954"/>
                    <a:pt x="99191" y="127554"/>
                    <a:pt x="109691" y="117054"/>
                  </a:cubicBezTo>
                  <a:cubicBezTo>
                    <a:pt x="120291" y="106454"/>
                    <a:pt x="109091" y="76654"/>
                    <a:pt x="68691" y="36354"/>
                  </a:cubicBezTo>
                  <a:cubicBezTo>
                    <a:pt x="28291" y="-3946"/>
                    <a:pt x="14191" y="-5746"/>
                    <a:pt x="2891" y="7054"/>
                  </a:cubicBezTo>
                  <a:close/>
                </a:path>
              </a:pathLst>
            </a:custGeom>
            <a:solidFill>
              <a:srgbClr val="5A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74" name="probe-noto-emoji_u1f33a-part-5"/>
            <p:cNvSpPr/>
            <p:nvPr/>
          </p:nvSpPr>
          <p:spPr>
            <a:xfrm>
              <a:off x="36019" y="52149"/>
              <a:ext cx="1213250" cy="1147827"/>
            </a:xfrm>
            <a:custGeom>
              <a:avLst/>
              <a:gdLst/>
              <a:ahLst/>
              <a:cxnLst/>
              <a:rect l="0" t="0" r="r" b="b"/>
              <a:pathLst>
                <a:path w="1213250" h="1147827">
                  <a:moveTo>
                    <a:pt x="912981" y="374151"/>
                  </a:moveTo>
                  <a:cubicBezTo>
                    <a:pt x="904581" y="364851"/>
                    <a:pt x="1035881" y="286951"/>
                    <a:pt x="1021481" y="208251"/>
                  </a:cubicBezTo>
                  <a:cubicBezTo>
                    <a:pt x="1007181" y="129551"/>
                    <a:pt x="965081" y="135251"/>
                    <a:pt x="938781" y="107251"/>
                  </a:cubicBezTo>
                  <a:cubicBezTo>
                    <a:pt x="912481" y="79251"/>
                    <a:pt x="923081" y="49151"/>
                    <a:pt x="860781" y="15551"/>
                  </a:cubicBezTo>
                  <a:cubicBezTo>
                    <a:pt x="805181" y="-14449"/>
                    <a:pt x="770681" y="20151"/>
                    <a:pt x="749381" y="17251"/>
                  </a:cubicBezTo>
                  <a:cubicBezTo>
                    <a:pt x="701581" y="10751"/>
                    <a:pt x="659281" y="-21849"/>
                    <a:pt x="599381" y="24251"/>
                  </a:cubicBezTo>
                  <a:cubicBezTo>
                    <a:pt x="539481" y="70351"/>
                    <a:pt x="558581" y="178051"/>
                    <a:pt x="560281" y="193651"/>
                  </a:cubicBezTo>
                  <a:cubicBezTo>
                    <a:pt x="561981" y="209251"/>
                    <a:pt x="564681" y="248951"/>
                    <a:pt x="558381" y="251751"/>
                  </a:cubicBezTo>
                  <a:cubicBezTo>
                    <a:pt x="552081" y="254551"/>
                    <a:pt x="524881" y="109951"/>
                    <a:pt x="488281" y="88151"/>
                  </a:cubicBezTo>
                  <a:cubicBezTo>
                    <a:pt x="403681" y="37751"/>
                    <a:pt x="383981" y="89851"/>
                    <a:pt x="383981" y="89851"/>
                  </a:cubicBezTo>
                  <a:cubicBezTo>
                    <a:pt x="383981" y="89851"/>
                    <a:pt x="280381" y="-7349"/>
                    <a:pt x="186181" y="61051"/>
                  </a:cubicBezTo>
                  <a:cubicBezTo>
                    <a:pt x="105181" y="119851"/>
                    <a:pt x="155181" y="224651"/>
                    <a:pt x="153781" y="236351"/>
                  </a:cubicBezTo>
                  <a:cubicBezTo>
                    <a:pt x="152381" y="248051"/>
                    <a:pt x="108481" y="266251"/>
                    <a:pt x="115981" y="330751"/>
                  </a:cubicBezTo>
                  <a:cubicBezTo>
                    <a:pt x="125981" y="416551"/>
                    <a:pt x="253281" y="438351"/>
                    <a:pt x="252681" y="456651"/>
                  </a:cubicBezTo>
                  <a:cubicBezTo>
                    <a:pt x="252181" y="471951"/>
                    <a:pt x="102781" y="405951"/>
                    <a:pt x="44881" y="485051"/>
                  </a:cubicBezTo>
                  <a:cubicBezTo>
                    <a:pt x="7181" y="536451"/>
                    <a:pt x="34681" y="575651"/>
                    <a:pt x="33681" y="594451"/>
                  </a:cubicBezTo>
                  <a:cubicBezTo>
                    <a:pt x="32581" y="613251"/>
                    <a:pt x="-22319" y="656551"/>
                    <a:pt x="10381" y="747651"/>
                  </a:cubicBezTo>
                  <a:cubicBezTo>
                    <a:pt x="36581" y="820451"/>
                    <a:pt x="89581" y="815951"/>
                    <a:pt x="101981" y="830451"/>
                  </a:cubicBezTo>
                  <a:cubicBezTo>
                    <a:pt x="114381" y="844951"/>
                    <a:pt x="118881" y="892351"/>
                    <a:pt x="177181" y="909951"/>
                  </a:cubicBezTo>
                  <a:cubicBezTo>
                    <a:pt x="235481" y="927551"/>
                    <a:pt x="289781" y="894251"/>
                    <a:pt x="317481" y="870251"/>
                  </a:cubicBezTo>
                  <a:cubicBezTo>
                    <a:pt x="345181" y="846251"/>
                    <a:pt x="367381" y="825751"/>
                    <a:pt x="377881" y="826951"/>
                  </a:cubicBezTo>
                  <a:cubicBezTo>
                    <a:pt x="388881" y="828251"/>
                    <a:pt x="305981" y="941551"/>
                    <a:pt x="388681" y="1038551"/>
                  </a:cubicBezTo>
                  <a:cubicBezTo>
                    <a:pt x="433581" y="1091151"/>
                    <a:pt x="467781" y="1079951"/>
                    <a:pt x="481581" y="1083951"/>
                  </a:cubicBezTo>
                  <a:cubicBezTo>
                    <a:pt x="495381" y="1087951"/>
                    <a:pt x="503881" y="1135151"/>
                    <a:pt x="609081" y="1146451"/>
                  </a:cubicBezTo>
                  <a:cubicBezTo>
                    <a:pt x="714281" y="1157751"/>
                    <a:pt x="721681" y="1095951"/>
                    <a:pt x="748581" y="1088451"/>
                  </a:cubicBezTo>
                  <a:cubicBezTo>
                    <a:pt x="775481" y="1080951"/>
                    <a:pt x="849181" y="1077351"/>
                    <a:pt x="873581" y="973051"/>
                  </a:cubicBezTo>
                  <a:cubicBezTo>
                    <a:pt x="893881" y="886751"/>
                    <a:pt x="825081" y="809051"/>
                    <a:pt x="834281" y="801851"/>
                  </a:cubicBezTo>
                  <a:cubicBezTo>
                    <a:pt x="843381" y="794651"/>
                    <a:pt x="909881" y="893951"/>
                    <a:pt x="1033081" y="850651"/>
                  </a:cubicBezTo>
                  <a:cubicBezTo>
                    <a:pt x="1097681" y="827951"/>
                    <a:pt x="1101081" y="763251"/>
                    <a:pt x="1101081" y="763251"/>
                  </a:cubicBezTo>
                  <a:cubicBezTo>
                    <a:pt x="1101081" y="763251"/>
                    <a:pt x="1204781" y="721351"/>
                    <a:pt x="1212881" y="607251"/>
                  </a:cubicBezTo>
                  <a:cubicBezTo>
                    <a:pt x="1219281" y="518151"/>
                    <a:pt x="1140281" y="475051"/>
                    <a:pt x="1135681" y="463851"/>
                  </a:cubicBezTo>
                  <a:cubicBezTo>
                    <a:pt x="1131081" y="452651"/>
                    <a:pt x="1129881" y="404851"/>
                    <a:pt x="1079181" y="369951"/>
                  </a:cubicBezTo>
                  <a:cubicBezTo>
                    <a:pt x="1014581" y="325851"/>
                    <a:pt x="921281" y="383451"/>
                    <a:pt x="912981" y="374151"/>
                  </a:cubicBezTo>
                  <a:close/>
                </a:path>
              </a:pathLst>
            </a:custGeom>
            <a:solidFill>
              <a:srgbClr val="EA4B8D"/>
            </a:solidFill>
            <a:ln w="8037" cap="flat">
              <a:noFill/>
              <a:prstDash val="solid"/>
              <a:miter/>
            </a:ln>
          </p:spPr>
        </p:sp>
        <p:sp>
          <p:nvSpPr>
            <p:cNvPr id="75" name="probe-noto-emoji_u1f33a-part-6"/>
            <p:cNvSpPr/>
            <p:nvPr/>
          </p:nvSpPr>
          <p:spPr>
            <a:xfrm>
              <a:off x="316012" y="341083"/>
              <a:ext cx="630888" cy="524088"/>
            </a:xfrm>
            <a:custGeom>
              <a:avLst/>
              <a:gdLst/>
              <a:ahLst/>
              <a:cxnLst/>
              <a:rect l="0" t="0" r="r" b="b"/>
              <a:pathLst>
                <a:path w="630888" h="524088">
                  <a:moveTo>
                    <a:pt x="359388" y="86917"/>
                  </a:moveTo>
                  <a:cubicBezTo>
                    <a:pt x="359388" y="86917"/>
                    <a:pt x="430788" y="-23883"/>
                    <a:pt x="478388" y="4717"/>
                  </a:cubicBezTo>
                  <a:cubicBezTo>
                    <a:pt x="514188" y="26217"/>
                    <a:pt x="431888" y="128017"/>
                    <a:pt x="431888" y="128017"/>
                  </a:cubicBezTo>
                  <a:cubicBezTo>
                    <a:pt x="431888" y="128017"/>
                    <a:pt x="519788" y="65317"/>
                    <a:pt x="536788" y="92117"/>
                  </a:cubicBezTo>
                  <a:cubicBezTo>
                    <a:pt x="559688" y="128217"/>
                    <a:pt x="490388" y="183117"/>
                    <a:pt x="490388" y="183117"/>
                  </a:cubicBezTo>
                  <a:cubicBezTo>
                    <a:pt x="490388" y="183117"/>
                    <a:pt x="599188" y="143317"/>
                    <a:pt x="617388" y="185617"/>
                  </a:cubicBezTo>
                  <a:cubicBezTo>
                    <a:pt x="638288" y="234317"/>
                    <a:pt x="483288" y="257217"/>
                    <a:pt x="483288" y="257217"/>
                  </a:cubicBezTo>
                  <a:cubicBezTo>
                    <a:pt x="483288" y="257217"/>
                    <a:pt x="637188" y="253317"/>
                    <a:pt x="630688" y="307517"/>
                  </a:cubicBezTo>
                  <a:cubicBezTo>
                    <a:pt x="625288" y="352617"/>
                    <a:pt x="477588" y="323417"/>
                    <a:pt x="477588" y="323417"/>
                  </a:cubicBezTo>
                  <a:cubicBezTo>
                    <a:pt x="477588" y="323417"/>
                    <a:pt x="572888" y="407117"/>
                    <a:pt x="540588" y="437817"/>
                  </a:cubicBezTo>
                  <a:cubicBezTo>
                    <a:pt x="501688" y="474817"/>
                    <a:pt x="393888" y="375617"/>
                    <a:pt x="393888" y="375617"/>
                  </a:cubicBezTo>
                  <a:cubicBezTo>
                    <a:pt x="393888" y="375617"/>
                    <a:pt x="386288" y="518217"/>
                    <a:pt x="339988" y="523917"/>
                  </a:cubicBezTo>
                  <a:cubicBezTo>
                    <a:pt x="291888" y="529817"/>
                    <a:pt x="261488" y="380817"/>
                    <a:pt x="261488" y="380817"/>
                  </a:cubicBezTo>
                  <a:cubicBezTo>
                    <a:pt x="261488" y="380817"/>
                    <a:pt x="201988" y="498617"/>
                    <a:pt x="162388" y="471317"/>
                  </a:cubicBezTo>
                  <a:cubicBezTo>
                    <a:pt x="127988" y="447517"/>
                    <a:pt x="173688" y="366017"/>
                    <a:pt x="173688" y="366017"/>
                  </a:cubicBezTo>
                  <a:cubicBezTo>
                    <a:pt x="173688" y="366017"/>
                    <a:pt x="67888" y="451617"/>
                    <a:pt x="40388" y="416217"/>
                  </a:cubicBezTo>
                  <a:cubicBezTo>
                    <a:pt x="12888" y="380817"/>
                    <a:pt x="121988" y="297817"/>
                    <a:pt x="121988" y="297817"/>
                  </a:cubicBezTo>
                  <a:cubicBezTo>
                    <a:pt x="121988" y="297817"/>
                    <a:pt x="5888" y="315817"/>
                    <a:pt x="188" y="257417"/>
                  </a:cubicBezTo>
                  <a:cubicBezTo>
                    <a:pt x="-5512" y="198617"/>
                    <a:pt x="120588" y="187117"/>
                    <a:pt x="120588" y="187117"/>
                  </a:cubicBezTo>
                  <a:cubicBezTo>
                    <a:pt x="120588" y="187117"/>
                    <a:pt x="68488" y="173917"/>
                    <a:pt x="74688" y="140817"/>
                  </a:cubicBezTo>
                  <a:cubicBezTo>
                    <a:pt x="80888" y="107717"/>
                    <a:pt x="189488" y="145717"/>
                    <a:pt x="189488" y="145717"/>
                  </a:cubicBezTo>
                  <a:cubicBezTo>
                    <a:pt x="189488" y="145717"/>
                    <a:pt x="135588" y="77317"/>
                    <a:pt x="159788" y="52017"/>
                  </a:cubicBezTo>
                  <a:cubicBezTo>
                    <a:pt x="198688" y="11217"/>
                    <a:pt x="295088" y="123017"/>
                    <a:pt x="295088" y="123017"/>
                  </a:cubicBezTo>
                  <a:cubicBezTo>
                    <a:pt x="295088" y="123017"/>
                    <a:pt x="308588" y="-6683"/>
                    <a:pt x="348088" y="2517"/>
                  </a:cubicBezTo>
                  <a:cubicBezTo>
                    <a:pt x="379388" y="9717"/>
                    <a:pt x="359388" y="86917"/>
                    <a:pt x="359388" y="86917"/>
                  </a:cubicBezTo>
                  <a:close/>
                </a:path>
              </a:pathLst>
            </a:custGeom>
            <a:solidFill>
              <a:srgbClr val="C1037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6" name="probe-noto-emoji_u1f33a-part-7"/>
            <p:cNvSpPr/>
            <p:nvPr/>
          </p:nvSpPr>
          <p:spPr>
            <a:xfrm>
              <a:off x="279424" y="111981"/>
              <a:ext cx="409876" cy="504030"/>
            </a:xfrm>
            <a:custGeom>
              <a:avLst/>
              <a:gdLst/>
              <a:ahLst/>
              <a:cxnLst/>
              <a:rect l="0" t="0" r="r" b="b"/>
              <a:pathLst>
                <a:path w="409876" h="504030">
                  <a:moveTo>
                    <a:pt x="218076" y="169219"/>
                  </a:moveTo>
                  <a:cubicBezTo>
                    <a:pt x="218076" y="169219"/>
                    <a:pt x="261876" y="197219"/>
                    <a:pt x="316576" y="273719"/>
                  </a:cubicBezTo>
                  <a:cubicBezTo>
                    <a:pt x="392176" y="379519"/>
                    <a:pt x="409876" y="449119"/>
                    <a:pt x="409876" y="449119"/>
                  </a:cubicBezTo>
                  <a:cubicBezTo>
                    <a:pt x="409876" y="449119"/>
                    <a:pt x="404676" y="493619"/>
                    <a:pt x="363676" y="502219"/>
                  </a:cubicBezTo>
                  <a:cubicBezTo>
                    <a:pt x="314476" y="512519"/>
                    <a:pt x="296276" y="475519"/>
                    <a:pt x="296276" y="475519"/>
                  </a:cubicBezTo>
                  <a:cubicBezTo>
                    <a:pt x="296276" y="475519"/>
                    <a:pt x="288176" y="397519"/>
                    <a:pt x="246976" y="325019"/>
                  </a:cubicBezTo>
                  <a:cubicBezTo>
                    <a:pt x="211576" y="262819"/>
                    <a:pt x="161076" y="217519"/>
                    <a:pt x="161076" y="217519"/>
                  </a:cubicBezTo>
                  <a:cubicBezTo>
                    <a:pt x="161076" y="217519"/>
                    <a:pt x="134276" y="235719"/>
                    <a:pt x="105476" y="224719"/>
                  </a:cubicBezTo>
                  <a:cubicBezTo>
                    <a:pt x="76676" y="213719"/>
                    <a:pt x="70676" y="183319"/>
                    <a:pt x="70676" y="183319"/>
                  </a:cubicBezTo>
                  <a:cubicBezTo>
                    <a:pt x="70676" y="183319"/>
                    <a:pt x="30276" y="187019"/>
                    <a:pt x="16376" y="153319"/>
                  </a:cubicBezTo>
                  <a:cubicBezTo>
                    <a:pt x="2476" y="119619"/>
                    <a:pt x="22476" y="92119"/>
                    <a:pt x="22476" y="92119"/>
                  </a:cubicBezTo>
                  <a:cubicBezTo>
                    <a:pt x="22476" y="92119"/>
                    <a:pt x="-26524" y="42519"/>
                    <a:pt x="20176" y="8519"/>
                  </a:cubicBezTo>
                  <a:cubicBezTo>
                    <a:pt x="57276" y="-18381"/>
                    <a:pt x="91976" y="27019"/>
                    <a:pt x="91976" y="27019"/>
                  </a:cubicBezTo>
                  <a:cubicBezTo>
                    <a:pt x="91976" y="27019"/>
                    <a:pt x="120576" y="14919"/>
                    <a:pt x="146176" y="29819"/>
                  </a:cubicBezTo>
                  <a:cubicBezTo>
                    <a:pt x="171776" y="44719"/>
                    <a:pt x="166676" y="79819"/>
                    <a:pt x="166676" y="79819"/>
                  </a:cubicBezTo>
                  <a:cubicBezTo>
                    <a:pt x="166676" y="79819"/>
                    <a:pt x="203076" y="87219"/>
                    <a:pt x="211776" y="113519"/>
                  </a:cubicBezTo>
                  <a:cubicBezTo>
                    <a:pt x="220976" y="141219"/>
                    <a:pt x="218076" y="169219"/>
                    <a:pt x="218076" y="169219"/>
                  </a:cubicBezTo>
                  <a:close/>
                </a:path>
              </a:pathLst>
            </a:custGeom>
            <a:solidFill>
              <a:srgbClr val="FDC11E"/>
            </a:solidFill>
            <a:ln w="8037" cap="flat">
              <a:noFill/>
              <a:prstDash val="solid"/>
              <a:miter/>
            </a:ln>
          </p:spPr>
        </p:sp>
        <p:sp>
          <p:nvSpPr>
            <p:cNvPr id="77" name="probe-noto-emoji_u1f33a-part-8"/>
            <p:cNvSpPr/>
            <p:nvPr/>
          </p:nvSpPr>
          <p:spPr>
            <a:xfrm>
              <a:off x="376119" y="235505"/>
              <a:ext cx="67225" cy="67472"/>
            </a:xfrm>
            <a:custGeom>
              <a:avLst/>
              <a:gdLst/>
              <a:ahLst/>
              <a:cxnLst/>
              <a:rect l="0" t="0" r="r" b="b"/>
              <a:pathLst>
                <a:path w="67225" h="67472">
                  <a:moveTo>
                    <a:pt x="6681" y="14095"/>
                  </a:moveTo>
                  <a:cubicBezTo>
                    <a:pt x="-6519" y="33595"/>
                    <a:pt x="181" y="58495"/>
                    <a:pt x="23781" y="65495"/>
                  </a:cubicBezTo>
                  <a:cubicBezTo>
                    <a:pt x="47381" y="72495"/>
                    <a:pt x="59081" y="59795"/>
                    <a:pt x="65281" y="44895"/>
                  </a:cubicBezTo>
                  <a:cubicBezTo>
                    <a:pt x="71481" y="29995"/>
                    <a:pt x="61981" y="10895"/>
                    <a:pt x="49081" y="4195"/>
                  </a:cubicBezTo>
                  <a:cubicBezTo>
                    <a:pt x="36181" y="-2505"/>
                    <a:pt x="17881" y="-2505"/>
                    <a:pt x="6681" y="14095"/>
                  </a:cubicBezTo>
                  <a:close/>
                </a:path>
              </a:pathLst>
            </a:custGeom>
            <a:solidFill>
              <a:srgbClr val="FEE1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8" name="probe-noto-emoji_u1f33a-part-9"/>
            <p:cNvSpPr/>
            <p:nvPr/>
          </p:nvSpPr>
          <p:spPr>
            <a:xfrm>
              <a:off x="305990" y="209018"/>
              <a:ext cx="59990" cy="60949"/>
            </a:xfrm>
            <a:custGeom>
              <a:avLst/>
              <a:gdLst/>
              <a:ahLst/>
              <a:cxnLst/>
              <a:rect l="0" t="0" r="r" b="b"/>
              <a:pathLst>
                <a:path w="59990" h="60949">
                  <a:moveTo>
                    <a:pt x="45310" y="6882"/>
                  </a:moveTo>
                  <a:cubicBezTo>
                    <a:pt x="30810" y="-3318"/>
                    <a:pt x="14210" y="-2918"/>
                    <a:pt x="4310" y="13082"/>
                  </a:cubicBezTo>
                  <a:cubicBezTo>
                    <a:pt x="-5590" y="29082"/>
                    <a:pt x="3110" y="49482"/>
                    <a:pt x="14810" y="56082"/>
                  </a:cubicBezTo>
                  <a:cubicBezTo>
                    <a:pt x="26510" y="62782"/>
                    <a:pt x="45910" y="63982"/>
                    <a:pt x="54510" y="50482"/>
                  </a:cubicBezTo>
                  <a:cubicBezTo>
                    <a:pt x="65110" y="33782"/>
                    <a:pt x="59410" y="16782"/>
                    <a:pt x="45310" y="6882"/>
                  </a:cubicBezTo>
                  <a:close/>
                </a:path>
              </a:pathLst>
            </a:custGeom>
            <a:solidFill>
              <a:srgbClr val="FEE1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79" name="probe-noto-emoji_u1f33a-part-10"/>
            <p:cNvSpPr/>
            <p:nvPr/>
          </p:nvSpPr>
          <p:spPr>
            <a:xfrm>
              <a:off x="295748" y="131061"/>
              <a:ext cx="55574" cy="56401"/>
            </a:xfrm>
            <a:custGeom>
              <a:avLst/>
              <a:gdLst/>
              <a:ahLst/>
              <a:cxnLst/>
              <a:rect l="0" t="0" r="r" b="b"/>
              <a:pathLst>
                <a:path w="55574" h="56401">
                  <a:moveTo>
                    <a:pt x="16152" y="3239"/>
                  </a:moveTo>
                  <a:cubicBezTo>
                    <a:pt x="-6148" y="13239"/>
                    <a:pt x="-3448" y="44039"/>
                    <a:pt x="12652" y="52739"/>
                  </a:cubicBezTo>
                  <a:cubicBezTo>
                    <a:pt x="28752" y="61439"/>
                    <a:pt x="53352" y="54739"/>
                    <a:pt x="55452" y="31539"/>
                  </a:cubicBezTo>
                  <a:cubicBezTo>
                    <a:pt x="57152" y="11539"/>
                    <a:pt x="41052" y="-7861"/>
                    <a:pt x="16152" y="3239"/>
                  </a:cubicBezTo>
                  <a:close/>
                </a:path>
              </a:pathLst>
            </a:custGeom>
            <a:solidFill>
              <a:srgbClr val="FEE1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80" name="probe-noto-emoji_u1f33a-part-11"/>
            <p:cNvSpPr/>
            <p:nvPr/>
          </p:nvSpPr>
          <p:spPr>
            <a:xfrm>
              <a:off x="366991" y="156818"/>
              <a:ext cx="59085" cy="62711"/>
            </a:xfrm>
            <a:custGeom>
              <a:avLst/>
              <a:gdLst/>
              <a:ahLst/>
              <a:cxnLst/>
              <a:rect l="0" t="0" r="r" b="b"/>
              <a:pathLst>
                <a:path w="59085" h="62711">
                  <a:moveTo>
                    <a:pt x="16209" y="3682"/>
                  </a:moveTo>
                  <a:cubicBezTo>
                    <a:pt x="-2991" y="13682"/>
                    <a:pt x="-3891" y="40182"/>
                    <a:pt x="7009" y="52982"/>
                  </a:cubicBezTo>
                  <a:cubicBezTo>
                    <a:pt x="20309" y="68482"/>
                    <a:pt x="57409" y="67182"/>
                    <a:pt x="59009" y="36482"/>
                  </a:cubicBezTo>
                  <a:cubicBezTo>
                    <a:pt x="60609" y="5782"/>
                    <a:pt x="36709" y="-6918"/>
                    <a:pt x="16209" y="3682"/>
                  </a:cubicBezTo>
                  <a:close/>
                </a:path>
              </a:pathLst>
            </a:custGeom>
            <a:solidFill>
              <a:srgbClr val="FEE16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81" name="probe-noto-emoji_u1f33b" descr="Noto Emoji artwork by Google; Apache License 2.0; preserve full bundled license. Source: https://github.com/googlefonts/noto-emoji/blob/e20cbc2bbec1926686be9f9bee7d1d2cfa1fea0e/2D/svg/emoji_u1f33b.svg; SVG SHA256: 95c16aa44685e1a0999a0b9739a485aee2468983ea2bd9f59b5a97e4a492ed56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1280000" cy="1280000"/>
          </a:xfrm>
        </p:grpSpPr>
        <p:sp>
          <p:nvSpPr>
            <p:cNvPr id="82" name="probe-noto-emoji_u1f33b-part-1"/>
            <p:cNvSpPr/>
            <p:nvPr/>
          </p:nvSpPr>
          <p:spPr>
            <a:xfrm>
              <a:off x="555437" y="853900"/>
              <a:ext cx="128363" cy="384897"/>
            </a:xfrm>
            <a:custGeom>
              <a:avLst/>
              <a:gdLst/>
              <a:ahLst/>
              <a:cxnLst/>
              <a:rect l="0" t="0" r="r" b="b"/>
              <a:pathLst>
                <a:path w="128363" h="384897">
                  <a:moveTo>
                    <a:pt x="128363" y="0"/>
                  </a:moveTo>
                  <a:lnTo>
                    <a:pt x="54063" y="7000"/>
                  </a:lnTo>
                  <a:cubicBezTo>
                    <a:pt x="54063" y="7000"/>
                    <a:pt x="46163" y="136400"/>
                    <a:pt x="37463" y="209900"/>
                  </a:cubicBezTo>
                  <a:cubicBezTo>
                    <a:pt x="30963" y="264700"/>
                    <a:pt x="13163" y="307100"/>
                    <a:pt x="3363" y="329700"/>
                  </a:cubicBezTo>
                  <a:cubicBezTo>
                    <a:pt x="-5337" y="349800"/>
                    <a:pt x="1663" y="383100"/>
                    <a:pt x="38363" y="384800"/>
                  </a:cubicBezTo>
                  <a:cubicBezTo>
                    <a:pt x="76863" y="386500"/>
                    <a:pt x="93463" y="365600"/>
                    <a:pt x="99563" y="341100"/>
                  </a:cubicBezTo>
                  <a:cubicBezTo>
                    <a:pt x="105663" y="316600"/>
                    <a:pt x="121463" y="262400"/>
                    <a:pt x="124963" y="186300"/>
                  </a:cubicBezTo>
                  <a:cubicBezTo>
                    <a:pt x="128463" y="110200"/>
                    <a:pt x="128363" y="0"/>
                    <a:pt x="128363" y="0"/>
                  </a:cubicBezTo>
                  <a:close/>
                </a:path>
              </a:pathLst>
            </a:custGeom>
            <a:solidFill>
              <a:srgbClr val="94A71A"/>
            </a:solidFill>
            <a:ln w="8037" cap="flat">
              <a:noFill/>
              <a:prstDash val="solid"/>
              <a:miter/>
            </a:ln>
          </p:spPr>
        </p:sp>
        <p:sp>
          <p:nvSpPr>
            <p:cNvPr id="83" name="probe-noto-emoji_u1f33b-part-2"/>
            <p:cNvSpPr/>
            <p:nvPr/>
          </p:nvSpPr>
          <p:spPr>
            <a:xfrm>
              <a:off x="649700" y="951874"/>
              <a:ext cx="270162" cy="155726"/>
            </a:xfrm>
            <a:custGeom>
              <a:avLst/>
              <a:gdLst/>
              <a:ahLst/>
              <a:cxnLst/>
              <a:rect l="0" t="0" r="r" b="b"/>
              <a:pathLst>
                <a:path w="270162" h="155726">
                  <a:moveTo>
                    <a:pt x="2600" y="85626"/>
                  </a:moveTo>
                  <a:cubicBezTo>
                    <a:pt x="2600" y="85626"/>
                    <a:pt x="31100" y="8926"/>
                    <a:pt x="109800" y="1026"/>
                  </a:cubicBezTo>
                  <a:cubicBezTo>
                    <a:pt x="214600" y="-9474"/>
                    <a:pt x="267500" y="63726"/>
                    <a:pt x="270100" y="78626"/>
                  </a:cubicBezTo>
                  <a:cubicBezTo>
                    <a:pt x="272700" y="93526"/>
                    <a:pt x="192600" y="155726"/>
                    <a:pt x="119200" y="155726"/>
                  </a:cubicBezTo>
                  <a:cubicBezTo>
                    <a:pt x="37900" y="155726"/>
                    <a:pt x="0" y="115326"/>
                    <a:pt x="0" y="115326"/>
                  </a:cubicBezTo>
                  <a:lnTo>
                    <a:pt x="2600" y="85626"/>
                  </a:lnTo>
                  <a:close/>
                </a:path>
              </a:pathLst>
            </a:custGeom>
            <a:solidFill>
              <a:srgbClr val="94A71A"/>
            </a:solidFill>
            <a:ln w="8037" cap="flat">
              <a:noFill/>
              <a:prstDash val="solid"/>
              <a:miter/>
            </a:ln>
          </p:spPr>
        </p:sp>
        <p:sp>
          <p:nvSpPr>
            <p:cNvPr id="84" name="probe-noto-emoji_u1f33b-part-3"/>
            <p:cNvSpPr/>
            <p:nvPr/>
          </p:nvSpPr>
          <p:spPr>
            <a:xfrm>
              <a:off x="671574" y="997329"/>
              <a:ext cx="184837" cy="59035"/>
            </a:xfrm>
            <a:custGeom>
              <a:avLst/>
              <a:gdLst/>
              <a:ahLst/>
              <a:cxnLst/>
              <a:rect l="0" t="0" r="r" b="b"/>
              <a:pathLst>
                <a:path w="184837" h="59035">
                  <a:moveTo>
                    <a:pt x="184526" y="26171"/>
                  </a:moveTo>
                  <a:cubicBezTo>
                    <a:pt x="188026" y="10871"/>
                    <a:pt x="161826" y="-3529"/>
                    <a:pt x="114626" y="771"/>
                  </a:cubicBezTo>
                  <a:cubicBezTo>
                    <a:pt x="67426" y="5171"/>
                    <a:pt x="43226" y="18671"/>
                    <a:pt x="31826" y="26571"/>
                  </a:cubicBezTo>
                  <a:cubicBezTo>
                    <a:pt x="20426" y="34471"/>
                    <a:pt x="-5174" y="51571"/>
                    <a:pt x="926" y="57671"/>
                  </a:cubicBezTo>
                  <a:cubicBezTo>
                    <a:pt x="7026" y="63771"/>
                    <a:pt x="45826" y="47771"/>
                    <a:pt x="83326" y="41971"/>
                  </a:cubicBezTo>
                  <a:cubicBezTo>
                    <a:pt x="148326" y="31971"/>
                    <a:pt x="180426" y="43971"/>
                    <a:pt x="184526" y="26171"/>
                  </a:cubicBezTo>
                  <a:close/>
                </a:path>
              </a:pathLst>
            </a:custGeom>
            <a:solidFill>
              <a:srgbClr val="728034"/>
            </a:solidFill>
            <a:ln w="8037" cap="flat">
              <a:noFill/>
              <a:prstDash val="solid"/>
              <a:miter/>
            </a:ln>
          </p:spPr>
        </p:sp>
        <p:sp>
          <p:nvSpPr>
            <p:cNvPr id="85" name="probe-noto-emoji_u1f33b-part-4"/>
            <p:cNvSpPr/>
            <p:nvPr/>
          </p:nvSpPr>
          <p:spPr>
            <a:xfrm>
              <a:off x="338852" y="972431"/>
              <a:ext cx="270648" cy="166083"/>
            </a:xfrm>
            <a:custGeom>
              <a:avLst/>
              <a:gdLst/>
              <a:ahLst/>
              <a:cxnLst/>
              <a:rect l="0" t="0" r="r" b="b"/>
              <a:pathLst>
                <a:path w="270648" h="166083">
                  <a:moveTo>
                    <a:pt x="270648" y="123769"/>
                  </a:moveTo>
                  <a:cubicBezTo>
                    <a:pt x="270648" y="123769"/>
                    <a:pt x="261648" y="33469"/>
                    <a:pt x="168848" y="5169"/>
                  </a:cubicBezTo>
                  <a:cubicBezTo>
                    <a:pt x="91848" y="-18231"/>
                    <a:pt x="2048" y="44669"/>
                    <a:pt x="48" y="57369"/>
                  </a:cubicBezTo>
                  <a:cubicBezTo>
                    <a:pt x="-1952" y="70069"/>
                    <a:pt x="58248" y="138069"/>
                    <a:pt x="124648" y="157169"/>
                  </a:cubicBezTo>
                  <a:cubicBezTo>
                    <a:pt x="194348" y="177369"/>
                    <a:pt x="261948" y="161969"/>
                    <a:pt x="270648" y="123769"/>
                  </a:cubicBezTo>
                  <a:close/>
                </a:path>
              </a:pathLst>
            </a:custGeom>
            <a:solidFill>
              <a:srgbClr val="94A71A"/>
            </a:solidFill>
            <a:ln w="8037" cap="flat">
              <a:noFill/>
              <a:prstDash val="solid"/>
              <a:miter/>
            </a:ln>
          </p:spPr>
        </p:sp>
        <p:sp>
          <p:nvSpPr>
            <p:cNvPr id="86" name="probe-noto-emoji_u1f33b-part-5"/>
            <p:cNvSpPr/>
            <p:nvPr/>
          </p:nvSpPr>
          <p:spPr>
            <a:xfrm>
              <a:off x="397117" y="1020146"/>
              <a:ext cx="182616" cy="72242"/>
            </a:xfrm>
            <a:custGeom>
              <a:avLst/>
              <a:gdLst/>
              <a:ahLst/>
              <a:cxnLst/>
              <a:rect l="0" t="0" r="r" b="b"/>
              <a:pathLst>
                <a:path w="182616" h="72242">
                  <a:moveTo>
                    <a:pt x="83" y="21854"/>
                  </a:moveTo>
                  <a:cubicBezTo>
                    <a:pt x="2683" y="35954"/>
                    <a:pt x="39583" y="33954"/>
                    <a:pt x="89183" y="43954"/>
                  </a:cubicBezTo>
                  <a:cubicBezTo>
                    <a:pt x="138783" y="53954"/>
                    <a:pt x="174883" y="76754"/>
                    <a:pt x="181583" y="71454"/>
                  </a:cubicBezTo>
                  <a:cubicBezTo>
                    <a:pt x="188283" y="66154"/>
                    <a:pt x="162983" y="22554"/>
                    <a:pt x="87783" y="4454"/>
                  </a:cubicBezTo>
                  <a:cubicBezTo>
                    <a:pt x="32283" y="-8946"/>
                    <a:pt x="-1917" y="11154"/>
                    <a:pt x="83" y="21854"/>
                  </a:cubicBezTo>
                  <a:close/>
                </a:path>
              </a:pathLst>
            </a:custGeom>
            <a:solidFill>
              <a:srgbClr val="728034"/>
            </a:solidFill>
            <a:ln w="8037" cap="flat">
              <a:noFill/>
              <a:prstDash val="solid"/>
              <a:miter/>
            </a:ln>
          </p:spPr>
        </p:sp>
        <p:sp>
          <p:nvSpPr>
            <p:cNvPr id="87" name="probe-noto-emoji_u1f33b-part-6"/>
            <p:cNvSpPr/>
            <p:nvPr/>
          </p:nvSpPr>
          <p:spPr>
            <a:xfrm>
              <a:off x="177991" y="39300"/>
              <a:ext cx="919809" cy="952400"/>
            </a:xfrm>
            <a:custGeom>
              <a:avLst/>
              <a:gdLst/>
              <a:ahLst/>
              <a:cxnLst/>
              <a:rect l="0" t="0" r="r" b="b"/>
              <a:pathLst>
                <a:path w="919809" h="952400">
                  <a:moveTo>
                    <a:pt x="384709" y="806400"/>
                  </a:moveTo>
                  <a:cubicBezTo>
                    <a:pt x="384709" y="806400"/>
                    <a:pt x="393609" y="843700"/>
                    <a:pt x="420009" y="888600"/>
                  </a:cubicBezTo>
                  <a:cubicBezTo>
                    <a:pt x="441609" y="925300"/>
                    <a:pt x="468009" y="952400"/>
                    <a:pt x="477409" y="952400"/>
                  </a:cubicBezTo>
                  <a:cubicBezTo>
                    <a:pt x="486809" y="952400"/>
                    <a:pt x="530709" y="903500"/>
                    <a:pt x="549509" y="856600"/>
                  </a:cubicBezTo>
                  <a:cubicBezTo>
                    <a:pt x="555609" y="841500"/>
                    <a:pt x="564209" y="795600"/>
                    <a:pt x="564209" y="795600"/>
                  </a:cubicBezTo>
                  <a:cubicBezTo>
                    <a:pt x="564209" y="795600"/>
                    <a:pt x="604409" y="829100"/>
                    <a:pt x="629209" y="844500"/>
                  </a:cubicBezTo>
                  <a:cubicBezTo>
                    <a:pt x="654009" y="859900"/>
                    <a:pt x="704209" y="878700"/>
                    <a:pt x="711609" y="872000"/>
                  </a:cubicBezTo>
                  <a:cubicBezTo>
                    <a:pt x="719009" y="865300"/>
                    <a:pt x="730409" y="805700"/>
                    <a:pt x="730409" y="783600"/>
                  </a:cubicBezTo>
                  <a:cubicBezTo>
                    <a:pt x="730409" y="761500"/>
                    <a:pt x="726909" y="720700"/>
                    <a:pt x="726909" y="720700"/>
                  </a:cubicBezTo>
                  <a:cubicBezTo>
                    <a:pt x="726909" y="720700"/>
                    <a:pt x="761409" y="732700"/>
                    <a:pt x="799209" y="735400"/>
                  </a:cubicBezTo>
                  <a:cubicBezTo>
                    <a:pt x="827309" y="737400"/>
                    <a:pt x="864809" y="734700"/>
                    <a:pt x="870909" y="726000"/>
                  </a:cubicBezTo>
                  <a:cubicBezTo>
                    <a:pt x="876909" y="717300"/>
                    <a:pt x="856909" y="663000"/>
                    <a:pt x="841409" y="638900"/>
                  </a:cubicBezTo>
                  <a:cubicBezTo>
                    <a:pt x="820009" y="605400"/>
                    <a:pt x="787809" y="582600"/>
                    <a:pt x="787809" y="582600"/>
                  </a:cubicBezTo>
                  <a:cubicBezTo>
                    <a:pt x="787809" y="582600"/>
                    <a:pt x="836009" y="565900"/>
                    <a:pt x="868209" y="546400"/>
                  </a:cubicBezTo>
                  <a:cubicBezTo>
                    <a:pt x="900409" y="527000"/>
                    <a:pt x="919809" y="505500"/>
                    <a:pt x="919809" y="505500"/>
                  </a:cubicBezTo>
                  <a:cubicBezTo>
                    <a:pt x="919809" y="505500"/>
                    <a:pt x="889709" y="470000"/>
                    <a:pt x="857509" y="448600"/>
                  </a:cubicBezTo>
                  <a:cubicBezTo>
                    <a:pt x="825309" y="427200"/>
                    <a:pt x="787809" y="411100"/>
                    <a:pt x="787809" y="411100"/>
                  </a:cubicBezTo>
                  <a:cubicBezTo>
                    <a:pt x="787809" y="411100"/>
                    <a:pt x="830709" y="385600"/>
                    <a:pt x="863509" y="352800"/>
                  </a:cubicBezTo>
                  <a:cubicBezTo>
                    <a:pt x="885009" y="331300"/>
                    <a:pt x="903009" y="293200"/>
                    <a:pt x="903009" y="293200"/>
                  </a:cubicBezTo>
                  <a:cubicBezTo>
                    <a:pt x="903009" y="293200"/>
                    <a:pt x="860109" y="267100"/>
                    <a:pt x="815909" y="256400"/>
                  </a:cubicBezTo>
                  <a:cubicBezTo>
                    <a:pt x="771709" y="245700"/>
                    <a:pt x="722109" y="256400"/>
                    <a:pt x="722109" y="256400"/>
                  </a:cubicBezTo>
                  <a:cubicBezTo>
                    <a:pt x="722109" y="256400"/>
                    <a:pt x="746209" y="214200"/>
                    <a:pt x="752209" y="172700"/>
                  </a:cubicBezTo>
                  <a:cubicBezTo>
                    <a:pt x="758209" y="131200"/>
                    <a:pt x="748909" y="95700"/>
                    <a:pt x="748909" y="95700"/>
                  </a:cubicBezTo>
                  <a:cubicBezTo>
                    <a:pt x="748909" y="95700"/>
                    <a:pt x="696709" y="91700"/>
                    <a:pt x="651109" y="122500"/>
                  </a:cubicBezTo>
                  <a:cubicBezTo>
                    <a:pt x="605609" y="153300"/>
                    <a:pt x="594209" y="176800"/>
                    <a:pt x="594209" y="176800"/>
                  </a:cubicBezTo>
                  <a:cubicBezTo>
                    <a:pt x="594209" y="176800"/>
                    <a:pt x="599109" y="122900"/>
                    <a:pt x="587709" y="76000"/>
                  </a:cubicBezTo>
                  <a:cubicBezTo>
                    <a:pt x="577909" y="35700"/>
                    <a:pt x="550009" y="0"/>
                    <a:pt x="550009" y="0"/>
                  </a:cubicBezTo>
                  <a:cubicBezTo>
                    <a:pt x="550009" y="0"/>
                    <a:pt x="513109" y="8600"/>
                    <a:pt x="479609" y="56100"/>
                  </a:cubicBezTo>
                  <a:cubicBezTo>
                    <a:pt x="455709" y="90000"/>
                    <a:pt x="444409" y="144400"/>
                    <a:pt x="444409" y="144400"/>
                  </a:cubicBezTo>
                  <a:cubicBezTo>
                    <a:pt x="444409" y="144400"/>
                    <a:pt x="424109" y="88300"/>
                    <a:pt x="398609" y="59500"/>
                  </a:cubicBezTo>
                  <a:cubicBezTo>
                    <a:pt x="373109" y="30700"/>
                    <a:pt x="343009" y="13900"/>
                    <a:pt x="337009" y="14800"/>
                  </a:cubicBezTo>
                  <a:cubicBezTo>
                    <a:pt x="331009" y="15700"/>
                    <a:pt x="302209" y="55000"/>
                    <a:pt x="295509" y="118000"/>
                  </a:cubicBezTo>
                  <a:cubicBezTo>
                    <a:pt x="290709" y="163300"/>
                    <a:pt x="305509" y="192400"/>
                    <a:pt x="305509" y="192400"/>
                  </a:cubicBezTo>
                  <a:cubicBezTo>
                    <a:pt x="305509" y="192400"/>
                    <a:pt x="266009" y="163800"/>
                    <a:pt x="227109" y="150200"/>
                  </a:cubicBezTo>
                  <a:cubicBezTo>
                    <a:pt x="177509" y="132800"/>
                    <a:pt x="134109" y="130300"/>
                    <a:pt x="130609" y="133500"/>
                  </a:cubicBezTo>
                  <a:cubicBezTo>
                    <a:pt x="127109" y="136700"/>
                    <a:pt x="123909" y="185700"/>
                    <a:pt x="146009" y="242000"/>
                  </a:cubicBezTo>
                  <a:cubicBezTo>
                    <a:pt x="160209" y="278300"/>
                    <a:pt x="186209" y="307000"/>
                    <a:pt x="186209" y="307000"/>
                  </a:cubicBezTo>
                  <a:cubicBezTo>
                    <a:pt x="186209" y="307000"/>
                    <a:pt x="142209" y="292300"/>
                    <a:pt x="87109" y="295600"/>
                  </a:cubicBezTo>
                  <a:cubicBezTo>
                    <a:pt x="42209" y="298300"/>
                    <a:pt x="12409" y="310300"/>
                    <a:pt x="10709" y="314400"/>
                  </a:cubicBezTo>
                  <a:cubicBezTo>
                    <a:pt x="9009" y="318500"/>
                    <a:pt x="26309" y="362200"/>
                    <a:pt x="60909" y="396100"/>
                  </a:cubicBezTo>
                  <a:cubicBezTo>
                    <a:pt x="94409" y="428900"/>
                    <a:pt x="133909" y="445000"/>
                    <a:pt x="133909" y="445000"/>
                  </a:cubicBezTo>
                  <a:cubicBezTo>
                    <a:pt x="133909" y="445000"/>
                    <a:pt x="88809" y="456800"/>
                    <a:pt x="54109" y="479700"/>
                  </a:cubicBezTo>
                  <a:cubicBezTo>
                    <a:pt x="13009" y="506900"/>
                    <a:pt x="-391" y="542200"/>
                    <a:pt x="9" y="546800"/>
                  </a:cubicBezTo>
                  <a:cubicBezTo>
                    <a:pt x="409" y="551400"/>
                    <a:pt x="32209" y="585000"/>
                    <a:pt x="71709" y="596400"/>
                  </a:cubicBezTo>
                  <a:cubicBezTo>
                    <a:pt x="111209" y="607800"/>
                    <a:pt x="146709" y="602400"/>
                    <a:pt x="146709" y="602400"/>
                  </a:cubicBezTo>
                  <a:cubicBezTo>
                    <a:pt x="146709" y="602400"/>
                    <a:pt x="107909" y="634600"/>
                    <a:pt x="86409" y="677400"/>
                  </a:cubicBezTo>
                  <a:cubicBezTo>
                    <a:pt x="70709" y="708700"/>
                    <a:pt x="58509" y="747800"/>
                    <a:pt x="61609" y="751800"/>
                  </a:cubicBezTo>
                  <a:cubicBezTo>
                    <a:pt x="64709" y="755800"/>
                    <a:pt x="105009" y="769500"/>
                    <a:pt x="148009" y="763900"/>
                  </a:cubicBezTo>
                  <a:cubicBezTo>
                    <a:pt x="204309" y="756500"/>
                    <a:pt x="240409" y="731100"/>
                    <a:pt x="240409" y="731100"/>
                  </a:cubicBezTo>
                  <a:cubicBezTo>
                    <a:pt x="240409" y="731100"/>
                    <a:pt x="224609" y="784000"/>
                    <a:pt x="225909" y="822900"/>
                  </a:cubicBezTo>
                  <a:cubicBezTo>
                    <a:pt x="227209" y="861700"/>
                    <a:pt x="238909" y="898700"/>
                    <a:pt x="243709" y="901300"/>
                  </a:cubicBezTo>
                  <a:cubicBezTo>
                    <a:pt x="248509" y="903900"/>
                    <a:pt x="298009" y="888600"/>
                    <a:pt x="331409" y="863100"/>
                  </a:cubicBezTo>
                  <a:cubicBezTo>
                    <a:pt x="365209" y="837200"/>
                    <a:pt x="384709" y="806400"/>
                    <a:pt x="384709" y="806400"/>
                  </a:cubicBezTo>
                  <a:close/>
                </a:path>
              </a:pathLst>
            </a:custGeom>
            <a:solidFill>
              <a:srgbClr val="FFB901"/>
            </a:solidFill>
            <a:ln w="8037" cap="flat">
              <a:noFill/>
              <a:prstDash val="solid"/>
              <a:miter/>
            </a:ln>
          </p:spPr>
        </p:sp>
        <p:sp>
          <p:nvSpPr>
            <p:cNvPr id="88" name="probe-noto-emoji_u1f33b-part-7"/>
            <p:cNvSpPr/>
            <p:nvPr/>
          </p:nvSpPr>
          <p:spPr>
            <a:xfrm>
              <a:off x="372512" y="245384"/>
              <a:ext cx="554455" cy="556575"/>
            </a:xfrm>
            <a:custGeom>
              <a:avLst/>
              <a:gdLst/>
              <a:ahLst/>
              <a:cxnLst/>
              <a:rect l="0" t="0" r="r" b="b"/>
              <a:pathLst>
                <a:path w="554455" h="556575">
                  <a:moveTo>
                    <a:pt x="271188" y="16"/>
                  </a:moveTo>
                  <a:cubicBezTo>
                    <a:pt x="121588" y="1316"/>
                    <a:pt x="-9012" y="105316"/>
                    <a:pt x="488" y="304316"/>
                  </a:cubicBezTo>
                  <a:cubicBezTo>
                    <a:pt x="10888" y="522116"/>
                    <a:pt x="296688" y="636316"/>
                    <a:pt x="458588" y="492816"/>
                  </a:cubicBezTo>
                  <a:cubicBezTo>
                    <a:pt x="597588" y="369616"/>
                    <a:pt x="558588" y="192716"/>
                    <a:pt x="508088" y="124216"/>
                  </a:cubicBezTo>
                  <a:cubicBezTo>
                    <a:pt x="456588" y="54416"/>
                    <a:pt x="391188" y="-1084"/>
                    <a:pt x="271188" y="16"/>
                  </a:cubicBezTo>
                  <a:close/>
                </a:path>
              </a:pathLst>
            </a:custGeom>
            <a:solidFill>
              <a:srgbClr val="D05416"/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33b-part-8"/>
            <p:cNvSpPr/>
            <p:nvPr/>
          </p:nvSpPr>
          <p:spPr>
            <a:xfrm>
              <a:off x="445635" y="319095"/>
              <a:ext cx="409675" cy="416215"/>
            </a:xfrm>
            <a:custGeom>
              <a:avLst/>
              <a:gdLst/>
              <a:ahLst/>
              <a:cxnLst/>
              <a:rect l="0" t="0" r="r" b="b"/>
              <a:pathLst>
                <a:path w="409675" h="416215">
                  <a:moveTo>
                    <a:pt x="195965" y="5"/>
                  </a:moveTo>
                  <a:cubicBezTo>
                    <a:pt x="111765" y="-595"/>
                    <a:pt x="-3135" y="56705"/>
                    <a:pt x="65" y="207505"/>
                  </a:cubicBezTo>
                  <a:cubicBezTo>
                    <a:pt x="3165" y="355905"/>
                    <a:pt x="127465" y="420405"/>
                    <a:pt x="224365" y="416005"/>
                  </a:cubicBezTo>
                  <a:cubicBezTo>
                    <a:pt x="338065" y="410705"/>
                    <a:pt x="408665" y="310705"/>
                    <a:pt x="409665" y="200105"/>
                  </a:cubicBezTo>
                  <a:cubicBezTo>
                    <a:pt x="410565" y="108405"/>
                    <a:pt x="347565" y="1005"/>
                    <a:pt x="195965" y="5"/>
                  </a:cubicBezTo>
                  <a:close/>
                </a:path>
              </a:pathLst>
            </a:custGeom>
            <a:solidFill>
              <a:srgbClr val="6D4D42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90" name="probe-noto-emoji_u1f33e" descr="Noto Emoji artwork by Google; Apache License 2.0; preserve full bundled license. Source: https://github.com/googlefonts/noto-emoji/blob/e20cbc2bbec1926686be9f9bee7d1d2cfa1fea0e/2D/svg/emoji_u1f33e.svg; SVG SHA256: c9b3e14ac3b36d93f4ff99bc7d428ba1add666c6348f8df32880c01adaed8d33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1280000" cy="1280000"/>
          </a:xfrm>
        </p:grpSpPr>
        <p:sp>
          <p:nvSpPr>
            <p:cNvPr id="91" name="probe-noto-emoji_u1f33e-part-1"/>
            <p:cNvSpPr/>
            <p:nvPr/>
          </p:nvSpPr>
          <p:spPr>
            <a:xfrm>
              <a:off x="410250" y="73746"/>
              <a:ext cx="407950" cy="928454"/>
            </a:xfrm>
            <a:custGeom>
              <a:avLst/>
              <a:gdLst/>
              <a:ahLst/>
              <a:cxnLst/>
              <a:rect l="0" t="0" r="r" b="b"/>
              <a:pathLst>
                <a:path w="407950" h="928454">
                  <a:moveTo>
                    <a:pt x="108750" y="928454"/>
                  </a:moveTo>
                  <a:lnTo>
                    <a:pt x="9450" y="732654"/>
                  </a:lnTo>
                  <a:cubicBezTo>
                    <a:pt x="9450" y="732654"/>
                    <a:pt x="-7350" y="622554"/>
                    <a:pt x="3850" y="476754"/>
                  </a:cubicBezTo>
                  <a:cubicBezTo>
                    <a:pt x="13650" y="349554"/>
                    <a:pt x="38350" y="260054"/>
                    <a:pt x="104450" y="180354"/>
                  </a:cubicBezTo>
                  <a:cubicBezTo>
                    <a:pt x="155750" y="118554"/>
                    <a:pt x="237350" y="55854"/>
                    <a:pt x="318450" y="26454"/>
                  </a:cubicBezTo>
                  <a:cubicBezTo>
                    <a:pt x="399550" y="-2946"/>
                    <a:pt x="407950" y="-4346"/>
                    <a:pt x="407950" y="5454"/>
                  </a:cubicBezTo>
                  <a:cubicBezTo>
                    <a:pt x="407950" y="15254"/>
                    <a:pt x="280750" y="72754"/>
                    <a:pt x="192650" y="195754"/>
                  </a:cubicBezTo>
                  <a:cubicBezTo>
                    <a:pt x="104550" y="318754"/>
                    <a:pt x="108750" y="436254"/>
                    <a:pt x="103150" y="513154"/>
                  </a:cubicBezTo>
                  <a:cubicBezTo>
                    <a:pt x="97550" y="590054"/>
                    <a:pt x="108750" y="928454"/>
                    <a:pt x="108750" y="928454"/>
                  </a:cubicBezTo>
                  <a:close/>
                </a:path>
              </a:pathLst>
            </a:custGeom>
            <a:solidFill>
              <a:srgbClr val="717F35"/>
            </a:solidFill>
            <a:ln w="8037" cap="flat">
              <a:noFill/>
              <a:prstDash val="solid"/>
              <a:miter/>
            </a:ln>
          </p:spPr>
        </p:sp>
        <p:sp>
          <p:nvSpPr>
            <p:cNvPr id="92" name="probe-noto-emoji_u1f33e-part-2"/>
            <p:cNvSpPr/>
            <p:nvPr/>
          </p:nvSpPr>
          <p:spPr>
            <a:xfrm>
              <a:off x="40785" y="313064"/>
              <a:ext cx="872541" cy="886672"/>
            </a:xfrm>
            <a:custGeom>
              <a:avLst/>
              <a:gdLst/>
              <a:ahLst/>
              <a:cxnLst/>
              <a:rect l="0" t="0" r="r" b="b"/>
              <a:pathLst>
                <a:path w="872541" h="886672">
                  <a:moveTo>
                    <a:pt x="153815" y="169036"/>
                  </a:moveTo>
                  <a:cubicBezTo>
                    <a:pt x="207215" y="264736"/>
                    <a:pt x="257915" y="443436"/>
                    <a:pt x="316415" y="578236"/>
                  </a:cubicBezTo>
                  <a:cubicBezTo>
                    <a:pt x="370915" y="704036"/>
                    <a:pt x="427915" y="801036"/>
                    <a:pt x="478215" y="848536"/>
                  </a:cubicBezTo>
                  <a:cubicBezTo>
                    <a:pt x="528515" y="896036"/>
                    <a:pt x="574415" y="891836"/>
                    <a:pt x="594315" y="875136"/>
                  </a:cubicBezTo>
                  <a:cubicBezTo>
                    <a:pt x="624215" y="849936"/>
                    <a:pt x="608515" y="780036"/>
                    <a:pt x="608315" y="739536"/>
                  </a:cubicBezTo>
                  <a:cubicBezTo>
                    <a:pt x="607915" y="667136"/>
                    <a:pt x="621715" y="617136"/>
                    <a:pt x="643315" y="580136"/>
                  </a:cubicBezTo>
                  <a:cubicBezTo>
                    <a:pt x="662315" y="547636"/>
                    <a:pt x="697915" y="514636"/>
                    <a:pt x="735615" y="525936"/>
                  </a:cubicBezTo>
                  <a:cubicBezTo>
                    <a:pt x="780915" y="539536"/>
                    <a:pt x="811115" y="584336"/>
                    <a:pt x="825115" y="605336"/>
                  </a:cubicBezTo>
                  <a:cubicBezTo>
                    <a:pt x="839115" y="626336"/>
                    <a:pt x="860115" y="668236"/>
                    <a:pt x="869815" y="668236"/>
                  </a:cubicBezTo>
                  <a:cubicBezTo>
                    <a:pt x="879515" y="668236"/>
                    <a:pt x="863615" y="560136"/>
                    <a:pt x="817515" y="496736"/>
                  </a:cubicBezTo>
                  <a:cubicBezTo>
                    <a:pt x="771915" y="434036"/>
                    <a:pt x="706415" y="421736"/>
                    <a:pt x="647615" y="447336"/>
                  </a:cubicBezTo>
                  <a:cubicBezTo>
                    <a:pt x="516315" y="504536"/>
                    <a:pt x="512615" y="678136"/>
                    <a:pt x="512615" y="678136"/>
                  </a:cubicBezTo>
                  <a:cubicBezTo>
                    <a:pt x="512615" y="678136"/>
                    <a:pt x="429415" y="608036"/>
                    <a:pt x="372115" y="424936"/>
                  </a:cubicBezTo>
                  <a:cubicBezTo>
                    <a:pt x="358115" y="380236"/>
                    <a:pt x="314115" y="221436"/>
                    <a:pt x="270415" y="156636"/>
                  </a:cubicBezTo>
                  <a:cubicBezTo>
                    <a:pt x="203215" y="56936"/>
                    <a:pt x="131415" y="36136"/>
                    <a:pt x="90915" y="22136"/>
                  </a:cubicBezTo>
                  <a:cubicBezTo>
                    <a:pt x="50415" y="8136"/>
                    <a:pt x="1415" y="-5864"/>
                    <a:pt x="15" y="2536"/>
                  </a:cubicBezTo>
                  <a:cubicBezTo>
                    <a:pt x="-1385" y="11036"/>
                    <a:pt x="93715" y="61336"/>
                    <a:pt x="153815" y="169036"/>
                  </a:cubicBezTo>
                  <a:close/>
                </a:path>
              </a:pathLst>
            </a:custGeom>
            <a:solidFill>
              <a:srgbClr val="94A61D"/>
            </a:solidFill>
            <a:ln w="8037" cap="flat">
              <a:noFill/>
              <a:prstDash val="solid"/>
              <a:miter/>
            </a:ln>
          </p:spPr>
        </p:sp>
        <p:sp>
          <p:nvSpPr>
            <p:cNvPr id="93" name="probe-noto-emoji_u1f33e-part-3"/>
            <p:cNvSpPr/>
            <p:nvPr/>
          </p:nvSpPr>
          <p:spPr>
            <a:xfrm>
              <a:off x="465530" y="412808"/>
              <a:ext cx="499406" cy="643827"/>
            </a:xfrm>
            <a:custGeom>
              <a:avLst/>
              <a:gdLst/>
              <a:ahLst/>
              <a:cxnLst/>
              <a:rect l="0" t="0" r="r" b="b"/>
              <a:pathLst>
                <a:path w="499406" h="643827">
                  <a:moveTo>
                    <a:pt x="128870" y="643092"/>
                  </a:moveTo>
                  <a:cubicBezTo>
                    <a:pt x="124870" y="615292"/>
                    <a:pt x="112270" y="542592"/>
                    <a:pt x="117270" y="451292"/>
                  </a:cubicBezTo>
                  <a:cubicBezTo>
                    <a:pt x="120670" y="387792"/>
                    <a:pt x="138170" y="282292"/>
                    <a:pt x="234370" y="247692"/>
                  </a:cubicBezTo>
                  <a:cubicBezTo>
                    <a:pt x="311770" y="219892"/>
                    <a:pt x="372170" y="219592"/>
                    <a:pt x="454570" y="259192"/>
                  </a:cubicBezTo>
                  <a:cubicBezTo>
                    <a:pt x="530970" y="295892"/>
                    <a:pt x="494170" y="246892"/>
                    <a:pt x="458270" y="228292"/>
                  </a:cubicBezTo>
                  <a:cubicBezTo>
                    <a:pt x="433370" y="215392"/>
                    <a:pt x="327270" y="161792"/>
                    <a:pt x="222170" y="197492"/>
                  </a:cubicBezTo>
                  <a:cubicBezTo>
                    <a:pt x="99970" y="238992"/>
                    <a:pt x="67370" y="384992"/>
                    <a:pt x="67370" y="384992"/>
                  </a:cubicBezTo>
                  <a:cubicBezTo>
                    <a:pt x="67370" y="384992"/>
                    <a:pt x="58470" y="226192"/>
                    <a:pt x="91170" y="147892"/>
                  </a:cubicBezTo>
                  <a:cubicBezTo>
                    <a:pt x="123870" y="69492"/>
                    <a:pt x="182670" y="5392"/>
                    <a:pt x="166570" y="92"/>
                  </a:cubicBezTo>
                  <a:cubicBezTo>
                    <a:pt x="160570" y="-1908"/>
                    <a:pt x="86370" y="28392"/>
                    <a:pt x="44570" y="124092"/>
                  </a:cubicBezTo>
                  <a:cubicBezTo>
                    <a:pt x="-30" y="226292"/>
                    <a:pt x="-2030" y="318592"/>
                    <a:pt x="870" y="371192"/>
                  </a:cubicBezTo>
                  <a:cubicBezTo>
                    <a:pt x="3770" y="423792"/>
                    <a:pt x="11270" y="475492"/>
                    <a:pt x="11270" y="475492"/>
                  </a:cubicBezTo>
                  <a:cubicBezTo>
                    <a:pt x="11270" y="475492"/>
                    <a:pt x="32070" y="523792"/>
                    <a:pt x="56570" y="555092"/>
                  </a:cubicBezTo>
                  <a:cubicBezTo>
                    <a:pt x="79270" y="584192"/>
                    <a:pt x="130070" y="651592"/>
                    <a:pt x="128870" y="643092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4" name="probe-noto-emoji_u1f33e-part-4"/>
            <p:cNvSpPr/>
            <p:nvPr/>
          </p:nvSpPr>
          <p:spPr>
            <a:xfrm>
              <a:off x="576451" y="268465"/>
              <a:ext cx="101295" cy="196435"/>
            </a:xfrm>
            <a:custGeom>
              <a:avLst/>
              <a:gdLst/>
              <a:ahLst/>
              <a:cxnLst/>
              <a:rect l="0" t="0" r="r" b="b"/>
              <a:pathLst>
                <a:path w="101295" h="196435">
                  <a:moveTo>
                    <a:pt x="95849" y="35"/>
                  </a:moveTo>
                  <a:cubicBezTo>
                    <a:pt x="90949" y="-965"/>
                    <a:pt x="38949" y="19035"/>
                    <a:pt x="12749" y="81835"/>
                  </a:cubicBezTo>
                  <a:cubicBezTo>
                    <a:pt x="-13451" y="144635"/>
                    <a:pt x="8849" y="196435"/>
                    <a:pt x="8849" y="196435"/>
                  </a:cubicBezTo>
                  <a:cubicBezTo>
                    <a:pt x="8849" y="196435"/>
                    <a:pt x="78849" y="135535"/>
                    <a:pt x="91949" y="97635"/>
                  </a:cubicBezTo>
                  <a:cubicBezTo>
                    <a:pt x="105049" y="59635"/>
                    <a:pt x="102449" y="1335"/>
                    <a:pt x="95849" y="35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5" name="probe-noto-emoji_u1f33e-part-5"/>
            <p:cNvSpPr/>
            <p:nvPr/>
          </p:nvSpPr>
          <p:spPr>
            <a:xfrm>
              <a:off x="617400" y="397390"/>
              <a:ext cx="185907" cy="83678"/>
            </a:xfrm>
            <a:custGeom>
              <a:avLst/>
              <a:gdLst/>
              <a:ahLst/>
              <a:cxnLst/>
              <a:rect l="0" t="0" r="r" b="b"/>
              <a:pathLst>
                <a:path w="185907" h="83678">
                  <a:moveTo>
                    <a:pt x="185900" y="49110"/>
                  </a:moveTo>
                  <a:cubicBezTo>
                    <a:pt x="186600" y="45910"/>
                    <a:pt x="132900" y="710"/>
                    <a:pt x="91600" y="10"/>
                  </a:cubicBezTo>
                  <a:cubicBezTo>
                    <a:pt x="50400" y="-690"/>
                    <a:pt x="0" y="34710"/>
                    <a:pt x="0" y="34710"/>
                  </a:cubicBezTo>
                  <a:cubicBezTo>
                    <a:pt x="0" y="34710"/>
                    <a:pt x="17200" y="75910"/>
                    <a:pt x="82500" y="83110"/>
                  </a:cubicBezTo>
                  <a:cubicBezTo>
                    <a:pt x="129600" y="88410"/>
                    <a:pt x="184600" y="55010"/>
                    <a:pt x="185900" y="49110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6" name="probe-noto-emoji_u1f33e-part-6"/>
            <p:cNvSpPr/>
            <p:nvPr/>
          </p:nvSpPr>
          <p:spPr>
            <a:xfrm>
              <a:off x="688515" y="207600"/>
              <a:ext cx="120368" cy="164038"/>
            </a:xfrm>
            <a:custGeom>
              <a:avLst/>
              <a:gdLst/>
              <a:ahLst/>
              <a:cxnLst/>
              <a:rect l="0" t="0" r="r" b="b"/>
              <a:pathLst>
                <a:path w="120368" h="164038">
                  <a:moveTo>
                    <a:pt x="3485" y="163000"/>
                  </a:moveTo>
                  <a:cubicBezTo>
                    <a:pt x="8085" y="166900"/>
                    <a:pt x="61085" y="161000"/>
                    <a:pt x="91785" y="124700"/>
                  </a:cubicBezTo>
                  <a:cubicBezTo>
                    <a:pt x="124085" y="86500"/>
                    <a:pt x="124585" y="0"/>
                    <a:pt x="114785" y="0"/>
                  </a:cubicBezTo>
                  <a:cubicBezTo>
                    <a:pt x="103085" y="0"/>
                    <a:pt x="95185" y="12400"/>
                    <a:pt x="74885" y="24900"/>
                  </a:cubicBezTo>
                  <a:cubicBezTo>
                    <a:pt x="54585" y="37300"/>
                    <a:pt x="17285" y="74000"/>
                    <a:pt x="7485" y="102100"/>
                  </a:cubicBezTo>
                  <a:cubicBezTo>
                    <a:pt x="-2415" y="130300"/>
                    <a:pt x="-1115" y="159100"/>
                    <a:pt x="3485" y="163000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7" name="probe-noto-emoji_u1f33e-part-7"/>
            <p:cNvSpPr/>
            <p:nvPr/>
          </p:nvSpPr>
          <p:spPr>
            <a:xfrm>
              <a:off x="744095" y="343423"/>
              <a:ext cx="173305" cy="85438"/>
            </a:xfrm>
            <a:custGeom>
              <a:avLst/>
              <a:gdLst/>
              <a:ahLst/>
              <a:cxnLst/>
              <a:rect l="0" t="0" r="r" b="b"/>
              <a:pathLst>
                <a:path w="173305" h="85438">
                  <a:moveTo>
                    <a:pt x="5" y="33377"/>
                  </a:moveTo>
                  <a:cubicBezTo>
                    <a:pt x="1105" y="44977"/>
                    <a:pt x="42105" y="83277"/>
                    <a:pt x="87605" y="85277"/>
                  </a:cubicBezTo>
                  <a:cubicBezTo>
                    <a:pt x="133105" y="87277"/>
                    <a:pt x="173305" y="70077"/>
                    <a:pt x="173305" y="63277"/>
                  </a:cubicBezTo>
                  <a:cubicBezTo>
                    <a:pt x="173305" y="56477"/>
                    <a:pt x="144305" y="5577"/>
                    <a:pt x="94005" y="577"/>
                  </a:cubicBezTo>
                  <a:cubicBezTo>
                    <a:pt x="39605" y="-4723"/>
                    <a:pt x="-495" y="28077"/>
                    <a:pt x="5" y="33377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8" name="probe-noto-emoji_u1f33e-part-8"/>
            <p:cNvSpPr/>
            <p:nvPr/>
          </p:nvSpPr>
          <p:spPr>
            <a:xfrm>
              <a:off x="809993" y="198734"/>
              <a:ext cx="119990" cy="131678"/>
            </a:xfrm>
            <a:custGeom>
              <a:avLst/>
              <a:gdLst/>
              <a:ahLst/>
              <a:cxnLst/>
              <a:rect l="0" t="0" r="r" b="b"/>
              <a:pathLst>
                <a:path w="119990" h="131678">
                  <a:moveTo>
                    <a:pt x="1107" y="128666"/>
                  </a:moveTo>
                  <a:cubicBezTo>
                    <a:pt x="6507" y="137966"/>
                    <a:pt x="69107" y="126266"/>
                    <a:pt x="98507" y="86066"/>
                  </a:cubicBezTo>
                  <a:cubicBezTo>
                    <a:pt x="125607" y="49066"/>
                    <a:pt x="120507" y="7266"/>
                    <a:pt x="117607" y="1866"/>
                  </a:cubicBezTo>
                  <a:cubicBezTo>
                    <a:pt x="114707" y="-3534"/>
                    <a:pt x="71107" y="866"/>
                    <a:pt x="36307" y="41066"/>
                  </a:cubicBezTo>
                  <a:cubicBezTo>
                    <a:pt x="7507" y="74366"/>
                    <a:pt x="-3793" y="120066"/>
                    <a:pt x="1107" y="128666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9" name="probe-noto-emoji_u1f33e-part-9"/>
            <p:cNvSpPr/>
            <p:nvPr/>
          </p:nvSpPr>
          <p:spPr>
            <a:xfrm>
              <a:off x="876197" y="302659"/>
              <a:ext cx="160751" cy="94365"/>
            </a:xfrm>
            <a:custGeom>
              <a:avLst/>
              <a:gdLst/>
              <a:ahLst/>
              <a:cxnLst/>
              <a:rect l="0" t="0" r="r" b="b"/>
              <a:pathLst>
                <a:path w="160751" h="94365">
                  <a:moveTo>
                    <a:pt x="3" y="24741"/>
                  </a:moveTo>
                  <a:cubicBezTo>
                    <a:pt x="-297" y="33541"/>
                    <a:pt x="25903" y="69341"/>
                    <a:pt x="55803" y="83041"/>
                  </a:cubicBezTo>
                  <a:cubicBezTo>
                    <a:pt x="100803" y="103641"/>
                    <a:pt x="158103" y="91341"/>
                    <a:pt x="160603" y="83541"/>
                  </a:cubicBezTo>
                  <a:cubicBezTo>
                    <a:pt x="163003" y="75741"/>
                    <a:pt x="136103" y="22941"/>
                    <a:pt x="99903" y="7141"/>
                  </a:cubicBezTo>
                  <a:cubicBezTo>
                    <a:pt x="57303" y="-11459"/>
                    <a:pt x="503" y="10541"/>
                    <a:pt x="3" y="24741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0" name="probe-noto-emoji_u1f33e-part-10"/>
            <p:cNvSpPr/>
            <p:nvPr/>
          </p:nvSpPr>
          <p:spPr>
            <a:xfrm>
              <a:off x="940393" y="191527"/>
              <a:ext cx="156493" cy="103142"/>
            </a:xfrm>
            <a:custGeom>
              <a:avLst/>
              <a:gdLst/>
              <a:ahLst/>
              <a:cxnLst/>
              <a:rect l="0" t="0" r="r" b="b"/>
              <a:pathLst>
                <a:path w="156493" h="103142">
                  <a:moveTo>
                    <a:pt x="7" y="95673"/>
                  </a:moveTo>
                  <a:cubicBezTo>
                    <a:pt x="7" y="107473"/>
                    <a:pt x="70507" y="105473"/>
                    <a:pt x="95507" y="88373"/>
                  </a:cubicBezTo>
                  <a:cubicBezTo>
                    <a:pt x="120507" y="71273"/>
                    <a:pt x="146407" y="25173"/>
                    <a:pt x="152307" y="18873"/>
                  </a:cubicBezTo>
                  <a:cubicBezTo>
                    <a:pt x="158207" y="12573"/>
                    <a:pt x="159207" y="6173"/>
                    <a:pt x="146407" y="2273"/>
                  </a:cubicBezTo>
                  <a:cubicBezTo>
                    <a:pt x="133707" y="-1627"/>
                    <a:pt x="71007" y="-3627"/>
                    <a:pt x="34807" y="23373"/>
                  </a:cubicBezTo>
                  <a:cubicBezTo>
                    <a:pt x="-1393" y="50373"/>
                    <a:pt x="7" y="93273"/>
                    <a:pt x="7" y="95673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1" name="probe-noto-emoji_u1f33e-part-11"/>
            <p:cNvSpPr/>
            <p:nvPr/>
          </p:nvSpPr>
          <p:spPr>
            <a:xfrm>
              <a:off x="1017557" y="298648"/>
              <a:ext cx="152182" cy="115767"/>
            </a:xfrm>
            <a:custGeom>
              <a:avLst/>
              <a:gdLst/>
              <a:ahLst/>
              <a:cxnLst/>
              <a:rect l="0" t="0" r="r" b="b"/>
              <a:pathLst>
                <a:path w="152182" h="115767">
                  <a:moveTo>
                    <a:pt x="2143" y="4252"/>
                  </a:moveTo>
                  <a:cubicBezTo>
                    <a:pt x="-4357" y="7952"/>
                    <a:pt x="5543" y="20452"/>
                    <a:pt x="10443" y="30652"/>
                  </a:cubicBezTo>
                  <a:cubicBezTo>
                    <a:pt x="15343" y="40952"/>
                    <a:pt x="31943" y="82552"/>
                    <a:pt x="68243" y="100652"/>
                  </a:cubicBezTo>
                  <a:cubicBezTo>
                    <a:pt x="102943" y="117952"/>
                    <a:pt x="150043" y="116852"/>
                    <a:pt x="151943" y="114352"/>
                  </a:cubicBezTo>
                  <a:cubicBezTo>
                    <a:pt x="153943" y="111952"/>
                    <a:pt x="143743" y="53752"/>
                    <a:pt x="108343" y="27252"/>
                  </a:cubicBezTo>
                  <a:cubicBezTo>
                    <a:pt x="65243" y="-5048"/>
                    <a:pt x="14343" y="-2548"/>
                    <a:pt x="2143" y="4252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2" name="probe-noto-emoji_u1f33e-part-12"/>
            <p:cNvSpPr/>
            <p:nvPr/>
          </p:nvSpPr>
          <p:spPr>
            <a:xfrm>
              <a:off x="1072963" y="230459"/>
              <a:ext cx="170942" cy="84455"/>
            </a:xfrm>
            <a:custGeom>
              <a:avLst/>
              <a:gdLst/>
              <a:ahLst/>
              <a:cxnLst/>
              <a:rect l="0" t="0" r="r" b="b"/>
              <a:pathLst>
                <a:path w="170942" h="84455">
                  <a:moveTo>
                    <a:pt x="37" y="49941"/>
                  </a:moveTo>
                  <a:cubicBezTo>
                    <a:pt x="1237" y="55641"/>
                    <a:pt x="49037" y="80741"/>
                    <a:pt x="89637" y="84241"/>
                  </a:cubicBezTo>
                  <a:cubicBezTo>
                    <a:pt x="130237" y="87741"/>
                    <a:pt x="170437" y="47041"/>
                    <a:pt x="170937" y="42641"/>
                  </a:cubicBezTo>
                  <a:cubicBezTo>
                    <a:pt x="171437" y="38241"/>
                    <a:pt x="134237" y="-1459"/>
                    <a:pt x="92137" y="41"/>
                  </a:cubicBezTo>
                  <a:cubicBezTo>
                    <a:pt x="36837" y="1941"/>
                    <a:pt x="-1363" y="43041"/>
                    <a:pt x="37" y="49941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3" name="probe-noto-emoji_u1f33e-part-13"/>
            <p:cNvSpPr/>
            <p:nvPr/>
          </p:nvSpPr>
          <p:spPr>
            <a:xfrm>
              <a:off x="738700" y="491351"/>
              <a:ext cx="155245" cy="131249"/>
            </a:xfrm>
            <a:custGeom>
              <a:avLst/>
              <a:gdLst/>
              <a:ahLst/>
              <a:cxnLst/>
              <a:rect l="0" t="0" r="r" b="b"/>
              <a:pathLst>
                <a:path w="155245" h="131249">
                  <a:moveTo>
                    <a:pt x="155200" y="5449"/>
                  </a:moveTo>
                  <a:cubicBezTo>
                    <a:pt x="154400" y="-3851"/>
                    <a:pt x="78300" y="-5351"/>
                    <a:pt x="39700" y="34849"/>
                  </a:cubicBezTo>
                  <a:cubicBezTo>
                    <a:pt x="1000" y="74949"/>
                    <a:pt x="0" y="113149"/>
                    <a:pt x="0" y="113149"/>
                  </a:cubicBezTo>
                  <a:lnTo>
                    <a:pt x="27900" y="131249"/>
                  </a:lnTo>
                  <a:cubicBezTo>
                    <a:pt x="27900" y="131249"/>
                    <a:pt x="81300" y="107749"/>
                    <a:pt x="110100" y="79849"/>
                  </a:cubicBezTo>
                  <a:cubicBezTo>
                    <a:pt x="143700" y="47349"/>
                    <a:pt x="156100" y="16649"/>
                    <a:pt x="155200" y="5449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4" name="probe-noto-emoji_u1f33e-part-14"/>
            <p:cNvSpPr/>
            <p:nvPr/>
          </p:nvSpPr>
          <p:spPr>
            <a:xfrm>
              <a:off x="736000" y="612800"/>
              <a:ext cx="96716" cy="142404"/>
            </a:xfrm>
            <a:custGeom>
              <a:avLst/>
              <a:gdLst/>
              <a:ahLst/>
              <a:cxnLst/>
              <a:rect l="0" t="0" r="r" b="b"/>
              <a:pathLst>
                <a:path w="96716" h="142404">
                  <a:moveTo>
                    <a:pt x="88600" y="142400"/>
                  </a:moveTo>
                  <a:cubicBezTo>
                    <a:pt x="100900" y="142900"/>
                    <a:pt x="98400" y="91000"/>
                    <a:pt x="86600" y="58700"/>
                  </a:cubicBezTo>
                  <a:cubicBezTo>
                    <a:pt x="74100" y="24400"/>
                    <a:pt x="41100" y="0"/>
                    <a:pt x="41100" y="0"/>
                  </a:cubicBezTo>
                  <a:lnTo>
                    <a:pt x="0" y="8800"/>
                  </a:lnTo>
                  <a:cubicBezTo>
                    <a:pt x="0" y="8800"/>
                    <a:pt x="900" y="49500"/>
                    <a:pt x="20700" y="84800"/>
                  </a:cubicBezTo>
                  <a:cubicBezTo>
                    <a:pt x="47000" y="131400"/>
                    <a:pt x="77300" y="141900"/>
                    <a:pt x="88600" y="142400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5" name="probe-noto-emoji_u1f33e-part-15"/>
            <p:cNvSpPr/>
            <p:nvPr/>
          </p:nvSpPr>
          <p:spPr>
            <a:xfrm>
              <a:off x="835735" y="629900"/>
              <a:ext cx="95015" cy="141420"/>
            </a:xfrm>
            <a:custGeom>
              <a:avLst/>
              <a:gdLst/>
              <a:ahLst/>
              <a:cxnLst/>
              <a:rect l="0" t="0" r="r" b="b"/>
              <a:pathLst>
                <a:path w="95015" h="141420">
                  <a:moveTo>
                    <a:pt x="365" y="0"/>
                  </a:moveTo>
                  <a:cubicBezTo>
                    <a:pt x="365" y="0"/>
                    <a:pt x="-3735" y="41900"/>
                    <a:pt x="15565" y="80800"/>
                  </a:cubicBezTo>
                  <a:cubicBezTo>
                    <a:pt x="35665" y="121400"/>
                    <a:pt x="79665" y="144900"/>
                    <a:pt x="89465" y="141000"/>
                  </a:cubicBezTo>
                  <a:cubicBezTo>
                    <a:pt x="99265" y="137100"/>
                    <a:pt x="94365" y="87600"/>
                    <a:pt x="87965" y="64100"/>
                  </a:cubicBezTo>
                  <a:cubicBezTo>
                    <a:pt x="81565" y="40600"/>
                    <a:pt x="52265" y="3900"/>
                    <a:pt x="52265" y="3900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6" name="probe-noto-emoji_u1f33e-part-16"/>
            <p:cNvSpPr/>
            <p:nvPr/>
          </p:nvSpPr>
          <p:spPr>
            <a:xfrm>
              <a:off x="830700" y="534301"/>
              <a:ext cx="193804" cy="95199"/>
            </a:xfrm>
            <a:custGeom>
              <a:avLst/>
              <a:gdLst/>
              <a:ahLst/>
              <a:cxnLst/>
              <a:rect l="0" t="0" r="r" b="b"/>
              <a:pathLst>
                <a:path w="193804" h="95199">
                  <a:moveTo>
                    <a:pt x="0" y="75099"/>
                  </a:moveTo>
                  <a:cubicBezTo>
                    <a:pt x="0" y="75099"/>
                    <a:pt x="31300" y="24199"/>
                    <a:pt x="69500" y="8499"/>
                  </a:cubicBezTo>
                  <a:cubicBezTo>
                    <a:pt x="124000" y="-13901"/>
                    <a:pt x="193400" y="13899"/>
                    <a:pt x="193800" y="24199"/>
                  </a:cubicBezTo>
                  <a:cubicBezTo>
                    <a:pt x="194300" y="34499"/>
                    <a:pt x="146800" y="69199"/>
                    <a:pt x="123300" y="78099"/>
                  </a:cubicBezTo>
                  <a:cubicBezTo>
                    <a:pt x="99800" y="86899"/>
                    <a:pt x="51800" y="95199"/>
                    <a:pt x="51800" y="95199"/>
                  </a:cubicBezTo>
                  <a:lnTo>
                    <a:pt x="0" y="75099"/>
                  </a:ln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7" name="probe-noto-emoji_u1f33e-part-17"/>
            <p:cNvSpPr/>
            <p:nvPr/>
          </p:nvSpPr>
          <p:spPr>
            <a:xfrm>
              <a:off x="942780" y="610695"/>
              <a:ext cx="170320" cy="81405"/>
            </a:xfrm>
            <a:custGeom>
              <a:avLst/>
              <a:gdLst/>
              <a:ahLst/>
              <a:cxnLst/>
              <a:rect l="0" t="0" r="r" b="b"/>
              <a:pathLst>
                <a:path w="170320" h="81405">
                  <a:moveTo>
                    <a:pt x="83720" y="105"/>
                  </a:moveTo>
                  <a:cubicBezTo>
                    <a:pt x="42120" y="1905"/>
                    <a:pt x="1020" y="25605"/>
                    <a:pt x="20" y="38805"/>
                  </a:cubicBezTo>
                  <a:cubicBezTo>
                    <a:pt x="-980" y="52005"/>
                    <a:pt x="35720" y="81405"/>
                    <a:pt x="87120" y="81405"/>
                  </a:cubicBezTo>
                  <a:cubicBezTo>
                    <a:pt x="138520" y="81405"/>
                    <a:pt x="170320" y="47105"/>
                    <a:pt x="170320" y="42205"/>
                  </a:cubicBezTo>
                  <a:cubicBezTo>
                    <a:pt x="170420" y="37305"/>
                    <a:pt x="141020" y="-2295"/>
                    <a:pt x="83720" y="105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8" name="probe-noto-emoji_u1f33e-part-18"/>
            <p:cNvSpPr/>
            <p:nvPr/>
          </p:nvSpPr>
          <p:spPr>
            <a:xfrm>
              <a:off x="941383" y="667747"/>
              <a:ext cx="90161" cy="165264"/>
            </a:xfrm>
            <a:custGeom>
              <a:avLst/>
              <a:gdLst/>
              <a:ahLst/>
              <a:cxnLst/>
              <a:rect l="0" t="0" r="r" b="b"/>
              <a:pathLst>
                <a:path w="90161" h="165264">
                  <a:moveTo>
                    <a:pt x="13717" y="53"/>
                  </a:moveTo>
                  <a:cubicBezTo>
                    <a:pt x="2817" y="-1947"/>
                    <a:pt x="-8783" y="53453"/>
                    <a:pt x="9817" y="97453"/>
                  </a:cubicBezTo>
                  <a:cubicBezTo>
                    <a:pt x="28417" y="141553"/>
                    <a:pt x="78317" y="163553"/>
                    <a:pt x="82317" y="165053"/>
                  </a:cubicBezTo>
                  <a:cubicBezTo>
                    <a:pt x="95117" y="169853"/>
                    <a:pt x="91617" y="91653"/>
                    <a:pt x="76417" y="59753"/>
                  </a:cubicBezTo>
                  <a:cubicBezTo>
                    <a:pt x="62517" y="30753"/>
                    <a:pt x="29317" y="3053"/>
                    <a:pt x="13717" y="53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9" name="probe-noto-emoji_u1f33e-part-19"/>
            <p:cNvSpPr/>
            <p:nvPr/>
          </p:nvSpPr>
          <p:spPr>
            <a:xfrm>
              <a:off x="1025505" y="703722"/>
              <a:ext cx="124591" cy="137644"/>
            </a:xfrm>
            <a:custGeom>
              <a:avLst/>
              <a:gdLst/>
              <a:ahLst/>
              <a:cxnLst/>
              <a:rect l="0" t="0" r="r" b="b"/>
              <a:pathLst>
                <a:path w="124591" h="137644">
                  <a:moveTo>
                    <a:pt x="995" y="2978"/>
                  </a:moveTo>
                  <a:cubicBezTo>
                    <a:pt x="-3305" y="10478"/>
                    <a:pt x="6395" y="60778"/>
                    <a:pt x="28895" y="90078"/>
                  </a:cubicBezTo>
                  <a:cubicBezTo>
                    <a:pt x="64095" y="136078"/>
                    <a:pt x="117495" y="139478"/>
                    <a:pt x="122895" y="137078"/>
                  </a:cubicBezTo>
                  <a:cubicBezTo>
                    <a:pt x="128295" y="134678"/>
                    <a:pt x="121895" y="64578"/>
                    <a:pt x="87695" y="31378"/>
                  </a:cubicBezTo>
                  <a:cubicBezTo>
                    <a:pt x="54795" y="-522"/>
                    <a:pt x="4895" y="-3922"/>
                    <a:pt x="995" y="2978"/>
                  </a:cubicBezTo>
                  <a:close/>
                </a:path>
              </a:pathLst>
            </a:custGeom>
            <a:solidFill>
              <a:srgbClr val="FFBD13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10" name="probe-noto-emoji_u1f33f" descr="Noto Emoji artwork by Google; Apache License 2.0; preserve full bundled license. Source: https://github.com/googlefonts/noto-emoji/blob/e20cbc2bbec1926686be9f9bee7d1d2cfa1fea0e/2D/svg/emoji_u1f33f.svg; SVG SHA256: 34d3dd811644685688b50fa0ef60e772a6b6fa747a5a855e24cf1239d6a5fce6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1280000" cy="1280000"/>
          </a:xfrm>
        </p:grpSpPr>
        <p:sp>
          <p:nvSpPr>
            <p:cNvPr id="111" name="probe-noto-emoji_u1f33f-part-1"/>
            <p:cNvSpPr/>
            <p:nvPr/>
          </p:nvSpPr>
          <p:spPr>
            <a:xfrm>
              <a:off x="147713" y="378900"/>
              <a:ext cx="710787" cy="863637"/>
            </a:xfrm>
            <a:custGeom>
              <a:avLst/>
              <a:gdLst/>
              <a:ahLst/>
              <a:cxnLst/>
              <a:rect l="0" t="0" r="r" b="b"/>
              <a:pathLst>
                <a:path w="710787" h="863637">
                  <a:moveTo>
                    <a:pt x="697287" y="0"/>
                  </a:moveTo>
                  <a:cubicBezTo>
                    <a:pt x="697287" y="0"/>
                    <a:pt x="587787" y="28900"/>
                    <a:pt x="435387" y="257500"/>
                  </a:cubicBezTo>
                  <a:cubicBezTo>
                    <a:pt x="317687" y="434000"/>
                    <a:pt x="305887" y="572300"/>
                    <a:pt x="207387" y="665000"/>
                  </a:cubicBezTo>
                  <a:cubicBezTo>
                    <a:pt x="157287" y="712100"/>
                    <a:pt x="76487" y="744400"/>
                    <a:pt x="76487" y="744400"/>
                  </a:cubicBezTo>
                  <a:cubicBezTo>
                    <a:pt x="76487" y="744400"/>
                    <a:pt x="11787" y="742900"/>
                    <a:pt x="7387" y="745900"/>
                  </a:cubicBezTo>
                  <a:cubicBezTo>
                    <a:pt x="2987" y="748800"/>
                    <a:pt x="-9913" y="781200"/>
                    <a:pt x="14287" y="821000"/>
                  </a:cubicBezTo>
                  <a:cubicBezTo>
                    <a:pt x="34287" y="853900"/>
                    <a:pt x="64787" y="862200"/>
                    <a:pt x="75087" y="863600"/>
                  </a:cubicBezTo>
                  <a:cubicBezTo>
                    <a:pt x="85387" y="865100"/>
                    <a:pt x="104487" y="820900"/>
                    <a:pt x="111887" y="815000"/>
                  </a:cubicBezTo>
                  <a:cubicBezTo>
                    <a:pt x="119287" y="809100"/>
                    <a:pt x="206187" y="775700"/>
                    <a:pt x="267887" y="707600"/>
                  </a:cubicBezTo>
                  <a:cubicBezTo>
                    <a:pt x="394387" y="567800"/>
                    <a:pt x="392387" y="446500"/>
                    <a:pt x="484187" y="286800"/>
                  </a:cubicBezTo>
                  <a:cubicBezTo>
                    <a:pt x="585687" y="110300"/>
                    <a:pt x="710787" y="24900"/>
                    <a:pt x="710787" y="24900"/>
                  </a:cubicBezTo>
                  <a:lnTo>
                    <a:pt x="697287" y="0"/>
                  </a:ln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2" name="probe-noto-emoji_u1f33f-part-2"/>
            <p:cNvSpPr/>
            <p:nvPr/>
          </p:nvSpPr>
          <p:spPr>
            <a:xfrm>
              <a:off x="729317" y="32855"/>
              <a:ext cx="497919" cy="450906"/>
            </a:xfrm>
            <a:custGeom>
              <a:avLst/>
              <a:gdLst/>
              <a:ahLst/>
              <a:cxnLst/>
              <a:rect l="0" t="0" r="r" b="b"/>
              <a:pathLst>
                <a:path w="497919" h="450906">
                  <a:moveTo>
                    <a:pt x="497583" y="1045"/>
                  </a:moveTo>
                  <a:cubicBezTo>
                    <a:pt x="493683" y="-3255"/>
                    <a:pt x="244183" y="545"/>
                    <a:pt x="116083" y="116245"/>
                  </a:cubicBezTo>
                  <a:cubicBezTo>
                    <a:pt x="-36117" y="253645"/>
                    <a:pt x="5083" y="443845"/>
                    <a:pt x="5083" y="443845"/>
                  </a:cubicBezTo>
                  <a:cubicBezTo>
                    <a:pt x="5083" y="443845"/>
                    <a:pt x="182783" y="485945"/>
                    <a:pt x="316883" y="364545"/>
                  </a:cubicBezTo>
                  <a:cubicBezTo>
                    <a:pt x="473283" y="223045"/>
                    <a:pt x="501483" y="5345"/>
                    <a:pt x="497583" y="1045"/>
                  </a:cubicBez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3" name="probe-noto-emoji_u1f33f-part-3"/>
            <p:cNvSpPr/>
            <p:nvPr/>
          </p:nvSpPr>
          <p:spPr>
            <a:xfrm>
              <a:off x="571800" y="514784"/>
              <a:ext cx="664700" cy="239199"/>
            </a:xfrm>
            <a:custGeom>
              <a:avLst/>
              <a:gdLst/>
              <a:ahLst/>
              <a:cxnLst/>
              <a:rect l="0" t="0" r="r" b="b"/>
              <a:pathLst>
                <a:path w="664700" h="239199">
                  <a:moveTo>
                    <a:pt x="152200" y="190116"/>
                  </a:moveTo>
                  <a:cubicBezTo>
                    <a:pt x="160400" y="196516"/>
                    <a:pt x="172200" y="204016"/>
                    <a:pt x="189100" y="212416"/>
                  </a:cubicBezTo>
                  <a:cubicBezTo>
                    <a:pt x="284700" y="260216"/>
                    <a:pt x="404100" y="234016"/>
                    <a:pt x="462600" y="210816"/>
                  </a:cubicBezTo>
                  <a:cubicBezTo>
                    <a:pt x="543900" y="178516"/>
                    <a:pt x="664700" y="81316"/>
                    <a:pt x="664700" y="73916"/>
                  </a:cubicBezTo>
                  <a:cubicBezTo>
                    <a:pt x="664700" y="66516"/>
                    <a:pt x="609700" y="40116"/>
                    <a:pt x="531500" y="16816"/>
                  </a:cubicBezTo>
                  <a:cubicBezTo>
                    <a:pt x="453300" y="-6484"/>
                    <a:pt x="348800" y="-7584"/>
                    <a:pt x="269400" y="26316"/>
                  </a:cubicBezTo>
                  <a:cubicBezTo>
                    <a:pt x="196600" y="57416"/>
                    <a:pt x="162700" y="112116"/>
                    <a:pt x="144000" y="144916"/>
                  </a:cubicBezTo>
                  <a:cubicBezTo>
                    <a:pt x="144000" y="144916"/>
                    <a:pt x="115000" y="149516"/>
                    <a:pt x="94000" y="153116"/>
                  </a:cubicBezTo>
                  <a:cubicBezTo>
                    <a:pt x="57000" y="159416"/>
                    <a:pt x="28500" y="172116"/>
                    <a:pt x="28500" y="172116"/>
                  </a:cubicBezTo>
                  <a:lnTo>
                    <a:pt x="0" y="231316"/>
                  </a:lnTo>
                  <a:cubicBezTo>
                    <a:pt x="0" y="231316"/>
                    <a:pt x="58100" y="204916"/>
                    <a:pt x="87700" y="198516"/>
                  </a:cubicBezTo>
                  <a:cubicBezTo>
                    <a:pt x="117300" y="192116"/>
                    <a:pt x="152200" y="190116"/>
                    <a:pt x="152200" y="190116"/>
                  </a:cubicBez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4" name="probe-noto-emoji_u1f33f-part-4"/>
            <p:cNvSpPr/>
            <p:nvPr/>
          </p:nvSpPr>
          <p:spPr>
            <a:xfrm>
              <a:off x="437290" y="87257"/>
              <a:ext cx="227345" cy="621443"/>
            </a:xfrm>
            <a:custGeom>
              <a:avLst/>
              <a:gdLst/>
              <a:ahLst/>
              <a:cxnLst/>
              <a:rect l="0" t="0" r="r" b="b"/>
              <a:pathLst>
                <a:path w="227345" h="621443">
                  <a:moveTo>
                    <a:pt x="105810" y="43"/>
                  </a:moveTo>
                  <a:cubicBezTo>
                    <a:pt x="96510" y="1943"/>
                    <a:pt x="52510" y="70643"/>
                    <a:pt x="25510" y="136343"/>
                  </a:cubicBezTo>
                  <a:cubicBezTo>
                    <a:pt x="4210" y="188043"/>
                    <a:pt x="-17090" y="320143"/>
                    <a:pt x="21010" y="401543"/>
                  </a:cubicBezTo>
                  <a:cubicBezTo>
                    <a:pt x="59110" y="482943"/>
                    <a:pt x="103210" y="498343"/>
                    <a:pt x="103210" y="498343"/>
                  </a:cubicBezTo>
                  <a:cubicBezTo>
                    <a:pt x="103210" y="498343"/>
                    <a:pt x="108610" y="522043"/>
                    <a:pt x="108010" y="553843"/>
                  </a:cubicBezTo>
                  <a:cubicBezTo>
                    <a:pt x="107710" y="571843"/>
                    <a:pt x="105910" y="621443"/>
                    <a:pt x="105910" y="621443"/>
                  </a:cubicBezTo>
                  <a:lnTo>
                    <a:pt x="149410" y="602543"/>
                  </a:lnTo>
                  <a:cubicBezTo>
                    <a:pt x="149410" y="602543"/>
                    <a:pt x="152310" y="560943"/>
                    <a:pt x="152110" y="540743"/>
                  </a:cubicBezTo>
                  <a:cubicBezTo>
                    <a:pt x="151810" y="519443"/>
                    <a:pt x="149210" y="492543"/>
                    <a:pt x="149210" y="492543"/>
                  </a:cubicBezTo>
                  <a:cubicBezTo>
                    <a:pt x="149210" y="492543"/>
                    <a:pt x="221110" y="425243"/>
                    <a:pt x="226410" y="320743"/>
                  </a:cubicBezTo>
                  <a:cubicBezTo>
                    <a:pt x="230610" y="238343"/>
                    <a:pt x="221810" y="161843"/>
                    <a:pt x="176410" y="79343"/>
                  </a:cubicBezTo>
                  <a:cubicBezTo>
                    <a:pt x="140810" y="15043"/>
                    <a:pt x="111110" y="-957"/>
                    <a:pt x="105810" y="43"/>
                  </a:cubicBez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5" name="probe-noto-emoji_u1f33f-part-5"/>
            <p:cNvSpPr/>
            <p:nvPr/>
          </p:nvSpPr>
          <p:spPr>
            <a:xfrm>
              <a:off x="55263" y="244855"/>
              <a:ext cx="418137" cy="728545"/>
            </a:xfrm>
            <a:custGeom>
              <a:avLst/>
              <a:gdLst/>
              <a:ahLst/>
              <a:cxnLst/>
              <a:rect l="0" t="0" r="r" b="b"/>
              <a:pathLst>
                <a:path w="418137" h="728545">
                  <a:moveTo>
                    <a:pt x="2737" y="4645"/>
                  </a:moveTo>
                  <a:cubicBezTo>
                    <a:pt x="-8063" y="16945"/>
                    <a:pt x="16437" y="47945"/>
                    <a:pt x="18637" y="117745"/>
                  </a:cubicBezTo>
                  <a:cubicBezTo>
                    <a:pt x="20337" y="174845"/>
                    <a:pt x="30237" y="368245"/>
                    <a:pt x="87337" y="467545"/>
                  </a:cubicBezTo>
                  <a:cubicBezTo>
                    <a:pt x="144437" y="566845"/>
                    <a:pt x="223637" y="591245"/>
                    <a:pt x="249037" y="599645"/>
                  </a:cubicBezTo>
                  <a:cubicBezTo>
                    <a:pt x="274437" y="608145"/>
                    <a:pt x="329337" y="609145"/>
                    <a:pt x="329337" y="609145"/>
                  </a:cubicBezTo>
                  <a:cubicBezTo>
                    <a:pt x="329337" y="609145"/>
                    <a:pt x="352637" y="629245"/>
                    <a:pt x="361037" y="657745"/>
                  </a:cubicBezTo>
                  <a:cubicBezTo>
                    <a:pt x="369537" y="686245"/>
                    <a:pt x="377937" y="728545"/>
                    <a:pt x="377937" y="728545"/>
                  </a:cubicBezTo>
                  <a:lnTo>
                    <a:pt x="418137" y="669345"/>
                  </a:lnTo>
                  <a:cubicBezTo>
                    <a:pt x="418137" y="669345"/>
                    <a:pt x="406537" y="622845"/>
                    <a:pt x="394837" y="601745"/>
                  </a:cubicBezTo>
                  <a:cubicBezTo>
                    <a:pt x="383237" y="580645"/>
                    <a:pt x="378937" y="573245"/>
                    <a:pt x="378937" y="573245"/>
                  </a:cubicBezTo>
                  <a:cubicBezTo>
                    <a:pt x="378937" y="573245"/>
                    <a:pt x="404637" y="413345"/>
                    <a:pt x="360937" y="281545"/>
                  </a:cubicBezTo>
                  <a:cubicBezTo>
                    <a:pt x="309237" y="125145"/>
                    <a:pt x="220437" y="65945"/>
                    <a:pt x="138037" y="31045"/>
                  </a:cubicBezTo>
                  <a:cubicBezTo>
                    <a:pt x="55637" y="-3855"/>
                    <a:pt x="10137" y="-3755"/>
                    <a:pt x="2737" y="4645"/>
                  </a:cubicBez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6" name="probe-noto-emoji_u1f33f-part-6"/>
            <p:cNvSpPr/>
            <p:nvPr/>
          </p:nvSpPr>
          <p:spPr>
            <a:xfrm>
              <a:off x="461900" y="820589"/>
              <a:ext cx="775709" cy="314618"/>
            </a:xfrm>
            <a:custGeom>
              <a:avLst/>
              <a:gdLst/>
              <a:ahLst/>
              <a:cxnLst/>
              <a:rect l="0" t="0" r="r" b="b"/>
              <a:pathLst>
                <a:path w="775709" h="314618">
                  <a:moveTo>
                    <a:pt x="41100" y="109511"/>
                  </a:moveTo>
                  <a:cubicBezTo>
                    <a:pt x="41100" y="109511"/>
                    <a:pt x="60000" y="98011"/>
                    <a:pt x="93800" y="97211"/>
                  </a:cubicBezTo>
                  <a:cubicBezTo>
                    <a:pt x="124900" y="96511"/>
                    <a:pt x="144200" y="102311"/>
                    <a:pt x="144200" y="102311"/>
                  </a:cubicBezTo>
                  <a:cubicBezTo>
                    <a:pt x="144200" y="102311"/>
                    <a:pt x="202300" y="35611"/>
                    <a:pt x="267300" y="16511"/>
                  </a:cubicBezTo>
                  <a:cubicBezTo>
                    <a:pt x="328600" y="-1489"/>
                    <a:pt x="409500" y="-17589"/>
                    <a:pt x="552000" y="41511"/>
                  </a:cubicBezTo>
                  <a:cubicBezTo>
                    <a:pt x="694700" y="100711"/>
                    <a:pt x="776700" y="158111"/>
                    <a:pt x="775700" y="176111"/>
                  </a:cubicBezTo>
                  <a:cubicBezTo>
                    <a:pt x="774600" y="194111"/>
                    <a:pt x="634400" y="258311"/>
                    <a:pt x="576300" y="278311"/>
                  </a:cubicBezTo>
                  <a:cubicBezTo>
                    <a:pt x="518200" y="298411"/>
                    <a:pt x="384900" y="340611"/>
                    <a:pt x="259900" y="292311"/>
                  </a:cubicBezTo>
                  <a:cubicBezTo>
                    <a:pt x="160600" y="253911"/>
                    <a:pt x="138400" y="162311"/>
                    <a:pt x="138400" y="162311"/>
                  </a:cubicBezTo>
                  <a:cubicBezTo>
                    <a:pt x="138400" y="162311"/>
                    <a:pt x="115400" y="149611"/>
                    <a:pt x="89000" y="151111"/>
                  </a:cubicBezTo>
                  <a:cubicBezTo>
                    <a:pt x="40700" y="153711"/>
                    <a:pt x="0" y="189811"/>
                    <a:pt x="0" y="189811"/>
                  </a:cubicBezTo>
                  <a:lnTo>
                    <a:pt x="41100" y="109511"/>
                  </a:lnTo>
                  <a:close/>
                </a:path>
              </a:pathLst>
            </a:custGeom>
            <a:solidFill>
              <a:srgbClr val="5B98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7" name="probe-noto-emoji_u1f33f-part-7"/>
            <p:cNvSpPr/>
            <p:nvPr/>
          </p:nvSpPr>
          <p:spPr>
            <a:xfrm>
              <a:off x="772928" y="134748"/>
              <a:ext cx="201809" cy="253120"/>
            </a:xfrm>
            <a:custGeom>
              <a:avLst/>
              <a:gdLst/>
              <a:ahLst/>
              <a:cxnLst/>
              <a:rect l="0" t="0" r="r" b="b"/>
              <a:pathLst>
                <a:path w="201809" h="253120">
                  <a:moveTo>
                    <a:pt x="6772" y="252452"/>
                  </a:moveTo>
                  <a:cubicBezTo>
                    <a:pt x="22472" y="262152"/>
                    <a:pt x="61772" y="163652"/>
                    <a:pt x="99772" y="118252"/>
                  </a:cubicBezTo>
                  <a:cubicBezTo>
                    <a:pt x="137772" y="72852"/>
                    <a:pt x="208672" y="26352"/>
                    <a:pt x="201272" y="6252"/>
                  </a:cubicBezTo>
                  <a:cubicBezTo>
                    <a:pt x="193872" y="-13848"/>
                    <a:pt x="110372" y="14752"/>
                    <a:pt x="53272" y="88652"/>
                  </a:cubicBezTo>
                  <a:cubicBezTo>
                    <a:pt x="-3728" y="162652"/>
                    <a:pt x="-6928" y="244052"/>
                    <a:pt x="6772" y="252452"/>
                  </a:cubicBezTo>
                  <a:close/>
                </a:path>
              </a:pathLst>
            </a:custGeom>
            <a:solidFill>
              <a:srgbClr val="8DC0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8" name="probe-noto-emoji_u1f33f-part-8"/>
            <p:cNvSpPr/>
            <p:nvPr/>
          </p:nvSpPr>
          <p:spPr>
            <a:xfrm>
              <a:off x="788396" y="552296"/>
              <a:ext cx="228260" cy="86793"/>
            </a:xfrm>
            <a:custGeom>
              <a:avLst/>
              <a:gdLst/>
              <a:ahLst/>
              <a:cxnLst/>
              <a:rect l="0" t="0" r="r" b="b"/>
              <a:pathLst>
                <a:path w="228260" h="86793">
                  <a:moveTo>
                    <a:pt x="2004" y="83004"/>
                  </a:moveTo>
                  <a:cubicBezTo>
                    <a:pt x="13404" y="98704"/>
                    <a:pt x="65704" y="61304"/>
                    <a:pt x="118304" y="49204"/>
                  </a:cubicBezTo>
                  <a:cubicBezTo>
                    <a:pt x="172404" y="36704"/>
                    <a:pt x="230304" y="54304"/>
                    <a:pt x="228204" y="24904"/>
                  </a:cubicBezTo>
                  <a:cubicBezTo>
                    <a:pt x="226204" y="-2896"/>
                    <a:pt x="148904" y="-5696"/>
                    <a:pt x="98204" y="8004"/>
                  </a:cubicBezTo>
                  <a:cubicBezTo>
                    <a:pt x="47504" y="21704"/>
                    <a:pt x="-11696" y="63904"/>
                    <a:pt x="2004" y="83004"/>
                  </a:cubicBezTo>
                  <a:close/>
                </a:path>
              </a:pathLst>
            </a:custGeom>
            <a:solidFill>
              <a:srgbClr val="8DC0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19" name="probe-noto-emoji_u1f33f-part-9"/>
            <p:cNvSpPr/>
            <p:nvPr/>
          </p:nvSpPr>
          <p:spPr>
            <a:xfrm>
              <a:off x="467945" y="227884"/>
              <a:ext cx="53884" cy="257925"/>
            </a:xfrm>
            <a:custGeom>
              <a:avLst/>
              <a:gdLst/>
              <a:ahLst/>
              <a:cxnLst/>
              <a:rect l="0" t="0" r="r" b="b"/>
              <a:pathLst>
                <a:path w="53884" h="257925">
                  <a:moveTo>
                    <a:pt x="37155" y="257916"/>
                  </a:moveTo>
                  <a:cubicBezTo>
                    <a:pt x="56455" y="257116"/>
                    <a:pt x="49855" y="197716"/>
                    <a:pt x="50855" y="141616"/>
                  </a:cubicBezTo>
                  <a:cubicBezTo>
                    <a:pt x="51855" y="85516"/>
                    <a:pt x="61455" y="1016"/>
                    <a:pt x="40255" y="16"/>
                  </a:cubicBezTo>
                  <a:cubicBezTo>
                    <a:pt x="19155" y="-1084"/>
                    <a:pt x="1355" y="54716"/>
                    <a:pt x="55" y="121516"/>
                  </a:cubicBezTo>
                  <a:cubicBezTo>
                    <a:pt x="-945" y="176516"/>
                    <a:pt x="11755" y="258916"/>
                    <a:pt x="37155" y="257916"/>
                  </a:cubicBezTo>
                  <a:close/>
                </a:path>
              </a:pathLst>
            </a:custGeom>
            <a:solidFill>
              <a:srgbClr val="8DC0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0" name="probe-noto-emoji_u1f33f-part-10"/>
            <p:cNvSpPr/>
            <p:nvPr/>
          </p:nvSpPr>
          <p:spPr>
            <a:xfrm>
              <a:off x="114641" y="379591"/>
              <a:ext cx="207423" cy="409010"/>
            </a:xfrm>
            <a:custGeom>
              <a:avLst/>
              <a:gdLst/>
              <a:ahLst/>
              <a:cxnLst/>
              <a:rect l="0" t="0" r="r" b="b"/>
              <a:pathLst>
                <a:path w="207423" h="409010">
                  <a:moveTo>
                    <a:pt x="6759" y="1009"/>
                  </a:moveTo>
                  <a:cubicBezTo>
                    <a:pt x="-5941" y="5209"/>
                    <a:pt x="3059" y="34809"/>
                    <a:pt x="3559" y="48609"/>
                  </a:cubicBezTo>
                  <a:cubicBezTo>
                    <a:pt x="6759" y="139509"/>
                    <a:pt x="37359" y="280109"/>
                    <a:pt x="87059" y="341409"/>
                  </a:cubicBezTo>
                  <a:cubicBezTo>
                    <a:pt x="125659" y="389009"/>
                    <a:pt x="169459" y="423809"/>
                    <a:pt x="199059" y="402709"/>
                  </a:cubicBezTo>
                  <a:cubicBezTo>
                    <a:pt x="228659" y="381609"/>
                    <a:pt x="172359" y="336009"/>
                    <a:pt x="144059" y="290709"/>
                  </a:cubicBezTo>
                  <a:cubicBezTo>
                    <a:pt x="98659" y="217809"/>
                    <a:pt x="70059" y="124809"/>
                    <a:pt x="55259" y="79309"/>
                  </a:cubicBezTo>
                  <a:cubicBezTo>
                    <a:pt x="40459" y="33809"/>
                    <a:pt x="30659" y="-6991"/>
                    <a:pt x="6759" y="1009"/>
                  </a:cubicBezTo>
                  <a:close/>
                </a:path>
              </a:pathLst>
            </a:custGeom>
            <a:solidFill>
              <a:srgbClr val="8DC02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1" name="probe-noto-emoji_u1f33f-part-11"/>
            <p:cNvSpPr/>
            <p:nvPr/>
          </p:nvSpPr>
          <p:spPr>
            <a:xfrm>
              <a:off x="674062" y="867087"/>
              <a:ext cx="239824" cy="69664"/>
            </a:xfrm>
            <a:custGeom>
              <a:avLst/>
              <a:gdLst/>
              <a:ahLst/>
              <a:cxnLst/>
              <a:rect l="0" t="0" r="r" b="b"/>
              <a:pathLst>
                <a:path w="239824" h="69664">
                  <a:moveTo>
                    <a:pt x="38" y="53313"/>
                  </a:moveTo>
                  <a:cubicBezTo>
                    <a:pt x="1938" y="81013"/>
                    <a:pt x="62138" y="66513"/>
                    <a:pt x="125938" y="60213"/>
                  </a:cubicBezTo>
                  <a:cubicBezTo>
                    <a:pt x="189738" y="53913"/>
                    <a:pt x="242238" y="45113"/>
                    <a:pt x="239738" y="21713"/>
                  </a:cubicBezTo>
                  <a:cubicBezTo>
                    <a:pt x="237438" y="-87"/>
                    <a:pt x="166138" y="-2387"/>
                    <a:pt x="109838" y="1613"/>
                  </a:cubicBezTo>
                  <a:cubicBezTo>
                    <a:pt x="53538" y="5613"/>
                    <a:pt x="-1662" y="28613"/>
                    <a:pt x="38" y="53313"/>
                  </a:cubicBezTo>
                  <a:close/>
                </a:path>
              </a:pathLst>
            </a:custGeom>
            <a:solidFill>
              <a:srgbClr val="8DC02D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22" name="probe-noto-emoji_u1f342" descr="Noto Emoji artwork by Google; Apache License 2.0; preserve full bundled license. Source: https://github.com/googlefonts/noto-emoji/blob/e20cbc2bbec1926686be9f9bee7d1d2cfa1fea0e/2D/svg/emoji_u1f342.svg; SVG SHA256: 428316d19bf469d9319876a76237c2e597142a7d4955dbe4b026e3fe609092d3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1280000" cy="1280000"/>
          </a:xfrm>
        </p:grpSpPr>
        <p:sp>
          <p:nvSpPr>
            <p:cNvPr id="123" name="probe-noto-emoji_u1f342-part-1"/>
            <p:cNvSpPr/>
            <p:nvPr/>
          </p:nvSpPr>
          <p:spPr>
            <a:xfrm>
              <a:off x="32000" y="273000"/>
              <a:ext cx="805139" cy="767260"/>
            </a:xfrm>
            <a:custGeom>
              <a:avLst/>
              <a:gdLst/>
              <a:ahLst/>
              <a:cxnLst/>
              <a:rect l="0" t="0" r="r" b="b"/>
              <a:pathLst>
                <a:path w="805139" h="767260">
                  <a:moveTo>
                    <a:pt x="633200" y="0"/>
                  </a:moveTo>
                  <a:lnTo>
                    <a:pt x="362700" y="584500"/>
                  </a:lnTo>
                  <a:cubicBezTo>
                    <a:pt x="362700" y="584500"/>
                    <a:pt x="-200" y="693800"/>
                    <a:pt x="0" y="712200"/>
                  </a:cubicBezTo>
                  <a:cubicBezTo>
                    <a:pt x="300" y="741300"/>
                    <a:pt x="111300" y="780600"/>
                    <a:pt x="252500" y="762800"/>
                  </a:cubicBezTo>
                  <a:cubicBezTo>
                    <a:pt x="402400" y="743900"/>
                    <a:pt x="442000" y="697700"/>
                    <a:pt x="453400" y="697700"/>
                  </a:cubicBezTo>
                  <a:cubicBezTo>
                    <a:pt x="464800" y="697700"/>
                    <a:pt x="520800" y="724800"/>
                    <a:pt x="538400" y="723200"/>
                  </a:cubicBezTo>
                  <a:cubicBezTo>
                    <a:pt x="567000" y="720600"/>
                    <a:pt x="575600" y="668600"/>
                    <a:pt x="609800" y="636200"/>
                  </a:cubicBezTo>
                  <a:cubicBezTo>
                    <a:pt x="648700" y="599300"/>
                    <a:pt x="715800" y="518700"/>
                    <a:pt x="715800" y="518700"/>
                  </a:cubicBezTo>
                  <a:cubicBezTo>
                    <a:pt x="715800" y="518700"/>
                    <a:pt x="739000" y="550900"/>
                    <a:pt x="758400" y="543200"/>
                  </a:cubicBezTo>
                  <a:cubicBezTo>
                    <a:pt x="772000" y="537800"/>
                    <a:pt x="790100" y="435300"/>
                    <a:pt x="795500" y="381700"/>
                  </a:cubicBezTo>
                  <a:cubicBezTo>
                    <a:pt x="797500" y="362300"/>
                    <a:pt x="809700" y="301500"/>
                    <a:pt x="803300" y="223300"/>
                  </a:cubicBezTo>
                  <a:cubicBezTo>
                    <a:pt x="789000" y="48000"/>
                    <a:pt x="633200" y="0"/>
                    <a:pt x="633200" y="0"/>
                  </a:cubicBezTo>
                  <a:close/>
                </a:path>
              </a:pathLst>
            </a:custGeom>
            <a:solidFill>
              <a:srgbClr val="865B5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4" name="probe-noto-emoji_u1f342-part-2"/>
            <p:cNvSpPr/>
            <p:nvPr/>
          </p:nvSpPr>
          <p:spPr>
            <a:xfrm>
              <a:off x="779582" y="196331"/>
              <a:ext cx="446711" cy="400526"/>
            </a:xfrm>
            <a:custGeom>
              <a:avLst/>
              <a:gdLst/>
              <a:ahLst/>
              <a:cxnLst/>
              <a:rect l="0" t="0" r="r" b="b"/>
              <a:pathLst>
                <a:path w="446711" h="400526">
                  <a:moveTo>
                    <a:pt x="43418" y="69"/>
                  </a:moveTo>
                  <a:cubicBezTo>
                    <a:pt x="28218" y="2469"/>
                    <a:pt x="10518" y="18969"/>
                    <a:pt x="4218" y="37969"/>
                  </a:cubicBezTo>
                  <a:cubicBezTo>
                    <a:pt x="-3382" y="60769"/>
                    <a:pt x="418" y="86969"/>
                    <a:pt x="6718" y="92369"/>
                  </a:cubicBezTo>
                  <a:cubicBezTo>
                    <a:pt x="17718" y="101769"/>
                    <a:pt x="71518" y="83569"/>
                    <a:pt x="77218" y="83569"/>
                  </a:cubicBezTo>
                  <a:cubicBezTo>
                    <a:pt x="92718" y="83569"/>
                    <a:pt x="129018" y="101869"/>
                    <a:pt x="129018" y="101869"/>
                  </a:cubicBezTo>
                  <a:cubicBezTo>
                    <a:pt x="129018" y="101869"/>
                    <a:pt x="86418" y="173269"/>
                    <a:pt x="123918" y="241569"/>
                  </a:cubicBezTo>
                  <a:cubicBezTo>
                    <a:pt x="158618" y="304669"/>
                    <a:pt x="208618" y="324869"/>
                    <a:pt x="273818" y="337969"/>
                  </a:cubicBezTo>
                  <a:cubicBezTo>
                    <a:pt x="314918" y="346269"/>
                    <a:pt x="356418" y="349069"/>
                    <a:pt x="392518" y="362969"/>
                  </a:cubicBezTo>
                  <a:cubicBezTo>
                    <a:pt x="428618" y="376869"/>
                    <a:pt x="426518" y="401869"/>
                    <a:pt x="434118" y="400469"/>
                  </a:cubicBezTo>
                  <a:cubicBezTo>
                    <a:pt x="441718" y="399069"/>
                    <a:pt x="454918" y="338069"/>
                    <a:pt x="439718" y="271369"/>
                  </a:cubicBezTo>
                  <a:cubicBezTo>
                    <a:pt x="424418" y="204769"/>
                    <a:pt x="392418" y="92669"/>
                    <a:pt x="298218" y="52069"/>
                  </a:cubicBezTo>
                  <a:cubicBezTo>
                    <a:pt x="216918" y="17069"/>
                    <a:pt x="159218" y="67669"/>
                    <a:pt x="159218" y="67669"/>
                  </a:cubicBezTo>
                  <a:cubicBezTo>
                    <a:pt x="159218" y="67669"/>
                    <a:pt x="117218" y="46369"/>
                    <a:pt x="89518" y="40569"/>
                  </a:cubicBezTo>
                  <a:cubicBezTo>
                    <a:pt x="86318" y="40069"/>
                    <a:pt x="56218" y="-1931"/>
                    <a:pt x="43418" y="69"/>
                  </a:cubicBezTo>
                  <a:close/>
                </a:path>
              </a:pathLst>
            </a:custGeom>
            <a:solidFill>
              <a:srgbClr val="F7922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5" name="probe-noto-emoji_u1f342-part-3"/>
            <p:cNvSpPr/>
            <p:nvPr/>
          </p:nvSpPr>
          <p:spPr>
            <a:xfrm>
              <a:off x="816519" y="575045"/>
              <a:ext cx="424582" cy="656129"/>
            </a:xfrm>
            <a:custGeom>
              <a:avLst/>
              <a:gdLst/>
              <a:ahLst/>
              <a:cxnLst/>
              <a:rect l="0" t="0" r="r" b="b"/>
              <a:pathLst>
                <a:path w="424582" h="656129">
                  <a:moveTo>
                    <a:pt x="182381" y="114255"/>
                  </a:moveTo>
                  <a:cubicBezTo>
                    <a:pt x="182381" y="114255"/>
                    <a:pt x="182681" y="73755"/>
                    <a:pt x="187581" y="64755"/>
                  </a:cubicBezTo>
                  <a:cubicBezTo>
                    <a:pt x="192481" y="55755"/>
                    <a:pt x="215981" y="23855"/>
                    <a:pt x="216681" y="18255"/>
                  </a:cubicBezTo>
                  <a:cubicBezTo>
                    <a:pt x="217381" y="12655"/>
                    <a:pt x="185781" y="2155"/>
                    <a:pt x="160481" y="255"/>
                  </a:cubicBezTo>
                  <a:cubicBezTo>
                    <a:pt x="132181" y="-1945"/>
                    <a:pt x="104981" y="10655"/>
                    <a:pt x="104981" y="15555"/>
                  </a:cubicBezTo>
                  <a:cubicBezTo>
                    <a:pt x="104981" y="20455"/>
                    <a:pt x="133281" y="61755"/>
                    <a:pt x="134781" y="68555"/>
                  </a:cubicBezTo>
                  <a:cubicBezTo>
                    <a:pt x="136581" y="76455"/>
                    <a:pt x="136181" y="123155"/>
                    <a:pt x="136181" y="123155"/>
                  </a:cubicBezTo>
                  <a:cubicBezTo>
                    <a:pt x="136181" y="123155"/>
                    <a:pt x="73581" y="131655"/>
                    <a:pt x="31381" y="202455"/>
                  </a:cubicBezTo>
                  <a:cubicBezTo>
                    <a:pt x="-39919" y="322155"/>
                    <a:pt x="32581" y="431755"/>
                    <a:pt x="32581" y="431755"/>
                  </a:cubicBezTo>
                  <a:lnTo>
                    <a:pt x="106681" y="404655"/>
                  </a:lnTo>
                  <a:lnTo>
                    <a:pt x="59681" y="476355"/>
                  </a:lnTo>
                  <a:cubicBezTo>
                    <a:pt x="59681" y="476355"/>
                    <a:pt x="78481" y="527455"/>
                    <a:pt x="171781" y="591355"/>
                  </a:cubicBezTo>
                  <a:cubicBezTo>
                    <a:pt x="268881" y="657855"/>
                    <a:pt x="421381" y="667255"/>
                    <a:pt x="424481" y="645955"/>
                  </a:cubicBezTo>
                  <a:cubicBezTo>
                    <a:pt x="426381" y="632655"/>
                    <a:pt x="401281" y="620455"/>
                    <a:pt x="371681" y="563255"/>
                  </a:cubicBezTo>
                  <a:cubicBezTo>
                    <a:pt x="334681" y="491755"/>
                    <a:pt x="356581" y="405855"/>
                    <a:pt x="360981" y="343355"/>
                  </a:cubicBezTo>
                  <a:cubicBezTo>
                    <a:pt x="365381" y="280855"/>
                    <a:pt x="347581" y="196355"/>
                    <a:pt x="276981" y="151655"/>
                  </a:cubicBezTo>
                  <a:cubicBezTo>
                    <a:pt x="224181" y="118155"/>
                    <a:pt x="182381" y="114255"/>
                    <a:pt x="182381" y="114255"/>
                  </a:cubicBezTo>
                  <a:close/>
                </a:path>
              </a:pathLst>
            </a:custGeom>
            <a:solidFill>
              <a:srgbClr val="ED6B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6" name="probe-noto-emoji_u1f342-part-4"/>
            <p:cNvSpPr/>
            <p:nvPr/>
          </p:nvSpPr>
          <p:spPr>
            <a:xfrm>
              <a:off x="31544" y="41788"/>
              <a:ext cx="782136" cy="970592"/>
            </a:xfrm>
            <a:custGeom>
              <a:avLst/>
              <a:gdLst/>
              <a:ahLst/>
              <a:cxnLst/>
              <a:rect l="0" t="0" r="r" b="b"/>
              <a:pathLst>
                <a:path w="782136" h="970592">
                  <a:moveTo>
                    <a:pt x="573656" y="204212"/>
                  </a:moveTo>
                  <a:cubicBezTo>
                    <a:pt x="573656" y="204212"/>
                    <a:pt x="583056" y="179212"/>
                    <a:pt x="597756" y="147312"/>
                  </a:cubicBezTo>
                  <a:cubicBezTo>
                    <a:pt x="609756" y="121412"/>
                    <a:pt x="629956" y="95312"/>
                    <a:pt x="629956" y="95312"/>
                  </a:cubicBezTo>
                  <a:cubicBezTo>
                    <a:pt x="629956" y="95312"/>
                    <a:pt x="618556" y="10012"/>
                    <a:pt x="621656" y="2712"/>
                  </a:cubicBezTo>
                  <a:cubicBezTo>
                    <a:pt x="624756" y="-4588"/>
                    <a:pt x="668456" y="3712"/>
                    <a:pt x="699656" y="17312"/>
                  </a:cubicBezTo>
                  <a:cubicBezTo>
                    <a:pt x="730856" y="30812"/>
                    <a:pt x="764156" y="57912"/>
                    <a:pt x="759956" y="67212"/>
                  </a:cubicBezTo>
                  <a:cubicBezTo>
                    <a:pt x="755756" y="76512"/>
                    <a:pt x="704856" y="106712"/>
                    <a:pt x="686156" y="127512"/>
                  </a:cubicBezTo>
                  <a:cubicBezTo>
                    <a:pt x="667456" y="148312"/>
                    <a:pt x="654956" y="170112"/>
                    <a:pt x="648756" y="186812"/>
                  </a:cubicBezTo>
                  <a:cubicBezTo>
                    <a:pt x="642556" y="203412"/>
                    <a:pt x="634156" y="230512"/>
                    <a:pt x="634156" y="230512"/>
                  </a:cubicBezTo>
                  <a:cubicBezTo>
                    <a:pt x="634156" y="230512"/>
                    <a:pt x="765556" y="270512"/>
                    <a:pt x="780356" y="425912"/>
                  </a:cubicBezTo>
                  <a:cubicBezTo>
                    <a:pt x="792456" y="552712"/>
                    <a:pt x="741056" y="663112"/>
                    <a:pt x="681656" y="727212"/>
                  </a:cubicBezTo>
                  <a:cubicBezTo>
                    <a:pt x="622256" y="791312"/>
                    <a:pt x="575756" y="833912"/>
                    <a:pt x="564756" y="855812"/>
                  </a:cubicBezTo>
                  <a:cubicBezTo>
                    <a:pt x="553756" y="877712"/>
                    <a:pt x="532756" y="915212"/>
                    <a:pt x="518056" y="910912"/>
                  </a:cubicBezTo>
                  <a:cubicBezTo>
                    <a:pt x="512056" y="909112"/>
                    <a:pt x="454156" y="884312"/>
                    <a:pt x="446356" y="884312"/>
                  </a:cubicBezTo>
                  <a:cubicBezTo>
                    <a:pt x="438556" y="884312"/>
                    <a:pt x="372656" y="931212"/>
                    <a:pt x="275156" y="954212"/>
                  </a:cubicBezTo>
                  <a:cubicBezTo>
                    <a:pt x="162756" y="980712"/>
                    <a:pt x="67456" y="968212"/>
                    <a:pt x="43956" y="963512"/>
                  </a:cubicBezTo>
                  <a:cubicBezTo>
                    <a:pt x="20556" y="958812"/>
                    <a:pt x="-7944" y="953212"/>
                    <a:pt x="2056" y="937812"/>
                  </a:cubicBezTo>
                  <a:cubicBezTo>
                    <a:pt x="10656" y="924512"/>
                    <a:pt x="59656" y="888312"/>
                    <a:pt x="97356" y="845412"/>
                  </a:cubicBezTo>
                  <a:cubicBezTo>
                    <a:pt x="138256" y="798812"/>
                    <a:pt x="159656" y="749312"/>
                    <a:pt x="159656" y="749312"/>
                  </a:cubicBezTo>
                  <a:cubicBezTo>
                    <a:pt x="159656" y="749312"/>
                    <a:pt x="118956" y="727312"/>
                    <a:pt x="118056" y="712912"/>
                  </a:cubicBezTo>
                  <a:cubicBezTo>
                    <a:pt x="117256" y="697912"/>
                    <a:pt x="147956" y="675212"/>
                    <a:pt x="169956" y="637612"/>
                  </a:cubicBezTo>
                  <a:cubicBezTo>
                    <a:pt x="184856" y="612212"/>
                    <a:pt x="208956" y="560812"/>
                    <a:pt x="208956" y="546712"/>
                  </a:cubicBezTo>
                  <a:cubicBezTo>
                    <a:pt x="208956" y="532612"/>
                    <a:pt x="171556" y="505712"/>
                    <a:pt x="172056" y="494812"/>
                  </a:cubicBezTo>
                  <a:cubicBezTo>
                    <a:pt x="172556" y="484012"/>
                    <a:pt x="208456" y="475112"/>
                    <a:pt x="242756" y="415612"/>
                  </a:cubicBezTo>
                  <a:cubicBezTo>
                    <a:pt x="272656" y="363712"/>
                    <a:pt x="294456" y="270112"/>
                    <a:pt x="395956" y="223412"/>
                  </a:cubicBezTo>
                  <a:cubicBezTo>
                    <a:pt x="497056" y="177012"/>
                    <a:pt x="573656" y="204212"/>
                    <a:pt x="573656" y="204212"/>
                  </a:cubicBezTo>
                  <a:close/>
                </a:path>
              </a:pathLst>
            </a:custGeom>
            <a:solidFill>
              <a:srgbClr val="C36639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7" name="probe-noto-emoji_u1f342-part-5"/>
            <p:cNvSpPr/>
            <p:nvPr/>
          </p:nvSpPr>
          <p:spPr>
            <a:xfrm>
              <a:off x="996772" y="319415"/>
              <a:ext cx="135729" cy="145448"/>
            </a:xfrm>
            <a:custGeom>
              <a:avLst/>
              <a:gdLst/>
              <a:ahLst/>
              <a:cxnLst/>
              <a:rect l="0" t="0" r="r" b="b"/>
              <a:pathLst>
                <a:path w="135729" h="145448">
                  <a:moveTo>
                    <a:pt x="135728" y="16985"/>
                  </a:moveTo>
                  <a:cubicBezTo>
                    <a:pt x="135928" y="25085"/>
                    <a:pt x="35928" y="32285"/>
                    <a:pt x="35928" y="32285"/>
                  </a:cubicBezTo>
                  <a:cubicBezTo>
                    <a:pt x="35928" y="32285"/>
                    <a:pt x="37528" y="141085"/>
                    <a:pt x="26928" y="145185"/>
                  </a:cubicBezTo>
                  <a:cubicBezTo>
                    <a:pt x="9428" y="151885"/>
                    <a:pt x="-5872" y="28785"/>
                    <a:pt x="2228" y="11185"/>
                  </a:cubicBezTo>
                  <a:cubicBezTo>
                    <a:pt x="10228" y="-6415"/>
                    <a:pt x="135228" y="-2315"/>
                    <a:pt x="135728" y="16985"/>
                  </a:cubicBezTo>
                  <a:close/>
                </a:path>
              </a:pathLst>
            </a:custGeom>
            <a:solidFill>
              <a:srgbClr val="ED6B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8" name="probe-noto-emoji_u1f342-part-6"/>
            <p:cNvSpPr/>
            <p:nvPr/>
          </p:nvSpPr>
          <p:spPr>
            <a:xfrm>
              <a:off x="950397" y="298139"/>
              <a:ext cx="234857" cy="210808"/>
            </a:xfrm>
            <a:custGeom>
              <a:avLst/>
              <a:gdLst/>
              <a:ahLst/>
              <a:cxnLst/>
              <a:rect l="0" t="0" r="r" b="b"/>
              <a:pathLst>
                <a:path w="234857" h="210808">
                  <a:moveTo>
                    <a:pt x="2803" y="3861"/>
                  </a:moveTo>
                  <a:cubicBezTo>
                    <a:pt x="-11597" y="21561"/>
                    <a:pt x="31203" y="40561"/>
                    <a:pt x="91803" y="88961"/>
                  </a:cubicBezTo>
                  <a:cubicBezTo>
                    <a:pt x="182803" y="161561"/>
                    <a:pt x="225303" y="213961"/>
                    <a:pt x="233803" y="210661"/>
                  </a:cubicBezTo>
                  <a:cubicBezTo>
                    <a:pt x="242303" y="207361"/>
                    <a:pt x="199103" y="126261"/>
                    <a:pt x="114103" y="60861"/>
                  </a:cubicBezTo>
                  <a:cubicBezTo>
                    <a:pt x="57003" y="16861"/>
                    <a:pt x="14503" y="-10539"/>
                    <a:pt x="2803" y="3861"/>
                  </a:cubicBezTo>
                  <a:close/>
                </a:path>
              </a:pathLst>
            </a:custGeom>
            <a:solidFill>
              <a:srgbClr val="ED6B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29" name="probe-noto-emoji_u1f342-part-7"/>
            <p:cNvSpPr/>
            <p:nvPr/>
          </p:nvSpPr>
          <p:spPr>
            <a:xfrm>
              <a:off x="972550" y="740497"/>
              <a:ext cx="164147" cy="413555"/>
            </a:xfrm>
            <a:custGeom>
              <a:avLst/>
              <a:gdLst/>
              <a:ahLst/>
              <a:cxnLst/>
              <a:rect l="0" t="0" r="r" b="b"/>
              <a:pathLst>
                <a:path w="164147" h="413555">
                  <a:moveTo>
                    <a:pt x="10650" y="3"/>
                  </a:moveTo>
                  <a:cubicBezTo>
                    <a:pt x="-850" y="503"/>
                    <a:pt x="-10950" y="69303"/>
                    <a:pt x="25050" y="197703"/>
                  </a:cubicBezTo>
                  <a:cubicBezTo>
                    <a:pt x="61150" y="326303"/>
                    <a:pt x="156950" y="417803"/>
                    <a:pt x="163550" y="413403"/>
                  </a:cubicBezTo>
                  <a:cubicBezTo>
                    <a:pt x="172250" y="407603"/>
                    <a:pt x="83450" y="280603"/>
                    <a:pt x="59650" y="191903"/>
                  </a:cubicBezTo>
                  <a:cubicBezTo>
                    <a:pt x="37550" y="109503"/>
                    <a:pt x="27250" y="-697"/>
                    <a:pt x="10650" y="3"/>
                  </a:cubicBezTo>
                  <a:close/>
                </a:path>
              </a:pathLst>
            </a:custGeom>
            <a:solidFill>
              <a:srgbClr val="AB573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0" name="probe-noto-emoji_u1f342-part-8"/>
            <p:cNvSpPr/>
            <p:nvPr/>
          </p:nvSpPr>
          <p:spPr>
            <a:xfrm>
              <a:off x="877562" y="800300"/>
              <a:ext cx="269844" cy="159392"/>
            </a:xfrm>
            <a:custGeom>
              <a:avLst/>
              <a:gdLst/>
              <a:ahLst/>
              <a:cxnLst/>
              <a:rect l="0" t="0" r="r" b="b"/>
              <a:pathLst>
                <a:path w="269844" h="159392">
                  <a:moveTo>
                    <a:pt x="2038" y="159200"/>
                  </a:moveTo>
                  <a:cubicBezTo>
                    <a:pt x="6738" y="162600"/>
                    <a:pt x="48338" y="120100"/>
                    <a:pt x="76738" y="88800"/>
                  </a:cubicBezTo>
                  <a:cubicBezTo>
                    <a:pt x="97538" y="65800"/>
                    <a:pt x="116438" y="45500"/>
                    <a:pt x="116438" y="45500"/>
                  </a:cubicBezTo>
                  <a:cubicBezTo>
                    <a:pt x="116438" y="45500"/>
                    <a:pt x="144338" y="58800"/>
                    <a:pt x="175638" y="72200"/>
                  </a:cubicBezTo>
                  <a:cubicBezTo>
                    <a:pt x="217538" y="90200"/>
                    <a:pt x="262938" y="115000"/>
                    <a:pt x="269438" y="106100"/>
                  </a:cubicBezTo>
                  <a:cubicBezTo>
                    <a:pt x="275238" y="98200"/>
                    <a:pt x="217538" y="52700"/>
                    <a:pt x="182838" y="33900"/>
                  </a:cubicBezTo>
                  <a:cubicBezTo>
                    <a:pt x="148238" y="15100"/>
                    <a:pt x="110638" y="0"/>
                    <a:pt x="110638" y="0"/>
                  </a:cubicBezTo>
                  <a:cubicBezTo>
                    <a:pt x="110638" y="0"/>
                    <a:pt x="76038" y="31000"/>
                    <a:pt x="55038" y="57700"/>
                  </a:cubicBezTo>
                  <a:cubicBezTo>
                    <a:pt x="41138" y="75600"/>
                    <a:pt x="-10862" y="149800"/>
                    <a:pt x="2038" y="159200"/>
                  </a:cubicBezTo>
                  <a:close/>
                </a:path>
              </a:pathLst>
            </a:custGeom>
            <a:solidFill>
              <a:srgbClr val="AB573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1" name="probe-noto-emoji_u1f342-part-9"/>
            <p:cNvSpPr/>
            <p:nvPr/>
          </p:nvSpPr>
          <p:spPr>
            <a:xfrm>
              <a:off x="984462" y="958979"/>
              <a:ext cx="160320" cy="173073"/>
            </a:xfrm>
            <a:custGeom>
              <a:avLst/>
              <a:gdLst/>
              <a:ahLst/>
              <a:cxnLst/>
              <a:rect l="0" t="0" r="r" b="b"/>
              <a:pathLst>
                <a:path w="160320" h="173073">
                  <a:moveTo>
                    <a:pt x="47538" y="21"/>
                  </a:moveTo>
                  <a:cubicBezTo>
                    <a:pt x="24638" y="1421"/>
                    <a:pt x="6538" y="84621"/>
                    <a:pt x="3038" y="115421"/>
                  </a:cubicBezTo>
                  <a:cubicBezTo>
                    <a:pt x="-462" y="146221"/>
                    <a:pt x="-2262" y="170121"/>
                    <a:pt x="5138" y="173021"/>
                  </a:cubicBezTo>
                  <a:cubicBezTo>
                    <a:pt x="12738" y="176121"/>
                    <a:pt x="54738" y="38521"/>
                    <a:pt x="54738" y="38521"/>
                  </a:cubicBezTo>
                  <a:cubicBezTo>
                    <a:pt x="54738" y="38521"/>
                    <a:pt x="152838" y="120221"/>
                    <a:pt x="159538" y="112321"/>
                  </a:cubicBezTo>
                  <a:cubicBezTo>
                    <a:pt x="166238" y="104421"/>
                    <a:pt x="128238" y="56421"/>
                    <a:pt x="107738" y="38821"/>
                  </a:cubicBezTo>
                  <a:cubicBezTo>
                    <a:pt x="87238" y="21221"/>
                    <a:pt x="60038" y="-779"/>
                    <a:pt x="47538" y="21"/>
                  </a:cubicBezTo>
                  <a:close/>
                </a:path>
              </a:pathLst>
            </a:custGeom>
            <a:solidFill>
              <a:srgbClr val="AB573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2" name="probe-noto-emoji_u1f342-part-10"/>
            <p:cNvSpPr/>
            <p:nvPr/>
          </p:nvSpPr>
          <p:spPr>
            <a:xfrm>
              <a:off x="177592" y="297728"/>
              <a:ext cx="443265" cy="630247"/>
            </a:xfrm>
            <a:custGeom>
              <a:avLst/>
              <a:gdLst/>
              <a:ahLst/>
              <a:cxnLst/>
              <a:rect l="0" t="0" r="r" b="b"/>
              <a:pathLst>
                <a:path w="443265" h="630247">
                  <a:moveTo>
                    <a:pt x="438908" y="372"/>
                  </a:moveTo>
                  <a:cubicBezTo>
                    <a:pt x="425408" y="-4528"/>
                    <a:pt x="391708" y="38172"/>
                    <a:pt x="332408" y="177872"/>
                  </a:cubicBezTo>
                  <a:cubicBezTo>
                    <a:pt x="267308" y="331072"/>
                    <a:pt x="186608" y="434972"/>
                    <a:pt x="124708" y="505172"/>
                  </a:cubicBezTo>
                  <a:cubicBezTo>
                    <a:pt x="41908" y="599072"/>
                    <a:pt x="-10892" y="621772"/>
                    <a:pt x="1908" y="629472"/>
                  </a:cubicBezTo>
                  <a:cubicBezTo>
                    <a:pt x="18208" y="639272"/>
                    <a:pt x="166708" y="555172"/>
                    <a:pt x="253508" y="430272"/>
                  </a:cubicBezTo>
                  <a:cubicBezTo>
                    <a:pt x="296708" y="368072"/>
                    <a:pt x="324508" y="315872"/>
                    <a:pt x="348108" y="265972"/>
                  </a:cubicBezTo>
                  <a:cubicBezTo>
                    <a:pt x="391308" y="174772"/>
                    <a:pt x="399108" y="139472"/>
                    <a:pt x="408608" y="112172"/>
                  </a:cubicBezTo>
                  <a:cubicBezTo>
                    <a:pt x="432008" y="44572"/>
                    <a:pt x="452508" y="5272"/>
                    <a:pt x="438908" y="372"/>
                  </a:cubicBezTo>
                  <a:close/>
                </a:path>
              </a:pathLst>
            </a:custGeom>
            <a:solidFill>
              <a:srgbClr val="865B5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3" name="probe-noto-emoji_u1f342-part-11"/>
            <p:cNvSpPr/>
            <p:nvPr/>
          </p:nvSpPr>
          <p:spPr>
            <a:xfrm>
              <a:off x="221281" y="596544"/>
              <a:ext cx="313585" cy="284329"/>
            </a:xfrm>
            <a:custGeom>
              <a:avLst/>
              <a:gdLst/>
              <a:ahLst/>
              <a:cxnLst/>
              <a:rect l="0" t="0" r="r" b="b"/>
              <a:pathLst>
                <a:path w="313585" h="284329">
                  <a:moveTo>
                    <a:pt x="19" y="133956"/>
                  </a:moveTo>
                  <a:cubicBezTo>
                    <a:pt x="-1481" y="148156"/>
                    <a:pt x="86919" y="131656"/>
                    <a:pt x="127319" y="115656"/>
                  </a:cubicBezTo>
                  <a:cubicBezTo>
                    <a:pt x="167719" y="99656"/>
                    <a:pt x="213419" y="76856"/>
                    <a:pt x="213419" y="76856"/>
                  </a:cubicBezTo>
                  <a:cubicBezTo>
                    <a:pt x="213419" y="76856"/>
                    <a:pt x="223019" y="126956"/>
                    <a:pt x="235119" y="165056"/>
                  </a:cubicBezTo>
                  <a:cubicBezTo>
                    <a:pt x="252819" y="220656"/>
                    <a:pt x="301219" y="290756"/>
                    <a:pt x="310919" y="283856"/>
                  </a:cubicBezTo>
                  <a:cubicBezTo>
                    <a:pt x="322719" y="275456"/>
                    <a:pt x="292419" y="224856"/>
                    <a:pt x="277219" y="154956"/>
                  </a:cubicBezTo>
                  <a:cubicBezTo>
                    <a:pt x="262519" y="87256"/>
                    <a:pt x="258919" y="8256"/>
                    <a:pt x="258119" y="656"/>
                  </a:cubicBezTo>
                  <a:cubicBezTo>
                    <a:pt x="257319" y="-6544"/>
                    <a:pt x="195919" y="47156"/>
                    <a:pt x="123419" y="80856"/>
                  </a:cubicBezTo>
                  <a:cubicBezTo>
                    <a:pt x="56319" y="112056"/>
                    <a:pt x="1719" y="117956"/>
                    <a:pt x="19" y="133956"/>
                  </a:cubicBezTo>
                  <a:close/>
                </a:path>
              </a:pathLst>
            </a:custGeom>
            <a:solidFill>
              <a:srgbClr val="865B5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4" name="probe-noto-emoji_u1f342-part-12"/>
            <p:cNvSpPr/>
            <p:nvPr/>
          </p:nvSpPr>
          <p:spPr>
            <a:xfrm>
              <a:off x="285322" y="360800"/>
              <a:ext cx="437617" cy="323296"/>
            </a:xfrm>
            <a:custGeom>
              <a:avLst/>
              <a:gdLst/>
              <a:ahLst/>
              <a:cxnLst/>
              <a:rect l="0" t="0" r="r" b="b"/>
              <a:pathLst>
                <a:path w="437617" h="323296">
                  <a:moveTo>
                    <a:pt x="1878" y="159800"/>
                  </a:moveTo>
                  <a:cubicBezTo>
                    <a:pt x="13878" y="173100"/>
                    <a:pt x="95578" y="167000"/>
                    <a:pt x="152678" y="144700"/>
                  </a:cubicBezTo>
                  <a:cubicBezTo>
                    <a:pt x="213678" y="120800"/>
                    <a:pt x="261478" y="103700"/>
                    <a:pt x="261478" y="103700"/>
                  </a:cubicBezTo>
                  <a:cubicBezTo>
                    <a:pt x="261478" y="103700"/>
                    <a:pt x="269978" y="141300"/>
                    <a:pt x="312778" y="218400"/>
                  </a:cubicBezTo>
                  <a:cubicBezTo>
                    <a:pt x="356178" y="296600"/>
                    <a:pt x="422778" y="331700"/>
                    <a:pt x="434578" y="321600"/>
                  </a:cubicBezTo>
                  <a:cubicBezTo>
                    <a:pt x="452778" y="306000"/>
                    <a:pt x="384978" y="275400"/>
                    <a:pt x="344378" y="169100"/>
                  </a:cubicBezTo>
                  <a:cubicBezTo>
                    <a:pt x="310178" y="79600"/>
                    <a:pt x="305778" y="0"/>
                    <a:pt x="305778" y="0"/>
                  </a:cubicBezTo>
                  <a:cubicBezTo>
                    <a:pt x="305778" y="0"/>
                    <a:pt x="257178" y="47600"/>
                    <a:pt x="154578" y="91800"/>
                  </a:cubicBezTo>
                  <a:cubicBezTo>
                    <a:pt x="61778" y="131800"/>
                    <a:pt x="-12922" y="143500"/>
                    <a:pt x="1878" y="159800"/>
                  </a:cubicBezTo>
                  <a:close/>
                </a:path>
              </a:pathLst>
            </a:custGeom>
            <a:solidFill>
              <a:srgbClr val="865B50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35" name="probe-noto-emoji_u1f343" descr="Noto Emoji artwork by Google; Apache License 2.0; preserve full bundled license. Source: https://github.com/googlefonts/noto-emoji/blob/e20cbc2bbec1926686be9f9bee7d1d2cfa1fea0e/2D/svg/emoji_u1f343.svg; SVG SHA256: 60adf004ce659f588a93be8081763231eaaf4daeffcee506f637e9aca9d1a135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1280000" cy="1280000"/>
          </a:xfrm>
        </p:grpSpPr>
        <p:sp>
          <p:nvSpPr>
            <p:cNvPr id="136" name="probe-noto-emoji_u1f343-part-1"/>
            <p:cNvSpPr/>
            <p:nvPr/>
          </p:nvSpPr>
          <p:spPr>
            <a:xfrm>
              <a:off x="485288" y="241817"/>
              <a:ext cx="599697" cy="477662"/>
            </a:xfrm>
            <a:custGeom>
              <a:avLst/>
              <a:gdLst/>
              <a:ahLst/>
              <a:cxnLst/>
              <a:rect l="0" t="0" r="r" b="b"/>
              <a:pathLst>
                <a:path w="599697" h="477662">
                  <a:moveTo>
                    <a:pt x="413912" y="67283"/>
                  </a:moveTo>
                  <a:cubicBezTo>
                    <a:pt x="413912" y="67283"/>
                    <a:pt x="446812" y="27483"/>
                    <a:pt x="493412" y="8383"/>
                  </a:cubicBezTo>
                  <a:cubicBezTo>
                    <a:pt x="528212" y="-5917"/>
                    <a:pt x="563012" y="1283"/>
                    <a:pt x="572012" y="6583"/>
                  </a:cubicBezTo>
                  <a:cubicBezTo>
                    <a:pt x="581012" y="11883"/>
                    <a:pt x="613112" y="42283"/>
                    <a:pt x="593412" y="56583"/>
                  </a:cubicBezTo>
                  <a:cubicBezTo>
                    <a:pt x="573712" y="70883"/>
                    <a:pt x="566712" y="50883"/>
                    <a:pt x="532712" y="50383"/>
                  </a:cubicBezTo>
                  <a:cubicBezTo>
                    <a:pt x="478212" y="49483"/>
                    <a:pt x="450612" y="86083"/>
                    <a:pt x="450612" y="86083"/>
                  </a:cubicBezTo>
                  <a:cubicBezTo>
                    <a:pt x="450612" y="86083"/>
                    <a:pt x="596212" y="159983"/>
                    <a:pt x="517512" y="336283"/>
                  </a:cubicBezTo>
                  <a:cubicBezTo>
                    <a:pt x="438812" y="512583"/>
                    <a:pt x="228812" y="481483"/>
                    <a:pt x="176112" y="463183"/>
                  </a:cubicBezTo>
                  <a:cubicBezTo>
                    <a:pt x="94012" y="434783"/>
                    <a:pt x="40412" y="387683"/>
                    <a:pt x="22912" y="377883"/>
                  </a:cubicBezTo>
                  <a:cubicBezTo>
                    <a:pt x="5412" y="368083"/>
                    <a:pt x="-8788" y="351583"/>
                    <a:pt x="6512" y="342883"/>
                  </a:cubicBezTo>
                  <a:cubicBezTo>
                    <a:pt x="21812" y="334183"/>
                    <a:pt x="59712" y="336083"/>
                    <a:pt x="90712" y="305683"/>
                  </a:cubicBezTo>
                  <a:cubicBezTo>
                    <a:pt x="137712" y="259683"/>
                    <a:pt x="146112" y="179283"/>
                    <a:pt x="187012" y="126283"/>
                  </a:cubicBezTo>
                  <a:cubicBezTo>
                    <a:pt x="282212" y="2683"/>
                    <a:pt x="413912" y="67383"/>
                    <a:pt x="413912" y="67283"/>
                  </a:cubicBezTo>
                  <a:lnTo>
                    <a:pt x="413912" y="67283"/>
                  </a:lnTo>
                  <a:close/>
                </a:path>
              </a:pathLst>
            </a:custGeom>
            <a:solidFill>
              <a:srgbClr val="8BC12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7" name="probe-noto-emoji_u1f343-part-2"/>
            <p:cNvSpPr/>
            <p:nvPr/>
          </p:nvSpPr>
          <p:spPr>
            <a:xfrm>
              <a:off x="258370" y="741117"/>
              <a:ext cx="738412" cy="496716"/>
            </a:xfrm>
            <a:custGeom>
              <a:avLst/>
              <a:gdLst/>
              <a:ahLst/>
              <a:cxnLst/>
              <a:rect l="0" t="0" r="r" b="b"/>
              <a:pathLst>
                <a:path w="738412" h="496716">
                  <a:moveTo>
                    <a:pt x="143430" y="321583"/>
                  </a:moveTo>
                  <a:cubicBezTo>
                    <a:pt x="143430" y="321583"/>
                    <a:pt x="135430" y="186483"/>
                    <a:pt x="187530" y="116483"/>
                  </a:cubicBezTo>
                  <a:cubicBezTo>
                    <a:pt x="239630" y="46483"/>
                    <a:pt x="335530" y="17783"/>
                    <a:pt x="426330" y="25583"/>
                  </a:cubicBezTo>
                  <a:cubicBezTo>
                    <a:pt x="517230" y="33383"/>
                    <a:pt x="584730" y="54483"/>
                    <a:pt x="637830" y="44183"/>
                  </a:cubicBezTo>
                  <a:cubicBezTo>
                    <a:pt x="691430" y="33883"/>
                    <a:pt x="699830" y="11283"/>
                    <a:pt x="712830" y="2883"/>
                  </a:cubicBezTo>
                  <a:cubicBezTo>
                    <a:pt x="723530" y="-4017"/>
                    <a:pt x="736530" y="2183"/>
                    <a:pt x="737830" y="13883"/>
                  </a:cubicBezTo>
                  <a:cubicBezTo>
                    <a:pt x="739130" y="25583"/>
                    <a:pt x="740430" y="98283"/>
                    <a:pt x="715730" y="176183"/>
                  </a:cubicBezTo>
                  <a:cubicBezTo>
                    <a:pt x="691030" y="254083"/>
                    <a:pt x="623330" y="455383"/>
                    <a:pt x="430130" y="490283"/>
                  </a:cubicBezTo>
                  <a:cubicBezTo>
                    <a:pt x="226230" y="527183"/>
                    <a:pt x="179630" y="394183"/>
                    <a:pt x="138030" y="373483"/>
                  </a:cubicBezTo>
                  <a:cubicBezTo>
                    <a:pt x="96530" y="352683"/>
                    <a:pt x="39330" y="372183"/>
                    <a:pt x="30330" y="376083"/>
                  </a:cubicBezTo>
                  <a:cubicBezTo>
                    <a:pt x="21330" y="379983"/>
                    <a:pt x="-7270" y="357883"/>
                    <a:pt x="1730" y="325483"/>
                  </a:cubicBezTo>
                  <a:cubicBezTo>
                    <a:pt x="10730" y="293083"/>
                    <a:pt x="32930" y="290483"/>
                    <a:pt x="52330" y="303383"/>
                  </a:cubicBezTo>
                  <a:cubicBezTo>
                    <a:pt x="71730" y="316283"/>
                    <a:pt x="99030" y="328083"/>
                    <a:pt x="143230" y="321583"/>
                  </a:cubicBezTo>
                  <a:lnTo>
                    <a:pt x="143430" y="321583"/>
                  </a:lnTo>
                  <a:close/>
                </a:path>
              </a:pathLst>
            </a:custGeom>
            <a:solidFill>
              <a:srgbClr val="8BC12D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8" name="probe-noto-emoji_u1f343-part-3"/>
            <p:cNvSpPr/>
            <p:nvPr/>
          </p:nvSpPr>
          <p:spPr>
            <a:xfrm>
              <a:off x="594299" y="342141"/>
              <a:ext cx="296691" cy="273812"/>
            </a:xfrm>
            <a:custGeom>
              <a:avLst/>
              <a:gdLst/>
              <a:ahLst/>
              <a:cxnLst/>
              <a:rect l="0" t="0" r="r" b="b"/>
              <a:pathLst>
                <a:path w="296691" h="273812">
                  <a:moveTo>
                    <a:pt x="242801" y="38359"/>
                  </a:moveTo>
                  <a:cubicBezTo>
                    <a:pt x="218401" y="79659"/>
                    <a:pt x="215101" y="129159"/>
                    <a:pt x="173901" y="184859"/>
                  </a:cubicBezTo>
                  <a:cubicBezTo>
                    <a:pt x="134501" y="238259"/>
                    <a:pt x="79601" y="245959"/>
                    <a:pt x="39701" y="246459"/>
                  </a:cubicBezTo>
                  <a:cubicBezTo>
                    <a:pt x="10001" y="246759"/>
                    <a:pt x="101" y="251759"/>
                    <a:pt x="1" y="258059"/>
                  </a:cubicBezTo>
                  <a:cubicBezTo>
                    <a:pt x="-199" y="264759"/>
                    <a:pt x="20101" y="273359"/>
                    <a:pt x="54601" y="273759"/>
                  </a:cubicBezTo>
                  <a:cubicBezTo>
                    <a:pt x="93201" y="274159"/>
                    <a:pt x="150901" y="273759"/>
                    <a:pt x="203901" y="217759"/>
                  </a:cubicBezTo>
                  <a:cubicBezTo>
                    <a:pt x="246401" y="172959"/>
                    <a:pt x="258501" y="95659"/>
                    <a:pt x="267401" y="66259"/>
                  </a:cubicBezTo>
                  <a:cubicBezTo>
                    <a:pt x="273701" y="45359"/>
                    <a:pt x="289601" y="28359"/>
                    <a:pt x="292601" y="23359"/>
                  </a:cubicBezTo>
                  <a:cubicBezTo>
                    <a:pt x="296001" y="17759"/>
                    <a:pt x="299501" y="9959"/>
                    <a:pt x="293201" y="3059"/>
                  </a:cubicBezTo>
                  <a:cubicBezTo>
                    <a:pt x="286901" y="-3841"/>
                    <a:pt x="273801" y="2159"/>
                    <a:pt x="266801" y="8959"/>
                  </a:cubicBezTo>
                  <a:cubicBezTo>
                    <a:pt x="260501" y="15059"/>
                    <a:pt x="251001" y="24559"/>
                    <a:pt x="242701" y="38459"/>
                  </a:cubicBezTo>
                  <a:lnTo>
                    <a:pt x="242801" y="38359"/>
                  </a:lnTo>
                  <a:close/>
                </a:path>
              </a:pathLst>
            </a:custGeom>
            <a:solidFill>
              <a:srgbClr val="5896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39" name="probe-noto-emoji_u1f343-part-4"/>
            <p:cNvSpPr/>
            <p:nvPr/>
          </p:nvSpPr>
          <p:spPr>
            <a:xfrm>
              <a:off x="448421" y="849222"/>
              <a:ext cx="453100" cy="239856"/>
            </a:xfrm>
            <a:custGeom>
              <a:avLst/>
              <a:gdLst/>
              <a:ahLst/>
              <a:cxnLst/>
              <a:rect l="0" t="0" r="r" b="b"/>
              <a:pathLst>
                <a:path w="453100" h="239856">
                  <a:moveTo>
                    <a:pt x="2579" y="236478"/>
                  </a:moveTo>
                  <a:cubicBezTo>
                    <a:pt x="12479" y="253378"/>
                    <a:pt x="80079" y="202578"/>
                    <a:pt x="132679" y="178578"/>
                  </a:cubicBezTo>
                  <a:cubicBezTo>
                    <a:pt x="186079" y="154178"/>
                    <a:pt x="279179" y="146278"/>
                    <a:pt x="340279" y="114378"/>
                  </a:cubicBezTo>
                  <a:cubicBezTo>
                    <a:pt x="405379" y="80478"/>
                    <a:pt x="468179" y="22478"/>
                    <a:pt x="449879" y="2978"/>
                  </a:cubicBezTo>
                  <a:cubicBezTo>
                    <a:pt x="435579" y="-12122"/>
                    <a:pt x="423179" y="33278"/>
                    <a:pt x="323379" y="69778"/>
                  </a:cubicBezTo>
                  <a:cubicBezTo>
                    <a:pt x="259079" y="93278"/>
                    <a:pt x="183479" y="106278"/>
                    <a:pt x="142479" y="124978"/>
                  </a:cubicBezTo>
                  <a:cubicBezTo>
                    <a:pt x="101479" y="143678"/>
                    <a:pt x="34679" y="190078"/>
                    <a:pt x="22179" y="201578"/>
                  </a:cubicBezTo>
                  <a:cubicBezTo>
                    <a:pt x="9679" y="213078"/>
                    <a:pt x="-6321" y="221178"/>
                    <a:pt x="2579" y="236478"/>
                  </a:cubicBezTo>
                  <a:lnTo>
                    <a:pt x="2579" y="236478"/>
                  </a:lnTo>
                  <a:close/>
                </a:path>
              </a:pathLst>
            </a:custGeom>
            <a:solidFill>
              <a:srgbClr val="58962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0" name="probe-noto-emoji_u1f343-part-5"/>
            <p:cNvSpPr/>
            <p:nvPr/>
          </p:nvSpPr>
          <p:spPr>
            <a:xfrm>
              <a:off x="753322" y="113526"/>
              <a:ext cx="50178" cy="134939"/>
            </a:xfrm>
            <a:custGeom>
              <a:avLst/>
              <a:gdLst/>
              <a:ahLst/>
              <a:cxnLst/>
              <a:rect l="0" t="0" r="r" b="b"/>
              <a:pathLst>
                <a:path w="50178" h="134939">
                  <a:moveTo>
                    <a:pt x="9578" y="1574"/>
                  </a:moveTo>
                  <a:cubicBezTo>
                    <a:pt x="-12022" y="12774"/>
                    <a:pt x="9578" y="34274"/>
                    <a:pt x="10178" y="71874"/>
                  </a:cubicBezTo>
                  <a:cubicBezTo>
                    <a:pt x="10778" y="109474"/>
                    <a:pt x="5978" y="128774"/>
                    <a:pt x="16878" y="134274"/>
                  </a:cubicBezTo>
                  <a:cubicBezTo>
                    <a:pt x="27778" y="139774"/>
                    <a:pt x="50178" y="110674"/>
                    <a:pt x="50178" y="65174"/>
                  </a:cubicBezTo>
                  <a:cubicBezTo>
                    <a:pt x="50178" y="19674"/>
                    <a:pt x="25978" y="-6926"/>
                    <a:pt x="9578" y="1574"/>
                  </a:cubicBezTo>
                  <a:close/>
                </a:path>
              </a:pathLst>
            </a:custGeom>
            <a:solidFill>
              <a:srgbClr val="B1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1" name="probe-noto-emoji_u1f343-part-6"/>
            <p:cNvSpPr/>
            <p:nvPr/>
          </p:nvSpPr>
          <p:spPr>
            <a:xfrm>
              <a:off x="927350" y="40121"/>
              <a:ext cx="59688" cy="202760"/>
            </a:xfrm>
            <a:custGeom>
              <a:avLst/>
              <a:gdLst/>
              <a:ahLst/>
              <a:cxnLst/>
              <a:rect l="0" t="0" r="r" b="b"/>
              <a:pathLst>
                <a:path w="59688" h="202760">
                  <a:moveTo>
                    <a:pt x="4150" y="1979"/>
                  </a:moveTo>
                  <a:cubicBezTo>
                    <a:pt x="-10450" y="11179"/>
                    <a:pt x="17750" y="52179"/>
                    <a:pt x="23050" y="98779"/>
                  </a:cubicBezTo>
                  <a:cubicBezTo>
                    <a:pt x="28350" y="145379"/>
                    <a:pt x="10250" y="196779"/>
                    <a:pt x="23950" y="202179"/>
                  </a:cubicBezTo>
                  <a:cubicBezTo>
                    <a:pt x="40650" y="208779"/>
                    <a:pt x="64750" y="158179"/>
                    <a:pt x="58750" y="99279"/>
                  </a:cubicBezTo>
                  <a:cubicBezTo>
                    <a:pt x="51750" y="30679"/>
                    <a:pt x="22650" y="-9621"/>
                    <a:pt x="4150" y="1979"/>
                  </a:cubicBezTo>
                  <a:lnTo>
                    <a:pt x="4150" y="1979"/>
                  </a:lnTo>
                  <a:close/>
                </a:path>
              </a:pathLst>
            </a:custGeom>
            <a:solidFill>
              <a:srgbClr val="B1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2" name="probe-noto-emoji_u1f343-part-7"/>
            <p:cNvSpPr/>
            <p:nvPr/>
          </p:nvSpPr>
          <p:spPr>
            <a:xfrm>
              <a:off x="1050524" y="108069"/>
              <a:ext cx="114722" cy="369062"/>
            </a:xfrm>
            <a:custGeom>
              <a:avLst/>
              <a:gdLst/>
              <a:ahLst/>
              <a:cxnLst/>
              <a:rect l="0" t="0" r="r" b="b"/>
              <a:pathLst>
                <a:path w="114722" h="369062">
                  <a:moveTo>
                    <a:pt x="66376" y="1431"/>
                  </a:moveTo>
                  <a:cubicBezTo>
                    <a:pt x="45876" y="15131"/>
                    <a:pt x="94076" y="82431"/>
                    <a:pt x="74376" y="191831"/>
                  </a:cubicBezTo>
                  <a:cubicBezTo>
                    <a:pt x="57476" y="285931"/>
                    <a:pt x="21676" y="327731"/>
                    <a:pt x="13576" y="336831"/>
                  </a:cubicBezTo>
                  <a:cubicBezTo>
                    <a:pt x="5076" y="346431"/>
                    <a:pt x="-4124" y="360631"/>
                    <a:pt x="1976" y="366731"/>
                  </a:cubicBezTo>
                  <a:cubicBezTo>
                    <a:pt x="8076" y="372831"/>
                    <a:pt x="28076" y="366231"/>
                    <a:pt x="40076" y="355331"/>
                  </a:cubicBezTo>
                  <a:cubicBezTo>
                    <a:pt x="66476" y="331131"/>
                    <a:pt x="98276" y="275231"/>
                    <a:pt x="111076" y="194431"/>
                  </a:cubicBezTo>
                  <a:cubicBezTo>
                    <a:pt x="122576" y="121831"/>
                    <a:pt x="103676" y="52031"/>
                    <a:pt x="98276" y="35031"/>
                  </a:cubicBezTo>
                  <a:cubicBezTo>
                    <a:pt x="92876" y="18031"/>
                    <a:pt x="78276" y="-6369"/>
                    <a:pt x="66376" y="1531"/>
                  </a:cubicBezTo>
                  <a:lnTo>
                    <a:pt x="66376" y="1431"/>
                  </a:lnTo>
                  <a:close/>
                </a:path>
              </a:pathLst>
            </a:custGeom>
            <a:solidFill>
              <a:srgbClr val="B1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3" name="probe-noto-emoji_u1f343-part-8"/>
            <p:cNvSpPr/>
            <p:nvPr/>
          </p:nvSpPr>
          <p:spPr>
            <a:xfrm>
              <a:off x="307114" y="407101"/>
              <a:ext cx="99895" cy="323461"/>
            </a:xfrm>
            <a:custGeom>
              <a:avLst/>
              <a:gdLst/>
              <a:ahLst/>
              <a:cxnLst/>
              <a:rect l="0" t="0" r="r" b="b"/>
              <a:pathLst>
                <a:path w="99895" h="323461">
                  <a:moveTo>
                    <a:pt x="51686" y="499"/>
                  </a:moveTo>
                  <a:cubicBezTo>
                    <a:pt x="36086" y="-6901"/>
                    <a:pt x="-16714" y="68499"/>
                    <a:pt x="5286" y="189899"/>
                  </a:cubicBezTo>
                  <a:cubicBezTo>
                    <a:pt x="15086" y="243699"/>
                    <a:pt x="36286" y="279299"/>
                    <a:pt x="56186" y="299399"/>
                  </a:cubicBezTo>
                  <a:cubicBezTo>
                    <a:pt x="76086" y="319599"/>
                    <a:pt x="93586" y="328499"/>
                    <a:pt x="99186" y="320599"/>
                  </a:cubicBezTo>
                  <a:cubicBezTo>
                    <a:pt x="102986" y="315199"/>
                    <a:pt x="91086" y="302399"/>
                    <a:pt x="74086" y="272499"/>
                  </a:cubicBezTo>
                  <a:cubicBezTo>
                    <a:pt x="61386" y="250299"/>
                    <a:pt x="45486" y="220199"/>
                    <a:pt x="39986" y="174099"/>
                  </a:cubicBezTo>
                  <a:cubicBezTo>
                    <a:pt x="30886" y="97799"/>
                    <a:pt x="41286" y="59199"/>
                    <a:pt x="48386" y="34899"/>
                  </a:cubicBezTo>
                  <a:cubicBezTo>
                    <a:pt x="54386" y="14199"/>
                    <a:pt x="57186" y="2799"/>
                    <a:pt x="51786" y="299"/>
                  </a:cubicBezTo>
                  <a:lnTo>
                    <a:pt x="51686" y="499"/>
                  </a:lnTo>
                  <a:close/>
                </a:path>
              </a:pathLst>
            </a:custGeom>
            <a:solidFill>
              <a:srgbClr val="B1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4" name="probe-noto-emoji_u1f343-part-9"/>
            <p:cNvSpPr/>
            <p:nvPr/>
          </p:nvSpPr>
          <p:spPr>
            <a:xfrm>
              <a:off x="191446" y="529754"/>
              <a:ext cx="175497" cy="312492"/>
            </a:xfrm>
            <a:custGeom>
              <a:avLst/>
              <a:gdLst/>
              <a:ahLst/>
              <a:cxnLst/>
              <a:rect l="0" t="0" r="r" b="b"/>
              <a:pathLst>
                <a:path w="175497" h="312492">
                  <a:moveTo>
                    <a:pt x="22654" y="246"/>
                  </a:moveTo>
                  <a:cubicBezTo>
                    <a:pt x="-1246" y="-6454"/>
                    <a:pt x="-19246" y="125446"/>
                    <a:pt x="38854" y="216546"/>
                  </a:cubicBezTo>
                  <a:cubicBezTo>
                    <a:pt x="65254" y="257846"/>
                    <a:pt x="93554" y="280946"/>
                    <a:pt x="119354" y="295846"/>
                  </a:cubicBezTo>
                  <a:cubicBezTo>
                    <a:pt x="145154" y="310746"/>
                    <a:pt x="168354" y="317546"/>
                    <a:pt x="174654" y="308246"/>
                  </a:cubicBezTo>
                  <a:cubicBezTo>
                    <a:pt x="184154" y="294246"/>
                    <a:pt x="110954" y="263546"/>
                    <a:pt x="75754" y="203146"/>
                  </a:cubicBezTo>
                  <a:cubicBezTo>
                    <a:pt x="10454" y="91146"/>
                    <a:pt x="36654" y="4246"/>
                    <a:pt x="22654" y="246"/>
                  </a:cubicBezTo>
                  <a:close/>
                </a:path>
              </a:pathLst>
            </a:custGeom>
            <a:solidFill>
              <a:srgbClr val="B1E3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5" name="probe-noto-emoji_u1f343-part-10"/>
            <p:cNvSpPr/>
            <p:nvPr/>
          </p:nvSpPr>
          <p:spPr>
            <a:xfrm>
              <a:off x="107684" y="670188"/>
              <a:ext cx="232116" cy="291441"/>
            </a:xfrm>
            <a:custGeom>
              <a:avLst/>
              <a:gdLst/>
              <a:ahLst/>
              <a:cxnLst/>
              <a:rect l="0" t="0" r="r" b="b"/>
              <a:pathLst>
                <a:path w="232116" h="291441">
                  <a:moveTo>
                    <a:pt x="17516" y="12"/>
                  </a:moveTo>
                  <a:cubicBezTo>
                    <a:pt x="7516" y="-588"/>
                    <a:pt x="1916" y="22412"/>
                    <a:pt x="816" y="33012"/>
                  </a:cubicBezTo>
                  <a:cubicBezTo>
                    <a:pt x="-284" y="43612"/>
                    <a:pt x="-8684" y="136412"/>
                    <a:pt x="66716" y="216312"/>
                  </a:cubicBezTo>
                  <a:cubicBezTo>
                    <a:pt x="113916" y="266212"/>
                    <a:pt x="159016" y="285412"/>
                    <a:pt x="191916" y="290112"/>
                  </a:cubicBezTo>
                  <a:cubicBezTo>
                    <a:pt x="211616" y="292912"/>
                    <a:pt x="232116" y="291812"/>
                    <a:pt x="232116" y="281712"/>
                  </a:cubicBezTo>
                  <a:cubicBezTo>
                    <a:pt x="232116" y="270512"/>
                    <a:pt x="215016" y="267712"/>
                    <a:pt x="191116" y="258912"/>
                  </a:cubicBezTo>
                  <a:cubicBezTo>
                    <a:pt x="157616" y="246612"/>
                    <a:pt x="132316" y="231812"/>
                    <a:pt x="91816" y="187312"/>
                  </a:cubicBezTo>
                  <a:cubicBezTo>
                    <a:pt x="31016" y="120312"/>
                    <a:pt x="25716" y="48512"/>
                    <a:pt x="25416" y="31912"/>
                  </a:cubicBezTo>
                  <a:cubicBezTo>
                    <a:pt x="25216" y="20712"/>
                    <a:pt x="26416" y="612"/>
                    <a:pt x="17416" y="12"/>
                  </a:cubicBezTo>
                  <a:lnTo>
                    <a:pt x="17516" y="12"/>
                  </a:lnTo>
                  <a:close/>
                </a:path>
              </a:pathLst>
            </a:custGeom>
            <a:solidFill>
              <a:srgbClr val="B1E3F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46" name="probe-noto-emoji_u1f344" descr="Noto Emoji artwork by Google; Apache License 2.0; preserve full bundled license. Source: https://github.com/googlefonts/noto-emoji/blob/e20cbc2bbec1926686be9f9bee7d1d2cfa1fea0e/2D/svg/emoji_u1f344.svg; SVG SHA256: 852dfb03510b793a74740c9e224e9d03a1fc2599bc049e16d5c5df6fc4eb211b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1280000" cy="1280000"/>
          </a:xfrm>
        </p:grpSpPr>
        <p:sp>
          <p:nvSpPr>
            <p:cNvPr id="147" name="probe-noto-emoji_u1f344-part-1"/>
            <p:cNvSpPr/>
            <p:nvPr/>
          </p:nvSpPr>
          <p:spPr>
            <a:xfrm>
              <a:off x="395900" y="752200"/>
              <a:ext cx="492448" cy="482200"/>
            </a:xfrm>
            <a:custGeom>
              <a:avLst/>
              <a:gdLst/>
              <a:ahLst/>
              <a:cxnLst/>
              <a:rect l="0" t="0" r="r" b="b"/>
              <a:pathLst>
                <a:path w="492448" h="482200">
                  <a:moveTo>
                    <a:pt x="3300" y="0"/>
                  </a:moveTo>
                  <a:cubicBezTo>
                    <a:pt x="3300" y="0"/>
                    <a:pt x="8000" y="67200"/>
                    <a:pt x="6100" y="101400"/>
                  </a:cubicBezTo>
                  <a:cubicBezTo>
                    <a:pt x="4100" y="135600"/>
                    <a:pt x="0" y="164200"/>
                    <a:pt x="0" y="164200"/>
                  </a:cubicBezTo>
                  <a:lnTo>
                    <a:pt x="32000" y="422700"/>
                  </a:lnTo>
                  <a:lnTo>
                    <a:pt x="33700" y="449700"/>
                  </a:lnTo>
                  <a:cubicBezTo>
                    <a:pt x="33700" y="449700"/>
                    <a:pt x="90000" y="482200"/>
                    <a:pt x="207000" y="482200"/>
                  </a:cubicBezTo>
                  <a:cubicBezTo>
                    <a:pt x="382400" y="482200"/>
                    <a:pt x="459800" y="454400"/>
                    <a:pt x="486000" y="398700"/>
                  </a:cubicBezTo>
                  <a:cubicBezTo>
                    <a:pt x="507100" y="353600"/>
                    <a:pt x="470300" y="251400"/>
                    <a:pt x="462800" y="216200"/>
                  </a:cubicBezTo>
                  <a:cubicBezTo>
                    <a:pt x="438100" y="100200"/>
                    <a:pt x="452400" y="16400"/>
                    <a:pt x="452400" y="16400"/>
                  </a:cubicBezTo>
                  <a:lnTo>
                    <a:pt x="3300" y="0"/>
                  </a:lnTo>
                  <a:close/>
                </a:path>
              </a:pathLst>
            </a:custGeom>
            <a:solidFill>
              <a:srgbClr val="C4A87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8" name="probe-noto-emoji_u1f344-part-2"/>
            <p:cNvSpPr/>
            <p:nvPr/>
          </p:nvSpPr>
          <p:spPr>
            <a:xfrm>
              <a:off x="345617" y="912500"/>
              <a:ext cx="405583" cy="294164"/>
            </a:xfrm>
            <a:custGeom>
              <a:avLst/>
              <a:gdLst/>
              <a:ahLst/>
              <a:cxnLst/>
              <a:rect l="0" t="0" r="r" b="b"/>
              <a:pathLst>
                <a:path w="405583" h="294164">
                  <a:moveTo>
                    <a:pt x="3483" y="216300"/>
                  </a:moveTo>
                  <a:cubicBezTo>
                    <a:pt x="15783" y="271000"/>
                    <a:pt x="90183" y="292200"/>
                    <a:pt x="90183" y="292200"/>
                  </a:cubicBezTo>
                  <a:cubicBezTo>
                    <a:pt x="90183" y="292200"/>
                    <a:pt x="198483" y="298300"/>
                    <a:pt x="267083" y="289000"/>
                  </a:cubicBezTo>
                  <a:cubicBezTo>
                    <a:pt x="337483" y="279400"/>
                    <a:pt x="395483" y="262800"/>
                    <a:pt x="401483" y="221800"/>
                  </a:cubicBezTo>
                  <a:cubicBezTo>
                    <a:pt x="407483" y="180800"/>
                    <a:pt x="405883" y="153200"/>
                    <a:pt x="403083" y="109800"/>
                  </a:cubicBezTo>
                  <a:cubicBezTo>
                    <a:pt x="401883" y="90600"/>
                    <a:pt x="399883" y="37800"/>
                    <a:pt x="399883" y="37800"/>
                  </a:cubicBezTo>
                  <a:cubicBezTo>
                    <a:pt x="399883" y="37800"/>
                    <a:pt x="319983" y="41900"/>
                    <a:pt x="213183" y="33400"/>
                  </a:cubicBezTo>
                  <a:cubicBezTo>
                    <a:pt x="107983" y="25000"/>
                    <a:pt x="50983" y="0"/>
                    <a:pt x="50983" y="0"/>
                  </a:cubicBezTo>
                  <a:cubicBezTo>
                    <a:pt x="50983" y="0"/>
                    <a:pt x="35883" y="69300"/>
                    <a:pt x="25283" y="97100"/>
                  </a:cubicBezTo>
                  <a:cubicBezTo>
                    <a:pt x="14583" y="124800"/>
                    <a:pt x="-8817" y="161600"/>
                    <a:pt x="3483" y="216300"/>
                  </a:cubicBezTo>
                  <a:close/>
                </a:path>
              </a:pathLst>
            </a:custGeom>
            <a:solidFill>
              <a:srgbClr val="E8D4A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49" name="probe-noto-emoji_u1f344-part-3"/>
            <p:cNvSpPr/>
            <p:nvPr/>
          </p:nvSpPr>
          <p:spPr>
            <a:xfrm>
              <a:off x="65510" y="39799"/>
              <a:ext cx="1147381" cy="797091"/>
            </a:xfrm>
            <a:custGeom>
              <a:avLst/>
              <a:gdLst/>
              <a:ahLst/>
              <a:cxnLst/>
              <a:rect l="0" t="0" r="r" b="b"/>
              <a:pathLst>
                <a:path w="1147381" h="797091">
                  <a:moveTo>
                    <a:pt x="561090" y="1"/>
                  </a:moveTo>
                  <a:cubicBezTo>
                    <a:pt x="169290" y="-499"/>
                    <a:pt x="-6610" y="264001"/>
                    <a:pt x="190" y="527801"/>
                  </a:cubicBezTo>
                  <a:cubicBezTo>
                    <a:pt x="6290" y="764901"/>
                    <a:pt x="368390" y="794301"/>
                    <a:pt x="549090" y="796901"/>
                  </a:cubicBezTo>
                  <a:cubicBezTo>
                    <a:pt x="818790" y="800801"/>
                    <a:pt x="1140990" y="746101"/>
                    <a:pt x="1147190" y="521001"/>
                  </a:cubicBezTo>
                  <a:cubicBezTo>
                    <a:pt x="1154290" y="259401"/>
                    <a:pt x="964190" y="401"/>
                    <a:pt x="561090" y="1"/>
                  </a:cubicBezTo>
                  <a:close/>
                </a:path>
              </a:pathLst>
            </a:custGeom>
            <a:solidFill>
              <a:srgbClr val="FF521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0" name="probe-noto-emoji_u1f344-part-4"/>
            <p:cNvSpPr/>
            <p:nvPr/>
          </p:nvSpPr>
          <p:spPr>
            <a:xfrm>
              <a:off x="465633" y="94981"/>
              <a:ext cx="295656" cy="207449"/>
            </a:xfrm>
            <a:custGeom>
              <a:avLst/>
              <a:gdLst/>
              <a:ahLst/>
              <a:cxnLst/>
              <a:rect l="0" t="0" r="r" b="b"/>
              <a:pathLst>
                <a:path w="295656" h="207449">
                  <a:moveTo>
                    <a:pt x="149467" y="119"/>
                  </a:moveTo>
                  <a:cubicBezTo>
                    <a:pt x="65467" y="-2581"/>
                    <a:pt x="-2433" y="40619"/>
                    <a:pt x="67" y="116019"/>
                  </a:cubicBezTo>
                  <a:cubicBezTo>
                    <a:pt x="2567" y="193119"/>
                    <a:pt x="106667" y="208219"/>
                    <a:pt x="147567" y="207419"/>
                  </a:cubicBezTo>
                  <a:cubicBezTo>
                    <a:pt x="202967" y="206319"/>
                    <a:pt x="291067" y="185419"/>
                    <a:pt x="295467" y="116819"/>
                  </a:cubicBezTo>
                  <a:cubicBezTo>
                    <a:pt x="299667" y="51319"/>
                    <a:pt x="233467" y="2819"/>
                    <a:pt x="149467" y="119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1" name="probe-noto-emoji_u1f344-part-5"/>
            <p:cNvSpPr/>
            <p:nvPr/>
          </p:nvSpPr>
          <p:spPr>
            <a:xfrm>
              <a:off x="246556" y="173626"/>
              <a:ext cx="137280" cy="123681"/>
            </a:xfrm>
            <a:custGeom>
              <a:avLst/>
              <a:gdLst/>
              <a:ahLst/>
              <a:cxnLst/>
              <a:rect l="0" t="0" r="r" b="b"/>
              <a:pathLst>
                <a:path w="137280" h="123681">
                  <a:moveTo>
                    <a:pt x="32444" y="25574"/>
                  </a:moveTo>
                  <a:cubicBezTo>
                    <a:pt x="3644" y="49074"/>
                    <a:pt x="-11756" y="93774"/>
                    <a:pt x="10844" y="114674"/>
                  </a:cubicBezTo>
                  <a:cubicBezTo>
                    <a:pt x="32044" y="134174"/>
                    <a:pt x="70144" y="119174"/>
                    <a:pt x="96244" y="96674"/>
                  </a:cubicBezTo>
                  <a:cubicBezTo>
                    <a:pt x="122344" y="74174"/>
                    <a:pt x="147644" y="44774"/>
                    <a:pt x="132944" y="19074"/>
                  </a:cubicBezTo>
                  <a:cubicBezTo>
                    <a:pt x="114944" y="-12426"/>
                    <a:pt x="65144" y="-1126"/>
                    <a:pt x="32444" y="25574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2" name="probe-noto-emoji_u1f344-part-6"/>
            <p:cNvSpPr/>
            <p:nvPr/>
          </p:nvSpPr>
          <p:spPr>
            <a:xfrm>
              <a:off x="150794" y="367884"/>
              <a:ext cx="247412" cy="285448"/>
            </a:xfrm>
            <a:custGeom>
              <a:avLst/>
              <a:gdLst/>
              <a:ahLst/>
              <a:cxnLst/>
              <a:rect l="0" t="0" r="r" b="b"/>
              <a:pathLst>
                <a:path w="247412" h="285448">
                  <a:moveTo>
                    <a:pt x="13206" y="94916"/>
                  </a:moveTo>
                  <a:cubicBezTo>
                    <a:pt x="-12094" y="167616"/>
                    <a:pt x="-3394" y="243116"/>
                    <a:pt x="59906" y="274616"/>
                  </a:cubicBezTo>
                  <a:cubicBezTo>
                    <a:pt x="123206" y="306116"/>
                    <a:pt x="210906" y="265716"/>
                    <a:pt x="235706" y="194816"/>
                  </a:cubicBezTo>
                  <a:cubicBezTo>
                    <a:pt x="260606" y="123916"/>
                    <a:pt x="246706" y="31916"/>
                    <a:pt x="185106" y="7316"/>
                  </a:cubicBezTo>
                  <a:cubicBezTo>
                    <a:pt x="123506" y="-17284"/>
                    <a:pt x="38506" y="22216"/>
                    <a:pt x="13206" y="94916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3" name="probe-noto-emoji_u1f344-part-7"/>
            <p:cNvSpPr/>
            <p:nvPr/>
          </p:nvSpPr>
          <p:spPr>
            <a:xfrm>
              <a:off x="539083" y="424434"/>
              <a:ext cx="321858" cy="316215"/>
            </a:xfrm>
            <a:custGeom>
              <a:avLst/>
              <a:gdLst/>
              <a:ahLst/>
              <a:cxnLst/>
              <a:rect l="0" t="0" r="r" b="b"/>
              <a:pathLst>
                <a:path w="321858" h="316215">
                  <a:moveTo>
                    <a:pt x="17" y="151966"/>
                  </a:moveTo>
                  <a:cubicBezTo>
                    <a:pt x="-1283" y="241366"/>
                    <a:pt x="72717" y="321266"/>
                    <a:pt x="167717" y="315966"/>
                  </a:cubicBezTo>
                  <a:cubicBezTo>
                    <a:pt x="262717" y="310666"/>
                    <a:pt x="319817" y="254566"/>
                    <a:pt x="321817" y="160966"/>
                  </a:cubicBezTo>
                  <a:cubicBezTo>
                    <a:pt x="324017" y="55766"/>
                    <a:pt x="237517" y="-2234"/>
                    <a:pt x="152817" y="66"/>
                  </a:cubicBezTo>
                  <a:cubicBezTo>
                    <a:pt x="68117" y="2366"/>
                    <a:pt x="1317" y="62666"/>
                    <a:pt x="17" y="151966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4" name="probe-noto-emoji_u1f344-part-8"/>
            <p:cNvSpPr/>
            <p:nvPr/>
          </p:nvSpPr>
          <p:spPr>
            <a:xfrm>
              <a:off x="815550" y="207679"/>
              <a:ext cx="250521" cy="247071"/>
            </a:xfrm>
            <a:custGeom>
              <a:avLst/>
              <a:gdLst/>
              <a:ahLst/>
              <a:cxnLst/>
              <a:rect l="0" t="0" r="r" b="b"/>
              <a:pathLst>
                <a:path w="250521" h="247071">
                  <a:moveTo>
                    <a:pt x="20750" y="39421"/>
                  </a:moveTo>
                  <a:cubicBezTo>
                    <a:pt x="-25150" y="103021"/>
                    <a:pt x="12650" y="172721"/>
                    <a:pt x="60950" y="210321"/>
                  </a:cubicBezTo>
                  <a:cubicBezTo>
                    <a:pt x="119650" y="255921"/>
                    <a:pt x="195550" y="263421"/>
                    <a:pt x="231650" y="208021"/>
                  </a:cubicBezTo>
                  <a:cubicBezTo>
                    <a:pt x="272450" y="145321"/>
                    <a:pt x="240450" y="84421"/>
                    <a:pt x="198550" y="41521"/>
                  </a:cubicBezTo>
                  <a:cubicBezTo>
                    <a:pt x="156650" y="-1379"/>
                    <a:pt x="66550" y="-24179"/>
                    <a:pt x="20750" y="39421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5" name="probe-noto-emoji_u1f344-part-9"/>
            <p:cNvSpPr/>
            <p:nvPr/>
          </p:nvSpPr>
          <p:spPr>
            <a:xfrm>
              <a:off x="1004414" y="528755"/>
              <a:ext cx="105547" cy="117515"/>
            </a:xfrm>
            <a:custGeom>
              <a:avLst/>
              <a:gdLst/>
              <a:ahLst/>
              <a:cxnLst/>
              <a:rect l="0" t="0" r="r" b="b"/>
              <a:pathLst>
                <a:path w="105547" h="117515">
                  <a:moveTo>
                    <a:pt x="26986" y="4445"/>
                  </a:moveTo>
                  <a:cubicBezTo>
                    <a:pt x="-7414" y="18445"/>
                    <a:pt x="-3114" y="60645"/>
                    <a:pt x="8186" y="82945"/>
                  </a:cubicBezTo>
                  <a:cubicBezTo>
                    <a:pt x="19386" y="105045"/>
                    <a:pt x="49586" y="124245"/>
                    <a:pt x="75186" y="115245"/>
                  </a:cubicBezTo>
                  <a:cubicBezTo>
                    <a:pt x="101786" y="105845"/>
                    <a:pt x="111386" y="75845"/>
                    <a:pt x="102086" y="46845"/>
                  </a:cubicBezTo>
                  <a:cubicBezTo>
                    <a:pt x="92686" y="17845"/>
                    <a:pt x="65986" y="-11355"/>
                    <a:pt x="26986" y="4445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56" name="probe-noto-emoji_u1f400" descr="Noto Emoji artwork by Google; Apache License 2.0; preserve full bundled license. Source: https://github.com/googlefonts/noto-emoji/blob/e20cbc2bbec1926686be9f9bee7d1d2cfa1fea0e/2D/svg/emoji_u1f400.svg; SVG SHA256: 54446ad8fa5cee9101f1439d800206a0bfb7f05529a2326eb345c03b7233fcc8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1280000" cy="1280000"/>
          </a:xfrm>
        </p:grpSpPr>
        <p:sp>
          <p:nvSpPr>
            <p:cNvPr id="157" name="probe-noto-emoji_u1f400-part-1"/>
            <p:cNvSpPr/>
            <p:nvPr/>
          </p:nvSpPr>
          <p:spPr>
            <a:xfrm>
              <a:off x="38718" y="503674"/>
              <a:ext cx="79763" cy="62526"/>
            </a:xfrm>
            <a:custGeom>
              <a:avLst/>
              <a:gdLst/>
              <a:ahLst/>
              <a:cxnLst/>
              <a:rect l="0" t="0" r="r" b="b"/>
              <a:pathLst>
                <a:path w="79763" h="62526">
                  <a:moveTo>
                    <a:pt x="68982" y="62526"/>
                  </a:moveTo>
                  <a:cubicBezTo>
                    <a:pt x="67182" y="62526"/>
                    <a:pt x="65282" y="62026"/>
                    <a:pt x="63582" y="61026"/>
                  </a:cubicBezTo>
                  <a:lnTo>
                    <a:pt x="5282" y="20026"/>
                  </a:lnTo>
                  <a:cubicBezTo>
                    <a:pt x="182" y="17026"/>
                    <a:pt x="-1518" y="10426"/>
                    <a:pt x="1482" y="5326"/>
                  </a:cubicBezTo>
                  <a:cubicBezTo>
                    <a:pt x="4482" y="226"/>
                    <a:pt x="11082" y="-1574"/>
                    <a:pt x="16182" y="1526"/>
                  </a:cubicBezTo>
                  <a:lnTo>
                    <a:pt x="74482" y="42626"/>
                  </a:lnTo>
                  <a:cubicBezTo>
                    <a:pt x="79582" y="45626"/>
                    <a:pt x="81282" y="52226"/>
                    <a:pt x="78282" y="57326"/>
                  </a:cubicBezTo>
                  <a:cubicBezTo>
                    <a:pt x="76182" y="60626"/>
                    <a:pt x="72582" y="62526"/>
                    <a:pt x="68982" y="62526"/>
                  </a:cubicBezTo>
                  <a:close/>
                </a:path>
              </a:pathLst>
            </a:custGeom>
            <a:solidFill>
              <a:srgbClr val="6BA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8" name="probe-noto-emoji_u1f400-part-2"/>
            <p:cNvSpPr/>
            <p:nvPr/>
          </p:nvSpPr>
          <p:spPr>
            <a:xfrm>
              <a:off x="6794" y="553300"/>
              <a:ext cx="107512" cy="32600"/>
            </a:xfrm>
            <a:custGeom>
              <a:avLst/>
              <a:gdLst/>
              <a:ahLst/>
              <a:cxnLst/>
              <a:rect l="0" t="0" r="r" b="b"/>
              <a:pathLst>
                <a:path w="107512" h="32600">
                  <a:moveTo>
                    <a:pt x="10706" y="21400"/>
                  </a:moveTo>
                  <a:cubicBezTo>
                    <a:pt x="4906" y="21400"/>
                    <a:pt x="106" y="16800"/>
                    <a:pt x="6" y="11000"/>
                  </a:cubicBezTo>
                  <a:cubicBezTo>
                    <a:pt x="-194" y="5100"/>
                    <a:pt x="4506" y="100"/>
                    <a:pt x="10406" y="0"/>
                  </a:cubicBezTo>
                  <a:lnTo>
                    <a:pt x="96506" y="11200"/>
                  </a:lnTo>
                  <a:cubicBezTo>
                    <a:pt x="102506" y="10900"/>
                    <a:pt x="107406" y="15700"/>
                    <a:pt x="107506" y="21600"/>
                  </a:cubicBezTo>
                  <a:cubicBezTo>
                    <a:pt x="107706" y="27500"/>
                    <a:pt x="103006" y="32500"/>
                    <a:pt x="97106" y="32600"/>
                  </a:cubicBezTo>
                  <a:lnTo>
                    <a:pt x="11006" y="21400"/>
                  </a:lnTo>
                  <a:cubicBezTo>
                    <a:pt x="10906" y="21400"/>
                    <a:pt x="10806" y="21400"/>
                    <a:pt x="10706" y="21400"/>
                  </a:cubicBezTo>
                  <a:close/>
                </a:path>
              </a:pathLst>
            </a:custGeom>
            <a:solidFill>
              <a:srgbClr val="6BA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9" name="probe-noto-emoji_u1f400-part-3"/>
            <p:cNvSpPr/>
            <p:nvPr/>
          </p:nvSpPr>
          <p:spPr>
            <a:xfrm>
              <a:off x="21744" y="588444"/>
              <a:ext cx="98111" cy="44177"/>
            </a:xfrm>
            <a:custGeom>
              <a:avLst/>
              <a:gdLst/>
              <a:ahLst/>
              <a:cxnLst/>
              <a:rect l="0" t="0" r="r" b="b"/>
              <a:pathLst>
                <a:path w="98111" h="44177">
                  <a:moveTo>
                    <a:pt x="6556" y="43356"/>
                  </a:moveTo>
                  <a:cubicBezTo>
                    <a:pt x="3756" y="42156"/>
                    <a:pt x="1356" y="39756"/>
                    <a:pt x="456" y="36556"/>
                  </a:cubicBezTo>
                  <a:cubicBezTo>
                    <a:pt x="-1244" y="30856"/>
                    <a:pt x="1956" y="24856"/>
                    <a:pt x="7656" y="23156"/>
                  </a:cubicBezTo>
                  <a:lnTo>
                    <a:pt x="84256" y="456"/>
                  </a:lnTo>
                  <a:cubicBezTo>
                    <a:pt x="89956" y="-1244"/>
                    <a:pt x="95956" y="1956"/>
                    <a:pt x="97656" y="7656"/>
                  </a:cubicBezTo>
                  <a:cubicBezTo>
                    <a:pt x="99356" y="13356"/>
                    <a:pt x="96156" y="19356"/>
                    <a:pt x="90456" y="21056"/>
                  </a:cubicBezTo>
                  <a:lnTo>
                    <a:pt x="13856" y="43756"/>
                  </a:lnTo>
                  <a:cubicBezTo>
                    <a:pt x="11356" y="44456"/>
                    <a:pt x="8756" y="44256"/>
                    <a:pt x="6556" y="43356"/>
                  </a:cubicBezTo>
                  <a:close/>
                </a:path>
              </a:pathLst>
            </a:custGeom>
            <a:solidFill>
              <a:srgbClr val="6BA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0" name="probe-noto-emoji_u1f400-part-4"/>
            <p:cNvSpPr/>
            <p:nvPr/>
          </p:nvSpPr>
          <p:spPr>
            <a:xfrm>
              <a:off x="706579" y="954100"/>
              <a:ext cx="297066" cy="93463"/>
            </a:xfrm>
            <a:custGeom>
              <a:avLst/>
              <a:gdLst/>
              <a:ahLst/>
              <a:cxnLst/>
              <a:rect l="0" t="0" r="r" b="b"/>
              <a:pathLst>
                <a:path w="297066" h="93463">
                  <a:moveTo>
                    <a:pt x="162021" y="21900"/>
                  </a:moveTo>
                  <a:cubicBezTo>
                    <a:pt x="162021" y="21900"/>
                    <a:pt x="103821" y="9100"/>
                    <a:pt x="58521" y="21900"/>
                  </a:cubicBezTo>
                  <a:cubicBezTo>
                    <a:pt x="13221" y="34700"/>
                    <a:pt x="-6379" y="67200"/>
                    <a:pt x="1821" y="86100"/>
                  </a:cubicBezTo>
                  <a:cubicBezTo>
                    <a:pt x="9421" y="103500"/>
                    <a:pt x="63721" y="84600"/>
                    <a:pt x="119621" y="84600"/>
                  </a:cubicBezTo>
                  <a:cubicBezTo>
                    <a:pt x="175521" y="84600"/>
                    <a:pt x="272221" y="82300"/>
                    <a:pt x="288821" y="71800"/>
                  </a:cubicBezTo>
                  <a:cubicBezTo>
                    <a:pt x="305421" y="61200"/>
                    <a:pt x="291821" y="0"/>
                    <a:pt x="291821" y="0"/>
                  </a:cubicBezTo>
                  <a:lnTo>
                    <a:pt x="162021" y="21900"/>
                  </a:lnTo>
                  <a:close/>
                </a:path>
              </a:pathLst>
            </a:custGeom>
            <a:solidFill>
              <a:srgbClr val="FDD3B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1" name="probe-noto-emoji_u1f400-part-5"/>
            <p:cNvSpPr/>
            <p:nvPr/>
          </p:nvSpPr>
          <p:spPr>
            <a:xfrm>
              <a:off x="342257" y="973800"/>
              <a:ext cx="129043" cy="82879"/>
            </a:xfrm>
            <a:custGeom>
              <a:avLst/>
              <a:gdLst/>
              <a:ahLst/>
              <a:cxnLst/>
              <a:rect l="0" t="0" r="r" b="b"/>
              <a:pathLst>
                <a:path w="129043" h="82879">
                  <a:moveTo>
                    <a:pt x="50443" y="0"/>
                  </a:moveTo>
                  <a:cubicBezTo>
                    <a:pt x="50443" y="0"/>
                    <a:pt x="37643" y="6000"/>
                    <a:pt x="24043" y="17400"/>
                  </a:cubicBezTo>
                  <a:cubicBezTo>
                    <a:pt x="9643" y="29400"/>
                    <a:pt x="-7657" y="46100"/>
                    <a:pt x="3643" y="60500"/>
                  </a:cubicBezTo>
                  <a:cubicBezTo>
                    <a:pt x="14943" y="74900"/>
                    <a:pt x="37643" y="66500"/>
                    <a:pt x="37643" y="66500"/>
                  </a:cubicBezTo>
                  <a:cubicBezTo>
                    <a:pt x="37643" y="66500"/>
                    <a:pt x="34643" y="77800"/>
                    <a:pt x="57243" y="82400"/>
                  </a:cubicBezTo>
                  <a:cubicBezTo>
                    <a:pt x="79943" y="86900"/>
                    <a:pt x="129043" y="58200"/>
                    <a:pt x="129043" y="58200"/>
                  </a:cubicBezTo>
                  <a:lnTo>
                    <a:pt x="50443" y="0"/>
                  </a:lnTo>
                  <a:close/>
                </a:path>
              </a:pathLst>
            </a:custGeom>
            <a:solidFill>
              <a:srgbClr val="FDD3B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2" name="probe-noto-emoji_u1f400-part-6"/>
            <p:cNvSpPr/>
            <p:nvPr/>
          </p:nvSpPr>
          <p:spPr>
            <a:xfrm>
              <a:off x="447180" y="816600"/>
              <a:ext cx="824792" cy="419157"/>
            </a:xfrm>
            <a:custGeom>
              <a:avLst/>
              <a:gdLst/>
              <a:ahLst/>
              <a:cxnLst/>
              <a:rect l="0" t="0" r="r" b="b"/>
              <a:pathLst>
                <a:path w="824792" h="419157">
                  <a:moveTo>
                    <a:pt x="622320" y="0"/>
                  </a:moveTo>
                  <a:cubicBezTo>
                    <a:pt x="622320" y="0"/>
                    <a:pt x="669920" y="4500"/>
                    <a:pt x="727320" y="45300"/>
                  </a:cubicBezTo>
                  <a:cubicBezTo>
                    <a:pt x="781620" y="83900"/>
                    <a:pt x="844820" y="154600"/>
                    <a:pt x="818720" y="259800"/>
                  </a:cubicBezTo>
                  <a:cubicBezTo>
                    <a:pt x="792320" y="366300"/>
                    <a:pt x="674420" y="426700"/>
                    <a:pt x="529420" y="418400"/>
                  </a:cubicBezTo>
                  <a:cubicBezTo>
                    <a:pt x="390520" y="410400"/>
                    <a:pt x="246620" y="324400"/>
                    <a:pt x="171320" y="330000"/>
                  </a:cubicBezTo>
                  <a:cubicBezTo>
                    <a:pt x="49720" y="339100"/>
                    <a:pt x="13420" y="408600"/>
                    <a:pt x="2820" y="403300"/>
                  </a:cubicBezTo>
                  <a:cubicBezTo>
                    <a:pt x="-7780" y="398000"/>
                    <a:pt x="8120" y="314200"/>
                    <a:pt x="109320" y="283900"/>
                  </a:cubicBezTo>
                  <a:cubicBezTo>
                    <a:pt x="193020" y="258900"/>
                    <a:pt x="263420" y="273300"/>
                    <a:pt x="357820" y="302800"/>
                  </a:cubicBezTo>
                  <a:cubicBezTo>
                    <a:pt x="452220" y="332300"/>
                    <a:pt x="649420" y="382300"/>
                    <a:pt x="717420" y="274900"/>
                  </a:cubicBezTo>
                  <a:cubicBezTo>
                    <a:pt x="791420" y="157800"/>
                    <a:pt x="669120" y="111000"/>
                    <a:pt x="631320" y="92800"/>
                  </a:cubicBezTo>
                  <a:cubicBezTo>
                    <a:pt x="593620" y="74800"/>
                    <a:pt x="622320" y="0"/>
                    <a:pt x="622320" y="0"/>
                  </a:cubicBezTo>
                  <a:close/>
                </a:path>
              </a:pathLst>
            </a:custGeom>
            <a:solidFill>
              <a:srgbClr val="FDD3B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3" name="probe-noto-emoji_u1f400-part-7"/>
            <p:cNvSpPr/>
            <p:nvPr/>
          </p:nvSpPr>
          <p:spPr>
            <a:xfrm>
              <a:off x="304963" y="235918"/>
              <a:ext cx="233617" cy="230882"/>
            </a:xfrm>
            <a:custGeom>
              <a:avLst/>
              <a:gdLst/>
              <a:ahLst/>
              <a:cxnLst/>
              <a:rect l="0" t="0" r="r" b="b"/>
              <a:pathLst>
                <a:path w="233617" h="230882">
                  <a:moveTo>
                    <a:pt x="233537" y="105582"/>
                  </a:moveTo>
                  <a:cubicBezTo>
                    <a:pt x="233537" y="105582"/>
                    <a:pt x="235437" y="81182"/>
                    <a:pt x="220737" y="54182"/>
                  </a:cubicBezTo>
                  <a:cubicBezTo>
                    <a:pt x="208937" y="32482"/>
                    <a:pt x="190537" y="5082"/>
                    <a:pt x="140637" y="582"/>
                  </a:cubicBezTo>
                  <a:cubicBezTo>
                    <a:pt x="29137" y="-9518"/>
                    <a:pt x="1437" y="114682"/>
                    <a:pt x="137" y="147082"/>
                  </a:cubicBezTo>
                  <a:cubicBezTo>
                    <a:pt x="-1363" y="184882"/>
                    <a:pt x="9937" y="230882"/>
                    <a:pt x="9937" y="230882"/>
                  </a:cubicBezTo>
                  <a:lnTo>
                    <a:pt x="176837" y="212782"/>
                  </a:lnTo>
                  <a:lnTo>
                    <a:pt x="233537" y="105582"/>
                  </a:lnTo>
                  <a:close/>
                </a:path>
              </a:pathLst>
            </a:custGeom>
            <a:solidFill>
              <a:srgbClr val="6DA3A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4" name="probe-noto-emoji_u1f400-part-8"/>
            <p:cNvSpPr/>
            <p:nvPr/>
          </p:nvSpPr>
          <p:spPr>
            <a:xfrm>
              <a:off x="379832" y="777400"/>
              <a:ext cx="160968" cy="219900"/>
            </a:xfrm>
            <a:custGeom>
              <a:avLst/>
              <a:gdLst/>
              <a:ahLst/>
              <a:cxnLst/>
              <a:rect l="0" t="0" r="r" b="b"/>
              <a:pathLst>
                <a:path w="160968" h="219900">
                  <a:moveTo>
                    <a:pt x="45368" y="0"/>
                  </a:moveTo>
                  <a:cubicBezTo>
                    <a:pt x="45368" y="0"/>
                    <a:pt x="41668" y="92400"/>
                    <a:pt x="40068" y="119400"/>
                  </a:cubicBezTo>
                  <a:cubicBezTo>
                    <a:pt x="37068" y="170800"/>
                    <a:pt x="1568" y="174500"/>
                    <a:pt x="68" y="198000"/>
                  </a:cubicBezTo>
                  <a:cubicBezTo>
                    <a:pt x="-2232" y="233200"/>
                    <a:pt x="54468" y="215400"/>
                    <a:pt x="54468" y="215400"/>
                  </a:cubicBezTo>
                  <a:lnTo>
                    <a:pt x="160968" y="80900"/>
                  </a:lnTo>
                  <a:lnTo>
                    <a:pt x="45368" y="0"/>
                  </a:lnTo>
                  <a:close/>
                </a:path>
              </a:pathLst>
            </a:custGeom>
            <a:solidFill>
              <a:srgbClr val="6DA3A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5" name="probe-noto-emoji_u1f400-part-9"/>
            <p:cNvSpPr/>
            <p:nvPr/>
          </p:nvSpPr>
          <p:spPr>
            <a:xfrm>
              <a:off x="436484" y="581000"/>
              <a:ext cx="664116" cy="454356"/>
            </a:xfrm>
            <a:custGeom>
              <a:avLst/>
              <a:gdLst/>
              <a:ahLst/>
              <a:cxnLst/>
              <a:rect l="0" t="0" r="r" b="b"/>
              <a:pathLst>
                <a:path w="664116" h="454356">
                  <a:moveTo>
                    <a:pt x="132216" y="335300"/>
                  </a:moveTo>
                  <a:cubicBezTo>
                    <a:pt x="132216" y="335300"/>
                    <a:pt x="-12084" y="429000"/>
                    <a:pt x="816" y="439500"/>
                  </a:cubicBezTo>
                  <a:cubicBezTo>
                    <a:pt x="11416" y="448200"/>
                    <a:pt x="26816" y="456400"/>
                    <a:pt x="51416" y="453900"/>
                  </a:cubicBezTo>
                  <a:cubicBezTo>
                    <a:pt x="80116" y="450900"/>
                    <a:pt x="150416" y="423700"/>
                    <a:pt x="176016" y="399500"/>
                  </a:cubicBezTo>
                  <a:cubicBezTo>
                    <a:pt x="192716" y="383800"/>
                    <a:pt x="208516" y="357200"/>
                    <a:pt x="208516" y="357200"/>
                  </a:cubicBezTo>
                  <a:cubicBezTo>
                    <a:pt x="208516" y="357200"/>
                    <a:pt x="254616" y="370800"/>
                    <a:pt x="286316" y="372300"/>
                  </a:cubicBezTo>
                  <a:cubicBezTo>
                    <a:pt x="318016" y="373800"/>
                    <a:pt x="364916" y="370000"/>
                    <a:pt x="364916" y="370000"/>
                  </a:cubicBezTo>
                  <a:cubicBezTo>
                    <a:pt x="364916" y="370000"/>
                    <a:pt x="439716" y="459100"/>
                    <a:pt x="551516" y="434200"/>
                  </a:cubicBezTo>
                  <a:cubicBezTo>
                    <a:pt x="663316" y="409300"/>
                    <a:pt x="664116" y="305800"/>
                    <a:pt x="664116" y="305800"/>
                  </a:cubicBezTo>
                  <a:lnTo>
                    <a:pt x="556816" y="94400"/>
                  </a:lnTo>
                  <a:lnTo>
                    <a:pt x="334016" y="0"/>
                  </a:lnTo>
                  <a:lnTo>
                    <a:pt x="132216" y="207700"/>
                  </a:lnTo>
                  <a:lnTo>
                    <a:pt x="132216" y="335300"/>
                  </a:lnTo>
                  <a:close/>
                </a:path>
              </a:pathLst>
            </a:custGeom>
            <a:solidFill>
              <a:srgbClr val="6DA3A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6" name="probe-noto-emoji_u1f400-part-10"/>
            <p:cNvSpPr/>
            <p:nvPr/>
          </p:nvSpPr>
          <p:spPr>
            <a:xfrm>
              <a:off x="83519" y="303298"/>
              <a:ext cx="1021782" cy="721374"/>
            </a:xfrm>
            <a:custGeom>
              <a:avLst/>
              <a:gdLst/>
              <a:ahLst/>
              <a:cxnLst/>
              <a:rect l="0" t="0" r="r" b="b"/>
              <a:pathLst>
                <a:path w="1021782" h="721374">
                  <a:moveTo>
                    <a:pt x="519181" y="245902"/>
                  </a:moveTo>
                  <a:cubicBezTo>
                    <a:pt x="519181" y="245902"/>
                    <a:pt x="562881" y="219702"/>
                    <a:pt x="588681" y="177702"/>
                  </a:cubicBezTo>
                  <a:cubicBezTo>
                    <a:pt x="610581" y="142102"/>
                    <a:pt x="617981" y="94202"/>
                    <a:pt x="591681" y="49502"/>
                  </a:cubicBezTo>
                  <a:cubicBezTo>
                    <a:pt x="563881" y="2302"/>
                    <a:pt x="513781" y="-6698"/>
                    <a:pt x="475381" y="4102"/>
                  </a:cubicBezTo>
                  <a:cubicBezTo>
                    <a:pt x="403181" y="24402"/>
                    <a:pt x="392281" y="100102"/>
                    <a:pt x="392281" y="100102"/>
                  </a:cubicBezTo>
                  <a:cubicBezTo>
                    <a:pt x="392281" y="100102"/>
                    <a:pt x="370381" y="82002"/>
                    <a:pt x="321981" y="82702"/>
                  </a:cubicBezTo>
                  <a:cubicBezTo>
                    <a:pt x="273681" y="83502"/>
                    <a:pt x="212481" y="103902"/>
                    <a:pt x="159581" y="135602"/>
                  </a:cubicBezTo>
                  <a:cubicBezTo>
                    <a:pt x="106681" y="167302"/>
                    <a:pt x="96081" y="184702"/>
                    <a:pt x="59081" y="202802"/>
                  </a:cubicBezTo>
                  <a:cubicBezTo>
                    <a:pt x="22081" y="220902"/>
                    <a:pt x="1681" y="221702"/>
                    <a:pt x="181" y="241302"/>
                  </a:cubicBezTo>
                  <a:cubicBezTo>
                    <a:pt x="-1319" y="260902"/>
                    <a:pt x="6181" y="288902"/>
                    <a:pt x="35681" y="318402"/>
                  </a:cubicBezTo>
                  <a:cubicBezTo>
                    <a:pt x="65181" y="347902"/>
                    <a:pt x="124081" y="366702"/>
                    <a:pt x="145181" y="373502"/>
                  </a:cubicBezTo>
                  <a:cubicBezTo>
                    <a:pt x="166281" y="380302"/>
                    <a:pt x="193481" y="392402"/>
                    <a:pt x="222981" y="394702"/>
                  </a:cubicBezTo>
                  <a:cubicBezTo>
                    <a:pt x="252481" y="397002"/>
                    <a:pt x="273581" y="397002"/>
                    <a:pt x="273581" y="397002"/>
                  </a:cubicBezTo>
                  <a:cubicBezTo>
                    <a:pt x="273581" y="397002"/>
                    <a:pt x="283381" y="428002"/>
                    <a:pt x="315881" y="468002"/>
                  </a:cubicBezTo>
                  <a:cubicBezTo>
                    <a:pt x="348381" y="508002"/>
                    <a:pt x="404981" y="556402"/>
                    <a:pt x="404981" y="556402"/>
                  </a:cubicBezTo>
                  <a:cubicBezTo>
                    <a:pt x="404981" y="556402"/>
                    <a:pt x="396681" y="612302"/>
                    <a:pt x="386081" y="627402"/>
                  </a:cubicBezTo>
                  <a:cubicBezTo>
                    <a:pt x="375481" y="642502"/>
                    <a:pt x="321881" y="678802"/>
                    <a:pt x="342981" y="707502"/>
                  </a:cubicBezTo>
                  <a:cubicBezTo>
                    <a:pt x="364081" y="736202"/>
                    <a:pt x="414781" y="714302"/>
                    <a:pt x="453981" y="696202"/>
                  </a:cubicBezTo>
                  <a:cubicBezTo>
                    <a:pt x="493181" y="678102"/>
                    <a:pt x="508381" y="674302"/>
                    <a:pt x="526481" y="651602"/>
                  </a:cubicBezTo>
                  <a:cubicBezTo>
                    <a:pt x="536481" y="639102"/>
                    <a:pt x="550681" y="610102"/>
                    <a:pt x="550681" y="610102"/>
                  </a:cubicBezTo>
                  <a:cubicBezTo>
                    <a:pt x="550681" y="610102"/>
                    <a:pt x="577081" y="619202"/>
                    <a:pt x="620181" y="626002"/>
                  </a:cubicBezTo>
                  <a:cubicBezTo>
                    <a:pt x="663281" y="632802"/>
                    <a:pt x="697281" y="629802"/>
                    <a:pt x="697281" y="629802"/>
                  </a:cubicBezTo>
                  <a:cubicBezTo>
                    <a:pt x="697281" y="629802"/>
                    <a:pt x="623281" y="542202"/>
                    <a:pt x="628581" y="465902"/>
                  </a:cubicBezTo>
                  <a:cubicBezTo>
                    <a:pt x="633881" y="389602"/>
                    <a:pt x="679981" y="330702"/>
                    <a:pt x="722981" y="324602"/>
                  </a:cubicBezTo>
                  <a:cubicBezTo>
                    <a:pt x="766081" y="318602"/>
                    <a:pt x="703181" y="373102"/>
                    <a:pt x="691281" y="396402"/>
                  </a:cubicBezTo>
                  <a:cubicBezTo>
                    <a:pt x="676181" y="425902"/>
                    <a:pt x="650481" y="497602"/>
                    <a:pt x="696581" y="570902"/>
                  </a:cubicBezTo>
                  <a:cubicBezTo>
                    <a:pt x="742681" y="644202"/>
                    <a:pt x="824181" y="703602"/>
                    <a:pt x="904281" y="690302"/>
                  </a:cubicBezTo>
                  <a:cubicBezTo>
                    <a:pt x="981381" y="677502"/>
                    <a:pt x="1018381" y="627602"/>
                    <a:pt x="1021381" y="558902"/>
                  </a:cubicBezTo>
                  <a:cubicBezTo>
                    <a:pt x="1023481" y="512002"/>
                    <a:pt x="1019081" y="370002"/>
                    <a:pt x="965481" y="294502"/>
                  </a:cubicBezTo>
                  <a:cubicBezTo>
                    <a:pt x="911881" y="219002"/>
                    <a:pt x="835781" y="170902"/>
                    <a:pt x="717981" y="184502"/>
                  </a:cubicBezTo>
                  <a:cubicBezTo>
                    <a:pt x="616081" y="196002"/>
                    <a:pt x="519181" y="245902"/>
                    <a:pt x="519181" y="245902"/>
                  </a:cubicBezTo>
                  <a:close/>
                </a:path>
              </a:pathLst>
            </a:custGeom>
            <a:solidFill>
              <a:srgbClr val="B5C2C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7" name="probe-noto-emoji_u1f400-part-11"/>
            <p:cNvSpPr/>
            <p:nvPr/>
          </p:nvSpPr>
          <p:spPr>
            <a:xfrm>
              <a:off x="515740" y="359383"/>
              <a:ext cx="122832" cy="131304"/>
            </a:xfrm>
            <a:custGeom>
              <a:avLst/>
              <a:gdLst/>
              <a:ahLst/>
              <a:cxnLst/>
              <a:rect l="0" t="0" r="r" b="b"/>
              <a:pathLst>
                <a:path w="122832" h="131304">
                  <a:moveTo>
                    <a:pt x="105060" y="12317"/>
                  </a:moveTo>
                  <a:cubicBezTo>
                    <a:pt x="69160" y="-18183"/>
                    <a:pt x="16460" y="11817"/>
                    <a:pt x="3860" y="60117"/>
                  </a:cubicBezTo>
                  <a:cubicBezTo>
                    <a:pt x="-8740" y="108417"/>
                    <a:pt x="8260" y="149317"/>
                    <a:pt x="73360" y="123117"/>
                  </a:cubicBezTo>
                  <a:cubicBezTo>
                    <a:pt x="128260" y="100917"/>
                    <a:pt x="135360" y="38017"/>
                    <a:pt x="105060" y="12317"/>
                  </a:cubicBezTo>
                  <a:close/>
                </a:path>
              </a:pathLst>
            </a:custGeom>
            <a:solidFill>
              <a:srgbClr val="FFD3B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8" name="probe-noto-emoji_u1f400-part-12"/>
            <p:cNvSpPr/>
            <p:nvPr/>
          </p:nvSpPr>
          <p:spPr>
            <a:xfrm>
              <a:off x="81272" y="529037"/>
              <a:ext cx="55628" cy="64763"/>
            </a:xfrm>
            <a:custGeom>
              <a:avLst/>
              <a:gdLst/>
              <a:ahLst/>
              <a:cxnLst/>
              <a:rect l="0" t="0" r="r" b="b"/>
              <a:pathLst>
                <a:path w="55628" h="64763">
                  <a:moveTo>
                    <a:pt x="14328" y="64763"/>
                  </a:moveTo>
                  <a:lnTo>
                    <a:pt x="55628" y="24463"/>
                  </a:lnTo>
                  <a:cubicBezTo>
                    <a:pt x="55628" y="24463"/>
                    <a:pt x="47528" y="8863"/>
                    <a:pt x="25928" y="1763"/>
                  </a:cubicBezTo>
                  <a:cubicBezTo>
                    <a:pt x="4328" y="-5337"/>
                    <a:pt x="-1272" y="9863"/>
                    <a:pt x="228" y="32063"/>
                  </a:cubicBezTo>
                  <a:cubicBezTo>
                    <a:pt x="1728" y="54163"/>
                    <a:pt x="9728" y="63263"/>
                    <a:pt x="14328" y="64763"/>
                  </a:cubicBezTo>
                  <a:close/>
                </a:path>
              </a:pathLst>
            </a:custGeom>
            <a:solidFill>
              <a:srgbClr val="FFD3B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9" name="probe-noto-emoji_u1f400-part-13"/>
            <p:cNvSpPr/>
            <p:nvPr/>
          </p:nvSpPr>
          <p:spPr>
            <a:xfrm>
              <a:off x="321267" y="500062"/>
              <a:ext cx="59655" cy="69501"/>
            </a:xfrm>
            <a:custGeom>
              <a:avLst/>
              <a:gdLst/>
              <a:ahLst/>
              <a:cxnLst/>
              <a:rect l="0" t="0" r="r" b="b"/>
              <a:pathLst>
                <a:path w="59655" h="69501">
                  <a:moveTo>
                    <a:pt x="52433" y="48338"/>
                  </a:moveTo>
                  <a:cubicBezTo>
                    <a:pt x="42033" y="66338"/>
                    <a:pt x="25633" y="73038"/>
                    <a:pt x="11033" y="67738"/>
                  </a:cubicBezTo>
                  <a:cubicBezTo>
                    <a:pt x="-2567" y="62838"/>
                    <a:pt x="-3267" y="40138"/>
                    <a:pt x="7133" y="22138"/>
                  </a:cubicBezTo>
                  <a:cubicBezTo>
                    <a:pt x="17533" y="4138"/>
                    <a:pt x="31033" y="-4162"/>
                    <a:pt x="48833" y="2038"/>
                  </a:cubicBezTo>
                  <a:cubicBezTo>
                    <a:pt x="62433" y="6838"/>
                    <a:pt x="62733" y="30338"/>
                    <a:pt x="52433" y="48338"/>
                  </a:cubicBezTo>
                  <a:close/>
                </a:path>
              </a:pathLst>
            </a:custGeom>
            <a:solidFill>
              <a:srgbClr val="2D2B2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0" name="probe-noto-emoji_u1f400-part-14"/>
            <p:cNvSpPr/>
            <p:nvPr/>
          </p:nvSpPr>
          <p:spPr>
            <a:xfrm>
              <a:off x="96746" y="594728"/>
              <a:ext cx="418022" cy="120006"/>
            </a:xfrm>
            <a:custGeom>
              <a:avLst/>
              <a:gdLst/>
              <a:ahLst/>
              <a:cxnLst/>
              <a:rect l="0" t="0" r="r" b="b"/>
              <a:pathLst>
                <a:path w="418022" h="120006">
                  <a:moveTo>
                    <a:pt x="416354" y="44372"/>
                  </a:moveTo>
                  <a:cubicBezTo>
                    <a:pt x="426754" y="61472"/>
                    <a:pt x="386254" y="88072"/>
                    <a:pt x="357954" y="100272"/>
                  </a:cubicBezTo>
                  <a:cubicBezTo>
                    <a:pt x="305054" y="122972"/>
                    <a:pt x="260254" y="125972"/>
                    <a:pt x="181654" y="109872"/>
                  </a:cubicBezTo>
                  <a:cubicBezTo>
                    <a:pt x="109254" y="94972"/>
                    <a:pt x="57254" y="68072"/>
                    <a:pt x="28054" y="43872"/>
                  </a:cubicBezTo>
                  <a:cubicBezTo>
                    <a:pt x="8754" y="27872"/>
                    <a:pt x="-2146" y="11672"/>
                    <a:pt x="354" y="5072"/>
                  </a:cubicBezTo>
                  <a:cubicBezTo>
                    <a:pt x="6954" y="-12028"/>
                    <a:pt x="27854" y="18772"/>
                    <a:pt x="41154" y="28772"/>
                  </a:cubicBezTo>
                  <a:cubicBezTo>
                    <a:pt x="70854" y="50972"/>
                    <a:pt x="101754" y="59672"/>
                    <a:pt x="118354" y="60372"/>
                  </a:cubicBezTo>
                  <a:cubicBezTo>
                    <a:pt x="150454" y="61572"/>
                    <a:pt x="182654" y="38872"/>
                    <a:pt x="192754" y="49472"/>
                  </a:cubicBezTo>
                  <a:cubicBezTo>
                    <a:pt x="211854" y="69572"/>
                    <a:pt x="154454" y="79672"/>
                    <a:pt x="154454" y="79672"/>
                  </a:cubicBezTo>
                  <a:cubicBezTo>
                    <a:pt x="154454" y="79672"/>
                    <a:pt x="217954" y="98772"/>
                    <a:pt x="259754" y="93772"/>
                  </a:cubicBezTo>
                  <a:cubicBezTo>
                    <a:pt x="301554" y="88772"/>
                    <a:pt x="345854" y="73172"/>
                    <a:pt x="368054" y="58472"/>
                  </a:cubicBezTo>
                  <a:cubicBezTo>
                    <a:pt x="390154" y="43872"/>
                    <a:pt x="409254" y="32772"/>
                    <a:pt x="416354" y="44372"/>
                  </a:cubicBezTo>
                  <a:close/>
                </a:path>
              </a:pathLst>
            </a:custGeom>
            <a:solidFill>
              <a:srgbClr val="6BA3A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1" name="probe-noto-emoji_u1f400-part-15"/>
            <p:cNvSpPr/>
            <p:nvPr/>
          </p:nvSpPr>
          <p:spPr>
            <a:xfrm>
              <a:off x="94608" y="549982"/>
              <a:ext cx="51534" cy="54228"/>
            </a:xfrm>
            <a:custGeom>
              <a:avLst/>
              <a:gdLst/>
              <a:ahLst/>
              <a:cxnLst/>
              <a:rect l="0" t="0" r="r" b="b"/>
              <a:pathLst>
                <a:path w="51534" h="54228">
                  <a:moveTo>
                    <a:pt x="49792" y="5018"/>
                  </a:moveTo>
                  <a:cubicBezTo>
                    <a:pt x="57692" y="15118"/>
                    <a:pt x="36692" y="32218"/>
                    <a:pt x="27592" y="39718"/>
                  </a:cubicBezTo>
                  <a:cubicBezTo>
                    <a:pt x="18492" y="47318"/>
                    <a:pt x="7492" y="61418"/>
                    <a:pt x="2392" y="49818"/>
                  </a:cubicBezTo>
                  <a:cubicBezTo>
                    <a:pt x="-2608" y="38218"/>
                    <a:pt x="-608" y="34718"/>
                    <a:pt x="16492" y="19118"/>
                  </a:cubicBezTo>
                  <a:cubicBezTo>
                    <a:pt x="33692" y="3518"/>
                    <a:pt x="40792" y="-6582"/>
                    <a:pt x="49792" y="5018"/>
                  </a:cubicBezTo>
                  <a:close/>
                </a:path>
              </a:pathLst>
            </a:custGeom>
            <a:solidFill>
              <a:srgbClr val="2D2B2E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72" name="probe-noto-emoji_u1f407" descr="Noto Emoji artwork by Google; Apache License 2.0; preserve full bundled license. Source: https://github.com/googlefonts/noto-emoji/blob/e20cbc2bbec1926686be9f9bee7d1d2cfa1fea0e/2D/svg/emoji_u1f407.svg; SVG SHA256: 08ff0b1f8de419262d8afdc31a3dcd452f6d3b9711407bf8064742de4519a68f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1280000" cy="1280000"/>
          </a:xfrm>
        </p:grpSpPr>
        <p:sp>
          <p:nvSpPr>
            <p:cNvPr id="173" name="probe-noto-emoji_u1f407-part-1"/>
            <p:cNvSpPr/>
            <p:nvPr/>
          </p:nvSpPr>
          <p:spPr>
            <a:xfrm>
              <a:off x="938400" y="772219"/>
              <a:ext cx="202017" cy="254147"/>
            </a:xfrm>
            <a:custGeom>
              <a:avLst/>
              <a:gdLst/>
              <a:ahLst/>
              <a:cxnLst/>
              <a:rect l="0" t="0" r="r" b="b"/>
              <a:pathLst>
                <a:path w="202017" h="254147">
                  <a:moveTo>
                    <a:pt x="0" y="39481"/>
                  </a:moveTo>
                  <a:cubicBezTo>
                    <a:pt x="0" y="39481"/>
                    <a:pt x="52100" y="-12619"/>
                    <a:pt x="107000" y="2881"/>
                  </a:cubicBezTo>
                  <a:cubicBezTo>
                    <a:pt x="161900" y="18381"/>
                    <a:pt x="197100" y="46481"/>
                    <a:pt x="201300" y="104281"/>
                  </a:cubicBezTo>
                  <a:cubicBezTo>
                    <a:pt x="205500" y="162081"/>
                    <a:pt x="191700" y="205281"/>
                    <a:pt x="147800" y="233781"/>
                  </a:cubicBezTo>
                  <a:cubicBezTo>
                    <a:pt x="91500" y="270381"/>
                    <a:pt x="23900" y="246481"/>
                    <a:pt x="23900" y="246481"/>
                  </a:cubicBezTo>
                  <a:lnTo>
                    <a:pt x="0" y="39481"/>
                  </a:lnTo>
                  <a:close/>
                </a:path>
              </a:pathLst>
            </a:custGeom>
            <a:solidFill>
              <a:srgbClr val="ECF0F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4" name="probe-noto-emoji_u1f407-part-2"/>
            <p:cNvSpPr/>
            <p:nvPr/>
          </p:nvSpPr>
          <p:spPr>
            <a:xfrm>
              <a:off x="465350" y="36839"/>
              <a:ext cx="174687" cy="389161"/>
            </a:xfrm>
            <a:custGeom>
              <a:avLst/>
              <a:gdLst/>
              <a:ahLst/>
              <a:cxnLst/>
              <a:rect l="0" t="0" r="r" b="b"/>
              <a:pathLst>
                <a:path w="174687" h="389161">
                  <a:moveTo>
                    <a:pt x="136550" y="389161"/>
                  </a:moveTo>
                  <a:cubicBezTo>
                    <a:pt x="136550" y="389161"/>
                    <a:pt x="177350" y="300461"/>
                    <a:pt x="174550" y="180761"/>
                  </a:cubicBezTo>
                  <a:cubicBezTo>
                    <a:pt x="171750" y="61061"/>
                    <a:pt x="144950" y="-2239"/>
                    <a:pt x="84950" y="61"/>
                  </a:cubicBezTo>
                  <a:cubicBezTo>
                    <a:pt x="19250" y="2661"/>
                    <a:pt x="-1150" y="108561"/>
                    <a:pt x="50" y="196261"/>
                  </a:cubicBezTo>
                  <a:cubicBezTo>
                    <a:pt x="1450" y="303261"/>
                    <a:pt x="40450" y="383961"/>
                    <a:pt x="40450" y="383961"/>
                  </a:cubicBezTo>
                  <a:lnTo>
                    <a:pt x="136550" y="389161"/>
                  </a:lnTo>
                  <a:close/>
                </a:path>
              </a:pathLst>
            </a:custGeom>
            <a:solidFill>
              <a:srgbClr val="A8A8A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5" name="probe-noto-emoji_u1f407-part-3"/>
            <p:cNvSpPr/>
            <p:nvPr/>
          </p:nvSpPr>
          <p:spPr>
            <a:xfrm>
              <a:off x="365400" y="759500"/>
              <a:ext cx="367900" cy="178300"/>
            </a:xfrm>
            <a:custGeom>
              <a:avLst/>
              <a:gdLst/>
              <a:ahLst/>
              <a:cxnLst/>
              <a:rect l="0" t="0" r="r" b="b"/>
              <a:pathLst>
                <a:path w="367900" h="178300">
                  <a:moveTo>
                    <a:pt x="101400" y="17900"/>
                  </a:moveTo>
                  <a:lnTo>
                    <a:pt x="1000" y="26300"/>
                  </a:lnTo>
                  <a:cubicBezTo>
                    <a:pt x="1000" y="26300"/>
                    <a:pt x="4300" y="36600"/>
                    <a:pt x="3300" y="46000"/>
                  </a:cubicBezTo>
                  <a:cubicBezTo>
                    <a:pt x="2400" y="55400"/>
                    <a:pt x="0" y="78800"/>
                    <a:pt x="0" y="78800"/>
                  </a:cubicBezTo>
                  <a:lnTo>
                    <a:pt x="126700" y="178300"/>
                  </a:lnTo>
                  <a:lnTo>
                    <a:pt x="367900" y="44100"/>
                  </a:lnTo>
                  <a:lnTo>
                    <a:pt x="303100" y="0"/>
                  </a:lnTo>
                  <a:lnTo>
                    <a:pt x="101400" y="17900"/>
                  </a:lnTo>
                  <a:close/>
                </a:path>
              </a:pathLst>
            </a:custGeom>
            <a:solidFill>
              <a:srgbClr val="A8A8A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6" name="probe-noto-emoji_u1f407-part-4"/>
            <p:cNvSpPr/>
            <p:nvPr/>
          </p:nvSpPr>
          <p:spPr>
            <a:xfrm>
              <a:off x="184594" y="624211"/>
              <a:ext cx="139204" cy="25289"/>
            </a:xfrm>
            <a:custGeom>
              <a:avLst/>
              <a:gdLst/>
              <a:ahLst/>
              <a:cxnLst/>
              <a:rect l="0" t="0" r="r" b="b"/>
              <a:pathLst>
                <a:path w="139204" h="25289">
                  <a:moveTo>
                    <a:pt x="10006" y="25289"/>
                  </a:moveTo>
                  <a:cubicBezTo>
                    <a:pt x="5106" y="25289"/>
                    <a:pt x="806" y="21689"/>
                    <a:pt x="106" y="16689"/>
                  </a:cubicBezTo>
                  <a:cubicBezTo>
                    <a:pt x="-694" y="11189"/>
                    <a:pt x="3106" y="6189"/>
                    <a:pt x="8606" y="5389"/>
                  </a:cubicBezTo>
                  <a:cubicBezTo>
                    <a:pt x="9706" y="5189"/>
                    <a:pt x="35706" y="1589"/>
                    <a:pt x="64106" y="589"/>
                  </a:cubicBezTo>
                  <a:cubicBezTo>
                    <a:pt x="95506" y="-411"/>
                    <a:pt x="103906" y="-711"/>
                    <a:pt x="131106" y="4489"/>
                  </a:cubicBezTo>
                  <a:cubicBezTo>
                    <a:pt x="136506" y="5489"/>
                    <a:pt x="140106" y="10789"/>
                    <a:pt x="139006" y="16189"/>
                  </a:cubicBezTo>
                  <a:cubicBezTo>
                    <a:pt x="137906" y="21589"/>
                    <a:pt x="132706" y="25089"/>
                    <a:pt x="127306" y="24089"/>
                  </a:cubicBezTo>
                  <a:cubicBezTo>
                    <a:pt x="102406" y="19289"/>
                    <a:pt x="95206" y="19489"/>
                    <a:pt x="64806" y="20489"/>
                  </a:cubicBezTo>
                  <a:cubicBezTo>
                    <a:pt x="37506" y="21389"/>
                    <a:pt x="11706" y="25089"/>
                    <a:pt x="11406" y="25089"/>
                  </a:cubicBezTo>
                  <a:cubicBezTo>
                    <a:pt x="10906" y="25189"/>
                    <a:pt x="10506" y="25289"/>
                    <a:pt x="10006" y="25289"/>
                  </a:cubicBezTo>
                  <a:close/>
                </a:path>
              </a:pathLst>
            </a:custGeom>
            <a:solidFill>
              <a:srgbClr val="8E939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7" name="probe-noto-emoji_u1f407-part-5"/>
            <p:cNvSpPr/>
            <p:nvPr/>
          </p:nvSpPr>
          <p:spPr>
            <a:xfrm>
              <a:off x="174317" y="678298"/>
              <a:ext cx="134564" cy="40602"/>
            </a:xfrm>
            <a:custGeom>
              <a:avLst/>
              <a:gdLst/>
              <a:ahLst/>
              <a:cxnLst/>
              <a:rect l="0" t="0" r="r" b="b"/>
              <a:pathLst>
                <a:path w="134564" h="40602">
                  <a:moveTo>
                    <a:pt x="9983" y="40602"/>
                  </a:moveTo>
                  <a:cubicBezTo>
                    <a:pt x="5483" y="40602"/>
                    <a:pt x="1383" y="37502"/>
                    <a:pt x="283" y="33002"/>
                  </a:cubicBezTo>
                  <a:cubicBezTo>
                    <a:pt x="-1017" y="27602"/>
                    <a:pt x="2283" y="22202"/>
                    <a:pt x="7683" y="20902"/>
                  </a:cubicBezTo>
                  <a:cubicBezTo>
                    <a:pt x="9083" y="20502"/>
                    <a:pt x="42883" y="12302"/>
                    <a:pt x="63683" y="8602"/>
                  </a:cubicBezTo>
                  <a:cubicBezTo>
                    <a:pt x="84383" y="4802"/>
                    <a:pt x="121783" y="302"/>
                    <a:pt x="123383" y="102"/>
                  </a:cubicBezTo>
                  <a:cubicBezTo>
                    <a:pt x="128883" y="-698"/>
                    <a:pt x="133883" y="3302"/>
                    <a:pt x="134483" y="8802"/>
                  </a:cubicBezTo>
                  <a:cubicBezTo>
                    <a:pt x="135183" y="14302"/>
                    <a:pt x="131283" y="19302"/>
                    <a:pt x="125783" y="19902"/>
                  </a:cubicBezTo>
                  <a:cubicBezTo>
                    <a:pt x="125383" y="19902"/>
                    <a:pt x="87383" y="24602"/>
                    <a:pt x="67283" y="28302"/>
                  </a:cubicBezTo>
                  <a:cubicBezTo>
                    <a:pt x="47183" y="32002"/>
                    <a:pt x="12783" y="40302"/>
                    <a:pt x="12483" y="40402"/>
                  </a:cubicBezTo>
                  <a:cubicBezTo>
                    <a:pt x="11483" y="40502"/>
                    <a:pt x="10783" y="40602"/>
                    <a:pt x="9983" y="40602"/>
                  </a:cubicBezTo>
                  <a:close/>
                </a:path>
              </a:pathLst>
            </a:custGeom>
            <a:solidFill>
              <a:srgbClr val="8E939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8" name="probe-noto-emoji_u1f407-part-6"/>
            <p:cNvSpPr/>
            <p:nvPr/>
          </p:nvSpPr>
          <p:spPr>
            <a:xfrm>
              <a:off x="396305" y="857300"/>
              <a:ext cx="486195" cy="379427"/>
            </a:xfrm>
            <a:custGeom>
              <a:avLst/>
              <a:gdLst/>
              <a:ahLst/>
              <a:cxnLst/>
              <a:rect l="0" t="0" r="r" b="b"/>
              <a:pathLst>
                <a:path w="486195" h="379427">
                  <a:moveTo>
                    <a:pt x="412995" y="10200"/>
                  </a:moveTo>
                  <a:lnTo>
                    <a:pt x="59195" y="232700"/>
                  </a:lnTo>
                  <a:cubicBezTo>
                    <a:pt x="59195" y="232700"/>
                    <a:pt x="-14005" y="315300"/>
                    <a:pt x="2395" y="332700"/>
                  </a:cubicBezTo>
                  <a:cubicBezTo>
                    <a:pt x="11095" y="341900"/>
                    <a:pt x="45295" y="350100"/>
                    <a:pt x="75095" y="343500"/>
                  </a:cubicBezTo>
                  <a:cubicBezTo>
                    <a:pt x="117795" y="334100"/>
                    <a:pt x="154895" y="243500"/>
                    <a:pt x="154895" y="243500"/>
                  </a:cubicBezTo>
                  <a:cubicBezTo>
                    <a:pt x="154895" y="243500"/>
                    <a:pt x="136095" y="372100"/>
                    <a:pt x="165195" y="377700"/>
                  </a:cubicBezTo>
                  <a:cubicBezTo>
                    <a:pt x="194295" y="383300"/>
                    <a:pt x="236495" y="376300"/>
                    <a:pt x="255295" y="341600"/>
                  </a:cubicBezTo>
                  <a:cubicBezTo>
                    <a:pt x="274095" y="306900"/>
                    <a:pt x="280595" y="264600"/>
                    <a:pt x="297495" y="246800"/>
                  </a:cubicBezTo>
                  <a:cubicBezTo>
                    <a:pt x="314395" y="229000"/>
                    <a:pt x="329395" y="215800"/>
                    <a:pt x="329395" y="215800"/>
                  </a:cubicBezTo>
                  <a:cubicBezTo>
                    <a:pt x="329395" y="215800"/>
                    <a:pt x="338795" y="227100"/>
                    <a:pt x="344395" y="234600"/>
                  </a:cubicBezTo>
                  <a:cubicBezTo>
                    <a:pt x="349995" y="242100"/>
                    <a:pt x="360395" y="252400"/>
                    <a:pt x="360395" y="252400"/>
                  </a:cubicBezTo>
                  <a:cubicBezTo>
                    <a:pt x="360395" y="252400"/>
                    <a:pt x="316495" y="279600"/>
                    <a:pt x="301295" y="301200"/>
                  </a:cubicBezTo>
                  <a:cubicBezTo>
                    <a:pt x="285795" y="323300"/>
                    <a:pt x="288995" y="349400"/>
                    <a:pt x="311595" y="358500"/>
                  </a:cubicBezTo>
                  <a:cubicBezTo>
                    <a:pt x="344395" y="371600"/>
                    <a:pt x="486195" y="314400"/>
                    <a:pt x="486195" y="314400"/>
                  </a:cubicBezTo>
                  <a:lnTo>
                    <a:pt x="457995" y="0"/>
                  </a:lnTo>
                  <a:lnTo>
                    <a:pt x="412995" y="10200"/>
                  </a:lnTo>
                  <a:close/>
                </a:path>
              </a:pathLst>
            </a:custGeom>
            <a:solidFill>
              <a:srgbClr val="A8A8A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79" name="probe-noto-emoji_u1f407-part-7"/>
            <p:cNvSpPr/>
            <p:nvPr/>
          </p:nvSpPr>
          <p:spPr>
            <a:xfrm>
              <a:off x="267139" y="127877"/>
              <a:ext cx="739709" cy="1108123"/>
            </a:xfrm>
            <a:custGeom>
              <a:avLst/>
              <a:gdLst/>
              <a:ahLst/>
              <a:cxnLst/>
              <a:rect l="0" t="0" r="r" b="b"/>
              <a:pathLst>
                <a:path w="739709" h="1108123">
                  <a:moveTo>
                    <a:pt x="487761" y="527523"/>
                  </a:moveTo>
                  <a:cubicBezTo>
                    <a:pt x="487761" y="527523"/>
                    <a:pt x="492461" y="493723"/>
                    <a:pt x="485861" y="462723"/>
                  </a:cubicBezTo>
                  <a:cubicBezTo>
                    <a:pt x="479261" y="431723"/>
                    <a:pt x="460561" y="396123"/>
                    <a:pt x="460561" y="396123"/>
                  </a:cubicBezTo>
                  <a:cubicBezTo>
                    <a:pt x="460561" y="396123"/>
                    <a:pt x="530061" y="369823"/>
                    <a:pt x="579761" y="324823"/>
                  </a:cubicBezTo>
                  <a:cubicBezTo>
                    <a:pt x="634961" y="274823"/>
                    <a:pt x="716761" y="181223"/>
                    <a:pt x="724261" y="104223"/>
                  </a:cubicBezTo>
                  <a:cubicBezTo>
                    <a:pt x="731761" y="27223"/>
                    <a:pt x="685761" y="-42177"/>
                    <a:pt x="564661" y="31023"/>
                  </a:cubicBezTo>
                  <a:cubicBezTo>
                    <a:pt x="443561" y="104223"/>
                    <a:pt x="355461" y="285423"/>
                    <a:pt x="355461" y="285423"/>
                  </a:cubicBezTo>
                  <a:cubicBezTo>
                    <a:pt x="355461" y="285423"/>
                    <a:pt x="259761" y="245023"/>
                    <a:pt x="181861" y="287323"/>
                  </a:cubicBezTo>
                  <a:cubicBezTo>
                    <a:pt x="103961" y="329623"/>
                    <a:pt x="62661" y="438423"/>
                    <a:pt x="58861" y="445923"/>
                  </a:cubicBezTo>
                  <a:cubicBezTo>
                    <a:pt x="55061" y="453423"/>
                    <a:pt x="6861" y="475323"/>
                    <a:pt x="661" y="541623"/>
                  </a:cubicBezTo>
                  <a:cubicBezTo>
                    <a:pt x="-5439" y="607323"/>
                    <a:pt x="31261" y="644423"/>
                    <a:pt x="86061" y="658923"/>
                  </a:cubicBezTo>
                  <a:cubicBezTo>
                    <a:pt x="124261" y="669023"/>
                    <a:pt x="159261" y="660823"/>
                    <a:pt x="159261" y="660823"/>
                  </a:cubicBezTo>
                  <a:cubicBezTo>
                    <a:pt x="159261" y="660823"/>
                    <a:pt x="188361" y="693623"/>
                    <a:pt x="263461" y="692723"/>
                  </a:cubicBezTo>
                  <a:cubicBezTo>
                    <a:pt x="338561" y="691823"/>
                    <a:pt x="400461" y="652323"/>
                    <a:pt x="400461" y="652323"/>
                  </a:cubicBezTo>
                  <a:cubicBezTo>
                    <a:pt x="400461" y="652323"/>
                    <a:pt x="386361" y="705823"/>
                    <a:pt x="318761" y="734923"/>
                  </a:cubicBezTo>
                  <a:cubicBezTo>
                    <a:pt x="268061" y="756723"/>
                    <a:pt x="206161" y="753723"/>
                    <a:pt x="161061" y="734023"/>
                  </a:cubicBezTo>
                  <a:cubicBezTo>
                    <a:pt x="115961" y="714323"/>
                    <a:pt x="100061" y="691823"/>
                    <a:pt x="100061" y="691823"/>
                  </a:cubicBezTo>
                  <a:cubicBezTo>
                    <a:pt x="100061" y="691823"/>
                    <a:pt x="84061" y="765023"/>
                    <a:pt x="100061" y="809123"/>
                  </a:cubicBezTo>
                  <a:cubicBezTo>
                    <a:pt x="116061" y="853223"/>
                    <a:pt x="146961" y="914223"/>
                    <a:pt x="145061" y="960223"/>
                  </a:cubicBezTo>
                  <a:cubicBezTo>
                    <a:pt x="143161" y="1006223"/>
                    <a:pt x="113661" y="1040023"/>
                    <a:pt x="128161" y="1058723"/>
                  </a:cubicBezTo>
                  <a:cubicBezTo>
                    <a:pt x="136261" y="1069223"/>
                    <a:pt x="169661" y="1078023"/>
                    <a:pt x="195761" y="1050323"/>
                  </a:cubicBezTo>
                  <a:cubicBezTo>
                    <a:pt x="239861" y="1003423"/>
                    <a:pt x="238161" y="950323"/>
                    <a:pt x="253961" y="948023"/>
                  </a:cubicBezTo>
                  <a:cubicBezTo>
                    <a:pt x="286761" y="943323"/>
                    <a:pt x="270861" y="1039023"/>
                    <a:pt x="269961" y="1058723"/>
                  </a:cubicBezTo>
                  <a:cubicBezTo>
                    <a:pt x="269061" y="1078423"/>
                    <a:pt x="266261" y="1103323"/>
                    <a:pt x="287761" y="1106623"/>
                  </a:cubicBezTo>
                  <a:cubicBezTo>
                    <a:pt x="333761" y="1113623"/>
                    <a:pt x="341261" y="1096323"/>
                    <a:pt x="360961" y="1050323"/>
                  </a:cubicBezTo>
                  <a:cubicBezTo>
                    <a:pt x="380661" y="1004323"/>
                    <a:pt x="378361" y="980423"/>
                    <a:pt x="398461" y="952723"/>
                  </a:cubicBezTo>
                  <a:cubicBezTo>
                    <a:pt x="414861" y="930223"/>
                    <a:pt x="442561" y="915223"/>
                    <a:pt x="442561" y="915223"/>
                  </a:cubicBezTo>
                  <a:cubicBezTo>
                    <a:pt x="442561" y="915223"/>
                    <a:pt x="437361" y="852823"/>
                    <a:pt x="458061" y="819923"/>
                  </a:cubicBezTo>
                  <a:cubicBezTo>
                    <a:pt x="478661" y="787123"/>
                    <a:pt x="519561" y="761223"/>
                    <a:pt x="549561" y="772523"/>
                  </a:cubicBezTo>
                  <a:cubicBezTo>
                    <a:pt x="579561" y="783823"/>
                    <a:pt x="513461" y="791723"/>
                    <a:pt x="491861" y="838723"/>
                  </a:cubicBezTo>
                  <a:cubicBezTo>
                    <a:pt x="476061" y="873123"/>
                    <a:pt x="479161" y="908623"/>
                    <a:pt x="501761" y="933023"/>
                  </a:cubicBezTo>
                  <a:cubicBezTo>
                    <a:pt x="524261" y="957423"/>
                    <a:pt x="551461" y="978023"/>
                    <a:pt x="551461" y="978023"/>
                  </a:cubicBezTo>
                  <a:cubicBezTo>
                    <a:pt x="551461" y="978023"/>
                    <a:pt x="443861" y="1016823"/>
                    <a:pt x="434161" y="1056423"/>
                  </a:cubicBezTo>
                  <a:cubicBezTo>
                    <a:pt x="427161" y="1085023"/>
                    <a:pt x="438861" y="1098223"/>
                    <a:pt x="504561" y="1091623"/>
                  </a:cubicBezTo>
                  <a:cubicBezTo>
                    <a:pt x="570261" y="1085023"/>
                    <a:pt x="653761" y="1062523"/>
                    <a:pt x="686661" y="1021223"/>
                  </a:cubicBezTo>
                  <a:cubicBezTo>
                    <a:pt x="719461" y="979923"/>
                    <a:pt x="761461" y="844523"/>
                    <a:pt x="726561" y="745723"/>
                  </a:cubicBezTo>
                  <a:cubicBezTo>
                    <a:pt x="698361" y="665923"/>
                    <a:pt x="678261" y="630723"/>
                    <a:pt x="605961" y="579123"/>
                  </a:cubicBezTo>
                  <a:cubicBezTo>
                    <a:pt x="533761" y="527523"/>
                    <a:pt x="487761" y="527523"/>
                    <a:pt x="487761" y="527523"/>
                  </a:cubicBezTo>
                  <a:close/>
                </a:path>
              </a:pathLst>
            </a:custGeom>
            <a:solidFill>
              <a:srgbClr val="DFDFD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0" name="probe-noto-emoji_u1f407-part-8"/>
            <p:cNvSpPr/>
            <p:nvPr/>
          </p:nvSpPr>
          <p:spPr>
            <a:xfrm>
              <a:off x="693731" y="196988"/>
              <a:ext cx="235723" cy="251640"/>
            </a:xfrm>
            <a:custGeom>
              <a:avLst/>
              <a:gdLst/>
              <a:ahLst/>
              <a:cxnLst/>
              <a:rect l="0" t="0" r="r" b="b"/>
              <a:pathLst>
                <a:path w="235723" h="251640">
                  <a:moveTo>
                    <a:pt x="4869" y="242612"/>
                  </a:moveTo>
                  <a:cubicBezTo>
                    <a:pt x="-12731" y="224412"/>
                    <a:pt x="17969" y="160012"/>
                    <a:pt x="87469" y="85912"/>
                  </a:cubicBezTo>
                  <a:cubicBezTo>
                    <a:pt x="156969" y="11812"/>
                    <a:pt x="204769" y="-11688"/>
                    <a:pt x="228269" y="5212"/>
                  </a:cubicBezTo>
                  <a:cubicBezTo>
                    <a:pt x="251769" y="22112"/>
                    <a:pt x="217969" y="94412"/>
                    <a:pt x="151269" y="164812"/>
                  </a:cubicBezTo>
                  <a:cubicBezTo>
                    <a:pt x="96069" y="223012"/>
                    <a:pt x="33969" y="272612"/>
                    <a:pt x="4869" y="242612"/>
                  </a:cubicBezTo>
                  <a:close/>
                </a:path>
              </a:pathLst>
            </a:custGeom>
            <a:solidFill>
              <a:srgbClr val="FFB0B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1" name="probe-noto-emoji_u1f407-part-9"/>
            <p:cNvSpPr/>
            <p:nvPr/>
          </p:nvSpPr>
          <p:spPr>
            <a:xfrm>
              <a:off x="286365" y="434887"/>
              <a:ext cx="201908" cy="327089"/>
            </a:xfrm>
            <a:custGeom>
              <a:avLst/>
              <a:gdLst/>
              <a:ahLst/>
              <a:cxnLst/>
              <a:rect l="0" t="0" r="r" b="b"/>
              <a:pathLst>
                <a:path w="201908" h="327089">
                  <a:moveTo>
                    <a:pt x="190235" y="913"/>
                  </a:moveTo>
                  <a:cubicBezTo>
                    <a:pt x="216235" y="6513"/>
                    <a:pt x="193735" y="44513"/>
                    <a:pt x="171935" y="81113"/>
                  </a:cubicBezTo>
                  <a:cubicBezTo>
                    <a:pt x="150135" y="117713"/>
                    <a:pt x="133935" y="136713"/>
                    <a:pt x="138835" y="154313"/>
                  </a:cubicBezTo>
                  <a:cubicBezTo>
                    <a:pt x="143735" y="171913"/>
                    <a:pt x="181735" y="205713"/>
                    <a:pt x="179635" y="245813"/>
                  </a:cubicBezTo>
                  <a:cubicBezTo>
                    <a:pt x="177535" y="285913"/>
                    <a:pt x="143735" y="331713"/>
                    <a:pt x="80435" y="326713"/>
                  </a:cubicBezTo>
                  <a:cubicBezTo>
                    <a:pt x="17135" y="321713"/>
                    <a:pt x="-8265" y="273213"/>
                    <a:pt x="2335" y="220413"/>
                  </a:cubicBezTo>
                  <a:cubicBezTo>
                    <a:pt x="10735" y="178613"/>
                    <a:pt x="53735" y="159213"/>
                    <a:pt x="64935" y="138713"/>
                  </a:cubicBezTo>
                  <a:cubicBezTo>
                    <a:pt x="76235" y="118313"/>
                    <a:pt x="94835" y="84013"/>
                    <a:pt x="114235" y="55613"/>
                  </a:cubicBezTo>
                  <a:cubicBezTo>
                    <a:pt x="141735" y="15713"/>
                    <a:pt x="164135" y="-4687"/>
                    <a:pt x="190235" y="913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2" name="probe-noto-emoji_u1f407-part-10"/>
            <p:cNvSpPr/>
            <p:nvPr/>
          </p:nvSpPr>
          <p:spPr>
            <a:xfrm>
              <a:off x="532819" y="540778"/>
              <a:ext cx="69885" cy="94788"/>
            </a:xfrm>
            <a:custGeom>
              <a:avLst/>
              <a:gdLst/>
              <a:ahLst/>
              <a:cxnLst/>
              <a:rect l="0" t="0" r="r" b="b"/>
              <a:pathLst>
                <a:path w="69885" h="94788">
                  <a:moveTo>
                    <a:pt x="39583" y="122"/>
                  </a:moveTo>
                  <a:cubicBezTo>
                    <a:pt x="40309" y="193"/>
                    <a:pt x="41031" y="296"/>
                    <a:pt x="41749" y="429"/>
                  </a:cubicBezTo>
                  <a:cubicBezTo>
                    <a:pt x="42467" y="562"/>
                    <a:pt x="43180" y="726"/>
                    <a:pt x="43887" y="921"/>
                  </a:cubicBezTo>
                  <a:cubicBezTo>
                    <a:pt x="44595" y="1116"/>
                    <a:pt x="45296" y="1341"/>
                    <a:pt x="45991" y="1597"/>
                  </a:cubicBezTo>
                  <a:cubicBezTo>
                    <a:pt x="46685" y="1852"/>
                    <a:pt x="47372" y="2138"/>
                    <a:pt x="48050" y="2453"/>
                  </a:cubicBezTo>
                  <a:cubicBezTo>
                    <a:pt x="48729" y="2768"/>
                    <a:pt x="49398" y="3113"/>
                    <a:pt x="50058" y="3486"/>
                  </a:cubicBezTo>
                  <a:cubicBezTo>
                    <a:pt x="50718" y="3860"/>
                    <a:pt x="51368" y="4263"/>
                    <a:pt x="52007" y="4693"/>
                  </a:cubicBezTo>
                  <a:cubicBezTo>
                    <a:pt x="52645" y="5124"/>
                    <a:pt x="53273" y="5583"/>
                    <a:pt x="53888" y="6069"/>
                  </a:cubicBezTo>
                  <a:cubicBezTo>
                    <a:pt x="54503" y="6555"/>
                    <a:pt x="55105" y="7068"/>
                    <a:pt x="55694" y="7607"/>
                  </a:cubicBezTo>
                  <a:cubicBezTo>
                    <a:pt x="56283" y="8147"/>
                    <a:pt x="56858" y="8712"/>
                    <a:pt x="57418" y="9303"/>
                  </a:cubicBezTo>
                  <a:cubicBezTo>
                    <a:pt x="57978" y="9894"/>
                    <a:pt x="58524" y="10509"/>
                    <a:pt x="59054" y="11149"/>
                  </a:cubicBezTo>
                  <a:cubicBezTo>
                    <a:pt x="59583" y="11788"/>
                    <a:pt x="60097" y="12452"/>
                    <a:pt x="60594" y="13138"/>
                  </a:cubicBezTo>
                  <a:cubicBezTo>
                    <a:pt x="61091" y="13824"/>
                    <a:pt x="61571" y="14532"/>
                    <a:pt x="62033" y="15262"/>
                  </a:cubicBezTo>
                  <a:cubicBezTo>
                    <a:pt x="62496" y="15991"/>
                    <a:pt x="62940" y="16742"/>
                    <a:pt x="63366" y="17513"/>
                  </a:cubicBezTo>
                  <a:cubicBezTo>
                    <a:pt x="63791" y="18283"/>
                    <a:pt x="64198" y="19073"/>
                    <a:pt x="64586" y="19882"/>
                  </a:cubicBezTo>
                  <a:cubicBezTo>
                    <a:pt x="64973" y="20690"/>
                    <a:pt x="65341" y="21516"/>
                    <a:pt x="65689" y="22359"/>
                  </a:cubicBezTo>
                  <a:cubicBezTo>
                    <a:pt x="66037" y="23202"/>
                    <a:pt x="66364" y="24061"/>
                    <a:pt x="66671" y="24935"/>
                  </a:cubicBezTo>
                  <a:cubicBezTo>
                    <a:pt x="66977" y="25809"/>
                    <a:pt x="67263" y="26698"/>
                    <a:pt x="67527" y="27600"/>
                  </a:cubicBezTo>
                  <a:cubicBezTo>
                    <a:pt x="67792" y="28502"/>
                    <a:pt x="68034" y="29417"/>
                    <a:pt x="68255" y="30343"/>
                  </a:cubicBezTo>
                  <a:cubicBezTo>
                    <a:pt x="68476" y="31269"/>
                    <a:pt x="68675" y="32207"/>
                    <a:pt x="68852" y="33153"/>
                  </a:cubicBezTo>
                  <a:cubicBezTo>
                    <a:pt x="69028" y="34100"/>
                    <a:pt x="69183" y="35056"/>
                    <a:pt x="69314" y="36020"/>
                  </a:cubicBezTo>
                  <a:cubicBezTo>
                    <a:pt x="69446" y="36984"/>
                    <a:pt x="69555" y="37954"/>
                    <a:pt x="69642" y="38931"/>
                  </a:cubicBezTo>
                  <a:cubicBezTo>
                    <a:pt x="69728" y="39908"/>
                    <a:pt x="69791" y="40890"/>
                    <a:pt x="69832" y="41876"/>
                  </a:cubicBezTo>
                  <a:cubicBezTo>
                    <a:pt x="69872" y="42862"/>
                    <a:pt x="69890" y="43851"/>
                    <a:pt x="69884" y="44843"/>
                  </a:cubicBezTo>
                  <a:cubicBezTo>
                    <a:pt x="69878" y="45834"/>
                    <a:pt x="69850" y="46826"/>
                    <a:pt x="69799" y="47819"/>
                  </a:cubicBezTo>
                  <a:cubicBezTo>
                    <a:pt x="69747" y="48812"/>
                    <a:pt x="69673" y="49804"/>
                    <a:pt x="69575" y="50794"/>
                  </a:cubicBezTo>
                  <a:cubicBezTo>
                    <a:pt x="69478" y="51784"/>
                    <a:pt x="69358" y="52772"/>
                    <a:pt x="69216" y="53756"/>
                  </a:cubicBezTo>
                  <a:cubicBezTo>
                    <a:pt x="69073" y="54739"/>
                    <a:pt x="68908" y="55719"/>
                    <a:pt x="68721" y="56692"/>
                  </a:cubicBezTo>
                  <a:cubicBezTo>
                    <a:pt x="68533" y="57665"/>
                    <a:pt x="68324" y="58632"/>
                    <a:pt x="68092" y="59592"/>
                  </a:cubicBezTo>
                  <a:cubicBezTo>
                    <a:pt x="67861" y="60551"/>
                    <a:pt x="67608" y="61502"/>
                    <a:pt x="67333" y="62443"/>
                  </a:cubicBezTo>
                  <a:cubicBezTo>
                    <a:pt x="67059" y="63385"/>
                    <a:pt x="66763" y="64316"/>
                    <a:pt x="66446" y="65236"/>
                  </a:cubicBezTo>
                  <a:cubicBezTo>
                    <a:pt x="66130" y="66155"/>
                    <a:pt x="65792" y="67063"/>
                    <a:pt x="65435" y="67957"/>
                  </a:cubicBezTo>
                  <a:cubicBezTo>
                    <a:pt x="65078" y="68852"/>
                    <a:pt x="64700" y="69732"/>
                    <a:pt x="64303" y="70598"/>
                  </a:cubicBezTo>
                  <a:cubicBezTo>
                    <a:pt x="63907" y="71464"/>
                    <a:pt x="63491" y="72314"/>
                    <a:pt x="63056" y="73147"/>
                  </a:cubicBezTo>
                  <a:cubicBezTo>
                    <a:pt x="62621" y="73980"/>
                    <a:pt x="62168" y="74797"/>
                    <a:pt x="61697" y="75594"/>
                  </a:cubicBezTo>
                  <a:cubicBezTo>
                    <a:pt x="61227" y="76392"/>
                    <a:pt x="60738" y="77171"/>
                    <a:pt x="60233" y="77931"/>
                  </a:cubicBezTo>
                  <a:cubicBezTo>
                    <a:pt x="59728" y="78690"/>
                    <a:pt x="59207" y="79429"/>
                    <a:pt x="58670" y="80146"/>
                  </a:cubicBezTo>
                  <a:cubicBezTo>
                    <a:pt x="58132" y="80864"/>
                    <a:pt x="57579" y="81559"/>
                    <a:pt x="57012" y="82232"/>
                  </a:cubicBezTo>
                  <a:cubicBezTo>
                    <a:pt x="56445" y="82906"/>
                    <a:pt x="55863" y="83555"/>
                    <a:pt x="55267" y="84181"/>
                  </a:cubicBezTo>
                  <a:cubicBezTo>
                    <a:pt x="54672" y="84807"/>
                    <a:pt x="54064" y="85409"/>
                    <a:pt x="53443" y="85985"/>
                  </a:cubicBezTo>
                  <a:cubicBezTo>
                    <a:pt x="52822" y="86561"/>
                    <a:pt x="52189" y="87112"/>
                    <a:pt x="51545" y="87636"/>
                  </a:cubicBezTo>
                  <a:cubicBezTo>
                    <a:pt x="50901" y="88161"/>
                    <a:pt x="50246" y="88659"/>
                    <a:pt x="49581" y="89129"/>
                  </a:cubicBezTo>
                  <a:cubicBezTo>
                    <a:pt x="48917" y="89599"/>
                    <a:pt x="48243" y="90042"/>
                    <a:pt x="47560" y="90457"/>
                  </a:cubicBezTo>
                  <a:cubicBezTo>
                    <a:pt x="46878" y="90871"/>
                    <a:pt x="46187" y="91258"/>
                    <a:pt x="45489" y="91615"/>
                  </a:cubicBezTo>
                  <a:cubicBezTo>
                    <a:pt x="44792" y="91972"/>
                    <a:pt x="44087" y="92300"/>
                    <a:pt x="43377" y="92598"/>
                  </a:cubicBezTo>
                  <a:cubicBezTo>
                    <a:pt x="42667" y="92896"/>
                    <a:pt x="41951" y="93165"/>
                    <a:pt x="41231" y="93403"/>
                  </a:cubicBezTo>
                  <a:cubicBezTo>
                    <a:pt x="40511" y="93641"/>
                    <a:pt x="39787" y="93849"/>
                    <a:pt x="39060" y="94027"/>
                  </a:cubicBezTo>
                  <a:cubicBezTo>
                    <a:pt x="38334" y="94204"/>
                    <a:pt x="37604" y="94350"/>
                    <a:pt x="36874" y="94466"/>
                  </a:cubicBezTo>
                  <a:cubicBezTo>
                    <a:pt x="36143" y="94581"/>
                    <a:pt x="35411" y="94666"/>
                    <a:pt x="34679" y="94719"/>
                  </a:cubicBezTo>
                  <a:cubicBezTo>
                    <a:pt x="33947" y="94773"/>
                    <a:pt x="33216" y="94795"/>
                    <a:pt x="32486" y="94786"/>
                  </a:cubicBezTo>
                  <a:cubicBezTo>
                    <a:pt x="31755" y="94777"/>
                    <a:pt x="31027" y="94737"/>
                    <a:pt x="30302" y="94666"/>
                  </a:cubicBezTo>
                  <a:cubicBezTo>
                    <a:pt x="29576" y="94595"/>
                    <a:pt x="28854" y="94493"/>
                    <a:pt x="28136" y="94359"/>
                  </a:cubicBezTo>
                  <a:cubicBezTo>
                    <a:pt x="27418" y="94226"/>
                    <a:pt x="26705" y="94062"/>
                    <a:pt x="25998" y="93867"/>
                  </a:cubicBezTo>
                  <a:cubicBezTo>
                    <a:pt x="25290" y="93672"/>
                    <a:pt x="24589" y="93447"/>
                    <a:pt x="23894" y="93192"/>
                  </a:cubicBezTo>
                  <a:cubicBezTo>
                    <a:pt x="23200" y="92936"/>
                    <a:pt x="22513" y="92651"/>
                    <a:pt x="21835" y="92335"/>
                  </a:cubicBezTo>
                  <a:cubicBezTo>
                    <a:pt x="21156" y="92020"/>
                    <a:pt x="20487" y="91676"/>
                    <a:pt x="19827" y="91302"/>
                  </a:cubicBezTo>
                  <a:cubicBezTo>
                    <a:pt x="19167" y="90928"/>
                    <a:pt x="18517" y="90526"/>
                    <a:pt x="17878" y="90095"/>
                  </a:cubicBezTo>
                  <a:cubicBezTo>
                    <a:pt x="17240" y="89664"/>
                    <a:pt x="16612" y="89205"/>
                    <a:pt x="15997" y="88719"/>
                  </a:cubicBezTo>
                  <a:cubicBezTo>
                    <a:pt x="15382" y="88233"/>
                    <a:pt x="14780" y="87720"/>
                    <a:pt x="14191" y="87181"/>
                  </a:cubicBezTo>
                  <a:cubicBezTo>
                    <a:pt x="13602" y="86642"/>
                    <a:pt x="13027" y="86076"/>
                    <a:pt x="12467" y="85485"/>
                  </a:cubicBezTo>
                  <a:cubicBezTo>
                    <a:pt x="11907" y="84895"/>
                    <a:pt x="11361" y="84279"/>
                    <a:pt x="10831" y="83640"/>
                  </a:cubicBezTo>
                  <a:cubicBezTo>
                    <a:pt x="10302" y="83000"/>
                    <a:pt x="9788" y="82337"/>
                    <a:pt x="9291" y="81651"/>
                  </a:cubicBezTo>
                  <a:cubicBezTo>
                    <a:pt x="8794" y="80965"/>
                    <a:pt x="8314" y="80256"/>
                    <a:pt x="7852" y="79526"/>
                  </a:cubicBezTo>
                  <a:cubicBezTo>
                    <a:pt x="7389" y="78797"/>
                    <a:pt x="6945" y="78046"/>
                    <a:pt x="6519" y="77276"/>
                  </a:cubicBezTo>
                  <a:cubicBezTo>
                    <a:pt x="6094" y="76505"/>
                    <a:pt x="5687" y="75715"/>
                    <a:pt x="5299" y="74907"/>
                  </a:cubicBezTo>
                  <a:cubicBezTo>
                    <a:pt x="4912" y="74098"/>
                    <a:pt x="4544" y="73272"/>
                    <a:pt x="4196" y="72429"/>
                  </a:cubicBezTo>
                  <a:cubicBezTo>
                    <a:pt x="3848" y="71586"/>
                    <a:pt x="3521" y="70727"/>
                    <a:pt x="3214" y="69853"/>
                  </a:cubicBezTo>
                  <a:cubicBezTo>
                    <a:pt x="2908" y="68979"/>
                    <a:pt x="2622" y="68090"/>
                    <a:pt x="2358" y="67188"/>
                  </a:cubicBezTo>
                  <a:cubicBezTo>
                    <a:pt x="2093" y="66286"/>
                    <a:pt x="1851" y="65371"/>
                    <a:pt x="1630" y="64445"/>
                  </a:cubicBezTo>
                  <a:cubicBezTo>
                    <a:pt x="1409" y="63519"/>
                    <a:pt x="1210" y="62582"/>
                    <a:pt x="1033" y="61635"/>
                  </a:cubicBezTo>
                  <a:cubicBezTo>
                    <a:pt x="857" y="60688"/>
                    <a:pt x="702" y="59732"/>
                    <a:pt x="571" y="58768"/>
                  </a:cubicBezTo>
                  <a:cubicBezTo>
                    <a:pt x="439" y="57805"/>
                    <a:pt x="330" y="56834"/>
                    <a:pt x="243" y="55857"/>
                  </a:cubicBezTo>
                  <a:cubicBezTo>
                    <a:pt x="157" y="54880"/>
                    <a:pt x="94" y="53898"/>
                    <a:pt x="53" y="52912"/>
                  </a:cubicBezTo>
                  <a:cubicBezTo>
                    <a:pt x="13" y="51926"/>
                    <a:pt x="-5" y="50937"/>
                    <a:pt x="1" y="49946"/>
                  </a:cubicBezTo>
                  <a:cubicBezTo>
                    <a:pt x="7" y="48954"/>
                    <a:pt x="35" y="47962"/>
                    <a:pt x="86" y="46969"/>
                  </a:cubicBezTo>
                  <a:cubicBezTo>
                    <a:pt x="138" y="45976"/>
                    <a:pt x="212" y="44984"/>
                    <a:pt x="310" y="43994"/>
                  </a:cubicBezTo>
                  <a:cubicBezTo>
                    <a:pt x="407" y="43004"/>
                    <a:pt x="527" y="42016"/>
                    <a:pt x="669" y="41033"/>
                  </a:cubicBezTo>
                  <a:cubicBezTo>
                    <a:pt x="812" y="40049"/>
                    <a:pt x="977" y="39070"/>
                    <a:pt x="1164" y="38096"/>
                  </a:cubicBezTo>
                  <a:cubicBezTo>
                    <a:pt x="1352" y="37123"/>
                    <a:pt x="1561" y="36156"/>
                    <a:pt x="1793" y="35196"/>
                  </a:cubicBezTo>
                  <a:cubicBezTo>
                    <a:pt x="2024" y="34237"/>
                    <a:pt x="2277" y="33286"/>
                    <a:pt x="2552" y="32345"/>
                  </a:cubicBezTo>
                  <a:cubicBezTo>
                    <a:pt x="2826" y="31404"/>
                    <a:pt x="3122" y="30472"/>
                    <a:pt x="3439" y="29553"/>
                  </a:cubicBezTo>
                  <a:cubicBezTo>
                    <a:pt x="3755" y="28633"/>
                    <a:pt x="4093" y="27725"/>
                    <a:pt x="4450" y="26831"/>
                  </a:cubicBezTo>
                  <a:cubicBezTo>
                    <a:pt x="4807" y="25937"/>
                    <a:pt x="5185" y="25056"/>
                    <a:pt x="5582" y="24190"/>
                  </a:cubicBezTo>
                  <a:cubicBezTo>
                    <a:pt x="5978" y="23325"/>
                    <a:pt x="6394" y="22475"/>
                    <a:pt x="6829" y="21641"/>
                  </a:cubicBezTo>
                  <a:cubicBezTo>
                    <a:pt x="7264" y="20808"/>
                    <a:pt x="7717" y="19992"/>
                    <a:pt x="8188" y="19194"/>
                  </a:cubicBezTo>
                  <a:cubicBezTo>
                    <a:pt x="8658" y="18396"/>
                    <a:pt x="9147" y="17617"/>
                    <a:pt x="9652" y="16858"/>
                  </a:cubicBezTo>
                  <a:cubicBezTo>
                    <a:pt x="10157" y="16099"/>
                    <a:pt x="10678" y="15360"/>
                    <a:pt x="11215" y="14642"/>
                  </a:cubicBezTo>
                  <a:cubicBezTo>
                    <a:pt x="11753" y="13925"/>
                    <a:pt x="12306" y="13229"/>
                    <a:pt x="12873" y="12556"/>
                  </a:cubicBezTo>
                  <a:cubicBezTo>
                    <a:pt x="13440" y="11883"/>
                    <a:pt x="14022" y="11233"/>
                    <a:pt x="14618" y="10607"/>
                  </a:cubicBezTo>
                  <a:cubicBezTo>
                    <a:pt x="15213" y="9981"/>
                    <a:pt x="15821" y="9379"/>
                    <a:pt x="16442" y="8803"/>
                  </a:cubicBezTo>
                  <a:cubicBezTo>
                    <a:pt x="17063" y="8227"/>
                    <a:pt x="17696" y="7676"/>
                    <a:pt x="18340" y="7152"/>
                  </a:cubicBezTo>
                  <a:cubicBezTo>
                    <a:pt x="18984" y="6627"/>
                    <a:pt x="19639" y="6130"/>
                    <a:pt x="20304" y="5659"/>
                  </a:cubicBezTo>
                  <a:cubicBezTo>
                    <a:pt x="20968" y="5189"/>
                    <a:pt x="21642" y="4746"/>
                    <a:pt x="22325" y="4331"/>
                  </a:cubicBezTo>
                  <a:cubicBezTo>
                    <a:pt x="23007" y="3917"/>
                    <a:pt x="23698" y="3531"/>
                    <a:pt x="24396" y="3173"/>
                  </a:cubicBezTo>
                  <a:cubicBezTo>
                    <a:pt x="25093" y="2816"/>
                    <a:pt x="25798" y="2488"/>
                    <a:pt x="26508" y="2190"/>
                  </a:cubicBezTo>
                  <a:cubicBezTo>
                    <a:pt x="27218" y="1892"/>
                    <a:pt x="27934" y="1623"/>
                    <a:pt x="28654" y="1385"/>
                  </a:cubicBezTo>
                  <a:cubicBezTo>
                    <a:pt x="29374" y="1147"/>
                    <a:pt x="30098" y="939"/>
                    <a:pt x="30825" y="762"/>
                  </a:cubicBezTo>
                  <a:cubicBezTo>
                    <a:pt x="31551" y="584"/>
                    <a:pt x="32281" y="438"/>
                    <a:pt x="33011" y="322"/>
                  </a:cubicBezTo>
                  <a:cubicBezTo>
                    <a:pt x="33742" y="207"/>
                    <a:pt x="34474" y="122"/>
                    <a:pt x="35206" y="69"/>
                  </a:cubicBezTo>
                  <a:cubicBezTo>
                    <a:pt x="35938" y="15"/>
                    <a:pt x="36669" y="-7"/>
                    <a:pt x="37399" y="2"/>
                  </a:cubicBezTo>
                  <a:cubicBezTo>
                    <a:pt x="38130" y="11"/>
                    <a:pt x="38858" y="51"/>
                    <a:pt x="39583" y="122"/>
                  </a:cubicBezTo>
                  <a:close/>
                </a:path>
              </a:pathLst>
            </a:custGeom>
            <a:solidFill>
              <a:srgbClr val="2F303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3" name="probe-noto-emoji_u1f407-part-11"/>
            <p:cNvSpPr/>
            <p:nvPr/>
          </p:nvSpPr>
          <p:spPr>
            <a:xfrm>
              <a:off x="296987" y="609080"/>
              <a:ext cx="102935" cy="107325"/>
            </a:xfrm>
            <a:custGeom>
              <a:avLst/>
              <a:gdLst/>
              <a:ahLst/>
              <a:cxnLst/>
              <a:rect l="0" t="0" r="r" b="b"/>
              <a:pathLst>
                <a:path w="102935" h="107325">
                  <a:moveTo>
                    <a:pt x="49213" y="23320"/>
                  </a:moveTo>
                  <a:cubicBezTo>
                    <a:pt x="49213" y="23320"/>
                    <a:pt x="80613" y="-2480"/>
                    <a:pt x="92813" y="10220"/>
                  </a:cubicBezTo>
                  <a:cubicBezTo>
                    <a:pt x="105013" y="22920"/>
                    <a:pt x="55713" y="53420"/>
                    <a:pt x="55713" y="53420"/>
                  </a:cubicBezTo>
                  <a:cubicBezTo>
                    <a:pt x="55713" y="53420"/>
                    <a:pt x="51013" y="76420"/>
                    <a:pt x="65113" y="78720"/>
                  </a:cubicBezTo>
                  <a:cubicBezTo>
                    <a:pt x="79213" y="81020"/>
                    <a:pt x="81113" y="51020"/>
                    <a:pt x="96513" y="59020"/>
                  </a:cubicBezTo>
                  <a:cubicBezTo>
                    <a:pt x="112013" y="67020"/>
                    <a:pt x="97913" y="106920"/>
                    <a:pt x="70713" y="107320"/>
                  </a:cubicBezTo>
                  <a:cubicBezTo>
                    <a:pt x="54513" y="107620"/>
                    <a:pt x="44913" y="95620"/>
                    <a:pt x="44913" y="95620"/>
                  </a:cubicBezTo>
                  <a:cubicBezTo>
                    <a:pt x="44913" y="95620"/>
                    <a:pt x="40613" y="104520"/>
                    <a:pt x="26113" y="103120"/>
                  </a:cubicBezTo>
                  <a:cubicBezTo>
                    <a:pt x="2213" y="100820"/>
                    <a:pt x="-9087" y="52320"/>
                    <a:pt x="8713" y="52920"/>
                  </a:cubicBezTo>
                  <a:cubicBezTo>
                    <a:pt x="22813" y="53420"/>
                    <a:pt x="14313" y="75920"/>
                    <a:pt x="27513" y="75920"/>
                  </a:cubicBezTo>
                  <a:cubicBezTo>
                    <a:pt x="42513" y="75920"/>
                    <a:pt x="36413" y="49220"/>
                    <a:pt x="36413" y="49220"/>
                  </a:cubicBezTo>
                  <a:cubicBezTo>
                    <a:pt x="36413" y="49220"/>
                    <a:pt x="3613" y="14920"/>
                    <a:pt x="18113" y="2720"/>
                  </a:cubicBezTo>
                  <a:cubicBezTo>
                    <a:pt x="32813" y="-9480"/>
                    <a:pt x="49213" y="23320"/>
                    <a:pt x="49213" y="23320"/>
                  </a:cubicBezTo>
                  <a:close/>
                </a:path>
              </a:pathLst>
            </a:custGeom>
            <a:solidFill>
              <a:srgbClr val="2F3030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4" name="probe-noto-emoji_u1f407-part-12"/>
            <p:cNvSpPr/>
            <p:nvPr/>
          </p:nvSpPr>
          <p:spPr>
            <a:xfrm>
              <a:off x="440294" y="642094"/>
              <a:ext cx="134927" cy="50506"/>
            </a:xfrm>
            <a:custGeom>
              <a:avLst/>
              <a:gdLst/>
              <a:ahLst/>
              <a:cxnLst/>
              <a:rect l="0" t="0" r="r" b="b"/>
              <a:pathLst>
                <a:path w="134927" h="50506">
                  <a:moveTo>
                    <a:pt x="125006" y="50506"/>
                  </a:moveTo>
                  <a:cubicBezTo>
                    <a:pt x="123806" y="50506"/>
                    <a:pt x="122706" y="50306"/>
                    <a:pt x="121506" y="49906"/>
                  </a:cubicBezTo>
                  <a:cubicBezTo>
                    <a:pt x="121106" y="49806"/>
                    <a:pt x="85306" y="36506"/>
                    <a:pt x="62306" y="31506"/>
                  </a:cubicBezTo>
                  <a:lnTo>
                    <a:pt x="7906" y="19806"/>
                  </a:lnTo>
                  <a:cubicBezTo>
                    <a:pt x="2506" y="18606"/>
                    <a:pt x="-894" y="13306"/>
                    <a:pt x="206" y="7906"/>
                  </a:cubicBezTo>
                  <a:cubicBezTo>
                    <a:pt x="1306" y="2506"/>
                    <a:pt x="6706" y="-894"/>
                    <a:pt x="12106" y="206"/>
                  </a:cubicBezTo>
                  <a:lnTo>
                    <a:pt x="66506" y="11906"/>
                  </a:lnTo>
                  <a:cubicBezTo>
                    <a:pt x="90906" y="17206"/>
                    <a:pt x="126906" y="30506"/>
                    <a:pt x="128406" y="31106"/>
                  </a:cubicBezTo>
                  <a:cubicBezTo>
                    <a:pt x="133606" y="33006"/>
                    <a:pt x="136206" y="38806"/>
                    <a:pt x="134306" y="44006"/>
                  </a:cubicBezTo>
                  <a:cubicBezTo>
                    <a:pt x="132906" y="48006"/>
                    <a:pt x="129106" y="50506"/>
                    <a:pt x="125006" y="50506"/>
                  </a:cubicBezTo>
                  <a:close/>
                </a:path>
              </a:pathLst>
            </a:custGeom>
            <a:solidFill>
              <a:srgbClr val="8E939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5" name="probe-noto-emoji_u1f407-part-13"/>
            <p:cNvSpPr/>
            <p:nvPr/>
          </p:nvSpPr>
          <p:spPr>
            <a:xfrm>
              <a:off x="428055" y="677455"/>
              <a:ext cx="135852" cy="81845"/>
            </a:xfrm>
            <a:custGeom>
              <a:avLst/>
              <a:gdLst/>
              <a:ahLst/>
              <a:cxnLst/>
              <a:rect l="0" t="0" r="r" b="b"/>
              <a:pathLst>
                <a:path w="135852" h="81845">
                  <a:moveTo>
                    <a:pt x="125945" y="81845"/>
                  </a:moveTo>
                  <a:cubicBezTo>
                    <a:pt x="124145" y="81845"/>
                    <a:pt x="122345" y="81345"/>
                    <a:pt x="120645" y="80345"/>
                  </a:cubicBezTo>
                  <a:cubicBezTo>
                    <a:pt x="120345" y="80145"/>
                    <a:pt x="89545" y="61045"/>
                    <a:pt x="61045" y="45445"/>
                  </a:cubicBezTo>
                  <a:cubicBezTo>
                    <a:pt x="32845" y="29945"/>
                    <a:pt x="6545" y="19345"/>
                    <a:pt x="6245" y="19245"/>
                  </a:cubicBezTo>
                  <a:cubicBezTo>
                    <a:pt x="1145" y="17145"/>
                    <a:pt x="-1355" y="11345"/>
                    <a:pt x="745" y="6245"/>
                  </a:cubicBezTo>
                  <a:cubicBezTo>
                    <a:pt x="2845" y="1145"/>
                    <a:pt x="8645" y="-1355"/>
                    <a:pt x="13745" y="745"/>
                  </a:cubicBezTo>
                  <a:cubicBezTo>
                    <a:pt x="14845" y="1145"/>
                    <a:pt x="41345" y="11945"/>
                    <a:pt x="70645" y="28045"/>
                  </a:cubicBezTo>
                  <a:cubicBezTo>
                    <a:pt x="99645" y="43945"/>
                    <a:pt x="130845" y="63345"/>
                    <a:pt x="131145" y="63545"/>
                  </a:cubicBezTo>
                  <a:cubicBezTo>
                    <a:pt x="135845" y="66445"/>
                    <a:pt x="137245" y="72645"/>
                    <a:pt x="134345" y="77345"/>
                  </a:cubicBezTo>
                  <a:cubicBezTo>
                    <a:pt x="132645" y="80145"/>
                    <a:pt x="129345" y="81845"/>
                    <a:pt x="125945" y="81845"/>
                  </a:cubicBezTo>
                  <a:close/>
                </a:path>
              </a:pathLst>
            </a:custGeom>
            <a:solidFill>
              <a:srgbClr val="8E9395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86" name="probe-noto-emoji_u1f418" descr="Noto Emoji artwork by Google; Apache License 2.0; preserve full bundled license. Source: https://github.com/googlefonts/noto-emoji/blob/e20cbc2bbec1926686be9f9bee7d1d2cfa1fea0e/2D/svg/emoji_u1f418.svg; SVG SHA256: 2cc2e8cd3dea19d2b3335ae9f305eeab4406f37841f22d207262239a367ba874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1280000" cy="1280000"/>
          </a:xfrm>
        </p:grpSpPr>
        <p:sp>
          <p:nvSpPr>
            <p:cNvPr id="187" name="probe-noto-emoji_u1f418-part-1"/>
            <p:cNvSpPr/>
            <p:nvPr/>
          </p:nvSpPr>
          <p:spPr>
            <a:xfrm>
              <a:off x="60367" y="168400"/>
              <a:ext cx="851233" cy="954584"/>
            </a:xfrm>
            <a:custGeom>
              <a:avLst/>
              <a:gdLst/>
              <a:ahLst/>
              <a:cxnLst/>
              <a:rect l="0" t="0" r="r" b="b"/>
              <a:pathLst>
                <a:path w="851233" h="954584">
                  <a:moveTo>
                    <a:pt x="320533" y="577100"/>
                  </a:moveTo>
                  <a:cubicBezTo>
                    <a:pt x="321933" y="589800"/>
                    <a:pt x="310633" y="653100"/>
                    <a:pt x="305033" y="674200"/>
                  </a:cubicBezTo>
                  <a:cubicBezTo>
                    <a:pt x="299433" y="695300"/>
                    <a:pt x="290933" y="739000"/>
                    <a:pt x="299433" y="754400"/>
                  </a:cubicBezTo>
                  <a:cubicBezTo>
                    <a:pt x="307833" y="769900"/>
                    <a:pt x="368433" y="831100"/>
                    <a:pt x="390933" y="852200"/>
                  </a:cubicBezTo>
                  <a:cubicBezTo>
                    <a:pt x="413433" y="873300"/>
                    <a:pt x="469733" y="916300"/>
                    <a:pt x="492333" y="919100"/>
                  </a:cubicBezTo>
                  <a:cubicBezTo>
                    <a:pt x="514833" y="921900"/>
                    <a:pt x="552833" y="867000"/>
                    <a:pt x="547233" y="836000"/>
                  </a:cubicBezTo>
                  <a:cubicBezTo>
                    <a:pt x="541633" y="805000"/>
                    <a:pt x="483833" y="737500"/>
                    <a:pt x="483833" y="737500"/>
                  </a:cubicBezTo>
                  <a:lnTo>
                    <a:pt x="512033" y="686800"/>
                  </a:lnTo>
                  <a:lnTo>
                    <a:pt x="609133" y="696700"/>
                  </a:lnTo>
                  <a:cubicBezTo>
                    <a:pt x="609133" y="696700"/>
                    <a:pt x="606333" y="784000"/>
                    <a:pt x="606333" y="822000"/>
                  </a:cubicBezTo>
                  <a:cubicBezTo>
                    <a:pt x="606333" y="860000"/>
                    <a:pt x="587733" y="930000"/>
                    <a:pt x="609133" y="944500"/>
                  </a:cubicBezTo>
                  <a:cubicBezTo>
                    <a:pt x="633033" y="960700"/>
                    <a:pt x="706233" y="956500"/>
                    <a:pt x="723133" y="938200"/>
                  </a:cubicBezTo>
                  <a:cubicBezTo>
                    <a:pt x="740033" y="919900"/>
                    <a:pt x="724533" y="848800"/>
                    <a:pt x="734433" y="813600"/>
                  </a:cubicBezTo>
                  <a:cubicBezTo>
                    <a:pt x="744333" y="778400"/>
                    <a:pt x="771033" y="716500"/>
                    <a:pt x="771033" y="716500"/>
                  </a:cubicBezTo>
                  <a:lnTo>
                    <a:pt x="851233" y="349100"/>
                  </a:lnTo>
                  <a:lnTo>
                    <a:pt x="806233" y="209700"/>
                  </a:lnTo>
                  <a:cubicBezTo>
                    <a:pt x="806233" y="209700"/>
                    <a:pt x="804833" y="191400"/>
                    <a:pt x="802033" y="175900"/>
                  </a:cubicBezTo>
                  <a:cubicBezTo>
                    <a:pt x="799233" y="160400"/>
                    <a:pt x="778133" y="123800"/>
                    <a:pt x="773833" y="115400"/>
                  </a:cubicBezTo>
                  <a:cubicBezTo>
                    <a:pt x="769533" y="107000"/>
                    <a:pt x="431733" y="61900"/>
                    <a:pt x="431733" y="61900"/>
                  </a:cubicBezTo>
                  <a:lnTo>
                    <a:pt x="312033" y="39400"/>
                  </a:lnTo>
                  <a:lnTo>
                    <a:pt x="311533" y="0"/>
                  </a:lnTo>
                  <a:lnTo>
                    <a:pt x="116333" y="22500"/>
                  </a:lnTo>
                  <a:lnTo>
                    <a:pt x="47833" y="137900"/>
                  </a:lnTo>
                  <a:lnTo>
                    <a:pt x="21633" y="349100"/>
                  </a:lnTo>
                  <a:cubicBezTo>
                    <a:pt x="21633" y="349100"/>
                    <a:pt x="-5567" y="425100"/>
                    <a:pt x="1033" y="442000"/>
                  </a:cubicBezTo>
                  <a:cubicBezTo>
                    <a:pt x="7633" y="458900"/>
                    <a:pt x="27333" y="504900"/>
                    <a:pt x="56433" y="514300"/>
                  </a:cubicBezTo>
                  <a:cubicBezTo>
                    <a:pt x="85533" y="523700"/>
                    <a:pt x="144633" y="534900"/>
                    <a:pt x="144633" y="534900"/>
                  </a:cubicBezTo>
                  <a:lnTo>
                    <a:pt x="213133" y="571500"/>
                  </a:lnTo>
                  <a:cubicBezTo>
                    <a:pt x="213133" y="571500"/>
                    <a:pt x="255233" y="550800"/>
                    <a:pt x="284433" y="556500"/>
                  </a:cubicBezTo>
                  <a:cubicBezTo>
                    <a:pt x="322833" y="564000"/>
                    <a:pt x="320533" y="577100"/>
                    <a:pt x="320533" y="577100"/>
                  </a:cubicBezTo>
                  <a:close/>
                </a:path>
              </a:pathLst>
            </a:custGeom>
            <a:solidFill>
              <a:srgbClr val="878787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8" name="probe-noto-emoji_u1f418-part-2"/>
            <p:cNvSpPr/>
            <p:nvPr/>
          </p:nvSpPr>
          <p:spPr>
            <a:xfrm>
              <a:off x="51936" y="94433"/>
              <a:ext cx="320691" cy="520567"/>
            </a:xfrm>
            <a:custGeom>
              <a:avLst/>
              <a:gdLst/>
              <a:ahLst/>
              <a:cxnLst/>
              <a:rect l="0" t="0" r="r" b="b"/>
              <a:pathLst>
                <a:path w="320691" h="520567">
                  <a:moveTo>
                    <a:pt x="115464" y="11967"/>
                  </a:moveTo>
                  <a:cubicBezTo>
                    <a:pt x="85864" y="20367"/>
                    <a:pt x="26264" y="83267"/>
                    <a:pt x="16964" y="123667"/>
                  </a:cubicBezTo>
                  <a:cubicBezTo>
                    <a:pt x="7664" y="164067"/>
                    <a:pt x="30564" y="251567"/>
                    <a:pt x="26464" y="277967"/>
                  </a:cubicBezTo>
                  <a:cubicBezTo>
                    <a:pt x="21264" y="311267"/>
                    <a:pt x="1864" y="395767"/>
                    <a:pt x="64" y="441767"/>
                  </a:cubicBezTo>
                  <a:cubicBezTo>
                    <a:pt x="-1736" y="487767"/>
                    <a:pt x="34764" y="520567"/>
                    <a:pt x="34764" y="520567"/>
                  </a:cubicBezTo>
                  <a:lnTo>
                    <a:pt x="70864" y="513067"/>
                  </a:lnTo>
                  <a:cubicBezTo>
                    <a:pt x="70864" y="513067"/>
                    <a:pt x="65264" y="354967"/>
                    <a:pt x="71764" y="332367"/>
                  </a:cubicBezTo>
                  <a:cubicBezTo>
                    <a:pt x="78364" y="309867"/>
                    <a:pt x="93864" y="297167"/>
                    <a:pt x="93864" y="297167"/>
                  </a:cubicBezTo>
                  <a:cubicBezTo>
                    <a:pt x="93864" y="297167"/>
                    <a:pt x="86864" y="216467"/>
                    <a:pt x="120564" y="171367"/>
                  </a:cubicBezTo>
                  <a:cubicBezTo>
                    <a:pt x="154264" y="126267"/>
                    <a:pt x="209764" y="99567"/>
                    <a:pt x="247264" y="95767"/>
                  </a:cubicBezTo>
                  <a:cubicBezTo>
                    <a:pt x="284764" y="91967"/>
                    <a:pt x="319964" y="100467"/>
                    <a:pt x="319964" y="100467"/>
                  </a:cubicBezTo>
                  <a:cubicBezTo>
                    <a:pt x="319964" y="100467"/>
                    <a:pt x="327964" y="38967"/>
                    <a:pt x="290864" y="14567"/>
                  </a:cubicBezTo>
                  <a:cubicBezTo>
                    <a:pt x="248764" y="-13033"/>
                    <a:pt x="136564" y="5967"/>
                    <a:pt x="115464" y="11967"/>
                  </a:cubicBezTo>
                  <a:close/>
                </a:path>
              </a:pathLst>
            </a:custGeom>
            <a:solidFill>
              <a:srgbClr val="BEBEB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89" name="probe-noto-emoji_u1f418-part-3"/>
            <p:cNvSpPr/>
            <p:nvPr/>
          </p:nvSpPr>
          <p:spPr>
            <a:xfrm>
              <a:off x="352929" y="378000"/>
              <a:ext cx="888771" cy="820036"/>
            </a:xfrm>
            <a:custGeom>
              <a:avLst/>
              <a:gdLst/>
              <a:ahLst/>
              <a:cxnLst/>
              <a:rect l="0" t="0" r="r" b="b"/>
              <a:pathLst>
                <a:path w="888771" h="820036">
                  <a:moveTo>
                    <a:pt x="192671" y="275500"/>
                  </a:moveTo>
                  <a:cubicBezTo>
                    <a:pt x="192671" y="275500"/>
                    <a:pt x="217971" y="310200"/>
                    <a:pt x="254571" y="307400"/>
                  </a:cubicBezTo>
                  <a:cubicBezTo>
                    <a:pt x="291171" y="304600"/>
                    <a:pt x="342771" y="267000"/>
                    <a:pt x="369071" y="243600"/>
                  </a:cubicBezTo>
                  <a:cubicBezTo>
                    <a:pt x="395371" y="220200"/>
                    <a:pt x="461971" y="156300"/>
                    <a:pt x="479771" y="130000"/>
                  </a:cubicBezTo>
                  <a:cubicBezTo>
                    <a:pt x="497571" y="103700"/>
                    <a:pt x="507971" y="79100"/>
                    <a:pt x="511671" y="49300"/>
                  </a:cubicBezTo>
                  <a:cubicBezTo>
                    <a:pt x="515671" y="17600"/>
                    <a:pt x="513571" y="0"/>
                    <a:pt x="513571" y="0"/>
                  </a:cubicBezTo>
                  <a:cubicBezTo>
                    <a:pt x="513571" y="0"/>
                    <a:pt x="548771" y="9200"/>
                    <a:pt x="583971" y="45000"/>
                  </a:cubicBezTo>
                  <a:cubicBezTo>
                    <a:pt x="610071" y="71600"/>
                    <a:pt x="639371" y="101100"/>
                    <a:pt x="657171" y="178000"/>
                  </a:cubicBezTo>
                  <a:cubicBezTo>
                    <a:pt x="674971" y="254900"/>
                    <a:pt x="679671" y="298800"/>
                    <a:pt x="683471" y="306300"/>
                  </a:cubicBezTo>
                  <a:cubicBezTo>
                    <a:pt x="687271" y="313800"/>
                    <a:pt x="705771" y="337000"/>
                    <a:pt x="718471" y="351100"/>
                  </a:cubicBezTo>
                  <a:cubicBezTo>
                    <a:pt x="735471" y="369900"/>
                    <a:pt x="752271" y="379300"/>
                    <a:pt x="756671" y="378600"/>
                  </a:cubicBezTo>
                  <a:cubicBezTo>
                    <a:pt x="768871" y="375800"/>
                    <a:pt x="782471" y="375800"/>
                    <a:pt x="800071" y="380000"/>
                  </a:cubicBezTo>
                  <a:cubicBezTo>
                    <a:pt x="817671" y="384200"/>
                    <a:pt x="841371" y="410400"/>
                    <a:pt x="854271" y="424300"/>
                  </a:cubicBezTo>
                  <a:cubicBezTo>
                    <a:pt x="871171" y="442600"/>
                    <a:pt x="888771" y="456700"/>
                    <a:pt x="888771" y="460200"/>
                  </a:cubicBezTo>
                  <a:cubicBezTo>
                    <a:pt x="888771" y="467400"/>
                    <a:pt x="834671" y="472300"/>
                    <a:pt x="781071" y="451800"/>
                  </a:cubicBezTo>
                  <a:cubicBezTo>
                    <a:pt x="747971" y="439100"/>
                    <a:pt x="734571" y="406000"/>
                    <a:pt x="734571" y="406000"/>
                  </a:cubicBezTo>
                  <a:cubicBezTo>
                    <a:pt x="734571" y="406000"/>
                    <a:pt x="707071" y="387000"/>
                    <a:pt x="690271" y="372200"/>
                  </a:cubicBezTo>
                  <a:cubicBezTo>
                    <a:pt x="681271" y="364300"/>
                    <a:pt x="667771" y="351100"/>
                    <a:pt x="667771" y="351100"/>
                  </a:cubicBezTo>
                  <a:cubicBezTo>
                    <a:pt x="667771" y="351100"/>
                    <a:pt x="661071" y="379400"/>
                    <a:pt x="653671" y="403900"/>
                  </a:cubicBezTo>
                  <a:cubicBezTo>
                    <a:pt x="645271" y="432100"/>
                    <a:pt x="636771" y="465800"/>
                    <a:pt x="639571" y="500300"/>
                  </a:cubicBezTo>
                  <a:cubicBezTo>
                    <a:pt x="642371" y="534800"/>
                    <a:pt x="657871" y="576300"/>
                    <a:pt x="673371" y="608700"/>
                  </a:cubicBezTo>
                  <a:cubicBezTo>
                    <a:pt x="688871" y="641100"/>
                    <a:pt x="704371" y="682600"/>
                    <a:pt x="686071" y="712200"/>
                  </a:cubicBezTo>
                  <a:cubicBezTo>
                    <a:pt x="667771" y="741800"/>
                    <a:pt x="605171" y="789700"/>
                    <a:pt x="572071" y="765700"/>
                  </a:cubicBezTo>
                  <a:cubicBezTo>
                    <a:pt x="551671" y="750900"/>
                    <a:pt x="538971" y="693900"/>
                    <a:pt x="531271" y="662200"/>
                  </a:cubicBezTo>
                  <a:cubicBezTo>
                    <a:pt x="523571" y="630500"/>
                    <a:pt x="496071" y="563000"/>
                    <a:pt x="492571" y="555200"/>
                  </a:cubicBezTo>
                  <a:cubicBezTo>
                    <a:pt x="489071" y="547500"/>
                    <a:pt x="470071" y="519300"/>
                    <a:pt x="470071" y="519300"/>
                  </a:cubicBezTo>
                  <a:cubicBezTo>
                    <a:pt x="470071" y="519300"/>
                    <a:pt x="412371" y="522800"/>
                    <a:pt x="355371" y="522100"/>
                  </a:cubicBezTo>
                  <a:cubicBezTo>
                    <a:pt x="298371" y="521400"/>
                    <a:pt x="265271" y="515800"/>
                    <a:pt x="265271" y="515800"/>
                  </a:cubicBezTo>
                  <a:cubicBezTo>
                    <a:pt x="265271" y="515800"/>
                    <a:pt x="222371" y="595300"/>
                    <a:pt x="206171" y="641100"/>
                  </a:cubicBezTo>
                  <a:cubicBezTo>
                    <a:pt x="189971" y="686900"/>
                    <a:pt x="179471" y="755100"/>
                    <a:pt x="168871" y="774100"/>
                  </a:cubicBezTo>
                  <a:cubicBezTo>
                    <a:pt x="158271" y="793100"/>
                    <a:pt x="139971" y="826000"/>
                    <a:pt x="70371" y="819100"/>
                  </a:cubicBezTo>
                  <a:cubicBezTo>
                    <a:pt x="13371" y="813500"/>
                    <a:pt x="1371" y="777600"/>
                    <a:pt x="1371" y="777600"/>
                  </a:cubicBezTo>
                  <a:cubicBezTo>
                    <a:pt x="1371" y="777600"/>
                    <a:pt x="-6329" y="742400"/>
                    <a:pt x="14771" y="674800"/>
                  </a:cubicBezTo>
                  <a:cubicBezTo>
                    <a:pt x="35871" y="607200"/>
                    <a:pt x="60571" y="541100"/>
                    <a:pt x="76671" y="488300"/>
                  </a:cubicBezTo>
                  <a:cubicBezTo>
                    <a:pt x="82271" y="469900"/>
                    <a:pt x="88671" y="439000"/>
                    <a:pt x="88671" y="439000"/>
                  </a:cubicBezTo>
                  <a:cubicBezTo>
                    <a:pt x="88671" y="439000"/>
                    <a:pt x="47871" y="393200"/>
                    <a:pt x="44371" y="388300"/>
                  </a:cubicBezTo>
                  <a:cubicBezTo>
                    <a:pt x="40871" y="383400"/>
                    <a:pt x="28171" y="371400"/>
                    <a:pt x="28171" y="371400"/>
                  </a:cubicBezTo>
                  <a:lnTo>
                    <a:pt x="26371" y="361500"/>
                  </a:lnTo>
                  <a:cubicBezTo>
                    <a:pt x="26371" y="361500"/>
                    <a:pt x="62171" y="363200"/>
                    <a:pt x="104171" y="350200"/>
                  </a:cubicBezTo>
                  <a:cubicBezTo>
                    <a:pt x="168071" y="330900"/>
                    <a:pt x="192671" y="275500"/>
                    <a:pt x="192671" y="275500"/>
                  </a:cubicBezTo>
                  <a:close/>
                </a:path>
              </a:pathLst>
            </a:custGeom>
            <a:solidFill>
              <a:srgbClr val="BEBEB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0" name="probe-noto-emoji_u1f418-part-4"/>
            <p:cNvSpPr/>
            <p:nvPr/>
          </p:nvSpPr>
          <p:spPr>
            <a:xfrm>
              <a:off x="115655" y="130066"/>
              <a:ext cx="736107" cy="905111"/>
            </a:xfrm>
            <a:custGeom>
              <a:avLst/>
              <a:gdLst/>
              <a:ahLst/>
              <a:cxnLst/>
              <a:rect l="0" t="0" r="r" b="b"/>
              <a:pathLst>
                <a:path w="736107" h="905111">
                  <a:moveTo>
                    <a:pt x="362345" y="70134"/>
                  </a:moveTo>
                  <a:cubicBezTo>
                    <a:pt x="362345" y="70134"/>
                    <a:pt x="396145" y="10034"/>
                    <a:pt x="425245" y="6334"/>
                  </a:cubicBezTo>
                  <a:cubicBezTo>
                    <a:pt x="454345" y="2634"/>
                    <a:pt x="548945" y="-7666"/>
                    <a:pt x="597945" y="10134"/>
                  </a:cubicBezTo>
                  <a:cubicBezTo>
                    <a:pt x="622545" y="19034"/>
                    <a:pt x="682645" y="78834"/>
                    <a:pt x="700945" y="109334"/>
                  </a:cubicBezTo>
                  <a:cubicBezTo>
                    <a:pt x="718645" y="138834"/>
                    <a:pt x="741545" y="178034"/>
                    <a:pt x="734945" y="227834"/>
                  </a:cubicBezTo>
                  <a:cubicBezTo>
                    <a:pt x="728445" y="277534"/>
                    <a:pt x="714345" y="277534"/>
                    <a:pt x="714345" y="289734"/>
                  </a:cubicBezTo>
                  <a:cubicBezTo>
                    <a:pt x="714345" y="301934"/>
                    <a:pt x="719045" y="331034"/>
                    <a:pt x="700245" y="352634"/>
                  </a:cubicBezTo>
                  <a:cubicBezTo>
                    <a:pt x="681445" y="374234"/>
                    <a:pt x="660845" y="354534"/>
                    <a:pt x="648645" y="369534"/>
                  </a:cubicBezTo>
                  <a:cubicBezTo>
                    <a:pt x="636445" y="384534"/>
                    <a:pt x="640145" y="422134"/>
                    <a:pt x="623345" y="439934"/>
                  </a:cubicBezTo>
                  <a:cubicBezTo>
                    <a:pt x="606445" y="457734"/>
                    <a:pt x="570745" y="455934"/>
                    <a:pt x="556745" y="467134"/>
                  </a:cubicBezTo>
                  <a:cubicBezTo>
                    <a:pt x="542645" y="478434"/>
                    <a:pt x="538945" y="516834"/>
                    <a:pt x="503245" y="524434"/>
                  </a:cubicBezTo>
                  <a:cubicBezTo>
                    <a:pt x="467545" y="531934"/>
                    <a:pt x="453545" y="496234"/>
                    <a:pt x="443145" y="431534"/>
                  </a:cubicBezTo>
                  <a:cubicBezTo>
                    <a:pt x="432845" y="366734"/>
                    <a:pt x="427645" y="260334"/>
                    <a:pt x="411245" y="260734"/>
                  </a:cubicBezTo>
                  <a:cubicBezTo>
                    <a:pt x="394445" y="261134"/>
                    <a:pt x="400545" y="293234"/>
                    <a:pt x="402545" y="336434"/>
                  </a:cubicBezTo>
                  <a:cubicBezTo>
                    <a:pt x="404645" y="381934"/>
                    <a:pt x="420645" y="476634"/>
                    <a:pt x="389645" y="517034"/>
                  </a:cubicBezTo>
                  <a:cubicBezTo>
                    <a:pt x="358645" y="557434"/>
                    <a:pt x="325845" y="574334"/>
                    <a:pt x="292045" y="576134"/>
                  </a:cubicBezTo>
                  <a:cubicBezTo>
                    <a:pt x="258245" y="578034"/>
                    <a:pt x="226145" y="554334"/>
                    <a:pt x="211145" y="557134"/>
                  </a:cubicBezTo>
                  <a:cubicBezTo>
                    <a:pt x="196145" y="559934"/>
                    <a:pt x="204845" y="578134"/>
                    <a:pt x="181345" y="599634"/>
                  </a:cubicBezTo>
                  <a:cubicBezTo>
                    <a:pt x="156945" y="621934"/>
                    <a:pt x="138145" y="643734"/>
                    <a:pt x="130645" y="662534"/>
                  </a:cubicBezTo>
                  <a:cubicBezTo>
                    <a:pt x="123145" y="681334"/>
                    <a:pt x="102445" y="719834"/>
                    <a:pt x="103445" y="760134"/>
                  </a:cubicBezTo>
                  <a:cubicBezTo>
                    <a:pt x="104445" y="800434"/>
                    <a:pt x="117045" y="817134"/>
                    <a:pt x="133045" y="813434"/>
                  </a:cubicBezTo>
                  <a:cubicBezTo>
                    <a:pt x="149045" y="809634"/>
                    <a:pt x="139745" y="765534"/>
                    <a:pt x="154145" y="756434"/>
                  </a:cubicBezTo>
                  <a:cubicBezTo>
                    <a:pt x="167545" y="748034"/>
                    <a:pt x="203845" y="767734"/>
                    <a:pt x="202945" y="822134"/>
                  </a:cubicBezTo>
                  <a:cubicBezTo>
                    <a:pt x="202045" y="876534"/>
                    <a:pt x="149245" y="922534"/>
                    <a:pt x="76745" y="898634"/>
                  </a:cubicBezTo>
                  <a:cubicBezTo>
                    <a:pt x="45" y="873334"/>
                    <a:pt x="-9855" y="759934"/>
                    <a:pt x="7045" y="700834"/>
                  </a:cubicBezTo>
                  <a:cubicBezTo>
                    <a:pt x="23945" y="641734"/>
                    <a:pt x="31445" y="594334"/>
                    <a:pt x="32345" y="561434"/>
                  </a:cubicBezTo>
                  <a:cubicBezTo>
                    <a:pt x="33245" y="528634"/>
                    <a:pt x="18945" y="509534"/>
                    <a:pt x="21745" y="486134"/>
                  </a:cubicBezTo>
                  <a:cubicBezTo>
                    <a:pt x="24545" y="462634"/>
                    <a:pt x="21745" y="457034"/>
                    <a:pt x="22645" y="414834"/>
                  </a:cubicBezTo>
                  <a:cubicBezTo>
                    <a:pt x="23545" y="372634"/>
                    <a:pt x="18845" y="312534"/>
                    <a:pt x="27345" y="297534"/>
                  </a:cubicBezTo>
                  <a:cubicBezTo>
                    <a:pt x="35745" y="282534"/>
                    <a:pt x="49845" y="266534"/>
                    <a:pt x="49845" y="266534"/>
                  </a:cubicBezTo>
                  <a:cubicBezTo>
                    <a:pt x="49845" y="266534"/>
                    <a:pt x="40745" y="199634"/>
                    <a:pt x="60145" y="163334"/>
                  </a:cubicBezTo>
                  <a:cubicBezTo>
                    <a:pt x="90145" y="107034"/>
                    <a:pt x="148345" y="79834"/>
                    <a:pt x="215045" y="73234"/>
                  </a:cubicBezTo>
                  <a:cubicBezTo>
                    <a:pt x="281645" y="66434"/>
                    <a:pt x="362345" y="70134"/>
                    <a:pt x="362345" y="70134"/>
                  </a:cubicBezTo>
                  <a:close/>
                </a:path>
              </a:pathLst>
            </a:custGeom>
            <a:solidFill>
              <a:srgbClr val="BEBEB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1" name="probe-noto-emoji_u1f418-part-5"/>
            <p:cNvSpPr/>
            <p:nvPr/>
          </p:nvSpPr>
          <p:spPr>
            <a:xfrm>
              <a:off x="370400" y="467500"/>
              <a:ext cx="66800" cy="68200"/>
            </a:xfrm>
            <a:custGeom>
              <a:avLst/>
              <a:gdLst/>
              <a:ahLst/>
              <a:cxnLst/>
              <a:rect l="0" t="0" r="r" b="b"/>
              <a:pathLst>
                <a:path w="66800" h="68200">
                  <a:moveTo>
                    <a:pt x="66800" y="34100"/>
                  </a:moveTo>
                  <a:cubicBezTo>
                    <a:pt x="66800" y="34814"/>
                    <a:pt x="66778" y="35528"/>
                    <a:pt x="66734" y="36241"/>
                  </a:cubicBezTo>
                  <a:cubicBezTo>
                    <a:pt x="66690" y="36954"/>
                    <a:pt x="66624" y="37665"/>
                    <a:pt x="66537" y="38374"/>
                  </a:cubicBezTo>
                  <a:cubicBezTo>
                    <a:pt x="66449" y="39082"/>
                    <a:pt x="66339" y="39788"/>
                    <a:pt x="66208" y="40490"/>
                  </a:cubicBezTo>
                  <a:cubicBezTo>
                    <a:pt x="66077" y="41191"/>
                    <a:pt x="65925" y="41889"/>
                    <a:pt x="65751" y="42580"/>
                  </a:cubicBezTo>
                  <a:cubicBezTo>
                    <a:pt x="65577" y="43272"/>
                    <a:pt x="65381" y="43958"/>
                    <a:pt x="65165" y="44637"/>
                  </a:cubicBezTo>
                  <a:cubicBezTo>
                    <a:pt x="64949" y="45317"/>
                    <a:pt x="64712" y="45989"/>
                    <a:pt x="64455" y="46653"/>
                  </a:cubicBezTo>
                  <a:cubicBezTo>
                    <a:pt x="64197" y="47317"/>
                    <a:pt x="63919" y="47973"/>
                    <a:pt x="63621" y="48619"/>
                  </a:cubicBezTo>
                  <a:cubicBezTo>
                    <a:pt x="63323" y="49265"/>
                    <a:pt x="63006" y="49902"/>
                    <a:pt x="62669" y="50528"/>
                  </a:cubicBezTo>
                  <a:cubicBezTo>
                    <a:pt x="62332" y="51154"/>
                    <a:pt x="61975" y="51769"/>
                    <a:pt x="61601" y="52372"/>
                  </a:cubicBezTo>
                  <a:cubicBezTo>
                    <a:pt x="61226" y="52975"/>
                    <a:pt x="60832" y="53566"/>
                    <a:pt x="60421" y="54143"/>
                  </a:cubicBezTo>
                  <a:cubicBezTo>
                    <a:pt x="60010" y="54721"/>
                    <a:pt x="59581" y="55286"/>
                    <a:pt x="59135" y="55836"/>
                  </a:cubicBezTo>
                  <a:cubicBezTo>
                    <a:pt x="58689" y="56386"/>
                    <a:pt x="58226" y="56922"/>
                    <a:pt x="57748" y="57443"/>
                  </a:cubicBezTo>
                  <a:cubicBezTo>
                    <a:pt x="57269" y="57964"/>
                    <a:pt x="56774" y="58469"/>
                    <a:pt x="56264" y="58958"/>
                  </a:cubicBezTo>
                  <a:cubicBezTo>
                    <a:pt x="55754" y="59447"/>
                    <a:pt x="55229" y="59919"/>
                    <a:pt x="54690" y="60375"/>
                  </a:cubicBezTo>
                  <a:cubicBezTo>
                    <a:pt x="54151" y="60830"/>
                    <a:pt x="53598" y="61268"/>
                    <a:pt x="53032" y="61687"/>
                  </a:cubicBezTo>
                  <a:cubicBezTo>
                    <a:pt x="52466" y="62107"/>
                    <a:pt x="51887" y="62509"/>
                    <a:pt x="51297" y="62892"/>
                  </a:cubicBezTo>
                  <a:cubicBezTo>
                    <a:pt x="50706" y="63274"/>
                    <a:pt x="50104" y="63638"/>
                    <a:pt x="49491" y="63982"/>
                  </a:cubicBezTo>
                  <a:cubicBezTo>
                    <a:pt x="48878" y="64326"/>
                    <a:pt x="48254" y="64650"/>
                    <a:pt x="47621" y="64955"/>
                  </a:cubicBezTo>
                  <a:cubicBezTo>
                    <a:pt x="46988" y="65259"/>
                    <a:pt x="46346" y="65542"/>
                    <a:pt x="45695" y="65805"/>
                  </a:cubicBezTo>
                  <a:cubicBezTo>
                    <a:pt x="45045" y="66068"/>
                    <a:pt x="44387" y="66310"/>
                    <a:pt x="43721" y="66531"/>
                  </a:cubicBezTo>
                  <a:cubicBezTo>
                    <a:pt x="43056" y="66752"/>
                    <a:pt x="42384" y="66951"/>
                    <a:pt x="41706" y="67129"/>
                  </a:cubicBezTo>
                  <a:cubicBezTo>
                    <a:pt x="41029" y="67306"/>
                    <a:pt x="40346" y="67462"/>
                    <a:pt x="39659" y="67596"/>
                  </a:cubicBezTo>
                  <a:cubicBezTo>
                    <a:pt x="38971" y="67730"/>
                    <a:pt x="38280" y="67842"/>
                    <a:pt x="37586" y="67931"/>
                  </a:cubicBezTo>
                  <a:cubicBezTo>
                    <a:pt x="36892" y="68021"/>
                    <a:pt x="36195" y="68088"/>
                    <a:pt x="35497" y="68133"/>
                  </a:cubicBezTo>
                  <a:cubicBezTo>
                    <a:pt x="34799" y="68178"/>
                    <a:pt x="34100" y="68200"/>
                    <a:pt x="33400" y="68200"/>
                  </a:cubicBezTo>
                  <a:cubicBezTo>
                    <a:pt x="32700" y="68200"/>
                    <a:pt x="32001" y="68178"/>
                    <a:pt x="31303" y="68133"/>
                  </a:cubicBezTo>
                  <a:cubicBezTo>
                    <a:pt x="30605" y="68088"/>
                    <a:pt x="29908" y="68021"/>
                    <a:pt x="29214" y="67931"/>
                  </a:cubicBezTo>
                  <a:cubicBezTo>
                    <a:pt x="28520" y="67842"/>
                    <a:pt x="27829" y="67730"/>
                    <a:pt x="27141" y="67596"/>
                  </a:cubicBezTo>
                  <a:cubicBezTo>
                    <a:pt x="26454" y="67462"/>
                    <a:pt x="25771" y="67306"/>
                    <a:pt x="25094" y="67129"/>
                  </a:cubicBezTo>
                  <a:cubicBezTo>
                    <a:pt x="24416" y="66951"/>
                    <a:pt x="23744" y="66752"/>
                    <a:pt x="23079" y="66531"/>
                  </a:cubicBezTo>
                  <a:cubicBezTo>
                    <a:pt x="22413" y="66310"/>
                    <a:pt x="21755" y="66068"/>
                    <a:pt x="21105" y="65805"/>
                  </a:cubicBezTo>
                  <a:cubicBezTo>
                    <a:pt x="20454" y="65542"/>
                    <a:pt x="19812" y="65259"/>
                    <a:pt x="19179" y="64955"/>
                  </a:cubicBezTo>
                  <a:cubicBezTo>
                    <a:pt x="18546" y="64650"/>
                    <a:pt x="17922" y="64326"/>
                    <a:pt x="17309" y="63982"/>
                  </a:cubicBezTo>
                  <a:cubicBezTo>
                    <a:pt x="16696" y="63638"/>
                    <a:pt x="16094" y="63274"/>
                    <a:pt x="15503" y="62892"/>
                  </a:cubicBezTo>
                  <a:cubicBezTo>
                    <a:pt x="14913" y="62509"/>
                    <a:pt x="14334" y="62107"/>
                    <a:pt x="13768" y="61687"/>
                  </a:cubicBezTo>
                  <a:cubicBezTo>
                    <a:pt x="13202" y="61268"/>
                    <a:pt x="12649" y="60830"/>
                    <a:pt x="12110" y="60375"/>
                  </a:cubicBezTo>
                  <a:cubicBezTo>
                    <a:pt x="11571" y="59919"/>
                    <a:pt x="11046" y="59447"/>
                    <a:pt x="10536" y="58958"/>
                  </a:cubicBezTo>
                  <a:cubicBezTo>
                    <a:pt x="10026" y="58469"/>
                    <a:pt x="9531" y="57964"/>
                    <a:pt x="9052" y="57443"/>
                  </a:cubicBezTo>
                  <a:cubicBezTo>
                    <a:pt x="8574" y="56922"/>
                    <a:pt x="8111" y="56386"/>
                    <a:pt x="7665" y="55836"/>
                  </a:cubicBezTo>
                  <a:cubicBezTo>
                    <a:pt x="7219" y="55286"/>
                    <a:pt x="6790" y="54721"/>
                    <a:pt x="6379" y="54143"/>
                  </a:cubicBezTo>
                  <a:cubicBezTo>
                    <a:pt x="5968" y="53566"/>
                    <a:pt x="5574" y="52975"/>
                    <a:pt x="5199" y="52372"/>
                  </a:cubicBezTo>
                  <a:cubicBezTo>
                    <a:pt x="4825" y="51769"/>
                    <a:pt x="4468" y="51154"/>
                    <a:pt x="4131" y="50528"/>
                  </a:cubicBezTo>
                  <a:cubicBezTo>
                    <a:pt x="3794" y="49902"/>
                    <a:pt x="3477" y="49265"/>
                    <a:pt x="3179" y="48619"/>
                  </a:cubicBezTo>
                  <a:cubicBezTo>
                    <a:pt x="2881" y="47973"/>
                    <a:pt x="2603" y="47317"/>
                    <a:pt x="2345" y="46653"/>
                  </a:cubicBezTo>
                  <a:cubicBezTo>
                    <a:pt x="2088" y="45989"/>
                    <a:pt x="1851" y="45317"/>
                    <a:pt x="1635" y="44637"/>
                  </a:cubicBezTo>
                  <a:cubicBezTo>
                    <a:pt x="1419" y="43958"/>
                    <a:pt x="1223" y="43272"/>
                    <a:pt x="1049" y="42580"/>
                  </a:cubicBezTo>
                  <a:cubicBezTo>
                    <a:pt x="875" y="41889"/>
                    <a:pt x="723" y="41191"/>
                    <a:pt x="592" y="40490"/>
                  </a:cubicBezTo>
                  <a:cubicBezTo>
                    <a:pt x="461" y="39788"/>
                    <a:pt x="351" y="39082"/>
                    <a:pt x="263" y="38374"/>
                  </a:cubicBezTo>
                  <a:cubicBezTo>
                    <a:pt x="176" y="37665"/>
                    <a:pt x="110" y="36954"/>
                    <a:pt x="66" y="36241"/>
                  </a:cubicBezTo>
                  <a:cubicBezTo>
                    <a:pt x="22" y="35528"/>
                    <a:pt x="0" y="34814"/>
                    <a:pt x="0" y="34100"/>
                  </a:cubicBezTo>
                  <a:cubicBezTo>
                    <a:pt x="0" y="33386"/>
                    <a:pt x="22" y="32672"/>
                    <a:pt x="66" y="31959"/>
                  </a:cubicBezTo>
                  <a:cubicBezTo>
                    <a:pt x="110" y="31246"/>
                    <a:pt x="176" y="30535"/>
                    <a:pt x="263" y="29826"/>
                  </a:cubicBezTo>
                  <a:cubicBezTo>
                    <a:pt x="351" y="29118"/>
                    <a:pt x="461" y="28412"/>
                    <a:pt x="592" y="27710"/>
                  </a:cubicBezTo>
                  <a:cubicBezTo>
                    <a:pt x="723" y="27009"/>
                    <a:pt x="875" y="26311"/>
                    <a:pt x="1049" y="25620"/>
                  </a:cubicBezTo>
                  <a:cubicBezTo>
                    <a:pt x="1223" y="24928"/>
                    <a:pt x="1419" y="24242"/>
                    <a:pt x="1635" y="23563"/>
                  </a:cubicBezTo>
                  <a:cubicBezTo>
                    <a:pt x="1851" y="22883"/>
                    <a:pt x="2088" y="22211"/>
                    <a:pt x="2345" y="21547"/>
                  </a:cubicBezTo>
                  <a:cubicBezTo>
                    <a:pt x="2603" y="20883"/>
                    <a:pt x="2881" y="20227"/>
                    <a:pt x="3179" y="19581"/>
                  </a:cubicBezTo>
                  <a:cubicBezTo>
                    <a:pt x="3477" y="18935"/>
                    <a:pt x="3794" y="18298"/>
                    <a:pt x="4131" y="17672"/>
                  </a:cubicBezTo>
                  <a:cubicBezTo>
                    <a:pt x="4468" y="17046"/>
                    <a:pt x="4825" y="16431"/>
                    <a:pt x="5199" y="15828"/>
                  </a:cubicBezTo>
                  <a:cubicBezTo>
                    <a:pt x="5574" y="15225"/>
                    <a:pt x="5968" y="14634"/>
                    <a:pt x="6379" y="14057"/>
                  </a:cubicBezTo>
                  <a:cubicBezTo>
                    <a:pt x="6790" y="13479"/>
                    <a:pt x="7219" y="12914"/>
                    <a:pt x="7665" y="12364"/>
                  </a:cubicBezTo>
                  <a:cubicBezTo>
                    <a:pt x="8111" y="11814"/>
                    <a:pt x="8574" y="11278"/>
                    <a:pt x="9052" y="10757"/>
                  </a:cubicBezTo>
                  <a:cubicBezTo>
                    <a:pt x="9531" y="10236"/>
                    <a:pt x="10026" y="9731"/>
                    <a:pt x="10536" y="9242"/>
                  </a:cubicBezTo>
                  <a:cubicBezTo>
                    <a:pt x="11046" y="8753"/>
                    <a:pt x="11571" y="8281"/>
                    <a:pt x="12110" y="7825"/>
                  </a:cubicBezTo>
                  <a:cubicBezTo>
                    <a:pt x="12649" y="7370"/>
                    <a:pt x="13202" y="6932"/>
                    <a:pt x="13768" y="6513"/>
                  </a:cubicBezTo>
                  <a:cubicBezTo>
                    <a:pt x="14334" y="6093"/>
                    <a:pt x="14913" y="5691"/>
                    <a:pt x="15503" y="5308"/>
                  </a:cubicBezTo>
                  <a:cubicBezTo>
                    <a:pt x="16094" y="4926"/>
                    <a:pt x="16696" y="4562"/>
                    <a:pt x="17309" y="4218"/>
                  </a:cubicBezTo>
                  <a:cubicBezTo>
                    <a:pt x="17922" y="3874"/>
                    <a:pt x="18546" y="3550"/>
                    <a:pt x="19179" y="3245"/>
                  </a:cubicBezTo>
                  <a:cubicBezTo>
                    <a:pt x="19812" y="2941"/>
                    <a:pt x="20454" y="2658"/>
                    <a:pt x="21105" y="2395"/>
                  </a:cubicBezTo>
                  <a:cubicBezTo>
                    <a:pt x="21755" y="2132"/>
                    <a:pt x="22413" y="1890"/>
                    <a:pt x="23079" y="1669"/>
                  </a:cubicBezTo>
                  <a:cubicBezTo>
                    <a:pt x="23744" y="1448"/>
                    <a:pt x="24416" y="1249"/>
                    <a:pt x="25094" y="1071"/>
                  </a:cubicBezTo>
                  <a:cubicBezTo>
                    <a:pt x="25771" y="894"/>
                    <a:pt x="26454" y="738"/>
                    <a:pt x="27141" y="604"/>
                  </a:cubicBezTo>
                  <a:cubicBezTo>
                    <a:pt x="27829" y="470"/>
                    <a:pt x="28520" y="358"/>
                    <a:pt x="29214" y="269"/>
                  </a:cubicBezTo>
                  <a:cubicBezTo>
                    <a:pt x="29908" y="179"/>
                    <a:pt x="30605" y="112"/>
                    <a:pt x="31303" y="67"/>
                  </a:cubicBezTo>
                  <a:cubicBezTo>
                    <a:pt x="32001" y="22"/>
                    <a:pt x="32700" y="0"/>
                    <a:pt x="33400" y="0"/>
                  </a:cubicBezTo>
                  <a:cubicBezTo>
                    <a:pt x="34100" y="0"/>
                    <a:pt x="34799" y="22"/>
                    <a:pt x="35497" y="67"/>
                  </a:cubicBezTo>
                  <a:cubicBezTo>
                    <a:pt x="36195" y="112"/>
                    <a:pt x="36892" y="179"/>
                    <a:pt x="37586" y="269"/>
                  </a:cubicBezTo>
                  <a:cubicBezTo>
                    <a:pt x="38280" y="358"/>
                    <a:pt x="38971" y="470"/>
                    <a:pt x="39659" y="604"/>
                  </a:cubicBezTo>
                  <a:cubicBezTo>
                    <a:pt x="40346" y="738"/>
                    <a:pt x="41029" y="894"/>
                    <a:pt x="41706" y="1071"/>
                  </a:cubicBezTo>
                  <a:cubicBezTo>
                    <a:pt x="42384" y="1249"/>
                    <a:pt x="43056" y="1448"/>
                    <a:pt x="43721" y="1669"/>
                  </a:cubicBezTo>
                  <a:cubicBezTo>
                    <a:pt x="44387" y="1890"/>
                    <a:pt x="45045" y="2132"/>
                    <a:pt x="45695" y="2395"/>
                  </a:cubicBezTo>
                  <a:cubicBezTo>
                    <a:pt x="46346" y="2658"/>
                    <a:pt x="46988" y="2941"/>
                    <a:pt x="47621" y="3245"/>
                  </a:cubicBezTo>
                  <a:cubicBezTo>
                    <a:pt x="48254" y="3550"/>
                    <a:pt x="48878" y="3874"/>
                    <a:pt x="49491" y="4218"/>
                  </a:cubicBezTo>
                  <a:cubicBezTo>
                    <a:pt x="50104" y="4562"/>
                    <a:pt x="50706" y="4926"/>
                    <a:pt x="51297" y="5308"/>
                  </a:cubicBezTo>
                  <a:cubicBezTo>
                    <a:pt x="51887" y="5691"/>
                    <a:pt x="52466" y="6093"/>
                    <a:pt x="53032" y="6513"/>
                  </a:cubicBezTo>
                  <a:cubicBezTo>
                    <a:pt x="53598" y="6932"/>
                    <a:pt x="54151" y="7370"/>
                    <a:pt x="54690" y="7825"/>
                  </a:cubicBezTo>
                  <a:cubicBezTo>
                    <a:pt x="55229" y="8281"/>
                    <a:pt x="55754" y="8753"/>
                    <a:pt x="56264" y="9242"/>
                  </a:cubicBezTo>
                  <a:cubicBezTo>
                    <a:pt x="56774" y="9731"/>
                    <a:pt x="57269" y="10236"/>
                    <a:pt x="57748" y="10757"/>
                  </a:cubicBezTo>
                  <a:cubicBezTo>
                    <a:pt x="58226" y="11278"/>
                    <a:pt x="58689" y="11814"/>
                    <a:pt x="59135" y="12364"/>
                  </a:cubicBezTo>
                  <a:cubicBezTo>
                    <a:pt x="59581" y="12914"/>
                    <a:pt x="60010" y="13479"/>
                    <a:pt x="60421" y="14057"/>
                  </a:cubicBezTo>
                  <a:cubicBezTo>
                    <a:pt x="60832" y="14634"/>
                    <a:pt x="61226" y="15225"/>
                    <a:pt x="61601" y="15828"/>
                  </a:cubicBezTo>
                  <a:cubicBezTo>
                    <a:pt x="61975" y="16431"/>
                    <a:pt x="62332" y="17046"/>
                    <a:pt x="62669" y="17672"/>
                  </a:cubicBezTo>
                  <a:cubicBezTo>
                    <a:pt x="63006" y="18298"/>
                    <a:pt x="63323" y="18935"/>
                    <a:pt x="63621" y="19581"/>
                  </a:cubicBezTo>
                  <a:cubicBezTo>
                    <a:pt x="63919" y="20227"/>
                    <a:pt x="64197" y="20883"/>
                    <a:pt x="64455" y="21547"/>
                  </a:cubicBezTo>
                  <a:cubicBezTo>
                    <a:pt x="64712" y="22211"/>
                    <a:pt x="64949" y="22883"/>
                    <a:pt x="65165" y="23563"/>
                  </a:cubicBezTo>
                  <a:cubicBezTo>
                    <a:pt x="65381" y="24242"/>
                    <a:pt x="65577" y="24928"/>
                    <a:pt x="65751" y="25620"/>
                  </a:cubicBezTo>
                  <a:cubicBezTo>
                    <a:pt x="65925" y="26311"/>
                    <a:pt x="66077" y="27009"/>
                    <a:pt x="66208" y="27710"/>
                  </a:cubicBezTo>
                  <a:cubicBezTo>
                    <a:pt x="66339" y="28412"/>
                    <a:pt x="66449" y="29118"/>
                    <a:pt x="66537" y="29826"/>
                  </a:cubicBezTo>
                  <a:cubicBezTo>
                    <a:pt x="66624" y="30535"/>
                    <a:pt x="66690" y="31246"/>
                    <a:pt x="66734" y="31959"/>
                  </a:cubicBezTo>
                  <a:cubicBezTo>
                    <a:pt x="66778" y="32672"/>
                    <a:pt x="66800" y="33386"/>
                    <a:pt x="66800" y="34100"/>
                  </a:cubicBezTo>
                  <a:close/>
                </a:path>
              </a:pathLst>
            </a:custGeom>
            <a:solidFill>
              <a:srgbClr val="01010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2" name="probe-noto-emoji_u1f418-part-6"/>
            <p:cNvSpPr/>
            <p:nvPr/>
          </p:nvSpPr>
          <p:spPr>
            <a:xfrm>
              <a:off x="342639" y="626294"/>
              <a:ext cx="69353" cy="84153"/>
            </a:xfrm>
            <a:custGeom>
              <a:avLst/>
              <a:gdLst/>
              <a:ahLst/>
              <a:cxnLst/>
              <a:rect l="0" t="0" r="r" b="b"/>
              <a:pathLst>
                <a:path w="69353" h="84153">
                  <a:moveTo>
                    <a:pt x="1161" y="40906"/>
                  </a:moveTo>
                  <a:cubicBezTo>
                    <a:pt x="5361" y="21706"/>
                    <a:pt x="31561" y="-5594"/>
                    <a:pt x="51361" y="1006"/>
                  </a:cubicBezTo>
                  <a:cubicBezTo>
                    <a:pt x="64061" y="5206"/>
                    <a:pt x="72461" y="35706"/>
                    <a:pt x="68261" y="55406"/>
                  </a:cubicBezTo>
                  <a:cubicBezTo>
                    <a:pt x="64061" y="75106"/>
                    <a:pt x="46161" y="89706"/>
                    <a:pt x="22261" y="82106"/>
                  </a:cubicBezTo>
                  <a:cubicBezTo>
                    <a:pt x="-1639" y="74606"/>
                    <a:pt x="-1439" y="53006"/>
                    <a:pt x="1161" y="40906"/>
                  </a:cubicBezTo>
                  <a:close/>
                </a:path>
              </a:pathLst>
            </a:custGeom>
            <a:solidFill>
              <a:srgbClr val="FAE9AE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3" name="probe-noto-emoji_u1f418-part-7"/>
            <p:cNvSpPr/>
            <p:nvPr/>
          </p:nvSpPr>
          <p:spPr>
            <a:xfrm>
              <a:off x="36376" y="559504"/>
              <a:ext cx="111324" cy="109996"/>
            </a:xfrm>
            <a:custGeom>
              <a:avLst/>
              <a:gdLst/>
              <a:ahLst/>
              <a:cxnLst/>
              <a:rect l="0" t="0" r="r" b="b"/>
              <a:pathLst>
                <a:path w="111324" h="109996">
                  <a:moveTo>
                    <a:pt x="1524" y="6296"/>
                  </a:moveTo>
                  <a:cubicBezTo>
                    <a:pt x="-6176" y="23396"/>
                    <a:pt x="17024" y="47096"/>
                    <a:pt x="32524" y="59796"/>
                  </a:cubicBezTo>
                  <a:cubicBezTo>
                    <a:pt x="48024" y="72496"/>
                    <a:pt x="81824" y="96396"/>
                    <a:pt x="91624" y="101996"/>
                  </a:cubicBezTo>
                  <a:cubicBezTo>
                    <a:pt x="101424" y="107596"/>
                    <a:pt x="111324" y="109996"/>
                    <a:pt x="111324" y="109996"/>
                  </a:cubicBezTo>
                  <a:cubicBezTo>
                    <a:pt x="111324" y="109996"/>
                    <a:pt x="102424" y="75296"/>
                    <a:pt x="102424" y="64996"/>
                  </a:cubicBezTo>
                  <a:cubicBezTo>
                    <a:pt x="102424" y="54696"/>
                    <a:pt x="102924" y="33596"/>
                    <a:pt x="102924" y="33596"/>
                  </a:cubicBezTo>
                  <a:cubicBezTo>
                    <a:pt x="102924" y="33596"/>
                    <a:pt x="73324" y="17596"/>
                    <a:pt x="56424" y="11996"/>
                  </a:cubicBezTo>
                  <a:cubicBezTo>
                    <a:pt x="39524" y="6296"/>
                    <a:pt x="8024" y="-8304"/>
                    <a:pt x="1524" y="6296"/>
                  </a:cubicBezTo>
                  <a:close/>
                </a:path>
              </a:pathLst>
            </a:custGeom>
            <a:solidFill>
              <a:srgbClr val="FAE9AE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94" name="probe-noto-emoji_u1f41c" descr="Noto Emoji artwork by Google; Apache License 2.0; preserve full bundled license. Source: https://github.com/googlefonts/noto-emoji/blob/e20cbc2bbec1926686be9f9bee7d1d2cfa1fea0e/2D/svg/emoji_u1f41c.svg; SVG SHA256: 278d9dd3bdc85573510e877e22c4f46fc31a0d4dd14e1bdb3d27b8015f812e77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1280000" cy="1280000"/>
          </a:xfrm>
        </p:grpSpPr>
        <p:sp>
          <p:nvSpPr>
            <p:cNvPr id="195" name="probe-noto-emoji_u1f41c-part-1"/>
            <p:cNvSpPr/>
            <p:nvPr/>
          </p:nvSpPr>
          <p:spPr>
            <a:xfrm>
              <a:off x="140300" y="712600"/>
              <a:ext cx="276900" cy="317839"/>
            </a:xfrm>
            <a:custGeom>
              <a:avLst/>
              <a:gdLst/>
              <a:ahLst/>
              <a:cxnLst/>
              <a:rect l="0" t="0" r="r" b="b"/>
              <a:pathLst>
                <a:path w="276900" h="317839">
                  <a:moveTo>
                    <a:pt x="170700" y="57300"/>
                  </a:moveTo>
                  <a:cubicBezTo>
                    <a:pt x="170700" y="57300"/>
                    <a:pt x="133200" y="92000"/>
                    <a:pt x="121000" y="126800"/>
                  </a:cubicBezTo>
                  <a:cubicBezTo>
                    <a:pt x="108800" y="161500"/>
                    <a:pt x="88200" y="246000"/>
                    <a:pt x="79700" y="253500"/>
                  </a:cubicBezTo>
                  <a:cubicBezTo>
                    <a:pt x="71200" y="261000"/>
                    <a:pt x="43100" y="274100"/>
                    <a:pt x="32800" y="278800"/>
                  </a:cubicBezTo>
                  <a:cubicBezTo>
                    <a:pt x="22500" y="283500"/>
                    <a:pt x="0" y="288200"/>
                    <a:pt x="0" y="304100"/>
                  </a:cubicBezTo>
                  <a:cubicBezTo>
                    <a:pt x="0" y="320000"/>
                    <a:pt x="20600" y="320100"/>
                    <a:pt x="56300" y="314400"/>
                  </a:cubicBezTo>
                  <a:cubicBezTo>
                    <a:pt x="92000" y="308700"/>
                    <a:pt x="105100" y="306900"/>
                    <a:pt x="111700" y="298400"/>
                  </a:cubicBezTo>
                  <a:cubicBezTo>
                    <a:pt x="118300" y="289900"/>
                    <a:pt x="154900" y="156700"/>
                    <a:pt x="160500" y="148200"/>
                  </a:cubicBezTo>
                  <a:cubicBezTo>
                    <a:pt x="166100" y="139800"/>
                    <a:pt x="176500" y="116300"/>
                    <a:pt x="208400" y="91900"/>
                  </a:cubicBezTo>
                  <a:cubicBezTo>
                    <a:pt x="240300" y="67500"/>
                    <a:pt x="276900" y="37500"/>
                    <a:pt x="276900" y="37500"/>
                  </a:cubicBezTo>
                  <a:lnTo>
                    <a:pt x="216800" y="0"/>
                  </a:lnTo>
                  <a:lnTo>
                    <a:pt x="170700" y="57300"/>
                  </a:lnTo>
                  <a:close/>
                </a:path>
              </a:pathLst>
            </a:custGeom>
            <a:solidFill>
              <a:srgbClr val="868686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6" name="probe-noto-emoji_u1f41c-part-2"/>
            <p:cNvSpPr/>
            <p:nvPr/>
          </p:nvSpPr>
          <p:spPr>
            <a:xfrm>
              <a:off x="48531" y="430472"/>
              <a:ext cx="77069" cy="94928"/>
            </a:xfrm>
            <a:custGeom>
              <a:avLst/>
              <a:gdLst/>
              <a:ahLst/>
              <a:cxnLst/>
              <a:rect l="0" t="0" r="r" b="b"/>
              <a:pathLst>
                <a:path w="77069" h="94928">
                  <a:moveTo>
                    <a:pt x="77069" y="18928"/>
                  </a:moveTo>
                  <a:cubicBezTo>
                    <a:pt x="77069" y="18928"/>
                    <a:pt x="66269" y="-6372"/>
                    <a:pt x="35769" y="1528"/>
                  </a:cubicBezTo>
                  <a:cubicBezTo>
                    <a:pt x="8969" y="8528"/>
                    <a:pt x="-5531" y="48928"/>
                    <a:pt x="1969" y="67728"/>
                  </a:cubicBezTo>
                  <a:cubicBezTo>
                    <a:pt x="9469" y="86528"/>
                    <a:pt x="30569" y="94928"/>
                    <a:pt x="30569" y="94928"/>
                  </a:cubicBezTo>
                  <a:lnTo>
                    <a:pt x="77069" y="18928"/>
                  </a:lnTo>
                  <a:close/>
                </a:path>
              </a:pathLst>
            </a:custGeom>
            <a:solidFill>
              <a:srgbClr val="15141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7" name="probe-noto-emoji_u1f41c-part-3"/>
            <p:cNvSpPr/>
            <p:nvPr/>
          </p:nvSpPr>
          <p:spPr>
            <a:xfrm>
              <a:off x="77770" y="132684"/>
              <a:ext cx="202818" cy="266516"/>
            </a:xfrm>
            <a:custGeom>
              <a:avLst/>
              <a:gdLst/>
              <a:ahLst/>
              <a:cxnLst/>
              <a:rect l="0" t="0" r="r" b="b"/>
              <a:pathLst>
                <a:path w="202818" h="266516">
                  <a:moveTo>
                    <a:pt x="72230" y="27616"/>
                  </a:moveTo>
                  <a:cubicBezTo>
                    <a:pt x="64730" y="28416"/>
                    <a:pt x="52530" y="77816"/>
                    <a:pt x="16830" y="70816"/>
                  </a:cubicBezTo>
                  <a:cubicBezTo>
                    <a:pt x="-9570" y="65616"/>
                    <a:pt x="-4470" y="28616"/>
                    <a:pt x="29030" y="10316"/>
                  </a:cubicBezTo>
                  <a:cubicBezTo>
                    <a:pt x="59030" y="-6084"/>
                    <a:pt x="78330" y="416"/>
                    <a:pt x="96630" y="7016"/>
                  </a:cubicBezTo>
                  <a:cubicBezTo>
                    <a:pt x="123630" y="16716"/>
                    <a:pt x="150630" y="46416"/>
                    <a:pt x="163730" y="81116"/>
                  </a:cubicBezTo>
                  <a:cubicBezTo>
                    <a:pt x="176830" y="115816"/>
                    <a:pt x="192430" y="159416"/>
                    <a:pt x="198930" y="210616"/>
                  </a:cubicBezTo>
                  <a:cubicBezTo>
                    <a:pt x="205530" y="262716"/>
                    <a:pt x="201730" y="264616"/>
                    <a:pt x="201730" y="264616"/>
                  </a:cubicBezTo>
                  <a:lnTo>
                    <a:pt x="176430" y="266516"/>
                  </a:lnTo>
                  <a:cubicBezTo>
                    <a:pt x="176430" y="266516"/>
                    <a:pt x="181130" y="253416"/>
                    <a:pt x="171730" y="196616"/>
                  </a:cubicBezTo>
                  <a:cubicBezTo>
                    <a:pt x="166430" y="164516"/>
                    <a:pt x="153430" y="124116"/>
                    <a:pt x="141730" y="94316"/>
                  </a:cubicBezTo>
                  <a:cubicBezTo>
                    <a:pt x="128530" y="61016"/>
                    <a:pt x="101330" y="24416"/>
                    <a:pt x="72230" y="27616"/>
                  </a:cubicBezTo>
                  <a:close/>
                </a:path>
              </a:pathLst>
            </a:custGeom>
            <a:solidFill>
              <a:srgbClr val="5D62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8" name="probe-noto-emoji_u1f41c-part-4"/>
            <p:cNvSpPr/>
            <p:nvPr/>
          </p:nvSpPr>
          <p:spPr>
            <a:xfrm>
              <a:off x="302970" y="155501"/>
              <a:ext cx="136962" cy="300099"/>
            </a:xfrm>
            <a:custGeom>
              <a:avLst/>
              <a:gdLst/>
              <a:ahLst/>
              <a:cxnLst/>
              <a:rect l="0" t="0" r="r" b="b"/>
              <a:pathLst>
                <a:path w="136962" h="300099">
                  <a:moveTo>
                    <a:pt x="60530" y="39599"/>
                  </a:moveTo>
                  <a:cubicBezTo>
                    <a:pt x="53630" y="38399"/>
                    <a:pt x="36130" y="62599"/>
                    <a:pt x="11530" y="48399"/>
                  </a:cubicBezTo>
                  <a:cubicBezTo>
                    <a:pt x="-10270" y="35799"/>
                    <a:pt x="30" y="3399"/>
                    <a:pt x="32430" y="199"/>
                  </a:cubicBezTo>
                  <a:cubicBezTo>
                    <a:pt x="53130" y="-1901"/>
                    <a:pt x="79230" y="12999"/>
                    <a:pt x="92030" y="25999"/>
                  </a:cubicBezTo>
                  <a:cubicBezTo>
                    <a:pt x="111730" y="46199"/>
                    <a:pt x="126330" y="79499"/>
                    <a:pt x="132830" y="113299"/>
                  </a:cubicBezTo>
                  <a:cubicBezTo>
                    <a:pt x="139630" y="148199"/>
                    <a:pt x="138830" y="180899"/>
                    <a:pt x="124430" y="228299"/>
                  </a:cubicBezTo>
                  <a:cubicBezTo>
                    <a:pt x="108930" y="278999"/>
                    <a:pt x="90630" y="300099"/>
                    <a:pt x="90630" y="300099"/>
                  </a:cubicBezTo>
                  <a:lnTo>
                    <a:pt x="70930" y="279899"/>
                  </a:lnTo>
                  <a:cubicBezTo>
                    <a:pt x="70930" y="279899"/>
                    <a:pt x="84530" y="261099"/>
                    <a:pt x="99130" y="220799"/>
                  </a:cubicBezTo>
                  <a:cubicBezTo>
                    <a:pt x="109730" y="191399"/>
                    <a:pt x="116030" y="158899"/>
                    <a:pt x="109030" y="120799"/>
                  </a:cubicBezTo>
                  <a:cubicBezTo>
                    <a:pt x="102430" y="85499"/>
                    <a:pt x="80230" y="42899"/>
                    <a:pt x="60530" y="39599"/>
                  </a:cubicBezTo>
                  <a:close/>
                </a:path>
              </a:pathLst>
            </a:custGeom>
            <a:solidFill>
              <a:srgbClr val="5D62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99" name="probe-noto-emoji_u1f41c-part-5"/>
            <p:cNvSpPr/>
            <p:nvPr/>
          </p:nvSpPr>
          <p:spPr>
            <a:xfrm>
              <a:off x="44903" y="384482"/>
              <a:ext cx="1192651" cy="663030"/>
            </a:xfrm>
            <a:custGeom>
              <a:avLst/>
              <a:gdLst/>
              <a:ahLst/>
              <a:cxnLst/>
              <a:rect l="0" t="0" r="r" b="b"/>
              <a:pathLst>
                <a:path w="1192651" h="663030">
                  <a:moveTo>
                    <a:pt x="107497" y="25018"/>
                  </a:moveTo>
                  <a:cubicBezTo>
                    <a:pt x="56097" y="49018"/>
                    <a:pt x="-10503" y="126918"/>
                    <a:pt x="1397" y="216518"/>
                  </a:cubicBezTo>
                  <a:cubicBezTo>
                    <a:pt x="10797" y="286918"/>
                    <a:pt x="62397" y="360118"/>
                    <a:pt x="161897" y="382618"/>
                  </a:cubicBezTo>
                  <a:cubicBezTo>
                    <a:pt x="261397" y="405118"/>
                    <a:pt x="322397" y="373218"/>
                    <a:pt x="322397" y="373218"/>
                  </a:cubicBezTo>
                  <a:lnTo>
                    <a:pt x="372097" y="365718"/>
                  </a:lnTo>
                  <a:lnTo>
                    <a:pt x="415297" y="425818"/>
                  </a:lnTo>
                  <a:lnTo>
                    <a:pt x="543897" y="426718"/>
                  </a:lnTo>
                  <a:lnTo>
                    <a:pt x="628397" y="392018"/>
                  </a:lnTo>
                  <a:cubicBezTo>
                    <a:pt x="628397" y="392018"/>
                    <a:pt x="687297" y="475818"/>
                    <a:pt x="706697" y="505318"/>
                  </a:cubicBezTo>
                  <a:cubicBezTo>
                    <a:pt x="726097" y="534918"/>
                    <a:pt x="790497" y="587018"/>
                    <a:pt x="790497" y="587018"/>
                  </a:cubicBezTo>
                  <a:cubicBezTo>
                    <a:pt x="790497" y="587018"/>
                    <a:pt x="807897" y="600018"/>
                    <a:pt x="825797" y="610018"/>
                  </a:cubicBezTo>
                  <a:cubicBezTo>
                    <a:pt x="842697" y="619418"/>
                    <a:pt x="923897" y="658818"/>
                    <a:pt x="997797" y="662318"/>
                  </a:cubicBezTo>
                  <a:cubicBezTo>
                    <a:pt x="1126997" y="668518"/>
                    <a:pt x="1165897" y="632518"/>
                    <a:pt x="1174097" y="622218"/>
                  </a:cubicBezTo>
                  <a:cubicBezTo>
                    <a:pt x="1178097" y="617118"/>
                    <a:pt x="1182397" y="597018"/>
                    <a:pt x="1184097" y="586318"/>
                  </a:cubicBezTo>
                  <a:cubicBezTo>
                    <a:pt x="1185397" y="577918"/>
                    <a:pt x="1199197" y="498418"/>
                    <a:pt x="1188797" y="436118"/>
                  </a:cubicBezTo>
                  <a:cubicBezTo>
                    <a:pt x="1180397" y="385418"/>
                    <a:pt x="1153097" y="295318"/>
                    <a:pt x="1050797" y="205218"/>
                  </a:cubicBezTo>
                  <a:cubicBezTo>
                    <a:pt x="948497" y="115118"/>
                    <a:pt x="809597" y="92618"/>
                    <a:pt x="722297" y="143318"/>
                  </a:cubicBezTo>
                  <a:cubicBezTo>
                    <a:pt x="639997" y="191118"/>
                    <a:pt x="611597" y="260618"/>
                    <a:pt x="611597" y="260618"/>
                  </a:cubicBezTo>
                  <a:cubicBezTo>
                    <a:pt x="611597" y="260618"/>
                    <a:pt x="585297" y="191018"/>
                    <a:pt x="513997" y="181818"/>
                  </a:cubicBezTo>
                  <a:cubicBezTo>
                    <a:pt x="455797" y="174318"/>
                    <a:pt x="430497" y="204318"/>
                    <a:pt x="430497" y="204318"/>
                  </a:cubicBezTo>
                  <a:cubicBezTo>
                    <a:pt x="430497" y="204318"/>
                    <a:pt x="436097" y="77618"/>
                    <a:pt x="308497" y="20318"/>
                  </a:cubicBezTo>
                  <a:cubicBezTo>
                    <a:pt x="215197" y="-21382"/>
                    <a:pt x="135597" y="11918"/>
                    <a:pt x="107497" y="25018"/>
                  </a:cubicBezTo>
                  <a:close/>
                </a:path>
              </a:pathLst>
            </a:custGeom>
            <a:solidFill>
              <a:srgbClr val="5D6265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0" name="probe-noto-emoji_u1f41c-part-6"/>
            <p:cNvSpPr/>
            <p:nvPr/>
          </p:nvSpPr>
          <p:spPr>
            <a:xfrm>
              <a:off x="490249" y="586192"/>
              <a:ext cx="89992" cy="81454"/>
            </a:xfrm>
            <a:custGeom>
              <a:avLst/>
              <a:gdLst/>
              <a:ahLst/>
              <a:cxnLst/>
              <a:rect l="0" t="0" r="r" b="b"/>
              <a:pathLst>
                <a:path w="89992" h="81454">
                  <a:moveTo>
                    <a:pt x="32851" y="1608"/>
                  </a:moveTo>
                  <a:cubicBezTo>
                    <a:pt x="4751" y="9208"/>
                    <a:pt x="-6549" y="40108"/>
                    <a:pt x="3751" y="58908"/>
                  </a:cubicBezTo>
                  <a:cubicBezTo>
                    <a:pt x="14051" y="77708"/>
                    <a:pt x="33551" y="85408"/>
                    <a:pt x="55351" y="79508"/>
                  </a:cubicBezTo>
                  <a:cubicBezTo>
                    <a:pt x="83551" y="72008"/>
                    <a:pt x="94751" y="46708"/>
                    <a:pt x="88151" y="27908"/>
                  </a:cubicBezTo>
                  <a:cubicBezTo>
                    <a:pt x="81651" y="9208"/>
                    <a:pt x="57251" y="-4892"/>
                    <a:pt x="32851" y="1608"/>
                  </a:cubicBezTo>
                  <a:close/>
                </a:path>
              </a:pathLst>
            </a:custGeom>
            <a:solidFill>
              <a:srgbClr val="AFAFA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1" name="probe-noto-emoji_u1f41c-part-7"/>
            <p:cNvSpPr/>
            <p:nvPr/>
          </p:nvSpPr>
          <p:spPr>
            <a:xfrm>
              <a:off x="759509" y="544100"/>
              <a:ext cx="129097" cy="108531"/>
            </a:xfrm>
            <a:custGeom>
              <a:avLst/>
              <a:gdLst/>
              <a:ahLst/>
              <a:cxnLst/>
              <a:rect l="0" t="0" r="r" b="b"/>
              <a:pathLst>
                <a:path w="129097" h="108531">
                  <a:moveTo>
                    <a:pt x="5691" y="87900"/>
                  </a:moveTo>
                  <a:cubicBezTo>
                    <a:pt x="18791" y="114200"/>
                    <a:pt x="57791" y="114900"/>
                    <a:pt x="93891" y="92600"/>
                  </a:cubicBezTo>
                  <a:cubicBezTo>
                    <a:pt x="133291" y="68200"/>
                    <a:pt x="135191" y="33500"/>
                    <a:pt x="121091" y="16600"/>
                  </a:cubicBezTo>
                  <a:cubicBezTo>
                    <a:pt x="101691" y="-6700"/>
                    <a:pt x="61991" y="-3100"/>
                    <a:pt x="37591" y="12800"/>
                  </a:cubicBezTo>
                  <a:cubicBezTo>
                    <a:pt x="13191" y="28700"/>
                    <a:pt x="-11409" y="53600"/>
                    <a:pt x="5691" y="87900"/>
                  </a:cubicBezTo>
                  <a:close/>
                </a:path>
              </a:pathLst>
            </a:custGeom>
            <a:solidFill>
              <a:srgbClr val="AFAFA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2" name="probe-noto-emoji_u1f41c-part-8"/>
            <p:cNvSpPr/>
            <p:nvPr/>
          </p:nvSpPr>
          <p:spPr>
            <a:xfrm>
              <a:off x="188573" y="463436"/>
              <a:ext cx="115150" cy="124646"/>
            </a:xfrm>
            <a:custGeom>
              <a:avLst/>
              <a:gdLst/>
              <a:ahLst/>
              <a:cxnLst/>
              <a:rect l="0" t="0" r="r" b="b"/>
              <a:pathLst>
                <a:path w="115150" h="124646">
                  <a:moveTo>
                    <a:pt x="10727" y="32864"/>
                  </a:moveTo>
                  <a:cubicBezTo>
                    <a:pt x="-4173" y="58064"/>
                    <a:pt x="-8173" y="102164"/>
                    <a:pt x="29527" y="118764"/>
                  </a:cubicBezTo>
                  <a:cubicBezTo>
                    <a:pt x="72727" y="137764"/>
                    <a:pt x="99427" y="106764"/>
                    <a:pt x="109327" y="82164"/>
                  </a:cubicBezTo>
                  <a:cubicBezTo>
                    <a:pt x="118727" y="58664"/>
                    <a:pt x="120227" y="18764"/>
                    <a:pt x="86827" y="5164"/>
                  </a:cubicBezTo>
                  <a:cubicBezTo>
                    <a:pt x="51827" y="-9036"/>
                    <a:pt x="25527" y="7964"/>
                    <a:pt x="10727" y="32864"/>
                  </a:cubicBezTo>
                  <a:close/>
                </a:path>
              </a:pathLst>
            </a:custGeom>
            <a:solidFill>
              <a:srgbClr val="0A0A0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3" name="probe-noto-emoji_u1f41c-part-9"/>
            <p:cNvSpPr/>
            <p:nvPr/>
          </p:nvSpPr>
          <p:spPr>
            <a:xfrm>
              <a:off x="44255" y="579300"/>
              <a:ext cx="40987" cy="71600"/>
            </a:xfrm>
            <a:custGeom>
              <a:avLst/>
              <a:gdLst/>
              <a:ahLst/>
              <a:cxnLst/>
              <a:rect l="0" t="0" r="r" b="b"/>
              <a:pathLst>
                <a:path w="40987" h="71600">
                  <a:moveTo>
                    <a:pt x="40545" y="40900"/>
                  </a:moveTo>
                  <a:cubicBezTo>
                    <a:pt x="41845" y="54100"/>
                    <a:pt x="40545" y="62500"/>
                    <a:pt x="33045" y="67600"/>
                  </a:cubicBezTo>
                  <a:cubicBezTo>
                    <a:pt x="23745" y="74000"/>
                    <a:pt x="16345" y="70800"/>
                    <a:pt x="16345" y="70800"/>
                  </a:cubicBezTo>
                  <a:cubicBezTo>
                    <a:pt x="16345" y="70800"/>
                    <a:pt x="3645" y="58500"/>
                    <a:pt x="645" y="33800"/>
                  </a:cubicBezTo>
                  <a:cubicBezTo>
                    <a:pt x="-1055" y="20100"/>
                    <a:pt x="1145" y="0"/>
                    <a:pt x="1145" y="0"/>
                  </a:cubicBezTo>
                  <a:cubicBezTo>
                    <a:pt x="1145" y="0"/>
                    <a:pt x="38145" y="17000"/>
                    <a:pt x="40545" y="40900"/>
                  </a:cubicBezTo>
                  <a:close/>
                </a:path>
              </a:pathLst>
            </a:custGeom>
            <a:solidFill>
              <a:srgbClr val="44484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4" name="probe-noto-emoji_u1f41c-part-10"/>
            <p:cNvSpPr/>
            <p:nvPr/>
          </p:nvSpPr>
          <p:spPr>
            <a:xfrm>
              <a:off x="234662" y="685000"/>
              <a:ext cx="643938" cy="517704"/>
            </a:xfrm>
            <a:custGeom>
              <a:avLst/>
              <a:gdLst/>
              <a:ahLst/>
              <a:cxnLst/>
              <a:rect l="0" t="0" r="r" b="b"/>
              <a:pathLst>
                <a:path w="643938" h="517704">
                  <a:moveTo>
                    <a:pt x="209638" y="0"/>
                  </a:moveTo>
                  <a:cubicBezTo>
                    <a:pt x="215938" y="2100"/>
                    <a:pt x="205438" y="65500"/>
                    <a:pt x="211038" y="75300"/>
                  </a:cubicBezTo>
                  <a:cubicBezTo>
                    <a:pt x="216638" y="85200"/>
                    <a:pt x="258238" y="111900"/>
                    <a:pt x="315238" y="104900"/>
                  </a:cubicBezTo>
                  <a:cubicBezTo>
                    <a:pt x="372238" y="97900"/>
                    <a:pt x="397638" y="62300"/>
                    <a:pt x="406738" y="42300"/>
                  </a:cubicBezTo>
                  <a:cubicBezTo>
                    <a:pt x="412538" y="29700"/>
                    <a:pt x="418038" y="9200"/>
                    <a:pt x="422238" y="8500"/>
                  </a:cubicBezTo>
                  <a:cubicBezTo>
                    <a:pt x="426438" y="7800"/>
                    <a:pt x="456038" y="55000"/>
                    <a:pt x="476438" y="80300"/>
                  </a:cubicBezTo>
                  <a:cubicBezTo>
                    <a:pt x="496838" y="105600"/>
                    <a:pt x="509538" y="126100"/>
                    <a:pt x="550338" y="166200"/>
                  </a:cubicBezTo>
                  <a:cubicBezTo>
                    <a:pt x="591138" y="206300"/>
                    <a:pt x="643938" y="237300"/>
                    <a:pt x="643938" y="237300"/>
                  </a:cubicBezTo>
                  <a:cubicBezTo>
                    <a:pt x="643938" y="237300"/>
                    <a:pt x="632938" y="251200"/>
                    <a:pt x="624038" y="262200"/>
                  </a:cubicBezTo>
                  <a:cubicBezTo>
                    <a:pt x="615038" y="273200"/>
                    <a:pt x="602938" y="288000"/>
                    <a:pt x="602938" y="288000"/>
                  </a:cubicBezTo>
                  <a:cubicBezTo>
                    <a:pt x="602938" y="288000"/>
                    <a:pt x="538738" y="239400"/>
                    <a:pt x="506738" y="198300"/>
                  </a:cubicBezTo>
                  <a:cubicBezTo>
                    <a:pt x="475538" y="158200"/>
                    <a:pt x="442738" y="118300"/>
                    <a:pt x="437738" y="127600"/>
                  </a:cubicBezTo>
                  <a:cubicBezTo>
                    <a:pt x="435238" y="132200"/>
                    <a:pt x="456638" y="161600"/>
                    <a:pt x="465538" y="177900"/>
                  </a:cubicBezTo>
                  <a:cubicBezTo>
                    <a:pt x="478238" y="201100"/>
                    <a:pt x="491938" y="223700"/>
                    <a:pt x="497238" y="236000"/>
                  </a:cubicBezTo>
                  <a:cubicBezTo>
                    <a:pt x="502338" y="247900"/>
                    <a:pt x="524138" y="303700"/>
                    <a:pt x="534938" y="340200"/>
                  </a:cubicBezTo>
                  <a:cubicBezTo>
                    <a:pt x="541938" y="364100"/>
                    <a:pt x="546438" y="392700"/>
                    <a:pt x="548338" y="394400"/>
                  </a:cubicBezTo>
                  <a:cubicBezTo>
                    <a:pt x="553638" y="399000"/>
                    <a:pt x="587038" y="431700"/>
                    <a:pt x="595538" y="439400"/>
                  </a:cubicBezTo>
                  <a:cubicBezTo>
                    <a:pt x="603938" y="447100"/>
                    <a:pt x="619438" y="464000"/>
                    <a:pt x="608238" y="476000"/>
                  </a:cubicBezTo>
                  <a:cubicBezTo>
                    <a:pt x="596938" y="488000"/>
                    <a:pt x="572338" y="470000"/>
                    <a:pt x="566738" y="465800"/>
                  </a:cubicBezTo>
                  <a:cubicBezTo>
                    <a:pt x="561138" y="461600"/>
                    <a:pt x="506938" y="426000"/>
                    <a:pt x="500538" y="418300"/>
                  </a:cubicBezTo>
                  <a:cubicBezTo>
                    <a:pt x="494238" y="410600"/>
                    <a:pt x="484938" y="366700"/>
                    <a:pt x="480838" y="350000"/>
                  </a:cubicBezTo>
                  <a:cubicBezTo>
                    <a:pt x="476238" y="331300"/>
                    <a:pt x="449138" y="266900"/>
                    <a:pt x="444938" y="254300"/>
                  </a:cubicBezTo>
                  <a:cubicBezTo>
                    <a:pt x="440738" y="241600"/>
                    <a:pt x="415338" y="197500"/>
                    <a:pt x="408338" y="187800"/>
                  </a:cubicBezTo>
                  <a:cubicBezTo>
                    <a:pt x="397438" y="172700"/>
                    <a:pt x="389338" y="152600"/>
                    <a:pt x="372438" y="157500"/>
                  </a:cubicBezTo>
                  <a:cubicBezTo>
                    <a:pt x="364038" y="160000"/>
                    <a:pt x="356638" y="161400"/>
                    <a:pt x="349538" y="164500"/>
                  </a:cubicBezTo>
                  <a:cubicBezTo>
                    <a:pt x="348138" y="173700"/>
                    <a:pt x="347038" y="297900"/>
                    <a:pt x="344938" y="309200"/>
                  </a:cubicBezTo>
                  <a:cubicBezTo>
                    <a:pt x="342838" y="320500"/>
                    <a:pt x="336538" y="412000"/>
                    <a:pt x="337238" y="420400"/>
                  </a:cubicBezTo>
                  <a:cubicBezTo>
                    <a:pt x="337938" y="428800"/>
                    <a:pt x="378038" y="481600"/>
                    <a:pt x="383038" y="488000"/>
                  </a:cubicBezTo>
                  <a:cubicBezTo>
                    <a:pt x="387938" y="494300"/>
                    <a:pt x="389338" y="507000"/>
                    <a:pt x="380938" y="514000"/>
                  </a:cubicBezTo>
                  <a:cubicBezTo>
                    <a:pt x="372538" y="521000"/>
                    <a:pt x="349238" y="516800"/>
                    <a:pt x="342938" y="511900"/>
                  </a:cubicBezTo>
                  <a:cubicBezTo>
                    <a:pt x="336638" y="507000"/>
                    <a:pt x="295038" y="465400"/>
                    <a:pt x="291538" y="453500"/>
                  </a:cubicBezTo>
                  <a:cubicBezTo>
                    <a:pt x="288038" y="441500"/>
                    <a:pt x="288738" y="330300"/>
                    <a:pt x="288738" y="312000"/>
                  </a:cubicBezTo>
                  <a:cubicBezTo>
                    <a:pt x="288738" y="293700"/>
                    <a:pt x="292938" y="171200"/>
                    <a:pt x="290138" y="165600"/>
                  </a:cubicBezTo>
                  <a:cubicBezTo>
                    <a:pt x="285938" y="164900"/>
                    <a:pt x="278538" y="165600"/>
                    <a:pt x="254638" y="160700"/>
                  </a:cubicBezTo>
                  <a:cubicBezTo>
                    <a:pt x="240938" y="157900"/>
                    <a:pt x="229638" y="151200"/>
                    <a:pt x="225438" y="150800"/>
                  </a:cubicBezTo>
                  <a:cubicBezTo>
                    <a:pt x="223338" y="154700"/>
                    <a:pt x="186738" y="242300"/>
                    <a:pt x="179638" y="268400"/>
                  </a:cubicBezTo>
                  <a:cubicBezTo>
                    <a:pt x="172638" y="294400"/>
                    <a:pt x="143038" y="424700"/>
                    <a:pt x="139538" y="431000"/>
                  </a:cubicBezTo>
                  <a:cubicBezTo>
                    <a:pt x="136038" y="437300"/>
                    <a:pt x="107838" y="463000"/>
                    <a:pt x="76938" y="473200"/>
                  </a:cubicBezTo>
                  <a:cubicBezTo>
                    <a:pt x="60738" y="478500"/>
                    <a:pt x="11438" y="490800"/>
                    <a:pt x="1638" y="478100"/>
                  </a:cubicBezTo>
                  <a:cubicBezTo>
                    <a:pt x="-8262" y="465400"/>
                    <a:pt x="29138" y="440100"/>
                    <a:pt x="48838" y="429500"/>
                  </a:cubicBezTo>
                  <a:cubicBezTo>
                    <a:pt x="68538" y="418900"/>
                    <a:pt x="91738" y="404900"/>
                    <a:pt x="94638" y="402000"/>
                  </a:cubicBezTo>
                  <a:cubicBezTo>
                    <a:pt x="97438" y="399200"/>
                    <a:pt x="119238" y="273200"/>
                    <a:pt x="122138" y="258400"/>
                  </a:cubicBezTo>
                  <a:cubicBezTo>
                    <a:pt x="125038" y="243600"/>
                    <a:pt x="172138" y="131700"/>
                    <a:pt x="171438" y="126800"/>
                  </a:cubicBezTo>
                  <a:cubicBezTo>
                    <a:pt x="149638" y="107800"/>
                    <a:pt x="131338" y="74000"/>
                    <a:pt x="131338" y="74000"/>
                  </a:cubicBezTo>
                  <a:cubicBezTo>
                    <a:pt x="131338" y="74000"/>
                    <a:pt x="158438" y="63400"/>
                    <a:pt x="178138" y="45100"/>
                  </a:cubicBezTo>
                  <a:cubicBezTo>
                    <a:pt x="193638" y="30100"/>
                    <a:pt x="209638" y="0"/>
                    <a:pt x="209638" y="0"/>
                  </a:cubicBezTo>
                  <a:close/>
                </a:path>
              </a:pathLst>
            </a:custGeom>
            <a:solidFill>
              <a:srgbClr val="4D4D4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5" name="probe-noto-emoji_u1f41c-part-11"/>
            <p:cNvSpPr/>
            <p:nvPr/>
          </p:nvSpPr>
          <p:spPr>
            <a:xfrm>
              <a:off x="867500" y="942400"/>
              <a:ext cx="190000" cy="101600"/>
            </a:xfrm>
            <a:custGeom>
              <a:avLst/>
              <a:gdLst/>
              <a:ahLst/>
              <a:cxnLst/>
              <a:rect l="0" t="0" r="r" b="b"/>
              <a:pathLst>
                <a:path w="190000" h="101600">
                  <a:moveTo>
                    <a:pt x="43000" y="0"/>
                  </a:moveTo>
                  <a:cubicBezTo>
                    <a:pt x="43000" y="0"/>
                    <a:pt x="29500" y="18200"/>
                    <a:pt x="20900" y="28900"/>
                  </a:cubicBezTo>
                  <a:cubicBezTo>
                    <a:pt x="9900" y="42500"/>
                    <a:pt x="0" y="50700"/>
                    <a:pt x="0" y="50700"/>
                  </a:cubicBezTo>
                  <a:cubicBezTo>
                    <a:pt x="0" y="50700"/>
                    <a:pt x="47600" y="74000"/>
                    <a:pt x="76100" y="84200"/>
                  </a:cubicBezTo>
                  <a:cubicBezTo>
                    <a:pt x="120300" y="99900"/>
                    <a:pt x="147400" y="101600"/>
                    <a:pt x="147400" y="101600"/>
                  </a:cubicBezTo>
                  <a:cubicBezTo>
                    <a:pt x="147400" y="101600"/>
                    <a:pt x="160900" y="85600"/>
                    <a:pt x="169400" y="75300"/>
                  </a:cubicBezTo>
                  <a:cubicBezTo>
                    <a:pt x="180700" y="61700"/>
                    <a:pt x="190000" y="47100"/>
                    <a:pt x="190000" y="47100"/>
                  </a:cubicBezTo>
                  <a:cubicBezTo>
                    <a:pt x="190000" y="47100"/>
                    <a:pt x="142000" y="41300"/>
                    <a:pt x="108300" y="29700"/>
                  </a:cubicBezTo>
                  <a:cubicBezTo>
                    <a:pt x="63100" y="14300"/>
                    <a:pt x="43000" y="0"/>
                    <a:pt x="43000" y="0"/>
                  </a:cubicBezTo>
                  <a:close/>
                </a:path>
              </a:pathLst>
            </a:custGeom>
            <a:solidFill>
              <a:srgbClr val="4D4D4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6" name="probe-noto-emoji_u1f41c-part-12"/>
            <p:cNvSpPr/>
            <p:nvPr/>
          </p:nvSpPr>
          <p:spPr>
            <a:xfrm>
              <a:off x="1060200" y="965100"/>
              <a:ext cx="169600" cy="82148"/>
            </a:xfrm>
            <a:custGeom>
              <a:avLst/>
              <a:gdLst/>
              <a:ahLst/>
              <a:cxnLst/>
              <a:rect l="0" t="0" r="r" b="b"/>
              <a:pathLst>
                <a:path w="169600" h="82148">
                  <a:moveTo>
                    <a:pt x="39000" y="30300"/>
                  </a:moveTo>
                  <a:cubicBezTo>
                    <a:pt x="39000" y="30300"/>
                    <a:pt x="26300" y="49100"/>
                    <a:pt x="17400" y="61800"/>
                  </a:cubicBezTo>
                  <a:cubicBezTo>
                    <a:pt x="10400" y="71800"/>
                    <a:pt x="0" y="82000"/>
                    <a:pt x="0" y="82000"/>
                  </a:cubicBezTo>
                  <a:cubicBezTo>
                    <a:pt x="0" y="82000"/>
                    <a:pt x="68100" y="84100"/>
                    <a:pt x="104500" y="72500"/>
                  </a:cubicBezTo>
                  <a:cubicBezTo>
                    <a:pt x="124500" y="66100"/>
                    <a:pt x="149000" y="55300"/>
                    <a:pt x="157900" y="43600"/>
                  </a:cubicBezTo>
                  <a:cubicBezTo>
                    <a:pt x="164400" y="35200"/>
                    <a:pt x="169600" y="0"/>
                    <a:pt x="169600" y="0"/>
                  </a:cubicBezTo>
                  <a:cubicBezTo>
                    <a:pt x="169600" y="0"/>
                    <a:pt x="147800" y="23900"/>
                    <a:pt x="103900" y="28600"/>
                  </a:cubicBezTo>
                  <a:cubicBezTo>
                    <a:pt x="71200" y="32200"/>
                    <a:pt x="39000" y="30300"/>
                    <a:pt x="39000" y="30300"/>
                  </a:cubicBezTo>
                  <a:close/>
                </a:path>
              </a:pathLst>
            </a:custGeom>
            <a:solidFill>
              <a:srgbClr val="4D4D4D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7" name="probe-noto-emoji_u1f41c-part-13"/>
            <p:cNvSpPr/>
            <p:nvPr/>
          </p:nvSpPr>
          <p:spPr>
            <a:xfrm>
              <a:off x="1057600" y="655900"/>
              <a:ext cx="133500" cy="339130"/>
            </a:xfrm>
            <a:custGeom>
              <a:avLst/>
              <a:gdLst/>
              <a:ahLst/>
              <a:cxnLst/>
              <a:rect l="0" t="0" r="r" b="b"/>
              <a:pathLst>
                <a:path w="133500" h="339130">
                  <a:moveTo>
                    <a:pt x="0" y="333600"/>
                  </a:moveTo>
                  <a:cubicBezTo>
                    <a:pt x="0" y="333600"/>
                    <a:pt x="4500" y="334200"/>
                    <a:pt x="19300" y="336500"/>
                  </a:cubicBezTo>
                  <a:cubicBezTo>
                    <a:pt x="39600" y="339600"/>
                    <a:pt x="42000" y="339100"/>
                    <a:pt x="42000" y="339100"/>
                  </a:cubicBezTo>
                  <a:cubicBezTo>
                    <a:pt x="42000" y="339100"/>
                    <a:pt x="87300" y="262700"/>
                    <a:pt x="108900" y="198000"/>
                  </a:cubicBezTo>
                  <a:cubicBezTo>
                    <a:pt x="131200" y="131000"/>
                    <a:pt x="133500" y="48800"/>
                    <a:pt x="133500" y="48800"/>
                  </a:cubicBezTo>
                  <a:cubicBezTo>
                    <a:pt x="133500" y="48800"/>
                    <a:pt x="121500" y="29100"/>
                    <a:pt x="116800" y="22100"/>
                  </a:cubicBezTo>
                  <a:cubicBezTo>
                    <a:pt x="112100" y="15100"/>
                    <a:pt x="100400" y="0"/>
                    <a:pt x="100400" y="0"/>
                  </a:cubicBezTo>
                  <a:cubicBezTo>
                    <a:pt x="100400" y="0"/>
                    <a:pt x="92800" y="115700"/>
                    <a:pt x="69400" y="188200"/>
                  </a:cubicBezTo>
                  <a:cubicBezTo>
                    <a:pt x="41500" y="274800"/>
                    <a:pt x="0" y="333600"/>
                    <a:pt x="0" y="333600"/>
                  </a:cubicBezTo>
                  <a:close/>
                </a:path>
              </a:pathLst>
            </a:custGeom>
            <a:solidFill>
              <a:srgbClr val="83838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08" name="probe-noto-emoji_u1f41c-part-14"/>
            <p:cNvSpPr/>
            <p:nvPr/>
          </p:nvSpPr>
          <p:spPr>
            <a:xfrm>
              <a:off x="878600" y="530200"/>
              <a:ext cx="166447" cy="412500"/>
            </a:xfrm>
            <a:custGeom>
              <a:avLst/>
              <a:gdLst/>
              <a:ahLst/>
              <a:cxnLst/>
              <a:rect l="0" t="0" r="r" b="b"/>
              <a:pathLst>
                <a:path w="166447" h="412500">
                  <a:moveTo>
                    <a:pt x="0" y="392000"/>
                  </a:moveTo>
                  <a:cubicBezTo>
                    <a:pt x="0" y="392000"/>
                    <a:pt x="68600" y="293300"/>
                    <a:pt x="92200" y="223800"/>
                  </a:cubicBezTo>
                  <a:cubicBezTo>
                    <a:pt x="102800" y="192600"/>
                    <a:pt x="117900" y="129800"/>
                    <a:pt x="121800" y="103100"/>
                  </a:cubicBezTo>
                  <a:cubicBezTo>
                    <a:pt x="129700" y="48200"/>
                    <a:pt x="124600" y="0"/>
                    <a:pt x="124600" y="0"/>
                  </a:cubicBezTo>
                  <a:cubicBezTo>
                    <a:pt x="124600" y="0"/>
                    <a:pt x="134900" y="3700"/>
                    <a:pt x="147500" y="10600"/>
                  </a:cubicBezTo>
                  <a:cubicBezTo>
                    <a:pt x="155200" y="14800"/>
                    <a:pt x="164400" y="21200"/>
                    <a:pt x="164400" y="21200"/>
                  </a:cubicBezTo>
                  <a:cubicBezTo>
                    <a:pt x="164400" y="21200"/>
                    <a:pt x="171000" y="59300"/>
                    <a:pt x="160500" y="116900"/>
                  </a:cubicBezTo>
                  <a:cubicBezTo>
                    <a:pt x="152400" y="161600"/>
                    <a:pt x="140900" y="206000"/>
                    <a:pt x="126400" y="247100"/>
                  </a:cubicBezTo>
                  <a:cubicBezTo>
                    <a:pt x="104200" y="309700"/>
                    <a:pt x="32200" y="412500"/>
                    <a:pt x="32200" y="412500"/>
                  </a:cubicBezTo>
                  <a:lnTo>
                    <a:pt x="0" y="392000"/>
                  </a:lnTo>
                  <a:close/>
                </a:path>
              </a:pathLst>
            </a:custGeom>
            <a:solidFill>
              <a:srgbClr val="838383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09" name="probe-noto-emoji_u1f41d" descr="Noto Emoji artwork by Google; Apache License 2.0; preserve full bundled license. Source: https://github.com/googlefonts/noto-emoji/blob/e20cbc2bbec1926686be9f9bee7d1d2cfa1fea0e/2D/svg/emoji_u1f41d.svg; SVG SHA256: 74ee5e4a6515cf61de48b7c30baf381fd5be9cba2051b4cf27f63d0d714785fe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1280000" cy="1280000"/>
          </a:xfrm>
        </p:grpSpPr>
        <p:sp>
          <p:nvSpPr>
            <p:cNvPr id="210" name="probe-noto-emoji_u1f41d-part-1"/>
            <p:cNvSpPr/>
            <p:nvPr/>
          </p:nvSpPr>
          <p:spPr>
            <a:xfrm>
              <a:off x="1118100" y="636965"/>
              <a:ext cx="118570" cy="103835"/>
            </a:xfrm>
            <a:custGeom>
              <a:avLst/>
              <a:gdLst/>
              <a:ahLst/>
              <a:cxnLst/>
              <a:rect l="0" t="0" r="r" b="b"/>
              <a:pathLst>
                <a:path w="118570" h="103835">
                  <a:moveTo>
                    <a:pt x="0" y="9035"/>
                  </a:moveTo>
                  <a:cubicBezTo>
                    <a:pt x="0" y="9035"/>
                    <a:pt x="114800" y="-5665"/>
                    <a:pt x="118300" y="2435"/>
                  </a:cubicBezTo>
                  <a:cubicBezTo>
                    <a:pt x="123900" y="15535"/>
                    <a:pt x="40400" y="103835"/>
                    <a:pt x="40400" y="103835"/>
                  </a:cubicBezTo>
                  <a:lnTo>
                    <a:pt x="0" y="9035"/>
                  </a:lnTo>
                  <a:close/>
                </a:path>
              </a:pathLst>
            </a:custGeom>
            <a:solidFill>
              <a:srgbClr val="5C606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1" name="probe-noto-emoji_u1f41d-part-2"/>
            <p:cNvSpPr/>
            <p:nvPr/>
          </p:nvSpPr>
          <p:spPr>
            <a:xfrm>
              <a:off x="667500" y="578440"/>
              <a:ext cx="500418" cy="477008"/>
            </a:xfrm>
            <a:custGeom>
              <a:avLst/>
              <a:gdLst/>
              <a:ahLst/>
              <a:cxnLst/>
              <a:rect l="0" t="0" r="r" b="b"/>
              <a:pathLst>
                <a:path w="500418" h="477008">
                  <a:moveTo>
                    <a:pt x="33000" y="102360"/>
                  </a:moveTo>
                  <a:cubicBezTo>
                    <a:pt x="33000" y="102360"/>
                    <a:pt x="93100" y="31060"/>
                    <a:pt x="204800" y="6660"/>
                  </a:cubicBezTo>
                  <a:cubicBezTo>
                    <a:pt x="316500" y="-17740"/>
                    <a:pt x="452500" y="27260"/>
                    <a:pt x="482500" y="103260"/>
                  </a:cubicBezTo>
                  <a:cubicBezTo>
                    <a:pt x="514900" y="185360"/>
                    <a:pt x="503200" y="277460"/>
                    <a:pt x="448700" y="343560"/>
                  </a:cubicBezTo>
                  <a:cubicBezTo>
                    <a:pt x="391400" y="413060"/>
                    <a:pt x="303200" y="487160"/>
                    <a:pt x="154900" y="475860"/>
                  </a:cubicBezTo>
                  <a:cubicBezTo>
                    <a:pt x="37200" y="466960"/>
                    <a:pt x="0" y="417660"/>
                    <a:pt x="0" y="417660"/>
                  </a:cubicBezTo>
                  <a:lnTo>
                    <a:pt x="33000" y="102360"/>
                  </a:lnTo>
                  <a:close/>
                </a:path>
              </a:pathLst>
            </a:custGeom>
            <a:solidFill>
              <a:srgbClr val="FCD41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2" name="probe-noto-emoji_u1f41d-part-3"/>
            <p:cNvSpPr/>
            <p:nvPr/>
          </p:nvSpPr>
          <p:spPr>
            <a:xfrm>
              <a:off x="835700" y="576353"/>
              <a:ext cx="287279" cy="431047"/>
            </a:xfrm>
            <a:custGeom>
              <a:avLst/>
              <a:gdLst/>
              <a:ahLst/>
              <a:cxnLst/>
              <a:rect l="0" t="0" r="r" b="b"/>
              <a:pathLst>
                <a:path w="287279" h="431047">
                  <a:moveTo>
                    <a:pt x="154800" y="187047"/>
                  </a:moveTo>
                  <a:cubicBezTo>
                    <a:pt x="184200" y="264347"/>
                    <a:pt x="190500" y="340947"/>
                    <a:pt x="189500" y="379447"/>
                  </a:cubicBezTo>
                  <a:cubicBezTo>
                    <a:pt x="188600" y="417947"/>
                    <a:pt x="185700" y="431047"/>
                    <a:pt x="185700" y="431047"/>
                  </a:cubicBezTo>
                  <a:cubicBezTo>
                    <a:pt x="185700" y="431047"/>
                    <a:pt x="225100" y="405747"/>
                    <a:pt x="249500" y="382247"/>
                  </a:cubicBezTo>
                  <a:cubicBezTo>
                    <a:pt x="270600" y="361947"/>
                    <a:pt x="286100" y="340047"/>
                    <a:pt x="286100" y="340047"/>
                  </a:cubicBezTo>
                  <a:cubicBezTo>
                    <a:pt x="286100" y="340047"/>
                    <a:pt x="296400" y="228347"/>
                    <a:pt x="256100" y="134547"/>
                  </a:cubicBezTo>
                  <a:cubicBezTo>
                    <a:pt x="215800" y="40747"/>
                    <a:pt x="132300" y="3547"/>
                    <a:pt x="132300" y="3547"/>
                  </a:cubicBezTo>
                  <a:cubicBezTo>
                    <a:pt x="132300" y="3547"/>
                    <a:pt x="103700" y="-2553"/>
                    <a:pt x="71300" y="1247"/>
                  </a:cubicBezTo>
                  <a:cubicBezTo>
                    <a:pt x="39300" y="4947"/>
                    <a:pt x="0" y="19047"/>
                    <a:pt x="0" y="19047"/>
                  </a:cubicBezTo>
                  <a:cubicBezTo>
                    <a:pt x="0" y="19047"/>
                    <a:pt x="106900" y="61247"/>
                    <a:pt x="154800" y="187047"/>
                  </a:cubicBezTo>
                  <a:close/>
                </a:path>
              </a:pathLst>
            </a:custGeom>
            <a:solidFill>
              <a:srgbClr val="41434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3" name="probe-noto-emoji_u1f41d-part-4"/>
            <p:cNvSpPr/>
            <p:nvPr/>
          </p:nvSpPr>
          <p:spPr>
            <a:xfrm>
              <a:off x="693900" y="638500"/>
              <a:ext cx="205270" cy="418774"/>
            </a:xfrm>
            <a:custGeom>
              <a:avLst/>
              <a:gdLst/>
              <a:ahLst/>
              <a:cxnLst/>
              <a:rect l="0" t="0" r="r" b="b"/>
              <a:pathLst>
                <a:path w="205270" h="418774">
                  <a:moveTo>
                    <a:pt x="54400" y="0"/>
                  </a:moveTo>
                  <a:cubicBezTo>
                    <a:pt x="54400" y="0"/>
                    <a:pt x="122900" y="36600"/>
                    <a:pt x="167000" y="140800"/>
                  </a:cubicBezTo>
                  <a:cubicBezTo>
                    <a:pt x="213900" y="251500"/>
                    <a:pt x="204500" y="414900"/>
                    <a:pt x="204500" y="414900"/>
                  </a:cubicBezTo>
                  <a:cubicBezTo>
                    <a:pt x="204500" y="414900"/>
                    <a:pt x="175400" y="419400"/>
                    <a:pt x="143500" y="418700"/>
                  </a:cubicBezTo>
                  <a:cubicBezTo>
                    <a:pt x="122900" y="418200"/>
                    <a:pt x="86200" y="410700"/>
                    <a:pt x="86200" y="410700"/>
                  </a:cubicBezTo>
                  <a:cubicBezTo>
                    <a:pt x="86200" y="410700"/>
                    <a:pt x="96700" y="278800"/>
                    <a:pt x="59100" y="191500"/>
                  </a:cubicBezTo>
                  <a:cubicBezTo>
                    <a:pt x="42400" y="152800"/>
                    <a:pt x="0" y="104200"/>
                    <a:pt x="0" y="104200"/>
                  </a:cubicBezTo>
                  <a:lnTo>
                    <a:pt x="6100" y="38500"/>
                  </a:lnTo>
                  <a:lnTo>
                    <a:pt x="54400" y="0"/>
                  </a:lnTo>
                  <a:close/>
                </a:path>
              </a:pathLst>
            </a:custGeom>
            <a:solidFill>
              <a:srgbClr val="41434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4" name="probe-noto-emoji_u1f41d-part-5"/>
            <p:cNvSpPr/>
            <p:nvPr/>
          </p:nvSpPr>
          <p:spPr>
            <a:xfrm>
              <a:off x="181193" y="895700"/>
              <a:ext cx="286507" cy="100247"/>
            </a:xfrm>
            <a:custGeom>
              <a:avLst/>
              <a:gdLst/>
              <a:ahLst/>
              <a:cxnLst/>
              <a:rect l="0" t="0" r="r" b="b"/>
              <a:pathLst>
                <a:path w="286507" h="100247">
                  <a:moveTo>
                    <a:pt x="218007" y="0"/>
                  </a:moveTo>
                  <a:cubicBezTo>
                    <a:pt x="218007" y="0"/>
                    <a:pt x="168307" y="21600"/>
                    <a:pt x="123207" y="31000"/>
                  </a:cubicBezTo>
                  <a:cubicBezTo>
                    <a:pt x="78207" y="40400"/>
                    <a:pt x="40607" y="41300"/>
                    <a:pt x="27507" y="42300"/>
                  </a:cubicBezTo>
                  <a:cubicBezTo>
                    <a:pt x="14407" y="43200"/>
                    <a:pt x="-2493" y="48900"/>
                    <a:pt x="307" y="78000"/>
                  </a:cubicBezTo>
                  <a:cubicBezTo>
                    <a:pt x="2707" y="103300"/>
                    <a:pt x="39707" y="100700"/>
                    <a:pt x="62207" y="99600"/>
                  </a:cubicBezTo>
                  <a:cubicBezTo>
                    <a:pt x="98807" y="97700"/>
                    <a:pt x="150407" y="88300"/>
                    <a:pt x="195507" y="72400"/>
                  </a:cubicBezTo>
                  <a:cubicBezTo>
                    <a:pt x="240607" y="56500"/>
                    <a:pt x="286507" y="32000"/>
                    <a:pt x="286507" y="32000"/>
                  </a:cubicBezTo>
                  <a:lnTo>
                    <a:pt x="218007" y="0"/>
                  </a:lnTo>
                  <a:close/>
                </a:path>
              </a:pathLst>
            </a:custGeom>
            <a:solidFill>
              <a:srgbClr val="5A6066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5" name="probe-noto-emoji_u1f41d-part-6"/>
            <p:cNvSpPr/>
            <p:nvPr/>
          </p:nvSpPr>
          <p:spPr>
            <a:xfrm>
              <a:off x="662500" y="226068"/>
              <a:ext cx="501848" cy="501232"/>
            </a:xfrm>
            <a:custGeom>
              <a:avLst/>
              <a:gdLst/>
              <a:ahLst/>
              <a:cxnLst/>
              <a:rect l="0" t="0" r="r" b="b"/>
              <a:pathLst>
                <a:path w="501848" h="501232">
                  <a:moveTo>
                    <a:pt x="0" y="426532"/>
                  </a:moveTo>
                  <a:cubicBezTo>
                    <a:pt x="0" y="426532"/>
                    <a:pt x="216800" y="150632"/>
                    <a:pt x="246400" y="111232"/>
                  </a:cubicBezTo>
                  <a:cubicBezTo>
                    <a:pt x="276000" y="71832"/>
                    <a:pt x="319600" y="1432"/>
                    <a:pt x="368900" y="32"/>
                  </a:cubicBezTo>
                  <a:cubicBezTo>
                    <a:pt x="418200" y="-1368"/>
                    <a:pt x="463200" y="43632"/>
                    <a:pt x="485700" y="109832"/>
                  </a:cubicBezTo>
                  <a:cubicBezTo>
                    <a:pt x="508200" y="176032"/>
                    <a:pt x="509600" y="242732"/>
                    <a:pt x="474400" y="287232"/>
                  </a:cubicBezTo>
                  <a:cubicBezTo>
                    <a:pt x="426500" y="347732"/>
                    <a:pt x="294200" y="440732"/>
                    <a:pt x="190000" y="467432"/>
                  </a:cubicBezTo>
                  <a:cubicBezTo>
                    <a:pt x="85800" y="494132"/>
                    <a:pt x="25300" y="501232"/>
                    <a:pt x="25300" y="501232"/>
                  </a:cubicBezTo>
                  <a:lnTo>
                    <a:pt x="0" y="426532"/>
                  </a:lnTo>
                  <a:close/>
                </a:path>
              </a:pathLst>
            </a:custGeom>
            <a:solidFill>
              <a:srgbClr val="6DA3AF">
                <a:alpha val="70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216" name="probe-noto-emoji_u1f41d-part-7"/>
            <p:cNvSpPr/>
            <p:nvPr/>
          </p:nvSpPr>
          <p:spPr>
            <a:xfrm>
              <a:off x="542800" y="86731"/>
              <a:ext cx="350548" cy="602469"/>
            </a:xfrm>
            <a:custGeom>
              <a:avLst/>
              <a:gdLst/>
              <a:ahLst/>
              <a:cxnLst/>
              <a:rect l="0" t="0" r="r" b="b"/>
              <a:pathLst>
                <a:path w="350548" h="602469">
                  <a:moveTo>
                    <a:pt x="111200" y="546169"/>
                  </a:moveTo>
                  <a:cubicBezTo>
                    <a:pt x="111200" y="546169"/>
                    <a:pt x="263200" y="281469"/>
                    <a:pt x="295600" y="218169"/>
                  </a:cubicBezTo>
                  <a:cubicBezTo>
                    <a:pt x="328000" y="154769"/>
                    <a:pt x="357500" y="95669"/>
                    <a:pt x="349100" y="55569"/>
                  </a:cubicBezTo>
                  <a:cubicBezTo>
                    <a:pt x="342300" y="23369"/>
                    <a:pt x="278700" y="-9931"/>
                    <a:pt x="191400" y="2769"/>
                  </a:cubicBezTo>
                  <a:cubicBezTo>
                    <a:pt x="104100" y="15469"/>
                    <a:pt x="28900" y="51169"/>
                    <a:pt x="18300" y="132269"/>
                  </a:cubicBezTo>
                  <a:cubicBezTo>
                    <a:pt x="7000" y="218169"/>
                    <a:pt x="12700" y="464469"/>
                    <a:pt x="12700" y="464469"/>
                  </a:cubicBezTo>
                  <a:lnTo>
                    <a:pt x="0" y="585569"/>
                  </a:lnTo>
                  <a:lnTo>
                    <a:pt x="112600" y="602469"/>
                  </a:lnTo>
                  <a:lnTo>
                    <a:pt x="111200" y="546169"/>
                  </a:lnTo>
                  <a:close/>
                </a:path>
              </a:pathLst>
            </a:custGeom>
            <a:solidFill>
              <a:srgbClr val="A1C5CB">
                <a:alpha val="70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217" name="probe-noto-emoji_u1f41d-part-8"/>
            <p:cNvSpPr/>
            <p:nvPr/>
          </p:nvSpPr>
          <p:spPr>
            <a:xfrm>
              <a:off x="56487" y="464977"/>
              <a:ext cx="84413" cy="140251"/>
            </a:xfrm>
            <a:custGeom>
              <a:avLst/>
              <a:gdLst/>
              <a:ahLst/>
              <a:cxnLst/>
              <a:rect l="0" t="0" r="r" b="b"/>
              <a:pathLst>
                <a:path w="84413" h="140251">
                  <a:moveTo>
                    <a:pt x="84413" y="9523"/>
                  </a:moveTo>
                  <a:cubicBezTo>
                    <a:pt x="84413" y="9523"/>
                    <a:pt x="26013" y="-31277"/>
                    <a:pt x="4913" y="56023"/>
                  </a:cubicBezTo>
                  <a:cubicBezTo>
                    <a:pt x="-19587" y="156923"/>
                    <a:pt x="55513" y="139023"/>
                    <a:pt x="55513" y="139023"/>
                  </a:cubicBezTo>
                  <a:lnTo>
                    <a:pt x="84413" y="9523"/>
                  </a:lnTo>
                  <a:close/>
                </a:path>
              </a:pathLst>
            </a:custGeom>
            <a:solidFill>
              <a:srgbClr val="0000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8" name="probe-noto-emoji_u1f41d-part-9"/>
            <p:cNvSpPr/>
            <p:nvPr/>
          </p:nvSpPr>
          <p:spPr>
            <a:xfrm>
              <a:off x="40200" y="150380"/>
              <a:ext cx="268900" cy="240420"/>
            </a:xfrm>
            <a:custGeom>
              <a:avLst/>
              <a:gdLst/>
              <a:ahLst/>
              <a:cxnLst/>
              <a:rect l="0" t="0" r="r" b="b"/>
              <a:pathLst>
                <a:path w="268900" h="240420">
                  <a:moveTo>
                    <a:pt x="268900" y="224920"/>
                  </a:moveTo>
                  <a:cubicBezTo>
                    <a:pt x="268900" y="224920"/>
                    <a:pt x="254800" y="155220"/>
                    <a:pt x="230900" y="105920"/>
                  </a:cubicBezTo>
                  <a:cubicBezTo>
                    <a:pt x="207000" y="56620"/>
                    <a:pt x="174700" y="23320"/>
                    <a:pt x="159100" y="15120"/>
                  </a:cubicBezTo>
                  <a:cubicBezTo>
                    <a:pt x="142900" y="6720"/>
                    <a:pt x="99600" y="1620"/>
                    <a:pt x="57000" y="320"/>
                  </a:cubicBezTo>
                  <a:cubicBezTo>
                    <a:pt x="28100" y="-580"/>
                    <a:pt x="0" y="-1080"/>
                    <a:pt x="0" y="20720"/>
                  </a:cubicBezTo>
                  <a:cubicBezTo>
                    <a:pt x="0" y="46120"/>
                    <a:pt x="32400" y="49420"/>
                    <a:pt x="54900" y="51720"/>
                  </a:cubicBezTo>
                  <a:cubicBezTo>
                    <a:pt x="87300" y="55020"/>
                    <a:pt x="121600" y="59220"/>
                    <a:pt x="133700" y="62320"/>
                  </a:cubicBezTo>
                  <a:cubicBezTo>
                    <a:pt x="156200" y="67920"/>
                    <a:pt x="185100" y="124220"/>
                    <a:pt x="194200" y="149620"/>
                  </a:cubicBezTo>
                  <a:cubicBezTo>
                    <a:pt x="203400" y="174920"/>
                    <a:pt x="220200" y="240420"/>
                    <a:pt x="220200" y="240420"/>
                  </a:cubicBezTo>
                  <a:lnTo>
                    <a:pt x="268900" y="224920"/>
                  </a:lnTo>
                  <a:close/>
                </a:path>
              </a:pathLst>
            </a:custGeom>
            <a:solidFill>
              <a:srgbClr val="84848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19" name="probe-noto-emoji_u1f41d-part-10"/>
            <p:cNvSpPr/>
            <p:nvPr/>
          </p:nvSpPr>
          <p:spPr>
            <a:xfrm>
              <a:off x="378835" y="592100"/>
              <a:ext cx="414475" cy="440587"/>
            </a:xfrm>
            <a:custGeom>
              <a:avLst/>
              <a:gdLst/>
              <a:ahLst/>
              <a:cxnLst/>
              <a:rect l="0" t="0" r="r" b="b"/>
              <a:pathLst>
                <a:path w="414475" h="440587">
                  <a:moveTo>
                    <a:pt x="207565" y="0"/>
                  </a:moveTo>
                  <a:lnTo>
                    <a:pt x="232865" y="43600"/>
                  </a:lnTo>
                  <a:cubicBezTo>
                    <a:pt x="232865" y="43600"/>
                    <a:pt x="275065" y="8400"/>
                    <a:pt x="281465" y="9100"/>
                  </a:cubicBezTo>
                  <a:cubicBezTo>
                    <a:pt x="287765" y="9800"/>
                    <a:pt x="299065" y="68200"/>
                    <a:pt x="299065" y="68200"/>
                  </a:cubicBezTo>
                  <a:cubicBezTo>
                    <a:pt x="299065" y="68200"/>
                    <a:pt x="338465" y="58300"/>
                    <a:pt x="344065" y="61900"/>
                  </a:cubicBezTo>
                  <a:cubicBezTo>
                    <a:pt x="349665" y="65400"/>
                    <a:pt x="346865" y="107700"/>
                    <a:pt x="346865" y="107700"/>
                  </a:cubicBezTo>
                  <a:cubicBezTo>
                    <a:pt x="346865" y="107700"/>
                    <a:pt x="396165" y="110500"/>
                    <a:pt x="397565" y="114700"/>
                  </a:cubicBezTo>
                  <a:cubicBezTo>
                    <a:pt x="398965" y="118900"/>
                    <a:pt x="375765" y="158300"/>
                    <a:pt x="375765" y="158300"/>
                  </a:cubicBezTo>
                  <a:cubicBezTo>
                    <a:pt x="375765" y="158300"/>
                    <a:pt x="415165" y="182200"/>
                    <a:pt x="414465" y="188600"/>
                  </a:cubicBezTo>
                  <a:cubicBezTo>
                    <a:pt x="413765" y="194900"/>
                    <a:pt x="380665" y="221000"/>
                    <a:pt x="380665" y="221000"/>
                  </a:cubicBezTo>
                  <a:cubicBezTo>
                    <a:pt x="380665" y="221000"/>
                    <a:pt x="411665" y="256200"/>
                    <a:pt x="408865" y="265300"/>
                  </a:cubicBezTo>
                  <a:cubicBezTo>
                    <a:pt x="406065" y="274400"/>
                    <a:pt x="361665" y="276600"/>
                    <a:pt x="361665" y="276600"/>
                  </a:cubicBezTo>
                  <a:cubicBezTo>
                    <a:pt x="361665" y="276600"/>
                    <a:pt x="372265" y="322400"/>
                    <a:pt x="369365" y="326600"/>
                  </a:cubicBezTo>
                  <a:cubicBezTo>
                    <a:pt x="366565" y="330800"/>
                    <a:pt x="317265" y="330100"/>
                    <a:pt x="317265" y="330100"/>
                  </a:cubicBezTo>
                  <a:cubicBezTo>
                    <a:pt x="317265" y="330100"/>
                    <a:pt x="341165" y="368800"/>
                    <a:pt x="337665" y="373000"/>
                  </a:cubicBezTo>
                  <a:cubicBezTo>
                    <a:pt x="334165" y="377200"/>
                    <a:pt x="261365" y="392200"/>
                    <a:pt x="261365" y="392200"/>
                  </a:cubicBezTo>
                  <a:cubicBezTo>
                    <a:pt x="261365" y="392200"/>
                    <a:pt x="224765" y="433000"/>
                    <a:pt x="198265" y="438400"/>
                  </a:cubicBezTo>
                  <a:cubicBezTo>
                    <a:pt x="172065" y="443700"/>
                    <a:pt x="160065" y="437700"/>
                    <a:pt x="160065" y="437700"/>
                  </a:cubicBezTo>
                  <a:lnTo>
                    <a:pt x="129365" y="407400"/>
                  </a:lnTo>
                  <a:cubicBezTo>
                    <a:pt x="129365" y="407400"/>
                    <a:pt x="61065" y="413700"/>
                    <a:pt x="54765" y="409500"/>
                  </a:cubicBezTo>
                  <a:cubicBezTo>
                    <a:pt x="48465" y="405300"/>
                    <a:pt x="47065" y="325000"/>
                    <a:pt x="47065" y="325000"/>
                  </a:cubicBezTo>
                  <a:cubicBezTo>
                    <a:pt x="47065" y="325000"/>
                    <a:pt x="3465" y="328300"/>
                    <a:pt x="565" y="322900"/>
                  </a:cubicBezTo>
                  <a:cubicBezTo>
                    <a:pt x="-2335" y="317500"/>
                    <a:pt x="6865" y="272900"/>
                    <a:pt x="6865" y="272900"/>
                  </a:cubicBezTo>
                  <a:lnTo>
                    <a:pt x="120865" y="91300"/>
                  </a:lnTo>
                  <a:lnTo>
                    <a:pt x="207565" y="0"/>
                  </a:lnTo>
                  <a:close/>
                </a:path>
              </a:pathLst>
            </a:custGeom>
            <a:solidFill>
              <a:srgbClr val="FE8D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0" name="probe-noto-emoji_u1f41d-part-11"/>
            <p:cNvSpPr/>
            <p:nvPr/>
          </p:nvSpPr>
          <p:spPr>
            <a:xfrm>
              <a:off x="243930" y="940026"/>
              <a:ext cx="261172" cy="175261"/>
            </a:xfrm>
            <a:custGeom>
              <a:avLst/>
              <a:gdLst/>
              <a:ahLst/>
              <a:cxnLst/>
              <a:rect l="0" t="0" r="r" b="b"/>
              <a:pathLst>
                <a:path w="261172" h="175261">
                  <a:moveTo>
                    <a:pt x="250270" y="5374"/>
                  </a:moveTo>
                  <a:cubicBezTo>
                    <a:pt x="223070" y="-13926"/>
                    <a:pt x="191770" y="23974"/>
                    <a:pt x="174970" y="37074"/>
                  </a:cubicBezTo>
                  <a:cubicBezTo>
                    <a:pt x="149670" y="56774"/>
                    <a:pt x="125670" y="91274"/>
                    <a:pt x="43370" y="113074"/>
                  </a:cubicBezTo>
                  <a:cubicBezTo>
                    <a:pt x="-5030" y="125874"/>
                    <a:pt x="-2430" y="143374"/>
                    <a:pt x="2570" y="159574"/>
                  </a:cubicBezTo>
                  <a:cubicBezTo>
                    <a:pt x="8770" y="179974"/>
                    <a:pt x="38470" y="177874"/>
                    <a:pt x="74370" y="167974"/>
                  </a:cubicBezTo>
                  <a:cubicBezTo>
                    <a:pt x="110270" y="158074"/>
                    <a:pt x="152070" y="135674"/>
                    <a:pt x="168670" y="123674"/>
                  </a:cubicBezTo>
                  <a:cubicBezTo>
                    <a:pt x="189070" y="108874"/>
                    <a:pt x="237670" y="63174"/>
                    <a:pt x="246770" y="54674"/>
                  </a:cubicBezTo>
                  <a:cubicBezTo>
                    <a:pt x="255970" y="46274"/>
                    <a:pt x="272070" y="20874"/>
                    <a:pt x="250270" y="5374"/>
                  </a:cubicBezTo>
                  <a:close/>
                </a:path>
              </a:pathLst>
            </a:custGeom>
            <a:solidFill>
              <a:srgbClr val="84848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1" name="probe-noto-emoji_u1f41d-part-12"/>
            <p:cNvSpPr/>
            <p:nvPr/>
          </p:nvSpPr>
          <p:spPr>
            <a:xfrm>
              <a:off x="453807" y="964615"/>
              <a:ext cx="134251" cy="252329"/>
            </a:xfrm>
            <a:custGeom>
              <a:avLst/>
              <a:gdLst/>
              <a:ahLst/>
              <a:cxnLst/>
              <a:rect l="0" t="0" r="r" b="b"/>
              <a:pathLst>
                <a:path w="134251" h="252329">
                  <a:moveTo>
                    <a:pt x="116393" y="2585"/>
                  </a:moveTo>
                  <a:cubicBezTo>
                    <a:pt x="93493" y="-6715"/>
                    <a:pt x="78393" y="9585"/>
                    <a:pt x="66393" y="43385"/>
                  </a:cubicBezTo>
                  <a:cubicBezTo>
                    <a:pt x="54393" y="77185"/>
                    <a:pt x="31893" y="139785"/>
                    <a:pt x="21393" y="163785"/>
                  </a:cubicBezTo>
                  <a:cubicBezTo>
                    <a:pt x="10793" y="187685"/>
                    <a:pt x="-16307" y="232585"/>
                    <a:pt x="13693" y="247585"/>
                  </a:cubicBezTo>
                  <a:cubicBezTo>
                    <a:pt x="46093" y="263785"/>
                    <a:pt x="60893" y="234885"/>
                    <a:pt x="69993" y="215185"/>
                  </a:cubicBezTo>
                  <a:cubicBezTo>
                    <a:pt x="79093" y="195485"/>
                    <a:pt x="106593" y="129985"/>
                    <a:pt x="114293" y="103985"/>
                  </a:cubicBezTo>
                  <a:cubicBezTo>
                    <a:pt x="121993" y="77985"/>
                    <a:pt x="126293" y="63885"/>
                    <a:pt x="129793" y="53985"/>
                  </a:cubicBezTo>
                  <a:cubicBezTo>
                    <a:pt x="133293" y="44185"/>
                    <a:pt x="142493" y="13185"/>
                    <a:pt x="116393" y="2585"/>
                  </a:cubicBezTo>
                  <a:close/>
                </a:path>
              </a:pathLst>
            </a:custGeom>
            <a:solidFill>
              <a:srgbClr val="84848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2" name="probe-noto-emoji_u1f41d-part-13"/>
            <p:cNvSpPr/>
            <p:nvPr/>
          </p:nvSpPr>
          <p:spPr>
            <a:xfrm>
              <a:off x="622652" y="963315"/>
              <a:ext cx="70909" cy="253097"/>
            </a:xfrm>
            <a:custGeom>
              <a:avLst/>
              <a:gdLst/>
              <a:ahLst/>
              <a:cxnLst/>
              <a:rect l="0" t="0" r="r" b="b"/>
              <a:pathLst>
                <a:path w="70909" h="253097">
                  <a:moveTo>
                    <a:pt x="25748" y="385"/>
                  </a:moveTo>
                  <a:cubicBezTo>
                    <a:pt x="-6252" y="4685"/>
                    <a:pt x="-252" y="42585"/>
                    <a:pt x="1848" y="70085"/>
                  </a:cubicBezTo>
                  <a:cubicBezTo>
                    <a:pt x="3948" y="97585"/>
                    <a:pt x="8148" y="186185"/>
                    <a:pt x="6748" y="204485"/>
                  </a:cubicBezTo>
                  <a:cubicBezTo>
                    <a:pt x="5348" y="222785"/>
                    <a:pt x="6748" y="253785"/>
                    <a:pt x="39148" y="253085"/>
                  </a:cubicBezTo>
                  <a:cubicBezTo>
                    <a:pt x="71548" y="252385"/>
                    <a:pt x="70148" y="216485"/>
                    <a:pt x="70848" y="205185"/>
                  </a:cubicBezTo>
                  <a:cubicBezTo>
                    <a:pt x="71548" y="193885"/>
                    <a:pt x="65948" y="85485"/>
                    <a:pt x="65248" y="68585"/>
                  </a:cubicBezTo>
                  <a:cubicBezTo>
                    <a:pt x="64448" y="51785"/>
                    <a:pt x="67248" y="-5215"/>
                    <a:pt x="25748" y="385"/>
                  </a:cubicBezTo>
                  <a:close/>
                </a:path>
              </a:pathLst>
            </a:custGeom>
            <a:solidFill>
              <a:srgbClr val="84848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3" name="probe-noto-emoji_u1f41d-part-14"/>
            <p:cNvSpPr/>
            <p:nvPr/>
          </p:nvSpPr>
          <p:spPr>
            <a:xfrm>
              <a:off x="91995" y="357822"/>
              <a:ext cx="499857" cy="532907"/>
            </a:xfrm>
            <a:custGeom>
              <a:avLst/>
              <a:gdLst/>
              <a:ahLst/>
              <a:cxnLst/>
              <a:rect l="0" t="0" r="r" b="b"/>
              <a:pathLst>
                <a:path w="499857" h="532907">
                  <a:moveTo>
                    <a:pt x="65105" y="77278"/>
                  </a:moveTo>
                  <a:cubicBezTo>
                    <a:pt x="14705" y="129578"/>
                    <a:pt x="-19495" y="283678"/>
                    <a:pt x="12305" y="373578"/>
                  </a:cubicBezTo>
                  <a:cubicBezTo>
                    <a:pt x="44705" y="465078"/>
                    <a:pt x="110805" y="527778"/>
                    <a:pt x="229105" y="532678"/>
                  </a:cubicBezTo>
                  <a:cubicBezTo>
                    <a:pt x="347405" y="537578"/>
                    <a:pt x="450805" y="463678"/>
                    <a:pt x="488105" y="336278"/>
                  </a:cubicBezTo>
                  <a:cubicBezTo>
                    <a:pt x="523805" y="214278"/>
                    <a:pt x="478405" y="63978"/>
                    <a:pt x="348705" y="18078"/>
                  </a:cubicBezTo>
                  <a:cubicBezTo>
                    <a:pt x="245305" y="-18422"/>
                    <a:pt x="139705" y="-122"/>
                    <a:pt x="65105" y="77278"/>
                  </a:cubicBezTo>
                  <a:close/>
                </a:path>
              </a:pathLst>
            </a:custGeom>
            <a:solidFill>
              <a:srgbClr val="FEBB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4" name="probe-noto-emoji_u1f41d-part-15"/>
            <p:cNvSpPr/>
            <p:nvPr/>
          </p:nvSpPr>
          <p:spPr>
            <a:xfrm>
              <a:off x="258500" y="496994"/>
              <a:ext cx="187200" cy="193006"/>
            </a:xfrm>
            <a:custGeom>
              <a:avLst/>
              <a:gdLst/>
              <a:ahLst/>
              <a:cxnLst/>
              <a:rect l="0" t="0" r="r" b="b"/>
              <a:pathLst>
                <a:path w="187200" h="193006">
                  <a:moveTo>
                    <a:pt x="187200" y="96506"/>
                  </a:moveTo>
                  <a:cubicBezTo>
                    <a:pt x="187200" y="149806"/>
                    <a:pt x="145300" y="193006"/>
                    <a:pt x="93600" y="193006"/>
                  </a:cubicBezTo>
                  <a:cubicBezTo>
                    <a:pt x="41900" y="193006"/>
                    <a:pt x="0" y="159206"/>
                    <a:pt x="0" y="96506"/>
                  </a:cubicBezTo>
                  <a:cubicBezTo>
                    <a:pt x="0" y="43206"/>
                    <a:pt x="41900" y="-594"/>
                    <a:pt x="93600" y="6"/>
                  </a:cubicBezTo>
                  <a:cubicBezTo>
                    <a:pt x="151300" y="706"/>
                    <a:pt x="187200" y="43206"/>
                    <a:pt x="187200" y="96506"/>
                  </a:cubicBezTo>
                  <a:close/>
                </a:path>
              </a:pathLst>
            </a:custGeom>
            <a:solidFill>
              <a:srgbClr val="0000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5" name="probe-noto-emoji_u1f41d-part-16"/>
            <p:cNvSpPr/>
            <p:nvPr/>
          </p:nvSpPr>
          <p:spPr>
            <a:xfrm>
              <a:off x="122762" y="724267"/>
              <a:ext cx="57187" cy="59151"/>
            </a:xfrm>
            <a:custGeom>
              <a:avLst/>
              <a:gdLst/>
              <a:ahLst/>
              <a:cxnLst/>
              <a:rect l="0" t="0" r="r" b="b"/>
              <a:pathLst>
                <a:path w="57187" h="59151">
                  <a:moveTo>
                    <a:pt x="9638" y="22433"/>
                  </a:moveTo>
                  <a:cubicBezTo>
                    <a:pt x="17038" y="15033"/>
                    <a:pt x="34238" y="-12067"/>
                    <a:pt x="51838" y="6233"/>
                  </a:cubicBezTo>
                  <a:cubicBezTo>
                    <a:pt x="69438" y="24533"/>
                    <a:pt x="38438" y="47733"/>
                    <a:pt x="32838" y="52733"/>
                  </a:cubicBezTo>
                  <a:cubicBezTo>
                    <a:pt x="25338" y="59333"/>
                    <a:pt x="10338" y="63333"/>
                    <a:pt x="2538" y="52033"/>
                  </a:cubicBezTo>
                  <a:cubicBezTo>
                    <a:pt x="-2762" y="44233"/>
                    <a:pt x="538" y="31533"/>
                    <a:pt x="9638" y="22433"/>
                  </a:cubicBezTo>
                  <a:close/>
                </a:path>
              </a:pathLst>
            </a:custGeom>
            <a:solidFill>
              <a:srgbClr val="FE8D00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6" name="probe-noto-emoji_u1f41d-part-17"/>
            <p:cNvSpPr/>
            <p:nvPr/>
          </p:nvSpPr>
          <p:spPr>
            <a:xfrm>
              <a:off x="272098" y="108427"/>
              <a:ext cx="210383" cy="352232"/>
            </a:xfrm>
            <a:custGeom>
              <a:avLst/>
              <a:gdLst/>
              <a:ahLst/>
              <a:cxnLst/>
              <a:rect l="0" t="0" r="r" b="b"/>
              <a:pathLst>
                <a:path w="210383" h="352232">
                  <a:moveTo>
                    <a:pt x="402" y="19073"/>
                  </a:moveTo>
                  <a:cubicBezTo>
                    <a:pt x="-2198" y="38573"/>
                    <a:pt x="7702" y="44573"/>
                    <a:pt x="33502" y="51473"/>
                  </a:cubicBezTo>
                  <a:cubicBezTo>
                    <a:pt x="56902" y="57673"/>
                    <a:pt x="104502" y="68973"/>
                    <a:pt x="115902" y="76773"/>
                  </a:cubicBezTo>
                  <a:cubicBezTo>
                    <a:pt x="125102" y="83073"/>
                    <a:pt x="147602" y="140873"/>
                    <a:pt x="153202" y="211873"/>
                  </a:cubicBezTo>
                  <a:cubicBezTo>
                    <a:pt x="156102" y="248673"/>
                    <a:pt x="154602" y="283673"/>
                    <a:pt x="153202" y="311073"/>
                  </a:cubicBezTo>
                  <a:cubicBezTo>
                    <a:pt x="152002" y="333873"/>
                    <a:pt x="156702" y="349073"/>
                    <a:pt x="175002" y="351873"/>
                  </a:cubicBezTo>
                  <a:cubicBezTo>
                    <a:pt x="191602" y="354473"/>
                    <a:pt x="205002" y="343173"/>
                    <a:pt x="207402" y="311073"/>
                  </a:cubicBezTo>
                  <a:cubicBezTo>
                    <a:pt x="210202" y="272373"/>
                    <a:pt x="212402" y="251673"/>
                    <a:pt x="207402" y="201273"/>
                  </a:cubicBezTo>
                  <a:cubicBezTo>
                    <a:pt x="203602" y="162973"/>
                    <a:pt x="197102" y="131373"/>
                    <a:pt x="184902" y="90073"/>
                  </a:cubicBezTo>
                  <a:cubicBezTo>
                    <a:pt x="174902" y="56273"/>
                    <a:pt x="159202" y="38173"/>
                    <a:pt x="143402" y="26673"/>
                  </a:cubicBezTo>
                  <a:cubicBezTo>
                    <a:pt x="124302" y="12973"/>
                    <a:pt x="82902" y="4873"/>
                    <a:pt x="49102" y="1373"/>
                  </a:cubicBezTo>
                  <a:cubicBezTo>
                    <a:pt x="20702" y="-1427"/>
                    <a:pt x="3202" y="-1827"/>
                    <a:pt x="402" y="19073"/>
                  </a:cubicBezTo>
                  <a:close/>
                </a:path>
              </a:pathLst>
            </a:custGeom>
            <a:solidFill>
              <a:srgbClr val="848484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27" name="probe-noto-emoji_u1f41e" descr="Noto Emoji artwork by Google; Apache License 2.0; preserve full bundled license. Source: https://github.com/googlefonts/noto-emoji/blob/e20cbc2bbec1926686be9f9bee7d1d2cfa1fea0e/2D/svg/emoji_u1f41e.svg; SVG SHA256: 12616ab968c04095ceacfb44300d24284b0f9b69c234a78cdf6c61ad03b4242c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1280000" cy="1280000"/>
          </a:xfrm>
        </p:grpSpPr>
        <p:sp>
          <p:nvSpPr>
            <p:cNvPr id="228" name="probe-noto-emoji_u1f41e-part-1"/>
            <p:cNvSpPr/>
            <p:nvPr/>
          </p:nvSpPr>
          <p:spPr>
            <a:xfrm>
              <a:off x="1044000" y="642798"/>
              <a:ext cx="158154" cy="319188"/>
            </a:xfrm>
            <a:custGeom>
              <a:avLst/>
              <a:gdLst/>
              <a:ahLst/>
              <a:cxnLst/>
              <a:rect l="0" t="0" r="r" b="b"/>
              <a:pathLst>
                <a:path w="158154" h="319188">
                  <a:moveTo>
                    <a:pt x="0" y="2"/>
                  </a:moveTo>
                  <a:cubicBezTo>
                    <a:pt x="0" y="2"/>
                    <a:pt x="81200" y="-498"/>
                    <a:pt x="83100" y="15502"/>
                  </a:cubicBezTo>
                  <a:cubicBezTo>
                    <a:pt x="84400" y="26102"/>
                    <a:pt x="64800" y="235102"/>
                    <a:pt x="64800" y="235102"/>
                  </a:cubicBezTo>
                  <a:cubicBezTo>
                    <a:pt x="64800" y="235102"/>
                    <a:pt x="126600" y="266502"/>
                    <a:pt x="139400" y="274502"/>
                  </a:cubicBezTo>
                  <a:cubicBezTo>
                    <a:pt x="154400" y="283902"/>
                    <a:pt x="161900" y="297002"/>
                    <a:pt x="156300" y="308302"/>
                  </a:cubicBezTo>
                  <a:cubicBezTo>
                    <a:pt x="150700" y="319602"/>
                    <a:pt x="139400" y="322402"/>
                    <a:pt x="123900" y="315302"/>
                  </a:cubicBezTo>
                  <a:cubicBezTo>
                    <a:pt x="108400" y="308302"/>
                    <a:pt x="9900" y="277302"/>
                    <a:pt x="5600" y="267402"/>
                  </a:cubicBezTo>
                  <a:cubicBezTo>
                    <a:pt x="1300" y="257502"/>
                    <a:pt x="7000" y="91402"/>
                    <a:pt x="7000" y="91402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696E72"/>
            </a:solidFill>
            <a:ln w="8037" cap="flat">
              <a:noFill/>
              <a:prstDash val="solid"/>
              <a:miter/>
            </a:ln>
          </p:spPr>
        </p:sp>
        <p:sp>
          <p:nvSpPr>
            <p:cNvPr id="229" name="probe-noto-emoji_u1f41e-part-2"/>
            <p:cNvSpPr/>
            <p:nvPr/>
          </p:nvSpPr>
          <p:spPr>
            <a:xfrm>
              <a:off x="926700" y="386846"/>
              <a:ext cx="282550" cy="208280"/>
            </a:xfrm>
            <a:custGeom>
              <a:avLst/>
              <a:gdLst/>
              <a:ahLst/>
              <a:cxnLst/>
              <a:rect l="0" t="0" r="r" b="b"/>
              <a:pathLst>
                <a:path w="282550" h="208280">
                  <a:moveTo>
                    <a:pt x="0" y="31154"/>
                  </a:moveTo>
                  <a:cubicBezTo>
                    <a:pt x="0" y="31154"/>
                    <a:pt x="31400" y="-2546"/>
                    <a:pt x="42700" y="154"/>
                  </a:cubicBezTo>
                  <a:cubicBezTo>
                    <a:pt x="58200" y="3954"/>
                    <a:pt x="102300" y="69154"/>
                    <a:pt x="113600" y="88854"/>
                  </a:cubicBezTo>
                  <a:cubicBezTo>
                    <a:pt x="124900" y="108554"/>
                    <a:pt x="151600" y="155054"/>
                    <a:pt x="151600" y="155054"/>
                  </a:cubicBezTo>
                  <a:cubicBezTo>
                    <a:pt x="151600" y="155054"/>
                    <a:pt x="224800" y="140954"/>
                    <a:pt x="243100" y="138154"/>
                  </a:cubicBezTo>
                  <a:cubicBezTo>
                    <a:pt x="261400" y="135354"/>
                    <a:pt x="281100" y="142354"/>
                    <a:pt x="282500" y="160654"/>
                  </a:cubicBezTo>
                  <a:cubicBezTo>
                    <a:pt x="283900" y="178954"/>
                    <a:pt x="255800" y="187354"/>
                    <a:pt x="231800" y="191654"/>
                  </a:cubicBezTo>
                  <a:cubicBezTo>
                    <a:pt x="207900" y="195854"/>
                    <a:pt x="136100" y="212754"/>
                    <a:pt x="129000" y="207154"/>
                  </a:cubicBezTo>
                  <a:cubicBezTo>
                    <a:pt x="122000" y="201454"/>
                    <a:pt x="0" y="31154"/>
                    <a:pt x="0" y="31154"/>
                  </a:cubicBezTo>
                  <a:close/>
                </a:path>
              </a:pathLst>
            </a:custGeom>
            <a:solidFill>
              <a:srgbClr val="696E72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0" name="probe-noto-emoji_u1f41e-part-3"/>
            <p:cNvSpPr/>
            <p:nvPr/>
          </p:nvSpPr>
          <p:spPr>
            <a:xfrm>
              <a:off x="258418" y="853900"/>
              <a:ext cx="157698" cy="356534"/>
            </a:xfrm>
            <a:custGeom>
              <a:avLst/>
              <a:gdLst/>
              <a:ahLst/>
              <a:cxnLst/>
              <a:rect l="0" t="0" r="r" b="b"/>
              <a:pathLst>
                <a:path w="157698" h="356534">
                  <a:moveTo>
                    <a:pt x="71782" y="0"/>
                  </a:moveTo>
                  <a:lnTo>
                    <a:pt x="91482" y="61900"/>
                  </a:lnTo>
                  <a:lnTo>
                    <a:pt x="67582" y="92900"/>
                  </a:lnTo>
                  <a:cubicBezTo>
                    <a:pt x="67582" y="92900"/>
                    <a:pt x="159082" y="212600"/>
                    <a:pt x="157682" y="226600"/>
                  </a:cubicBezTo>
                  <a:cubicBezTo>
                    <a:pt x="156282" y="240700"/>
                    <a:pt x="60582" y="339200"/>
                    <a:pt x="52082" y="346300"/>
                  </a:cubicBezTo>
                  <a:cubicBezTo>
                    <a:pt x="43682" y="353300"/>
                    <a:pt x="22282" y="363000"/>
                    <a:pt x="14082" y="350500"/>
                  </a:cubicBezTo>
                  <a:cubicBezTo>
                    <a:pt x="3282" y="334100"/>
                    <a:pt x="16882" y="315300"/>
                    <a:pt x="28182" y="302600"/>
                  </a:cubicBezTo>
                  <a:cubicBezTo>
                    <a:pt x="39482" y="289900"/>
                    <a:pt x="95782" y="226600"/>
                    <a:pt x="95782" y="226600"/>
                  </a:cubicBezTo>
                  <a:cubicBezTo>
                    <a:pt x="95782" y="226600"/>
                    <a:pt x="4782" y="119300"/>
                    <a:pt x="82" y="88600"/>
                  </a:cubicBezTo>
                  <a:cubicBezTo>
                    <a:pt x="-2818" y="70400"/>
                    <a:pt x="71782" y="0"/>
                    <a:pt x="71782" y="0"/>
                  </a:cubicBezTo>
                  <a:close/>
                </a:path>
              </a:pathLst>
            </a:custGeom>
            <a:solidFill>
              <a:srgbClr val="696E72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1" name="probe-noto-emoji_u1f41e-part-4"/>
            <p:cNvSpPr/>
            <p:nvPr/>
          </p:nvSpPr>
          <p:spPr>
            <a:xfrm>
              <a:off x="114669" y="569462"/>
              <a:ext cx="195831" cy="349566"/>
            </a:xfrm>
            <a:custGeom>
              <a:avLst/>
              <a:gdLst/>
              <a:ahLst/>
              <a:cxnLst/>
              <a:rect l="0" t="0" r="r" b="b"/>
              <a:pathLst>
                <a:path w="195831" h="349566">
                  <a:moveTo>
                    <a:pt x="195831" y="15538"/>
                  </a:moveTo>
                  <a:cubicBezTo>
                    <a:pt x="195831" y="15538"/>
                    <a:pt x="131531" y="-7962"/>
                    <a:pt x="114131" y="2838"/>
                  </a:cubicBezTo>
                  <a:cubicBezTo>
                    <a:pt x="94231" y="15138"/>
                    <a:pt x="103331" y="256738"/>
                    <a:pt x="103331" y="256738"/>
                  </a:cubicBezTo>
                  <a:cubicBezTo>
                    <a:pt x="103331" y="256738"/>
                    <a:pt x="22631" y="306938"/>
                    <a:pt x="12731" y="312538"/>
                  </a:cubicBezTo>
                  <a:cubicBezTo>
                    <a:pt x="2831" y="318138"/>
                    <a:pt x="-4169" y="330838"/>
                    <a:pt x="2831" y="342138"/>
                  </a:cubicBezTo>
                  <a:cubicBezTo>
                    <a:pt x="9831" y="353438"/>
                    <a:pt x="26731" y="350538"/>
                    <a:pt x="47831" y="342138"/>
                  </a:cubicBezTo>
                  <a:cubicBezTo>
                    <a:pt x="68931" y="333738"/>
                    <a:pt x="134331" y="306938"/>
                    <a:pt x="144931" y="297138"/>
                  </a:cubicBezTo>
                  <a:cubicBezTo>
                    <a:pt x="162731" y="280738"/>
                    <a:pt x="155731" y="86938"/>
                    <a:pt x="155731" y="86938"/>
                  </a:cubicBezTo>
                  <a:lnTo>
                    <a:pt x="187131" y="80338"/>
                  </a:lnTo>
                  <a:lnTo>
                    <a:pt x="195831" y="15538"/>
                  </a:lnTo>
                  <a:close/>
                </a:path>
              </a:pathLst>
            </a:custGeom>
            <a:solidFill>
              <a:srgbClr val="696E72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2" name="probe-noto-emoji_u1f41e-part-5"/>
            <p:cNvSpPr/>
            <p:nvPr/>
          </p:nvSpPr>
          <p:spPr>
            <a:xfrm>
              <a:off x="138489" y="48522"/>
              <a:ext cx="738011" cy="509578"/>
            </a:xfrm>
            <a:custGeom>
              <a:avLst/>
              <a:gdLst/>
              <a:ahLst/>
              <a:cxnLst/>
              <a:rect l="0" t="0" r="r" b="b"/>
              <a:pathLst>
                <a:path w="738011" h="509578">
                  <a:moveTo>
                    <a:pt x="432511" y="442178"/>
                  </a:moveTo>
                  <a:lnTo>
                    <a:pt x="684511" y="277478"/>
                  </a:lnTo>
                  <a:cubicBezTo>
                    <a:pt x="684511" y="277478"/>
                    <a:pt x="738011" y="150778"/>
                    <a:pt x="738011" y="139478"/>
                  </a:cubicBezTo>
                  <a:cubicBezTo>
                    <a:pt x="738011" y="128178"/>
                    <a:pt x="662011" y="45178"/>
                    <a:pt x="662011" y="45178"/>
                  </a:cubicBezTo>
                  <a:cubicBezTo>
                    <a:pt x="662011" y="45178"/>
                    <a:pt x="691511" y="12778"/>
                    <a:pt x="674611" y="1578"/>
                  </a:cubicBezTo>
                  <a:cubicBezTo>
                    <a:pt x="657711" y="-9722"/>
                    <a:pt x="608011" y="42878"/>
                    <a:pt x="609811" y="57878"/>
                  </a:cubicBezTo>
                  <a:cubicBezTo>
                    <a:pt x="610911" y="66278"/>
                    <a:pt x="681611" y="150778"/>
                    <a:pt x="681611" y="150778"/>
                  </a:cubicBezTo>
                  <a:lnTo>
                    <a:pt x="626711" y="260578"/>
                  </a:lnTo>
                  <a:cubicBezTo>
                    <a:pt x="626711" y="260578"/>
                    <a:pt x="560511" y="256378"/>
                    <a:pt x="550711" y="249278"/>
                  </a:cubicBezTo>
                  <a:cubicBezTo>
                    <a:pt x="540911" y="242178"/>
                    <a:pt x="544611" y="213178"/>
                    <a:pt x="522511" y="199978"/>
                  </a:cubicBezTo>
                  <a:cubicBezTo>
                    <a:pt x="505111" y="189578"/>
                    <a:pt x="485911" y="187278"/>
                    <a:pt x="485911" y="187278"/>
                  </a:cubicBezTo>
                  <a:cubicBezTo>
                    <a:pt x="485911" y="187278"/>
                    <a:pt x="481711" y="160578"/>
                    <a:pt x="495811" y="139378"/>
                  </a:cubicBezTo>
                  <a:cubicBezTo>
                    <a:pt x="509911" y="118178"/>
                    <a:pt x="567811" y="56678"/>
                    <a:pt x="554011" y="29578"/>
                  </a:cubicBezTo>
                  <a:cubicBezTo>
                    <a:pt x="538011" y="-1822"/>
                    <a:pt x="513411" y="9978"/>
                    <a:pt x="508511" y="24878"/>
                  </a:cubicBezTo>
                  <a:cubicBezTo>
                    <a:pt x="503811" y="38978"/>
                    <a:pt x="519811" y="54878"/>
                    <a:pt x="519811" y="54878"/>
                  </a:cubicBezTo>
                  <a:cubicBezTo>
                    <a:pt x="519811" y="54878"/>
                    <a:pt x="471911" y="109778"/>
                    <a:pt x="460711" y="135078"/>
                  </a:cubicBezTo>
                  <a:cubicBezTo>
                    <a:pt x="449511" y="160378"/>
                    <a:pt x="453711" y="194178"/>
                    <a:pt x="453711" y="194178"/>
                  </a:cubicBezTo>
                  <a:cubicBezTo>
                    <a:pt x="453711" y="194178"/>
                    <a:pt x="386111" y="179678"/>
                    <a:pt x="348111" y="190878"/>
                  </a:cubicBezTo>
                  <a:cubicBezTo>
                    <a:pt x="310111" y="202178"/>
                    <a:pt x="273511" y="256078"/>
                    <a:pt x="273511" y="256078"/>
                  </a:cubicBezTo>
                  <a:cubicBezTo>
                    <a:pt x="273511" y="256078"/>
                    <a:pt x="242511" y="222278"/>
                    <a:pt x="222811" y="212478"/>
                  </a:cubicBezTo>
                  <a:cubicBezTo>
                    <a:pt x="203111" y="202678"/>
                    <a:pt x="189011" y="208278"/>
                    <a:pt x="159411" y="194178"/>
                  </a:cubicBezTo>
                  <a:cubicBezTo>
                    <a:pt x="129811" y="180078"/>
                    <a:pt x="122811" y="168878"/>
                    <a:pt x="122811" y="168878"/>
                  </a:cubicBezTo>
                  <a:cubicBezTo>
                    <a:pt x="122811" y="168878"/>
                    <a:pt x="125711" y="155278"/>
                    <a:pt x="120011" y="144978"/>
                  </a:cubicBezTo>
                  <a:cubicBezTo>
                    <a:pt x="114311" y="134578"/>
                    <a:pt x="96511" y="129978"/>
                    <a:pt x="83911" y="137978"/>
                  </a:cubicBezTo>
                  <a:cubicBezTo>
                    <a:pt x="73911" y="144278"/>
                    <a:pt x="72911" y="162078"/>
                    <a:pt x="77911" y="172678"/>
                  </a:cubicBezTo>
                  <a:cubicBezTo>
                    <a:pt x="83511" y="184478"/>
                    <a:pt x="99011" y="185878"/>
                    <a:pt x="99011" y="185878"/>
                  </a:cubicBezTo>
                  <a:cubicBezTo>
                    <a:pt x="99011" y="185878"/>
                    <a:pt x="119611" y="211178"/>
                    <a:pt x="149211" y="221078"/>
                  </a:cubicBezTo>
                  <a:cubicBezTo>
                    <a:pt x="180611" y="231578"/>
                    <a:pt x="187711" y="229478"/>
                    <a:pt x="208811" y="237978"/>
                  </a:cubicBezTo>
                  <a:cubicBezTo>
                    <a:pt x="229911" y="246478"/>
                    <a:pt x="239811" y="268978"/>
                    <a:pt x="239811" y="268978"/>
                  </a:cubicBezTo>
                  <a:cubicBezTo>
                    <a:pt x="239811" y="268978"/>
                    <a:pt x="225711" y="287278"/>
                    <a:pt x="224311" y="306978"/>
                  </a:cubicBezTo>
                  <a:cubicBezTo>
                    <a:pt x="223011" y="325678"/>
                    <a:pt x="228511" y="382978"/>
                    <a:pt x="228511" y="382978"/>
                  </a:cubicBezTo>
                  <a:lnTo>
                    <a:pt x="176411" y="442078"/>
                  </a:lnTo>
                  <a:cubicBezTo>
                    <a:pt x="176411" y="442078"/>
                    <a:pt x="92911" y="396078"/>
                    <a:pt x="89111" y="388078"/>
                  </a:cubicBezTo>
                  <a:cubicBezTo>
                    <a:pt x="85311" y="380078"/>
                    <a:pt x="101311" y="266578"/>
                    <a:pt x="87711" y="253378"/>
                  </a:cubicBezTo>
                  <a:cubicBezTo>
                    <a:pt x="71211" y="237478"/>
                    <a:pt x="6011" y="195678"/>
                    <a:pt x="411" y="222378"/>
                  </a:cubicBezTo>
                  <a:cubicBezTo>
                    <a:pt x="-5189" y="249078"/>
                    <a:pt x="48311" y="273078"/>
                    <a:pt x="48311" y="273078"/>
                  </a:cubicBezTo>
                  <a:cubicBezTo>
                    <a:pt x="48311" y="273078"/>
                    <a:pt x="33811" y="394578"/>
                    <a:pt x="41311" y="412478"/>
                  </a:cubicBezTo>
                  <a:cubicBezTo>
                    <a:pt x="48811" y="430278"/>
                    <a:pt x="170811" y="509578"/>
                    <a:pt x="170811" y="509578"/>
                  </a:cubicBezTo>
                  <a:lnTo>
                    <a:pt x="432511" y="442178"/>
                  </a:lnTo>
                  <a:close/>
                </a:path>
              </a:pathLst>
            </a:custGeom>
            <a:solidFill>
              <a:srgbClr val="696E72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3" name="probe-noto-emoji_u1f41e-part-6"/>
            <p:cNvSpPr/>
            <p:nvPr/>
          </p:nvSpPr>
          <p:spPr>
            <a:xfrm>
              <a:off x="278346" y="326000"/>
              <a:ext cx="785347" cy="821660"/>
            </a:xfrm>
            <a:custGeom>
              <a:avLst/>
              <a:gdLst/>
              <a:ahLst/>
              <a:cxnLst/>
              <a:rect l="0" t="0" r="r" b="b"/>
              <a:pathLst>
                <a:path w="785347" h="821660">
                  <a:moveTo>
                    <a:pt x="296854" y="101400"/>
                  </a:moveTo>
                  <a:lnTo>
                    <a:pt x="20854" y="202700"/>
                  </a:lnTo>
                  <a:cubicBezTo>
                    <a:pt x="20854" y="202700"/>
                    <a:pt x="-31246" y="330800"/>
                    <a:pt x="29254" y="526500"/>
                  </a:cubicBezTo>
                  <a:cubicBezTo>
                    <a:pt x="83354" y="701300"/>
                    <a:pt x="290754" y="879400"/>
                    <a:pt x="550154" y="803800"/>
                  </a:cubicBezTo>
                  <a:cubicBezTo>
                    <a:pt x="819054" y="725400"/>
                    <a:pt x="820454" y="306800"/>
                    <a:pt x="735954" y="170300"/>
                  </a:cubicBezTo>
                  <a:cubicBezTo>
                    <a:pt x="654854" y="39100"/>
                    <a:pt x="544554" y="0"/>
                    <a:pt x="544554" y="0"/>
                  </a:cubicBezTo>
                  <a:lnTo>
                    <a:pt x="296854" y="101400"/>
                  </a:lnTo>
                  <a:close/>
                </a:path>
              </a:pathLst>
            </a:custGeom>
            <a:solidFill>
              <a:srgbClr val="FE1D1E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4" name="probe-noto-emoji_u1f41e-part-7"/>
            <p:cNvSpPr/>
            <p:nvPr/>
          </p:nvSpPr>
          <p:spPr>
            <a:xfrm>
              <a:off x="564566" y="233474"/>
              <a:ext cx="68495" cy="54130"/>
            </a:xfrm>
            <a:custGeom>
              <a:avLst/>
              <a:gdLst/>
              <a:ahLst/>
              <a:cxnLst/>
              <a:rect l="0" t="0" r="r" b="b"/>
              <a:pathLst>
                <a:path w="68495" h="54130">
                  <a:moveTo>
                    <a:pt x="36653" y="173"/>
                  </a:moveTo>
                  <a:cubicBezTo>
                    <a:pt x="37369" y="237"/>
                    <a:pt x="38082" y="319"/>
                    <a:pt x="38793" y="418"/>
                  </a:cubicBezTo>
                  <a:cubicBezTo>
                    <a:pt x="39504" y="517"/>
                    <a:pt x="40212" y="634"/>
                    <a:pt x="40916" y="768"/>
                  </a:cubicBezTo>
                  <a:cubicBezTo>
                    <a:pt x="41619" y="902"/>
                    <a:pt x="42319" y="1054"/>
                    <a:pt x="43012" y="1222"/>
                  </a:cubicBezTo>
                  <a:cubicBezTo>
                    <a:pt x="43705" y="1391"/>
                    <a:pt x="44393" y="1576"/>
                    <a:pt x="45073" y="1778"/>
                  </a:cubicBezTo>
                  <a:cubicBezTo>
                    <a:pt x="45754" y="1980"/>
                    <a:pt x="46427" y="2199"/>
                    <a:pt x="47092" y="2434"/>
                  </a:cubicBezTo>
                  <a:cubicBezTo>
                    <a:pt x="47757" y="2669"/>
                    <a:pt x="48414" y="2920"/>
                    <a:pt x="49060" y="3187"/>
                  </a:cubicBezTo>
                  <a:cubicBezTo>
                    <a:pt x="49707" y="3453"/>
                    <a:pt x="50344" y="3736"/>
                    <a:pt x="50970" y="4034"/>
                  </a:cubicBezTo>
                  <a:cubicBezTo>
                    <a:pt x="51596" y="4331"/>
                    <a:pt x="52211" y="4644"/>
                    <a:pt x="52814" y="4972"/>
                  </a:cubicBezTo>
                  <a:cubicBezTo>
                    <a:pt x="53416" y="5299"/>
                    <a:pt x="54007" y="5641"/>
                    <a:pt x="54584" y="5997"/>
                  </a:cubicBezTo>
                  <a:cubicBezTo>
                    <a:pt x="55161" y="6353"/>
                    <a:pt x="55725" y="6722"/>
                    <a:pt x="56274" y="7105"/>
                  </a:cubicBezTo>
                  <a:cubicBezTo>
                    <a:pt x="56823" y="7488"/>
                    <a:pt x="57358" y="7884"/>
                    <a:pt x="57877" y="8293"/>
                  </a:cubicBezTo>
                  <a:cubicBezTo>
                    <a:pt x="58396" y="8701"/>
                    <a:pt x="58900" y="9121"/>
                    <a:pt x="59387" y="9554"/>
                  </a:cubicBezTo>
                  <a:cubicBezTo>
                    <a:pt x="59874" y="9986"/>
                    <a:pt x="60345" y="10430"/>
                    <a:pt x="60798" y="10884"/>
                  </a:cubicBezTo>
                  <a:cubicBezTo>
                    <a:pt x="61251" y="11339"/>
                    <a:pt x="61686" y="11803"/>
                    <a:pt x="62104" y="12278"/>
                  </a:cubicBezTo>
                  <a:cubicBezTo>
                    <a:pt x="62521" y="12753"/>
                    <a:pt x="62920" y="13238"/>
                    <a:pt x="63300" y="13731"/>
                  </a:cubicBezTo>
                  <a:cubicBezTo>
                    <a:pt x="63680" y="14224"/>
                    <a:pt x="64040" y="14726"/>
                    <a:pt x="64381" y="15236"/>
                  </a:cubicBezTo>
                  <a:cubicBezTo>
                    <a:pt x="64722" y="15746"/>
                    <a:pt x="65043" y="16263"/>
                    <a:pt x="65343" y="16788"/>
                  </a:cubicBezTo>
                  <a:cubicBezTo>
                    <a:pt x="65644" y="17312"/>
                    <a:pt x="65924" y="17843"/>
                    <a:pt x="66183" y="18380"/>
                  </a:cubicBezTo>
                  <a:cubicBezTo>
                    <a:pt x="66442" y="18917"/>
                    <a:pt x="66680" y="19460"/>
                    <a:pt x="66897" y="20007"/>
                  </a:cubicBezTo>
                  <a:cubicBezTo>
                    <a:pt x="67113" y="20554"/>
                    <a:pt x="67308" y="21106"/>
                    <a:pt x="67482" y="21662"/>
                  </a:cubicBezTo>
                  <a:cubicBezTo>
                    <a:pt x="67655" y="22217"/>
                    <a:pt x="67806" y="22776"/>
                    <a:pt x="67935" y="23337"/>
                  </a:cubicBezTo>
                  <a:cubicBezTo>
                    <a:pt x="68064" y="23899"/>
                    <a:pt x="68171" y="24463"/>
                    <a:pt x="68256" y="25028"/>
                  </a:cubicBezTo>
                  <a:cubicBezTo>
                    <a:pt x="68340" y="25593"/>
                    <a:pt x="68403" y="26160"/>
                    <a:pt x="68442" y="26727"/>
                  </a:cubicBezTo>
                  <a:cubicBezTo>
                    <a:pt x="68482" y="27294"/>
                    <a:pt x="68499" y="27860"/>
                    <a:pt x="68494" y="28427"/>
                  </a:cubicBezTo>
                  <a:cubicBezTo>
                    <a:pt x="68488" y="28993"/>
                    <a:pt x="68461" y="29558"/>
                    <a:pt x="68410" y="30121"/>
                  </a:cubicBezTo>
                  <a:cubicBezTo>
                    <a:pt x="68360" y="30685"/>
                    <a:pt x="68287" y="31246"/>
                    <a:pt x="68192" y="31804"/>
                  </a:cubicBezTo>
                  <a:cubicBezTo>
                    <a:pt x="68097" y="32362"/>
                    <a:pt x="67979" y="32917"/>
                    <a:pt x="67839" y="33468"/>
                  </a:cubicBezTo>
                  <a:cubicBezTo>
                    <a:pt x="67700" y="34018"/>
                    <a:pt x="67538" y="34565"/>
                    <a:pt x="67354" y="35106"/>
                  </a:cubicBezTo>
                  <a:cubicBezTo>
                    <a:pt x="67171" y="35647"/>
                    <a:pt x="66965" y="36183"/>
                    <a:pt x="66739" y="36713"/>
                  </a:cubicBezTo>
                  <a:cubicBezTo>
                    <a:pt x="66512" y="37243"/>
                    <a:pt x="66264" y="37766"/>
                    <a:pt x="65995" y="38282"/>
                  </a:cubicBezTo>
                  <a:cubicBezTo>
                    <a:pt x="65726" y="38798"/>
                    <a:pt x="65436" y="39306"/>
                    <a:pt x="65126" y="39806"/>
                  </a:cubicBezTo>
                  <a:cubicBezTo>
                    <a:pt x="64815" y="40306"/>
                    <a:pt x="64485" y="40798"/>
                    <a:pt x="64135" y="41280"/>
                  </a:cubicBezTo>
                  <a:cubicBezTo>
                    <a:pt x="63784" y="41763"/>
                    <a:pt x="63414" y="42236"/>
                    <a:pt x="63026" y="42699"/>
                  </a:cubicBezTo>
                  <a:cubicBezTo>
                    <a:pt x="62637" y="43161"/>
                    <a:pt x="62229" y="43614"/>
                    <a:pt x="61803" y="44055"/>
                  </a:cubicBezTo>
                  <a:cubicBezTo>
                    <a:pt x="61377" y="44496"/>
                    <a:pt x="60933" y="44926"/>
                    <a:pt x="60472" y="45344"/>
                  </a:cubicBezTo>
                  <a:cubicBezTo>
                    <a:pt x="60010" y="45762"/>
                    <a:pt x="59532" y="46168"/>
                    <a:pt x="59037" y="46561"/>
                  </a:cubicBezTo>
                  <a:cubicBezTo>
                    <a:pt x="58542" y="46955"/>
                    <a:pt x="58031" y="47335"/>
                    <a:pt x="57504" y="47702"/>
                  </a:cubicBezTo>
                  <a:cubicBezTo>
                    <a:pt x="56978" y="48069"/>
                    <a:pt x="56436" y="48422"/>
                    <a:pt x="55880" y="48761"/>
                  </a:cubicBezTo>
                  <a:cubicBezTo>
                    <a:pt x="55324" y="49100"/>
                    <a:pt x="54753" y="49424"/>
                    <a:pt x="54170" y="49734"/>
                  </a:cubicBezTo>
                  <a:cubicBezTo>
                    <a:pt x="53586" y="50044"/>
                    <a:pt x="52990" y="50338"/>
                    <a:pt x="52382" y="50618"/>
                  </a:cubicBezTo>
                  <a:cubicBezTo>
                    <a:pt x="51773" y="50897"/>
                    <a:pt x="51153" y="51161"/>
                    <a:pt x="50522" y="51408"/>
                  </a:cubicBezTo>
                  <a:cubicBezTo>
                    <a:pt x="49890" y="51656"/>
                    <a:pt x="49249" y="51888"/>
                    <a:pt x="48597" y="52103"/>
                  </a:cubicBezTo>
                  <a:cubicBezTo>
                    <a:pt x="47946" y="52318"/>
                    <a:pt x="47285" y="52517"/>
                    <a:pt x="46616" y="52699"/>
                  </a:cubicBezTo>
                  <a:cubicBezTo>
                    <a:pt x="45948" y="52881"/>
                    <a:pt x="45271" y="53046"/>
                    <a:pt x="44587" y="53194"/>
                  </a:cubicBezTo>
                  <a:cubicBezTo>
                    <a:pt x="43903" y="53342"/>
                    <a:pt x="43212" y="53472"/>
                    <a:pt x="42516" y="53585"/>
                  </a:cubicBezTo>
                  <a:cubicBezTo>
                    <a:pt x="41820" y="53698"/>
                    <a:pt x="41119" y="53794"/>
                    <a:pt x="40413" y="53872"/>
                  </a:cubicBezTo>
                  <a:cubicBezTo>
                    <a:pt x="39708" y="53950"/>
                    <a:pt x="38998" y="54011"/>
                    <a:pt x="38286" y="54053"/>
                  </a:cubicBezTo>
                  <a:cubicBezTo>
                    <a:pt x="37573" y="54096"/>
                    <a:pt x="36859" y="54121"/>
                    <a:pt x="36142" y="54128"/>
                  </a:cubicBezTo>
                  <a:cubicBezTo>
                    <a:pt x="35426" y="54135"/>
                    <a:pt x="34709" y="54124"/>
                    <a:pt x="33992" y="54096"/>
                  </a:cubicBezTo>
                  <a:cubicBezTo>
                    <a:pt x="33274" y="54067"/>
                    <a:pt x="32557" y="54021"/>
                    <a:pt x="31842" y="53957"/>
                  </a:cubicBezTo>
                  <a:cubicBezTo>
                    <a:pt x="31126" y="53893"/>
                    <a:pt x="30412" y="53811"/>
                    <a:pt x="29701" y="53712"/>
                  </a:cubicBezTo>
                  <a:cubicBezTo>
                    <a:pt x="28990" y="53613"/>
                    <a:pt x="28283" y="53496"/>
                    <a:pt x="27579" y="53362"/>
                  </a:cubicBezTo>
                  <a:cubicBezTo>
                    <a:pt x="26875" y="53228"/>
                    <a:pt x="26176" y="53077"/>
                    <a:pt x="25483" y="52908"/>
                  </a:cubicBezTo>
                  <a:cubicBezTo>
                    <a:pt x="24789" y="52740"/>
                    <a:pt x="24102" y="52554"/>
                    <a:pt x="23421" y="52352"/>
                  </a:cubicBezTo>
                  <a:cubicBezTo>
                    <a:pt x="22741" y="52150"/>
                    <a:pt x="22068" y="51931"/>
                    <a:pt x="21403" y="51697"/>
                  </a:cubicBezTo>
                  <a:cubicBezTo>
                    <a:pt x="20738" y="51462"/>
                    <a:pt x="20081" y="51210"/>
                    <a:pt x="19434" y="50944"/>
                  </a:cubicBezTo>
                  <a:cubicBezTo>
                    <a:pt x="18788" y="50677"/>
                    <a:pt x="18151" y="50394"/>
                    <a:pt x="17525" y="50096"/>
                  </a:cubicBezTo>
                  <a:cubicBezTo>
                    <a:pt x="16899" y="49799"/>
                    <a:pt x="16284" y="49486"/>
                    <a:pt x="15681" y="49158"/>
                  </a:cubicBezTo>
                  <a:cubicBezTo>
                    <a:pt x="15078" y="48831"/>
                    <a:pt x="14488" y="48489"/>
                    <a:pt x="13911" y="48133"/>
                  </a:cubicBezTo>
                  <a:cubicBezTo>
                    <a:pt x="13334" y="47777"/>
                    <a:pt x="12770" y="47408"/>
                    <a:pt x="12221" y="47025"/>
                  </a:cubicBezTo>
                  <a:cubicBezTo>
                    <a:pt x="11671" y="46642"/>
                    <a:pt x="11137" y="46246"/>
                    <a:pt x="10618" y="45838"/>
                  </a:cubicBezTo>
                  <a:cubicBezTo>
                    <a:pt x="10098" y="45429"/>
                    <a:pt x="9595" y="45009"/>
                    <a:pt x="9108" y="44576"/>
                  </a:cubicBezTo>
                  <a:cubicBezTo>
                    <a:pt x="8621" y="44144"/>
                    <a:pt x="8150" y="43701"/>
                    <a:pt x="7697" y="43246"/>
                  </a:cubicBezTo>
                  <a:cubicBezTo>
                    <a:pt x="7244" y="42792"/>
                    <a:pt x="6808" y="42327"/>
                    <a:pt x="6391" y="41852"/>
                  </a:cubicBezTo>
                  <a:cubicBezTo>
                    <a:pt x="5974" y="41377"/>
                    <a:pt x="5575" y="40893"/>
                    <a:pt x="5195" y="40399"/>
                  </a:cubicBezTo>
                  <a:cubicBezTo>
                    <a:pt x="4815" y="39906"/>
                    <a:pt x="4455" y="39404"/>
                    <a:pt x="4114" y="38894"/>
                  </a:cubicBezTo>
                  <a:cubicBezTo>
                    <a:pt x="3773" y="38384"/>
                    <a:pt x="3452" y="37867"/>
                    <a:pt x="3151" y="37342"/>
                  </a:cubicBezTo>
                  <a:cubicBezTo>
                    <a:pt x="2851" y="36818"/>
                    <a:pt x="2571" y="36287"/>
                    <a:pt x="2312" y="35750"/>
                  </a:cubicBezTo>
                  <a:cubicBezTo>
                    <a:pt x="2053" y="35213"/>
                    <a:pt x="1815" y="34670"/>
                    <a:pt x="1598" y="34123"/>
                  </a:cubicBezTo>
                  <a:cubicBezTo>
                    <a:pt x="1381" y="33576"/>
                    <a:pt x="1186" y="33024"/>
                    <a:pt x="1013" y="32469"/>
                  </a:cubicBezTo>
                  <a:cubicBezTo>
                    <a:pt x="840" y="31913"/>
                    <a:pt x="689" y="31354"/>
                    <a:pt x="560" y="30793"/>
                  </a:cubicBezTo>
                  <a:cubicBezTo>
                    <a:pt x="430" y="30231"/>
                    <a:pt x="324" y="29667"/>
                    <a:pt x="239" y="29102"/>
                  </a:cubicBezTo>
                  <a:cubicBezTo>
                    <a:pt x="154" y="28537"/>
                    <a:pt x="92" y="27970"/>
                    <a:pt x="52" y="27404"/>
                  </a:cubicBezTo>
                  <a:cubicBezTo>
                    <a:pt x="13" y="26837"/>
                    <a:pt x="-4" y="26270"/>
                    <a:pt x="1" y="25704"/>
                  </a:cubicBezTo>
                  <a:cubicBezTo>
                    <a:pt x="6" y="25137"/>
                    <a:pt x="34" y="24572"/>
                    <a:pt x="85" y="24009"/>
                  </a:cubicBezTo>
                  <a:cubicBezTo>
                    <a:pt x="135" y="23446"/>
                    <a:pt x="208" y="22885"/>
                    <a:pt x="303" y="22326"/>
                  </a:cubicBezTo>
                  <a:cubicBezTo>
                    <a:pt x="398" y="21768"/>
                    <a:pt x="516" y="21213"/>
                    <a:pt x="655" y="20663"/>
                  </a:cubicBezTo>
                  <a:cubicBezTo>
                    <a:pt x="795" y="20112"/>
                    <a:pt x="957" y="19565"/>
                    <a:pt x="1140" y="19024"/>
                  </a:cubicBezTo>
                  <a:cubicBezTo>
                    <a:pt x="1324" y="18483"/>
                    <a:pt x="1529" y="17947"/>
                    <a:pt x="1756" y="17417"/>
                  </a:cubicBezTo>
                  <a:cubicBezTo>
                    <a:pt x="1983" y="16888"/>
                    <a:pt x="2231" y="16364"/>
                    <a:pt x="2500" y="15848"/>
                  </a:cubicBezTo>
                  <a:cubicBezTo>
                    <a:pt x="2769" y="15333"/>
                    <a:pt x="3059" y="14824"/>
                    <a:pt x="3369" y="14324"/>
                  </a:cubicBezTo>
                  <a:cubicBezTo>
                    <a:pt x="3679" y="13824"/>
                    <a:pt x="4010" y="13332"/>
                    <a:pt x="4360" y="12850"/>
                  </a:cubicBezTo>
                  <a:cubicBezTo>
                    <a:pt x="4711" y="12367"/>
                    <a:pt x="5080" y="11894"/>
                    <a:pt x="5469" y="11432"/>
                  </a:cubicBezTo>
                  <a:cubicBezTo>
                    <a:pt x="5858" y="10969"/>
                    <a:pt x="6266" y="10517"/>
                    <a:pt x="6692" y="10075"/>
                  </a:cubicBezTo>
                  <a:cubicBezTo>
                    <a:pt x="7118" y="9634"/>
                    <a:pt x="7562" y="9204"/>
                    <a:pt x="8023" y="8786"/>
                  </a:cubicBezTo>
                  <a:cubicBezTo>
                    <a:pt x="8485" y="8368"/>
                    <a:pt x="8963" y="7962"/>
                    <a:pt x="9458" y="7569"/>
                  </a:cubicBezTo>
                  <a:cubicBezTo>
                    <a:pt x="9953" y="7176"/>
                    <a:pt x="10464" y="6795"/>
                    <a:pt x="10991" y="6428"/>
                  </a:cubicBezTo>
                  <a:cubicBezTo>
                    <a:pt x="11517" y="6062"/>
                    <a:pt x="12059" y="5709"/>
                    <a:pt x="12615" y="5370"/>
                  </a:cubicBezTo>
                  <a:cubicBezTo>
                    <a:pt x="13171" y="5031"/>
                    <a:pt x="13741" y="4706"/>
                    <a:pt x="14325" y="4396"/>
                  </a:cubicBezTo>
                  <a:cubicBezTo>
                    <a:pt x="14908" y="4087"/>
                    <a:pt x="15505" y="3792"/>
                    <a:pt x="16113" y="3513"/>
                  </a:cubicBezTo>
                  <a:cubicBezTo>
                    <a:pt x="16722" y="3233"/>
                    <a:pt x="17342" y="2970"/>
                    <a:pt x="17973" y="2722"/>
                  </a:cubicBezTo>
                  <a:cubicBezTo>
                    <a:pt x="18604" y="2474"/>
                    <a:pt x="19246" y="2242"/>
                    <a:pt x="19897" y="2027"/>
                  </a:cubicBezTo>
                  <a:cubicBezTo>
                    <a:pt x="20549" y="1812"/>
                    <a:pt x="21209" y="1613"/>
                    <a:pt x="21878" y="1431"/>
                  </a:cubicBezTo>
                  <a:cubicBezTo>
                    <a:pt x="22547" y="1249"/>
                    <a:pt x="23224" y="1084"/>
                    <a:pt x="23908" y="937"/>
                  </a:cubicBezTo>
                  <a:cubicBezTo>
                    <a:pt x="24592" y="789"/>
                    <a:pt x="25282" y="658"/>
                    <a:pt x="25978" y="545"/>
                  </a:cubicBezTo>
                  <a:cubicBezTo>
                    <a:pt x="26675" y="432"/>
                    <a:pt x="27376" y="336"/>
                    <a:pt x="28082" y="258"/>
                  </a:cubicBezTo>
                  <a:cubicBezTo>
                    <a:pt x="28787" y="180"/>
                    <a:pt x="29497" y="119"/>
                    <a:pt x="30209" y="77"/>
                  </a:cubicBezTo>
                  <a:cubicBezTo>
                    <a:pt x="30921" y="34"/>
                    <a:pt x="31636" y="9"/>
                    <a:pt x="32352" y="2"/>
                  </a:cubicBezTo>
                  <a:cubicBezTo>
                    <a:pt x="33069" y="-5"/>
                    <a:pt x="33786" y="6"/>
                    <a:pt x="34503" y="34"/>
                  </a:cubicBezTo>
                  <a:cubicBezTo>
                    <a:pt x="35221" y="63"/>
                    <a:pt x="35938" y="109"/>
                    <a:pt x="36653" y="173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5" name="probe-noto-emoji_u1f41e-part-8"/>
            <p:cNvSpPr/>
            <p:nvPr/>
          </p:nvSpPr>
          <p:spPr>
            <a:xfrm>
              <a:off x="380180" y="293571"/>
              <a:ext cx="63848" cy="59543"/>
            </a:xfrm>
            <a:custGeom>
              <a:avLst/>
              <a:gdLst/>
              <a:ahLst/>
              <a:cxnLst/>
              <a:rect l="0" t="0" r="r" b="b"/>
              <a:pathLst>
                <a:path w="63848" h="59543">
                  <a:moveTo>
                    <a:pt x="59542" y="9432"/>
                  </a:moveTo>
                  <a:cubicBezTo>
                    <a:pt x="59877" y="9887"/>
                    <a:pt x="60195" y="10356"/>
                    <a:pt x="60493" y="10837"/>
                  </a:cubicBezTo>
                  <a:cubicBezTo>
                    <a:pt x="60791" y="11318"/>
                    <a:pt x="61071" y="11812"/>
                    <a:pt x="61331" y="12317"/>
                  </a:cubicBezTo>
                  <a:cubicBezTo>
                    <a:pt x="61591" y="12822"/>
                    <a:pt x="61832" y="13339"/>
                    <a:pt x="62053" y="13866"/>
                  </a:cubicBezTo>
                  <a:cubicBezTo>
                    <a:pt x="62274" y="14393"/>
                    <a:pt x="62475" y="14930"/>
                    <a:pt x="62656" y="15477"/>
                  </a:cubicBezTo>
                  <a:cubicBezTo>
                    <a:pt x="62837" y="16024"/>
                    <a:pt x="62998" y="16581"/>
                    <a:pt x="63138" y="17145"/>
                  </a:cubicBezTo>
                  <a:cubicBezTo>
                    <a:pt x="63278" y="17710"/>
                    <a:pt x="63398" y="18283"/>
                    <a:pt x="63497" y="18863"/>
                  </a:cubicBezTo>
                  <a:cubicBezTo>
                    <a:pt x="63596" y="19444"/>
                    <a:pt x="63674" y="20031"/>
                    <a:pt x="63731" y="20624"/>
                  </a:cubicBezTo>
                  <a:cubicBezTo>
                    <a:pt x="63788" y="21218"/>
                    <a:pt x="63824" y="21817"/>
                    <a:pt x="63839" y="22421"/>
                  </a:cubicBezTo>
                  <a:cubicBezTo>
                    <a:pt x="63854" y="23026"/>
                    <a:pt x="63849" y="23635"/>
                    <a:pt x="63822" y="24247"/>
                  </a:cubicBezTo>
                  <a:cubicBezTo>
                    <a:pt x="63795" y="24860"/>
                    <a:pt x="63747" y="25476"/>
                    <a:pt x="63679" y="26095"/>
                  </a:cubicBezTo>
                  <a:cubicBezTo>
                    <a:pt x="63610" y="26714"/>
                    <a:pt x="63520" y="27335"/>
                    <a:pt x="63410" y="27957"/>
                  </a:cubicBezTo>
                  <a:cubicBezTo>
                    <a:pt x="63300" y="28580"/>
                    <a:pt x="63168" y="29203"/>
                    <a:pt x="63017" y="29827"/>
                  </a:cubicBezTo>
                  <a:cubicBezTo>
                    <a:pt x="62865" y="30451"/>
                    <a:pt x="62693" y="31074"/>
                    <a:pt x="62501" y="31696"/>
                  </a:cubicBezTo>
                  <a:cubicBezTo>
                    <a:pt x="62309" y="32318"/>
                    <a:pt x="62097" y="32939"/>
                    <a:pt x="61865" y="33558"/>
                  </a:cubicBezTo>
                  <a:cubicBezTo>
                    <a:pt x="61633" y="34176"/>
                    <a:pt x="61381" y="34792"/>
                    <a:pt x="61111" y="35405"/>
                  </a:cubicBezTo>
                  <a:cubicBezTo>
                    <a:pt x="60840" y="36017"/>
                    <a:pt x="60550" y="36625"/>
                    <a:pt x="60241" y="37229"/>
                  </a:cubicBezTo>
                  <a:cubicBezTo>
                    <a:pt x="59932" y="37833"/>
                    <a:pt x="59605" y="38431"/>
                    <a:pt x="59260" y="39024"/>
                  </a:cubicBezTo>
                  <a:cubicBezTo>
                    <a:pt x="58914" y="39617"/>
                    <a:pt x="58551" y="40203"/>
                    <a:pt x="58170" y="40783"/>
                  </a:cubicBezTo>
                  <a:cubicBezTo>
                    <a:pt x="57790" y="41362"/>
                    <a:pt x="57392" y="41934"/>
                    <a:pt x="56977" y="42498"/>
                  </a:cubicBezTo>
                  <a:cubicBezTo>
                    <a:pt x="56563" y="43062"/>
                    <a:pt x="56132" y="43617"/>
                    <a:pt x="55686" y="44163"/>
                  </a:cubicBezTo>
                  <a:cubicBezTo>
                    <a:pt x="55239" y="44709"/>
                    <a:pt x="54777" y="45245"/>
                    <a:pt x="54300" y="45771"/>
                  </a:cubicBezTo>
                  <a:cubicBezTo>
                    <a:pt x="53823" y="46297"/>
                    <a:pt x="53332" y="46812"/>
                    <a:pt x="52826" y="47316"/>
                  </a:cubicBezTo>
                  <a:cubicBezTo>
                    <a:pt x="52321" y="47820"/>
                    <a:pt x="51802" y="48312"/>
                    <a:pt x="51270" y="48791"/>
                  </a:cubicBezTo>
                  <a:cubicBezTo>
                    <a:pt x="50738" y="49271"/>
                    <a:pt x="50194" y="49738"/>
                    <a:pt x="49637" y="50192"/>
                  </a:cubicBezTo>
                  <a:cubicBezTo>
                    <a:pt x="49081" y="50646"/>
                    <a:pt x="48513" y="51086"/>
                    <a:pt x="47935" y="51512"/>
                  </a:cubicBezTo>
                  <a:cubicBezTo>
                    <a:pt x="47356" y="51938"/>
                    <a:pt x="46767" y="52350"/>
                    <a:pt x="46169" y="52746"/>
                  </a:cubicBezTo>
                  <a:cubicBezTo>
                    <a:pt x="45571" y="53143"/>
                    <a:pt x="44963" y="53524"/>
                    <a:pt x="44347" y="53890"/>
                  </a:cubicBezTo>
                  <a:cubicBezTo>
                    <a:pt x="43731" y="54256"/>
                    <a:pt x="43107" y="54605"/>
                    <a:pt x="42476" y="54938"/>
                  </a:cubicBezTo>
                  <a:cubicBezTo>
                    <a:pt x="41845" y="55272"/>
                    <a:pt x="41207" y="55588"/>
                    <a:pt x="40563" y="55887"/>
                  </a:cubicBezTo>
                  <a:cubicBezTo>
                    <a:pt x="39920" y="56187"/>
                    <a:pt x="39270" y="56469"/>
                    <a:pt x="38617" y="56733"/>
                  </a:cubicBezTo>
                  <a:cubicBezTo>
                    <a:pt x="37963" y="56998"/>
                    <a:pt x="37305" y="57245"/>
                    <a:pt x="36643" y="57473"/>
                  </a:cubicBezTo>
                  <a:cubicBezTo>
                    <a:pt x="35982" y="57702"/>
                    <a:pt x="35318" y="57912"/>
                    <a:pt x="34652" y="58103"/>
                  </a:cubicBezTo>
                  <a:cubicBezTo>
                    <a:pt x="33985" y="58295"/>
                    <a:pt x="33318" y="58468"/>
                    <a:pt x="32649" y="58622"/>
                  </a:cubicBezTo>
                  <a:cubicBezTo>
                    <a:pt x="31981" y="58776"/>
                    <a:pt x="31312" y="58911"/>
                    <a:pt x="30644" y="59026"/>
                  </a:cubicBezTo>
                  <a:cubicBezTo>
                    <a:pt x="29976" y="59142"/>
                    <a:pt x="29308" y="59239"/>
                    <a:pt x="28643" y="59316"/>
                  </a:cubicBezTo>
                  <a:cubicBezTo>
                    <a:pt x="27978" y="59393"/>
                    <a:pt x="27315" y="59450"/>
                    <a:pt x="26656" y="59488"/>
                  </a:cubicBezTo>
                  <a:cubicBezTo>
                    <a:pt x="25996" y="59526"/>
                    <a:pt x="25340" y="59545"/>
                    <a:pt x="24689" y="59543"/>
                  </a:cubicBezTo>
                  <a:cubicBezTo>
                    <a:pt x="24038" y="59542"/>
                    <a:pt x="23392" y="59522"/>
                    <a:pt x="22751" y="59481"/>
                  </a:cubicBezTo>
                  <a:cubicBezTo>
                    <a:pt x="22111" y="59441"/>
                    <a:pt x="21476" y="59381"/>
                    <a:pt x="20849" y="59302"/>
                  </a:cubicBezTo>
                  <a:cubicBezTo>
                    <a:pt x="20222" y="59222"/>
                    <a:pt x="19602" y="59124"/>
                    <a:pt x="18991" y="59006"/>
                  </a:cubicBezTo>
                  <a:cubicBezTo>
                    <a:pt x="18380" y="58888"/>
                    <a:pt x="17777" y="58751"/>
                    <a:pt x="17184" y="58594"/>
                  </a:cubicBezTo>
                  <a:cubicBezTo>
                    <a:pt x="16591" y="58438"/>
                    <a:pt x="16008" y="58263"/>
                    <a:pt x="15435" y="58069"/>
                  </a:cubicBezTo>
                  <a:cubicBezTo>
                    <a:pt x="14862" y="57875"/>
                    <a:pt x="14301" y="57663"/>
                    <a:pt x="13751" y="57432"/>
                  </a:cubicBezTo>
                  <a:cubicBezTo>
                    <a:pt x="13201" y="57202"/>
                    <a:pt x="12664" y="56953"/>
                    <a:pt x="12139" y="56686"/>
                  </a:cubicBezTo>
                  <a:cubicBezTo>
                    <a:pt x="11614" y="56420"/>
                    <a:pt x="11103" y="56136"/>
                    <a:pt x="10605" y="55834"/>
                  </a:cubicBezTo>
                  <a:cubicBezTo>
                    <a:pt x="10107" y="55533"/>
                    <a:pt x="9624" y="55214"/>
                    <a:pt x="9155" y="54879"/>
                  </a:cubicBezTo>
                  <a:cubicBezTo>
                    <a:pt x="8686" y="54544"/>
                    <a:pt x="8233" y="54193"/>
                    <a:pt x="7795" y="53825"/>
                  </a:cubicBezTo>
                  <a:cubicBezTo>
                    <a:pt x="7357" y="53458"/>
                    <a:pt x="6935" y="53074"/>
                    <a:pt x="6530" y="52676"/>
                  </a:cubicBezTo>
                  <a:cubicBezTo>
                    <a:pt x="6125" y="52278"/>
                    <a:pt x="5736" y="51864"/>
                    <a:pt x="5365" y="51437"/>
                  </a:cubicBezTo>
                  <a:cubicBezTo>
                    <a:pt x="4994" y="51009"/>
                    <a:pt x="4641" y="50567"/>
                    <a:pt x="4305" y="50112"/>
                  </a:cubicBezTo>
                  <a:cubicBezTo>
                    <a:pt x="3970" y="49656"/>
                    <a:pt x="3653" y="49188"/>
                    <a:pt x="3355" y="48706"/>
                  </a:cubicBezTo>
                  <a:cubicBezTo>
                    <a:pt x="3056" y="48225"/>
                    <a:pt x="2777" y="47732"/>
                    <a:pt x="2516" y="47226"/>
                  </a:cubicBezTo>
                  <a:cubicBezTo>
                    <a:pt x="2256" y="46721"/>
                    <a:pt x="2015" y="46205"/>
                    <a:pt x="1794" y="45678"/>
                  </a:cubicBezTo>
                  <a:cubicBezTo>
                    <a:pt x="1573" y="45150"/>
                    <a:pt x="1372" y="44613"/>
                    <a:pt x="1191" y="44066"/>
                  </a:cubicBezTo>
                  <a:cubicBezTo>
                    <a:pt x="1010" y="43519"/>
                    <a:pt x="850" y="42963"/>
                    <a:pt x="709" y="42398"/>
                  </a:cubicBezTo>
                  <a:cubicBezTo>
                    <a:pt x="569" y="41833"/>
                    <a:pt x="450" y="41260"/>
                    <a:pt x="351" y="40680"/>
                  </a:cubicBezTo>
                  <a:cubicBezTo>
                    <a:pt x="252" y="40100"/>
                    <a:pt x="174" y="39513"/>
                    <a:pt x="117" y="38919"/>
                  </a:cubicBezTo>
                  <a:cubicBezTo>
                    <a:pt x="60" y="38326"/>
                    <a:pt x="23" y="37726"/>
                    <a:pt x="8" y="37122"/>
                  </a:cubicBezTo>
                  <a:cubicBezTo>
                    <a:pt x="-7" y="36518"/>
                    <a:pt x="-1" y="35909"/>
                    <a:pt x="26" y="35296"/>
                  </a:cubicBezTo>
                  <a:cubicBezTo>
                    <a:pt x="52" y="34683"/>
                    <a:pt x="100" y="34067"/>
                    <a:pt x="169" y="33448"/>
                  </a:cubicBezTo>
                  <a:cubicBezTo>
                    <a:pt x="238" y="32830"/>
                    <a:pt x="327" y="32208"/>
                    <a:pt x="438" y="31586"/>
                  </a:cubicBezTo>
                  <a:cubicBezTo>
                    <a:pt x="548" y="30964"/>
                    <a:pt x="679" y="30340"/>
                    <a:pt x="831" y="29717"/>
                  </a:cubicBezTo>
                  <a:cubicBezTo>
                    <a:pt x="982" y="29093"/>
                    <a:pt x="1154" y="28470"/>
                    <a:pt x="1346" y="27847"/>
                  </a:cubicBezTo>
                  <a:cubicBezTo>
                    <a:pt x="1538" y="27225"/>
                    <a:pt x="1750" y="26604"/>
                    <a:pt x="1982" y="25986"/>
                  </a:cubicBezTo>
                  <a:cubicBezTo>
                    <a:pt x="2214" y="25367"/>
                    <a:pt x="2466" y="24751"/>
                    <a:pt x="2737" y="24139"/>
                  </a:cubicBezTo>
                  <a:cubicBezTo>
                    <a:pt x="3008" y="23527"/>
                    <a:pt x="3298" y="22918"/>
                    <a:pt x="3607" y="22314"/>
                  </a:cubicBezTo>
                  <a:cubicBezTo>
                    <a:pt x="3915" y="21711"/>
                    <a:pt x="4243" y="21112"/>
                    <a:pt x="4588" y="20519"/>
                  </a:cubicBezTo>
                  <a:cubicBezTo>
                    <a:pt x="4933" y="19927"/>
                    <a:pt x="5297" y="19340"/>
                    <a:pt x="5677" y="18761"/>
                  </a:cubicBezTo>
                  <a:cubicBezTo>
                    <a:pt x="6058" y="18181"/>
                    <a:pt x="6456" y="17609"/>
                    <a:pt x="6870" y="17046"/>
                  </a:cubicBezTo>
                  <a:cubicBezTo>
                    <a:pt x="7285" y="16482"/>
                    <a:pt x="7715" y="15927"/>
                    <a:pt x="8162" y="15381"/>
                  </a:cubicBezTo>
                  <a:cubicBezTo>
                    <a:pt x="8608" y="14835"/>
                    <a:pt x="9070" y="14299"/>
                    <a:pt x="9547" y="13773"/>
                  </a:cubicBezTo>
                  <a:cubicBezTo>
                    <a:pt x="10024" y="13247"/>
                    <a:pt x="10516" y="12732"/>
                    <a:pt x="11021" y="12228"/>
                  </a:cubicBezTo>
                  <a:cubicBezTo>
                    <a:pt x="11527" y="11724"/>
                    <a:pt x="12046" y="11232"/>
                    <a:pt x="12578" y="10752"/>
                  </a:cubicBezTo>
                  <a:cubicBezTo>
                    <a:pt x="13109" y="10272"/>
                    <a:pt x="13654" y="9805"/>
                    <a:pt x="14210" y="9351"/>
                  </a:cubicBezTo>
                  <a:cubicBezTo>
                    <a:pt x="14766" y="8898"/>
                    <a:pt x="15334" y="8457"/>
                    <a:pt x="15913" y="8031"/>
                  </a:cubicBezTo>
                  <a:cubicBezTo>
                    <a:pt x="16491" y="7605"/>
                    <a:pt x="17080" y="7194"/>
                    <a:pt x="17679" y="6797"/>
                  </a:cubicBezTo>
                  <a:cubicBezTo>
                    <a:pt x="18277" y="6400"/>
                    <a:pt x="18885" y="6019"/>
                    <a:pt x="19501" y="5654"/>
                  </a:cubicBezTo>
                  <a:cubicBezTo>
                    <a:pt x="20116" y="5288"/>
                    <a:pt x="20740" y="4938"/>
                    <a:pt x="21372" y="4605"/>
                  </a:cubicBezTo>
                  <a:cubicBezTo>
                    <a:pt x="22003" y="4272"/>
                    <a:pt x="22640" y="3955"/>
                    <a:pt x="23284" y="3656"/>
                  </a:cubicBezTo>
                  <a:cubicBezTo>
                    <a:pt x="23928" y="3357"/>
                    <a:pt x="24577" y="3074"/>
                    <a:pt x="25231" y="2810"/>
                  </a:cubicBezTo>
                  <a:cubicBezTo>
                    <a:pt x="25885" y="2546"/>
                    <a:pt x="26543" y="2299"/>
                    <a:pt x="27204" y="2070"/>
                  </a:cubicBezTo>
                  <a:cubicBezTo>
                    <a:pt x="27865" y="1842"/>
                    <a:pt x="28530" y="1632"/>
                    <a:pt x="29196" y="1440"/>
                  </a:cubicBezTo>
                  <a:cubicBezTo>
                    <a:pt x="29862" y="1249"/>
                    <a:pt x="30530" y="1076"/>
                    <a:pt x="31198" y="922"/>
                  </a:cubicBezTo>
                  <a:cubicBezTo>
                    <a:pt x="31867" y="768"/>
                    <a:pt x="32536" y="633"/>
                    <a:pt x="33204" y="517"/>
                  </a:cubicBezTo>
                  <a:cubicBezTo>
                    <a:pt x="33872" y="401"/>
                    <a:pt x="34539" y="305"/>
                    <a:pt x="35204" y="228"/>
                  </a:cubicBezTo>
                  <a:cubicBezTo>
                    <a:pt x="35869" y="151"/>
                    <a:pt x="36532" y="93"/>
                    <a:pt x="37192" y="55"/>
                  </a:cubicBezTo>
                  <a:cubicBezTo>
                    <a:pt x="37851" y="17"/>
                    <a:pt x="38507" y="-1"/>
                    <a:pt x="39158" y="0"/>
                  </a:cubicBezTo>
                  <a:cubicBezTo>
                    <a:pt x="39810" y="1"/>
                    <a:pt x="40456" y="22"/>
                    <a:pt x="41096" y="62"/>
                  </a:cubicBezTo>
                  <a:cubicBezTo>
                    <a:pt x="41737" y="103"/>
                    <a:pt x="42371" y="162"/>
                    <a:pt x="42998" y="242"/>
                  </a:cubicBezTo>
                  <a:cubicBezTo>
                    <a:pt x="43625" y="321"/>
                    <a:pt x="44245" y="420"/>
                    <a:pt x="44856" y="538"/>
                  </a:cubicBezTo>
                  <a:cubicBezTo>
                    <a:pt x="45468" y="656"/>
                    <a:pt x="46070" y="793"/>
                    <a:pt x="46664" y="949"/>
                  </a:cubicBezTo>
                  <a:cubicBezTo>
                    <a:pt x="47257" y="1105"/>
                    <a:pt x="47840" y="1280"/>
                    <a:pt x="48413" y="1474"/>
                  </a:cubicBezTo>
                  <a:cubicBezTo>
                    <a:pt x="48985" y="1668"/>
                    <a:pt x="49547" y="1880"/>
                    <a:pt x="50096" y="2111"/>
                  </a:cubicBezTo>
                  <a:cubicBezTo>
                    <a:pt x="50646" y="2342"/>
                    <a:pt x="51184" y="2590"/>
                    <a:pt x="51709" y="2857"/>
                  </a:cubicBezTo>
                  <a:cubicBezTo>
                    <a:pt x="52233" y="3124"/>
                    <a:pt x="52745" y="3408"/>
                    <a:pt x="53243" y="3709"/>
                  </a:cubicBezTo>
                  <a:cubicBezTo>
                    <a:pt x="53740" y="4011"/>
                    <a:pt x="54224" y="4329"/>
                    <a:pt x="54693" y="4664"/>
                  </a:cubicBezTo>
                  <a:cubicBezTo>
                    <a:pt x="55161" y="4999"/>
                    <a:pt x="55615" y="5351"/>
                    <a:pt x="56053" y="5718"/>
                  </a:cubicBezTo>
                  <a:cubicBezTo>
                    <a:pt x="56491" y="6086"/>
                    <a:pt x="56912" y="6469"/>
                    <a:pt x="57318" y="6867"/>
                  </a:cubicBezTo>
                  <a:cubicBezTo>
                    <a:pt x="57723" y="7266"/>
                    <a:pt x="58111" y="7679"/>
                    <a:pt x="58482" y="8107"/>
                  </a:cubicBezTo>
                  <a:cubicBezTo>
                    <a:pt x="58853" y="8535"/>
                    <a:pt x="59207" y="8976"/>
                    <a:pt x="59542" y="9432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6" name="probe-noto-emoji_u1f41e-part-9"/>
            <p:cNvSpPr/>
            <p:nvPr/>
          </p:nvSpPr>
          <p:spPr>
            <a:xfrm>
              <a:off x="599100" y="506300"/>
              <a:ext cx="244354" cy="624290"/>
            </a:xfrm>
            <a:custGeom>
              <a:avLst/>
              <a:gdLst/>
              <a:ahLst/>
              <a:cxnLst/>
              <a:rect l="0" t="0" r="r" b="b"/>
              <a:pathLst>
                <a:path w="244354" h="624290">
                  <a:moveTo>
                    <a:pt x="0" y="26200"/>
                  </a:moveTo>
                  <a:cubicBezTo>
                    <a:pt x="0" y="26200"/>
                    <a:pt x="108900" y="294200"/>
                    <a:pt x="119200" y="324700"/>
                  </a:cubicBezTo>
                  <a:cubicBezTo>
                    <a:pt x="129400" y="354800"/>
                    <a:pt x="209800" y="592700"/>
                    <a:pt x="214000" y="605300"/>
                  </a:cubicBezTo>
                  <a:cubicBezTo>
                    <a:pt x="218200" y="617900"/>
                    <a:pt x="220600" y="627800"/>
                    <a:pt x="234600" y="623100"/>
                  </a:cubicBezTo>
                  <a:cubicBezTo>
                    <a:pt x="250100" y="617900"/>
                    <a:pt x="243500" y="603900"/>
                    <a:pt x="239300" y="592600"/>
                  </a:cubicBezTo>
                  <a:cubicBezTo>
                    <a:pt x="235100" y="581300"/>
                    <a:pt x="166900" y="345200"/>
                    <a:pt x="156700" y="313900"/>
                  </a:cubicBezTo>
                  <a:cubicBezTo>
                    <a:pt x="134600" y="246300"/>
                    <a:pt x="45000" y="0"/>
                    <a:pt x="45000" y="0"/>
                  </a:cubicBezTo>
                  <a:lnTo>
                    <a:pt x="0" y="26200"/>
                  </a:lnTo>
                  <a:close/>
                </a:path>
              </a:pathLst>
            </a:custGeom>
            <a:solidFill>
              <a:srgbClr val="D62F34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7" name="probe-noto-emoji_u1f41e-part-10"/>
            <p:cNvSpPr/>
            <p:nvPr/>
          </p:nvSpPr>
          <p:spPr>
            <a:xfrm>
              <a:off x="297900" y="298264"/>
              <a:ext cx="535900" cy="250136"/>
            </a:xfrm>
            <a:custGeom>
              <a:avLst/>
              <a:gdLst/>
              <a:ahLst/>
              <a:cxnLst/>
              <a:rect l="0" t="0" r="r" b="b"/>
              <a:pathLst>
                <a:path w="535900" h="250136">
                  <a:moveTo>
                    <a:pt x="235000" y="15036"/>
                  </a:moveTo>
                  <a:cubicBezTo>
                    <a:pt x="151900" y="43236"/>
                    <a:pt x="104100" y="105136"/>
                    <a:pt x="92800" y="126236"/>
                  </a:cubicBezTo>
                  <a:cubicBezTo>
                    <a:pt x="81500" y="147336"/>
                    <a:pt x="47800" y="141736"/>
                    <a:pt x="47800" y="141736"/>
                  </a:cubicBezTo>
                  <a:cubicBezTo>
                    <a:pt x="47800" y="141736"/>
                    <a:pt x="26700" y="159136"/>
                    <a:pt x="13100" y="183936"/>
                  </a:cubicBezTo>
                  <a:cubicBezTo>
                    <a:pt x="2500" y="203236"/>
                    <a:pt x="0" y="231836"/>
                    <a:pt x="0" y="231836"/>
                  </a:cubicBezTo>
                  <a:cubicBezTo>
                    <a:pt x="0" y="231836"/>
                    <a:pt x="109800" y="220136"/>
                    <a:pt x="168900" y="225736"/>
                  </a:cubicBezTo>
                  <a:cubicBezTo>
                    <a:pt x="228000" y="231336"/>
                    <a:pt x="333600" y="250136"/>
                    <a:pt x="333600" y="250136"/>
                  </a:cubicBezTo>
                  <a:cubicBezTo>
                    <a:pt x="333600" y="250136"/>
                    <a:pt x="393200" y="164736"/>
                    <a:pt x="436400" y="120636"/>
                  </a:cubicBezTo>
                  <a:cubicBezTo>
                    <a:pt x="463600" y="92836"/>
                    <a:pt x="535900" y="31436"/>
                    <a:pt x="535900" y="31436"/>
                  </a:cubicBezTo>
                  <a:cubicBezTo>
                    <a:pt x="535900" y="31436"/>
                    <a:pt x="507300" y="10336"/>
                    <a:pt x="486200" y="6136"/>
                  </a:cubicBezTo>
                  <a:cubicBezTo>
                    <a:pt x="469500" y="2836"/>
                    <a:pt x="433200" y="-1864"/>
                    <a:pt x="415800" y="8036"/>
                  </a:cubicBezTo>
                  <a:cubicBezTo>
                    <a:pt x="414300" y="8036"/>
                    <a:pt x="321100" y="-14064"/>
                    <a:pt x="235000" y="15036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8" name="probe-noto-emoji_u1f41e-part-11"/>
            <p:cNvSpPr/>
            <p:nvPr/>
          </p:nvSpPr>
          <p:spPr>
            <a:xfrm>
              <a:off x="331428" y="391683"/>
              <a:ext cx="77656" cy="84142"/>
            </a:xfrm>
            <a:custGeom>
              <a:avLst/>
              <a:gdLst/>
              <a:ahLst/>
              <a:cxnLst/>
              <a:rect l="0" t="0" r="r" b="b"/>
              <a:pathLst>
                <a:path w="77656" h="84142">
                  <a:moveTo>
                    <a:pt x="69672" y="66617"/>
                  </a:moveTo>
                  <a:cubicBezTo>
                    <a:pt x="91872" y="43717"/>
                    <a:pt x="63072" y="-983"/>
                    <a:pt x="40572" y="17"/>
                  </a:cubicBezTo>
                  <a:cubicBezTo>
                    <a:pt x="18072" y="917"/>
                    <a:pt x="18972" y="16017"/>
                    <a:pt x="13372" y="29117"/>
                  </a:cubicBezTo>
                  <a:cubicBezTo>
                    <a:pt x="7772" y="42217"/>
                    <a:pt x="-1728" y="47517"/>
                    <a:pt x="272" y="61917"/>
                  </a:cubicBezTo>
                  <a:cubicBezTo>
                    <a:pt x="2072" y="76017"/>
                    <a:pt x="35872" y="101417"/>
                    <a:pt x="69672" y="66617"/>
                  </a:cubicBezTo>
                  <a:close/>
                </a:path>
              </a:pathLst>
            </a:custGeom>
            <a:solidFill>
              <a:srgbClr val="FFEB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239" name="probe-noto-emoji_u1f41e-part-12"/>
            <p:cNvSpPr/>
            <p:nvPr/>
          </p:nvSpPr>
          <p:spPr>
            <a:xfrm>
              <a:off x="653308" y="265672"/>
              <a:ext cx="86676" cy="81421"/>
            </a:xfrm>
            <a:custGeom>
              <a:avLst/>
              <a:gdLst/>
              <a:ahLst/>
              <a:cxnLst/>
              <a:rect l="0" t="0" r="r" b="b"/>
              <a:pathLst>
                <a:path w="86676" h="81421">
                  <a:moveTo>
                    <a:pt x="18092" y="73428"/>
                  </a:moveTo>
                  <a:cubicBezTo>
                    <a:pt x="57492" y="97828"/>
                    <a:pt x="84692" y="60328"/>
                    <a:pt x="86592" y="41528"/>
                  </a:cubicBezTo>
                  <a:cubicBezTo>
                    <a:pt x="88492" y="22728"/>
                    <a:pt x="57492" y="19928"/>
                    <a:pt x="48092" y="14328"/>
                  </a:cubicBezTo>
                  <a:cubicBezTo>
                    <a:pt x="38692" y="8728"/>
                    <a:pt x="23692" y="-11972"/>
                    <a:pt x="9592" y="9628"/>
                  </a:cubicBezTo>
                  <a:cubicBezTo>
                    <a:pt x="-4408" y="31228"/>
                    <a:pt x="-4308" y="59628"/>
                    <a:pt x="18092" y="73428"/>
                  </a:cubicBezTo>
                  <a:close/>
                </a:path>
              </a:pathLst>
            </a:custGeom>
            <a:solidFill>
              <a:srgbClr val="FFEB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0" name="probe-noto-emoji_u1f41e-part-13"/>
            <p:cNvSpPr/>
            <p:nvPr/>
          </p:nvSpPr>
          <p:spPr>
            <a:xfrm>
              <a:off x="455500" y="638600"/>
              <a:ext cx="191600" cy="186400"/>
            </a:xfrm>
            <a:custGeom>
              <a:avLst/>
              <a:gdLst/>
              <a:ahLst/>
              <a:cxnLst/>
              <a:rect l="0" t="0" r="r" b="b"/>
              <a:pathLst>
                <a:path w="191600" h="186400">
                  <a:moveTo>
                    <a:pt x="191600" y="93200"/>
                  </a:moveTo>
                  <a:cubicBezTo>
                    <a:pt x="191600" y="95152"/>
                    <a:pt x="191537" y="97104"/>
                    <a:pt x="191411" y="99052"/>
                  </a:cubicBezTo>
                  <a:cubicBezTo>
                    <a:pt x="191285" y="101000"/>
                    <a:pt x="191096" y="102944"/>
                    <a:pt x="190845" y="104881"/>
                  </a:cubicBezTo>
                  <a:cubicBezTo>
                    <a:pt x="190593" y="106818"/>
                    <a:pt x="190279" y="108746"/>
                    <a:pt x="189903" y="110664"/>
                  </a:cubicBezTo>
                  <a:cubicBezTo>
                    <a:pt x="189527" y="112581"/>
                    <a:pt x="189089" y="114487"/>
                    <a:pt x="188590" y="116378"/>
                  </a:cubicBezTo>
                  <a:cubicBezTo>
                    <a:pt x="188091" y="118269"/>
                    <a:pt x="187531" y="120144"/>
                    <a:pt x="186911" y="122000"/>
                  </a:cubicBezTo>
                  <a:cubicBezTo>
                    <a:pt x="186291" y="123857"/>
                    <a:pt x="185611" y="125694"/>
                    <a:pt x="184873" y="127509"/>
                  </a:cubicBezTo>
                  <a:cubicBezTo>
                    <a:pt x="184134" y="129324"/>
                    <a:pt x="183337" y="131116"/>
                    <a:pt x="182482" y="132883"/>
                  </a:cubicBezTo>
                  <a:cubicBezTo>
                    <a:pt x="181628" y="134649"/>
                    <a:pt x="180717" y="136389"/>
                    <a:pt x="179750" y="138099"/>
                  </a:cubicBezTo>
                  <a:cubicBezTo>
                    <a:pt x="178783" y="139810"/>
                    <a:pt x="177762" y="141491"/>
                    <a:pt x="176687" y="143139"/>
                  </a:cubicBezTo>
                  <a:cubicBezTo>
                    <a:pt x="175611" y="144787"/>
                    <a:pt x="174483" y="146402"/>
                    <a:pt x="173304" y="147982"/>
                  </a:cubicBezTo>
                  <a:cubicBezTo>
                    <a:pt x="172124" y="149561"/>
                    <a:pt x="170894" y="151104"/>
                    <a:pt x="169615" y="152608"/>
                  </a:cubicBezTo>
                  <a:cubicBezTo>
                    <a:pt x="168336" y="154112"/>
                    <a:pt x="167009" y="155577"/>
                    <a:pt x="165635" y="157000"/>
                  </a:cubicBezTo>
                  <a:cubicBezTo>
                    <a:pt x="164262" y="158423"/>
                    <a:pt x="162842" y="159804"/>
                    <a:pt x="161380" y="161140"/>
                  </a:cubicBezTo>
                  <a:cubicBezTo>
                    <a:pt x="159917" y="162476"/>
                    <a:pt x="158411" y="163767"/>
                    <a:pt x="156865" y="165012"/>
                  </a:cubicBezTo>
                  <a:cubicBezTo>
                    <a:pt x="155319" y="166256"/>
                    <a:pt x="153733" y="167453"/>
                    <a:pt x="152110" y="168600"/>
                  </a:cubicBezTo>
                  <a:cubicBezTo>
                    <a:pt x="150486" y="169748"/>
                    <a:pt x="148826" y="170845"/>
                    <a:pt x="147132" y="171891"/>
                  </a:cubicBezTo>
                  <a:cubicBezTo>
                    <a:pt x="145438" y="172937"/>
                    <a:pt x="143710" y="173931"/>
                    <a:pt x="141952" y="174872"/>
                  </a:cubicBezTo>
                  <a:cubicBezTo>
                    <a:pt x="140194" y="175812"/>
                    <a:pt x="138405" y="176699"/>
                    <a:pt x="136590" y="177530"/>
                  </a:cubicBezTo>
                  <a:cubicBezTo>
                    <a:pt x="134774" y="178361"/>
                    <a:pt x="132932" y="179137"/>
                    <a:pt x="131066" y="179855"/>
                  </a:cubicBezTo>
                  <a:cubicBezTo>
                    <a:pt x="129201" y="180574"/>
                    <a:pt x="127312" y="181235"/>
                    <a:pt x="125404" y="181838"/>
                  </a:cubicBezTo>
                  <a:cubicBezTo>
                    <a:pt x="123495" y="182442"/>
                    <a:pt x="121568" y="182986"/>
                    <a:pt x="119624" y="183472"/>
                  </a:cubicBezTo>
                  <a:cubicBezTo>
                    <a:pt x="117681" y="183957"/>
                    <a:pt x="115722" y="184383"/>
                    <a:pt x="113751" y="184749"/>
                  </a:cubicBezTo>
                  <a:cubicBezTo>
                    <a:pt x="111780" y="185115"/>
                    <a:pt x="109798" y="185420"/>
                    <a:pt x="107807" y="185665"/>
                  </a:cubicBezTo>
                  <a:cubicBezTo>
                    <a:pt x="105816" y="185910"/>
                    <a:pt x="103818" y="186094"/>
                    <a:pt x="101815" y="186216"/>
                  </a:cubicBezTo>
                  <a:cubicBezTo>
                    <a:pt x="99813" y="186339"/>
                    <a:pt x="97807" y="186400"/>
                    <a:pt x="95800" y="186400"/>
                  </a:cubicBezTo>
                  <a:cubicBezTo>
                    <a:pt x="93793" y="186400"/>
                    <a:pt x="91787" y="186339"/>
                    <a:pt x="89785" y="186216"/>
                  </a:cubicBezTo>
                  <a:cubicBezTo>
                    <a:pt x="87782" y="186094"/>
                    <a:pt x="85784" y="185910"/>
                    <a:pt x="83793" y="185665"/>
                  </a:cubicBezTo>
                  <a:cubicBezTo>
                    <a:pt x="81802" y="185420"/>
                    <a:pt x="79820" y="185115"/>
                    <a:pt x="77849" y="184749"/>
                  </a:cubicBezTo>
                  <a:cubicBezTo>
                    <a:pt x="75878" y="184383"/>
                    <a:pt x="73919" y="183957"/>
                    <a:pt x="71976" y="183472"/>
                  </a:cubicBezTo>
                  <a:cubicBezTo>
                    <a:pt x="70032" y="182986"/>
                    <a:pt x="68105" y="182442"/>
                    <a:pt x="66196" y="181838"/>
                  </a:cubicBezTo>
                  <a:cubicBezTo>
                    <a:pt x="64288" y="181235"/>
                    <a:pt x="62399" y="180574"/>
                    <a:pt x="60534" y="179855"/>
                  </a:cubicBezTo>
                  <a:cubicBezTo>
                    <a:pt x="58668" y="179137"/>
                    <a:pt x="56826" y="178361"/>
                    <a:pt x="55010" y="177530"/>
                  </a:cubicBezTo>
                  <a:cubicBezTo>
                    <a:pt x="53195" y="176699"/>
                    <a:pt x="51406" y="175812"/>
                    <a:pt x="49648" y="174872"/>
                  </a:cubicBezTo>
                  <a:cubicBezTo>
                    <a:pt x="47890" y="173931"/>
                    <a:pt x="46162" y="172937"/>
                    <a:pt x="44468" y="171891"/>
                  </a:cubicBezTo>
                  <a:cubicBezTo>
                    <a:pt x="42774" y="170845"/>
                    <a:pt x="41114" y="169748"/>
                    <a:pt x="39490" y="168600"/>
                  </a:cubicBezTo>
                  <a:cubicBezTo>
                    <a:pt x="37867" y="167453"/>
                    <a:pt x="36281" y="166256"/>
                    <a:pt x="34735" y="165012"/>
                  </a:cubicBezTo>
                  <a:cubicBezTo>
                    <a:pt x="33189" y="163767"/>
                    <a:pt x="31683" y="162476"/>
                    <a:pt x="30220" y="161140"/>
                  </a:cubicBezTo>
                  <a:cubicBezTo>
                    <a:pt x="28758" y="159804"/>
                    <a:pt x="27338" y="158423"/>
                    <a:pt x="25965" y="157000"/>
                  </a:cubicBezTo>
                  <a:cubicBezTo>
                    <a:pt x="24591" y="155577"/>
                    <a:pt x="23264" y="154112"/>
                    <a:pt x="21985" y="152608"/>
                  </a:cubicBezTo>
                  <a:cubicBezTo>
                    <a:pt x="20706" y="151104"/>
                    <a:pt x="19476" y="149561"/>
                    <a:pt x="18296" y="147982"/>
                  </a:cubicBezTo>
                  <a:cubicBezTo>
                    <a:pt x="17117" y="146402"/>
                    <a:pt x="15989" y="144787"/>
                    <a:pt x="14913" y="143139"/>
                  </a:cubicBezTo>
                  <a:cubicBezTo>
                    <a:pt x="13838" y="141491"/>
                    <a:pt x="12817" y="139810"/>
                    <a:pt x="11850" y="138099"/>
                  </a:cubicBezTo>
                  <a:cubicBezTo>
                    <a:pt x="10883" y="136389"/>
                    <a:pt x="9972" y="134649"/>
                    <a:pt x="9118" y="132883"/>
                  </a:cubicBezTo>
                  <a:cubicBezTo>
                    <a:pt x="8263" y="131116"/>
                    <a:pt x="7466" y="129324"/>
                    <a:pt x="6727" y="127509"/>
                  </a:cubicBezTo>
                  <a:cubicBezTo>
                    <a:pt x="5989" y="125694"/>
                    <a:pt x="5309" y="123857"/>
                    <a:pt x="4689" y="122000"/>
                  </a:cubicBezTo>
                  <a:cubicBezTo>
                    <a:pt x="4069" y="120144"/>
                    <a:pt x="3509" y="118269"/>
                    <a:pt x="3010" y="116378"/>
                  </a:cubicBezTo>
                  <a:cubicBezTo>
                    <a:pt x="2511" y="114487"/>
                    <a:pt x="2073" y="112581"/>
                    <a:pt x="1697" y="110664"/>
                  </a:cubicBezTo>
                  <a:cubicBezTo>
                    <a:pt x="1321" y="108746"/>
                    <a:pt x="1007" y="106818"/>
                    <a:pt x="755" y="104881"/>
                  </a:cubicBezTo>
                  <a:cubicBezTo>
                    <a:pt x="504" y="102944"/>
                    <a:pt x="315" y="101000"/>
                    <a:pt x="189" y="99052"/>
                  </a:cubicBezTo>
                  <a:cubicBezTo>
                    <a:pt x="63" y="97104"/>
                    <a:pt x="0" y="95152"/>
                    <a:pt x="0" y="93200"/>
                  </a:cubicBezTo>
                  <a:cubicBezTo>
                    <a:pt x="0" y="91248"/>
                    <a:pt x="63" y="89296"/>
                    <a:pt x="189" y="87348"/>
                  </a:cubicBezTo>
                  <a:cubicBezTo>
                    <a:pt x="315" y="85400"/>
                    <a:pt x="504" y="83456"/>
                    <a:pt x="755" y="81519"/>
                  </a:cubicBezTo>
                  <a:cubicBezTo>
                    <a:pt x="1007" y="79582"/>
                    <a:pt x="1321" y="77654"/>
                    <a:pt x="1697" y="75736"/>
                  </a:cubicBezTo>
                  <a:cubicBezTo>
                    <a:pt x="2073" y="73819"/>
                    <a:pt x="2511" y="71913"/>
                    <a:pt x="3010" y="70022"/>
                  </a:cubicBezTo>
                  <a:cubicBezTo>
                    <a:pt x="3509" y="68131"/>
                    <a:pt x="4069" y="66256"/>
                    <a:pt x="4689" y="64400"/>
                  </a:cubicBezTo>
                  <a:cubicBezTo>
                    <a:pt x="5309" y="62543"/>
                    <a:pt x="5989" y="60706"/>
                    <a:pt x="6727" y="58891"/>
                  </a:cubicBezTo>
                  <a:cubicBezTo>
                    <a:pt x="7466" y="57076"/>
                    <a:pt x="8263" y="55284"/>
                    <a:pt x="9118" y="53517"/>
                  </a:cubicBezTo>
                  <a:cubicBezTo>
                    <a:pt x="9972" y="51751"/>
                    <a:pt x="10883" y="50011"/>
                    <a:pt x="11850" y="48301"/>
                  </a:cubicBezTo>
                  <a:cubicBezTo>
                    <a:pt x="12817" y="46590"/>
                    <a:pt x="13838" y="44909"/>
                    <a:pt x="14913" y="43261"/>
                  </a:cubicBezTo>
                  <a:cubicBezTo>
                    <a:pt x="15989" y="41613"/>
                    <a:pt x="17117" y="39998"/>
                    <a:pt x="18296" y="38418"/>
                  </a:cubicBezTo>
                  <a:cubicBezTo>
                    <a:pt x="19476" y="36839"/>
                    <a:pt x="20706" y="35296"/>
                    <a:pt x="21985" y="33792"/>
                  </a:cubicBezTo>
                  <a:cubicBezTo>
                    <a:pt x="23264" y="32288"/>
                    <a:pt x="24591" y="30823"/>
                    <a:pt x="25965" y="29400"/>
                  </a:cubicBezTo>
                  <a:cubicBezTo>
                    <a:pt x="27338" y="27977"/>
                    <a:pt x="28758" y="26596"/>
                    <a:pt x="30220" y="25260"/>
                  </a:cubicBezTo>
                  <a:cubicBezTo>
                    <a:pt x="31683" y="23924"/>
                    <a:pt x="33189" y="22633"/>
                    <a:pt x="34735" y="21388"/>
                  </a:cubicBezTo>
                  <a:cubicBezTo>
                    <a:pt x="36281" y="20144"/>
                    <a:pt x="37867" y="18947"/>
                    <a:pt x="39490" y="17800"/>
                  </a:cubicBezTo>
                  <a:cubicBezTo>
                    <a:pt x="41114" y="16652"/>
                    <a:pt x="42774" y="15555"/>
                    <a:pt x="44468" y="14509"/>
                  </a:cubicBezTo>
                  <a:cubicBezTo>
                    <a:pt x="46162" y="13463"/>
                    <a:pt x="47890" y="12469"/>
                    <a:pt x="49648" y="11528"/>
                  </a:cubicBezTo>
                  <a:cubicBezTo>
                    <a:pt x="51406" y="10588"/>
                    <a:pt x="53195" y="9701"/>
                    <a:pt x="55010" y="8870"/>
                  </a:cubicBezTo>
                  <a:cubicBezTo>
                    <a:pt x="56826" y="8039"/>
                    <a:pt x="58668" y="7263"/>
                    <a:pt x="60534" y="6545"/>
                  </a:cubicBezTo>
                  <a:cubicBezTo>
                    <a:pt x="62399" y="5826"/>
                    <a:pt x="64288" y="5165"/>
                    <a:pt x="66196" y="4562"/>
                  </a:cubicBezTo>
                  <a:cubicBezTo>
                    <a:pt x="68105" y="3958"/>
                    <a:pt x="70032" y="3414"/>
                    <a:pt x="71976" y="2928"/>
                  </a:cubicBezTo>
                  <a:cubicBezTo>
                    <a:pt x="73919" y="2443"/>
                    <a:pt x="75878" y="2017"/>
                    <a:pt x="77849" y="1651"/>
                  </a:cubicBezTo>
                  <a:cubicBezTo>
                    <a:pt x="79820" y="1285"/>
                    <a:pt x="81802" y="980"/>
                    <a:pt x="83793" y="735"/>
                  </a:cubicBezTo>
                  <a:cubicBezTo>
                    <a:pt x="85784" y="490"/>
                    <a:pt x="87782" y="306"/>
                    <a:pt x="89785" y="184"/>
                  </a:cubicBezTo>
                  <a:cubicBezTo>
                    <a:pt x="91787" y="61"/>
                    <a:pt x="93793" y="0"/>
                    <a:pt x="95800" y="0"/>
                  </a:cubicBezTo>
                  <a:cubicBezTo>
                    <a:pt x="97807" y="0"/>
                    <a:pt x="99813" y="61"/>
                    <a:pt x="101815" y="184"/>
                  </a:cubicBezTo>
                  <a:cubicBezTo>
                    <a:pt x="103818" y="306"/>
                    <a:pt x="105816" y="490"/>
                    <a:pt x="107807" y="735"/>
                  </a:cubicBezTo>
                  <a:cubicBezTo>
                    <a:pt x="109798" y="980"/>
                    <a:pt x="111780" y="1285"/>
                    <a:pt x="113751" y="1651"/>
                  </a:cubicBezTo>
                  <a:cubicBezTo>
                    <a:pt x="115722" y="2017"/>
                    <a:pt x="117681" y="2443"/>
                    <a:pt x="119624" y="2928"/>
                  </a:cubicBezTo>
                  <a:cubicBezTo>
                    <a:pt x="121568" y="3414"/>
                    <a:pt x="123495" y="3958"/>
                    <a:pt x="125404" y="4562"/>
                  </a:cubicBezTo>
                  <a:cubicBezTo>
                    <a:pt x="127312" y="5165"/>
                    <a:pt x="129201" y="5826"/>
                    <a:pt x="131066" y="6545"/>
                  </a:cubicBezTo>
                  <a:cubicBezTo>
                    <a:pt x="132932" y="7263"/>
                    <a:pt x="134774" y="8039"/>
                    <a:pt x="136590" y="8870"/>
                  </a:cubicBezTo>
                  <a:cubicBezTo>
                    <a:pt x="138405" y="9701"/>
                    <a:pt x="140194" y="10588"/>
                    <a:pt x="141952" y="11528"/>
                  </a:cubicBezTo>
                  <a:cubicBezTo>
                    <a:pt x="143710" y="12469"/>
                    <a:pt x="145438" y="13463"/>
                    <a:pt x="147132" y="14509"/>
                  </a:cubicBezTo>
                  <a:cubicBezTo>
                    <a:pt x="148826" y="15555"/>
                    <a:pt x="150486" y="16652"/>
                    <a:pt x="152110" y="17800"/>
                  </a:cubicBezTo>
                  <a:cubicBezTo>
                    <a:pt x="153733" y="18947"/>
                    <a:pt x="155319" y="20144"/>
                    <a:pt x="156865" y="21388"/>
                  </a:cubicBezTo>
                  <a:cubicBezTo>
                    <a:pt x="158411" y="22633"/>
                    <a:pt x="159917" y="23924"/>
                    <a:pt x="161380" y="25260"/>
                  </a:cubicBezTo>
                  <a:cubicBezTo>
                    <a:pt x="162842" y="26596"/>
                    <a:pt x="164262" y="27977"/>
                    <a:pt x="165635" y="29400"/>
                  </a:cubicBezTo>
                  <a:cubicBezTo>
                    <a:pt x="167009" y="30823"/>
                    <a:pt x="168336" y="32288"/>
                    <a:pt x="169615" y="33792"/>
                  </a:cubicBezTo>
                  <a:cubicBezTo>
                    <a:pt x="170894" y="35296"/>
                    <a:pt x="172124" y="36839"/>
                    <a:pt x="173304" y="38418"/>
                  </a:cubicBezTo>
                  <a:cubicBezTo>
                    <a:pt x="174483" y="39998"/>
                    <a:pt x="175611" y="41613"/>
                    <a:pt x="176687" y="43261"/>
                  </a:cubicBezTo>
                  <a:cubicBezTo>
                    <a:pt x="177762" y="44909"/>
                    <a:pt x="178783" y="46590"/>
                    <a:pt x="179750" y="48301"/>
                  </a:cubicBezTo>
                  <a:cubicBezTo>
                    <a:pt x="180717" y="50011"/>
                    <a:pt x="181628" y="51751"/>
                    <a:pt x="182482" y="53517"/>
                  </a:cubicBezTo>
                  <a:cubicBezTo>
                    <a:pt x="183337" y="55284"/>
                    <a:pt x="184134" y="57076"/>
                    <a:pt x="184873" y="58891"/>
                  </a:cubicBezTo>
                  <a:cubicBezTo>
                    <a:pt x="185611" y="60706"/>
                    <a:pt x="186291" y="62543"/>
                    <a:pt x="186911" y="64400"/>
                  </a:cubicBezTo>
                  <a:cubicBezTo>
                    <a:pt x="187531" y="66256"/>
                    <a:pt x="188091" y="68131"/>
                    <a:pt x="188590" y="70022"/>
                  </a:cubicBezTo>
                  <a:cubicBezTo>
                    <a:pt x="189089" y="71913"/>
                    <a:pt x="189527" y="73819"/>
                    <a:pt x="189903" y="75736"/>
                  </a:cubicBezTo>
                  <a:cubicBezTo>
                    <a:pt x="190279" y="77654"/>
                    <a:pt x="190593" y="79582"/>
                    <a:pt x="190845" y="81519"/>
                  </a:cubicBezTo>
                  <a:cubicBezTo>
                    <a:pt x="191096" y="83456"/>
                    <a:pt x="191285" y="85400"/>
                    <a:pt x="191411" y="87348"/>
                  </a:cubicBezTo>
                  <a:cubicBezTo>
                    <a:pt x="191537" y="89296"/>
                    <a:pt x="191600" y="91248"/>
                    <a:pt x="191600" y="93200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1" name="probe-noto-emoji_u1f41e-part-14"/>
            <p:cNvSpPr/>
            <p:nvPr/>
          </p:nvSpPr>
          <p:spPr>
            <a:xfrm>
              <a:off x="727900" y="565400"/>
              <a:ext cx="173600" cy="175000"/>
            </a:xfrm>
            <a:custGeom>
              <a:avLst/>
              <a:gdLst/>
              <a:ahLst/>
              <a:cxnLst/>
              <a:rect l="0" t="0" r="r" b="b"/>
              <a:pathLst>
                <a:path w="173600" h="175000">
                  <a:moveTo>
                    <a:pt x="173600" y="87500"/>
                  </a:moveTo>
                  <a:cubicBezTo>
                    <a:pt x="173600" y="89333"/>
                    <a:pt x="173543" y="91165"/>
                    <a:pt x="173429" y="92994"/>
                  </a:cubicBezTo>
                  <a:cubicBezTo>
                    <a:pt x="173315" y="94823"/>
                    <a:pt x="173143" y="96648"/>
                    <a:pt x="172916" y="98467"/>
                  </a:cubicBezTo>
                  <a:cubicBezTo>
                    <a:pt x="172688" y="100285"/>
                    <a:pt x="172403" y="102096"/>
                    <a:pt x="172063" y="103896"/>
                  </a:cubicBezTo>
                  <a:cubicBezTo>
                    <a:pt x="171722" y="105696"/>
                    <a:pt x="171325" y="107485"/>
                    <a:pt x="170873" y="109260"/>
                  </a:cubicBezTo>
                  <a:cubicBezTo>
                    <a:pt x="170421" y="111036"/>
                    <a:pt x="169914" y="112796"/>
                    <a:pt x="169352" y="114539"/>
                  </a:cubicBezTo>
                  <a:cubicBezTo>
                    <a:pt x="168790" y="116282"/>
                    <a:pt x="168174" y="118007"/>
                    <a:pt x="167505" y="119711"/>
                  </a:cubicBezTo>
                  <a:cubicBezTo>
                    <a:pt x="166835" y="121415"/>
                    <a:pt x="166113" y="123097"/>
                    <a:pt x="165339" y="124756"/>
                  </a:cubicBezTo>
                  <a:cubicBezTo>
                    <a:pt x="164565" y="126414"/>
                    <a:pt x="163739" y="128047"/>
                    <a:pt x="162863" y="129653"/>
                  </a:cubicBezTo>
                  <a:cubicBezTo>
                    <a:pt x="161988" y="131259"/>
                    <a:pt x="161062" y="132837"/>
                    <a:pt x="160088" y="134385"/>
                  </a:cubicBezTo>
                  <a:cubicBezTo>
                    <a:pt x="159113" y="135932"/>
                    <a:pt x="158091" y="137448"/>
                    <a:pt x="157023" y="138931"/>
                  </a:cubicBezTo>
                  <a:cubicBezTo>
                    <a:pt x="155954" y="140414"/>
                    <a:pt x="154839" y="141862"/>
                    <a:pt x="153681" y="143275"/>
                  </a:cubicBezTo>
                  <a:cubicBezTo>
                    <a:pt x="152522" y="144687"/>
                    <a:pt x="151319" y="146062"/>
                    <a:pt x="150074" y="147398"/>
                  </a:cubicBezTo>
                  <a:cubicBezTo>
                    <a:pt x="148830" y="148734"/>
                    <a:pt x="147544" y="150030"/>
                    <a:pt x="146219" y="151285"/>
                  </a:cubicBezTo>
                  <a:cubicBezTo>
                    <a:pt x="144893" y="152539"/>
                    <a:pt x="143529" y="153752"/>
                    <a:pt x="142128" y="154920"/>
                  </a:cubicBezTo>
                  <a:cubicBezTo>
                    <a:pt x="140728" y="156088"/>
                    <a:pt x="139291" y="157212"/>
                    <a:pt x="137820" y="158289"/>
                  </a:cubicBezTo>
                  <a:cubicBezTo>
                    <a:pt x="136349" y="159366"/>
                    <a:pt x="134845" y="160397"/>
                    <a:pt x="133310" y="161379"/>
                  </a:cubicBezTo>
                  <a:cubicBezTo>
                    <a:pt x="131775" y="162361"/>
                    <a:pt x="130209" y="163294"/>
                    <a:pt x="128616" y="164177"/>
                  </a:cubicBezTo>
                  <a:cubicBezTo>
                    <a:pt x="127023" y="165060"/>
                    <a:pt x="125403" y="165892"/>
                    <a:pt x="123758" y="166672"/>
                  </a:cubicBezTo>
                  <a:cubicBezTo>
                    <a:pt x="122113" y="167453"/>
                    <a:pt x="120444" y="168181"/>
                    <a:pt x="118753" y="168855"/>
                  </a:cubicBezTo>
                  <a:cubicBezTo>
                    <a:pt x="117063" y="169530"/>
                    <a:pt x="115352" y="170151"/>
                    <a:pt x="113623" y="170717"/>
                  </a:cubicBezTo>
                  <a:cubicBezTo>
                    <a:pt x="111894" y="171284"/>
                    <a:pt x="110147" y="171795"/>
                    <a:pt x="108386" y="172251"/>
                  </a:cubicBezTo>
                  <a:cubicBezTo>
                    <a:pt x="106625" y="172707"/>
                    <a:pt x="104851" y="173107"/>
                    <a:pt x="103065" y="173450"/>
                  </a:cubicBezTo>
                  <a:cubicBezTo>
                    <a:pt x="101279" y="173794"/>
                    <a:pt x="99483" y="174080"/>
                    <a:pt x="97679" y="174310"/>
                  </a:cubicBezTo>
                  <a:cubicBezTo>
                    <a:pt x="95875" y="174540"/>
                    <a:pt x="94065" y="174712"/>
                    <a:pt x="92250" y="174827"/>
                  </a:cubicBezTo>
                  <a:cubicBezTo>
                    <a:pt x="90436" y="174942"/>
                    <a:pt x="88618" y="175000"/>
                    <a:pt x="86800" y="175000"/>
                  </a:cubicBezTo>
                  <a:cubicBezTo>
                    <a:pt x="84982" y="175000"/>
                    <a:pt x="83164" y="174942"/>
                    <a:pt x="81350" y="174827"/>
                  </a:cubicBezTo>
                  <a:cubicBezTo>
                    <a:pt x="79535" y="174712"/>
                    <a:pt x="77725" y="174540"/>
                    <a:pt x="75921" y="174310"/>
                  </a:cubicBezTo>
                  <a:cubicBezTo>
                    <a:pt x="74117" y="174080"/>
                    <a:pt x="72321" y="173794"/>
                    <a:pt x="70535" y="173450"/>
                  </a:cubicBezTo>
                  <a:cubicBezTo>
                    <a:pt x="68749" y="173107"/>
                    <a:pt x="66975" y="172707"/>
                    <a:pt x="65214" y="172251"/>
                  </a:cubicBezTo>
                  <a:cubicBezTo>
                    <a:pt x="63453" y="171795"/>
                    <a:pt x="61706" y="171284"/>
                    <a:pt x="59977" y="170717"/>
                  </a:cubicBezTo>
                  <a:cubicBezTo>
                    <a:pt x="58248" y="170151"/>
                    <a:pt x="56537" y="169530"/>
                    <a:pt x="54847" y="168855"/>
                  </a:cubicBezTo>
                  <a:cubicBezTo>
                    <a:pt x="53156" y="168181"/>
                    <a:pt x="51487" y="167453"/>
                    <a:pt x="49842" y="166672"/>
                  </a:cubicBezTo>
                  <a:cubicBezTo>
                    <a:pt x="48197" y="165892"/>
                    <a:pt x="46577" y="165060"/>
                    <a:pt x="44984" y="164177"/>
                  </a:cubicBezTo>
                  <a:cubicBezTo>
                    <a:pt x="43391" y="163294"/>
                    <a:pt x="41825" y="162361"/>
                    <a:pt x="40290" y="161379"/>
                  </a:cubicBezTo>
                  <a:cubicBezTo>
                    <a:pt x="38755" y="160397"/>
                    <a:pt x="37251" y="159366"/>
                    <a:pt x="35780" y="158289"/>
                  </a:cubicBezTo>
                  <a:cubicBezTo>
                    <a:pt x="34309" y="157212"/>
                    <a:pt x="32872" y="156088"/>
                    <a:pt x="31472" y="154920"/>
                  </a:cubicBezTo>
                  <a:cubicBezTo>
                    <a:pt x="30071" y="153752"/>
                    <a:pt x="28707" y="152539"/>
                    <a:pt x="27381" y="151285"/>
                  </a:cubicBezTo>
                  <a:cubicBezTo>
                    <a:pt x="26056" y="150030"/>
                    <a:pt x="24770" y="148734"/>
                    <a:pt x="23526" y="147398"/>
                  </a:cubicBezTo>
                  <a:cubicBezTo>
                    <a:pt x="22281" y="146062"/>
                    <a:pt x="21078" y="144687"/>
                    <a:pt x="19919" y="143275"/>
                  </a:cubicBezTo>
                  <a:cubicBezTo>
                    <a:pt x="18761" y="141862"/>
                    <a:pt x="17646" y="140414"/>
                    <a:pt x="16577" y="138931"/>
                  </a:cubicBezTo>
                  <a:cubicBezTo>
                    <a:pt x="15509" y="137448"/>
                    <a:pt x="14487" y="135932"/>
                    <a:pt x="13512" y="134385"/>
                  </a:cubicBezTo>
                  <a:cubicBezTo>
                    <a:pt x="12538" y="132837"/>
                    <a:pt x="11612" y="131259"/>
                    <a:pt x="10737" y="129653"/>
                  </a:cubicBezTo>
                  <a:cubicBezTo>
                    <a:pt x="9861" y="128047"/>
                    <a:pt x="9035" y="126414"/>
                    <a:pt x="8261" y="124756"/>
                  </a:cubicBezTo>
                  <a:cubicBezTo>
                    <a:pt x="7487" y="123097"/>
                    <a:pt x="6765" y="121415"/>
                    <a:pt x="6095" y="119711"/>
                  </a:cubicBezTo>
                  <a:cubicBezTo>
                    <a:pt x="5426" y="118007"/>
                    <a:pt x="4810" y="116282"/>
                    <a:pt x="4248" y="114539"/>
                  </a:cubicBezTo>
                  <a:cubicBezTo>
                    <a:pt x="3686" y="112796"/>
                    <a:pt x="3179" y="111036"/>
                    <a:pt x="2727" y="109260"/>
                  </a:cubicBezTo>
                  <a:cubicBezTo>
                    <a:pt x="2275" y="107485"/>
                    <a:pt x="1878" y="105696"/>
                    <a:pt x="1537" y="103896"/>
                  </a:cubicBezTo>
                  <a:cubicBezTo>
                    <a:pt x="1197" y="102096"/>
                    <a:pt x="912" y="100285"/>
                    <a:pt x="684" y="98467"/>
                  </a:cubicBezTo>
                  <a:cubicBezTo>
                    <a:pt x="457" y="96648"/>
                    <a:pt x="285" y="94823"/>
                    <a:pt x="171" y="92994"/>
                  </a:cubicBezTo>
                  <a:cubicBezTo>
                    <a:pt x="57" y="91165"/>
                    <a:pt x="0" y="89333"/>
                    <a:pt x="0" y="87500"/>
                  </a:cubicBezTo>
                  <a:cubicBezTo>
                    <a:pt x="0" y="85667"/>
                    <a:pt x="57" y="83835"/>
                    <a:pt x="171" y="82006"/>
                  </a:cubicBezTo>
                  <a:cubicBezTo>
                    <a:pt x="285" y="80177"/>
                    <a:pt x="457" y="78352"/>
                    <a:pt x="684" y="76533"/>
                  </a:cubicBezTo>
                  <a:cubicBezTo>
                    <a:pt x="912" y="74715"/>
                    <a:pt x="1197" y="72904"/>
                    <a:pt x="1537" y="71104"/>
                  </a:cubicBezTo>
                  <a:cubicBezTo>
                    <a:pt x="1878" y="69304"/>
                    <a:pt x="2275" y="67515"/>
                    <a:pt x="2727" y="65740"/>
                  </a:cubicBezTo>
                  <a:cubicBezTo>
                    <a:pt x="3179" y="63964"/>
                    <a:pt x="3686" y="62204"/>
                    <a:pt x="4248" y="60461"/>
                  </a:cubicBezTo>
                  <a:cubicBezTo>
                    <a:pt x="4810" y="58718"/>
                    <a:pt x="5426" y="56993"/>
                    <a:pt x="6095" y="55289"/>
                  </a:cubicBezTo>
                  <a:cubicBezTo>
                    <a:pt x="6765" y="53585"/>
                    <a:pt x="7487" y="51903"/>
                    <a:pt x="8261" y="50244"/>
                  </a:cubicBezTo>
                  <a:cubicBezTo>
                    <a:pt x="9035" y="48586"/>
                    <a:pt x="9861" y="46953"/>
                    <a:pt x="10737" y="45347"/>
                  </a:cubicBezTo>
                  <a:cubicBezTo>
                    <a:pt x="11612" y="43741"/>
                    <a:pt x="12538" y="42163"/>
                    <a:pt x="13512" y="40615"/>
                  </a:cubicBezTo>
                  <a:cubicBezTo>
                    <a:pt x="14487" y="39068"/>
                    <a:pt x="15509" y="37552"/>
                    <a:pt x="16577" y="36069"/>
                  </a:cubicBezTo>
                  <a:cubicBezTo>
                    <a:pt x="17646" y="34586"/>
                    <a:pt x="18761" y="33138"/>
                    <a:pt x="19919" y="31725"/>
                  </a:cubicBezTo>
                  <a:cubicBezTo>
                    <a:pt x="21078" y="30313"/>
                    <a:pt x="22281" y="28938"/>
                    <a:pt x="23526" y="27602"/>
                  </a:cubicBezTo>
                  <a:cubicBezTo>
                    <a:pt x="24770" y="26266"/>
                    <a:pt x="26056" y="24970"/>
                    <a:pt x="27381" y="23715"/>
                  </a:cubicBezTo>
                  <a:cubicBezTo>
                    <a:pt x="28707" y="22461"/>
                    <a:pt x="30071" y="21248"/>
                    <a:pt x="31472" y="20080"/>
                  </a:cubicBezTo>
                  <a:cubicBezTo>
                    <a:pt x="32872" y="18912"/>
                    <a:pt x="34309" y="17788"/>
                    <a:pt x="35780" y="16711"/>
                  </a:cubicBezTo>
                  <a:cubicBezTo>
                    <a:pt x="37251" y="15634"/>
                    <a:pt x="38755" y="14603"/>
                    <a:pt x="40290" y="13621"/>
                  </a:cubicBezTo>
                  <a:cubicBezTo>
                    <a:pt x="41825" y="12639"/>
                    <a:pt x="43391" y="11706"/>
                    <a:pt x="44984" y="10823"/>
                  </a:cubicBezTo>
                  <a:cubicBezTo>
                    <a:pt x="46577" y="9940"/>
                    <a:pt x="48197" y="9108"/>
                    <a:pt x="49842" y="8328"/>
                  </a:cubicBezTo>
                  <a:cubicBezTo>
                    <a:pt x="51487" y="7547"/>
                    <a:pt x="53156" y="6819"/>
                    <a:pt x="54847" y="6145"/>
                  </a:cubicBezTo>
                  <a:cubicBezTo>
                    <a:pt x="56537" y="5470"/>
                    <a:pt x="58248" y="4849"/>
                    <a:pt x="59977" y="4283"/>
                  </a:cubicBezTo>
                  <a:cubicBezTo>
                    <a:pt x="61706" y="3716"/>
                    <a:pt x="63453" y="3205"/>
                    <a:pt x="65214" y="2749"/>
                  </a:cubicBezTo>
                  <a:cubicBezTo>
                    <a:pt x="66975" y="2293"/>
                    <a:pt x="68749" y="1893"/>
                    <a:pt x="70535" y="1550"/>
                  </a:cubicBezTo>
                  <a:cubicBezTo>
                    <a:pt x="72321" y="1206"/>
                    <a:pt x="74117" y="920"/>
                    <a:pt x="75921" y="690"/>
                  </a:cubicBezTo>
                  <a:cubicBezTo>
                    <a:pt x="77725" y="460"/>
                    <a:pt x="79535" y="288"/>
                    <a:pt x="81350" y="173"/>
                  </a:cubicBezTo>
                  <a:cubicBezTo>
                    <a:pt x="83164" y="58"/>
                    <a:pt x="84982" y="0"/>
                    <a:pt x="86800" y="0"/>
                  </a:cubicBezTo>
                  <a:cubicBezTo>
                    <a:pt x="88618" y="0"/>
                    <a:pt x="90436" y="58"/>
                    <a:pt x="92250" y="173"/>
                  </a:cubicBezTo>
                  <a:cubicBezTo>
                    <a:pt x="94065" y="288"/>
                    <a:pt x="95875" y="460"/>
                    <a:pt x="97679" y="690"/>
                  </a:cubicBezTo>
                  <a:cubicBezTo>
                    <a:pt x="99483" y="920"/>
                    <a:pt x="101279" y="1206"/>
                    <a:pt x="103065" y="1550"/>
                  </a:cubicBezTo>
                  <a:cubicBezTo>
                    <a:pt x="104851" y="1893"/>
                    <a:pt x="106625" y="2293"/>
                    <a:pt x="108386" y="2749"/>
                  </a:cubicBezTo>
                  <a:cubicBezTo>
                    <a:pt x="110147" y="3205"/>
                    <a:pt x="111894" y="3716"/>
                    <a:pt x="113623" y="4283"/>
                  </a:cubicBezTo>
                  <a:cubicBezTo>
                    <a:pt x="115352" y="4849"/>
                    <a:pt x="117063" y="5470"/>
                    <a:pt x="118753" y="6145"/>
                  </a:cubicBezTo>
                  <a:cubicBezTo>
                    <a:pt x="120444" y="6819"/>
                    <a:pt x="122113" y="7547"/>
                    <a:pt x="123758" y="8328"/>
                  </a:cubicBezTo>
                  <a:cubicBezTo>
                    <a:pt x="125403" y="9108"/>
                    <a:pt x="127023" y="9940"/>
                    <a:pt x="128616" y="10823"/>
                  </a:cubicBezTo>
                  <a:cubicBezTo>
                    <a:pt x="130209" y="11706"/>
                    <a:pt x="131775" y="12639"/>
                    <a:pt x="133310" y="13621"/>
                  </a:cubicBezTo>
                  <a:cubicBezTo>
                    <a:pt x="134845" y="14603"/>
                    <a:pt x="136349" y="15634"/>
                    <a:pt x="137820" y="16711"/>
                  </a:cubicBezTo>
                  <a:cubicBezTo>
                    <a:pt x="139291" y="17788"/>
                    <a:pt x="140728" y="18912"/>
                    <a:pt x="142128" y="20080"/>
                  </a:cubicBezTo>
                  <a:cubicBezTo>
                    <a:pt x="143529" y="21248"/>
                    <a:pt x="144893" y="22461"/>
                    <a:pt x="146219" y="23715"/>
                  </a:cubicBezTo>
                  <a:cubicBezTo>
                    <a:pt x="147544" y="24970"/>
                    <a:pt x="148830" y="26266"/>
                    <a:pt x="150074" y="27602"/>
                  </a:cubicBezTo>
                  <a:cubicBezTo>
                    <a:pt x="151319" y="28938"/>
                    <a:pt x="152522" y="30313"/>
                    <a:pt x="153681" y="31725"/>
                  </a:cubicBezTo>
                  <a:cubicBezTo>
                    <a:pt x="154839" y="33138"/>
                    <a:pt x="155954" y="34586"/>
                    <a:pt x="157023" y="36069"/>
                  </a:cubicBezTo>
                  <a:cubicBezTo>
                    <a:pt x="158091" y="37552"/>
                    <a:pt x="159113" y="39068"/>
                    <a:pt x="160088" y="40615"/>
                  </a:cubicBezTo>
                  <a:cubicBezTo>
                    <a:pt x="161062" y="42163"/>
                    <a:pt x="161988" y="43741"/>
                    <a:pt x="162863" y="45347"/>
                  </a:cubicBezTo>
                  <a:cubicBezTo>
                    <a:pt x="163739" y="46953"/>
                    <a:pt x="164565" y="48586"/>
                    <a:pt x="165339" y="50244"/>
                  </a:cubicBezTo>
                  <a:cubicBezTo>
                    <a:pt x="166113" y="51903"/>
                    <a:pt x="166835" y="53585"/>
                    <a:pt x="167505" y="55289"/>
                  </a:cubicBezTo>
                  <a:cubicBezTo>
                    <a:pt x="168174" y="56993"/>
                    <a:pt x="168790" y="58718"/>
                    <a:pt x="169352" y="60461"/>
                  </a:cubicBezTo>
                  <a:cubicBezTo>
                    <a:pt x="169914" y="62204"/>
                    <a:pt x="170421" y="63964"/>
                    <a:pt x="170873" y="65740"/>
                  </a:cubicBezTo>
                  <a:cubicBezTo>
                    <a:pt x="171325" y="67515"/>
                    <a:pt x="171722" y="69304"/>
                    <a:pt x="172063" y="71104"/>
                  </a:cubicBezTo>
                  <a:cubicBezTo>
                    <a:pt x="172403" y="72904"/>
                    <a:pt x="172688" y="74715"/>
                    <a:pt x="172916" y="76533"/>
                  </a:cubicBezTo>
                  <a:cubicBezTo>
                    <a:pt x="173143" y="78352"/>
                    <a:pt x="173315" y="80177"/>
                    <a:pt x="173429" y="82006"/>
                  </a:cubicBezTo>
                  <a:cubicBezTo>
                    <a:pt x="173543" y="83835"/>
                    <a:pt x="173600" y="85667"/>
                    <a:pt x="173600" y="87500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2" name="probe-noto-emoji_u1f41e-part-15"/>
            <p:cNvSpPr/>
            <p:nvPr/>
          </p:nvSpPr>
          <p:spPr>
            <a:xfrm>
              <a:off x="848708" y="442595"/>
              <a:ext cx="129893" cy="135271"/>
            </a:xfrm>
            <a:custGeom>
              <a:avLst/>
              <a:gdLst/>
              <a:ahLst/>
              <a:cxnLst/>
              <a:rect l="0" t="0" r="r" b="b"/>
              <a:pathLst>
                <a:path w="129893" h="135271">
                  <a:moveTo>
                    <a:pt x="116559" y="32385"/>
                  </a:moveTo>
                  <a:cubicBezTo>
                    <a:pt x="117385" y="33595"/>
                    <a:pt x="118177" y="34826"/>
                    <a:pt x="118933" y="36080"/>
                  </a:cubicBezTo>
                  <a:cubicBezTo>
                    <a:pt x="119689" y="37333"/>
                    <a:pt x="120410" y="38606"/>
                    <a:pt x="121093" y="39898"/>
                  </a:cubicBezTo>
                  <a:cubicBezTo>
                    <a:pt x="121777" y="41190"/>
                    <a:pt x="122424" y="42500"/>
                    <a:pt x="123032" y="43826"/>
                  </a:cubicBezTo>
                  <a:cubicBezTo>
                    <a:pt x="123641" y="45152"/>
                    <a:pt x="124211" y="46493"/>
                    <a:pt x="124742" y="47848"/>
                  </a:cubicBezTo>
                  <a:cubicBezTo>
                    <a:pt x="125273" y="49203"/>
                    <a:pt x="125764" y="50570"/>
                    <a:pt x="126216" y="51948"/>
                  </a:cubicBezTo>
                  <a:cubicBezTo>
                    <a:pt x="126667" y="53326"/>
                    <a:pt x="127078" y="54714"/>
                    <a:pt x="127448" y="56110"/>
                  </a:cubicBezTo>
                  <a:cubicBezTo>
                    <a:pt x="127817" y="57506"/>
                    <a:pt x="128146" y="58909"/>
                    <a:pt x="128433" y="60318"/>
                  </a:cubicBezTo>
                  <a:cubicBezTo>
                    <a:pt x="128720" y="61726"/>
                    <a:pt x="128965" y="63139"/>
                    <a:pt x="129168" y="64554"/>
                  </a:cubicBezTo>
                  <a:cubicBezTo>
                    <a:pt x="129370" y="65969"/>
                    <a:pt x="129531" y="67386"/>
                    <a:pt x="129649" y="68803"/>
                  </a:cubicBezTo>
                  <a:cubicBezTo>
                    <a:pt x="129767" y="70219"/>
                    <a:pt x="129842" y="71634"/>
                    <a:pt x="129875" y="73047"/>
                  </a:cubicBezTo>
                  <a:cubicBezTo>
                    <a:pt x="129907" y="74459"/>
                    <a:pt x="129897" y="75867"/>
                    <a:pt x="129844" y="77269"/>
                  </a:cubicBezTo>
                  <a:cubicBezTo>
                    <a:pt x="129791" y="78671"/>
                    <a:pt x="129696" y="80067"/>
                    <a:pt x="129558" y="81454"/>
                  </a:cubicBezTo>
                  <a:cubicBezTo>
                    <a:pt x="129420" y="82841"/>
                    <a:pt x="129239" y="84218"/>
                    <a:pt x="129016" y="85584"/>
                  </a:cubicBezTo>
                  <a:cubicBezTo>
                    <a:pt x="128794" y="86950"/>
                    <a:pt x="128529" y="88303"/>
                    <a:pt x="128222" y="89643"/>
                  </a:cubicBezTo>
                  <a:cubicBezTo>
                    <a:pt x="127916" y="90983"/>
                    <a:pt x="127567" y="92307"/>
                    <a:pt x="127178" y="93615"/>
                  </a:cubicBezTo>
                  <a:cubicBezTo>
                    <a:pt x="126789" y="94923"/>
                    <a:pt x="126359" y="96214"/>
                    <a:pt x="125888" y="97485"/>
                  </a:cubicBezTo>
                  <a:cubicBezTo>
                    <a:pt x="125418" y="98756"/>
                    <a:pt x="124908" y="100008"/>
                    <a:pt x="124358" y="101237"/>
                  </a:cubicBezTo>
                  <a:cubicBezTo>
                    <a:pt x="123809" y="102467"/>
                    <a:pt x="123220" y="103674"/>
                    <a:pt x="122594" y="104856"/>
                  </a:cubicBezTo>
                  <a:cubicBezTo>
                    <a:pt x="121967" y="106039"/>
                    <a:pt x="121303" y="107197"/>
                    <a:pt x="120602" y="108329"/>
                  </a:cubicBezTo>
                  <a:cubicBezTo>
                    <a:pt x="119900" y="109461"/>
                    <a:pt x="119163" y="110565"/>
                    <a:pt x="118390" y="111641"/>
                  </a:cubicBezTo>
                  <a:cubicBezTo>
                    <a:pt x="117617" y="112717"/>
                    <a:pt x="116809" y="113763"/>
                    <a:pt x="115967" y="114779"/>
                  </a:cubicBezTo>
                  <a:cubicBezTo>
                    <a:pt x="115125" y="115795"/>
                    <a:pt x="114250" y="116779"/>
                    <a:pt x="113343" y="117731"/>
                  </a:cubicBezTo>
                  <a:cubicBezTo>
                    <a:pt x="112436" y="118683"/>
                    <a:pt x="111497" y="119602"/>
                    <a:pt x="110528" y="120486"/>
                  </a:cubicBezTo>
                  <a:cubicBezTo>
                    <a:pt x="109559" y="121370"/>
                    <a:pt x="108560" y="122219"/>
                    <a:pt x="107533" y="123032"/>
                  </a:cubicBezTo>
                  <a:cubicBezTo>
                    <a:pt x="106506" y="123844"/>
                    <a:pt x="105451" y="124621"/>
                    <a:pt x="104370" y="125359"/>
                  </a:cubicBezTo>
                  <a:cubicBezTo>
                    <a:pt x="103289" y="126097"/>
                    <a:pt x="102182" y="126797"/>
                    <a:pt x="101052" y="127458"/>
                  </a:cubicBezTo>
                  <a:cubicBezTo>
                    <a:pt x="99921" y="128119"/>
                    <a:pt x="98767" y="128741"/>
                    <a:pt x="97591" y="129322"/>
                  </a:cubicBezTo>
                  <a:cubicBezTo>
                    <a:pt x="96415" y="129903"/>
                    <a:pt x="95217" y="130443"/>
                    <a:pt x="94001" y="130942"/>
                  </a:cubicBezTo>
                  <a:cubicBezTo>
                    <a:pt x="92784" y="131440"/>
                    <a:pt x="91549" y="131897"/>
                    <a:pt x="90296" y="132312"/>
                  </a:cubicBezTo>
                  <a:cubicBezTo>
                    <a:pt x="89044" y="132726"/>
                    <a:pt x="87775" y="133098"/>
                    <a:pt x="86492" y="133427"/>
                  </a:cubicBezTo>
                  <a:cubicBezTo>
                    <a:pt x="85208" y="133755"/>
                    <a:pt x="83911" y="134040"/>
                    <a:pt x="82602" y="134282"/>
                  </a:cubicBezTo>
                  <a:cubicBezTo>
                    <a:pt x="81293" y="134523"/>
                    <a:pt x="79972" y="134721"/>
                    <a:pt x="78643" y="134874"/>
                  </a:cubicBezTo>
                  <a:cubicBezTo>
                    <a:pt x="77313" y="135027"/>
                    <a:pt x="75974" y="135136"/>
                    <a:pt x="74629" y="135201"/>
                  </a:cubicBezTo>
                  <a:cubicBezTo>
                    <a:pt x="73284" y="135265"/>
                    <a:pt x="71933" y="135285"/>
                    <a:pt x="70578" y="135261"/>
                  </a:cubicBezTo>
                  <a:cubicBezTo>
                    <a:pt x="69223" y="135236"/>
                    <a:pt x="67864" y="135167"/>
                    <a:pt x="66504" y="135054"/>
                  </a:cubicBezTo>
                  <a:cubicBezTo>
                    <a:pt x="65144" y="134941"/>
                    <a:pt x="63783" y="134783"/>
                    <a:pt x="62424" y="134581"/>
                  </a:cubicBezTo>
                  <a:cubicBezTo>
                    <a:pt x="61065" y="134380"/>
                    <a:pt x="59707" y="134134"/>
                    <a:pt x="58354" y="133844"/>
                  </a:cubicBezTo>
                  <a:cubicBezTo>
                    <a:pt x="57001" y="133555"/>
                    <a:pt x="55652" y="133222"/>
                    <a:pt x="54310" y="132846"/>
                  </a:cubicBezTo>
                  <a:cubicBezTo>
                    <a:pt x="52968" y="132470"/>
                    <a:pt x="51633" y="132051"/>
                    <a:pt x="50308" y="131590"/>
                  </a:cubicBezTo>
                  <a:cubicBezTo>
                    <a:pt x="48983" y="131129"/>
                    <a:pt x="47667" y="130626"/>
                    <a:pt x="46364" y="130082"/>
                  </a:cubicBezTo>
                  <a:cubicBezTo>
                    <a:pt x="45060" y="129538"/>
                    <a:pt x="43769" y="128953"/>
                    <a:pt x="42493" y="128328"/>
                  </a:cubicBezTo>
                  <a:cubicBezTo>
                    <a:pt x="41217" y="127703"/>
                    <a:pt x="39955" y="127038"/>
                    <a:pt x="38711" y="126334"/>
                  </a:cubicBezTo>
                  <a:cubicBezTo>
                    <a:pt x="37466" y="125630"/>
                    <a:pt x="36239" y="124888"/>
                    <a:pt x="35032" y="124108"/>
                  </a:cubicBezTo>
                  <a:cubicBezTo>
                    <a:pt x="33825" y="123328"/>
                    <a:pt x="32637" y="122512"/>
                    <a:pt x="31471" y="121659"/>
                  </a:cubicBezTo>
                  <a:cubicBezTo>
                    <a:pt x="30306" y="120807"/>
                    <a:pt x="29162" y="119919"/>
                    <a:pt x="28043" y="118998"/>
                  </a:cubicBezTo>
                  <a:cubicBezTo>
                    <a:pt x="26923" y="118076"/>
                    <a:pt x="25829" y="117121"/>
                    <a:pt x="24760" y="116133"/>
                  </a:cubicBezTo>
                  <a:cubicBezTo>
                    <a:pt x="23691" y="115146"/>
                    <a:pt x="22649" y="114127"/>
                    <a:pt x="21636" y="113077"/>
                  </a:cubicBezTo>
                  <a:cubicBezTo>
                    <a:pt x="20622" y="112028"/>
                    <a:pt x="19637" y="110949"/>
                    <a:pt x="18682" y="109842"/>
                  </a:cubicBezTo>
                  <a:cubicBezTo>
                    <a:pt x="17728" y="108735"/>
                    <a:pt x="16803" y="107601"/>
                    <a:pt x="15911" y="106440"/>
                  </a:cubicBezTo>
                  <a:cubicBezTo>
                    <a:pt x="15019" y="105280"/>
                    <a:pt x="14160" y="104095"/>
                    <a:pt x="13334" y="102885"/>
                  </a:cubicBezTo>
                  <a:cubicBezTo>
                    <a:pt x="12508" y="101676"/>
                    <a:pt x="11717" y="100444"/>
                    <a:pt x="10961" y="99191"/>
                  </a:cubicBezTo>
                  <a:cubicBezTo>
                    <a:pt x="10204" y="97938"/>
                    <a:pt x="9484" y="96665"/>
                    <a:pt x="8800" y="95373"/>
                  </a:cubicBezTo>
                  <a:cubicBezTo>
                    <a:pt x="8116" y="94081"/>
                    <a:pt x="7470" y="92771"/>
                    <a:pt x="6861" y="91445"/>
                  </a:cubicBezTo>
                  <a:cubicBezTo>
                    <a:pt x="6253" y="90119"/>
                    <a:pt x="5682" y="88777"/>
                    <a:pt x="5151" y="87423"/>
                  </a:cubicBezTo>
                  <a:cubicBezTo>
                    <a:pt x="4620" y="86068"/>
                    <a:pt x="4129" y="84701"/>
                    <a:pt x="3678" y="83323"/>
                  </a:cubicBezTo>
                  <a:cubicBezTo>
                    <a:pt x="3226" y="81945"/>
                    <a:pt x="2816" y="80557"/>
                    <a:pt x="2446" y="79161"/>
                  </a:cubicBezTo>
                  <a:cubicBezTo>
                    <a:pt x="2076" y="77765"/>
                    <a:pt x="1747" y="76362"/>
                    <a:pt x="1461" y="74953"/>
                  </a:cubicBezTo>
                  <a:cubicBezTo>
                    <a:pt x="1174" y="73545"/>
                    <a:pt x="929" y="72132"/>
                    <a:pt x="726" y="70717"/>
                  </a:cubicBezTo>
                  <a:cubicBezTo>
                    <a:pt x="523" y="69302"/>
                    <a:pt x="363" y="67885"/>
                    <a:pt x="245" y="66468"/>
                  </a:cubicBezTo>
                  <a:cubicBezTo>
                    <a:pt x="127" y="65052"/>
                    <a:pt x="51" y="63636"/>
                    <a:pt x="19" y="62224"/>
                  </a:cubicBezTo>
                  <a:cubicBezTo>
                    <a:pt x="-14" y="60812"/>
                    <a:pt x="-4" y="59404"/>
                    <a:pt x="49" y="58002"/>
                  </a:cubicBezTo>
                  <a:cubicBezTo>
                    <a:pt x="102" y="56600"/>
                    <a:pt x="197" y="55204"/>
                    <a:pt x="335" y="53817"/>
                  </a:cubicBezTo>
                  <a:cubicBezTo>
                    <a:pt x="474" y="52430"/>
                    <a:pt x="654" y="51053"/>
                    <a:pt x="877" y="49687"/>
                  </a:cubicBezTo>
                  <a:cubicBezTo>
                    <a:pt x="1100" y="48321"/>
                    <a:pt x="1365" y="46968"/>
                    <a:pt x="1671" y="45628"/>
                  </a:cubicBezTo>
                  <a:cubicBezTo>
                    <a:pt x="1978" y="44288"/>
                    <a:pt x="2326" y="42964"/>
                    <a:pt x="2715" y="41656"/>
                  </a:cubicBezTo>
                  <a:cubicBezTo>
                    <a:pt x="3104" y="40348"/>
                    <a:pt x="3535" y="39057"/>
                    <a:pt x="4005" y="37786"/>
                  </a:cubicBezTo>
                  <a:cubicBezTo>
                    <a:pt x="4475" y="36515"/>
                    <a:pt x="4985" y="35263"/>
                    <a:pt x="5535" y="34034"/>
                  </a:cubicBezTo>
                  <a:cubicBezTo>
                    <a:pt x="6085" y="32804"/>
                    <a:pt x="6673" y="31597"/>
                    <a:pt x="7300" y="30414"/>
                  </a:cubicBezTo>
                  <a:cubicBezTo>
                    <a:pt x="7926" y="29232"/>
                    <a:pt x="8591" y="28074"/>
                    <a:pt x="9292" y="26942"/>
                  </a:cubicBezTo>
                  <a:cubicBezTo>
                    <a:pt x="9993" y="25810"/>
                    <a:pt x="10730" y="24706"/>
                    <a:pt x="11503" y="23630"/>
                  </a:cubicBezTo>
                  <a:cubicBezTo>
                    <a:pt x="12276" y="22554"/>
                    <a:pt x="13084" y="21508"/>
                    <a:pt x="13926" y="20492"/>
                  </a:cubicBezTo>
                  <a:cubicBezTo>
                    <a:pt x="14768" y="19476"/>
                    <a:pt x="15643" y="18491"/>
                    <a:pt x="16550" y="17540"/>
                  </a:cubicBezTo>
                  <a:cubicBezTo>
                    <a:pt x="17457" y="16588"/>
                    <a:pt x="18396" y="15669"/>
                    <a:pt x="19365" y="14785"/>
                  </a:cubicBezTo>
                  <a:cubicBezTo>
                    <a:pt x="20334" y="13901"/>
                    <a:pt x="21333" y="13052"/>
                    <a:pt x="22360" y="12239"/>
                  </a:cubicBezTo>
                  <a:cubicBezTo>
                    <a:pt x="23387" y="11427"/>
                    <a:pt x="24442" y="10650"/>
                    <a:pt x="25523" y="9912"/>
                  </a:cubicBezTo>
                  <a:cubicBezTo>
                    <a:pt x="26604" y="9174"/>
                    <a:pt x="27711" y="8474"/>
                    <a:pt x="28842" y="7813"/>
                  </a:cubicBezTo>
                  <a:cubicBezTo>
                    <a:pt x="29972" y="7152"/>
                    <a:pt x="31127" y="6530"/>
                    <a:pt x="32303" y="5949"/>
                  </a:cubicBezTo>
                  <a:cubicBezTo>
                    <a:pt x="33479" y="5368"/>
                    <a:pt x="34676" y="4828"/>
                    <a:pt x="35893" y="4329"/>
                  </a:cubicBezTo>
                  <a:cubicBezTo>
                    <a:pt x="37109" y="3831"/>
                    <a:pt x="38345" y="3374"/>
                    <a:pt x="39597" y="2959"/>
                  </a:cubicBezTo>
                  <a:cubicBezTo>
                    <a:pt x="40850" y="2545"/>
                    <a:pt x="42118" y="2173"/>
                    <a:pt x="43402" y="1844"/>
                  </a:cubicBezTo>
                  <a:cubicBezTo>
                    <a:pt x="44685" y="1516"/>
                    <a:pt x="45982" y="1231"/>
                    <a:pt x="47291" y="989"/>
                  </a:cubicBezTo>
                  <a:cubicBezTo>
                    <a:pt x="48600" y="748"/>
                    <a:pt x="49921" y="550"/>
                    <a:pt x="51251" y="397"/>
                  </a:cubicBezTo>
                  <a:cubicBezTo>
                    <a:pt x="52580" y="244"/>
                    <a:pt x="53919" y="135"/>
                    <a:pt x="55264" y="70"/>
                  </a:cubicBezTo>
                  <a:cubicBezTo>
                    <a:pt x="56609" y="6"/>
                    <a:pt x="57960" y="-14"/>
                    <a:pt x="59316" y="10"/>
                  </a:cubicBezTo>
                  <a:cubicBezTo>
                    <a:pt x="60671" y="35"/>
                    <a:pt x="62029" y="103"/>
                    <a:pt x="63389" y="217"/>
                  </a:cubicBezTo>
                  <a:cubicBezTo>
                    <a:pt x="64749" y="330"/>
                    <a:pt x="66110" y="488"/>
                    <a:pt x="67469" y="690"/>
                  </a:cubicBezTo>
                  <a:cubicBezTo>
                    <a:pt x="68829" y="891"/>
                    <a:pt x="70186" y="1137"/>
                    <a:pt x="71539" y="1427"/>
                  </a:cubicBezTo>
                  <a:cubicBezTo>
                    <a:pt x="72893" y="1716"/>
                    <a:pt x="74241" y="2049"/>
                    <a:pt x="75583" y="2425"/>
                  </a:cubicBezTo>
                  <a:cubicBezTo>
                    <a:pt x="76925" y="2801"/>
                    <a:pt x="78260" y="3220"/>
                    <a:pt x="79585" y="3681"/>
                  </a:cubicBezTo>
                  <a:cubicBezTo>
                    <a:pt x="80911" y="4142"/>
                    <a:pt x="82226" y="4644"/>
                    <a:pt x="83529" y="5189"/>
                  </a:cubicBezTo>
                  <a:cubicBezTo>
                    <a:pt x="84833" y="5733"/>
                    <a:pt x="86124" y="6318"/>
                    <a:pt x="87400" y="6943"/>
                  </a:cubicBezTo>
                  <a:cubicBezTo>
                    <a:pt x="88677" y="7568"/>
                    <a:pt x="89938" y="8233"/>
                    <a:pt x="91183" y="8937"/>
                  </a:cubicBezTo>
                  <a:cubicBezTo>
                    <a:pt x="92427" y="9641"/>
                    <a:pt x="93654" y="10383"/>
                    <a:pt x="94861" y="11163"/>
                  </a:cubicBezTo>
                  <a:cubicBezTo>
                    <a:pt x="96069" y="11942"/>
                    <a:pt x="97256" y="12759"/>
                    <a:pt x="98422" y="13611"/>
                  </a:cubicBezTo>
                  <a:cubicBezTo>
                    <a:pt x="99588" y="14464"/>
                    <a:pt x="100731" y="15351"/>
                    <a:pt x="101851" y="16273"/>
                  </a:cubicBezTo>
                  <a:cubicBezTo>
                    <a:pt x="102970" y="17195"/>
                    <a:pt x="104065" y="18150"/>
                    <a:pt x="105133" y="19138"/>
                  </a:cubicBezTo>
                  <a:cubicBezTo>
                    <a:pt x="106202" y="20125"/>
                    <a:pt x="107244" y="21144"/>
                    <a:pt x="108258" y="22194"/>
                  </a:cubicBezTo>
                  <a:cubicBezTo>
                    <a:pt x="109271" y="23243"/>
                    <a:pt x="110256" y="24322"/>
                    <a:pt x="111211" y="25429"/>
                  </a:cubicBezTo>
                  <a:cubicBezTo>
                    <a:pt x="112166" y="26536"/>
                    <a:pt x="113090" y="27670"/>
                    <a:pt x="113982" y="28831"/>
                  </a:cubicBezTo>
                  <a:cubicBezTo>
                    <a:pt x="114874" y="29991"/>
                    <a:pt x="115733" y="31176"/>
                    <a:pt x="116559" y="32385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3" name="probe-noto-emoji_u1f41e-part-16"/>
            <p:cNvSpPr/>
            <p:nvPr/>
          </p:nvSpPr>
          <p:spPr>
            <a:xfrm>
              <a:off x="295100" y="605200"/>
              <a:ext cx="127800" cy="143800"/>
            </a:xfrm>
            <a:custGeom>
              <a:avLst/>
              <a:gdLst/>
              <a:ahLst/>
              <a:cxnLst/>
              <a:rect l="0" t="0" r="r" b="b"/>
              <a:pathLst>
                <a:path w="127800" h="143800">
                  <a:moveTo>
                    <a:pt x="127800" y="71900"/>
                  </a:moveTo>
                  <a:cubicBezTo>
                    <a:pt x="127800" y="73406"/>
                    <a:pt x="127758" y="74912"/>
                    <a:pt x="127674" y="76415"/>
                  </a:cubicBezTo>
                  <a:cubicBezTo>
                    <a:pt x="127590" y="77918"/>
                    <a:pt x="127464" y="79417"/>
                    <a:pt x="127296" y="80911"/>
                  </a:cubicBezTo>
                  <a:cubicBezTo>
                    <a:pt x="127128" y="82406"/>
                    <a:pt x="126919" y="83893"/>
                    <a:pt x="126668" y="85373"/>
                  </a:cubicBezTo>
                  <a:cubicBezTo>
                    <a:pt x="126417" y="86852"/>
                    <a:pt x="126125" y="88322"/>
                    <a:pt x="125792" y="89781"/>
                  </a:cubicBezTo>
                  <a:cubicBezTo>
                    <a:pt x="125460" y="91239"/>
                    <a:pt x="125086" y="92686"/>
                    <a:pt x="124673" y="94118"/>
                  </a:cubicBezTo>
                  <a:cubicBezTo>
                    <a:pt x="124259" y="95551"/>
                    <a:pt x="123805" y="96968"/>
                    <a:pt x="123313" y="98368"/>
                  </a:cubicBezTo>
                  <a:cubicBezTo>
                    <a:pt x="122820" y="99768"/>
                    <a:pt x="122288" y="101151"/>
                    <a:pt x="121718" y="102514"/>
                  </a:cubicBezTo>
                  <a:cubicBezTo>
                    <a:pt x="121149" y="103876"/>
                    <a:pt x="120541" y="105218"/>
                    <a:pt x="119896" y="106538"/>
                  </a:cubicBezTo>
                  <a:cubicBezTo>
                    <a:pt x="119251" y="107858"/>
                    <a:pt x="118570" y="109154"/>
                    <a:pt x="117853" y="110426"/>
                  </a:cubicBezTo>
                  <a:cubicBezTo>
                    <a:pt x="117135" y="111697"/>
                    <a:pt x="116383" y="112943"/>
                    <a:pt x="115596" y="114162"/>
                  </a:cubicBezTo>
                  <a:cubicBezTo>
                    <a:pt x="114809" y="115380"/>
                    <a:pt x="113989" y="116570"/>
                    <a:pt x="113136" y="117731"/>
                  </a:cubicBezTo>
                  <a:cubicBezTo>
                    <a:pt x="112283" y="118891"/>
                    <a:pt x="111397" y="120021"/>
                    <a:pt x="110481" y="121119"/>
                  </a:cubicBezTo>
                  <a:cubicBezTo>
                    <a:pt x="109565" y="122217"/>
                    <a:pt x="108618" y="123282"/>
                    <a:pt x="107643" y="124313"/>
                  </a:cubicBezTo>
                  <a:cubicBezTo>
                    <a:pt x="106667" y="125344"/>
                    <a:pt x="105663" y="126340"/>
                    <a:pt x="104631" y="127300"/>
                  </a:cubicBezTo>
                  <a:cubicBezTo>
                    <a:pt x="103600" y="128260"/>
                    <a:pt x="102542" y="129183"/>
                    <a:pt x="101459" y="130068"/>
                  </a:cubicBezTo>
                  <a:cubicBezTo>
                    <a:pt x="100377" y="130954"/>
                    <a:pt x="99269" y="131800"/>
                    <a:pt x="98139" y="132607"/>
                  </a:cubicBezTo>
                  <a:cubicBezTo>
                    <a:pt x="97009" y="133414"/>
                    <a:pt x="95857" y="134181"/>
                    <a:pt x="94684" y="134906"/>
                  </a:cubicBezTo>
                  <a:cubicBezTo>
                    <a:pt x="93511" y="135632"/>
                    <a:pt x="92318" y="136316"/>
                    <a:pt x="91107" y="136957"/>
                  </a:cubicBezTo>
                  <a:cubicBezTo>
                    <a:pt x="89896" y="137598"/>
                    <a:pt x="88668" y="138197"/>
                    <a:pt x="87423" y="138751"/>
                  </a:cubicBezTo>
                  <a:cubicBezTo>
                    <a:pt x="86179" y="139305"/>
                    <a:pt x="84919" y="139816"/>
                    <a:pt x="83646" y="140281"/>
                  </a:cubicBezTo>
                  <a:cubicBezTo>
                    <a:pt x="82373" y="140746"/>
                    <a:pt x="81088" y="141167"/>
                    <a:pt x="79791" y="141541"/>
                  </a:cubicBezTo>
                  <a:cubicBezTo>
                    <a:pt x="78495" y="141916"/>
                    <a:pt x="77188" y="142244"/>
                    <a:pt x="75874" y="142526"/>
                  </a:cubicBezTo>
                  <a:cubicBezTo>
                    <a:pt x="74559" y="142809"/>
                    <a:pt x="73237" y="143044"/>
                    <a:pt x="71909" y="143233"/>
                  </a:cubicBezTo>
                  <a:cubicBezTo>
                    <a:pt x="70581" y="143422"/>
                    <a:pt x="69248" y="143564"/>
                    <a:pt x="67912" y="143658"/>
                  </a:cubicBezTo>
                  <a:cubicBezTo>
                    <a:pt x="66577" y="143753"/>
                    <a:pt x="65238" y="143800"/>
                    <a:pt x="63900" y="143800"/>
                  </a:cubicBezTo>
                  <a:cubicBezTo>
                    <a:pt x="62562" y="143800"/>
                    <a:pt x="61223" y="143753"/>
                    <a:pt x="59888" y="143658"/>
                  </a:cubicBezTo>
                  <a:cubicBezTo>
                    <a:pt x="58552" y="143564"/>
                    <a:pt x="57219" y="143422"/>
                    <a:pt x="55891" y="143233"/>
                  </a:cubicBezTo>
                  <a:cubicBezTo>
                    <a:pt x="54563" y="143044"/>
                    <a:pt x="53241" y="142809"/>
                    <a:pt x="51926" y="142526"/>
                  </a:cubicBezTo>
                  <a:cubicBezTo>
                    <a:pt x="50612" y="142244"/>
                    <a:pt x="49305" y="141916"/>
                    <a:pt x="48009" y="141541"/>
                  </a:cubicBezTo>
                  <a:cubicBezTo>
                    <a:pt x="46712" y="141167"/>
                    <a:pt x="45427" y="140746"/>
                    <a:pt x="44154" y="140281"/>
                  </a:cubicBezTo>
                  <a:cubicBezTo>
                    <a:pt x="42881" y="139816"/>
                    <a:pt x="41621" y="139305"/>
                    <a:pt x="40377" y="138751"/>
                  </a:cubicBezTo>
                  <a:cubicBezTo>
                    <a:pt x="39132" y="138197"/>
                    <a:pt x="37904" y="137598"/>
                    <a:pt x="36693" y="136957"/>
                  </a:cubicBezTo>
                  <a:cubicBezTo>
                    <a:pt x="35482" y="136316"/>
                    <a:pt x="34289" y="135632"/>
                    <a:pt x="33116" y="134906"/>
                  </a:cubicBezTo>
                  <a:cubicBezTo>
                    <a:pt x="31943" y="134181"/>
                    <a:pt x="30791" y="133414"/>
                    <a:pt x="29661" y="132607"/>
                  </a:cubicBezTo>
                  <a:cubicBezTo>
                    <a:pt x="28531" y="131800"/>
                    <a:pt x="27423" y="130954"/>
                    <a:pt x="26341" y="130068"/>
                  </a:cubicBezTo>
                  <a:cubicBezTo>
                    <a:pt x="25258" y="129183"/>
                    <a:pt x="24200" y="128260"/>
                    <a:pt x="23169" y="127300"/>
                  </a:cubicBezTo>
                  <a:cubicBezTo>
                    <a:pt x="22137" y="126340"/>
                    <a:pt x="21133" y="125344"/>
                    <a:pt x="20157" y="124313"/>
                  </a:cubicBezTo>
                  <a:cubicBezTo>
                    <a:pt x="19182" y="123282"/>
                    <a:pt x="18235" y="122217"/>
                    <a:pt x="17319" y="121119"/>
                  </a:cubicBezTo>
                  <a:cubicBezTo>
                    <a:pt x="16403" y="120021"/>
                    <a:pt x="15517" y="118891"/>
                    <a:pt x="14664" y="117731"/>
                  </a:cubicBezTo>
                  <a:cubicBezTo>
                    <a:pt x="13811" y="116570"/>
                    <a:pt x="12991" y="115380"/>
                    <a:pt x="12204" y="114162"/>
                  </a:cubicBezTo>
                  <a:cubicBezTo>
                    <a:pt x="11417" y="112943"/>
                    <a:pt x="10665" y="111697"/>
                    <a:pt x="9947" y="110426"/>
                  </a:cubicBezTo>
                  <a:cubicBezTo>
                    <a:pt x="9230" y="109154"/>
                    <a:pt x="8549" y="107858"/>
                    <a:pt x="7904" y="106538"/>
                  </a:cubicBezTo>
                  <a:cubicBezTo>
                    <a:pt x="7259" y="105218"/>
                    <a:pt x="6651" y="103876"/>
                    <a:pt x="6082" y="102514"/>
                  </a:cubicBezTo>
                  <a:cubicBezTo>
                    <a:pt x="5512" y="101151"/>
                    <a:pt x="4980" y="99768"/>
                    <a:pt x="4487" y="98368"/>
                  </a:cubicBezTo>
                  <a:cubicBezTo>
                    <a:pt x="3995" y="96968"/>
                    <a:pt x="3541" y="95551"/>
                    <a:pt x="3127" y="94118"/>
                  </a:cubicBezTo>
                  <a:cubicBezTo>
                    <a:pt x="2714" y="92686"/>
                    <a:pt x="2340" y="91239"/>
                    <a:pt x="2008" y="89781"/>
                  </a:cubicBezTo>
                  <a:cubicBezTo>
                    <a:pt x="1675" y="88322"/>
                    <a:pt x="1383" y="86852"/>
                    <a:pt x="1132" y="85373"/>
                  </a:cubicBezTo>
                  <a:cubicBezTo>
                    <a:pt x="881" y="83893"/>
                    <a:pt x="672" y="82406"/>
                    <a:pt x="504" y="80911"/>
                  </a:cubicBezTo>
                  <a:cubicBezTo>
                    <a:pt x="336" y="79417"/>
                    <a:pt x="210" y="77918"/>
                    <a:pt x="126" y="76415"/>
                  </a:cubicBezTo>
                  <a:cubicBezTo>
                    <a:pt x="42" y="74912"/>
                    <a:pt x="0" y="73406"/>
                    <a:pt x="0" y="71900"/>
                  </a:cubicBezTo>
                  <a:cubicBezTo>
                    <a:pt x="0" y="70394"/>
                    <a:pt x="42" y="68888"/>
                    <a:pt x="126" y="67385"/>
                  </a:cubicBezTo>
                  <a:cubicBezTo>
                    <a:pt x="210" y="65882"/>
                    <a:pt x="336" y="64383"/>
                    <a:pt x="504" y="62889"/>
                  </a:cubicBezTo>
                  <a:cubicBezTo>
                    <a:pt x="672" y="61394"/>
                    <a:pt x="881" y="59907"/>
                    <a:pt x="1132" y="58427"/>
                  </a:cubicBezTo>
                  <a:cubicBezTo>
                    <a:pt x="1383" y="56948"/>
                    <a:pt x="1675" y="55478"/>
                    <a:pt x="2008" y="54019"/>
                  </a:cubicBezTo>
                  <a:cubicBezTo>
                    <a:pt x="2340" y="52561"/>
                    <a:pt x="2714" y="51114"/>
                    <a:pt x="3127" y="49682"/>
                  </a:cubicBezTo>
                  <a:cubicBezTo>
                    <a:pt x="3541" y="48249"/>
                    <a:pt x="3995" y="46832"/>
                    <a:pt x="4487" y="45432"/>
                  </a:cubicBezTo>
                  <a:cubicBezTo>
                    <a:pt x="4980" y="44032"/>
                    <a:pt x="5512" y="42649"/>
                    <a:pt x="6082" y="41286"/>
                  </a:cubicBezTo>
                  <a:cubicBezTo>
                    <a:pt x="6651" y="39924"/>
                    <a:pt x="7259" y="38582"/>
                    <a:pt x="7904" y="37262"/>
                  </a:cubicBezTo>
                  <a:cubicBezTo>
                    <a:pt x="8549" y="35942"/>
                    <a:pt x="9230" y="34646"/>
                    <a:pt x="9947" y="33374"/>
                  </a:cubicBezTo>
                  <a:cubicBezTo>
                    <a:pt x="10665" y="32103"/>
                    <a:pt x="11417" y="30857"/>
                    <a:pt x="12204" y="29638"/>
                  </a:cubicBezTo>
                  <a:cubicBezTo>
                    <a:pt x="12991" y="28420"/>
                    <a:pt x="13811" y="27230"/>
                    <a:pt x="14664" y="26069"/>
                  </a:cubicBezTo>
                  <a:cubicBezTo>
                    <a:pt x="15517" y="24909"/>
                    <a:pt x="16403" y="23779"/>
                    <a:pt x="17319" y="22681"/>
                  </a:cubicBezTo>
                  <a:cubicBezTo>
                    <a:pt x="18235" y="21583"/>
                    <a:pt x="19182" y="20518"/>
                    <a:pt x="20157" y="19487"/>
                  </a:cubicBezTo>
                  <a:cubicBezTo>
                    <a:pt x="21133" y="18456"/>
                    <a:pt x="22137" y="17460"/>
                    <a:pt x="23169" y="16500"/>
                  </a:cubicBezTo>
                  <a:cubicBezTo>
                    <a:pt x="24200" y="15540"/>
                    <a:pt x="25258" y="14617"/>
                    <a:pt x="26341" y="13732"/>
                  </a:cubicBezTo>
                  <a:cubicBezTo>
                    <a:pt x="27423" y="12846"/>
                    <a:pt x="28531" y="12000"/>
                    <a:pt x="29661" y="11193"/>
                  </a:cubicBezTo>
                  <a:cubicBezTo>
                    <a:pt x="30791" y="10386"/>
                    <a:pt x="31943" y="9619"/>
                    <a:pt x="33116" y="8894"/>
                  </a:cubicBezTo>
                  <a:cubicBezTo>
                    <a:pt x="34289" y="8168"/>
                    <a:pt x="35482" y="7484"/>
                    <a:pt x="36693" y="6843"/>
                  </a:cubicBezTo>
                  <a:cubicBezTo>
                    <a:pt x="37904" y="6202"/>
                    <a:pt x="39132" y="5603"/>
                    <a:pt x="40377" y="5049"/>
                  </a:cubicBezTo>
                  <a:cubicBezTo>
                    <a:pt x="41621" y="4495"/>
                    <a:pt x="42881" y="3984"/>
                    <a:pt x="44154" y="3519"/>
                  </a:cubicBezTo>
                  <a:cubicBezTo>
                    <a:pt x="45427" y="3054"/>
                    <a:pt x="46712" y="2633"/>
                    <a:pt x="48009" y="2259"/>
                  </a:cubicBezTo>
                  <a:cubicBezTo>
                    <a:pt x="49305" y="1884"/>
                    <a:pt x="50612" y="1556"/>
                    <a:pt x="51926" y="1274"/>
                  </a:cubicBezTo>
                  <a:cubicBezTo>
                    <a:pt x="53241" y="991"/>
                    <a:pt x="54563" y="756"/>
                    <a:pt x="55891" y="567"/>
                  </a:cubicBezTo>
                  <a:cubicBezTo>
                    <a:pt x="57219" y="378"/>
                    <a:pt x="58552" y="236"/>
                    <a:pt x="59888" y="142"/>
                  </a:cubicBezTo>
                  <a:cubicBezTo>
                    <a:pt x="61223" y="47"/>
                    <a:pt x="62562" y="0"/>
                    <a:pt x="63900" y="0"/>
                  </a:cubicBezTo>
                  <a:cubicBezTo>
                    <a:pt x="65238" y="0"/>
                    <a:pt x="66577" y="47"/>
                    <a:pt x="67912" y="142"/>
                  </a:cubicBezTo>
                  <a:cubicBezTo>
                    <a:pt x="69248" y="236"/>
                    <a:pt x="70581" y="378"/>
                    <a:pt x="71909" y="567"/>
                  </a:cubicBezTo>
                  <a:cubicBezTo>
                    <a:pt x="73237" y="756"/>
                    <a:pt x="74559" y="991"/>
                    <a:pt x="75874" y="1274"/>
                  </a:cubicBezTo>
                  <a:cubicBezTo>
                    <a:pt x="77188" y="1556"/>
                    <a:pt x="78495" y="1884"/>
                    <a:pt x="79791" y="2259"/>
                  </a:cubicBezTo>
                  <a:cubicBezTo>
                    <a:pt x="81088" y="2633"/>
                    <a:pt x="82373" y="3054"/>
                    <a:pt x="83646" y="3519"/>
                  </a:cubicBezTo>
                  <a:cubicBezTo>
                    <a:pt x="84919" y="3984"/>
                    <a:pt x="86179" y="4495"/>
                    <a:pt x="87423" y="5049"/>
                  </a:cubicBezTo>
                  <a:cubicBezTo>
                    <a:pt x="88668" y="5603"/>
                    <a:pt x="89896" y="6202"/>
                    <a:pt x="91107" y="6843"/>
                  </a:cubicBezTo>
                  <a:cubicBezTo>
                    <a:pt x="92318" y="7484"/>
                    <a:pt x="93511" y="8168"/>
                    <a:pt x="94684" y="8894"/>
                  </a:cubicBezTo>
                  <a:cubicBezTo>
                    <a:pt x="95857" y="9619"/>
                    <a:pt x="97009" y="10386"/>
                    <a:pt x="98139" y="11193"/>
                  </a:cubicBezTo>
                  <a:cubicBezTo>
                    <a:pt x="99269" y="12000"/>
                    <a:pt x="100377" y="12846"/>
                    <a:pt x="101459" y="13732"/>
                  </a:cubicBezTo>
                  <a:cubicBezTo>
                    <a:pt x="102542" y="14617"/>
                    <a:pt x="103600" y="15540"/>
                    <a:pt x="104631" y="16500"/>
                  </a:cubicBezTo>
                  <a:cubicBezTo>
                    <a:pt x="105663" y="17460"/>
                    <a:pt x="106667" y="18456"/>
                    <a:pt x="107643" y="19487"/>
                  </a:cubicBezTo>
                  <a:cubicBezTo>
                    <a:pt x="108618" y="20518"/>
                    <a:pt x="109565" y="21583"/>
                    <a:pt x="110481" y="22681"/>
                  </a:cubicBezTo>
                  <a:cubicBezTo>
                    <a:pt x="111397" y="23779"/>
                    <a:pt x="112283" y="24909"/>
                    <a:pt x="113136" y="26069"/>
                  </a:cubicBezTo>
                  <a:cubicBezTo>
                    <a:pt x="113989" y="27230"/>
                    <a:pt x="114809" y="28420"/>
                    <a:pt x="115596" y="29638"/>
                  </a:cubicBezTo>
                  <a:cubicBezTo>
                    <a:pt x="116383" y="30857"/>
                    <a:pt x="117135" y="32103"/>
                    <a:pt x="117853" y="33374"/>
                  </a:cubicBezTo>
                  <a:cubicBezTo>
                    <a:pt x="118570" y="34646"/>
                    <a:pt x="119251" y="35942"/>
                    <a:pt x="119896" y="37262"/>
                  </a:cubicBezTo>
                  <a:cubicBezTo>
                    <a:pt x="120541" y="38582"/>
                    <a:pt x="121149" y="39924"/>
                    <a:pt x="121718" y="41286"/>
                  </a:cubicBezTo>
                  <a:cubicBezTo>
                    <a:pt x="122288" y="42649"/>
                    <a:pt x="122820" y="44032"/>
                    <a:pt x="123313" y="45432"/>
                  </a:cubicBezTo>
                  <a:cubicBezTo>
                    <a:pt x="123805" y="46832"/>
                    <a:pt x="124259" y="48249"/>
                    <a:pt x="124673" y="49682"/>
                  </a:cubicBezTo>
                  <a:cubicBezTo>
                    <a:pt x="125086" y="51114"/>
                    <a:pt x="125460" y="52561"/>
                    <a:pt x="125792" y="54019"/>
                  </a:cubicBezTo>
                  <a:cubicBezTo>
                    <a:pt x="126125" y="55478"/>
                    <a:pt x="126417" y="56948"/>
                    <a:pt x="126668" y="58427"/>
                  </a:cubicBezTo>
                  <a:cubicBezTo>
                    <a:pt x="126919" y="59907"/>
                    <a:pt x="127128" y="61394"/>
                    <a:pt x="127296" y="62889"/>
                  </a:cubicBezTo>
                  <a:cubicBezTo>
                    <a:pt x="127464" y="64383"/>
                    <a:pt x="127590" y="65882"/>
                    <a:pt x="127674" y="67385"/>
                  </a:cubicBezTo>
                  <a:cubicBezTo>
                    <a:pt x="127758" y="68888"/>
                    <a:pt x="127800" y="70394"/>
                    <a:pt x="127800" y="71900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4" name="probe-noto-emoji_u1f41e-part-17"/>
            <p:cNvSpPr/>
            <p:nvPr/>
          </p:nvSpPr>
          <p:spPr>
            <a:xfrm>
              <a:off x="519243" y="860493"/>
              <a:ext cx="158292" cy="166523"/>
            </a:xfrm>
            <a:custGeom>
              <a:avLst/>
              <a:gdLst/>
              <a:ahLst/>
              <a:cxnLst/>
              <a:rect l="0" t="0" r="r" b="b"/>
              <a:pathLst>
                <a:path w="158292" h="166523">
                  <a:moveTo>
                    <a:pt x="157850" y="75336"/>
                  </a:moveTo>
                  <a:cubicBezTo>
                    <a:pt x="158025" y="77072"/>
                    <a:pt x="158148" y="78813"/>
                    <a:pt x="158219" y="80556"/>
                  </a:cubicBezTo>
                  <a:cubicBezTo>
                    <a:pt x="158290" y="82299"/>
                    <a:pt x="158309" y="84043"/>
                    <a:pt x="158276" y="85786"/>
                  </a:cubicBezTo>
                  <a:cubicBezTo>
                    <a:pt x="158243" y="87529"/>
                    <a:pt x="158157" y="89271"/>
                    <a:pt x="158020" y="91007"/>
                  </a:cubicBezTo>
                  <a:cubicBezTo>
                    <a:pt x="157883" y="92743"/>
                    <a:pt x="157694" y="94474"/>
                    <a:pt x="157453" y="96197"/>
                  </a:cubicBezTo>
                  <a:cubicBezTo>
                    <a:pt x="157213" y="97920"/>
                    <a:pt x="156921" y="99634"/>
                    <a:pt x="156578" y="101336"/>
                  </a:cubicBezTo>
                  <a:cubicBezTo>
                    <a:pt x="156234" y="103038"/>
                    <a:pt x="155840" y="104729"/>
                    <a:pt x="155396" y="106404"/>
                  </a:cubicBezTo>
                  <a:cubicBezTo>
                    <a:pt x="154952" y="108079"/>
                    <a:pt x="154457" y="109739"/>
                    <a:pt x="153914" y="111380"/>
                  </a:cubicBezTo>
                  <a:cubicBezTo>
                    <a:pt x="153370" y="113022"/>
                    <a:pt x="152777" y="114644"/>
                    <a:pt x="152136" y="116246"/>
                  </a:cubicBezTo>
                  <a:cubicBezTo>
                    <a:pt x="151495" y="117847"/>
                    <a:pt x="150806" y="119426"/>
                    <a:pt x="150071" y="120981"/>
                  </a:cubicBezTo>
                  <a:cubicBezTo>
                    <a:pt x="149335" y="122536"/>
                    <a:pt x="148553" y="124065"/>
                    <a:pt x="147725" y="125567"/>
                  </a:cubicBezTo>
                  <a:cubicBezTo>
                    <a:pt x="146898" y="127069"/>
                    <a:pt x="146025" y="128543"/>
                    <a:pt x="145109" y="129987"/>
                  </a:cubicBezTo>
                  <a:cubicBezTo>
                    <a:pt x="144193" y="131430"/>
                    <a:pt x="143234" y="132842"/>
                    <a:pt x="142233" y="134222"/>
                  </a:cubicBezTo>
                  <a:cubicBezTo>
                    <a:pt x="141232" y="135601"/>
                    <a:pt x="140189" y="136946"/>
                    <a:pt x="139107" y="138255"/>
                  </a:cubicBezTo>
                  <a:cubicBezTo>
                    <a:pt x="138025" y="139565"/>
                    <a:pt x="136904" y="140838"/>
                    <a:pt x="135745" y="142072"/>
                  </a:cubicBezTo>
                  <a:cubicBezTo>
                    <a:pt x="134586" y="143307"/>
                    <a:pt x="133391" y="144502"/>
                    <a:pt x="132160" y="145657"/>
                  </a:cubicBezTo>
                  <a:cubicBezTo>
                    <a:pt x="130929" y="146812"/>
                    <a:pt x="129663" y="147925"/>
                    <a:pt x="128365" y="148996"/>
                  </a:cubicBezTo>
                  <a:cubicBezTo>
                    <a:pt x="127067" y="150066"/>
                    <a:pt x="125737" y="151093"/>
                    <a:pt x="124376" y="152075"/>
                  </a:cubicBezTo>
                  <a:cubicBezTo>
                    <a:pt x="123016" y="153056"/>
                    <a:pt x="121626" y="153993"/>
                    <a:pt x="120209" y="154882"/>
                  </a:cubicBezTo>
                  <a:cubicBezTo>
                    <a:pt x="118792" y="155772"/>
                    <a:pt x="117348" y="156614"/>
                    <a:pt x="115879" y="157407"/>
                  </a:cubicBezTo>
                  <a:cubicBezTo>
                    <a:pt x="114411" y="158200"/>
                    <a:pt x="112919" y="158945"/>
                    <a:pt x="111405" y="159639"/>
                  </a:cubicBezTo>
                  <a:cubicBezTo>
                    <a:pt x="109891" y="160334"/>
                    <a:pt x="108357" y="160978"/>
                    <a:pt x="106803" y="161570"/>
                  </a:cubicBezTo>
                  <a:cubicBezTo>
                    <a:pt x="105250" y="162163"/>
                    <a:pt x="103679" y="162703"/>
                    <a:pt x="102092" y="163192"/>
                  </a:cubicBezTo>
                  <a:cubicBezTo>
                    <a:pt x="100506" y="163680"/>
                    <a:pt x="98905" y="164116"/>
                    <a:pt x="97291" y="164498"/>
                  </a:cubicBezTo>
                  <a:cubicBezTo>
                    <a:pt x="95677" y="164880"/>
                    <a:pt x="94052" y="165209"/>
                    <a:pt x="92418" y="165484"/>
                  </a:cubicBezTo>
                  <a:cubicBezTo>
                    <a:pt x="90784" y="165759"/>
                    <a:pt x="89141" y="165979"/>
                    <a:pt x="87493" y="166145"/>
                  </a:cubicBezTo>
                  <a:cubicBezTo>
                    <a:pt x="85844" y="166311"/>
                    <a:pt x="84190" y="166423"/>
                    <a:pt x="82534" y="166479"/>
                  </a:cubicBezTo>
                  <a:cubicBezTo>
                    <a:pt x="80878" y="166536"/>
                    <a:pt x="79220" y="166538"/>
                    <a:pt x="77562" y="166485"/>
                  </a:cubicBezTo>
                  <a:cubicBezTo>
                    <a:pt x="75905" y="166432"/>
                    <a:pt x="74249" y="166324"/>
                    <a:pt x="72597" y="166162"/>
                  </a:cubicBezTo>
                  <a:cubicBezTo>
                    <a:pt x="70945" y="166000"/>
                    <a:pt x="69297" y="165783"/>
                    <a:pt x="67657" y="165512"/>
                  </a:cubicBezTo>
                  <a:cubicBezTo>
                    <a:pt x="66017" y="165241"/>
                    <a:pt x="64385" y="164916"/>
                    <a:pt x="62763" y="164538"/>
                  </a:cubicBezTo>
                  <a:cubicBezTo>
                    <a:pt x="61141" y="164159"/>
                    <a:pt x="59530" y="163727"/>
                    <a:pt x="57933" y="163242"/>
                  </a:cubicBezTo>
                  <a:cubicBezTo>
                    <a:pt x="56336" y="162758"/>
                    <a:pt x="54753" y="162220"/>
                    <a:pt x="53187" y="161631"/>
                  </a:cubicBezTo>
                  <a:cubicBezTo>
                    <a:pt x="51621" y="161043"/>
                    <a:pt x="50073" y="160402"/>
                    <a:pt x="48544" y="159711"/>
                  </a:cubicBezTo>
                  <a:cubicBezTo>
                    <a:pt x="47015" y="159020"/>
                    <a:pt x="45507" y="158279"/>
                    <a:pt x="44021" y="157489"/>
                  </a:cubicBezTo>
                  <a:cubicBezTo>
                    <a:pt x="42536" y="156699"/>
                    <a:pt x="41074" y="155861"/>
                    <a:pt x="39637" y="154974"/>
                  </a:cubicBezTo>
                  <a:cubicBezTo>
                    <a:pt x="38201" y="154088"/>
                    <a:pt x="36791" y="153155"/>
                    <a:pt x="35409" y="152177"/>
                  </a:cubicBezTo>
                  <a:cubicBezTo>
                    <a:pt x="34027" y="151198"/>
                    <a:pt x="32675" y="150174"/>
                    <a:pt x="31353" y="149107"/>
                  </a:cubicBezTo>
                  <a:cubicBezTo>
                    <a:pt x="30032" y="148039"/>
                    <a:pt x="28742" y="146929"/>
                    <a:pt x="27486" y="145777"/>
                  </a:cubicBezTo>
                  <a:cubicBezTo>
                    <a:pt x="26230" y="144625"/>
                    <a:pt x="25009" y="143432"/>
                    <a:pt x="23823" y="142200"/>
                  </a:cubicBezTo>
                  <a:cubicBezTo>
                    <a:pt x="22638" y="140969"/>
                    <a:pt x="21489" y="139698"/>
                    <a:pt x="20379" y="138391"/>
                  </a:cubicBezTo>
                  <a:cubicBezTo>
                    <a:pt x="19268" y="137085"/>
                    <a:pt x="18197" y="135742"/>
                    <a:pt x="17166" y="134365"/>
                  </a:cubicBezTo>
                  <a:cubicBezTo>
                    <a:pt x="16135" y="132988"/>
                    <a:pt x="15145" y="131578"/>
                    <a:pt x="14198" y="130136"/>
                  </a:cubicBezTo>
                  <a:cubicBezTo>
                    <a:pt x="13250" y="128695"/>
                    <a:pt x="12346" y="127223"/>
                    <a:pt x="11486" y="125723"/>
                  </a:cubicBezTo>
                  <a:cubicBezTo>
                    <a:pt x="10626" y="124223"/>
                    <a:pt x="9810" y="122695"/>
                    <a:pt x="9041" y="121142"/>
                  </a:cubicBezTo>
                  <a:cubicBezTo>
                    <a:pt x="8271" y="119589"/>
                    <a:pt x="7548" y="118012"/>
                    <a:pt x="6873" y="116412"/>
                  </a:cubicBezTo>
                  <a:cubicBezTo>
                    <a:pt x="6197" y="114812"/>
                    <a:pt x="5569" y="113191"/>
                    <a:pt x="4990" y="111551"/>
                  </a:cubicBezTo>
                  <a:cubicBezTo>
                    <a:pt x="4410" y="109910"/>
                    <a:pt x="3880" y="108252"/>
                    <a:pt x="3399" y="106578"/>
                  </a:cubicBezTo>
                  <a:cubicBezTo>
                    <a:pt x="2919" y="104904"/>
                    <a:pt x="2488" y="103215"/>
                    <a:pt x="2108" y="101513"/>
                  </a:cubicBezTo>
                  <a:cubicBezTo>
                    <a:pt x="1728" y="99811"/>
                    <a:pt x="1399" y="98098"/>
                    <a:pt x="1121" y="96376"/>
                  </a:cubicBezTo>
                  <a:cubicBezTo>
                    <a:pt x="843" y="94654"/>
                    <a:pt x="616" y="92923"/>
                    <a:pt x="441" y="91187"/>
                  </a:cubicBezTo>
                  <a:cubicBezTo>
                    <a:pt x="267" y="89451"/>
                    <a:pt x="144" y="87711"/>
                    <a:pt x="73" y="85967"/>
                  </a:cubicBezTo>
                  <a:cubicBezTo>
                    <a:pt x="2" y="84224"/>
                    <a:pt x="-17" y="82480"/>
                    <a:pt x="16" y="80737"/>
                  </a:cubicBezTo>
                  <a:cubicBezTo>
                    <a:pt x="49" y="78994"/>
                    <a:pt x="134" y="77253"/>
                    <a:pt x="271" y="75516"/>
                  </a:cubicBezTo>
                  <a:cubicBezTo>
                    <a:pt x="409" y="73780"/>
                    <a:pt x="598" y="72049"/>
                    <a:pt x="838" y="70326"/>
                  </a:cubicBezTo>
                  <a:cubicBezTo>
                    <a:pt x="1079" y="68603"/>
                    <a:pt x="1371" y="66889"/>
                    <a:pt x="1714" y="65187"/>
                  </a:cubicBezTo>
                  <a:cubicBezTo>
                    <a:pt x="2057" y="63485"/>
                    <a:pt x="2451" y="61795"/>
                    <a:pt x="2896" y="60119"/>
                  </a:cubicBezTo>
                  <a:cubicBezTo>
                    <a:pt x="3340" y="58444"/>
                    <a:pt x="3834" y="56785"/>
                    <a:pt x="4378" y="55143"/>
                  </a:cubicBezTo>
                  <a:cubicBezTo>
                    <a:pt x="4922" y="53502"/>
                    <a:pt x="5515" y="51879"/>
                    <a:pt x="6156" y="50278"/>
                  </a:cubicBezTo>
                  <a:cubicBezTo>
                    <a:pt x="6797" y="48676"/>
                    <a:pt x="7485" y="47097"/>
                    <a:pt x="8221" y="45542"/>
                  </a:cubicBezTo>
                  <a:cubicBezTo>
                    <a:pt x="8957" y="43988"/>
                    <a:pt x="9739" y="42458"/>
                    <a:pt x="10567" y="40956"/>
                  </a:cubicBezTo>
                  <a:cubicBezTo>
                    <a:pt x="11394" y="39454"/>
                    <a:pt x="12267" y="37980"/>
                    <a:pt x="13183" y="36537"/>
                  </a:cubicBezTo>
                  <a:cubicBezTo>
                    <a:pt x="14099" y="35093"/>
                    <a:pt x="15058" y="33681"/>
                    <a:pt x="16059" y="32302"/>
                  </a:cubicBezTo>
                  <a:cubicBezTo>
                    <a:pt x="17060" y="30922"/>
                    <a:pt x="18102" y="29577"/>
                    <a:pt x="19184" y="28268"/>
                  </a:cubicBezTo>
                  <a:cubicBezTo>
                    <a:pt x="20266" y="26958"/>
                    <a:pt x="21388" y="25685"/>
                    <a:pt x="22546" y="24451"/>
                  </a:cubicBezTo>
                  <a:cubicBezTo>
                    <a:pt x="23705" y="23216"/>
                    <a:pt x="24901" y="22021"/>
                    <a:pt x="26132" y="20866"/>
                  </a:cubicBezTo>
                  <a:cubicBezTo>
                    <a:pt x="27363" y="19711"/>
                    <a:pt x="28628" y="18598"/>
                    <a:pt x="29927" y="17528"/>
                  </a:cubicBezTo>
                  <a:cubicBezTo>
                    <a:pt x="31225" y="16457"/>
                    <a:pt x="32555" y="15430"/>
                    <a:pt x="33915" y="14449"/>
                  </a:cubicBezTo>
                  <a:cubicBezTo>
                    <a:pt x="35276" y="13467"/>
                    <a:pt x="36666" y="12530"/>
                    <a:pt x="38083" y="11641"/>
                  </a:cubicBezTo>
                  <a:cubicBezTo>
                    <a:pt x="39500" y="10752"/>
                    <a:pt x="40944" y="9910"/>
                    <a:pt x="42412" y="9116"/>
                  </a:cubicBezTo>
                  <a:cubicBezTo>
                    <a:pt x="43881" y="8323"/>
                    <a:pt x="45373" y="7578"/>
                    <a:pt x="46887" y="6884"/>
                  </a:cubicBezTo>
                  <a:cubicBezTo>
                    <a:pt x="48400" y="6190"/>
                    <a:pt x="49935" y="5546"/>
                    <a:pt x="51488" y="4953"/>
                  </a:cubicBezTo>
                  <a:cubicBezTo>
                    <a:pt x="53042" y="4361"/>
                    <a:pt x="54613" y="3820"/>
                    <a:pt x="56199" y="3331"/>
                  </a:cubicBezTo>
                  <a:cubicBezTo>
                    <a:pt x="57786" y="2843"/>
                    <a:pt x="59387" y="2407"/>
                    <a:pt x="61001" y="2025"/>
                  </a:cubicBezTo>
                  <a:cubicBezTo>
                    <a:pt x="62614" y="1643"/>
                    <a:pt x="64239" y="1314"/>
                    <a:pt x="65874" y="1039"/>
                  </a:cubicBezTo>
                  <a:cubicBezTo>
                    <a:pt x="67508" y="765"/>
                    <a:pt x="69151" y="544"/>
                    <a:pt x="70799" y="378"/>
                  </a:cubicBezTo>
                  <a:cubicBezTo>
                    <a:pt x="72448" y="212"/>
                    <a:pt x="74101" y="101"/>
                    <a:pt x="75758" y="44"/>
                  </a:cubicBezTo>
                  <a:cubicBezTo>
                    <a:pt x="77414" y="-13"/>
                    <a:pt x="79072" y="-15"/>
                    <a:pt x="80729" y="38"/>
                  </a:cubicBezTo>
                  <a:cubicBezTo>
                    <a:pt x="82387" y="91"/>
                    <a:pt x="84043" y="199"/>
                    <a:pt x="85695" y="361"/>
                  </a:cubicBezTo>
                  <a:cubicBezTo>
                    <a:pt x="87347" y="523"/>
                    <a:pt x="88994" y="740"/>
                    <a:pt x="90634" y="1011"/>
                  </a:cubicBezTo>
                  <a:cubicBezTo>
                    <a:pt x="92275" y="1282"/>
                    <a:pt x="93907" y="1607"/>
                    <a:pt x="95529" y="1985"/>
                  </a:cubicBezTo>
                  <a:cubicBezTo>
                    <a:pt x="97151" y="2364"/>
                    <a:pt x="98761" y="2796"/>
                    <a:pt x="100358" y="3281"/>
                  </a:cubicBezTo>
                  <a:cubicBezTo>
                    <a:pt x="101955" y="3766"/>
                    <a:pt x="103538" y="4303"/>
                    <a:pt x="105104" y="4892"/>
                  </a:cubicBezTo>
                  <a:cubicBezTo>
                    <a:pt x="106670" y="5481"/>
                    <a:pt x="108219" y="6121"/>
                    <a:pt x="109748" y="6812"/>
                  </a:cubicBezTo>
                  <a:cubicBezTo>
                    <a:pt x="111277" y="7503"/>
                    <a:pt x="112785" y="8244"/>
                    <a:pt x="114271" y="9034"/>
                  </a:cubicBezTo>
                  <a:cubicBezTo>
                    <a:pt x="115756" y="9824"/>
                    <a:pt x="117218" y="10663"/>
                    <a:pt x="118655" y="11549"/>
                  </a:cubicBezTo>
                  <a:cubicBezTo>
                    <a:pt x="120091" y="12435"/>
                    <a:pt x="121501" y="13368"/>
                    <a:pt x="122883" y="14347"/>
                  </a:cubicBezTo>
                  <a:cubicBezTo>
                    <a:pt x="124264" y="15325"/>
                    <a:pt x="125617" y="16349"/>
                    <a:pt x="126938" y="17417"/>
                  </a:cubicBezTo>
                  <a:cubicBezTo>
                    <a:pt x="128260" y="18484"/>
                    <a:pt x="129549" y="19594"/>
                    <a:pt x="130805" y="20746"/>
                  </a:cubicBezTo>
                  <a:cubicBezTo>
                    <a:pt x="132061" y="21898"/>
                    <a:pt x="133283" y="23091"/>
                    <a:pt x="134468" y="24323"/>
                  </a:cubicBezTo>
                  <a:cubicBezTo>
                    <a:pt x="135654" y="25555"/>
                    <a:pt x="136803" y="26825"/>
                    <a:pt x="137913" y="28132"/>
                  </a:cubicBezTo>
                  <a:cubicBezTo>
                    <a:pt x="139023" y="29439"/>
                    <a:pt x="140095" y="30782"/>
                    <a:pt x="141126" y="32158"/>
                  </a:cubicBezTo>
                  <a:cubicBezTo>
                    <a:pt x="142157" y="33535"/>
                    <a:pt x="143147" y="34945"/>
                    <a:pt x="144094" y="36387"/>
                  </a:cubicBezTo>
                  <a:cubicBezTo>
                    <a:pt x="145041" y="37828"/>
                    <a:pt x="145946" y="39300"/>
                    <a:pt x="146806" y="40800"/>
                  </a:cubicBezTo>
                  <a:cubicBezTo>
                    <a:pt x="147666" y="42300"/>
                    <a:pt x="148481" y="43828"/>
                    <a:pt x="149251" y="45381"/>
                  </a:cubicBezTo>
                  <a:cubicBezTo>
                    <a:pt x="150020" y="46934"/>
                    <a:pt x="150743" y="48512"/>
                    <a:pt x="151419" y="50111"/>
                  </a:cubicBezTo>
                  <a:cubicBezTo>
                    <a:pt x="152095" y="51711"/>
                    <a:pt x="152723" y="53332"/>
                    <a:pt x="153302" y="54972"/>
                  </a:cubicBezTo>
                  <a:cubicBezTo>
                    <a:pt x="153881" y="56613"/>
                    <a:pt x="154412" y="58271"/>
                    <a:pt x="154892" y="59945"/>
                  </a:cubicBezTo>
                  <a:cubicBezTo>
                    <a:pt x="155373" y="61620"/>
                    <a:pt x="155804" y="63309"/>
                    <a:pt x="156184" y="65010"/>
                  </a:cubicBezTo>
                  <a:cubicBezTo>
                    <a:pt x="156564" y="66712"/>
                    <a:pt x="156893" y="68425"/>
                    <a:pt x="157171" y="70147"/>
                  </a:cubicBezTo>
                  <a:cubicBezTo>
                    <a:pt x="157449" y="71869"/>
                    <a:pt x="157676" y="73600"/>
                    <a:pt x="157850" y="75336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5" name="probe-noto-emoji_u1f41e-part-18"/>
            <p:cNvSpPr/>
            <p:nvPr/>
          </p:nvSpPr>
          <p:spPr>
            <a:xfrm>
              <a:off x="815562" y="762214"/>
              <a:ext cx="150416" cy="160380"/>
            </a:xfrm>
            <a:custGeom>
              <a:avLst/>
              <a:gdLst/>
              <a:ahLst/>
              <a:cxnLst/>
              <a:rect l="0" t="0" r="r" b="b"/>
              <a:pathLst>
                <a:path w="150416" h="160380">
                  <a:moveTo>
                    <a:pt x="78576" y="62"/>
                  </a:moveTo>
                  <a:cubicBezTo>
                    <a:pt x="80150" y="128"/>
                    <a:pt x="81721" y="247"/>
                    <a:pt x="83287" y="419"/>
                  </a:cubicBezTo>
                  <a:cubicBezTo>
                    <a:pt x="84853" y="590"/>
                    <a:pt x="86414" y="814"/>
                    <a:pt x="87966" y="1090"/>
                  </a:cubicBezTo>
                  <a:cubicBezTo>
                    <a:pt x="89519" y="1366"/>
                    <a:pt x="91062" y="1694"/>
                    <a:pt x="92595" y="2073"/>
                  </a:cubicBezTo>
                  <a:cubicBezTo>
                    <a:pt x="94128" y="2453"/>
                    <a:pt x="95648" y="2884"/>
                    <a:pt x="97155" y="3365"/>
                  </a:cubicBezTo>
                  <a:cubicBezTo>
                    <a:pt x="98662" y="3847"/>
                    <a:pt x="100154" y="4378"/>
                    <a:pt x="101628" y="4960"/>
                  </a:cubicBezTo>
                  <a:cubicBezTo>
                    <a:pt x="103103" y="5542"/>
                    <a:pt x="104560" y="6172"/>
                    <a:pt x="105998" y="6852"/>
                  </a:cubicBezTo>
                  <a:cubicBezTo>
                    <a:pt x="107435" y="7531"/>
                    <a:pt x="108852" y="8259"/>
                    <a:pt x="110245" y="9033"/>
                  </a:cubicBezTo>
                  <a:cubicBezTo>
                    <a:pt x="111639" y="9807"/>
                    <a:pt x="113010" y="10629"/>
                    <a:pt x="114355" y="11495"/>
                  </a:cubicBezTo>
                  <a:cubicBezTo>
                    <a:pt x="115700" y="12362"/>
                    <a:pt x="117019" y="13273"/>
                    <a:pt x="118310" y="14228"/>
                  </a:cubicBezTo>
                  <a:cubicBezTo>
                    <a:pt x="119601" y="15183"/>
                    <a:pt x="120863" y="16182"/>
                    <a:pt x="122095" y="17222"/>
                  </a:cubicBezTo>
                  <a:cubicBezTo>
                    <a:pt x="123326" y="18262"/>
                    <a:pt x="124527" y="19343"/>
                    <a:pt x="125694" y="20464"/>
                  </a:cubicBezTo>
                  <a:cubicBezTo>
                    <a:pt x="126862" y="21585"/>
                    <a:pt x="127996" y="22744"/>
                    <a:pt x="129095" y="23941"/>
                  </a:cubicBezTo>
                  <a:cubicBezTo>
                    <a:pt x="130194" y="25139"/>
                    <a:pt x="131257" y="26372"/>
                    <a:pt x="132283" y="27641"/>
                  </a:cubicBezTo>
                  <a:cubicBezTo>
                    <a:pt x="133309" y="28910"/>
                    <a:pt x="134297" y="30213"/>
                    <a:pt x="135245" y="31548"/>
                  </a:cubicBezTo>
                  <a:cubicBezTo>
                    <a:pt x="136194" y="32884"/>
                    <a:pt x="137103" y="34251"/>
                    <a:pt x="137971" y="35647"/>
                  </a:cubicBezTo>
                  <a:cubicBezTo>
                    <a:pt x="138839" y="37044"/>
                    <a:pt x="139665" y="38470"/>
                    <a:pt x="140449" y="39922"/>
                  </a:cubicBezTo>
                  <a:cubicBezTo>
                    <a:pt x="141233" y="41375"/>
                    <a:pt x="141973" y="42853"/>
                    <a:pt x="142669" y="44356"/>
                  </a:cubicBezTo>
                  <a:cubicBezTo>
                    <a:pt x="143366" y="45859"/>
                    <a:pt x="144018" y="47384"/>
                    <a:pt x="144624" y="48931"/>
                  </a:cubicBezTo>
                  <a:cubicBezTo>
                    <a:pt x="145230" y="50478"/>
                    <a:pt x="145790" y="52045"/>
                    <a:pt x="146304" y="53630"/>
                  </a:cubicBezTo>
                  <a:cubicBezTo>
                    <a:pt x="146818" y="55214"/>
                    <a:pt x="147285" y="56816"/>
                    <a:pt x="147704" y="58433"/>
                  </a:cubicBezTo>
                  <a:cubicBezTo>
                    <a:pt x="148123" y="60050"/>
                    <a:pt x="148494" y="61680"/>
                    <a:pt x="148817" y="63322"/>
                  </a:cubicBezTo>
                  <a:cubicBezTo>
                    <a:pt x="149140" y="64964"/>
                    <a:pt x="149415" y="66617"/>
                    <a:pt x="149640" y="68278"/>
                  </a:cubicBezTo>
                  <a:cubicBezTo>
                    <a:pt x="149866" y="69939"/>
                    <a:pt x="150043" y="71607"/>
                    <a:pt x="150170" y="73281"/>
                  </a:cubicBezTo>
                  <a:cubicBezTo>
                    <a:pt x="150297" y="74954"/>
                    <a:pt x="150375" y="76632"/>
                    <a:pt x="150403" y="78311"/>
                  </a:cubicBezTo>
                  <a:cubicBezTo>
                    <a:pt x="150432" y="79990"/>
                    <a:pt x="150411" y="81670"/>
                    <a:pt x="150340" y="83348"/>
                  </a:cubicBezTo>
                  <a:cubicBezTo>
                    <a:pt x="150270" y="85027"/>
                    <a:pt x="150150" y="86703"/>
                    <a:pt x="149980" y="88373"/>
                  </a:cubicBezTo>
                  <a:cubicBezTo>
                    <a:pt x="149811" y="90044"/>
                    <a:pt x="149593" y="91709"/>
                    <a:pt x="149325" y="93366"/>
                  </a:cubicBezTo>
                  <a:cubicBezTo>
                    <a:pt x="149058" y="95023"/>
                    <a:pt x="148742" y="96671"/>
                    <a:pt x="148378" y="98307"/>
                  </a:cubicBezTo>
                  <a:cubicBezTo>
                    <a:pt x="148014" y="99943"/>
                    <a:pt x="147602" y="101567"/>
                    <a:pt x="147142" y="103176"/>
                  </a:cubicBezTo>
                  <a:cubicBezTo>
                    <a:pt x="146682" y="104785"/>
                    <a:pt x="146175" y="106379"/>
                    <a:pt x="145622" y="107955"/>
                  </a:cubicBezTo>
                  <a:cubicBezTo>
                    <a:pt x="145069" y="109530"/>
                    <a:pt x="144469" y="111088"/>
                    <a:pt x="143824" y="112624"/>
                  </a:cubicBezTo>
                  <a:cubicBezTo>
                    <a:pt x="143179" y="114160"/>
                    <a:pt x="142489" y="115674"/>
                    <a:pt x="141755" y="117165"/>
                  </a:cubicBezTo>
                  <a:cubicBezTo>
                    <a:pt x="141021" y="118655"/>
                    <a:pt x="140244" y="120121"/>
                    <a:pt x="139424" y="121560"/>
                  </a:cubicBezTo>
                  <a:cubicBezTo>
                    <a:pt x="138604" y="122999"/>
                    <a:pt x="137742" y="124410"/>
                    <a:pt x="136839" y="125791"/>
                  </a:cubicBezTo>
                  <a:cubicBezTo>
                    <a:pt x="135936" y="127173"/>
                    <a:pt x="134993" y="128524"/>
                    <a:pt x="134011" y="129843"/>
                  </a:cubicBezTo>
                  <a:cubicBezTo>
                    <a:pt x="133029" y="131162"/>
                    <a:pt x="132009" y="132448"/>
                    <a:pt x="130951" y="133699"/>
                  </a:cubicBezTo>
                  <a:cubicBezTo>
                    <a:pt x="129894" y="134950"/>
                    <a:pt x="128800" y="136166"/>
                    <a:pt x="127671" y="137344"/>
                  </a:cubicBezTo>
                  <a:cubicBezTo>
                    <a:pt x="126542" y="138522"/>
                    <a:pt x="125379" y="139662"/>
                    <a:pt x="124184" y="140763"/>
                  </a:cubicBezTo>
                  <a:cubicBezTo>
                    <a:pt x="122988" y="141863"/>
                    <a:pt x="121761" y="142924"/>
                    <a:pt x="120504" y="143943"/>
                  </a:cubicBezTo>
                  <a:cubicBezTo>
                    <a:pt x="119246" y="144962"/>
                    <a:pt x="117959" y="145938"/>
                    <a:pt x="116644" y="146871"/>
                  </a:cubicBezTo>
                  <a:cubicBezTo>
                    <a:pt x="115330" y="147804"/>
                    <a:pt x="113988" y="148693"/>
                    <a:pt x="112622" y="149537"/>
                  </a:cubicBezTo>
                  <a:cubicBezTo>
                    <a:pt x="111255" y="150380"/>
                    <a:pt x="109864" y="151178"/>
                    <a:pt x="108451" y="151928"/>
                  </a:cubicBezTo>
                  <a:cubicBezTo>
                    <a:pt x="107038" y="152679"/>
                    <a:pt x="105604" y="153382"/>
                    <a:pt x="104150" y="154037"/>
                  </a:cubicBezTo>
                  <a:cubicBezTo>
                    <a:pt x="102696" y="154691"/>
                    <a:pt x="101223" y="155297"/>
                    <a:pt x="99734" y="155854"/>
                  </a:cubicBezTo>
                  <a:cubicBezTo>
                    <a:pt x="98245" y="156410"/>
                    <a:pt x="96740" y="156916"/>
                    <a:pt x="95221" y="157372"/>
                  </a:cubicBezTo>
                  <a:cubicBezTo>
                    <a:pt x="93703" y="157828"/>
                    <a:pt x="92172" y="158233"/>
                    <a:pt x="90630" y="158586"/>
                  </a:cubicBezTo>
                  <a:cubicBezTo>
                    <a:pt x="89088" y="158939"/>
                    <a:pt x="87536" y="159241"/>
                    <a:pt x="85977" y="159490"/>
                  </a:cubicBezTo>
                  <a:cubicBezTo>
                    <a:pt x="84418" y="159740"/>
                    <a:pt x="82853" y="159937"/>
                    <a:pt x="81283" y="160082"/>
                  </a:cubicBezTo>
                  <a:cubicBezTo>
                    <a:pt x="79712" y="160227"/>
                    <a:pt x="78139" y="160319"/>
                    <a:pt x="76564" y="160358"/>
                  </a:cubicBezTo>
                  <a:cubicBezTo>
                    <a:pt x="74989" y="160397"/>
                    <a:pt x="73413" y="160384"/>
                    <a:pt x="71839" y="160318"/>
                  </a:cubicBezTo>
                  <a:cubicBezTo>
                    <a:pt x="70266" y="160252"/>
                    <a:pt x="68695" y="160133"/>
                    <a:pt x="67128" y="159961"/>
                  </a:cubicBezTo>
                  <a:cubicBezTo>
                    <a:pt x="65562" y="159790"/>
                    <a:pt x="64002" y="159566"/>
                    <a:pt x="62449" y="159290"/>
                  </a:cubicBezTo>
                  <a:cubicBezTo>
                    <a:pt x="60897" y="159014"/>
                    <a:pt x="59353" y="158686"/>
                    <a:pt x="57821" y="158307"/>
                  </a:cubicBezTo>
                  <a:cubicBezTo>
                    <a:pt x="56288" y="157927"/>
                    <a:pt x="54767" y="157496"/>
                    <a:pt x="53261" y="157015"/>
                  </a:cubicBezTo>
                  <a:cubicBezTo>
                    <a:pt x="51754" y="156534"/>
                    <a:pt x="50262" y="156002"/>
                    <a:pt x="48787" y="155420"/>
                  </a:cubicBezTo>
                  <a:cubicBezTo>
                    <a:pt x="47312" y="154839"/>
                    <a:pt x="45855" y="154208"/>
                    <a:pt x="44418" y="153528"/>
                  </a:cubicBezTo>
                  <a:cubicBezTo>
                    <a:pt x="42981" y="152849"/>
                    <a:pt x="41564" y="152122"/>
                    <a:pt x="40170" y="151347"/>
                  </a:cubicBezTo>
                  <a:cubicBezTo>
                    <a:pt x="38776" y="150573"/>
                    <a:pt x="37406" y="149752"/>
                    <a:pt x="36061" y="148885"/>
                  </a:cubicBezTo>
                  <a:cubicBezTo>
                    <a:pt x="34716" y="148019"/>
                    <a:pt x="33397" y="147107"/>
                    <a:pt x="32106" y="146152"/>
                  </a:cubicBezTo>
                  <a:cubicBezTo>
                    <a:pt x="30815" y="145197"/>
                    <a:pt x="29553" y="144198"/>
                    <a:pt x="28321" y="143158"/>
                  </a:cubicBezTo>
                  <a:cubicBezTo>
                    <a:pt x="27089" y="142118"/>
                    <a:pt x="25889" y="141037"/>
                    <a:pt x="24721" y="139916"/>
                  </a:cubicBezTo>
                  <a:cubicBezTo>
                    <a:pt x="23554" y="138796"/>
                    <a:pt x="22420" y="137636"/>
                    <a:pt x="21321" y="136439"/>
                  </a:cubicBezTo>
                  <a:cubicBezTo>
                    <a:pt x="20222" y="135242"/>
                    <a:pt x="19159" y="134008"/>
                    <a:pt x="18133" y="132739"/>
                  </a:cubicBezTo>
                  <a:cubicBezTo>
                    <a:pt x="17107" y="131470"/>
                    <a:pt x="16119" y="130167"/>
                    <a:pt x="15170" y="128832"/>
                  </a:cubicBezTo>
                  <a:cubicBezTo>
                    <a:pt x="14221" y="127497"/>
                    <a:pt x="13312" y="126129"/>
                    <a:pt x="12445" y="124733"/>
                  </a:cubicBezTo>
                  <a:cubicBezTo>
                    <a:pt x="11577" y="123336"/>
                    <a:pt x="10750" y="121910"/>
                    <a:pt x="9967" y="120458"/>
                  </a:cubicBezTo>
                  <a:cubicBezTo>
                    <a:pt x="9183" y="119005"/>
                    <a:pt x="8442" y="117527"/>
                    <a:pt x="7746" y="116024"/>
                  </a:cubicBezTo>
                  <a:cubicBezTo>
                    <a:pt x="7050" y="114522"/>
                    <a:pt x="6398" y="112996"/>
                    <a:pt x="5792" y="111449"/>
                  </a:cubicBezTo>
                  <a:cubicBezTo>
                    <a:pt x="5186" y="109902"/>
                    <a:pt x="4625" y="108335"/>
                    <a:pt x="4112" y="106750"/>
                  </a:cubicBezTo>
                  <a:cubicBezTo>
                    <a:pt x="3598" y="105166"/>
                    <a:pt x="3131" y="103564"/>
                    <a:pt x="2712" y="101947"/>
                  </a:cubicBezTo>
                  <a:cubicBezTo>
                    <a:pt x="2293" y="100330"/>
                    <a:pt x="1921" y="98700"/>
                    <a:pt x="1598" y="97058"/>
                  </a:cubicBezTo>
                  <a:cubicBezTo>
                    <a:pt x="1275" y="95416"/>
                    <a:pt x="1001" y="93763"/>
                    <a:pt x="775" y="92102"/>
                  </a:cubicBezTo>
                  <a:cubicBezTo>
                    <a:pt x="550" y="90441"/>
                    <a:pt x="373" y="88773"/>
                    <a:pt x="246" y="87099"/>
                  </a:cubicBezTo>
                  <a:cubicBezTo>
                    <a:pt x="118" y="85426"/>
                    <a:pt x="41" y="83748"/>
                    <a:pt x="12" y="82069"/>
                  </a:cubicBezTo>
                  <a:cubicBezTo>
                    <a:pt x="-16" y="80390"/>
                    <a:pt x="5" y="78710"/>
                    <a:pt x="75" y="77032"/>
                  </a:cubicBezTo>
                  <a:cubicBezTo>
                    <a:pt x="146" y="75353"/>
                    <a:pt x="266" y="73677"/>
                    <a:pt x="435" y="72007"/>
                  </a:cubicBezTo>
                  <a:cubicBezTo>
                    <a:pt x="604" y="70336"/>
                    <a:pt x="823" y="68671"/>
                    <a:pt x="1090" y="67014"/>
                  </a:cubicBezTo>
                  <a:cubicBezTo>
                    <a:pt x="1357" y="65357"/>
                    <a:pt x="1673" y="63709"/>
                    <a:pt x="2037" y="62073"/>
                  </a:cubicBezTo>
                  <a:cubicBezTo>
                    <a:pt x="2402" y="60437"/>
                    <a:pt x="2814" y="58813"/>
                    <a:pt x="3274" y="57204"/>
                  </a:cubicBezTo>
                  <a:cubicBezTo>
                    <a:pt x="3733" y="55595"/>
                    <a:pt x="4240" y="54001"/>
                    <a:pt x="4794" y="52425"/>
                  </a:cubicBezTo>
                  <a:cubicBezTo>
                    <a:pt x="5347" y="50850"/>
                    <a:pt x="5947" y="49293"/>
                    <a:pt x="6592" y="47756"/>
                  </a:cubicBezTo>
                  <a:cubicBezTo>
                    <a:pt x="7236" y="46220"/>
                    <a:pt x="7926" y="44706"/>
                    <a:pt x="8660" y="43215"/>
                  </a:cubicBezTo>
                  <a:cubicBezTo>
                    <a:pt x="9394" y="41725"/>
                    <a:pt x="10172" y="40259"/>
                    <a:pt x="10992" y="38820"/>
                  </a:cubicBezTo>
                  <a:cubicBezTo>
                    <a:pt x="11812" y="37382"/>
                    <a:pt x="12674" y="35970"/>
                    <a:pt x="13576" y="34589"/>
                  </a:cubicBezTo>
                  <a:cubicBezTo>
                    <a:pt x="14479" y="33207"/>
                    <a:pt x="15422" y="31856"/>
                    <a:pt x="16404" y="30537"/>
                  </a:cubicBezTo>
                  <a:cubicBezTo>
                    <a:pt x="17386" y="29218"/>
                    <a:pt x="18407" y="27932"/>
                    <a:pt x="19464" y="26681"/>
                  </a:cubicBezTo>
                  <a:cubicBezTo>
                    <a:pt x="20522" y="25430"/>
                    <a:pt x="21616" y="24215"/>
                    <a:pt x="22745" y="23036"/>
                  </a:cubicBezTo>
                  <a:cubicBezTo>
                    <a:pt x="23873" y="21858"/>
                    <a:pt x="25036" y="20718"/>
                    <a:pt x="26232" y="19617"/>
                  </a:cubicBezTo>
                  <a:cubicBezTo>
                    <a:pt x="27427" y="18517"/>
                    <a:pt x="28655" y="17456"/>
                    <a:pt x="29912" y="16437"/>
                  </a:cubicBezTo>
                  <a:cubicBezTo>
                    <a:pt x="31170" y="15418"/>
                    <a:pt x="32457" y="14442"/>
                    <a:pt x="33771" y="13509"/>
                  </a:cubicBezTo>
                  <a:cubicBezTo>
                    <a:pt x="35086" y="12576"/>
                    <a:pt x="36427" y="11687"/>
                    <a:pt x="37794" y="10844"/>
                  </a:cubicBezTo>
                  <a:cubicBezTo>
                    <a:pt x="39160" y="10000"/>
                    <a:pt x="40551" y="9202"/>
                    <a:pt x="41964" y="8452"/>
                  </a:cubicBezTo>
                  <a:cubicBezTo>
                    <a:pt x="43377" y="7701"/>
                    <a:pt x="44812" y="6998"/>
                    <a:pt x="46266" y="6343"/>
                  </a:cubicBezTo>
                  <a:cubicBezTo>
                    <a:pt x="47720" y="5689"/>
                    <a:pt x="49192" y="5083"/>
                    <a:pt x="50682" y="4526"/>
                  </a:cubicBezTo>
                  <a:cubicBezTo>
                    <a:pt x="52171" y="3970"/>
                    <a:pt x="53676" y="3464"/>
                    <a:pt x="55194" y="3008"/>
                  </a:cubicBezTo>
                  <a:cubicBezTo>
                    <a:pt x="56713" y="2552"/>
                    <a:pt x="58244" y="2147"/>
                    <a:pt x="59786" y="1794"/>
                  </a:cubicBezTo>
                  <a:cubicBezTo>
                    <a:pt x="61328" y="1441"/>
                    <a:pt x="62879" y="1139"/>
                    <a:pt x="64438" y="890"/>
                  </a:cubicBezTo>
                  <a:cubicBezTo>
                    <a:pt x="65997" y="640"/>
                    <a:pt x="67563" y="443"/>
                    <a:pt x="69133" y="298"/>
                  </a:cubicBezTo>
                  <a:cubicBezTo>
                    <a:pt x="70703" y="153"/>
                    <a:pt x="72277" y="61"/>
                    <a:pt x="73852" y="22"/>
                  </a:cubicBezTo>
                  <a:cubicBezTo>
                    <a:pt x="75427" y="-17"/>
                    <a:pt x="77002" y="-4"/>
                    <a:pt x="78576" y="62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246" name="probe-noto-emoji_u1f422" descr="Noto Emoji artwork by Google; Apache License 2.0; preserve full bundled license. Source: https://github.com/googlefonts/noto-emoji/blob/e20cbc2bbec1926686be9f9bee7d1d2cfa1fea0e/2D/svg/emoji_u1f422.svg; SVG SHA256: 92fa4a62fbaa8c43ee36109234ab6bda6bc4e62170d18d4db516cdb9c51dd02d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1280000" cy="1280000"/>
          </a:xfrm>
        </p:grpSpPr>
        <p:sp>
          <p:nvSpPr>
            <p:cNvPr id="247" name="probe-noto-emoji_u1f422-part-1"/>
            <p:cNvSpPr/>
            <p:nvPr/>
          </p:nvSpPr>
          <p:spPr>
            <a:xfrm>
              <a:off x="49021" y="480396"/>
              <a:ext cx="1188439" cy="719209"/>
            </a:xfrm>
            <a:custGeom>
              <a:avLst/>
              <a:gdLst/>
              <a:ahLst/>
              <a:cxnLst/>
              <a:rect l="0" t="0" r="r" b="b"/>
              <a:pathLst>
                <a:path w="1188439" h="719209">
                  <a:moveTo>
                    <a:pt x="1077979" y="111704"/>
                  </a:moveTo>
                  <a:cubicBezTo>
                    <a:pt x="1077979" y="111704"/>
                    <a:pt x="1117379" y="89604"/>
                    <a:pt x="1127279" y="84004"/>
                  </a:cubicBezTo>
                  <a:cubicBezTo>
                    <a:pt x="1137179" y="78404"/>
                    <a:pt x="1173279" y="55804"/>
                    <a:pt x="1186379" y="75604"/>
                  </a:cubicBezTo>
                  <a:cubicBezTo>
                    <a:pt x="1194079" y="87204"/>
                    <a:pt x="1179379" y="120004"/>
                    <a:pt x="1155879" y="154204"/>
                  </a:cubicBezTo>
                  <a:cubicBezTo>
                    <a:pt x="1134479" y="185504"/>
                    <a:pt x="1084679" y="249804"/>
                    <a:pt x="1081879" y="262504"/>
                  </a:cubicBezTo>
                  <a:cubicBezTo>
                    <a:pt x="1079079" y="275204"/>
                    <a:pt x="1092979" y="326104"/>
                    <a:pt x="1097179" y="345804"/>
                  </a:cubicBezTo>
                  <a:cubicBezTo>
                    <a:pt x="1101379" y="365504"/>
                    <a:pt x="1114579" y="412904"/>
                    <a:pt x="1108879" y="431204"/>
                  </a:cubicBezTo>
                  <a:cubicBezTo>
                    <a:pt x="1103179" y="449504"/>
                    <a:pt x="1074579" y="499704"/>
                    <a:pt x="1001379" y="498804"/>
                  </a:cubicBezTo>
                  <a:cubicBezTo>
                    <a:pt x="943179" y="498104"/>
                    <a:pt x="926279" y="481004"/>
                    <a:pt x="924379" y="470604"/>
                  </a:cubicBezTo>
                  <a:cubicBezTo>
                    <a:pt x="922979" y="463104"/>
                    <a:pt x="918779" y="438204"/>
                    <a:pt x="918779" y="438204"/>
                  </a:cubicBezTo>
                  <a:cubicBezTo>
                    <a:pt x="918779" y="438204"/>
                    <a:pt x="870879" y="467804"/>
                    <a:pt x="848379" y="479004"/>
                  </a:cubicBezTo>
                  <a:cubicBezTo>
                    <a:pt x="825879" y="490204"/>
                    <a:pt x="765279" y="521204"/>
                    <a:pt x="765279" y="521204"/>
                  </a:cubicBezTo>
                  <a:cubicBezTo>
                    <a:pt x="765279" y="521204"/>
                    <a:pt x="776979" y="574704"/>
                    <a:pt x="778879" y="596304"/>
                  </a:cubicBezTo>
                  <a:cubicBezTo>
                    <a:pt x="780779" y="617904"/>
                    <a:pt x="787479" y="648804"/>
                    <a:pt x="776079" y="669504"/>
                  </a:cubicBezTo>
                  <a:cubicBezTo>
                    <a:pt x="765779" y="688304"/>
                    <a:pt x="733579" y="719704"/>
                    <a:pt x="657779" y="719204"/>
                  </a:cubicBezTo>
                  <a:cubicBezTo>
                    <a:pt x="598579" y="718804"/>
                    <a:pt x="583679" y="700404"/>
                    <a:pt x="574279" y="689204"/>
                  </a:cubicBezTo>
                  <a:cubicBezTo>
                    <a:pt x="564879" y="677904"/>
                    <a:pt x="562979" y="624404"/>
                    <a:pt x="562979" y="613204"/>
                  </a:cubicBezTo>
                  <a:cubicBezTo>
                    <a:pt x="562979" y="602004"/>
                    <a:pt x="561079" y="562504"/>
                    <a:pt x="561079" y="562504"/>
                  </a:cubicBezTo>
                  <a:cubicBezTo>
                    <a:pt x="561079" y="562504"/>
                    <a:pt x="480879" y="558504"/>
                    <a:pt x="432479" y="555004"/>
                  </a:cubicBezTo>
                  <a:cubicBezTo>
                    <a:pt x="388679" y="551804"/>
                    <a:pt x="330879" y="545104"/>
                    <a:pt x="330879" y="545104"/>
                  </a:cubicBezTo>
                  <a:cubicBezTo>
                    <a:pt x="330879" y="545104"/>
                    <a:pt x="332979" y="568404"/>
                    <a:pt x="335079" y="585204"/>
                  </a:cubicBezTo>
                  <a:cubicBezTo>
                    <a:pt x="336979" y="600204"/>
                    <a:pt x="337379" y="631604"/>
                    <a:pt x="321679" y="646904"/>
                  </a:cubicBezTo>
                  <a:cubicBezTo>
                    <a:pt x="300579" y="667504"/>
                    <a:pt x="246079" y="669004"/>
                    <a:pt x="216079" y="666104"/>
                  </a:cubicBezTo>
                  <a:cubicBezTo>
                    <a:pt x="186079" y="663304"/>
                    <a:pt x="144279" y="647804"/>
                    <a:pt x="132079" y="620604"/>
                  </a:cubicBezTo>
                  <a:cubicBezTo>
                    <a:pt x="119879" y="593404"/>
                    <a:pt x="135879" y="557704"/>
                    <a:pt x="142379" y="537104"/>
                  </a:cubicBezTo>
                  <a:cubicBezTo>
                    <a:pt x="148179" y="519004"/>
                    <a:pt x="158379" y="493004"/>
                    <a:pt x="154579" y="485504"/>
                  </a:cubicBezTo>
                  <a:cubicBezTo>
                    <a:pt x="150779" y="478004"/>
                    <a:pt x="114179" y="468604"/>
                    <a:pt x="61679" y="416004"/>
                  </a:cubicBezTo>
                  <a:cubicBezTo>
                    <a:pt x="9079" y="363404"/>
                    <a:pt x="-59621" y="180804"/>
                    <a:pt x="94479" y="53704"/>
                  </a:cubicBezTo>
                  <a:cubicBezTo>
                    <a:pt x="249379" y="-73896"/>
                    <a:pt x="532579" y="64704"/>
                    <a:pt x="547579" y="74104"/>
                  </a:cubicBezTo>
                  <a:cubicBezTo>
                    <a:pt x="562979" y="83704"/>
                    <a:pt x="1077979" y="111704"/>
                    <a:pt x="1077979" y="111704"/>
                  </a:cubicBezTo>
                  <a:close/>
                </a:path>
              </a:pathLst>
            </a:custGeom>
            <a:solidFill>
              <a:srgbClr val="BDCF47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8" name="probe-noto-emoji_u1f422-part-2"/>
            <p:cNvSpPr/>
            <p:nvPr/>
          </p:nvSpPr>
          <p:spPr>
            <a:xfrm>
              <a:off x="320300" y="251447"/>
              <a:ext cx="826091" cy="650404"/>
            </a:xfrm>
            <a:custGeom>
              <a:avLst/>
              <a:gdLst/>
              <a:ahLst/>
              <a:cxnLst/>
              <a:rect l="0" t="0" r="r" b="b"/>
              <a:pathLst>
                <a:path w="826091" h="650404">
                  <a:moveTo>
                    <a:pt x="342200" y="1353"/>
                  </a:moveTo>
                  <a:cubicBezTo>
                    <a:pt x="202900" y="7553"/>
                    <a:pt x="98400" y="76553"/>
                    <a:pt x="46500" y="151953"/>
                  </a:cubicBezTo>
                  <a:cubicBezTo>
                    <a:pt x="15500" y="196953"/>
                    <a:pt x="0" y="229353"/>
                    <a:pt x="0" y="229353"/>
                  </a:cubicBezTo>
                  <a:cubicBezTo>
                    <a:pt x="0" y="229353"/>
                    <a:pt x="48100" y="230753"/>
                    <a:pt x="91500" y="253953"/>
                  </a:cubicBezTo>
                  <a:cubicBezTo>
                    <a:pt x="141500" y="280653"/>
                    <a:pt x="199500" y="309553"/>
                    <a:pt x="237600" y="435253"/>
                  </a:cubicBezTo>
                  <a:cubicBezTo>
                    <a:pt x="266300" y="530253"/>
                    <a:pt x="277400" y="620553"/>
                    <a:pt x="352000" y="640453"/>
                  </a:cubicBezTo>
                  <a:cubicBezTo>
                    <a:pt x="436500" y="662953"/>
                    <a:pt x="633600" y="651753"/>
                    <a:pt x="727900" y="560253"/>
                  </a:cubicBezTo>
                  <a:cubicBezTo>
                    <a:pt x="822200" y="468753"/>
                    <a:pt x="840500" y="399753"/>
                    <a:pt x="816600" y="309653"/>
                  </a:cubicBezTo>
                  <a:cubicBezTo>
                    <a:pt x="792700" y="219553"/>
                    <a:pt x="684900" y="59153"/>
                    <a:pt x="535000" y="16853"/>
                  </a:cubicBezTo>
                  <a:cubicBezTo>
                    <a:pt x="470300" y="-1447"/>
                    <a:pt x="405500" y="-1447"/>
                    <a:pt x="342200" y="1353"/>
                  </a:cubicBezTo>
                  <a:close/>
                </a:path>
              </a:pathLst>
            </a:custGeom>
            <a:solidFill>
              <a:srgbClr val="6E823A"/>
            </a:solidFill>
            <a:ln w="8037" cap="flat">
              <a:noFill/>
              <a:prstDash val="solid"/>
              <a:miter/>
            </a:ln>
          </p:spPr>
        </p:sp>
        <p:sp>
          <p:nvSpPr>
            <p:cNvPr id="249" name="probe-noto-emoji_u1f422-part-3"/>
            <p:cNvSpPr/>
            <p:nvPr/>
          </p:nvSpPr>
          <p:spPr>
            <a:xfrm>
              <a:off x="370300" y="283200"/>
              <a:ext cx="762400" cy="553868"/>
            </a:xfrm>
            <a:custGeom>
              <a:avLst/>
              <a:gdLst/>
              <a:ahLst/>
              <a:cxnLst/>
              <a:rect l="0" t="0" r="r" b="b"/>
              <a:pathLst>
                <a:path w="762400" h="553868">
                  <a:moveTo>
                    <a:pt x="749000" y="230000"/>
                  </a:moveTo>
                  <a:cubicBezTo>
                    <a:pt x="744800" y="220100"/>
                    <a:pt x="736000" y="205000"/>
                    <a:pt x="736000" y="205000"/>
                  </a:cubicBezTo>
                  <a:cubicBezTo>
                    <a:pt x="736000" y="205000"/>
                    <a:pt x="735300" y="225500"/>
                    <a:pt x="733500" y="236300"/>
                  </a:cubicBezTo>
                  <a:cubicBezTo>
                    <a:pt x="730700" y="253900"/>
                    <a:pt x="721000" y="290500"/>
                    <a:pt x="715400" y="285100"/>
                  </a:cubicBezTo>
                  <a:cubicBezTo>
                    <a:pt x="705400" y="275400"/>
                    <a:pt x="658100" y="215900"/>
                    <a:pt x="635600" y="182800"/>
                  </a:cubicBezTo>
                  <a:cubicBezTo>
                    <a:pt x="618500" y="157600"/>
                    <a:pt x="559600" y="91700"/>
                    <a:pt x="558200" y="70200"/>
                  </a:cubicBezTo>
                  <a:cubicBezTo>
                    <a:pt x="557500" y="59600"/>
                    <a:pt x="570900" y="23700"/>
                    <a:pt x="570900" y="23700"/>
                  </a:cubicBezTo>
                  <a:cubicBezTo>
                    <a:pt x="570900" y="23700"/>
                    <a:pt x="558700" y="16700"/>
                    <a:pt x="547400" y="10300"/>
                  </a:cubicBezTo>
                  <a:cubicBezTo>
                    <a:pt x="538600" y="5400"/>
                    <a:pt x="525800" y="0"/>
                    <a:pt x="525800" y="0"/>
                  </a:cubicBezTo>
                  <a:cubicBezTo>
                    <a:pt x="525800" y="0"/>
                    <a:pt x="518100" y="49000"/>
                    <a:pt x="509600" y="58200"/>
                  </a:cubicBezTo>
                  <a:cubicBezTo>
                    <a:pt x="502100" y="66300"/>
                    <a:pt x="456400" y="84200"/>
                    <a:pt x="420900" y="97600"/>
                  </a:cubicBezTo>
                  <a:cubicBezTo>
                    <a:pt x="378000" y="113800"/>
                    <a:pt x="336400" y="134900"/>
                    <a:pt x="320900" y="137700"/>
                  </a:cubicBezTo>
                  <a:cubicBezTo>
                    <a:pt x="307300" y="140200"/>
                    <a:pt x="230000" y="123600"/>
                    <a:pt x="200900" y="118000"/>
                  </a:cubicBezTo>
                  <a:cubicBezTo>
                    <a:pt x="164300" y="111000"/>
                    <a:pt x="109100" y="95400"/>
                    <a:pt x="96400" y="86300"/>
                  </a:cubicBezTo>
                  <a:cubicBezTo>
                    <a:pt x="81600" y="75700"/>
                    <a:pt x="65700" y="48500"/>
                    <a:pt x="65700" y="48500"/>
                  </a:cubicBezTo>
                  <a:cubicBezTo>
                    <a:pt x="65700" y="48500"/>
                    <a:pt x="56800" y="54600"/>
                    <a:pt x="47900" y="61600"/>
                  </a:cubicBezTo>
                  <a:cubicBezTo>
                    <a:pt x="39100" y="68500"/>
                    <a:pt x="27700" y="82200"/>
                    <a:pt x="27700" y="82200"/>
                  </a:cubicBezTo>
                  <a:cubicBezTo>
                    <a:pt x="27700" y="82200"/>
                    <a:pt x="50800" y="105400"/>
                    <a:pt x="52100" y="114000"/>
                  </a:cubicBezTo>
                  <a:cubicBezTo>
                    <a:pt x="53900" y="126000"/>
                    <a:pt x="39400" y="142300"/>
                    <a:pt x="27500" y="157800"/>
                  </a:cubicBezTo>
                  <a:cubicBezTo>
                    <a:pt x="20300" y="167100"/>
                    <a:pt x="0" y="206300"/>
                    <a:pt x="0" y="206300"/>
                  </a:cubicBezTo>
                  <a:cubicBezTo>
                    <a:pt x="0" y="206300"/>
                    <a:pt x="9700" y="207200"/>
                    <a:pt x="21500" y="212600"/>
                  </a:cubicBezTo>
                  <a:cubicBezTo>
                    <a:pt x="33800" y="218300"/>
                    <a:pt x="45300" y="224200"/>
                    <a:pt x="45300" y="224200"/>
                  </a:cubicBezTo>
                  <a:cubicBezTo>
                    <a:pt x="45300" y="224200"/>
                    <a:pt x="75000" y="155200"/>
                    <a:pt x="94300" y="148900"/>
                  </a:cubicBezTo>
                  <a:cubicBezTo>
                    <a:pt x="110800" y="143500"/>
                    <a:pt x="157300" y="158800"/>
                    <a:pt x="191100" y="165800"/>
                  </a:cubicBezTo>
                  <a:cubicBezTo>
                    <a:pt x="239000" y="175700"/>
                    <a:pt x="287500" y="184500"/>
                    <a:pt x="297700" y="197500"/>
                  </a:cubicBezTo>
                  <a:cubicBezTo>
                    <a:pt x="308300" y="210900"/>
                    <a:pt x="318300" y="264300"/>
                    <a:pt x="328000" y="309400"/>
                  </a:cubicBezTo>
                  <a:cubicBezTo>
                    <a:pt x="338600" y="358800"/>
                    <a:pt x="366100" y="487000"/>
                    <a:pt x="359700" y="496800"/>
                  </a:cubicBezTo>
                  <a:cubicBezTo>
                    <a:pt x="353400" y="506700"/>
                    <a:pt x="302700" y="503100"/>
                    <a:pt x="273800" y="499600"/>
                  </a:cubicBezTo>
                  <a:cubicBezTo>
                    <a:pt x="249300" y="496600"/>
                    <a:pt x="209700" y="482000"/>
                    <a:pt x="209700" y="482000"/>
                  </a:cubicBezTo>
                  <a:cubicBezTo>
                    <a:pt x="209700" y="482000"/>
                    <a:pt x="215500" y="503100"/>
                    <a:pt x="217400" y="508700"/>
                  </a:cubicBezTo>
                  <a:cubicBezTo>
                    <a:pt x="220200" y="516800"/>
                    <a:pt x="229000" y="539300"/>
                    <a:pt x="229000" y="539300"/>
                  </a:cubicBezTo>
                  <a:cubicBezTo>
                    <a:pt x="229000" y="539300"/>
                    <a:pt x="285700" y="564300"/>
                    <a:pt x="453200" y="548800"/>
                  </a:cubicBezTo>
                  <a:cubicBezTo>
                    <a:pt x="620700" y="533300"/>
                    <a:pt x="703500" y="419200"/>
                    <a:pt x="727000" y="368600"/>
                  </a:cubicBezTo>
                  <a:cubicBezTo>
                    <a:pt x="758400" y="300800"/>
                    <a:pt x="762400" y="264700"/>
                    <a:pt x="762400" y="264700"/>
                  </a:cubicBezTo>
                  <a:cubicBezTo>
                    <a:pt x="762400" y="264700"/>
                    <a:pt x="753200" y="239900"/>
                    <a:pt x="749000" y="230000"/>
                  </a:cubicBezTo>
                  <a:close/>
                  <a:moveTo>
                    <a:pt x="596200" y="448900"/>
                  </a:moveTo>
                  <a:cubicBezTo>
                    <a:pt x="553800" y="475600"/>
                    <a:pt x="444200" y="503800"/>
                    <a:pt x="424400" y="493200"/>
                  </a:cubicBezTo>
                  <a:cubicBezTo>
                    <a:pt x="408600" y="484700"/>
                    <a:pt x="385000" y="353800"/>
                    <a:pt x="373700" y="295400"/>
                  </a:cubicBezTo>
                  <a:cubicBezTo>
                    <a:pt x="366500" y="258000"/>
                    <a:pt x="349200" y="201200"/>
                    <a:pt x="359600" y="183500"/>
                  </a:cubicBezTo>
                  <a:cubicBezTo>
                    <a:pt x="366600" y="171500"/>
                    <a:pt x="407500" y="153600"/>
                    <a:pt x="437700" y="139500"/>
                  </a:cubicBezTo>
                  <a:cubicBezTo>
                    <a:pt x="466400" y="126200"/>
                    <a:pt x="507400" y="108200"/>
                    <a:pt x="519400" y="109600"/>
                  </a:cubicBezTo>
                  <a:cubicBezTo>
                    <a:pt x="536400" y="111600"/>
                    <a:pt x="572900" y="170800"/>
                    <a:pt x="609500" y="221500"/>
                  </a:cubicBezTo>
                  <a:cubicBezTo>
                    <a:pt x="646100" y="272200"/>
                    <a:pt x="686200" y="325000"/>
                    <a:pt x="686900" y="343300"/>
                  </a:cubicBezTo>
                  <a:cubicBezTo>
                    <a:pt x="687800" y="361700"/>
                    <a:pt x="639900" y="421500"/>
                    <a:pt x="596200" y="448900"/>
                  </a:cubicBezTo>
                  <a:close/>
                </a:path>
              </a:pathLst>
            </a:custGeom>
            <a:solidFill>
              <a:srgbClr val="484E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0" name="probe-noto-emoji_u1f422-part-4"/>
            <p:cNvSpPr/>
            <p:nvPr/>
          </p:nvSpPr>
          <p:spPr>
            <a:xfrm>
              <a:off x="319303" y="614749"/>
              <a:ext cx="93465" cy="104233"/>
            </a:xfrm>
            <a:custGeom>
              <a:avLst/>
              <a:gdLst/>
              <a:ahLst/>
              <a:cxnLst/>
              <a:rect l="0" t="0" r="r" b="b"/>
              <a:pathLst>
                <a:path w="93465" h="104233">
                  <a:moveTo>
                    <a:pt x="92497" y="43851"/>
                  </a:moveTo>
                  <a:cubicBezTo>
                    <a:pt x="97497" y="72151"/>
                    <a:pt x="82997" y="101351"/>
                    <a:pt x="51797" y="104051"/>
                  </a:cubicBezTo>
                  <a:cubicBezTo>
                    <a:pt x="26197" y="106251"/>
                    <a:pt x="5897" y="88351"/>
                    <a:pt x="897" y="60051"/>
                  </a:cubicBezTo>
                  <a:cubicBezTo>
                    <a:pt x="-4103" y="31751"/>
                    <a:pt x="12297" y="5151"/>
                    <a:pt x="37697" y="651"/>
                  </a:cubicBezTo>
                  <a:cubicBezTo>
                    <a:pt x="62897" y="-3849"/>
                    <a:pt x="87497" y="15451"/>
                    <a:pt x="92497" y="43851"/>
                  </a:cubicBezTo>
                  <a:close/>
                </a:path>
              </a:pathLst>
            </a:custGeom>
            <a:solidFill>
              <a:srgbClr val="2A2B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1" name="probe-noto-emoji_u1f422-part-5"/>
            <p:cNvSpPr/>
            <p:nvPr/>
          </p:nvSpPr>
          <p:spPr>
            <a:xfrm>
              <a:off x="135758" y="609996"/>
              <a:ext cx="92456" cy="102962"/>
            </a:xfrm>
            <a:custGeom>
              <a:avLst/>
              <a:gdLst/>
              <a:ahLst/>
              <a:cxnLst/>
              <a:rect l="0" t="0" r="r" b="b"/>
              <a:pathLst>
                <a:path w="92456" h="102962">
                  <a:moveTo>
                    <a:pt x="92442" y="51104"/>
                  </a:moveTo>
                  <a:cubicBezTo>
                    <a:pt x="93142" y="79504"/>
                    <a:pt x="68242" y="108004"/>
                    <a:pt x="37442" y="102204"/>
                  </a:cubicBezTo>
                  <a:cubicBezTo>
                    <a:pt x="12142" y="97404"/>
                    <a:pt x="-2458" y="74904"/>
                    <a:pt x="342" y="46704"/>
                  </a:cubicBezTo>
                  <a:cubicBezTo>
                    <a:pt x="3242" y="18504"/>
                    <a:pt x="26242" y="-2296"/>
                    <a:pt x="51842" y="204"/>
                  </a:cubicBezTo>
                  <a:cubicBezTo>
                    <a:pt x="77442" y="2704"/>
                    <a:pt x="91742" y="21504"/>
                    <a:pt x="92442" y="51104"/>
                  </a:cubicBezTo>
                  <a:close/>
                </a:path>
              </a:pathLst>
            </a:custGeom>
            <a:solidFill>
              <a:srgbClr val="2A2B28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2" name="probe-noto-emoji_u1f422-part-6"/>
            <p:cNvSpPr/>
            <p:nvPr/>
          </p:nvSpPr>
          <p:spPr>
            <a:xfrm>
              <a:off x="185073" y="743900"/>
              <a:ext cx="170057" cy="83200"/>
            </a:xfrm>
            <a:custGeom>
              <a:avLst/>
              <a:gdLst/>
              <a:ahLst/>
              <a:cxnLst/>
              <a:rect l="0" t="0" r="r" b="b"/>
              <a:pathLst>
                <a:path w="170057" h="83200">
                  <a:moveTo>
                    <a:pt x="122627" y="22000"/>
                  </a:moveTo>
                  <a:cubicBezTo>
                    <a:pt x="134227" y="14100"/>
                    <a:pt x="153627" y="-4700"/>
                    <a:pt x="166227" y="11400"/>
                  </a:cubicBezTo>
                  <a:cubicBezTo>
                    <a:pt x="178927" y="27600"/>
                    <a:pt x="157027" y="42400"/>
                    <a:pt x="144427" y="51500"/>
                  </a:cubicBezTo>
                  <a:cubicBezTo>
                    <a:pt x="131727" y="60700"/>
                    <a:pt x="103627" y="83200"/>
                    <a:pt x="83227" y="83200"/>
                  </a:cubicBezTo>
                  <a:cubicBezTo>
                    <a:pt x="64227" y="83200"/>
                    <a:pt x="35327" y="60000"/>
                    <a:pt x="17027" y="44500"/>
                  </a:cubicBezTo>
                  <a:cubicBezTo>
                    <a:pt x="2127" y="31900"/>
                    <a:pt x="-4773" y="15600"/>
                    <a:pt x="3627" y="5800"/>
                  </a:cubicBezTo>
                  <a:cubicBezTo>
                    <a:pt x="12027" y="-4000"/>
                    <a:pt x="25027" y="-400"/>
                    <a:pt x="36027" y="9300"/>
                  </a:cubicBezTo>
                  <a:cubicBezTo>
                    <a:pt x="48727" y="20600"/>
                    <a:pt x="73227" y="43100"/>
                    <a:pt x="83227" y="43100"/>
                  </a:cubicBezTo>
                  <a:cubicBezTo>
                    <a:pt x="93027" y="43200"/>
                    <a:pt x="107127" y="32600"/>
                    <a:pt x="122627" y="22000"/>
                  </a:cubicBezTo>
                  <a:close/>
                </a:path>
              </a:pathLst>
            </a:custGeom>
            <a:solidFill>
              <a:srgbClr val="2A2B28"/>
            </a:solidFill>
            <a:ln w="8037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noto/emoji_u1f43e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noto/emoji_u1f98a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noto/emoji_u1f98c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tabler/butterfly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tabler/paw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lucide/badge-check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lucide/git-compare-arrows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lucide/refrigerator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lucide/scan-barcode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noto/emoji_u1f9f4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lucide/check-check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lucide/circle-alert</a:t>
            </a:r>
          </a:p>
        </p:txBody>
      </p:sp>
      <p:grpSp>
        <p:nvGrpSpPr>
          <p:cNvPr id="23" name="probe-noto-emoji_u1f426" descr="Noto Emoji artwork by Google; Apache License 2.0; preserve full bundled license. Source: https://github.com/googlefonts/noto-emoji/blob/e20cbc2bbec1926686be9f9bee7d1d2cfa1fea0e/2D/svg/emoji_u1f426.svg; SVG SHA256: 09b377ca4ff10719d6f9aa573b62097aea47a400a3f61b79b2f8a01b5b83bca0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1280000" cy="1280000"/>
          </a:xfrm>
        </p:grpSpPr>
        <p:sp>
          <p:nvSpPr>
            <p:cNvPr id="24" name="probe-noto-emoji_u1f426-part-1"/>
            <p:cNvSpPr/>
            <p:nvPr/>
          </p:nvSpPr>
          <p:spPr>
            <a:xfrm>
              <a:off x="349768" y="929900"/>
              <a:ext cx="169649" cy="183879"/>
            </a:xfrm>
            <a:custGeom>
              <a:avLst/>
              <a:gdLst/>
              <a:ahLst/>
              <a:cxnLst/>
              <a:rect l="0" t="0" r="r" b="b"/>
              <a:pathLst>
                <a:path w="169649" h="183879">
                  <a:moveTo>
                    <a:pt x="95932" y="8500"/>
                  </a:moveTo>
                  <a:cubicBezTo>
                    <a:pt x="95932" y="8500"/>
                    <a:pt x="122632" y="80300"/>
                    <a:pt x="107232" y="105600"/>
                  </a:cubicBezTo>
                  <a:cubicBezTo>
                    <a:pt x="91732" y="130900"/>
                    <a:pt x="29832" y="126000"/>
                    <a:pt x="10832" y="138000"/>
                  </a:cubicBezTo>
                  <a:cubicBezTo>
                    <a:pt x="-2768" y="146600"/>
                    <a:pt x="-2568" y="170400"/>
                    <a:pt x="5932" y="180200"/>
                  </a:cubicBezTo>
                  <a:cubicBezTo>
                    <a:pt x="14332" y="190100"/>
                    <a:pt x="136832" y="181600"/>
                    <a:pt x="160832" y="135200"/>
                  </a:cubicBezTo>
                  <a:cubicBezTo>
                    <a:pt x="184832" y="88800"/>
                    <a:pt x="152232" y="0"/>
                    <a:pt x="152232" y="0"/>
                  </a:cubicBezTo>
                  <a:lnTo>
                    <a:pt x="95932" y="8500"/>
                  </a:lnTo>
                  <a:close/>
                </a:path>
              </a:pathLst>
            </a:custGeom>
            <a:solidFill>
              <a:srgbClr val="F97D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5" name="probe-noto-emoji_u1f426-part-2"/>
            <p:cNvSpPr/>
            <p:nvPr/>
          </p:nvSpPr>
          <p:spPr>
            <a:xfrm>
              <a:off x="495333" y="929900"/>
              <a:ext cx="162015" cy="255620"/>
            </a:xfrm>
            <a:custGeom>
              <a:avLst/>
              <a:gdLst/>
              <a:ahLst/>
              <a:cxnLst/>
              <a:rect l="0" t="0" r="r" b="b"/>
              <a:pathLst>
                <a:path w="162015" h="255620">
                  <a:moveTo>
                    <a:pt x="145967" y="0"/>
                  </a:moveTo>
                  <a:lnTo>
                    <a:pt x="93867" y="11300"/>
                  </a:lnTo>
                  <a:cubicBezTo>
                    <a:pt x="93867" y="11300"/>
                    <a:pt x="116367" y="105600"/>
                    <a:pt x="98067" y="136600"/>
                  </a:cubicBezTo>
                  <a:cubicBezTo>
                    <a:pt x="79767" y="167600"/>
                    <a:pt x="14167" y="200700"/>
                    <a:pt x="2367" y="226700"/>
                  </a:cubicBezTo>
                  <a:cubicBezTo>
                    <a:pt x="-8233" y="249900"/>
                    <a:pt x="17867" y="268900"/>
                    <a:pt x="58667" y="243600"/>
                  </a:cubicBezTo>
                  <a:cubicBezTo>
                    <a:pt x="99467" y="218300"/>
                    <a:pt x="145667" y="180500"/>
                    <a:pt x="154367" y="161900"/>
                  </a:cubicBezTo>
                  <a:cubicBezTo>
                    <a:pt x="175567" y="116900"/>
                    <a:pt x="145967" y="0"/>
                    <a:pt x="145967" y="0"/>
                  </a:cubicBezTo>
                  <a:close/>
                </a:path>
              </a:pathLst>
            </a:custGeom>
            <a:solidFill>
              <a:srgbClr val="F97D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6" name="probe-noto-emoji_u1f426-part-3"/>
            <p:cNvSpPr/>
            <p:nvPr/>
          </p:nvSpPr>
          <p:spPr>
            <a:xfrm>
              <a:off x="113606" y="212141"/>
              <a:ext cx="1105868" cy="764988"/>
            </a:xfrm>
            <a:custGeom>
              <a:avLst/>
              <a:gdLst/>
              <a:ahLst/>
              <a:cxnLst/>
              <a:rect l="0" t="0" r="r" b="b"/>
              <a:pathLst>
                <a:path w="1105868" h="764988">
                  <a:moveTo>
                    <a:pt x="171594" y="6859"/>
                  </a:moveTo>
                  <a:cubicBezTo>
                    <a:pt x="60794" y="31759"/>
                    <a:pt x="-25506" y="125159"/>
                    <a:pt x="6894" y="267259"/>
                  </a:cubicBezTo>
                  <a:cubicBezTo>
                    <a:pt x="26094" y="351559"/>
                    <a:pt x="37894" y="381259"/>
                    <a:pt x="44894" y="419259"/>
                  </a:cubicBezTo>
                  <a:cubicBezTo>
                    <a:pt x="59694" y="499159"/>
                    <a:pt x="55694" y="534259"/>
                    <a:pt x="89494" y="607459"/>
                  </a:cubicBezTo>
                  <a:cubicBezTo>
                    <a:pt x="125394" y="685359"/>
                    <a:pt x="257494" y="785359"/>
                    <a:pt x="422194" y="761359"/>
                  </a:cubicBezTo>
                  <a:cubicBezTo>
                    <a:pt x="586894" y="737359"/>
                    <a:pt x="653094" y="714859"/>
                    <a:pt x="653094" y="714859"/>
                  </a:cubicBezTo>
                  <a:lnTo>
                    <a:pt x="712194" y="662759"/>
                  </a:lnTo>
                  <a:lnTo>
                    <a:pt x="768494" y="648659"/>
                  </a:lnTo>
                  <a:lnTo>
                    <a:pt x="776894" y="607859"/>
                  </a:lnTo>
                  <a:cubicBezTo>
                    <a:pt x="776894" y="607859"/>
                    <a:pt x="818994" y="605959"/>
                    <a:pt x="827594" y="592359"/>
                  </a:cubicBezTo>
                  <a:cubicBezTo>
                    <a:pt x="841194" y="570759"/>
                    <a:pt x="833194" y="552959"/>
                    <a:pt x="809294" y="544459"/>
                  </a:cubicBezTo>
                  <a:cubicBezTo>
                    <a:pt x="785394" y="536059"/>
                    <a:pt x="771294" y="528959"/>
                    <a:pt x="771294" y="528959"/>
                  </a:cubicBezTo>
                  <a:cubicBezTo>
                    <a:pt x="771294" y="528959"/>
                    <a:pt x="1003594" y="375459"/>
                    <a:pt x="1031694" y="358659"/>
                  </a:cubicBezTo>
                  <a:cubicBezTo>
                    <a:pt x="1059794" y="341859"/>
                    <a:pt x="1103494" y="312859"/>
                    <a:pt x="1105594" y="302359"/>
                  </a:cubicBezTo>
                  <a:cubicBezTo>
                    <a:pt x="1110894" y="275659"/>
                    <a:pt x="1038694" y="216459"/>
                    <a:pt x="944394" y="188359"/>
                  </a:cubicBezTo>
                  <a:cubicBezTo>
                    <a:pt x="850094" y="160159"/>
                    <a:pt x="769094" y="152459"/>
                    <a:pt x="755794" y="163059"/>
                  </a:cubicBezTo>
                  <a:cubicBezTo>
                    <a:pt x="738094" y="176959"/>
                    <a:pt x="660094" y="323559"/>
                    <a:pt x="607994" y="316559"/>
                  </a:cubicBezTo>
                  <a:cubicBezTo>
                    <a:pt x="540394" y="307359"/>
                    <a:pt x="493994" y="244059"/>
                    <a:pt x="481294" y="208159"/>
                  </a:cubicBezTo>
                  <a:cubicBezTo>
                    <a:pt x="466894" y="167459"/>
                    <a:pt x="380394" y="-40041"/>
                    <a:pt x="171594" y="6859"/>
                  </a:cubicBezTo>
                  <a:close/>
                </a:path>
              </a:pathLst>
            </a:custGeom>
            <a:solidFill>
              <a:srgbClr val="36B4E1"/>
            </a:solidFill>
            <a:ln w="8037" cap="flat">
              <a:noFill/>
              <a:prstDash val="solid"/>
              <a:miter/>
            </a:ln>
          </p:spPr>
        </p:sp>
        <p:sp>
          <p:nvSpPr>
            <p:cNvPr id="27" name="probe-noto-emoji_u1f426-part-4"/>
            <p:cNvSpPr/>
            <p:nvPr/>
          </p:nvSpPr>
          <p:spPr>
            <a:xfrm>
              <a:off x="56583" y="438477"/>
              <a:ext cx="147445" cy="117424"/>
            </a:xfrm>
            <a:custGeom>
              <a:avLst/>
              <a:gdLst/>
              <a:ahLst/>
              <a:cxnLst/>
              <a:rect l="0" t="0" r="r" b="b"/>
              <a:pathLst>
                <a:path w="147445" h="117424">
                  <a:moveTo>
                    <a:pt x="86417" y="123"/>
                  </a:moveTo>
                  <a:cubicBezTo>
                    <a:pt x="69517" y="-2677"/>
                    <a:pt x="26317" y="43323"/>
                    <a:pt x="17917" y="54523"/>
                  </a:cubicBezTo>
                  <a:cubicBezTo>
                    <a:pt x="9517" y="65723"/>
                    <a:pt x="-3783" y="81823"/>
                    <a:pt x="1017" y="93923"/>
                  </a:cubicBezTo>
                  <a:cubicBezTo>
                    <a:pt x="8517" y="112723"/>
                    <a:pt x="47017" y="113723"/>
                    <a:pt x="69517" y="115523"/>
                  </a:cubicBezTo>
                  <a:cubicBezTo>
                    <a:pt x="93017" y="117423"/>
                    <a:pt x="138017" y="121123"/>
                    <a:pt x="145517" y="107123"/>
                  </a:cubicBezTo>
                  <a:cubicBezTo>
                    <a:pt x="153017" y="93023"/>
                    <a:pt x="137117" y="57423"/>
                    <a:pt x="123917" y="35823"/>
                  </a:cubicBezTo>
                  <a:cubicBezTo>
                    <a:pt x="111717" y="15723"/>
                    <a:pt x="104017" y="3123"/>
                    <a:pt x="86417" y="123"/>
                  </a:cubicBezTo>
                  <a:close/>
                </a:path>
              </a:pathLst>
            </a:custGeom>
            <a:solidFill>
              <a:srgbClr val="F97D23"/>
            </a:solidFill>
            <a:ln w="8037" cap="flat">
              <a:noFill/>
              <a:prstDash val="solid"/>
              <a:miter/>
            </a:ln>
          </p:spPr>
        </p:sp>
        <p:sp>
          <p:nvSpPr>
            <p:cNvPr id="28" name="probe-noto-emoji_u1f426-part-5"/>
            <p:cNvSpPr/>
            <p:nvPr/>
          </p:nvSpPr>
          <p:spPr>
            <a:xfrm>
              <a:off x="281635" y="392548"/>
              <a:ext cx="80500" cy="87105"/>
            </a:xfrm>
            <a:custGeom>
              <a:avLst/>
              <a:gdLst/>
              <a:ahLst/>
              <a:cxnLst/>
              <a:rect l="0" t="0" r="r" b="b"/>
              <a:pathLst>
                <a:path w="80500" h="87105">
                  <a:moveTo>
                    <a:pt x="80160" y="38744"/>
                  </a:moveTo>
                  <a:cubicBezTo>
                    <a:pt x="80270" y="39651"/>
                    <a:pt x="80352" y="40561"/>
                    <a:pt x="80409" y="41472"/>
                  </a:cubicBezTo>
                  <a:cubicBezTo>
                    <a:pt x="80466" y="42383"/>
                    <a:pt x="80496" y="43295"/>
                    <a:pt x="80499" y="44207"/>
                  </a:cubicBezTo>
                  <a:cubicBezTo>
                    <a:pt x="80503" y="45120"/>
                    <a:pt x="80480" y="46031"/>
                    <a:pt x="80431" y="46941"/>
                  </a:cubicBezTo>
                  <a:cubicBezTo>
                    <a:pt x="80381" y="47850"/>
                    <a:pt x="80305" y="48757"/>
                    <a:pt x="80203" y="49660"/>
                  </a:cubicBezTo>
                  <a:cubicBezTo>
                    <a:pt x="80101" y="50563"/>
                    <a:pt x="79973" y="51462"/>
                    <a:pt x="79818" y="52356"/>
                  </a:cubicBezTo>
                  <a:cubicBezTo>
                    <a:pt x="79664" y="53249"/>
                    <a:pt x="79483" y="54137"/>
                    <a:pt x="79277" y="55017"/>
                  </a:cubicBezTo>
                  <a:cubicBezTo>
                    <a:pt x="79071" y="55897"/>
                    <a:pt x="78839" y="56769"/>
                    <a:pt x="78582" y="57632"/>
                  </a:cubicBezTo>
                  <a:cubicBezTo>
                    <a:pt x="78325" y="58496"/>
                    <a:pt x="78043" y="59349"/>
                    <a:pt x="77736" y="60192"/>
                  </a:cubicBezTo>
                  <a:cubicBezTo>
                    <a:pt x="77429" y="61035"/>
                    <a:pt x="77097" y="61867"/>
                    <a:pt x="76741" y="62687"/>
                  </a:cubicBezTo>
                  <a:cubicBezTo>
                    <a:pt x="76386" y="63506"/>
                    <a:pt x="76006" y="64313"/>
                    <a:pt x="75603" y="65106"/>
                  </a:cubicBezTo>
                  <a:cubicBezTo>
                    <a:pt x="75200" y="65898"/>
                    <a:pt x="74774" y="66677"/>
                    <a:pt x="74325" y="67439"/>
                  </a:cubicBezTo>
                  <a:cubicBezTo>
                    <a:pt x="73877" y="68202"/>
                    <a:pt x="73406" y="68949"/>
                    <a:pt x="72913" y="69679"/>
                  </a:cubicBezTo>
                  <a:cubicBezTo>
                    <a:pt x="72420" y="70409"/>
                    <a:pt x="71906" y="71121"/>
                    <a:pt x="71372" y="71815"/>
                  </a:cubicBezTo>
                  <a:cubicBezTo>
                    <a:pt x="70837" y="72509"/>
                    <a:pt x="70282" y="73185"/>
                    <a:pt x="69708" y="73840"/>
                  </a:cubicBezTo>
                  <a:cubicBezTo>
                    <a:pt x="69133" y="74496"/>
                    <a:pt x="68539" y="75131"/>
                    <a:pt x="67927" y="75745"/>
                  </a:cubicBezTo>
                  <a:cubicBezTo>
                    <a:pt x="67315" y="76360"/>
                    <a:pt x="66685" y="76953"/>
                    <a:pt x="66038" y="77524"/>
                  </a:cubicBezTo>
                  <a:cubicBezTo>
                    <a:pt x="65390" y="78095"/>
                    <a:pt x="64726" y="78643"/>
                    <a:pt x="64046" y="79168"/>
                  </a:cubicBezTo>
                  <a:cubicBezTo>
                    <a:pt x="63366" y="79693"/>
                    <a:pt x="62671" y="80194"/>
                    <a:pt x="61961" y="80672"/>
                  </a:cubicBezTo>
                  <a:cubicBezTo>
                    <a:pt x="61251" y="81149"/>
                    <a:pt x="60527" y="81601"/>
                    <a:pt x="59790" y="82029"/>
                  </a:cubicBezTo>
                  <a:cubicBezTo>
                    <a:pt x="59053" y="82456"/>
                    <a:pt x="58303" y="82858"/>
                    <a:pt x="57542" y="83234"/>
                  </a:cubicBezTo>
                  <a:cubicBezTo>
                    <a:pt x="56781" y="83610"/>
                    <a:pt x="56008" y="83960"/>
                    <a:pt x="55226" y="84283"/>
                  </a:cubicBezTo>
                  <a:cubicBezTo>
                    <a:pt x="54443" y="84606"/>
                    <a:pt x="53651" y="84902"/>
                    <a:pt x="52850" y="85171"/>
                  </a:cubicBezTo>
                  <a:cubicBezTo>
                    <a:pt x="52050" y="85440"/>
                    <a:pt x="51241" y="85681"/>
                    <a:pt x="50425" y="85894"/>
                  </a:cubicBezTo>
                  <a:cubicBezTo>
                    <a:pt x="49610" y="86108"/>
                    <a:pt x="48787" y="86294"/>
                    <a:pt x="47960" y="86451"/>
                  </a:cubicBezTo>
                  <a:cubicBezTo>
                    <a:pt x="47133" y="86608"/>
                    <a:pt x="46300" y="86738"/>
                    <a:pt x="45464" y="86838"/>
                  </a:cubicBezTo>
                  <a:cubicBezTo>
                    <a:pt x="44628" y="86939"/>
                    <a:pt x="43789" y="87011"/>
                    <a:pt x="42948" y="87055"/>
                  </a:cubicBezTo>
                  <a:cubicBezTo>
                    <a:pt x="42107" y="87098"/>
                    <a:pt x="41264" y="87113"/>
                    <a:pt x="40421" y="87100"/>
                  </a:cubicBezTo>
                  <a:cubicBezTo>
                    <a:pt x="39578" y="87086"/>
                    <a:pt x="38735" y="87044"/>
                    <a:pt x="37893" y="86973"/>
                  </a:cubicBezTo>
                  <a:cubicBezTo>
                    <a:pt x="37052" y="86902"/>
                    <a:pt x="36212" y="86802"/>
                    <a:pt x="35375" y="86674"/>
                  </a:cubicBezTo>
                  <a:cubicBezTo>
                    <a:pt x="34538" y="86546"/>
                    <a:pt x="33705" y="86390"/>
                    <a:pt x="32876" y="86206"/>
                  </a:cubicBezTo>
                  <a:cubicBezTo>
                    <a:pt x="32047" y="86021"/>
                    <a:pt x="31224" y="85809"/>
                    <a:pt x="30406" y="85569"/>
                  </a:cubicBezTo>
                  <a:cubicBezTo>
                    <a:pt x="29589" y="85328"/>
                    <a:pt x="28778" y="85061"/>
                    <a:pt x="27975" y="84766"/>
                  </a:cubicBezTo>
                  <a:cubicBezTo>
                    <a:pt x="27172" y="84471"/>
                    <a:pt x="26377" y="84149"/>
                    <a:pt x="25592" y="83800"/>
                  </a:cubicBezTo>
                  <a:cubicBezTo>
                    <a:pt x="24807" y="83452"/>
                    <a:pt x="24032" y="83077"/>
                    <a:pt x="23267" y="82676"/>
                  </a:cubicBezTo>
                  <a:cubicBezTo>
                    <a:pt x="22503" y="82275"/>
                    <a:pt x="21750" y="81849"/>
                    <a:pt x="21010" y="81397"/>
                  </a:cubicBezTo>
                  <a:cubicBezTo>
                    <a:pt x="20269" y="80946"/>
                    <a:pt x="19541" y="80470"/>
                    <a:pt x="18828" y="79969"/>
                  </a:cubicBezTo>
                  <a:cubicBezTo>
                    <a:pt x="18114" y="79469"/>
                    <a:pt x="17415" y="78945"/>
                    <a:pt x="16730" y="78398"/>
                  </a:cubicBezTo>
                  <a:cubicBezTo>
                    <a:pt x="16046" y="77850"/>
                    <a:pt x="15378" y="77280"/>
                    <a:pt x="14726" y="76688"/>
                  </a:cubicBezTo>
                  <a:cubicBezTo>
                    <a:pt x="14074" y="76096"/>
                    <a:pt x="13439" y="75483"/>
                    <a:pt x="12822" y="74848"/>
                  </a:cubicBezTo>
                  <a:cubicBezTo>
                    <a:pt x="12205" y="74214"/>
                    <a:pt x="11606" y="73559"/>
                    <a:pt x="11026" y="72885"/>
                  </a:cubicBezTo>
                  <a:cubicBezTo>
                    <a:pt x="10447" y="72211"/>
                    <a:pt x="9886" y="71517"/>
                    <a:pt x="9346" y="70806"/>
                  </a:cubicBezTo>
                  <a:cubicBezTo>
                    <a:pt x="8806" y="70094"/>
                    <a:pt x="8286" y="69365"/>
                    <a:pt x="7788" y="68619"/>
                  </a:cubicBezTo>
                  <a:cubicBezTo>
                    <a:pt x="7290" y="67873"/>
                    <a:pt x="6813" y="67110"/>
                    <a:pt x="6358" y="66333"/>
                  </a:cubicBezTo>
                  <a:cubicBezTo>
                    <a:pt x="5903" y="65555"/>
                    <a:pt x="5471" y="64763"/>
                    <a:pt x="5061" y="63957"/>
                  </a:cubicBezTo>
                  <a:cubicBezTo>
                    <a:pt x="4652" y="63151"/>
                    <a:pt x="4266" y="62332"/>
                    <a:pt x="3904" y="61501"/>
                  </a:cubicBezTo>
                  <a:cubicBezTo>
                    <a:pt x="3542" y="60670"/>
                    <a:pt x="3204" y="59827"/>
                    <a:pt x="2890" y="58974"/>
                  </a:cubicBezTo>
                  <a:cubicBezTo>
                    <a:pt x="2576" y="58121"/>
                    <a:pt x="2287" y="57258"/>
                    <a:pt x="2023" y="56386"/>
                  </a:cubicBezTo>
                  <a:cubicBezTo>
                    <a:pt x="1759" y="55514"/>
                    <a:pt x="1521" y="54634"/>
                    <a:pt x="1307" y="53747"/>
                  </a:cubicBezTo>
                  <a:cubicBezTo>
                    <a:pt x="1094" y="52861"/>
                    <a:pt x="907" y="51967"/>
                    <a:pt x="745" y="51069"/>
                  </a:cubicBezTo>
                  <a:cubicBezTo>
                    <a:pt x="584" y="50170"/>
                    <a:pt x="448" y="49267"/>
                    <a:pt x="339" y="48360"/>
                  </a:cubicBezTo>
                  <a:cubicBezTo>
                    <a:pt x="230" y="47454"/>
                    <a:pt x="147" y="46544"/>
                    <a:pt x="91" y="45633"/>
                  </a:cubicBezTo>
                  <a:cubicBezTo>
                    <a:pt x="34" y="44722"/>
                    <a:pt x="4" y="43809"/>
                    <a:pt x="0" y="42897"/>
                  </a:cubicBezTo>
                  <a:cubicBezTo>
                    <a:pt x="-3" y="41985"/>
                    <a:pt x="20" y="41073"/>
                    <a:pt x="69" y="40164"/>
                  </a:cubicBezTo>
                  <a:cubicBezTo>
                    <a:pt x="118" y="39255"/>
                    <a:pt x="194" y="38348"/>
                    <a:pt x="296" y="37444"/>
                  </a:cubicBezTo>
                  <a:cubicBezTo>
                    <a:pt x="398" y="36541"/>
                    <a:pt x="527" y="35642"/>
                    <a:pt x="681" y="34749"/>
                  </a:cubicBezTo>
                  <a:cubicBezTo>
                    <a:pt x="836" y="33855"/>
                    <a:pt x="1016" y="32968"/>
                    <a:pt x="1222" y="32088"/>
                  </a:cubicBezTo>
                  <a:cubicBezTo>
                    <a:pt x="1428" y="31208"/>
                    <a:pt x="1660" y="30336"/>
                    <a:pt x="1917" y="29472"/>
                  </a:cubicBezTo>
                  <a:cubicBezTo>
                    <a:pt x="2174" y="28609"/>
                    <a:pt x="2457" y="27755"/>
                    <a:pt x="2764" y="26912"/>
                  </a:cubicBezTo>
                  <a:cubicBezTo>
                    <a:pt x="3071" y="26069"/>
                    <a:pt x="3402" y="25237"/>
                    <a:pt x="3758" y="24418"/>
                  </a:cubicBezTo>
                  <a:cubicBezTo>
                    <a:pt x="4114" y="23598"/>
                    <a:pt x="4493" y="22792"/>
                    <a:pt x="4896" y="21999"/>
                  </a:cubicBezTo>
                  <a:cubicBezTo>
                    <a:pt x="5299" y="21206"/>
                    <a:pt x="5726" y="20428"/>
                    <a:pt x="6174" y="19665"/>
                  </a:cubicBezTo>
                  <a:cubicBezTo>
                    <a:pt x="6623" y="18902"/>
                    <a:pt x="7094" y="18156"/>
                    <a:pt x="7587" y="17426"/>
                  </a:cubicBezTo>
                  <a:cubicBezTo>
                    <a:pt x="8079" y="16696"/>
                    <a:pt x="8593" y="15983"/>
                    <a:pt x="9128" y="15289"/>
                  </a:cubicBezTo>
                  <a:cubicBezTo>
                    <a:pt x="9662" y="14595"/>
                    <a:pt x="10217" y="13920"/>
                    <a:pt x="10792" y="13264"/>
                  </a:cubicBezTo>
                  <a:cubicBezTo>
                    <a:pt x="11366" y="12609"/>
                    <a:pt x="11960" y="11974"/>
                    <a:pt x="12572" y="11359"/>
                  </a:cubicBezTo>
                  <a:cubicBezTo>
                    <a:pt x="13184" y="10745"/>
                    <a:pt x="13815" y="10152"/>
                    <a:pt x="14462" y="9581"/>
                  </a:cubicBezTo>
                  <a:cubicBezTo>
                    <a:pt x="15109" y="9010"/>
                    <a:pt x="15773" y="8462"/>
                    <a:pt x="16453" y="7937"/>
                  </a:cubicBezTo>
                  <a:cubicBezTo>
                    <a:pt x="17133" y="7412"/>
                    <a:pt x="17829" y="6910"/>
                    <a:pt x="18538" y="6433"/>
                  </a:cubicBezTo>
                  <a:cubicBezTo>
                    <a:pt x="19248" y="5956"/>
                    <a:pt x="19972" y="5503"/>
                    <a:pt x="20709" y="5076"/>
                  </a:cubicBezTo>
                  <a:cubicBezTo>
                    <a:pt x="21446" y="4648"/>
                    <a:pt x="22196" y="4246"/>
                    <a:pt x="22957" y="3870"/>
                  </a:cubicBezTo>
                  <a:cubicBezTo>
                    <a:pt x="23719" y="3495"/>
                    <a:pt x="24491" y="3145"/>
                    <a:pt x="25274" y="2822"/>
                  </a:cubicBezTo>
                  <a:cubicBezTo>
                    <a:pt x="26056" y="2499"/>
                    <a:pt x="26848" y="2203"/>
                    <a:pt x="27649" y="1934"/>
                  </a:cubicBezTo>
                  <a:cubicBezTo>
                    <a:pt x="28450" y="1665"/>
                    <a:pt x="29259" y="1424"/>
                    <a:pt x="30074" y="1210"/>
                  </a:cubicBezTo>
                  <a:cubicBezTo>
                    <a:pt x="30890" y="997"/>
                    <a:pt x="31712" y="811"/>
                    <a:pt x="32540" y="654"/>
                  </a:cubicBezTo>
                  <a:cubicBezTo>
                    <a:pt x="33367" y="496"/>
                    <a:pt x="34199" y="367"/>
                    <a:pt x="35035" y="266"/>
                  </a:cubicBezTo>
                  <a:cubicBezTo>
                    <a:pt x="35871" y="165"/>
                    <a:pt x="36710" y="93"/>
                    <a:pt x="37552" y="50"/>
                  </a:cubicBezTo>
                  <a:cubicBezTo>
                    <a:pt x="38393" y="6"/>
                    <a:pt x="39235" y="-9"/>
                    <a:pt x="40078" y="5"/>
                  </a:cubicBezTo>
                  <a:cubicBezTo>
                    <a:pt x="40922" y="19"/>
                    <a:pt x="41764" y="61"/>
                    <a:pt x="42606" y="132"/>
                  </a:cubicBezTo>
                  <a:cubicBezTo>
                    <a:pt x="43448" y="203"/>
                    <a:pt x="44288" y="302"/>
                    <a:pt x="45124" y="430"/>
                  </a:cubicBezTo>
                  <a:cubicBezTo>
                    <a:pt x="45961" y="558"/>
                    <a:pt x="46795" y="715"/>
                    <a:pt x="47623" y="899"/>
                  </a:cubicBezTo>
                  <a:cubicBezTo>
                    <a:pt x="48452" y="1083"/>
                    <a:pt x="49276" y="1296"/>
                    <a:pt x="50093" y="1536"/>
                  </a:cubicBezTo>
                  <a:cubicBezTo>
                    <a:pt x="50911" y="1776"/>
                    <a:pt x="51722" y="2044"/>
                    <a:pt x="52525" y="2339"/>
                  </a:cubicBezTo>
                  <a:cubicBezTo>
                    <a:pt x="53327" y="2634"/>
                    <a:pt x="54122" y="2956"/>
                    <a:pt x="54907" y="3304"/>
                  </a:cubicBezTo>
                  <a:cubicBezTo>
                    <a:pt x="55692" y="3653"/>
                    <a:pt x="56468" y="4028"/>
                    <a:pt x="57232" y="4428"/>
                  </a:cubicBezTo>
                  <a:cubicBezTo>
                    <a:pt x="57996" y="4829"/>
                    <a:pt x="58749" y="5256"/>
                    <a:pt x="59490" y="5707"/>
                  </a:cubicBezTo>
                  <a:cubicBezTo>
                    <a:pt x="60230" y="6159"/>
                    <a:pt x="60958" y="6635"/>
                    <a:pt x="61672" y="7135"/>
                  </a:cubicBezTo>
                  <a:cubicBezTo>
                    <a:pt x="62386" y="7635"/>
                    <a:pt x="63085" y="8160"/>
                    <a:pt x="63769" y="8707"/>
                  </a:cubicBezTo>
                  <a:cubicBezTo>
                    <a:pt x="64453" y="9254"/>
                    <a:pt x="65122" y="9824"/>
                    <a:pt x="65774" y="10416"/>
                  </a:cubicBezTo>
                  <a:cubicBezTo>
                    <a:pt x="66426" y="11008"/>
                    <a:pt x="67060" y="11622"/>
                    <a:pt x="67678" y="12256"/>
                  </a:cubicBezTo>
                  <a:cubicBezTo>
                    <a:pt x="68295" y="12891"/>
                    <a:pt x="68893" y="13545"/>
                    <a:pt x="69473" y="14220"/>
                  </a:cubicBezTo>
                  <a:cubicBezTo>
                    <a:pt x="70053" y="14894"/>
                    <a:pt x="70613" y="15587"/>
                    <a:pt x="71153" y="16299"/>
                  </a:cubicBezTo>
                  <a:cubicBezTo>
                    <a:pt x="71693" y="17011"/>
                    <a:pt x="72213" y="17740"/>
                    <a:pt x="72712" y="18486"/>
                  </a:cubicBezTo>
                  <a:cubicBezTo>
                    <a:pt x="73210" y="19232"/>
                    <a:pt x="73687" y="19994"/>
                    <a:pt x="74142" y="20772"/>
                  </a:cubicBezTo>
                  <a:cubicBezTo>
                    <a:pt x="74596" y="21549"/>
                    <a:pt x="75029" y="22341"/>
                    <a:pt x="75438" y="23147"/>
                  </a:cubicBezTo>
                  <a:cubicBezTo>
                    <a:pt x="75847" y="23953"/>
                    <a:pt x="76233" y="24772"/>
                    <a:pt x="76596" y="25604"/>
                  </a:cubicBezTo>
                  <a:cubicBezTo>
                    <a:pt x="76958" y="26435"/>
                    <a:pt x="77296" y="27277"/>
                    <a:pt x="77610" y="28131"/>
                  </a:cubicBezTo>
                  <a:cubicBezTo>
                    <a:pt x="77923" y="28984"/>
                    <a:pt x="78212" y="29847"/>
                    <a:pt x="78476" y="30719"/>
                  </a:cubicBezTo>
                  <a:cubicBezTo>
                    <a:pt x="78740" y="31590"/>
                    <a:pt x="78979" y="32470"/>
                    <a:pt x="79192" y="33357"/>
                  </a:cubicBezTo>
                  <a:cubicBezTo>
                    <a:pt x="79405" y="34244"/>
                    <a:pt x="79593" y="35137"/>
                    <a:pt x="79754" y="36036"/>
                  </a:cubicBezTo>
                  <a:cubicBezTo>
                    <a:pt x="79916" y="36934"/>
                    <a:pt x="80051" y="37838"/>
                    <a:pt x="80160" y="38744"/>
                  </a:cubicBezTo>
                  <a:close/>
                </a:path>
              </a:pathLst>
            </a:custGeom>
            <a:solidFill>
              <a:srgbClr val="2A2D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29" name="probe-noto-emoji_u1f426-part-6"/>
            <p:cNvSpPr/>
            <p:nvPr/>
          </p:nvSpPr>
          <p:spPr>
            <a:xfrm>
              <a:off x="447236" y="735811"/>
              <a:ext cx="503852" cy="224994"/>
            </a:xfrm>
            <a:custGeom>
              <a:avLst/>
              <a:gdLst/>
              <a:ahLst/>
              <a:cxnLst/>
              <a:rect l="0" t="0" r="r" b="b"/>
              <a:pathLst>
                <a:path w="503852" h="224994">
                  <a:moveTo>
                    <a:pt x="6864" y="1289"/>
                  </a:moveTo>
                  <a:cubicBezTo>
                    <a:pt x="-12636" y="8389"/>
                    <a:pt x="12964" y="77289"/>
                    <a:pt x="39264" y="108289"/>
                  </a:cubicBezTo>
                  <a:cubicBezTo>
                    <a:pt x="66964" y="140889"/>
                    <a:pt x="133964" y="214089"/>
                    <a:pt x="236364" y="223689"/>
                  </a:cubicBezTo>
                  <a:cubicBezTo>
                    <a:pt x="305864" y="230289"/>
                    <a:pt x="336764" y="210589"/>
                    <a:pt x="353164" y="192689"/>
                  </a:cubicBezTo>
                  <a:cubicBezTo>
                    <a:pt x="365364" y="179389"/>
                    <a:pt x="378464" y="163989"/>
                    <a:pt x="387464" y="156989"/>
                  </a:cubicBezTo>
                  <a:cubicBezTo>
                    <a:pt x="400564" y="146689"/>
                    <a:pt x="413764" y="155589"/>
                    <a:pt x="436264" y="139189"/>
                  </a:cubicBezTo>
                  <a:cubicBezTo>
                    <a:pt x="452464" y="127389"/>
                    <a:pt x="455964" y="107789"/>
                    <a:pt x="464464" y="100689"/>
                  </a:cubicBezTo>
                  <a:cubicBezTo>
                    <a:pt x="472864" y="93689"/>
                    <a:pt x="487164" y="95289"/>
                    <a:pt x="494464" y="88489"/>
                  </a:cubicBezTo>
                  <a:cubicBezTo>
                    <a:pt x="507564" y="76289"/>
                    <a:pt x="505764" y="40589"/>
                    <a:pt x="496364" y="38789"/>
                  </a:cubicBezTo>
                  <a:cubicBezTo>
                    <a:pt x="486964" y="36989"/>
                    <a:pt x="486064" y="64089"/>
                    <a:pt x="476664" y="67889"/>
                  </a:cubicBezTo>
                  <a:cubicBezTo>
                    <a:pt x="467264" y="71689"/>
                    <a:pt x="454764" y="69289"/>
                    <a:pt x="437264" y="79189"/>
                  </a:cubicBezTo>
                  <a:cubicBezTo>
                    <a:pt x="422264" y="87589"/>
                    <a:pt x="426964" y="104489"/>
                    <a:pt x="416664" y="111989"/>
                  </a:cubicBezTo>
                  <a:cubicBezTo>
                    <a:pt x="406364" y="119489"/>
                    <a:pt x="387564" y="109189"/>
                    <a:pt x="362264" y="123289"/>
                  </a:cubicBezTo>
                  <a:cubicBezTo>
                    <a:pt x="348564" y="130889"/>
                    <a:pt x="336964" y="167389"/>
                    <a:pt x="297464" y="175889"/>
                  </a:cubicBezTo>
                  <a:cubicBezTo>
                    <a:pt x="248464" y="186389"/>
                    <a:pt x="174964" y="150689"/>
                    <a:pt x="139764" y="125189"/>
                  </a:cubicBezTo>
                  <a:cubicBezTo>
                    <a:pt x="58064" y="65989"/>
                    <a:pt x="40164" y="-10911"/>
                    <a:pt x="6864" y="1289"/>
                  </a:cubicBezTo>
                  <a:close/>
                </a:path>
              </a:pathLst>
            </a:custGeom>
            <a:solidFill>
              <a:srgbClr val="026AA8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30" name="probe-noto-emoji_u1f43a" descr="Noto Emoji artwork by Google; Apache License 2.0; preserve full bundled license. Source: https://github.com/googlefonts/noto-emoji/blob/e20cbc2bbec1926686be9f9bee7d1d2cfa1fea0e/2D/svg/emoji_u1f43a.svg; SVG SHA256: 3afc23d40c012b936c4a37b7b53250cc3e0eb67abea15ff83e5b251a2b5828a5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1280000" cy="1280000"/>
          </a:xfrm>
        </p:grpSpPr>
        <p:sp>
          <p:nvSpPr>
            <p:cNvPr id="31" name="probe-noto-emoji_u1f43a-part-1"/>
            <p:cNvSpPr/>
            <p:nvPr/>
          </p:nvSpPr>
          <p:spPr>
            <a:xfrm>
              <a:off x="44138" y="54607"/>
              <a:ext cx="1202124" cy="1178044"/>
            </a:xfrm>
            <a:custGeom>
              <a:avLst/>
              <a:gdLst/>
              <a:ahLst/>
              <a:cxnLst/>
              <a:rect l="0" t="0" r="r" b="b"/>
              <a:pathLst>
                <a:path w="1202124" h="1178044">
                  <a:moveTo>
                    <a:pt x="182362" y="408393"/>
                  </a:moveTo>
                  <a:cubicBezTo>
                    <a:pt x="194262" y="444093"/>
                    <a:pt x="157962" y="522593"/>
                    <a:pt x="107262" y="571393"/>
                  </a:cubicBezTo>
                  <a:cubicBezTo>
                    <a:pt x="56562" y="620193"/>
                    <a:pt x="-22338" y="697493"/>
                    <a:pt x="5962" y="734993"/>
                  </a:cubicBezTo>
                  <a:cubicBezTo>
                    <a:pt x="29962" y="766793"/>
                    <a:pt x="81062" y="706793"/>
                    <a:pt x="94162" y="723693"/>
                  </a:cubicBezTo>
                  <a:cubicBezTo>
                    <a:pt x="107262" y="740593"/>
                    <a:pt x="11562" y="800693"/>
                    <a:pt x="39762" y="832593"/>
                  </a:cubicBezTo>
                  <a:cubicBezTo>
                    <a:pt x="67962" y="864493"/>
                    <a:pt x="115362" y="811393"/>
                    <a:pt x="130062" y="826993"/>
                  </a:cubicBezTo>
                  <a:cubicBezTo>
                    <a:pt x="153262" y="851693"/>
                    <a:pt x="86662" y="911393"/>
                    <a:pt x="126062" y="930193"/>
                  </a:cubicBezTo>
                  <a:cubicBezTo>
                    <a:pt x="165462" y="948993"/>
                    <a:pt x="213162" y="900193"/>
                    <a:pt x="263062" y="883293"/>
                  </a:cubicBezTo>
                  <a:cubicBezTo>
                    <a:pt x="299862" y="870793"/>
                    <a:pt x="324962" y="875793"/>
                    <a:pt x="340062" y="915193"/>
                  </a:cubicBezTo>
                  <a:cubicBezTo>
                    <a:pt x="355162" y="954593"/>
                    <a:pt x="386062" y="1173693"/>
                    <a:pt x="605662" y="1177993"/>
                  </a:cubicBezTo>
                  <a:cubicBezTo>
                    <a:pt x="796162" y="1181793"/>
                    <a:pt x="843062" y="971493"/>
                    <a:pt x="859962" y="915193"/>
                  </a:cubicBezTo>
                  <a:cubicBezTo>
                    <a:pt x="871562" y="876393"/>
                    <a:pt x="914762" y="868693"/>
                    <a:pt x="946262" y="885193"/>
                  </a:cubicBezTo>
                  <a:cubicBezTo>
                    <a:pt x="975862" y="900593"/>
                    <a:pt x="1003762" y="935593"/>
                    <a:pt x="1036362" y="905793"/>
                  </a:cubicBezTo>
                  <a:cubicBezTo>
                    <a:pt x="1065162" y="879593"/>
                    <a:pt x="1006462" y="838193"/>
                    <a:pt x="1026562" y="819993"/>
                  </a:cubicBezTo>
                  <a:cubicBezTo>
                    <a:pt x="1046962" y="801693"/>
                    <a:pt x="1086062" y="870793"/>
                    <a:pt x="1122262" y="834993"/>
                  </a:cubicBezTo>
                  <a:cubicBezTo>
                    <a:pt x="1151562" y="806093"/>
                    <a:pt x="1075562" y="756893"/>
                    <a:pt x="1098262" y="733093"/>
                  </a:cubicBezTo>
                  <a:cubicBezTo>
                    <a:pt x="1116862" y="713493"/>
                    <a:pt x="1152662" y="791993"/>
                    <a:pt x="1196462" y="742993"/>
                  </a:cubicBezTo>
                  <a:cubicBezTo>
                    <a:pt x="1227562" y="708193"/>
                    <a:pt x="1122562" y="616193"/>
                    <a:pt x="1075662" y="548593"/>
                  </a:cubicBezTo>
                  <a:cubicBezTo>
                    <a:pt x="1028762" y="480993"/>
                    <a:pt x="1016162" y="453993"/>
                    <a:pt x="1016162" y="422493"/>
                  </a:cubicBezTo>
                  <a:cubicBezTo>
                    <a:pt x="1016162" y="389693"/>
                    <a:pt x="1115262" y="254493"/>
                    <a:pt x="1130262" y="188793"/>
                  </a:cubicBezTo>
                  <a:cubicBezTo>
                    <a:pt x="1145262" y="123093"/>
                    <a:pt x="1154662" y="44293"/>
                    <a:pt x="1130262" y="16093"/>
                  </a:cubicBezTo>
                  <a:cubicBezTo>
                    <a:pt x="1105862" y="-12107"/>
                    <a:pt x="1013862" y="-807"/>
                    <a:pt x="929462" y="31093"/>
                  </a:cubicBezTo>
                  <a:cubicBezTo>
                    <a:pt x="857962" y="58093"/>
                    <a:pt x="768062" y="115593"/>
                    <a:pt x="768062" y="115593"/>
                  </a:cubicBezTo>
                  <a:cubicBezTo>
                    <a:pt x="768062" y="115593"/>
                    <a:pt x="679862" y="87393"/>
                    <a:pt x="606662" y="87393"/>
                  </a:cubicBezTo>
                  <a:cubicBezTo>
                    <a:pt x="533462" y="87393"/>
                    <a:pt x="450862" y="115593"/>
                    <a:pt x="450862" y="115593"/>
                  </a:cubicBezTo>
                  <a:cubicBezTo>
                    <a:pt x="450862" y="115593"/>
                    <a:pt x="339762" y="65693"/>
                    <a:pt x="289462" y="40493"/>
                  </a:cubicBezTo>
                  <a:cubicBezTo>
                    <a:pt x="229362" y="10493"/>
                    <a:pt x="116962" y="-16107"/>
                    <a:pt x="77562" y="21493"/>
                  </a:cubicBezTo>
                  <a:cubicBezTo>
                    <a:pt x="42962" y="54493"/>
                    <a:pt x="62462" y="144393"/>
                    <a:pt x="79262" y="201993"/>
                  </a:cubicBezTo>
                  <a:cubicBezTo>
                    <a:pt x="103062" y="284093"/>
                    <a:pt x="172962" y="380293"/>
                    <a:pt x="182362" y="408393"/>
                  </a:cubicBezTo>
                  <a:close/>
                </a:path>
              </a:pathLst>
            </a:custGeom>
            <a:solidFill>
              <a:srgbClr val="B0B0B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2" name="probe-noto-emoji_u1f43a-part-2"/>
            <p:cNvSpPr/>
            <p:nvPr/>
          </p:nvSpPr>
          <p:spPr>
            <a:xfrm>
              <a:off x="874957" y="166433"/>
              <a:ext cx="216399" cy="208416"/>
            </a:xfrm>
            <a:custGeom>
              <a:avLst/>
              <a:gdLst/>
              <a:ahLst/>
              <a:cxnLst/>
              <a:rect l="0" t="0" r="r" b="b"/>
              <a:pathLst>
                <a:path w="216399" h="208416">
                  <a:moveTo>
                    <a:pt x="1043" y="76967"/>
                  </a:moveTo>
                  <a:cubicBezTo>
                    <a:pt x="-10157" y="64367"/>
                    <a:pt x="71943" y="29567"/>
                    <a:pt x="100043" y="20167"/>
                  </a:cubicBezTo>
                  <a:cubicBezTo>
                    <a:pt x="128243" y="10767"/>
                    <a:pt x="201843" y="-13133"/>
                    <a:pt x="213143" y="9367"/>
                  </a:cubicBezTo>
                  <a:cubicBezTo>
                    <a:pt x="224443" y="31867"/>
                    <a:pt x="204243" y="83467"/>
                    <a:pt x="184543" y="122967"/>
                  </a:cubicBezTo>
                  <a:cubicBezTo>
                    <a:pt x="167543" y="156967"/>
                    <a:pt x="136243" y="210267"/>
                    <a:pt x="123043" y="208367"/>
                  </a:cubicBezTo>
                  <a:cubicBezTo>
                    <a:pt x="109943" y="206467"/>
                    <a:pt x="104243" y="172667"/>
                    <a:pt x="70443" y="133267"/>
                  </a:cubicBezTo>
                  <a:cubicBezTo>
                    <a:pt x="36643" y="93867"/>
                    <a:pt x="16043" y="93867"/>
                    <a:pt x="1043" y="76967"/>
                  </a:cubicBezTo>
                  <a:close/>
                </a:path>
              </a:pathLst>
            </a:custGeom>
            <a:solidFill>
              <a:srgbClr val="E0E0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3" name="probe-noto-emoji_u1f43a-part-3"/>
            <p:cNvSpPr/>
            <p:nvPr/>
          </p:nvSpPr>
          <p:spPr>
            <a:xfrm>
              <a:off x="202732" y="148786"/>
              <a:ext cx="213654" cy="226739"/>
            </a:xfrm>
            <a:custGeom>
              <a:avLst/>
              <a:gdLst/>
              <a:ahLst/>
              <a:cxnLst/>
              <a:rect l="0" t="0" r="r" b="b"/>
              <a:pathLst>
                <a:path w="213654" h="226739">
                  <a:moveTo>
                    <a:pt x="213368" y="98414"/>
                  </a:moveTo>
                  <a:cubicBezTo>
                    <a:pt x="218168" y="73014"/>
                    <a:pt x="161468" y="44014"/>
                    <a:pt x="122068" y="27114"/>
                  </a:cubicBezTo>
                  <a:cubicBezTo>
                    <a:pt x="97168" y="16414"/>
                    <a:pt x="20568" y="-14286"/>
                    <a:pt x="2968" y="7814"/>
                  </a:cubicBezTo>
                  <a:cubicBezTo>
                    <a:pt x="-8232" y="21914"/>
                    <a:pt x="14768" y="99714"/>
                    <a:pt x="30368" y="132114"/>
                  </a:cubicBezTo>
                  <a:cubicBezTo>
                    <a:pt x="48668" y="170114"/>
                    <a:pt x="80968" y="228114"/>
                    <a:pt x="99268" y="226714"/>
                  </a:cubicBezTo>
                  <a:cubicBezTo>
                    <a:pt x="117568" y="225314"/>
                    <a:pt x="131668" y="180014"/>
                    <a:pt x="151468" y="156014"/>
                  </a:cubicBezTo>
                  <a:cubicBezTo>
                    <a:pt x="170068" y="133514"/>
                    <a:pt x="209168" y="120914"/>
                    <a:pt x="213368" y="98414"/>
                  </a:cubicBezTo>
                  <a:close/>
                </a:path>
              </a:pathLst>
            </a:custGeom>
            <a:solidFill>
              <a:srgbClr val="E0E0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4" name="probe-noto-emoji_u1f43a-part-4"/>
            <p:cNvSpPr/>
            <p:nvPr/>
          </p:nvSpPr>
          <p:spPr>
            <a:xfrm>
              <a:off x="303453" y="814346"/>
              <a:ext cx="679476" cy="365303"/>
            </a:xfrm>
            <a:custGeom>
              <a:avLst/>
              <a:gdLst/>
              <a:ahLst/>
              <a:cxnLst/>
              <a:rect l="0" t="0" r="r" b="b"/>
              <a:pathLst>
                <a:path w="679476" h="365303">
                  <a:moveTo>
                    <a:pt x="347747" y="180354"/>
                  </a:moveTo>
                  <a:cubicBezTo>
                    <a:pt x="394247" y="181454"/>
                    <a:pt x="416747" y="156454"/>
                    <a:pt x="426547" y="131054"/>
                  </a:cubicBezTo>
                  <a:cubicBezTo>
                    <a:pt x="436347" y="105654"/>
                    <a:pt x="450447" y="49354"/>
                    <a:pt x="506747" y="19854"/>
                  </a:cubicBezTo>
                  <a:cubicBezTo>
                    <a:pt x="563047" y="-9646"/>
                    <a:pt x="609547" y="-1246"/>
                    <a:pt x="639047" y="12854"/>
                  </a:cubicBezTo>
                  <a:cubicBezTo>
                    <a:pt x="668647" y="26954"/>
                    <a:pt x="689747" y="50854"/>
                    <a:pt x="674247" y="63554"/>
                  </a:cubicBezTo>
                  <a:cubicBezTo>
                    <a:pt x="658747" y="76254"/>
                    <a:pt x="599647" y="59354"/>
                    <a:pt x="572847" y="98754"/>
                  </a:cubicBezTo>
                  <a:cubicBezTo>
                    <a:pt x="546147" y="138154"/>
                    <a:pt x="516447" y="277854"/>
                    <a:pt x="470047" y="322554"/>
                  </a:cubicBezTo>
                  <a:cubicBezTo>
                    <a:pt x="430647" y="360554"/>
                    <a:pt x="388347" y="367554"/>
                    <a:pt x="333447" y="364754"/>
                  </a:cubicBezTo>
                  <a:cubicBezTo>
                    <a:pt x="278547" y="361954"/>
                    <a:pt x="220847" y="343654"/>
                    <a:pt x="188447" y="287354"/>
                  </a:cubicBezTo>
                  <a:cubicBezTo>
                    <a:pt x="156047" y="231054"/>
                    <a:pt x="145347" y="142854"/>
                    <a:pt x="122247" y="114154"/>
                  </a:cubicBezTo>
                  <a:cubicBezTo>
                    <a:pt x="81447" y="63454"/>
                    <a:pt x="29347" y="83154"/>
                    <a:pt x="8247" y="73354"/>
                  </a:cubicBezTo>
                  <a:cubicBezTo>
                    <a:pt x="-12853" y="63554"/>
                    <a:pt x="9647" y="29754"/>
                    <a:pt x="40647" y="15654"/>
                  </a:cubicBezTo>
                  <a:cubicBezTo>
                    <a:pt x="71647" y="1554"/>
                    <a:pt x="133447" y="-8446"/>
                    <a:pt x="201147" y="28354"/>
                  </a:cubicBezTo>
                  <a:cubicBezTo>
                    <a:pt x="250447" y="55054"/>
                    <a:pt x="256047" y="104354"/>
                    <a:pt x="264547" y="124054"/>
                  </a:cubicBezTo>
                  <a:cubicBezTo>
                    <a:pt x="273147" y="143754"/>
                    <a:pt x="285847" y="178954"/>
                    <a:pt x="347747" y="180354"/>
                  </a:cubicBezTo>
                  <a:close/>
                </a:path>
              </a:pathLst>
            </a:custGeom>
            <a:solidFill>
              <a:srgbClr val="E0E0E0"/>
            </a:solidFill>
            <a:ln w="8037" cap="flat">
              <a:noFill/>
              <a:prstDash val="solid"/>
              <a:miter/>
            </a:ln>
          </p:spPr>
        </p:sp>
        <p:sp>
          <p:nvSpPr>
            <p:cNvPr id="35" name="probe-noto-emoji_u1f43a-part-5"/>
            <p:cNvSpPr/>
            <p:nvPr/>
          </p:nvSpPr>
          <p:spPr>
            <a:xfrm>
              <a:off x="777291" y="532463"/>
              <a:ext cx="126863" cy="151959"/>
            </a:xfrm>
            <a:custGeom>
              <a:avLst/>
              <a:gdLst/>
              <a:ahLst/>
              <a:cxnLst/>
              <a:rect l="0" t="0" r="r" b="b"/>
              <a:pathLst>
                <a:path w="126863" h="151959">
                  <a:moveTo>
                    <a:pt x="125909" y="84437"/>
                  </a:moveTo>
                  <a:cubicBezTo>
                    <a:pt x="120709" y="126137"/>
                    <a:pt x="92909" y="154037"/>
                    <a:pt x="58009" y="151837"/>
                  </a:cubicBezTo>
                  <a:cubicBezTo>
                    <a:pt x="16109" y="149237"/>
                    <a:pt x="-2691" y="113337"/>
                    <a:pt x="309" y="71437"/>
                  </a:cubicBezTo>
                  <a:cubicBezTo>
                    <a:pt x="3309" y="29537"/>
                    <a:pt x="34109" y="-2363"/>
                    <a:pt x="69009" y="137"/>
                  </a:cubicBezTo>
                  <a:cubicBezTo>
                    <a:pt x="103909" y="2637"/>
                    <a:pt x="132509" y="31937"/>
                    <a:pt x="125909" y="84437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36" name="probe-noto-emoji_u1f43a-part-6"/>
            <p:cNvSpPr/>
            <p:nvPr/>
          </p:nvSpPr>
          <p:spPr>
            <a:xfrm>
              <a:off x="382666" y="526158"/>
              <a:ext cx="132904" cy="152207"/>
            </a:xfrm>
            <a:custGeom>
              <a:avLst/>
              <a:gdLst/>
              <a:ahLst/>
              <a:cxnLst/>
              <a:rect l="0" t="0" r="r" b="b"/>
              <a:pathLst>
                <a:path w="132904" h="152207">
                  <a:moveTo>
                    <a:pt x="131834" y="66842"/>
                  </a:moveTo>
                  <a:cubicBezTo>
                    <a:pt x="137934" y="108442"/>
                    <a:pt x="117534" y="142942"/>
                    <a:pt x="81734" y="150542"/>
                  </a:cubicBezTo>
                  <a:cubicBezTo>
                    <a:pt x="38834" y="159642"/>
                    <a:pt x="10134" y="130342"/>
                    <a:pt x="1734" y="89142"/>
                  </a:cubicBezTo>
                  <a:cubicBezTo>
                    <a:pt x="-6566" y="47942"/>
                    <a:pt x="15734" y="8742"/>
                    <a:pt x="51534" y="1442"/>
                  </a:cubicBezTo>
                  <a:cubicBezTo>
                    <a:pt x="87334" y="-5858"/>
                    <a:pt x="124234" y="14342"/>
                    <a:pt x="131834" y="66842"/>
                  </a:cubicBezTo>
                  <a:close/>
                </a:path>
              </a:pathLst>
            </a:custGeom>
            <a:solidFill>
              <a:srgbClr val="2F2F2F"/>
            </a:solidFill>
            <a:ln w="8037" cap="flat">
              <a:noFill/>
              <a:prstDash val="solid"/>
              <a:miter/>
            </a:ln>
          </p:spPr>
        </p:sp>
        <p:sp>
          <p:nvSpPr>
            <p:cNvPr id="37" name="probe-noto-emoji_u1f43a-part-7"/>
            <p:cNvSpPr/>
            <p:nvPr/>
          </p:nvSpPr>
          <p:spPr>
            <a:xfrm>
              <a:off x="554055" y="921900"/>
              <a:ext cx="187782" cy="133322"/>
            </a:xfrm>
            <a:custGeom>
              <a:avLst/>
              <a:gdLst/>
              <a:ahLst/>
              <a:cxnLst/>
              <a:rect l="0" t="0" r="r" b="b"/>
              <a:pathLst>
                <a:path w="187782" h="133322">
                  <a:moveTo>
                    <a:pt x="187745" y="58700"/>
                  </a:moveTo>
                  <a:cubicBezTo>
                    <a:pt x="188645" y="100500"/>
                    <a:pt x="173645" y="134300"/>
                    <a:pt x="92045" y="133300"/>
                  </a:cubicBezTo>
                  <a:cubicBezTo>
                    <a:pt x="11245" y="132400"/>
                    <a:pt x="-855" y="95800"/>
                    <a:pt x="45" y="58700"/>
                  </a:cubicBezTo>
                  <a:cubicBezTo>
                    <a:pt x="845" y="26300"/>
                    <a:pt x="42045" y="0"/>
                    <a:pt x="93945" y="0"/>
                  </a:cubicBezTo>
                  <a:cubicBezTo>
                    <a:pt x="145845" y="0"/>
                    <a:pt x="186945" y="26300"/>
                    <a:pt x="187745" y="58700"/>
                  </a:cubicBezTo>
                  <a:close/>
                </a:path>
              </a:pathLst>
            </a:custGeom>
            <a:solidFill>
              <a:srgbClr val="2A2A2A"/>
            </a:solidFill>
            <a:ln w="8037" cap="flat">
              <a:noFill/>
              <a:prstDash val="solid"/>
              <a:miter/>
            </a:ln>
          </p:spPr>
        </p:sp>
        <p:sp>
          <p:nvSpPr>
            <p:cNvPr id="38" name="probe-noto-emoji_u1f43a-part-8"/>
            <p:cNvSpPr/>
            <p:nvPr/>
          </p:nvSpPr>
          <p:spPr>
            <a:xfrm>
              <a:off x="512976" y="1029900"/>
              <a:ext cx="269428" cy="97757"/>
            </a:xfrm>
            <a:custGeom>
              <a:avLst/>
              <a:gdLst/>
              <a:ahLst/>
              <a:cxnLst/>
              <a:rect l="0" t="0" r="r" b="b"/>
              <a:pathLst>
                <a:path w="269428" h="97757">
                  <a:moveTo>
                    <a:pt x="134024" y="75300"/>
                  </a:moveTo>
                  <a:cubicBezTo>
                    <a:pt x="141124" y="75300"/>
                    <a:pt x="167624" y="97000"/>
                    <a:pt x="195324" y="97000"/>
                  </a:cubicBezTo>
                  <a:cubicBezTo>
                    <a:pt x="237324" y="97000"/>
                    <a:pt x="276224" y="64800"/>
                    <a:pt x="268424" y="50000"/>
                  </a:cubicBezTo>
                  <a:cubicBezTo>
                    <a:pt x="260724" y="35200"/>
                    <a:pt x="226224" y="66200"/>
                    <a:pt x="202224" y="66200"/>
                  </a:cubicBezTo>
                  <a:cubicBezTo>
                    <a:pt x="178224" y="66200"/>
                    <a:pt x="155724" y="56300"/>
                    <a:pt x="152924" y="31000"/>
                  </a:cubicBezTo>
                  <a:cubicBezTo>
                    <a:pt x="150124" y="5700"/>
                    <a:pt x="152224" y="1400"/>
                    <a:pt x="152224" y="1400"/>
                  </a:cubicBezTo>
                  <a:lnTo>
                    <a:pt x="117024" y="0"/>
                  </a:lnTo>
                  <a:cubicBezTo>
                    <a:pt x="117024" y="0"/>
                    <a:pt x="121224" y="21800"/>
                    <a:pt x="121224" y="31000"/>
                  </a:cubicBezTo>
                  <a:cubicBezTo>
                    <a:pt x="121224" y="49600"/>
                    <a:pt x="83924" y="66900"/>
                    <a:pt x="65624" y="67600"/>
                  </a:cubicBezTo>
                  <a:cubicBezTo>
                    <a:pt x="31124" y="69000"/>
                    <a:pt x="23424" y="43000"/>
                    <a:pt x="6524" y="40900"/>
                  </a:cubicBezTo>
                  <a:cubicBezTo>
                    <a:pt x="-7876" y="39100"/>
                    <a:pt x="-2176" y="88300"/>
                    <a:pt x="62124" y="97000"/>
                  </a:cubicBezTo>
                  <a:cubicBezTo>
                    <a:pt x="103724" y="102600"/>
                    <a:pt x="122724" y="75300"/>
                    <a:pt x="134024" y="75300"/>
                  </a:cubicBezTo>
                  <a:close/>
                </a:path>
              </a:pathLst>
            </a:custGeom>
            <a:solidFill>
              <a:srgbClr val="2A2A2A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39" name="probe-noto-emoji_u1f43e" descr="Noto Emoji artwork by Google; Apache License 2.0; preserve full bundled license. Source: https://github.com/googlefonts/noto-emoji/blob/e20cbc2bbec1926686be9f9bee7d1d2cfa1fea0e/2D/svg/emoji_u1f43e.svg; SVG SHA256: 98b1c83f8f75757b2ed7c37bb1bf6b8dc286f7b97bebe5014762163f4a4f64ca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1280000" cy="1280000"/>
          </a:xfrm>
        </p:grpSpPr>
        <p:sp>
          <p:nvSpPr>
            <p:cNvPr id="40" name="probe-noto-emoji_u1f43e-part-1"/>
            <p:cNvSpPr/>
            <p:nvPr/>
          </p:nvSpPr>
          <p:spPr>
            <a:xfrm>
              <a:off x="891546" y="649024"/>
              <a:ext cx="149954" cy="203246"/>
            </a:xfrm>
            <a:custGeom>
              <a:avLst/>
              <a:gdLst/>
              <a:ahLst/>
              <a:cxnLst/>
              <a:rect l="0" t="0" r="r" b="b"/>
              <a:pathLst>
                <a:path w="149954" h="203246">
                  <a:moveTo>
                    <a:pt x="149139" y="93553"/>
                  </a:moveTo>
                  <a:cubicBezTo>
                    <a:pt x="149370" y="95675"/>
                    <a:pt x="149552" y="97802"/>
                    <a:pt x="149685" y="99930"/>
                  </a:cubicBezTo>
                  <a:cubicBezTo>
                    <a:pt x="149818" y="102058"/>
                    <a:pt x="149902" y="104187"/>
                    <a:pt x="149936" y="106313"/>
                  </a:cubicBezTo>
                  <a:cubicBezTo>
                    <a:pt x="149970" y="108440"/>
                    <a:pt x="149955" y="110562"/>
                    <a:pt x="149891" y="112678"/>
                  </a:cubicBezTo>
                  <a:cubicBezTo>
                    <a:pt x="149827" y="114794"/>
                    <a:pt x="149713" y="116902"/>
                    <a:pt x="149551" y="119000"/>
                  </a:cubicBezTo>
                  <a:cubicBezTo>
                    <a:pt x="149388" y="121097"/>
                    <a:pt x="149176" y="123182"/>
                    <a:pt x="148916" y="125252"/>
                  </a:cubicBezTo>
                  <a:cubicBezTo>
                    <a:pt x="148655" y="127323"/>
                    <a:pt x="148346" y="129377"/>
                    <a:pt x="147989" y="131412"/>
                  </a:cubicBezTo>
                  <a:cubicBezTo>
                    <a:pt x="147632" y="133447"/>
                    <a:pt x="147227" y="135462"/>
                    <a:pt x="146774" y="137454"/>
                  </a:cubicBezTo>
                  <a:cubicBezTo>
                    <a:pt x="146322" y="139445"/>
                    <a:pt x="145822" y="141413"/>
                    <a:pt x="145276" y="143354"/>
                  </a:cubicBezTo>
                  <a:cubicBezTo>
                    <a:pt x="144730" y="145295"/>
                    <a:pt x="144138" y="147208"/>
                    <a:pt x="143501" y="149090"/>
                  </a:cubicBezTo>
                  <a:cubicBezTo>
                    <a:pt x="142863" y="150972"/>
                    <a:pt x="142181" y="152822"/>
                    <a:pt x="141455" y="154638"/>
                  </a:cubicBezTo>
                  <a:cubicBezTo>
                    <a:pt x="140728" y="156454"/>
                    <a:pt x="139958" y="158235"/>
                    <a:pt x="139146" y="159978"/>
                  </a:cubicBezTo>
                  <a:cubicBezTo>
                    <a:pt x="138334" y="161720"/>
                    <a:pt x="137480" y="163424"/>
                    <a:pt x="136585" y="165086"/>
                  </a:cubicBezTo>
                  <a:cubicBezTo>
                    <a:pt x="135689" y="166749"/>
                    <a:pt x="134754" y="168369"/>
                    <a:pt x="133780" y="169945"/>
                  </a:cubicBezTo>
                  <a:cubicBezTo>
                    <a:pt x="132805" y="171521"/>
                    <a:pt x="131793" y="173051"/>
                    <a:pt x="130743" y="174534"/>
                  </a:cubicBezTo>
                  <a:cubicBezTo>
                    <a:pt x="129693" y="176016"/>
                    <a:pt x="128607" y="177451"/>
                    <a:pt x="127486" y="178835"/>
                  </a:cubicBezTo>
                  <a:cubicBezTo>
                    <a:pt x="126365" y="180219"/>
                    <a:pt x="125210" y="181552"/>
                    <a:pt x="124022" y="182831"/>
                  </a:cubicBezTo>
                  <a:cubicBezTo>
                    <a:pt x="122834" y="184111"/>
                    <a:pt x="121614" y="185337"/>
                    <a:pt x="120364" y="186507"/>
                  </a:cubicBezTo>
                  <a:cubicBezTo>
                    <a:pt x="119114" y="187677"/>
                    <a:pt x="117835" y="188792"/>
                    <a:pt x="116527" y="189848"/>
                  </a:cubicBezTo>
                  <a:cubicBezTo>
                    <a:pt x="115220" y="190904"/>
                    <a:pt x="113886" y="191902"/>
                    <a:pt x="112527" y="192841"/>
                  </a:cubicBezTo>
                  <a:cubicBezTo>
                    <a:pt x="111167" y="193779"/>
                    <a:pt x="109784" y="194657"/>
                    <a:pt x="108378" y="195473"/>
                  </a:cubicBezTo>
                  <a:cubicBezTo>
                    <a:pt x="106972" y="196290"/>
                    <a:pt x="105544" y="197044"/>
                    <a:pt x="104097" y="197736"/>
                  </a:cubicBezTo>
                  <a:cubicBezTo>
                    <a:pt x="102650" y="198427"/>
                    <a:pt x="101184" y="199055"/>
                    <a:pt x="99701" y="199619"/>
                  </a:cubicBezTo>
                  <a:cubicBezTo>
                    <a:pt x="98219" y="200182"/>
                    <a:pt x="96720" y="200681"/>
                    <a:pt x="95208" y="201115"/>
                  </a:cubicBezTo>
                  <a:cubicBezTo>
                    <a:pt x="93696" y="201548"/>
                    <a:pt x="92171" y="201917"/>
                    <a:pt x="90635" y="202218"/>
                  </a:cubicBezTo>
                  <a:cubicBezTo>
                    <a:pt x="89099" y="202520"/>
                    <a:pt x="87553" y="202756"/>
                    <a:pt x="86000" y="202925"/>
                  </a:cubicBezTo>
                  <a:cubicBezTo>
                    <a:pt x="84446" y="203094"/>
                    <a:pt x="82886" y="203196"/>
                    <a:pt x="81321" y="203232"/>
                  </a:cubicBezTo>
                  <a:cubicBezTo>
                    <a:pt x="79757" y="203267"/>
                    <a:pt x="78188" y="203236"/>
                    <a:pt x="76618" y="203138"/>
                  </a:cubicBezTo>
                  <a:cubicBezTo>
                    <a:pt x="75048" y="203039"/>
                    <a:pt x="73477" y="202874"/>
                    <a:pt x="71908" y="202643"/>
                  </a:cubicBezTo>
                  <a:cubicBezTo>
                    <a:pt x="70339" y="202411"/>
                    <a:pt x="68772" y="202113"/>
                    <a:pt x="67210" y="201749"/>
                  </a:cubicBezTo>
                  <a:cubicBezTo>
                    <a:pt x="65648" y="201385"/>
                    <a:pt x="64092" y="200956"/>
                    <a:pt x="62543" y="200461"/>
                  </a:cubicBezTo>
                  <a:cubicBezTo>
                    <a:pt x="60994" y="199966"/>
                    <a:pt x="59454" y="199406"/>
                    <a:pt x="57925" y="198782"/>
                  </a:cubicBezTo>
                  <a:cubicBezTo>
                    <a:pt x="56395" y="198158"/>
                    <a:pt x="54878" y="197470"/>
                    <a:pt x="53374" y="196720"/>
                  </a:cubicBezTo>
                  <a:cubicBezTo>
                    <a:pt x="51870" y="195969"/>
                    <a:pt x="50381" y="195156"/>
                    <a:pt x="48908" y="194282"/>
                  </a:cubicBezTo>
                  <a:cubicBezTo>
                    <a:pt x="47436" y="193408"/>
                    <a:pt x="45981" y="192473"/>
                    <a:pt x="44546" y="191479"/>
                  </a:cubicBezTo>
                  <a:cubicBezTo>
                    <a:pt x="43110" y="190485"/>
                    <a:pt x="41696" y="189432"/>
                    <a:pt x="40303" y="188321"/>
                  </a:cubicBezTo>
                  <a:cubicBezTo>
                    <a:pt x="38911" y="187211"/>
                    <a:pt x="37541" y="186044"/>
                    <a:pt x="36197" y="184821"/>
                  </a:cubicBezTo>
                  <a:cubicBezTo>
                    <a:pt x="34853" y="183599"/>
                    <a:pt x="33535" y="182322"/>
                    <a:pt x="32245" y="180993"/>
                  </a:cubicBezTo>
                  <a:cubicBezTo>
                    <a:pt x="30954" y="179664"/>
                    <a:pt x="29692" y="178283"/>
                    <a:pt x="28461" y="176852"/>
                  </a:cubicBezTo>
                  <a:cubicBezTo>
                    <a:pt x="27229" y="175421"/>
                    <a:pt x="26028" y="173940"/>
                    <a:pt x="24860" y="172413"/>
                  </a:cubicBezTo>
                  <a:cubicBezTo>
                    <a:pt x="23692" y="170886"/>
                    <a:pt x="22557" y="169313"/>
                    <a:pt x="21457" y="167695"/>
                  </a:cubicBezTo>
                  <a:cubicBezTo>
                    <a:pt x="20358" y="166078"/>
                    <a:pt x="19293" y="164418"/>
                    <a:pt x="18266" y="162717"/>
                  </a:cubicBezTo>
                  <a:cubicBezTo>
                    <a:pt x="17239" y="161016"/>
                    <a:pt x="16249" y="159275"/>
                    <a:pt x="15298" y="157497"/>
                  </a:cubicBezTo>
                  <a:cubicBezTo>
                    <a:pt x="14348" y="155719"/>
                    <a:pt x="13437" y="153905"/>
                    <a:pt x="12566" y="152057"/>
                  </a:cubicBezTo>
                  <a:cubicBezTo>
                    <a:pt x="11696" y="150209"/>
                    <a:pt x="10867" y="148328"/>
                    <a:pt x="10080" y="146418"/>
                  </a:cubicBezTo>
                  <a:cubicBezTo>
                    <a:pt x="9294" y="144507"/>
                    <a:pt x="8550" y="142568"/>
                    <a:pt x="7851" y="140602"/>
                  </a:cubicBezTo>
                  <a:cubicBezTo>
                    <a:pt x="7151" y="138636"/>
                    <a:pt x="6496" y="136645"/>
                    <a:pt x="5886" y="134632"/>
                  </a:cubicBezTo>
                  <a:cubicBezTo>
                    <a:pt x="5276" y="132619"/>
                    <a:pt x="4712" y="130584"/>
                    <a:pt x="4194" y="128532"/>
                  </a:cubicBezTo>
                  <a:cubicBezTo>
                    <a:pt x="3676" y="126479"/>
                    <a:pt x="3205" y="124409"/>
                    <a:pt x="2781" y="122326"/>
                  </a:cubicBezTo>
                  <a:cubicBezTo>
                    <a:pt x="2357" y="120242"/>
                    <a:pt x="1981" y="118145"/>
                    <a:pt x="1653" y="116038"/>
                  </a:cubicBezTo>
                  <a:cubicBezTo>
                    <a:pt x="1325" y="113931"/>
                    <a:pt x="1046" y="111815"/>
                    <a:pt x="815" y="109693"/>
                  </a:cubicBezTo>
                  <a:cubicBezTo>
                    <a:pt x="584" y="107571"/>
                    <a:pt x="402" y="105444"/>
                    <a:pt x="269" y="103316"/>
                  </a:cubicBezTo>
                  <a:cubicBezTo>
                    <a:pt x="136" y="101188"/>
                    <a:pt x="52" y="99059"/>
                    <a:pt x="18" y="96933"/>
                  </a:cubicBezTo>
                  <a:cubicBezTo>
                    <a:pt x="-16" y="94806"/>
                    <a:pt x="-1" y="92684"/>
                    <a:pt x="63" y="90568"/>
                  </a:cubicBezTo>
                  <a:cubicBezTo>
                    <a:pt x="127" y="88452"/>
                    <a:pt x="241" y="86344"/>
                    <a:pt x="403" y="84246"/>
                  </a:cubicBezTo>
                  <a:cubicBezTo>
                    <a:pt x="566" y="82149"/>
                    <a:pt x="778" y="80064"/>
                    <a:pt x="1038" y="77994"/>
                  </a:cubicBezTo>
                  <a:cubicBezTo>
                    <a:pt x="1299" y="75923"/>
                    <a:pt x="1608" y="73869"/>
                    <a:pt x="1965" y="71834"/>
                  </a:cubicBezTo>
                  <a:cubicBezTo>
                    <a:pt x="2322" y="69799"/>
                    <a:pt x="2727" y="67784"/>
                    <a:pt x="3180" y="65792"/>
                  </a:cubicBezTo>
                  <a:cubicBezTo>
                    <a:pt x="3632" y="63800"/>
                    <a:pt x="4132" y="61833"/>
                    <a:pt x="4678" y="59892"/>
                  </a:cubicBezTo>
                  <a:cubicBezTo>
                    <a:pt x="5224" y="57951"/>
                    <a:pt x="5816" y="56038"/>
                    <a:pt x="6453" y="54156"/>
                  </a:cubicBezTo>
                  <a:cubicBezTo>
                    <a:pt x="7091" y="52274"/>
                    <a:pt x="7773" y="50424"/>
                    <a:pt x="8499" y="48608"/>
                  </a:cubicBezTo>
                  <a:cubicBezTo>
                    <a:pt x="9226" y="46792"/>
                    <a:pt x="9995" y="45011"/>
                    <a:pt x="10808" y="43268"/>
                  </a:cubicBezTo>
                  <a:cubicBezTo>
                    <a:pt x="11620" y="41526"/>
                    <a:pt x="12474" y="39822"/>
                    <a:pt x="13369" y="38159"/>
                  </a:cubicBezTo>
                  <a:cubicBezTo>
                    <a:pt x="14264" y="36497"/>
                    <a:pt x="15200" y="34877"/>
                    <a:pt x="16174" y="33301"/>
                  </a:cubicBezTo>
                  <a:cubicBezTo>
                    <a:pt x="17148" y="31725"/>
                    <a:pt x="18161" y="30195"/>
                    <a:pt x="19211" y="28712"/>
                  </a:cubicBezTo>
                  <a:cubicBezTo>
                    <a:pt x="20261" y="27229"/>
                    <a:pt x="21347" y="25795"/>
                    <a:pt x="22468" y="24411"/>
                  </a:cubicBezTo>
                  <a:cubicBezTo>
                    <a:pt x="23589" y="23027"/>
                    <a:pt x="24744" y="21694"/>
                    <a:pt x="25932" y="20415"/>
                  </a:cubicBezTo>
                  <a:cubicBezTo>
                    <a:pt x="27120" y="19135"/>
                    <a:pt x="28340" y="17909"/>
                    <a:pt x="29590" y="16739"/>
                  </a:cubicBezTo>
                  <a:cubicBezTo>
                    <a:pt x="30840" y="15569"/>
                    <a:pt x="32119" y="14454"/>
                    <a:pt x="33426" y="13398"/>
                  </a:cubicBezTo>
                  <a:cubicBezTo>
                    <a:pt x="34734" y="12342"/>
                    <a:pt x="36068" y="11344"/>
                    <a:pt x="37427" y="10405"/>
                  </a:cubicBezTo>
                  <a:cubicBezTo>
                    <a:pt x="38787" y="9467"/>
                    <a:pt x="40170" y="8589"/>
                    <a:pt x="41576" y="7773"/>
                  </a:cubicBezTo>
                  <a:cubicBezTo>
                    <a:pt x="42982" y="6956"/>
                    <a:pt x="44410" y="6202"/>
                    <a:pt x="45857" y="5510"/>
                  </a:cubicBezTo>
                  <a:cubicBezTo>
                    <a:pt x="47304" y="4819"/>
                    <a:pt x="48770" y="4191"/>
                    <a:pt x="50253" y="3627"/>
                  </a:cubicBezTo>
                  <a:cubicBezTo>
                    <a:pt x="51735" y="3064"/>
                    <a:pt x="53234" y="2565"/>
                    <a:pt x="54746" y="2131"/>
                  </a:cubicBezTo>
                  <a:cubicBezTo>
                    <a:pt x="56258" y="1697"/>
                    <a:pt x="57783" y="1329"/>
                    <a:pt x="59319" y="1028"/>
                  </a:cubicBezTo>
                  <a:cubicBezTo>
                    <a:pt x="60855" y="726"/>
                    <a:pt x="62401" y="490"/>
                    <a:pt x="63954" y="321"/>
                  </a:cubicBezTo>
                  <a:cubicBezTo>
                    <a:pt x="65508" y="152"/>
                    <a:pt x="67068" y="50"/>
                    <a:pt x="68633" y="14"/>
                  </a:cubicBezTo>
                  <a:cubicBezTo>
                    <a:pt x="70197" y="-21"/>
                    <a:pt x="71766" y="10"/>
                    <a:pt x="73336" y="108"/>
                  </a:cubicBezTo>
                  <a:cubicBezTo>
                    <a:pt x="74906" y="207"/>
                    <a:pt x="76477" y="372"/>
                    <a:pt x="78046" y="603"/>
                  </a:cubicBezTo>
                  <a:cubicBezTo>
                    <a:pt x="79615" y="835"/>
                    <a:pt x="81182" y="1133"/>
                    <a:pt x="82744" y="1497"/>
                  </a:cubicBezTo>
                  <a:cubicBezTo>
                    <a:pt x="84306" y="1861"/>
                    <a:pt x="85862" y="2290"/>
                    <a:pt x="87411" y="2785"/>
                  </a:cubicBezTo>
                  <a:cubicBezTo>
                    <a:pt x="88960" y="3280"/>
                    <a:pt x="90500" y="3840"/>
                    <a:pt x="92029" y="4464"/>
                  </a:cubicBezTo>
                  <a:cubicBezTo>
                    <a:pt x="93558" y="5088"/>
                    <a:pt x="95076" y="5776"/>
                    <a:pt x="96580" y="6526"/>
                  </a:cubicBezTo>
                  <a:cubicBezTo>
                    <a:pt x="98084" y="7277"/>
                    <a:pt x="99573" y="8090"/>
                    <a:pt x="101046" y="8964"/>
                  </a:cubicBezTo>
                  <a:cubicBezTo>
                    <a:pt x="102518" y="9838"/>
                    <a:pt x="103973" y="10773"/>
                    <a:pt x="105408" y="11767"/>
                  </a:cubicBezTo>
                  <a:cubicBezTo>
                    <a:pt x="106843" y="12761"/>
                    <a:pt x="108258" y="13814"/>
                    <a:pt x="109651" y="14925"/>
                  </a:cubicBezTo>
                  <a:cubicBezTo>
                    <a:pt x="111043" y="16035"/>
                    <a:pt x="112412" y="17202"/>
                    <a:pt x="113757" y="18425"/>
                  </a:cubicBezTo>
                  <a:cubicBezTo>
                    <a:pt x="115101" y="19647"/>
                    <a:pt x="116419" y="20924"/>
                    <a:pt x="117709" y="22253"/>
                  </a:cubicBezTo>
                  <a:cubicBezTo>
                    <a:pt x="119000" y="23582"/>
                    <a:pt x="120262" y="24963"/>
                    <a:pt x="121493" y="26394"/>
                  </a:cubicBezTo>
                  <a:cubicBezTo>
                    <a:pt x="122725" y="27825"/>
                    <a:pt x="123926" y="29306"/>
                    <a:pt x="125094" y="30833"/>
                  </a:cubicBezTo>
                  <a:cubicBezTo>
                    <a:pt x="126262" y="32360"/>
                    <a:pt x="127397" y="33933"/>
                    <a:pt x="128496" y="35551"/>
                  </a:cubicBezTo>
                  <a:cubicBezTo>
                    <a:pt x="129596" y="37168"/>
                    <a:pt x="130661" y="38828"/>
                    <a:pt x="131688" y="40529"/>
                  </a:cubicBezTo>
                  <a:cubicBezTo>
                    <a:pt x="132715" y="42230"/>
                    <a:pt x="133705" y="43971"/>
                    <a:pt x="134656" y="45749"/>
                  </a:cubicBezTo>
                  <a:cubicBezTo>
                    <a:pt x="135606" y="47527"/>
                    <a:pt x="136517" y="49341"/>
                    <a:pt x="137388" y="51189"/>
                  </a:cubicBezTo>
                  <a:cubicBezTo>
                    <a:pt x="138258" y="53037"/>
                    <a:pt x="139087" y="54918"/>
                    <a:pt x="139873" y="56828"/>
                  </a:cubicBezTo>
                  <a:cubicBezTo>
                    <a:pt x="140660" y="58739"/>
                    <a:pt x="141404" y="60678"/>
                    <a:pt x="142103" y="62644"/>
                  </a:cubicBezTo>
                  <a:cubicBezTo>
                    <a:pt x="142803" y="64610"/>
                    <a:pt x="143458" y="66601"/>
                    <a:pt x="144068" y="68614"/>
                  </a:cubicBezTo>
                  <a:cubicBezTo>
                    <a:pt x="144678" y="70627"/>
                    <a:pt x="145242" y="72662"/>
                    <a:pt x="145760" y="74714"/>
                  </a:cubicBezTo>
                  <a:cubicBezTo>
                    <a:pt x="146278" y="76767"/>
                    <a:pt x="146749" y="78836"/>
                    <a:pt x="147173" y="80920"/>
                  </a:cubicBezTo>
                  <a:cubicBezTo>
                    <a:pt x="147597" y="83004"/>
                    <a:pt x="147973" y="85101"/>
                    <a:pt x="148301" y="87208"/>
                  </a:cubicBezTo>
                  <a:cubicBezTo>
                    <a:pt x="148629" y="89315"/>
                    <a:pt x="148908" y="91431"/>
                    <a:pt x="149139" y="93553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1" name="probe-noto-emoji_u1f43e-part-2"/>
            <p:cNvSpPr/>
            <p:nvPr/>
          </p:nvSpPr>
          <p:spPr>
            <a:xfrm>
              <a:off x="377785" y="144102"/>
              <a:ext cx="154194" cy="201052"/>
            </a:xfrm>
            <a:custGeom>
              <a:avLst/>
              <a:gdLst/>
              <a:ahLst/>
              <a:cxnLst/>
              <a:rect l="0" t="0" r="r" b="b"/>
              <a:pathLst>
                <a:path w="154194" h="201052">
                  <a:moveTo>
                    <a:pt x="153960" y="95932"/>
                  </a:moveTo>
                  <a:cubicBezTo>
                    <a:pt x="154085" y="98036"/>
                    <a:pt x="154160" y="100142"/>
                    <a:pt x="154185" y="102247"/>
                  </a:cubicBezTo>
                  <a:cubicBezTo>
                    <a:pt x="154209" y="104352"/>
                    <a:pt x="154183" y="106456"/>
                    <a:pt x="154106" y="108555"/>
                  </a:cubicBezTo>
                  <a:cubicBezTo>
                    <a:pt x="154029" y="110654"/>
                    <a:pt x="153901" y="112747"/>
                    <a:pt x="153723" y="114831"/>
                  </a:cubicBezTo>
                  <a:cubicBezTo>
                    <a:pt x="153545" y="116915"/>
                    <a:pt x="153316" y="118989"/>
                    <a:pt x="153037" y="121050"/>
                  </a:cubicBezTo>
                  <a:cubicBezTo>
                    <a:pt x="152759" y="123112"/>
                    <a:pt x="152430" y="125159"/>
                    <a:pt x="152052" y="127189"/>
                  </a:cubicBezTo>
                  <a:cubicBezTo>
                    <a:pt x="151674" y="129219"/>
                    <a:pt x="151247" y="131231"/>
                    <a:pt x="150771" y="133222"/>
                  </a:cubicBezTo>
                  <a:cubicBezTo>
                    <a:pt x="150296" y="135213"/>
                    <a:pt x="149771" y="137183"/>
                    <a:pt x="149200" y="139127"/>
                  </a:cubicBezTo>
                  <a:cubicBezTo>
                    <a:pt x="148628" y="141071"/>
                    <a:pt x="148009" y="142989"/>
                    <a:pt x="147343" y="144879"/>
                  </a:cubicBezTo>
                  <a:cubicBezTo>
                    <a:pt x="146678" y="146768"/>
                    <a:pt x="145966" y="148628"/>
                    <a:pt x="145210" y="150456"/>
                  </a:cubicBezTo>
                  <a:cubicBezTo>
                    <a:pt x="144453" y="152283"/>
                    <a:pt x="143652" y="154077"/>
                    <a:pt x="142808" y="155836"/>
                  </a:cubicBezTo>
                  <a:cubicBezTo>
                    <a:pt x="141963" y="157594"/>
                    <a:pt x="141075" y="159315"/>
                    <a:pt x="140146" y="160997"/>
                  </a:cubicBezTo>
                  <a:cubicBezTo>
                    <a:pt x="139217" y="162679"/>
                    <a:pt x="138246" y="164321"/>
                    <a:pt x="137236" y="165920"/>
                  </a:cubicBezTo>
                  <a:cubicBezTo>
                    <a:pt x="136225" y="167519"/>
                    <a:pt x="135175" y="169075"/>
                    <a:pt x="134088" y="170585"/>
                  </a:cubicBezTo>
                  <a:cubicBezTo>
                    <a:pt x="133000" y="172095"/>
                    <a:pt x="131875" y="173559"/>
                    <a:pt x="130715" y="174973"/>
                  </a:cubicBezTo>
                  <a:cubicBezTo>
                    <a:pt x="129555" y="176388"/>
                    <a:pt x="128359" y="177754"/>
                    <a:pt x="127131" y="179068"/>
                  </a:cubicBezTo>
                  <a:cubicBezTo>
                    <a:pt x="125902" y="180382"/>
                    <a:pt x="124641" y="181644"/>
                    <a:pt x="123349" y="182853"/>
                  </a:cubicBezTo>
                  <a:cubicBezTo>
                    <a:pt x="122057" y="184061"/>
                    <a:pt x="120735" y="185215"/>
                    <a:pt x="119385" y="186312"/>
                  </a:cubicBezTo>
                  <a:cubicBezTo>
                    <a:pt x="118034" y="187410"/>
                    <a:pt x="116657" y="188451"/>
                    <a:pt x="115254" y="189434"/>
                  </a:cubicBezTo>
                  <a:cubicBezTo>
                    <a:pt x="113850" y="190416"/>
                    <a:pt x="112422" y="191340"/>
                    <a:pt x="110972" y="192204"/>
                  </a:cubicBezTo>
                  <a:cubicBezTo>
                    <a:pt x="109521" y="193068"/>
                    <a:pt x="108049" y="193871"/>
                    <a:pt x="106556" y="194612"/>
                  </a:cubicBezTo>
                  <a:cubicBezTo>
                    <a:pt x="105064" y="195354"/>
                    <a:pt x="103553" y="196033"/>
                    <a:pt x="102025" y="196649"/>
                  </a:cubicBezTo>
                  <a:cubicBezTo>
                    <a:pt x="100496" y="197266"/>
                    <a:pt x="98952" y="197819"/>
                    <a:pt x="97394" y="198307"/>
                  </a:cubicBezTo>
                  <a:cubicBezTo>
                    <a:pt x="95837" y="198796"/>
                    <a:pt x="94266" y="199220"/>
                    <a:pt x="92684" y="199579"/>
                  </a:cubicBezTo>
                  <a:cubicBezTo>
                    <a:pt x="91103" y="199938"/>
                    <a:pt x="89511" y="200232"/>
                    <a:pt x="87912" y="200460"/>
                  </a:cubicBezTo>
                  <a:cubicBezTo>
                    <a:pt x="86314" y="200688"/>
                    <a:pt x="84708" y="200850"/>
                    <a:pt x="83098" y="200947"/>
                  </a:cubicBezTo>
                  <a:cubicBezTo>
                    <a:pt x="81488" y="201043"/>
                    <a:pt x="79875" y="201073"/>
                    <a:pt x="78260" y="201037"/>
                  </a:cubicBezTo>
                  <a:cubicBezTo>
                    <a:pt x="76645" y="201001"/>
                    <a:pt x="75030" y="200899"/>
                    <a:pt x="73417" y="200731"/>
                  </a:cubicBezTo>
                  <a:cubicBezTo>
                    <a:pt x="71804" y="200562"/>
                    <a:pt x="70194" y="200328"/>
                    <a:pt x="68589" y="200029"/>
                  </a:cubicBezTo>
                  <a:cubicBezTo>
                    <a:pt x="66984" y="199729"/>
                    <a:pt x="65385" y="199364"/>
                    <a:pt x="63795" y="198934"/>
                  </a:cubicBezTo>
                  <a:cubicBezTo>
                    <a:pt x="62204" y="198504"/>
                    <a:pt x="60622" y="198010"/>
                    <a:pt x="59052" y="197451"/>
                  </a:cubicBezTo>
                  <a:cubicBezTo>
                    <a:pt x="57482" y="196893"/>
                    <a:pt x="55925" y="196271"/>
                    <a:pt x="54382" y="195586"/>
                  </a:cubicBezTo>
                  <a:cubicBezTo>
                    <a:pt x="52838" y="194901"/>
                    <a:pt x="51311" y="194154"/>
                    <a:pt x="49800" y="193345"/>
                  </a:cubicBezTo>
                  <a:cubicBezTo>
                    <a:pt x="48290" y="192537"/>
                    <a:pt x="46798" y="191667"/>
                    <a:pt x="45327" y="190738"/>
                  </a:cubicBezTo>
                  <a:cubicBezTo>
                    <a:pt x="43855" y="189809"/>
                    <a:pt x="42405" y="188821"/>
                    <a:pt x="40979" y="187775"/>
                  </a:cubicBezTo>
                  <a:cubicBezTo>
                    <a:pt x="39552" y="186729"/>
                    <a:pt x="38149" y="185626"/>
                    <a:pt x="36773" y="184468"/>
                  </a:cubicBezTo>
                  <a:cubicBezTo>
                    <a:pt x="35397" y="183309"/>
                    <a:pt x="34047" y="182096"/>
                    <a:pt x="32727" y="180829"/>
                  </a:cubicBezTo>
                  <a:cubicBezTo>
                    <a:pt x="31406" y="179563"/>
                    <a:pt x="30115" y="178244"/>
                    <a:pt x="28855" y="176874"/>
                  </a:cubicBezTo>
                  <a:cubicBezTo>
                    <a:pt x="27596" y="175504"/>
                    <a:pt x="26368" y="174085"/>
                    <a:pt x="25174" y="172617"/>
                  </a:cubicBezTo>
                  <a:cubicBezTo>
                    <a:pt x="23981" y="171150"/>
                    <a:pt x="22821" y="169635"/>
                    <a:pt x="21698" y="168076"/>
                  </a:cubicBezTo>
                  <a:cubicBezTo>
                    <a:pt x="20575" y="166516"/>
                    <a:pt x="19489" y="164913"/>
                    <a:pt x="18441" y="163268"/>
                  </a:cubicBezTo>
                  <a:cubicBezTo>
                    <a:pt x="17393" y="161623"/>
                    <a:pt x="16384" y="159937"/>
                    <a:pt x="15415" y="158212"/>
                  </a:cubicBezTo>
                  <a:cubicBezTo>
                    <a:pt x="14446" y="156488"/>
                    <a:pt x="13518" y="154726"/>
                    <a:pt x="12632" y="152929"/>
                  </a:cubicBezTo>
                  <a:cubicBezTo>
                    <a:pt x="11747" y="151132"/>
                    <a:pt x="10904" y="149301"/>
                    <a:pt x="10104" y="147439"/>
                  </a:cubicBezTo>
                  <a:cubicBezTo>
                    <a:pt x="9305" y="145577"/>
                    <a:pt x="8550" y="143684"/>
                    <a:pt x="7841" y="141764"/>
                  </a:cubicBezTo>
                  <a:cubicBezTo>
                    <a:pt x="7131" y="139844"/>
                    <a:pt x="6467" y="137897"/>
                    <a:pt x="5850" y="135926"/>
                  </a:cubicBezTo>
                  <a:cubicBezTo>
                    <a:pt x="5233" y="133955"/>
                    <a:pt x="4663" y="131962"/>
                    <a:pt x="4141" y="129949"/>
                  </a:cubicBezTo>
                  <a:cubicBezTo>
                    <a:pt x="3619" y="127935"/>
                    <a:pt x="3145" y="125903"/>
                    <a:pt x="2720" y="123855"/>
                  </a:cubicBezTo>
                  <a:cubicBezTo>
                    <a:pt x="2295" y="121807"/>
                    <a:pt x="1919" y="119744"/>
                    <a:pt x="1592" y="117669"/>
                  </a:cubicBezTo>
                  <a:cubicBezTo>
                    <a:pt x="1266" y="115594"/>
                    <a:pt x="989" y="113509"/>
                    <a:pt x="762" y="111416"/>
                  </a:cubicBezTo>
                  <a:cubicBezTo>
                    <a:pt x="536" y="109322"/>
                    <a:pt x="360" y="107223"/>
                    <a:pt x="234" y="105119"/>
                  </a:cubicBezTo>
                  <a:cubicBezTo>
                    <a:pt x="108" y="103016"/>
                    <a:pt x="33" y="100910"/>
                    <a:pt x="9" y="98805"/>
                  </a:cubicBezTo>
                  <a:cubicBezTo>
                    <a:pt x="-16" y="96699"/>
                    <a:pt x="11" y="94596"/>
                    <a:pt x="88" y="92497"/>
                  </a:cubicBezTo>
                  <a:cubicBezTo>
                    <a:pt x="165" y="90398"/>
                    <a:pt x="293" y="88305"/>
                    <a:pt x="471" y="86221"/>
                  </a:cubicBezTo>
                  <a:cubicBezTo>
                    <a:pt x="649" y="84137"/>
                    <a:pt x="878" y="82063"/>
                    <a:pt x="1156" y="80001"/>
                  </a:cubicBezTo>
                  <a:cubicBezTo>
                    <a:pt x="1435" y="77940"/>
                    <a:pt x="1763" y="75893"/>
                    <a:pt x="2141" y="73863"/>
                  </a:cubicBezTo>
                  <a:cubicBezTo>
                    <a:pt x="2519" y="71833"/>
                    <a:pt x="2947" y="69820"/>
                    <a:pt x="3422" y="67829"/>
                  </a:cubicBezTo>
                  <a:cubicBezTo>
                    <a:pt x="3898" y="65838"/>
                    <a:pt x="4422" y="63869"/>
                    <a:pt x="4994" y="61925"/>
                  </a:cubicBezTo>
                  <a:cubicBezTo>
                    <a:pt x="5566" y="59981"/>
                    <a:pt x="6185" y="58063"/>
                    <a:pt x="6850" y="56173"/>
                  </a:cubicBezTo>
                  <a:cubicBezTo>
                    <a:pt x="7516" y="54283"/>
                    <a:pt x="8227" y="52424"/>
                    <a:pt x="8984" y="50596"/>
                  </a:cubicBezTo>
                  <a:cubicBezTo>
                    <a:pt x="9740" y="48769"/>
                    <a:pt x="10541" y="46974"/>
                    <a:pt x="11386" y="45216"/>
                  </a:cubicBezTo>
                  <a:cubicBezTo>
                    <a:pt x="12231" y="43458"/>
                    <a:pt x="13118" y="41736"/>
                    <a:pt x="14048" y="40054"/>
                  </a:cubicBezTo>
                  <a:cubicBezTo>
                    <a:pt x="14977" y="38372"/>
                    <a:pt x="15948" y="36731"/>
                    <a:pt x="16958" y="35132"/>
                  </a:cubicBezTo>
                  <a:cubicBezTo>
                    <a:pt x="17968" y="33532"/>
                    <a:pt x="19018" y="31977"/>
                    <a:pt x="20106" y="30467"/>
                  </a:cubicBezTo>
                  <a:cubicBezTo>
                    <a:pt x="21193" y="28957"/>
                    <a:pt x="22318" y="27493"/>
                    <a:pt x="23478" y="26078"/>
                  </a:cubicBezTo>
                  <a:cubicBezTo>
                    <a:pt x="24639" y="24663"/>
                    <a:pt x="25834" y="23298"/>
                    <a:pt x="27063" y="21984"/>
                  </a:cubicBezTo>
                  <a:cubicBezTo>
                    <a:pt x="28291" y="20669"/>
                    <a:pt x="29553" y="19407"/>
                    <a:pt x="30845" y="18199"/>
                  </a:cubicBezTo>
                  <a:cubicBezTo>
                    <a:pt x="32137" y="16991"/>
                    <a:pt x="33459" y="15837"/>
                    <a:pt x="34809" y="14739"/>
                  </a:cubicBezTo>
                  <a:cubicBezTo>
                    <a:pt x="36159" y="13642"/>
                    <a:pt x="37537" y="12601"/>
                    <a:pt x="38940" y="11618"/>
                  </a:cubicBezTo>
                  <a:cubicBezTo>
                    <a:pt x="40343" y="10635"/>
                    <a:pt x="41771" y="9712"/>
                    <a:pt x="43222" y="8848"/>
                  </a:cubicBezTo>
                  <a:cubicBezTo>
                    <a:pt x="44672" y="7984"/>
                    <a:pt x="46145" y="7181"/>
                    <a:pt x="47637" y="6439"/>
                  </a:cubicBezTo>
                  <a:cubicBezTo>
                    <a:pt x="49130" y="5698"/>
                    <a:pt x="50641" y="5019"/>
                    <a:pt x="52169" y="4402"/>
                  </a:cubicBezTo>
                  <a:cubicBezTo>
                    <a:pt x="53697" y="3786"/>
                    <a:pt x="55241" y="3233"/>
                    <a:pt x="56799" y="2744"/>
                  </a:cubicBezTo>
                  <a:cubicBezTo>
                    <a:pt x="58357" y="2256"/>
                    <a:pt x="59928" y="1832"/>
                    <a:pt x="61509" y="1473"/>
                  </a:cubicBezTo>
                  <a:cubicBezTo>
                    <a:pt x="63091" y="1113"/>
                    <a:pt x="64682" y="820"/>
                    <a:pt x="66281" y="592"/>
                  </a:cubicBezTo>
                  <a:cubicBezTo>
                    <a:pt x="67880" y="363"/>
                    <a:pt x="69486" y="201"/>
                    <a:pt x="71096" y="105"/>
                  </a:cubicBezTo>
                  <a:cubicBezTo>
                    <a:pt x="72705" y="9"/>
                    <a:pt x="74319" y="-21"/>
                    <a:pt x="75934" y="15"/>
                  </a:cubicBezTo>
                  <a:cubicBezTo>
                    <a:pt x="77548" y="51"/>
                    <a:pt x="79163" y="153"/>
                    <a:pt x="80776" y="321"/>
                  </a:cubicBezTo>
                  <a:cubicBezTo>
                    <a:pt x="82389" y="489"/>
                    <a:pt x="84000" y="723"/>
                    <a:pt x="85604" y="1023"/>
                  </a:cubicBezTo>
                  <a:cubicBezTo>
                    <a:pt x="87209" y="1323"/>
                    <a:pt x="88808" y="1688"/>
                    <a:pt x="90399" y="2118"/>
                  </a:cubicBezTo>
                  <a:cubicBezTo>
                    <a:pt x="91990" y="2547"/>
                    <a:pt x="93571" y="3042"/>
                    <a:pt x="95141" y="3601"/>
                  </a:cubicBezTo>
                  <a:cubicBezTo>
                    <a:pt x="96711" y="4159"/>
                    <a:pt x="98269" y="4781"/>
                    <a:pt x="99812" y="5466"/>
                  </a:cubicBezTo>
                  <a:cubicBezTo>
                    <a:pt x="101355" y="6151"/>
                    <a:pt x="102883" y="6898"/>
                    <a:pt x="104393" y="7707"/>
                  </a:cubicBezTo>
                  <a:cubicBezTo>
                    <a:pt x="105904" y="8515"/>
                    <a:pt x="107395" y="9384"/>
                    <a:pt x="108867" y="10313"/>
                  </a:cubicBezTo>
                  <a:cubicBezTo>
                    <a:pt x="110338" y="11242"/>
                    <a:pt x="111788" y="12231"/>
                    <a:pt x="113215" y="13276"/>
                  </a:cubicBezTo>
                  <a:cubicBezTo>
                    <a:pt x="114642" y="14322"/>
                    <a:pt x="116044" y="15425"/>
                    <a:pt x="117421" y="16584"/>
                  </a:cubicBezTo>
                  <a:cubicBezTo>
                    <a:pt x="118797" y="17742"/>
                    <a:pt x="120146" y="18956"/>
                    <a:pt x="121467" y="20222"/>
                  </a:cubicBezTo>
                  <a:cubicBezTo>
                    <a:pt x="122788" y="21489"/>
                    <a:pt x="124079" y="22808"/>
                    <a:pt x="125338" y="24178"/>
                  </a:cubicBezTo>
                  <a:cubicBezTo>
                    <a:pt x="126598" y="25548"/>
                    <a:pt x="127826" y="26967"/>
                    <a:pt x="129019" y="28435"/>
                  </a:cubicBezTo>
                  <a:cubicBezTo>
                    <a:pt x="130213" y="29902"/>
                    <a:pt x="131372" y="31417"/>
                    <a:pt x="132495" y="32976"/>
                  </a:cubicBezTo>
                  <a:cubicBezTo>
                    <a:pt x="133618" y="34535"/>
                    <a:pt x="134705" y="36139"/>
                    <a:pt x="135753" y="37784"/>
                  </a:cubicBezTo>
                  <a:cubicBezTo>
                    <a:pt x="136801" y="39429"/>
                    <a:pt x="137810" y="41115"/>
                    <a:pt x="138779" y="42839"/>
                  </a:cubicBezTo>
                  <a:cubicBezTo>
                    <a:pt x="139747" y="44564"/>
                    <a:pt x="140675" y="46326"/>
                    <a:pt x="141561" y="48122"/>
                  </a:cubicBezTo>
                  <a:cubicBezTo>
                    <a:pt x="142447" y="49919"/>
                    <a:pt x="143290" y="51750"/>
                    <a:pt x="144089" y="53612"/>
                  </a:cubicBezTo>
                  <a:cubicBezTo>
                    <a:pt x="144888" y="55475"/>
                    <a:pt x="145643" y="57367"/>
                    <a:pt x="146353" y="59288"/>
                  </a:cubicBezTo>
                  <a:cubicBezTo>
                    <a:pt x="147062" y="61208"/>
                    <a:pt x="147726" y="63155"/>
                    <a:pt x="148343" y="65125"/>
                  </a:cubicBezTo>
                  <a:cubicBezTo>
                    <a:pt x="148960" y="67096"/>
                    <a:pt x="149530" y="69090"/>
                    <a:pt x="150052" y="71103"/>
                  </a:cubicBezTo>
                  <a:cubicBezTo>
                    <a:pt x="150575" y="73116"/>
                    <a:pt x="151049" y="75149"/>
                    <a:pt x="151474" y="77197"/>
                  </a:cubicBezTo>
                  <a:cubicBezTo>
                    <a:pt x="151899" y="79245"/>
                    <a:pt x="152275" y="81308"/>
                    <a:pt x="152601" y="83383"/>
                  </a:cubicBezTo>
                  <a:cubicBezTo>
                    <a:pt x="152928" y="85457"/>
                    <a:pt x="153205" y="87543"/>
                    <a:pt x="153431" y="89636"/>
                  </a:cubicBezTo>
                  <a:cubicBezTo>
                    <a:pt x="153658" y="91729"/>
                    <a:pt x="153834" y="93829"/>
                    <a:pt x="153960" y="95932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2" name="probe-noto-emoji_u1f43e-part-3"/>
            <p:cNvSpPr/>
            <p:nvPr/>
          </p:nvSpPr>
          <p:spPr>
            <a:xfrm>
              <a:off x="552324" y="209921"/>
              <a:ext cx="154610" cy="191509"/>
            </a:xfrm>
            <a:custGeom>
              <a:avLst/>
              <a:gdLst/>
              <a:ahLst/>
              <a:cxnLst/>
              <a:rect l="0" t="0" r="r" b="b"/>
              <a:pathLst>
                <a:path w="154610" h="191509">
                  <a:moveTo>
                    <a:pt x="88788" y="444"/>
                  </a:moveTo>
                  <a:cubicBezTo>
                    <a:pt x="90389" y="637"/>
                    <a:pt x="91983" y="893"/>
                    <a:pt x="93566" y="1210"/>
                  </a:cubicBezTo>
                  <a:cubicBezTo>
                    <a:pt x="95148" y="1528"/>
                    <a:pt x="96720" y="1908"/>
                    <a:pt x="98279" y="2350"/>
                  </a:cubicBezTo>
                  <a:cubicBezTo>
                    <a:pt x="99837" y="2792"/>
                    <a:pt x="101382" y="3295"/>
                    <a:pt x="102909" y="3858"/>
                  </a:cubicBezTo>
                  <a:cubicBezTo>
                    <a:pt x="104437" y="4422"/>
                    <a:pt x="105948" y="5046"/>
                    <a:pt x="107439" y="5729"/>
                  </a:cubicBezTo>
                  <a:cubicBezTo>
                    <a:pt x="108930" y="6412"/>
                    <a:pt x="110401" y="7155"/>
                    <a:pt x="111849" y="7955"/>
                  </a:cubicBezTo>
                  <a:cubicBezTo>
                    <a:pt x="113298" y="8755"/>
                    <a:pt x="114723" y="9613"/>
                    <a:pt x="116124" y="10528"/>
                  </a:cubicBezTo>
                  <a:cubicBezTo>
                    <a:pt x="117524" y="11442"/>
                    <a:pt x="118898" y="12412"/>
                    <a:pt x="120245" y="13437"/>
                  </a:cubicBezTo>
                  <a:cubicBezTo>
                    <a:pt x="121591" y="14461"/>
                    <a:pt x="122909" y="15540"/>
                    <a:pt x="124196" y="16671"/>
                  </a:cubicBezTo>
                  <a:cubicBezTo>
                    <a:pt x="125484" y="17801"/>
                    <a:pt x="126740" y="18984"/>
                    <a:pt x="127963" y="20216"/>
                  </a:cubicBezTo>
                  <a:cubicBezTo>
                    <a:pt x="129186" y="21449"/>
                    <a:pt x="130375" y="22731"/>
                    <a:pt x="131529" y="24061"/>
                  </a:cubicBezTo>
                  <a:cubicBezTo>
                    <a:pt x="132683" y="25390"/>
                    <a:pt x="133802" y="26766"/>
                    <a:pt x="134882" y="28188"/>
                  </a:cubicBezTo>
                  <a:cubicBezTo>
                    <a:pt x="135962" y="29609"/>
                    <a:pt x="137005" y="31074"/>
                    <a:pt x="138007" y="32581"/>
                  </a:cubicBezTo>
                  <a:cubicBezTo>
                    <a:pt x="139010" y="34088"/>
                    <a:pt x="139972" y="35637"/>
                    <a:pt x="140893" y="37224"/>
                  </a:cubicBezTo>
                  <a:cubicBezTo>
                    <a:pt x="141814" y="38812"/>
                    <a:pt x="142693" y="40437"/>
                    <a:pt x="143528" y="42098"/>
                  </a:cubicBezTo>
                  <a:cubicBezTo>
                    <a:pt x="144363" y="43759"/>
                    <a:pt x="145155" y="45455"/>
                    <a:pt x="145902" y="47184"/>
                  </a:cubicBezTo>
                  <a:cubicBezTo>
                    <a:pt x="146648" y="48912"/>
                    <a:pt x="147349" y="50672"/>
                    <a:pt x="148004" y="52461"/>
                  </a:cubicBezTo>
                  <a:cubicBezTo>
                    <a:pt x="148659" y="54250"/>
                    <a:pt x="149267" y="56067"/>
                    <a:pt x="149828" y="57910"/>
                  </a:cubicBezTo>
                  <a:cubicBezTo>
                    <a:pt x="150389" y="59752"/>
                    <a:pt x="150901" y="61619"/>
                    <a:pt x="151366" y="63507"/>
                  </a:cubicBezTo>
                  <a:cubicBezTo>
                    <a:pt x="151830" y="65396"/>
                    <a:pt x="152245" y="67305"/>
                    <a:pt x="152611" y="69232"/>
                  </a:cubicBezTo>
                  <a:cubicBezTo>
                    <a:pt x="152977" y="71159"/>
                    <a:pt x="153293" y="73104"/>
                    <a:pt x="153559" y="75062"/>
                  </a:cubicBezTo>
                  <a:cubicBezTo>
                    <a:pt x="153825" y="77020"/>
                    <a:pt x="154041" y="78991"/>
                    <a:pt x="154206" y="80973"/>
                  </a:cubicBezTo>
                  <a:cubicBezTo>
                    <a:pt x="154371" y="82955"/>
                    <a:pt x="154486" y="84946"/>
                    <a:pt x="154550" y="86943"/>
                  </a:cubicBezTo>
                  <a:cubicBezTo>
                    <a:pt x="154613" y="88940"/>
                    <a:pt x="154626" y="90942"/>
                    <a:pt x="154588" y="92947"/>
                  </a:cubicBezTo>
                  <a:cubicBezTo>
                    <a:pt x="154550" y="94952"/>
                    <a:pt x="154462" y="96958"/>
                    <a:pt x="154322" y="98962"/>
                  </a:cubicBezTo>
                  <a:cubicBezTo>
                    <a:pt x="154183" y="100967"/>
                    <a:pt x="153992" y="102969"/>
                    <a:pt x="153752" y="104965"/>
                  </a:cubicBezTo>
                  <a:cubicBezTo>
                    <a:pt x="153511" y="106962"/>
                    <a:pt x="153221" y="108951"/>
                    <a:pt x="152880" y="110932"/>
                  </a:cubicBezTo>
                  <a:cubicBezTo>
                    <a:pt x="152539" y="112912"/>
                    <a:pt x="152149" y="114882"/>
                    <a:pt x="151710" y="116838"/>
                  </a:cubicBezTo>
                  <a:cubicBezTo>
                    <a:pt x="151271" y="118795"/>
                    <a:pt x="150782" y="120737"/>
                    <a:pt x="150246" y="122662"/>
                  </a:cubicBezTo>
                  <a:cubicBezTo>
                    <a:pt x="149710" y="124586"/>
                    <a:pt x="149126" y="126493"/>
                    <a:pt x="148494" y="128379"/>
                  </a:cubicBezTo>
                  <a:cubicBezTo>
                    <a:pt x="147863" y="130264"/>
                    <a:pt x="147185" y="132128"/>
                    <a:pt x="146462" y="133967"/>
                  </a:cubicBezTo>
                  <a:cubicBezTo>
                    <a:pt x="145738" y="135806"/>
                    <a:pt x="144969" y="137620"/>
                    <a:pt x="144156" y="139405"/>
                  </a:cubicBezTo>
                  <a:cubicBezTo>
                    <a:pt x="143343" y="141190"/>
                    <a:pt x="142486" y="142946"/>
                    <a:pt x="141587" y="144670"/>
                  </a:cubicBezTo>
                  <a:cubicBezTo>
                    <a:pt x="140688" y="146394"/>
                    <a:pt x="139746" y="148086"/>
                    <a:pt x="138764" y="149742"/>
                  </a:cubicBezTo>
                  <a:cubicBezTo>
                    <a:pt x="137782" y="151399"/>
                    <a:pt x="136759" y="153019"/>
                    <a:pt x="135698" y="154601"/>
                  </a:cubicBezTo>
                  <a:cubicBezTo>
                    <a:pt x="134637" y="156184"/>
                    <a:pt x="133538" y="157727"/>
                    <a:pt x="132402" y="159228"/>
                  </a:cubicBezTo>
                  <a:cubicBezTo>
                    <a:pt x="131266" y="160730"/>
                    <a:pt x="130095" y="162190"/>
                    <a:pt x="128889" y="163605"/>
                  </a:cubicBezTo>
                  <a:cubicBezTo>
                    <a:pt x="127683" y="165020"/>
                    <a:pt x="126443" y="166390"/>
                    <a:pt x="125172" y="167714"/>
                  </a:cubicBezTo>
                  <a:cubicBezTo>
                    <a:pt x="123900" y="169037"/>
                    <a:pt x="122597" y="170312"/>
                    <a:pt x="121266" y="171538"/>
                  </a:cubicBezTo>
                  <a:cubicBezTo>
                    <a:pt x="119934" y="172764"/>
                    <a:pt x="118573" y="173940"/>
                    <a:pt x="117186" y="175064"/>
                  </a:cubicBezTo>
                  <a:cubicBezTo>
                    <a:pt x="115799" y="176188"/>
                    <a:pt x="114386" y="177259"/>
                    <a:pt x="112949" y="178277"/>
                  </a:cubicBezTo>
                  <a:cubicBezTo>
                    <a:pt x="111512" y="179294"/>
                    <a:pt x="110052" y="180257"/>
                    <a:pt x="108572" y="181163"/>
                  </a:cubicBezTo>
                  <a:cubicBezTo>
                    <a:pt x="107091" y="182070"/>
                    <a:pt x="105590" y="182921"/>
                    <a:pt x="104071" y="183713"/>
                  </a:cubicBezTo>
                  <a:cubicBezTo>
                    <a:pt x="102552" y="184506"/>
                    <a:pt x="101015" y="185241"/>
                    <a:pt x="99464" y="185916"/>
                  </a:cubicBezTo>
                  <a:cubicBezTo>
                    <a:pt x="97913" y="186592"/>
                    <a:pt x="96347" y="187207"/>
                    <a:pt x="94770" y="187763"/>
                  </a:cubicBezTo>
                  <a:cubicBezTo>
                    <a:pt x="93193" y="188319"/>
                    <a:pt x="91604" y="188813"/>
                    <a:pt x="90007" y="189247"/>
                  </a:cubicBezTo>
                  <a:cubicBezTo>
                    <a:pt x="88410" y="189680"/>
                    <a:pt x="86805" y="190052"/>
                    <a:pt x="85194" y="190362"/>
                  </a:cubicBezTo>
                  <a:cubicBezTo>
                    <a:pt x="83583" y="190671"/>
                    <a:pt x="81968" y="190919"/>
                    <a:pt x="80350" y="191103"/>
                  </a:cubicBezTo>
                  <a:cubicBezTo>
                    <a:pt x="78732" y="191288"/>
                    <a:pt x="77112" y="191409"/>
                    <a:pt x="75493" y="191468"/>
                  </a:cubicBezTo>
                  <a:cubicBezTo>
                    <a:pt x="73875" y="191527"/>
                    <a:pt x="72258" y="191523"/>
                    <a:pt x="70644" y="191456"/>
                  </a:cubicBezTo>
                  <a:cubicBezTo>
                    <a:pt x="69031" y="191389"/>
                    <a:pt x="67423" y="191258"/>
                    <a:pt x="65822" y="191065"/>
                  </a:cubicBezTo>
                  <a:cubicBezTo>
                    <a:pt x="64220" y="190873"/>
                    <a:pt x="62627" y="190617"/>
                    <a:pt x="61044" y="190299"/>
                  </a:cubicBezTo>
                  <a:cubicBezTo>
                    <a:pt x="59461" y="189981"/>
                    <a:pt x="57889" y="189601"/>
                    <a:pt x="56331" y="189160"/>
                  </a:cubicBezTo>
                  <a:cubicBezTo>
                    <a:pt x="54772" y="188718"/>
                    <a:pt x="53228" y="188215"/>
                    <a:pt x="51700" y="187651"/>
                  </a:cubicBezTo>
                  <a:cubicBezTo>
                    <a:pt x="50172" y="187088"/>
                    <a:pt x="48662" y="186464"/>
                    <a:pt x="47171" y="185781"/>
                  </a:cubicBezTo>
                  <a:cubicBezTo>
                    <a:pt x="45680" y="185097"/>
                    <a:pt x="44209" y="184355"/>
                    <a:pt x="42760" y="183554"/>
                  </a:cubicBezTo>
                  <a:cubicBezTo>
                    <a:pt x="41312" y="182754"/>
                    <a:pt x="39886" y="181896"/>
                    <a:pt x="38486" y="180982"/>
                  </a:cubicBezTo>
                  <a:cubicBezTo>
                    <a:pt x="37086" y="180068"/>
                    <a:pt x="35711" y="179097"/>
                    <a:pt x="34365" y="178073"/>
                  </a:cubicBezTo>
                  <a:cubicBezTo>
                    <a:pt x="33018" y="177048"/>
                    <a:pt x="31701" y="175970"/>
                    <a:pt x="30413" y="174839"/>
                  </a:cubicBezTo>
                  <a:cubicBezTo>
                    <a:pt x="29126" y="173708"/>
                    <a:pt x="27870" y="172526"/>
                    <a:pt x="26647" y="171293"/>
                  </a:cubicBezTo>
                  <a:cubicBezTo>
                    <a:pt x="25424" y="170060"/>
                    <a:pt x="24234" y="168778"/>
                    <a:pt x="23080" y="167449"/>
                  </a:cubicBezTo>
                  <a:cubicBezTo>
                    <a:pt x="21926" y="166119"/>
                    <a:pt x="20808" y="164743"/>
                    <a:pt x="19728" y="163322"/>
                  </a:cubicBezTo>
                  <a:cubicBezTo>
                    <a:pt x="18647" y="161901"/>
                    <a:pt x="17605" y="160435"/>
                    <a:pt x="16602" y="158928"/>
                  </a:cubicBezTo>
                  <a:cubicBezTo>
                    <a:pt x="15600" y="157421"/>
                    <a:pt x="14637" y="155873"/>
                    <a:pt x="13716" y="154285"/>
                  </a:cubicBezTo>
                  <a:cubicBezTo>
                    <a:pt x="12796" y="152698"/>
                    <a:pt x="11917" y="151072"/>
                    <a:pt x="11082" y="149411"/>
                  </a:cubicBezTo>
                  <a:cubicBezTo>
                    <a:pt x="10246" y="147750"/>
                    <a:pt x="9455" y="146054"/>
                    <a:pt x="8708" y="144326"/>
                  </a:cubicBezTo>
                  <a:cubicBezTo>
                    <a:pt x="7961" y="142597"/>
                    <a:pt x="7260" y="140837"/>
                    <a:pt x="6605" y="139048"/>
                  </a:cubicBezTo>
                  <a:cubicBezTo>
                    <a:pt x="5950" y="137259"/>
                    <a:pt x="5342" y="135442"/>
                    <a:pt x="4782" y="133600"/>
                  </a:cubicBezTo>
                  <a:cubicBezTo>
                    <a:pt x="4221" y="131757"/>
                    <a:pt x="3708" y="129891"/>
                    <a:pt x="3244" y="128002"/>
                  </a:cubicBezTo>
                  <a:cubicBezTo>
                    <a:pt x="2780" y="126114"/>
                    <a:pt x="2365" y="124204"/>
                    <a:pt x="1999" y="122277"/>
                  </a:cubicBezTo>
                  <a:cubicBezTo>
                    <a:pt x="1633" y="120350"/>
                    <a:pt x="1317" y="118406"/>
                    <a:pt x="1051" y="116448"/>
                  </a:cubicBezTo>
                  <a:cubicBezTo>
                    <a:pt x="785" y="114489"/>
                    <a:pt x="569" y="112518"/>
                    <a:pt x="404" y="110536"/>
                  </a:cubicBezTo>
                  <a:cubicBezTo>
                    <a:pt x="238" y="108555"/>
                    <a:pt x="124" y="106564"/>
                    <a:pt x="60" y="104567"/>
                  </a:cubicBezTo>
                  <a:cubicBezTo>
                    <a:pt x="-4" y="102570"/>
                    <a:pt x="-17" y="100567"/>
                    <a:pt x="21" y="98562"/>
                  </a:cubicBezTo>
                  <a:cubicBezTo>
                    <a:pt x="59" y="96558"/>
                    <a:pt x="148" y="94552"/>
                    <a:pt x="287" y="92547"/>
                  </a:cubicBezTo>
                  <a:cubicBezTo>
                    <a:pt x="427" y="90542"/>
                    <a:pt x="617" y="88541"/>
                    <a:pt x="858" y="86544"/>
                  </a:cubicBezTo>
                  <a:cubicBezTo>
                    <a:pt x="1098" y="84548"/>
                    <a:pt x="1389" y="82558"/>
                    <a:pt x="1730" y="80578"/>
                  </a:cubicBezTo>
                  <a:cubicBezTo>
                    <a:pt x="2070" y="78597"/>
                    <a:pt x="2460" y="76628"/>
                    <a:pt x="2900" y="74671"/>
                  </a:cubicBezTo>
                  <a:cubicBezTo>
                    <a:pt x="3339" y="72715"/>
                    <a:pt x="3827" y="70773"/>
                    <a:pt x="4363" y="68848"/>
                  </a:cubicBezTo>
                  <a:cubicBezTo>
                    <a:pt x="4900" y="66923"/>
                    <a:pt x="5484" y="65016"/>
                    <a:pt x="6115" y="63131"/>
                  </a:cubicBezTo>
                  <a:cubicBezTo>
                    <a:pt x="6746" y="61245"/>
                    <a:pt x="7424" y="59381"/>
                    <a:pt x="8148" y="57542"/>
                  </a:cubicBezTo>
                  <a:cubicBezTo>
                    <a:pt x="8871" y="55703"/>
                    <a:pt x="9640" y="53890"/>
                    <a:pt x="10453" y="52105"/>
                  </a:cubicBezTo>
                  <a:cubicBezTo>
                    <a:pt x="11266" y="50320"/>
                    <a:pt x="12123" y="48564"/>
                    <a:pt x="13023" y="46839"/>
                  </a:cubicBezTo>
                  <a:cubicBezTo>
                    <a:pt x="13922" y="45115"/>
                    <a:pt x="14864" y="43424"/>
                    <a:pt x="15846" y="41767"/>
                  </a:cubicBezTo>
                  <a:cubicBezTo>
                    <a:pt x="16828" y="40111"/>
                    <a:pt x="17850" y="38490"/>
                    <a:pt x="18911" y="36908"/>
                  </a:cubicBezTo>
                  <a:cubicBezTo>
                    <a:pt x="19972" y="35326"/>
                    <a:pt x="21072" y="33783"/>
                    <a:pt x="22207" y="32281"/>
                  </a:cubicBezTo>
                  <a:cubicBezTo>
                    <a:pt x="23343" y="30779"/>
                    <a:pt x="24515" y="29320"/>
                    <a:pt x="25721" y="27905"/>
                  </a:cubicBezTo>
                  <a:cubicBezTo>
                    <a:pt x="26927" y="26489"/>
                    <a:pt x="28167" y="25119"/>
                    <a:pt x="29438" y="23796"/>
                  </a:cubicBezTo>
                  <a:cubicBezTo>
                    <a:pt x="30709" y="22473"/>
                    <a:pt x="32012" y="21197"/>
                    <a:pt x="33344" y="19971"/>
                  </a:cubicBezTo>
                  <a:cubicBezTo>
                    <a:pt x="34676" y="18745"/>
                    <a:pt x="36036" y="17569"/>
                    <a:pt x="37424" y="16446"/>
                  </a:cubicBezTo>
                  <a:cubicBezTo>
                    <a:pt x="38811" y="15322"/>
                    <a:pt x="40224" y="14250"/>
                    <a:pt x="41660" y="13233"/>
                  </a:cubicBezTo>
                  <a:cubicBezTo>
                    <a:pt x="43097" y="12216"/>
                    <a:pt x="44557" y="11253"/>
                    <a:pt x="46038" y="10346"/>
                  </a:cubicBezTo>
                  <a:cubicBezTo>
                    <a:pt x="47519" y="9439"/>
                    <a:pt x="49020" y="8589"/>
                    <a:pt x="50539" y="7796"/>
                  </a:cubicBezTo>
                  <a:cubicBezTo>
                    <a:pt x="52058" y="7003"/>
                    <a:pt x="53594" y="6269"/>
                    <a:pt x="55146" y="5593"/>
                  </a:cubicBezTo>
                  <a:cubicBezTo>
                    <a:pt x="56697" y="4918"/>
                    <a:pt x="58262" y="4302"/>
                    <a:pt x="59840" y="3746"/>
                  </a:cubicBezTo>
                  <a:cubicBezTo>
                    <a:pt x="61417" y="3191"/>
                    <a:pt x="63005" y="2696"/>
                    <a:pt x="64603" y="2263"/>
                  </a:cubicBezTo>
                  <a:cubicBezTo>
                    <a:pt x="66200" y="1829"/>
                    <a:pt x="67805" y="1457"/>
                    <a:pt x="69416" y="1148"/>
                  </a:cubicBezTo>
                  <a:cubicBezTo>
                    <a:pt x="71026" y="838"/>
                    <a:pt x="72642" y="591"/>
                    <a:pt x="74260" y="406"/>
                  </a:cubicBezTo>
                  <a:cubicBezTo>
                    <a:pt x="75878" y="222"/>
                    <a:pt x="77497" y="100"/>
                    <a:pt x="79116" y="41"/>
                  </a:cubicBezTo>
                  <a:cubicBezTo>
                    <a:pt x="80735" y="-18"/>
                    <a:pt x="82352" y="-13"/>
                    <a:pt x="83965" y="54"/>
                  </a:cubicBezTo>
                  <a:cubicBezTo>
                    <a:pt x="85578" y="121"/>
                    <a:pt x="87187" y="251"/>
                    <a:pt x="88788" y="444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3" name="probe-noto-emoji_u1f43e-part-4"/>
            <p:cNvSpPr/>
            <p:nvPr/>
          </p:nvSpPr>
          <p:spPr>
            <a:xfrm>
              <a:off x="192048" y="171919"/>
              <a:ext cx="160179" cy="212144"/>
            </a:xfrm>
            <a:custGeom>
              <a:avLst/>
              <a:gdLst/>
              <a:ahLst/>
              <a:cxnLst/>
              <a:rect l="0" t="0" r="r" b="b"/>
              <a:pathLst>
                <a:path w="160179" h="212144">
                  <a:moveTo>
                    <a:pt x="156308" y="88139"/>
                  </a:moveTo>
                  <a:cubicBezTo>
                    <a:pt x="156824" y="90329"/>
                    <a:pt x="157289" y="92530"/>
                    <a:pt x="157702" y="94739"/>
                  </a:cubicBezTo>
                  <a:cubicBezTo>
                    <a:pt x="158116" y="96948"/>
                    <a:pt x="158479" y="99164"/>
                    <a:pt x="158790" y="101383"/>
                  </a:cubicBezTo>
                  <a:cubicBezTo>
                    <a:pt x="159101" y="103603"/>
                    <a:pt x="159361" y="105825"/>
                    <a:pt x="159568" y="108047"/>
                  </a:cubicBezTo>
                  <a:cubicBezTo>
                    <a:pt x="159774" y="110268"/>
                    <a:pt x="159929" y="112487"/>
                    <a:pt x="160031" y="114702"/>
                  </a:cubicBezTo>
                  <a:cubicBezTo>
                    <a:pt x="160133" y="116916"/>
                    <a:pt x="160182" y="119124"/>
                    <a:pt x="160179" y="121323"/>
                  </a:cubicBezTo>
                  <a:cubicBezTo>
                    <a:pt x="160176" y="123522"/>
                    <a:pt x="160120" y="125710"/>
                    <a:pt x="160011" y="127884"/>
                  </a:cubicBezTo>
                  <a:cubicBezTo>
                    <a:pt x="159902" y="130058"/>
                    <a:pt x="159741" y="132218"/>
                    <a:pt x="159528" y="134359"/>
                  </a:cubicBezTo>
                  <a:cubicBezTo>
                    <a:pt x="159314" y="136500"/>
                    <a:pt x="159048" y="138622"/>
                    <a:pt x="158731" y="140722"/>
                  </a:cubicBezTo>
                  <a:cubicBezTo>
                    <a:pt x="158413" y="142822"/>
                    <a:pt x="158044" y="144899"/>
                    <a:pt x="157623" y="146949"/>
                  </a:cubicBezTo>
                  <a:cubicBezTo>
                    <a:pt x="157203" y="148999"/>
                    <a:pt x="156732" y="151022"/>
                    <a:pt x="156210" y="153014"/>
                  </a:cubicBezTo>
                  <a:cubicBezTo>
                    <a:pt x="155689" y="155006"/>
                    <a:pt x="155117" y="156967"/>
                    <a:pt x="154496" y="158894"/>
                  </a:cubicBezTo>
                  <a:cubicBezTo>
                    <a:pt x="153876" y="160821"/>
                    <a:pt x="153206" y="162712"/>
                    <a:pt x="152489" y="164566"/>
                  </a:cubicBezTo>
                  <a:cubicBezTo>
                    <a:pt x="151772" y="166419"/>
                    <a:pt x="151007" y="168233"/>
                    <a:pt x="150196" y="170006"/>
                  </a:cubicBezTo>
                  <a:cubicBezTo>
                    <a:pt x="149385" y="171779"/>
                    <a:pt x="148528" y="173509"/>
                    <a:pt x="147626" y="175195"/>
                  </a:cubicBezTo>
                  <a:cubicBezTo>
                    <a:pt x="146725" y="176880"/>
                    <a:pt x="145779" y="178519"/>
                    <a:pt x="144790" y="180110"/>
                  </a:cubicBezTo>
                  <a:cubicBezTo>
                    <a:pt x="143801" y="181701"/>
                    <a:pt x="142770" y="183243"/>
                    <a:pt x="141698" y="184734"/>
                  </a:cubicBezTo>
                  <a:cubicBezTo>
                    <a:pt x="140626" y="186224"/>
                    <a:pt x="139514" y="187662"/>
                    <a:pt x="138364" y="189046"/>
                  </a:cubicBezTo>
                  <a:cubicBezTo>
                    <a:pt x="137213" y="190431"/>
                    <a:pt x="136024" y="191760"/>
                    <a:pt x="134799" y="193032"/>
                  </a:cubicBezTo>
                  <a:cubicBezTo>
                    <a:pt x="133574" y="194304"/>
                    <a:pt x="132313" y="195519"/>
                    <a:pt x="131018" y="196674"/>
                  </a:cubicBezTo>
                  <a:cubicBezTo>
                    <a:pt x="129723" y="197830"/>
                    <a:pt x="128396" y="198925"/>
                    <a:pt x="127036" y="199959"/>
                  </a:cubicBezTo>
                  <a:cubicBezTo>
                    <a:pt x="125677" y="200993"/>
                    <a:pt x="124288" y="201965"/>
                    <a:pt x="122870" y="202873"/>
                  </a:cubicBezTo>
                  <a:cubicBezTo>
                    <a:pt x="121451" y="203782"/>
                    <a:pt x="120005" y="204626"/>
                    <a:pt x="118534" y="205405"/>
                  </a:cubicBezTo>
                  <a:cubicBezTo>
                    <a:pt x="117062" y="206185"/>
                    <a:pt x="115566" y="206898"/>
                    <a:pt x="114046" y="207545"/>
                  </a:cubicBezTo>
                  <a:cubicBezTo>
                    <a:pt x="112527" y="208193"/>
                    <a:pt x="110986" y="208773"/>
                    <a:pt x="109425" y="209285"/>
                  </a:cubicBezTo>
                  <a:cubicBezTo>
                    <a:pt x="107864" y="209797"/>
                    <a:pt x="106284" y="210242"/>
                    <a:pt x="104688" y="210617"/>
                  </a:cubicBezTo>
                  <a:cubicBezTo>
                    <a:pt x="103091" y="210993"/>
                    <a:pt x="101479" y="211300"/>
                    <a:pt x="99853" y="211537"/>
                  </a:cubicBezTo>
                  <a:cubicBezTo>
                    <a:pt x="98228" y="211774"/>
                    <a:pt x="96589" y="211942"/>
                    <a:pt x="94941" y="212041"/>
                  </a:cubicBezTo>
                  <a:cubicBezTo>
                    <a:pt x="93292" y="212139"/>
                    <a:pt x="91635" y="212167"/>
                    <a:pt x="89970" y="212126"/>
                  </a:cubicBezTo>
                  <a:cubicBezTo>
                    <a:pt x="88305" y="212085"/>
                    <a:pt x="86634" y="211973"/>
                    <a:pt x="84960" y="211793"/>
                  </a:cubicBezTo>
                  <a:cubicBezTo>
                    <a:pt x="83285" y="211612"/>
                    <a:pt x="81608" y="211362"/>
                    <a:pt x="79931" y="211042"/>
                  </a:cubicBezTo>
                  <a:cubicBezTo>
                    <a:pt x="78253" y="210723"/>
                    <a:pt x="76576" y="210334"/>
                    <a:pt x="74902" y="209877"/>
                  </a:cubicBezTo>
                  <a:cubicBezTo>
                    <a:pt x="73228" y="209421"/>
                    <a:pt x="71558" y="208896"/>
                    <a:pt x="69894" y="208303"/>
                  </a:cubicBezTo>
                  <a:cubicBezTo>
                    <a:pt x="68230" y="207711"/>
                    <a:pt x="66573" y="207051"/>
                    <a:pt x="64926" y="206325"/>
                  </a:cubicBezTo>
                  <a:cubicBezTo>
                    <a:pt x="63279" y="205599"/>
                    <a:pt x="61642" y="204808"/>
                    <a:pt x="60018" y="203952"/>
                  </a:cubicBezTo>
                  <a:cubicBezTo>
                    <a:pt x="58394" y="203095"/>
                    <a:pt x="56784" y="202175"/>
                    <a:pt x="55189" y="201192"/>
                  </a:cubicBezTo>
                  <a:cubicBezTo>
                    <a:pt x="53595" y="200209"/>
                    <a:pt x="52017" y="199163"/>
                    <a:pt x="50459" y="198057"/>
                  </a:cubicBezTo>
                  <a:cubicBezTo>
                    <a:pt x="48900" y="196950"/>
                    <a:pt x="47362" y="195784"/>
                    <a:pt x="45845" y="194558"/>
                  </a:cubicBezTo>
                  <a:cubicBezTo>
                    <a:pt x="44329" y="193333"/>
                    <a:pt x="42835" y="192050"/>
                    <a:pt x="41367" y="190711"/>
                  </a:cubicBezTo>
                  <a:cubicBezTo>
                    <a:pt x="39899" y="189372"/>
                    <a:pt x="38456" y="187977"/>
                    <a:pt x="37041" y="186529"/>
                  </a:cubicBezTo>
                  <a:cubicBezTo>
                    <a:pt x="35627" y="185082"/>
                    <a:pt x="34241" y="183581"/>
                    <a:pt x="32886" y="182030"/>
                  </a:cubicBezTo>
                  <a:cubicBezTo>
                    <a:pt x="31530" y="180480"/>
                    <a:pt x="30207" y="178879"/>
                    <a:pt x="28916" y="177232"/>
                  </a:cubicBezTo>
                  <a:cubicBezTo>
                    <a:pt x="27626" y="175584"/>
                    <a:pt x="26369" y="173890"/>
                    <a:pt x="25149" y="172152"/>
                  </a:cubicBezTo>
                  <a:cubicBezTo>
                    <a:pt x="23928" y="170414"/>
                    <a:pt x="22744" y="168633"/>
                    <a:pt x="21598" y="166812"/>
                  </a:cubicBezTo>
                  <a:cubicBezTo>
                    <a:pt x="20452" y="164990"/>
                    <a:pt x="19345" y="163129"/>
                    <a:pt x="18278" y="161232"/>
                  </a:cubicBezTo>
                  <a:cubicBezTo>
                    <a:pt x="17212" y="159334"/>
                    <a:pt x="16186" y="157400"/>
                    <a:pt x="15202" y="155434"/>
                  </a:cubicBezTo>
                  <a:cubicBezTo>
                    <a:pt x="14219" y="153467"/>
                    <a:pt x="13279" y="151469"/>
                    <a:pt x="12383" y="149441"/>
                  </a:cubicBezTo>
                  <a:cubicBezTo>
                    <a:pt x="11487" y="147414"/>
                    <a:pt x="10635" y="145358"/>
                    <a:pt x="9830" y="143277"/>
                  </a:cubicBezTo>
                  <a:cubicBezTo>
                    <a:pt x="9025" y="141197"/>
                    <a:pt x="8266" y="139092"/>
                    <a:pt x="7555" y="136967"/>
                  </a:cubicBezTo>
                  <a:cubicBezTo>
                    <a:pt x="6844" y="134841"/>
                    <a:pt x="6180" y="132696"/>
                    <a:pt x="5566" y="130534"/>
                  </a:cubicBezTo>
                  <a:cubicBezTo>
                    <a:pt x="4951" y="128372"/>
                    <a:pt x="4386" y="126195"/>
                    <a:pt x="3871" y="124005"/>
                  </a:cubicBezTo>
                  <a:cubicBezTo>
                    <a:pt x="3356" y="121815"/>
                    <a:pt x="2891" y="119614"/>
                    <a:pt x="2477" y="117405"/>
                  </a:cubicBezTo>
                  <a:cubicBezTo>
                    <a:pt x="2063" y="115196"/>
                    <a:pt x="1700" y="112980"/>
                    <a:pt x="1389" y="110761"/>
                  </a:cubicBezTo>
                  <a:cubicBezTo>
                    <a:pt x="1078" y="108541"/>
                    <a:pt x="819" y="106319"/>
                    <a:pt x="612" y="104098"/>
                  </a:cubicBezTo>
                  <a:cubicBezTo>
                    <a:pt x="405" y="101876"/>
                    <a:pt x="250" y="99657"/>
                    <a:pt x="148" y="97442"/>
                  </a:cubicBezTo>
                  <a:cubicBezTo>
                    <a:pt x="46" y="95228"/>
                    <a:pt x="-3" y="93020"/>
                    <a:pt x="0" y="90821"/>
                  </a:cubicBezTo>
                  <a:cubicBezTo>
                    <a:pt x="3" y="88623"/>
                    <a:pt x="60" y="86435"/>
                    <a:pt x="168" y="84260"/>
                  </a:cubicBezTo>
                  <a:cubicBezTo>
                    <a:pt x="277" y="82086"/>
                    <a:pt x="438" y="79927"/>
                    <a:pt x="652" y="77785"/>
                  </a:cubicBezTo>
                  <a:cubicBezTo>
                    <a:pt x="865" y="75644"/>
                    <a:pt x="1131" y="73522"/>
                    <a:pt x="1449" y="71422"/>
                  </a:cubicBezTo>
                  <a:cubicBezTo>
                    <a:pt x="1766" y="69322"/>
                    <a:pt x="2135" y="67246"/>
                    <a:pt x="2556" y="65195"/>
                  </a:cubicBezTo>
                  <a:cubicBezTo>
                    <a:pt x="2976" y="63145"/>
                    <a:pt x="3448" y="61123"/>
                    <a:pt x="3969" y="59130"/>
                  </a:cubicBezTo>
                  <a:cubicBezTo>
                    <a:pt x="4491" y="57138"/>
                    <a:pt x="5062" y="55177"/>
                    <a:pt x="5683" y="53250"/>
                  </a:cubicBezTo>
                  <a:cubicBezTo>
                    <a:pt x="6303" y="51324"/>
                    <a:pt x="6973" y="49432"/>
                    <a:pt x="7690" y="47579"/>
                  </a:cubicBezTo>
                  <a:cubicBezTo>
                    <a:pt x="8407" y="45725"/>
                    <a:pt x="9172" y="43911"/>
                    <a:pt x="9983" y="42138"/>
                  </a:cubicBezTo>
                  <a:cubicBezTo>
                    <a:pt x="10794" y="40365"/>
                    <a:pt x="11651" y="38635"/>
                    <a:pt x="12553" y="36950"/>
                  </a:cubicBezTo>
                  <a:cubicBezTo>
                    <a:pt x="13455" y="35264"/>
                    <a:pt x="14401" y="33625"/>
                    <a:pt x="15389" y="32034"/>
                  </a:cubicBezTo>
                  <a:cubicBezTo>
                    <a:pt x="16378" y="30443"/>
                    <a:pt x="17409" y="28901"/>
                    <a:pt x="18481" y="27411"/>
                  </a:cubicBezTo>
                  <a:cubicBezTo>
                    <a:pt x="19553" y="25920"/>
                    <a:pt x="20665" y="24482"/>
                    <a:pt x="21816" y="23098"/>
                  </a:cubicBezTo>
                  <a:cubicBezTo>
                    <a:pt x="22966" y="21714"/>
                    <a:pt x="24155" y="20385"/>
                    <a:pt x="25380" y="19112"/>
                  </a:cubicBezTo>
                  <a:cubicBezTo>
                    <a:pt x="26606" y="17840"/>
                    <a:pt x="27866" y="16625"/>
                    <a:pt x="29161" y="15470"/>
                  </a:cubicBezTo>
                  <a:cubicBezTo>
                    <a:pt x="30456" y="14315"/>
                    <a:pt x="31784" y="13219"/>
                    <a:pt x="33143" y="12185"/>
                  </a:cubicBezTo>
                  <a:cubicBezTo>
                    <a:pt x="34502" y="11151"/>
                    <a:pt x="35892" y="10180"/>
                    <a:pt x="37310" y="9271"/>
                  </a:cubicBezTo>
                  <a:cubicBezTo>
                    <a:pt x="38728" y="8363"/>
                    <a:pt x="40174" y="7518"/>
                    <a:pt x="41645" y="6739"/>
                  </a:cubicBezTo>
                  <a:cubicBezTo>
                    <a:pt x="43117" y="5960"/>
                    <a:pt x="44614" y="5246"/>
                    <a:pt x="46133" y="4599"/>
                  </a:cubicBezTo>
                  <a:cubicBezTo>
                    <a:pt x="47652" y="3952"/>
                    <a:pt x="49194" y="3372"/>
                    <a:pt x="50754" y="2859"/>
                  </a:cubicBezTo>
                  <a:cubicBezTo>
                    <a:pt x="52315" y="2347"/>
                    <a:pt x="53895" y="1903"/>
                    <a:pt x="55492" y="1527"/>
                  </a:cubicBezTo>
                  <a:cubicBezTo>
                    <a:pt x="57088" y="1151"/>
                    <a:pt x="58700" y="845"/>
                    <a:pt x="60326" y="607"/>
                  </a:cubicBezTo>
                  <a:cubicBezTo>
                    <a:pt x="61952" y="370"/>
                    <a:pt x="63590" y="202"/>
                    <a:pt x="65238" y="104"/>
                  </a:cubicBezTo>
                  <a:cubicBezTo>
                    <a:pt x="66887" y="5"/>
                    <a:pt x="68545" y="-23"/>
                    <a:pt x="70209" y="18"/>
                  </a:cubicBezTo>
                  <a:cubicBezTo>
                    <a:pt x="71874" y="60"/>
                    <a:pt x="73545" y="171"/>
                    <a:pt x="75219" y="352"/>
                  </a:cubicBezTo>
                  <a:cubicBezTo>
                    <a:pt x="76894" y="532"/>
                    <a:pt x="78571" y="783"/>
                    <a:pt x="80249" y="1102"/>
                  </a:cubicBezTo>
                  <a:cubicBezTo>
                    <a:pt x="81926" y="1422"/>
                    <a:pt x="83603" y="1810"/>
                    <a:pt x="85277" y="2267"/>
                  </a:cubicBezTo>
                  <a:cubicBezTo>
                    <a:pt x="86951" y="2724"/>
                    <a:pt x="88621" y="3249"/>
                    <a:pt x="90285" y="3841"/>
                  </a:cubicBezTo>
                  <a:cubicBezTo>
                    <a:pt x="91949" y="4434"/>
                    <a:pt x="93606" y="5093"/>
                    <a:pt x="95253" y="5819"/>
                  </a:cubicBezTo>
                  <a:cubicBezTo>
                    <a:pt x="96900" y="6545"/>
                    <a:pt x="98537" y="7336"/>
                    <a:pt x="100161" y="8193"/>
                  </a:cubicBezTo>
                  <a:cubicBezTo>
                    <a:pt x="101785" y="9049"/>
                    <a:pt x="103395" y="9969"/>
                    <a:pt x="104990" y="10952"/>
                  </a:cubicBezTo>
                  <a:cubicBezTo>
                    <a:pt x="106584" y="11936"/>
                    <a:pt x="108162" y="12981"/>
                    <a:pt x="109720" y="14088"/>
                  </a:cubicBezTo>
                  <a:cubicBezTo>
                    <a:pt x="111279" y="15194"/>
                    <a:pt x="112817" y="16361"/>
                    <a:pt x="114334" y="17586"/>
                  </a:cubicBezTo>
                  <a:cubicBezTo>
                    <a:pt x="115850" y="18811"/>
                    <a:pt x="117344" y="20094"/>
                    <a:pt x="118812" y="21433"/>
                  </a:cubicBezTo>
                  <a:cubicBezTo>
                    <a:pt x="120281" y="22772"/>
                    <a:pt x="121723" y="24167"/>
                    <a:pt x="123138" y="25615"/>
                  </a:cubicBezTo>
                  <a:cubicBezTo>
                    <a:pt x="124552" y="27063"/>
                    <a:pt x="125938" y="28563"/>
                    <a:pt x="127294" y="30114"/>
                  </a:cubicBezTo>
                  <a:cubicBezTo>
                    <a:pt x="128649" y="31665"/>
                    <a:pt x="129973" y="33265"/>
                    <a:pt x="131263" y="34913"/>
                  </a:cubicBezTo>
                  <a:cubicBezTo>
                    <a:pt x="132553" y="36560"/>
                    <a:pt x="133810" y="38254"/>
                    <a:pt x="135030" y="39992"/>
                  </a:cubicBezTo>
                  <a:cubicBezTo>
                    <a:pt x="136251" y="41730"/>
                    <a:pt x="137435" y="43511"/>
                    <a:pt x="138581" y="45333"/>
                  </a:cubicBezTo>
                  <a:cubicBezTo>
                    <a:pt x="139727" y="47154"/>
                    <a:pt x="140834" y="49015"/>
                    <a:pt x="141901" y="50913"/>
                  </a:cubicBezTo>
                  <a:cubicBezTo>
                    <a:pt x="142968" y="52810"/>
                    <a:pt x="143993" y="54744"/>
                    <a:pt x="144977" y="56711"/>
                  </a:cubicBezTo>
                  <a:cubicBezTo>
                    <a:pt x="145960" y="58677"/>
                    <a:pt x="146901" y="60676"/>
                    <a:pt x="147797" y="62703"/>
                  </a:cubicBezTo>
                  <a:cubicBezTo>
                    <a:pt x="148693" y="64731"/>
                    <a:pt x="149544" y="66786"/>
                    <a:pt x="150349" y="68867"/>
                  </a:cubicBezTo>
                  <a:cubicBezTo>
                    <a:pt x="151154" y="70947"/>
                    <a:pt x="151913" y="73052"/>
                    <a:pt x="152624" y="75177"/>
                  </a:cubicBezTo>
                  <a:cubicBezTo>
                    <a:pt x="153336" y="77303"/>
                    <a:pt x="153999" y="79448"/>
                    <a:pt x="154613" y="81610"/>
                  </a:cubicBezTo>
                  <a:cubicBezTo>
                    <a:pt x="155228" y="83772"/>
                    <a:pt x="155793" y="85949"/>
                    <a:pt x="156308" y="88139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4" name="probe-noto-emoji_u1f43e-part-5"/>
            <p:cNvSpPr/>
            <p:nvPr/>
          </p:nvSpPr>
          <p:spPr>
            <a:xfrm>
              <a:off x="794787" y="914755"/>
              <a:ext cx="405133" cy="291860"/>
            </a:xfrm>
            <a:custGeom>
              <a:avLst/>
              <a:gdLst/>
              <a:ahLst/>
              <a:cxnLst/>
              <a:rect l="0" t="0" r="r" b="b"/>
              <a:pathLst>
                <a:path w="405133" h="291860">
                  <a:moveTo>
                    <a:pt x="101813" y="28845"/>
                  </a:moveTo>
                  <a:cubicBezTo>
                    <a:pt x="252913" y="-55655"/>
                    <a:pt x="425813" y="63545"/>
                    <a:pt x="403113" y="154645"/>
                  </a:cubicBezTo>
                  <a:cubicBezTo>
                    <a:pt x="378713" y="252245"/>
                    <a:pt x="285813" y="199645"/>
                    <a:pt x="216313" y="225045"/>
                  </a:cubicBezTo>
                  <a:cubicBezTo>
                    <a:pt x="173613" y="240645"/>
                    <a:pt x="108413" y="328245"/>
                    <a:pt x="33313" y="274745"/>
                  </a:cubicBezTo>
                  <a:cubicBezTo>
                    <a:pt x="-32187" y="228045"/>
                    <a:pt x="3213" y="83945"/>
                    <a:pt x="101813" y="28845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5" name="probe-noto-emoji_u1f43e-part-6"/>
            <p:cNvSpPr/>
            <p:nvPr/>
          </p:nvSpPr>
          <p:spPr>
            <a:xfrm>
              <a:off x="220105" y="398526"/>
              <a:ext cx="404247" cy="282554"/>
            </a:xfrm>
            <a:custGeom>
              <a:avLst/>
              <a:gdLst/>
              <a:ahLst/>
              <a:cxnLst/>
              <a:rect l="0" t="0" r="r" b="b"/>
              <a:pathLst>
                <a:path w="404247" h="282554">
                  <a:moveTo>
                    <a:pt x="161495" y="5574"/>
                  </a:moveTo>
                  <a:cubicBezTo>
                    <a:pt x="269495" y="-22726"/>
                    <a:pt x="420095" y="61174"/>
                    <a:pt x="402895" y="156874"/>
                  </a:cubicBezTo>
                  <a:cubicBezTo>
                    <a:pt x="386695" y="246974"/>
                    <a:pt x="261495" y="207674"/>
                    <a:pt x="210695" y="226574"/>
                  </a:cubicBezTo>
                  <a:cubicBezTo>
                    <a:pt x="144495" y="251174"/>
                    <a:pt x="61495" y="323674"/>
                    <a:pt x="14295" y="251174"/>
                  </a:cubicBezTo>
                  <a:cubicBezTo>
                    <a:pt x="-38905" y="169274"/>
                    <a:pt x="66695" y="30474"/>
                    <a:pt x="161495" y="5574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6" name="probe-noto-emoji_u1f43e-part-7"/>
            <p:cNvSpPr/>
            <p:nvPr/>
          </p:nvSpPr>
          <p:spPr>
            <a:xfrm>
              <a:off x="45787" y="314915"/>
              <a:ext cx="166534" cy="188799"/>
            </a:xfrm>
            <a:custGeom>
              <a:avLst/>
              <a:gdLst/>
              <a:ahLst/>
              <a:cxnLst/>
              <a:rect l="0" t="0" r="r" b="b"/>
              <a:pathLst>
                <a:path w="166534" h="188799">
                  <a:moveTo>
                    <a:pt x="150037" y="55850"/>
                  </a:moveTo>
                  <a:cubicBezTo>
                    <a:pt x="151079" y="57655"/>
                    <a:pt x="152077" y="59484"/>
                    <a:pt x="153029" y="61336"/>
                  </a:cubicBezTo>
                  <a:cubicBezTo>
                    <a:pt x="153982" y="63188"/>
                    <a:pt x="154888" y="65062"/>
                    <a:pt x="155746" y="66954"/>
                  </a:cubicBezTo>
                  <a:cubicBezTo>
                    <a:pt x="156605" y="68845"/>
                    <a:pt x="157415" y="70755"/>
                    <a:pt x="158177" y="72679"/>
                  </a:cubicBezTo>
                  <a:cubicBezTo>
                    <a:pt x="158938" y="74603"/>
                    <a:pt x="159651" y="76541"/>
                    <a:pt x="160312" y="78490"/>
                  </a:cubicBezTo>
                  <a:cubicBezTo>
                    <a:pt x="160974" y="80439"/>
                    <a:pt x="161584" y="82398"/>
                    <a:pt x="162143" y="84364"/>
                  </a:cubicBezTo>
                  <a:cubicBezTo>
                    <a:pt x="162702" y="86330"/>
                    <a:pt x="163209" y="88302"/>
                    <a:pt x="163663" y="90278"/>
                  </a:cubicBezTo>
                  <a:cubicBezTo>
                    <a:pt x="164117" y="92253"/>
                    <a:pt x="164518" y="94231"/>
                    <a:pt x="164865" y="96208"/>
                  </a:cubicBezTo>
                  <a:cubicBezTo>
                    <a:pt x="165213" y="98185"/>
                    <a:pt x="165506" y="100160"/>
                    <a:pt x="165746" y="102130"/>
                  </a:cubicBezTo>
                  <a:cubicBezTo>
                    <a:pt x="165985" y="104101"/>
                    <a:pt x="166170" y="106066"/>
                    <a:pt x="166300" y="108023"/>
                  </a:cubicBezTo>
                  <a:cubicBezTo>
                    <a:pt x="166431" y="109979"/>
                    <a:pt x="166507" y="111926"/>
                    <a:pt x="166528" y="113861"/>
                  </a:cubicBezTo>
                  <a:cubicBezTo>
                    <a:pt x="166549" y="115796"/>
                    <a:pt x="166515" y="117717"/>
                    <a:pt x="166426" y="119623"/>
                  </a:cubicBezTo>
                  <a:cubicBezTo>
                    <a:pt x="166338" y="121528"/>
                    <a:pt x="166194" y="123417"/>
                    <a:pt x="165997" y="125285"/>
                  </a:cubicBezTo>
                  <a:cubicBezTo>
                    <a:pt x="165799" y="127153"/>
                    <a:pt x="165547" y="129001"/>
                    <a:pt x="165241" y="130825"/>
                  </a:cubicBezTo>
                  <a:cubicBezTo>
                    <a:pt x="164934" y="132649"/>
                    <a:pt x="164574" y="134449"/>
                    <a:pt x="164161" y="136222"/>
                  </a:cubicBezTo>
                  <a:cubicBezTo>
                    <a:pt x="163748" y="137994"/>
                    <a:pt x="163281" y="139739"/>
                    <a:pt x="162762" y="141453"/>
                  </a:cubicBezTo>
                  <a:cubicBezTo>
                    <a:pt x="162243" y="143167"/>
                    <a:pt x="161672" y="144850"/>
                    <a:pt x="161050" y="146499"/>
                  </a:cubicBezTo>
                  <a:cubicBezTo>
                    <a:pt x="160427" y="148148"/>
                    <a:pt x="159754" y="149762"/>
                    <a:pt x="159030" y="151339"/>
                  </a:cubicBezTo>
                  <a:cubicBezTo>
                    <a:pt x="158307" y="152916"/>
                    <a:pt x="157533" y="154455"/>
                    <a:pt x="156712" y="155954"/>
                  </a:cubicBezTo>
                  <a:cubicBezTo>
                    <a:pt x="155890" y="157453"/>
                    <a:pt x="155020" y="158912"/>
                    <a:pt x="154103" y="160327"/>
                  </a:cubicBezTo>
                  <a:cubicBezTo>
                    <a:pt x="153186" y="161742"/>
                    <a:pt x="152223" y="163113"/>
                    <a:pt x="151215" y="164439"/>
                  </a:cubicBezTo>
                  <a:cubicBezTo>
                    <a:pt x="150207" y="165765"/>
                    <a:pt x="149155" y="167044"/>
                    <a:pt x="148059" y="168275"/>
                  </a:cubicBezTo>
                  <a:cubicBezTo>
                    <a:pt x="146964" y="169506"/>
                    <a:pt x="145826" y="170688"/>
                    <a:pt x="144647" y="171819"/>
                  </a:cubicBezTo>
                  <a:cubicBezTo>
                    <a:pt x="143469" y="172951"/>
                    <a:pt x="142250" y="174031"/>
                    <a:pt x="140993" y="175058"/>
                  </a:cubicBezTo>
                  <a:cubicBezTo>
                    <a:pt x="139736" y="176085"/>
                    <a:pt x="138442" y="177059"/>
                    <a:pt x="137111" y="177979"/>
                  </a:cubicBezTo>
                  <a:cubicBezTo>
                    <a:pt x="135781" y="178898"/>
                    <a:pt x="134415" y="179762"/>
                    <a:pt x="133017" y="180569"/>
                  </a:cubicBezTo>
                  <a:cubicBezTo>
                    <a:pt x="131618" y="181377"/>
                    <a:pt x="130187" y="182127"/>
                    <a:pt x="128726" y="182820"/>
                  </a:cubicBezTo>
                  <a:cubicBezTo>
                    <a:pt x="127265" y="183512"/>
                    <a:pt x="125774" y="184146"/>
                    <a:pt x="124256" y="184721"/>
                  </a:cubicBezTo>
                  <a:cubicBezTo>
                    <a:pt x="122738" y="185296"/>
                    <a:pt x="121193" y="185811"/>
                    <a:pt x="119624" y="186266"/>
                  </a:cubicBezTo>
                  <a:cubicBezTo>
                    <a:pt x="118055" y="186721"/>
                    <a:pt x="116462" y="187116"/>
                    <a:pt x="114849" y="187449"/>
                  </a:cubicBezTo>
                  <a:cubicBezTo>
                    <a:pt x="113235" y="187782"/>
                    <a:pt x="111601" y="188054"/>
                    <a:pt x="109949" y="188264"/>
                  </a:cubicBezTo>
                  <a:cubicBezTo>
                    <a:pt x="108297" y="188475"/>
                    <a:pt x="106627" y="188623"/>
                    <a:pt x="104943" y="188709"/>
                  </a:cubicBezTo>
                  <a:cubicBezTo>
                    <a:pt x="103259" y="188796"/>
                    <a:pt x="101562" y="188820"/>
                    <a:pt x="99852" y="188782"/>
                  </a:cubicBezTo>
                  <a:cubicBezTo>
                    <a:pt x="98143" y="188744"/>
                    <a:pt x="96424" y="188644"/>
                    <a:pt x="94696" y="188482"/>
                  </a:cubicBezTo>
                  <a:cubicBezTo>
                    <a:pt x="92969" y="188320"/>
                    <a:pt x="91234" y="188096"/>
                    <a:pt x="89495" y="187811"/>
                  </a:cubicBezTo>
                  <a:cubicBezTo>
                    <a:pt x="87756" y="187526"/>
                    <a:pt x="86013" y="187179"/>
                    <a:pt x="84269" y="186771"/>
                  </a:cubicBezTo>
                  <a:cubicBezTo>
                    <a:pt x="82525" y="186364"/>
                    <a:pt x="80781" y="185895"/>
                    <a:pt x="79039" y="185367"/>
                  </a:cubicBezTo>
                  <a:cubicBezTo>
                    <a:pt x="77297" y="184839"/>
                    <a:pt x="75558" y="184251"/>
                    <a:pt x="73825" y="183604"/>
                  </a:cubicBezTo>
                  <a:cubicBezTo>
                    <a:pt x="72093" y="182957"/>
                    <a:pt x="70366" y="182251"/>
                    <a:pt x="68649" y="181488"/>
                  </a:cubicBezTo>
                  <a:cubicBezTo>
                    <a:pt x="66932" y="180726"/>
                    <a:pt x="65225" y="179905"/>
                    <a:pt x="63531" y="179029"/>
                  </a:cubicBezTo>
                  <a:cubicBezTo>
                    <a:pt x="61837" y="178153"/>
                    <a:pt x="60156" y="177222"/>
                    <a:pt x="58491" y="176236"/>
                  </a:cubicBezTo>
                  <a:cubicBezTo>
                    <a:pt x="56826" y="175251"/>
                    <a:pt x="55177" y="174212"/>
                    <a:pt x="53548" y="173120"/>
                  </a:cubicBezTo>
                  <a:cubicBezTo>
                    <a:pt x="51919" y="172029"/>
                    <a:pt x="50310" y="170886"/>
                    <a:pt x="48723" y="169694"/>
                  </a:cubicBezTo>
                  <a:cubicBezTo>
                    <a:pt x="47136" y="168501"/>
                    <a:pt x="45572" y="167259"/>
                    <a:pt x="44034" y="165970"/>
                  </a:cubicBezTo>
                  <a:cubicBezTo>
                    <a:pt x="42495" y="164681"/>
                    <a:pt x="40983" y="163345"/>
                    <a:pt x="39499" y="161964"/>
                  </a:cubicBezTo>
                  <a:cubicBezTo>
                    <a:pt x="38016" y="160583"/>
                    <a:pt x="36561" y="159158"/>
                    <a:pt x="35138" y="157691"/>
                  </a:cubicBezTo>
                  <a:cubicBezTo>
                    <a:pt x="33715" y="156224"/>
                    <a:pt x="32323" y="154715"/>
                    <a:pt x="30966" y="153168"/>
                  </a:cubicBezTo>
                  <a:cubicBezTo>
                    <a:pt x="29609" y="151621"/>
                    <a:pt x="28287" y="150035"/>
                    <a:pt x="27001" y="148413"/>
                  </a:cubicBezTo>
                  <a:cubicBezTo>
                    <a:pt x="25716" y="146792"/>
                    <a:pt x="24467" y="145135"/>
                    <a:pt x="23258" y="143446"/>
                  </a:cubicBezTo>
                  <a:cubicBezTo>
                    <a:pt x="22049" y="141756"/>
                    <a:pt x="20880" y="140035"/>
                    <a:pt x="19752" y="138284"/>
                  </a:cubicBezTo>
                  <a:cubicBezTo>
                    <a:pt x="18624" y="136534"/>
                    <a:pt x="17538" y="134755"/>
                    <a:pt x="16496" y="132950"/>
                  </a:cubicBezTo>
                  <a:cubicBezTo>
                    <a:pt x="15454" y="131145"/>
                    <a:pt x="14456" y="129315"/>
                    <a:pt x="13504" y="127463"/>
                  </a:cubicBezTo>
                  <a:cubicBezTo>
                    <a:pt x="12552" y="125611"/>
                    <a:pt x="11646" y="123738"/>
                    <a:pt x="10787" y="121846"/>
                  </a:cubicBezTo>
                  <a:cubicBezTo>
                    <a:pt x="9929" y="119954"/>
                    <a:pt x="9118" y="118044"/>
                    <a:pt x="8357" y="116120"/>
                  </a:cubicBezTo>
                  <a:cubicBezTo>
                    <a:pt x="7595" y="114196"/>
                    <a:pt x="6883" y="112258"/>
                    <a:pt x="6222" y="110309"/>
                  </a:cubicBezTo>
                  <a:cubicBezTo>
                    <a:pt x="5560" y="108360"/>
                    <a:pt x="4950" y="106401"/>
                    <a:pt x="4391" y="104435"/>
                  </a:cubicBezTo>
                  <a:cubicBezTo>
                    <a:pt x="3832" y="102469"/>
                    <a:pt x="3325" y="100497"/>
                    <a:pt x="2871" y="98521"/>
                  </a:cubicBezTo>
                  <a:cubicBezTo>
                    <a:pt x="2417" y="96546"/>
                    <a:pt x="2016" y="94568"/>
                    <a:pt x="1669" y="92592"/>
                  </a:cubicBezTo>
                  <a:cubicBezTo>
                    <a:pt x="1321" y="90615"/>
                    <a:pt x="1028" y="88639"/>
                    <a:pt x="788" y="86669"/>
                  </a:cubicBezTo>
                  <a:cubicBezTo>
                    <a:pt x="549" y="84698"/>
                    <a:pt x="364" y="82733"/>
                    <a:pt x="233" y="80777"/>
                  </a:cubicBezTo>
                  <a:cubicBezTo>
                    <a:pt x="103" y="78820"/>
                    <a:pt x="27" y="76873"/>
                    <a:pt x="6" y="74938"/>
                  </a:cubicBezTo>
                  <a:cubicBezTo>
                    <a:pt x="-15" y="73003"/>
                    <a:pt x="19" y="71082"/>
                    <a:pt x="107" y="69176"/>
                  </a:cubicBezTo>
                  <a:cubicBezTo>
                    <a:pt x="196" y="67271"/>
                    <a:pt x="339" y="65383"/>
                    <a:pt x="537" y="63514"/>
                  </a:cubicBezTo>
                  <a:cubicBezTo>
                    <a:pt x="735" y="61646"/>
                    <a:pt x="987" y="59798"/>
                    <a:pt x="1293" y="57974"/>
                  </a:cubicBezTo>
                  <a:cubicBezTo>
                    <a:pt x="1599" y="56150"/>
                    <a:pt x="1959" y="54350"/>
                    <a:pt x="2373" y="52578"/>
                  </a:cubicBezTo>
                  <a:cubicBezTo>
                    <a:pt x="2786" y="50805"/>
                    <a:pt x="3253" y="49060"/>
                    <a:pt x="3772" y="47346"/>
                  </a:cubicBezTo>
                  <a:cubicBezTo>
                    <a:pt x="4290" y="45632"/>
                    <a:pt x="4862" y="43949"/>
                    <a:pt x="5484" y="42300"/>
                  </a:cubicBezTo>
                  <a:cubicBezTo>
                    <a:pt x="6107" y="40652"/>
                    <a:pt x="6780" y="39037"/>
                    <a:pt x="7504" y="37460"/>
                  </a:cubicBezTo>
                  <a:cubicBezTo>
                    <a:pt x="8227" y="35883"/>
                    <a:pt x="9000" y="34344"/>
                    <a:pt x="9822" y="32845"/>
                  </a:cubicBezTo>
                  <a:cubicBezTo>
                    <a:pt x="10644" y="31346"/>
                    <a:pt x="11514" y="29888"/>
                    <a:pt x="12431" y="28472"/>
                  </a:cubicBezTo>
                  <a:cubicBezTo>
                    <a:pt x="13347" y="27057"/>
                    <a:pt x="14310" y="25686"/>
                    <a:pt x="15319" y="24360"/>
                  </a:cubicBezTo>
                  <a:cubicBezTo>
                    <a:pt x="16327" y="23034"/>
                    <a:pt x="17379" y="21755"/>
                    <a:pt x="18475" y="20524"/>
                  </a:cubicBezTo>
                  <a:cubicBezTo>
                    <a:pt x="19570" y="19293"/>
                    <a:pt x="20708" y="18111"/>
                    <a:pt x="21887" y="16980"/>
                  </a:cubicBezTo>
                  <a:cubicBezTo>
                    <a:pt x="23065" y="15849"/>
                    <a:pt x="24284" y="14768"/>
                    <a:pt x="25541" y="13741"/>
                  </a:cubicBezTo>
                  <a:cubicBezTo>
                    <a:pt x="26798" y="12714"/>
                    <a:pt x="28092" y="11740"/>
                    <a:pt x="29422" y="10821"/>
                  </a:cubicBezTo>
                  <a:cubicBezTo>
                    <a:pt x="30753" y="9902"/>
                    <a:pt x="32118" y="9038"/>
                    <a:pt x="33517" y="8230"/>
                  </a:cubicBezTo>
                  <a:cubicBezTo>
                    <a:pt x="34915" y="7423"/>
                    <a:pt x="36346" y="6672"/>
                    <a:pt x="37808" y="5980"/>
                  </a:cubicBezTo>
                  <a:cubicBezTo>
                    <a:pt x="39269" y="5287"/>
                    <a:pt x="40760" y="4653"/>
                    <a:pt x="42278" y="4078"/>
                  </a:cubicBezTo>
                  <a:cubicBezTo>
                    <a:pt x="43796" y="3503"/>
                    <a:pt x="45341" y="2988"/>
                    <a:pt x="46910" y="2533"/>
                  </a:cubicBezTo>
                  <a:cubicBezTo>
                    <a:pt x="48479" y="2078"/>
                    <a:pt x="50071" y="1684"/>
                    <a:pt x="51685" y="1350"/>
                  </a:cubicBezTo>
                  <a:cubicBezTo>
                    <a:pt x="53299" y="1017"/>
                    <a:pt x="54933" y="745"/>
                    <a:pt x="56585" y="535"/>
                  </a:cubicBezTo>
                  <a:cubicBezTo>
                    <a:pt x="58237" y="325"/>
                    <a:pt x="59906" y="176"/>
                    <a:pt x="61590" y="90"/>
                  </a:cubicBezTo>
                  <a:cubicBezTo>
                    <a:pt x="63274" y="4"/>
                    <a:pt x="64972" y="-21"/>
                    <a:pt x="66681" y="17"/>
                  </a:cubicBezTo>
                  <a:cubicBezTo>
                    <a:pt x="68390" y="55"/>
                    <a:pt x="70110" y="155"/>
                    <a:pt x="71838" y="317"/>
                  </a:cubicBezTo>
                  <a:cubicBezTo>
                    <a:pt x="73565" y="479"/>
                    <a:pt x="75300" y="703"/>
                    <a:pt x="77039" y="988"/>
                  </a:cubicBezTo>
                  <a:cubicBezTo>
                    <a:pt x="78778" y="1274"/>
                    <a:pt x="80521" y="1620"/>
                    <a:pt x="82265" y="2028"/>
                  </a:cubicBezTo>
                  <a:cubicBezTo>
                    <a:pt x="84009" y="2436"/>
                    <a:pt x="85753" y="2904"/>
                    <a:pt x="87495" y="3432"/>
                  </a:cubicBezTo>
                  <a:cubicBezTo>
                    <a:pt x="89237" y="3960"/>
                    <a:pt x="90975" y="4549"/>
                    <a:pt x="92708" y="5195"/>
                  </a:cubicBezTo>
                  <a:cubicBezTo>
                    <a:pt x="94441" y="5842"/>
                    <a:pt x="96167" y="6548"/>
                    <a:pt x="97884" y="7311"/>
                  </a:cubicBezTo>
                  <a:cubicBezTo>
                    <a:pt x="99601" y="8074"/>
                    <a:pt x="101308" y="8894"/>
                    <a:pt x="103003" y="9770"/>
                  </a:cubicBezTo>
                  <a:cubicBezTo>
                    <a:pt x="104697" y="10646"/>
                    <a:pt x="106378" y="11577"/>
                    <a:pt x="108043" y="12563"/>
                  </a:cubicBezTo>
                  <a:cubicBezTo>
                    <a:pt x="109708" y="13548"/>
                    <a:pt x="111357" y="14588"/>
                    <a:pt x="112986" y="15679"/>
                  </a:cubicBezTo>
                  <a:cubicBezTo>
                    <a:pt x="114615" y="16770"/>
                    <a:pt x="116224" y="17913"/>
                    <a:pt x="117811" y="19106"/>
                  </a:cubicBezTo>
                  <a:cubicBezTo>
                    <a:pt x="119398" y="20298"/>
                    <a:pt x="120962" y="21540"/>
                    <a:pt x="122500" y="22829"/>
                  </a:cubicBezTo>
                  <a:cubicBezTo>
                    <a:pt x="124038" y="24119"/>
                    <a:pt x="125551" y="25455"/>
                    <a:pt x="127034" y="26836"/>
                  </a:cubicBezTo>
                  <a:cubicBezTo>
                    <a:pt x="128518" y="28217"/>
                    <a:pt x="129973" y="29642"/>
                    <a:pt x="131396" y="31109"/>
                  </a:cubicBezTo>
                  <a:cubicBezTo>
                    <a:pt x="132819" y="32576"/>
                    <a:pt x="134210" y="34084"/>
                    <a:pt x="135567" y="35631"/>
                  </a:cubicBezTo>
                  <a:cubicBezTo>
                    <a:pt x="136924" y="37179"/>
                    <a:pt x="138247" y="38764"/>
                    <a:pt x="139533" y="40386"/>
                  </a:cubicBezTo>
                  <a:cubicBezTo>
                    <a:pt x="140818" y="42008"/>
                    <a:pt x="142066" y="43664"/>
                    <a:pt x="143276" y="45354"/>
                  </a:cubicBezTo>
                  <a:cubicBezTo>
                    <a:pt x="144485" y="47043"/>
                    <a:pt x="145654" y="48764"/>
                    <a:pt x="146782" y="50515"/>
                  </a:cubicBezTo>
                  <a:cubicBezTo>
                    <a:pt x="147910" y="52266"/>
                    <a:pt x="148995" y="54045"/>
                    <a:pt x="150037" y="55850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7" name="probe-noto-emoji_u1f43e-part-8"/>
            <p:cNvSpPr/>
            <p:nvPr/>
          </p:nvSpPr>
          <p:spPr>
            <a:xfrm>
              <a:off x="704684" y="726648"/>
              <a:ext cx="172138" cy="193822"/>
            </a:xfrm>
            <a:custGeom>
              <a:avLst/>
              <a:gdLst/>
              <a:ahLst/>
              <a:cxnLst/>
              <a:rect l="0" t="0" r="r" b="b"/>
              <a:pathLst>
                <a:path w="172138" h="193822">
                  <a:moveTo>
                    <a:pt x="155438" y="56861"/>
                  </a:moveTo>
                  <a:cubicBezTo>
                    <a:pt x="156505" y="58709"/>
                    <a:pt x="157526" y="60584"/>
                    <a:pt x="158500" y="62481"/>
                  </a:cubicBezTo>
                  <a:cubicBezTo>
                    <a:pt x="159474" y="64378"/>
                    <a:pt x="160400" y="66298"/>
                    <a:pt x="161277" y="68237"/>
                  </a:cubicBezTo>
                  <a:cubicBezTo>
                    <a:pt x="162153" y="70176"/>
                    <a:pt x="162980" y="72133"/>
                    <a:pt x="163756" y="74106"/>
                  </a:cubicBezTo>
                  <a:cubicBezTo>
                    <a:pt x="164532" y="76079"/>
                    <a:pt x="165257" y="78067"/>
                    <a:pt x="165929" y="80065"/>
                  </a:cubicBezTo>
                  <a:cubicBezTo>
                    <a:pt x="166602" y="82064"/>
                    <a:pt x="167221" y="84074"/>
                    <a:pt x="167787" y="86091"/>
                  </a:cubicBezTo>
                  <a:cubicBezTo>
                    <a:pt x="168353" y="88108"/>
                    <a:pt x="168865" y="90132"/>
                    <a:pt x="169322" y="92160"/>
                  </a:cubicBezTo>
                  <a:cubicBezTo>
                    <a:pt x="169780" y="94187"/>
                    <a:pt x="170182" y="96217"/>
                    <a:pt x="170529" y="98247"/>
                  </a:cubicBezTo>
                  <a:cubicBezTo>
                    <a:pt x="170876" y="100276"/>
                    <a:pt x="171168" y="102305"/>
                    <a:pt x="171403" y="104329"/>
                  </a:cubicBezTo>
                  <a:cubicBezTo>
                    <a:pt x="171638" y="106352"/>
                    <a:pt x="171817" y="108371"/>
                    <a:pt x="171939" y="110381"/>
                  </a:cubicBezTo>
                  <a:cubicBezTo>
                    <a:pt x="172062" y="112391"/>
                    <a:pt x="172128" y="114392"/>
                    <a:pt x="172137" y="116381"/>
                  </a:cubicBezTo>
                  <a:cubicBezTo>
                    <a:pt x="172147" y="118369"/>
                    <a:pt x="172099" y="120344"/>
                    <a:pt x="171995" y="122303"/>
                  </a:cubicBezTo>
                  <a:cubicBezTo>
                    <a:pt x="171892" y="124262"/>
                    <a:pt x="171731" y="126204"/>
                    <a:pt x="171514" y="128126"/>
                  </a:cubicBezTo>
                  <a:cubicBezTo>
                    <a:pt x="171298" y="130047"/>
                    <a:pt x="171025" y="131948"/>
                    <a:pt x="170696" y="133825"/>
                  </a:cubicBezTo>
                  <a:cubicBezTo>
                    <a:pt x="170368" y="135702"/>
                    <a:pt x="169983" y="137554"/>
                    <a:pt x="169544" y="139378"/>
                  </a:cubicBezTo>
                  <a:cubicBezTo>
                    <a:pt x="169105" y="141203"/>
                    <a:pt x="168611" y="142999"/>
                    <a:pt x="168062" y="144764"/>
                  </a:cubicBezTo>
                  <a:cubicBezTo>
                    <a:pt x="167514" y="146529"/>
                    <a:pt x="166912" y="148262"/>
                    <a:pt x="166257" y="149961"/>
                  </a:cubicBezTo>
                  <a:cubicBezTo>
                    <a:pt x="165602" y="151660"/>
                    <a:pt x="164895" y="153323"/>
                    <a:pt x="164136" y="154949"/>
                  </a:cubicBezTo>
                  <a:cubicBezTo>
                    <a:pt x="163377" y="156574"/>
                    <a:pt x="162566" y="158161"/>
                    <a:pt x="161706" y="159708"/>
                  </a:cubicBezTo>
                  <a:cubicBezTo>
                    <a:pt x="160846" y="161254"/>
                    <a:pt x="159936" y="162758"/>
                    <a:pt x="158978" y="164218"/>
                  </a:cubicBezTo>
                  <a:cubicBezTo>
                    <a:pt x="158020" y="165679"/>
                    <a:pt x="157014" y="167095"/>
                    <a:pt x="155962" y="168464"/>
                  </a:cubicBezTo>
                  <a:cubicBezTo>
                    <a:pt x="154910" y="169833"/>
                    <a:pt x="153812" y="171154"/>
                    <a:pt x="152670" y="172426"/>
                  </a:cubicBezTo>
                  <a:cubicBezTo>
                    <a:pt x="151528" y="173699"/>
                    <a:pt x="150342" y="174921"/>
                    <a:pt x="149115" y="176091"/>
                  </a:cubicBezTo>
                  <a:cubicBezTo>
                    <a:pt x="147888" y="177261"/>
                    <a:pt x="146619" y="178379"/>
                    <a:pt x="145312" y="179443"/>
                  </a:cubicBezTo>
                  <a:cubicBezTo>
                    <a:pt x="144004" y="180507"/>
                    <a:pt x="142657" y="181517"/>
                    <a:pt x="141274" y="182470"/>
                  </a:cubicBezTo>
                  <a:cubicBezTo>
                    <a:pt x="139891" y="183423"/>
                    <a:pt x="138472" y="184320"/>
                    <a:pt x="137019" y="185159"/>
                  </a:cubicBezTo>
                  <a:cubicBezTo>
                    <a:pt x="135566" y="185998"/>
                    <a:pt x="134080" y="186778"/>
                    <a:pt x="132563" y="187499"/>
                  </a:cubicBezTo>
                  <a:cubicBezTo>
                    <a:pt x="131046" y="188221"/>
                    <a:pt x="129499" y="188882"/>
                    <a:pt x="127923" y="189483"/>
                  </a:cubicBezTo>
                  <a:cubicBezTo>
                    <a:pt x="126348" y="190083"/>
                    <a:pt x="124746" y="190623"/>
                    <a:pt x="123118" y="191100"/>
                  </a:cubicBezTo>
                  <a:cubicBezTo>
                    <a:pt x="121491" y="191578"/>
                    <a:pt x="119840" y="191994"/>
                    <a:pt x="118167" y="192346"/>
                  </a:cubicBezTo>
                  <a:cubicBezTo>
                    <a:pt x="116495" y="192699"/>
                    <a:pt x="114801" y="192989"/>
                    <a:pt x="113089" y="193216"/>
                  </a:cubicBezTo>
                  <a:cubicBezTo>
                    <a:pt x="111378" y="193442"/>
                    <a:pt x="109649" y="193606"/>
                    <a:pt x="107905" y="193705"/>
                  </a:cubicBezTo>
                  <a:cubicBezTo>
                    <a:pt x="106161" y="193805"/>
                    <a:pt x="104403" y="193840"/>
                    <a:pt x="102634" y="193812"/>
                  </a:cubicBezTo>
                  <a:cubicBezTo>
                    <a:pt x="100865" y="193784"/>
                    <a:pt x="99086" y="193693"/>
                    <a:pt x="97298" y="193537"/>
                  </a:cubicBezTo>
                  <a:cubicBezTo>
                    <a:pt x="95511" y="193382"/>
                    <a:pt x="93717" y="193163"/>
                    <a:pt x="91918" y="192881"/>
                  </a:cubicBezTo>
                  <a:cubicBezTo>
                    <a:pt x="90120" y="192599"/>
                    <a:pt x="88318" y="192254"/>
                    <a:pt x="86515" y="191846"/>
                  </a:cubicBezTo>
                  <a:cubicBezTo>
                    <a:pt x="84712" y="191438"/>
                    <a:pt x="82909" y="190968"/>
                    <a:pt x="81110" y="190436"/>
                  </a:cubicBezTo>
                  <a:cubicBezTo>
                    <a:pt x="79310" y="189904"/>
                    <a:pt x="77514" y="189311"/>
                    <a:pt x="75724" y="188657"/>
                  </a:cubicBezTo>
                  <a:cubicBezTo>
                    <a:pt x="73934" y="188003"/>
                    <a:pt x="72152" y="187289"/>
                    <a:pt x="70379" y="186516"/>
                  </a:cubicBezTo>
                  <a:cubicBezTo>
                    <a:pt x="68607" y="185743"/>
                    <a:pt x="66845" y="184911"/>
                    <a:pt x="65097" y="184021"/>
                  </a:cubicBezTo>
                  <a:cubicBezTo>
                    <a:pt x="63348" y="183132"/>
                    <a:pt x="61614" y="182185"/>
                    <a:pt x="59896" y="181183"/>
                  </a:cubicBezTo>
                  <a:cubicBezTo>
                    <a:pt x="58179" y="180181"/>
                    <a:pt x="56479" y="179123"/>
                    <a:pt x="54800" y="178012"/>
                  </a:cubicBezTo>
                  <a:cubicBezTo>
                    <a:pt x="53120" y="176901"/>
                    <a:pt x="51462" y="175736"/>
                    <a:pt x="49826" y="174521"/>
                  </a:cubicBezTo>
                  <a:cubicBezTo>
                    <a:pt x="48191" y="173305"/>
                    <a:pt x="46580" y="172039"/>
                    <a:pt x="44996" y="170723"/>
                  </a:cubicBezTo>
                  <a:cubicBezTo>
                    <a:pt x="43412" y="169408"/>
                    <a:pt x="41855" y="168044"/>
                    <a:pt x="40328" y="166635"/>
                  </a:cubicBezTo>
                  <a:cubicBezTo>
                    <a:pt x="38801" y="165225"/>
                    <a:pt x="37304" y="163769"/>
                    <a:pt x="35840" y="162271"/>
                  </a:cubicBezTo>
                  <a:cubicBezTo>
                    <a:pt x="34376" y="160772"/>
                    <a:pt x="32946" y="159231"/>
                    <a:pt x="31551" y="157649"/>
                  </a:cubicBezTo>
                  <a:cubicBezTo>
                    <a:pt x="30156" y="156067"/>
                    <a:pt x="28797" y="154446"/>
                    <a:pt x="27476" y="152787"/>
                  </a:cubicBezTo>
                  <a:cubicBezTo>
                    <a:pt x="26156" y="151129"/>
                    <a:pt x="24874" y="149434"/>
                    <a:pt x="23633" y="147705"/>
                  </a:cubicBezTo>
                  <a:cubicBezTo>
                    <a:pt x="22392" y="145977"/>
                    <a:pt x="21193" y="144215"/>
                    <a:pt x="20037" y="142423"/>
                  </a:cubicBezTo>
                  <a:cubicBezTo>
                    <a:pt x="18880" y="140631"/>
                    <a:pt x="17768" y="138809"/>
                    <a:pt x="16701" y="136961"/>
                  </a:cubicBezTo>
                  <a:cubicBezTo>
                    <a:pt x="15633" y="135112"/>
                    <a:pt x="14612" y="133238"/>
                    <a:pt x="13638" y="131341"/>
                  </a:cubicBezTo>
                  <a:cubicBezTo>
                    <a:pt x="12664" y="129443"/>
                    <a:pt x="11739" y="127524"/>
                    <a:pt x="10862" y="125585"/>
                  </a:cubicBezTo>
                  <a:cubicBezTo>
                    <a:pt x="9985" y="123646"/>
                    <a:pt x="9158" y="121688"/>
                    <a:pt x="8382" y="119715"/>
                  </a:cubicBezTo>
                  <a:cubicBezTo>
                    <a:pt x="7606" y="117743"/>
                    <a:pt x="6881" y="115755"/>
                    <a:pt x="6209" y="113756"/>
                  </a:cubicBezTo>
                  <a:cubicBezTo>
                    <a:pt x="5537" y="111757"/>
                    <a:pt x="4917" y="109748"/>
                    <a:pt x="4351" y="107731"/>
                  </a:cubicBezTo>
                  <a:cubicBezTo>
                    <a:pt x="3785" y="105713"/>
                    <a:pt x="3273" y="103690"/>
                    <a:pt x="2816" y="101662"/>
                  </a:cubicBezTo>
                  <a:cubicBezTo>
                    <a:pt x="2359" y="99635"/>
                    <a:pt x="1956" y="97605"/>
                    <a:pt x="1609" y="95575"/>
                  </a:cubicBezTo>
                  <a:cubicBezTo>
                    <a:pt x="1262" y="93545"/>
                    <a:pt x="971" y="91517"/>
                    <a:pt x="736" y="89493"/>
                  </a:cubicBezTo>
                  <a:cubicBezTo>
                    <a:pt x="500" y="87469"/>
                    <a:pt x="321" y="85451"/>
                    <a:pt x="199" y="83441"/>
                  </a:cubicBezTo>
                  <a:cubicBezTo>
                    <a:pt x="76" y="81430"/>
                    <a:pt x="10" y="79430"/>
                    <a:pt x="1" y="77441"/>
                  </a:cubicBezTo>
                  <a:cubicBezTo>
                    <a:pt x="-8" y="75453"/>
                    <a:pt x="39" y="73477"/>
                    <a:pt x="143" y="71519"/>
                  </a:cubicBezTo>
                  <a:cubicBezTo>
                    <a:pt x="247" y="69560"/>
                    <a:pt x="407" y="67618"/>
                    <a:pt x="624" y="65696"/>
                  </a:cubicBezTo>
                  <a:cubicBezTo>
                    <a:pt x="841" y="63774"/>
                    <a:pt x="1114" y="61874"/>
                    <a:pt x="1442" y="59997"/>
                  </a:cubicBezTo>
                  <a:cubicBezTo>
                    <a:pt x="1771" y="58120"/>
                    <a:pt x="2155" y="56268"/>
                    <a:pt x="2594" y="54443"/>
                  </a:cubicBezTo>
                  <a:cubicBezTo>
                    <a:pt x="3034" y="52619"/>
                    <a:pt x="3528" y="50823"/>
                    <a:pt x="4076" y="49058"/>
                  </a:cubicBezTo>
                  <a:cubicBezTo>
                    <a:pt x="4624" y="47292"/>
                    <a:pt x="5226" y="45559"/>
                    <a:pt x="5881" y="43860"/>
                  </a:cubicBezTo>
                  <a:cubicBezTo>
                    <a:pt x="6536" y="42162"/>
                    <a:pt x="7244" y="40498"/>
                    <a:pt x="8003" y="38873"/>
                  </a:cubicBezTo>
                  <a:cubicBezTo>
                    <a:pt x="8762" y="37247"/>
                    <a:pt x="9572" y="35660"/>
                    <a:pt x="10433" y="34114"/>
                  </a:cubicBezTo>
                  <a:cubicBezTo>
                    <a:pt x="11293" y="32568"/>
                    <a:pt x="12203" y="31064"/>
                    <a:pt x="13161" y="29603"/>
                  </a:cubicBezTo>
                  <a:cubicBezTo>
                    <a:pt x="14119" y="28143"/>
                    <a:pt x="15125" y="26727"/>
                    <a:pt x="16177" y="25358"/>
                  </a:cubicBezTo>
                  <a:cubicBezTo>
                    <a:pt x="17229" y="23989"/>
                    <a:pt x="18327" y="22668"/>
                    <a:pt x="19469" y="21395"/>
                  </a:cubicBezTo>
                  <a:cubicBezTo>
                    <a:pt x="20611" y="20123"/>
                    <a:pt x="21796" y="18901"/>
                    <a:pt x="23023" y="17731"/>
                  </a:cubicBezTo>
                  <a:cubicBezTo>
                    <a:pt x="24251" y="16560"/>
                    <a:pt x="25519" y="15442"/>
                    <a:pt x="26827" y="14378"/>
                  </a:cubicBezTo>
                  <a:cubicBezTo>
                    <a:pt x="28135" y="13314"/>
                    <a:pt x="29481" y="12305"/>
                    <a:pt x="30864" y="11352"/>
                  </a:cubicBezTo>
                  <a:cubicBezTo>
                    <a:pt x="32247" y="10398"/>
                    <a:pt x="33666" y="9502"/>
                    <a:pt x="35119" y="8663"/>
                  </a:cubicBezTo>
                  <a:cubicBezTo>
                    <a:pt x="36572" y="7824"/>
                    <a:pt x="38058" y="7043"/>
                    <a:pt x="39575" y="6322"/>
                  </a:cubicBezTo>
                  <a:cubicBezTo>
                    <a:pt x="41093" y="5601"/>
                    <a:pt x="42640" y="4940"/>
                    <a:pt x="44215" y="4339"/>
                  </a:cubicBezTo>
                  <a:cubicBezTo>
                    <a:pt x="45790" y="3739"/>
                    <a:pt x="47393" y="3199"/>
                    <a:pt x="49020" y="2721"/>
                  </a:cubicBezTo>
                  <a:cubicBezTo>
                    <a:pt x="50647" y="2244"/>
                    <a:pt x="52298" y="1828"/>
                    <a:pt x="53971" y="1475"/>
                  </a:cubicBezTo>
                  <a:cubicBezTo>
                    <a:pt x="55644" y="1122"/>
                    <a:pt x="57337" y="833"/>
                    <a:pt x="59049" y="606"/>
                  </a:cubicBezTo>
                  <a:cubicBezTo>
                    <a:pt x="60761" y="379"/>
                    <a:pt x="62490" y="216"/>
                    <a:pt x="64233" y="117"/>
                  </a:cubicBezTo>
                  <a:cubicBezTo>
                    <a:pt x="65977" y="17"/>
                    <a:pt x="67735" y="-19"/>
                    <a:pt x="69504" y="9"/>
                  </a:cubicBezTo>
                  <a:cubicBezTo>
                    <a:pt x="71273" y="37"/>
                    <a:pt x="73053" y="129"/>
                    <a:pt x="74840" y="284"/>
                  </a:cubicBezTo>
                  <a:cubicBezTo>
                    <a:pt x="76627" y="440"/>
                    <a:pt x="78422" y="659"/>
                    <a:pt x="80220" y="941"/>
                  </a:cubicBezTo>
                  <a:cubicBezTo>
                    <a:pt x="82019" y="1223"/>
                    <a:pt x="83821" y="1568"/>
                    <a:pt x="85624" y="1976"/>
                  </a:cubicBezTo>
                  <a:cubicBezTo>
                    <a:pt x="87426" y="2384"/>
                    <a:pt x="89229" y="2854"/>
                    <a:pt x="91029" y="3386"/>
                  </a:cubicBezTo>
                  <a:cubicBezTo>
                    <a:pt x="92829" y="3918"/>
                    <a:pt x="94625" y="4511"/>
                    <a:pt x="96414" y="5165"/>
                  </a:cubicBezTo>
                  <a:cubicBezTo>
                    <a:pt x="98204" y="5819"/>
                    <a:pt x="99987" y="6533"/>
                    <a:pt x="101759" y="7306"/>
                  </a:cubicBezTo>
                  <a:cubicBezTo>
                    <a:pt x="103532" y="8079"/>
                    <a:pt x="105293" y="8911"/>
                    <a:pt x="107042" y="9800"/>
                  </a:cubicBezTo>
                  <a:cubicBezTo>
                    <a:pt x="108790" y="10690"/>
                    <a:pt x="110525" y="11637"/>
                    <a:pt x="112242" y="12639"/>
                  </a:cubicBezTo>
                  <a:cubicBezTo>
                    <a:pt x="113959" y="13641"/>
                    <a:pt x="115659" y="14699"/>
                    <a:pt x="117339" y="15810"/>
                  </a:cubicBezTo>
                  <a:cubicBezTo>
                    <a:pt x="119018" y="16921"/>
                    <a:pt x="120677" y="18085"/>
                    <a:pt x="122312" y="19301"/>
                  </a:cubicBezTo>
                  <a:cubicBezTo>
                    <a:pt x="123947" y="20517"/>
                    <a:pt x="125558" y="21783"/>
                    <a:pt x="127142" y="23098"/>
                  </a:cubicBezTo>
                  <a:cubicBezTo>
                    <a:pt x="128727" y="24414"/>
                    <a:pt x="130283" y="25777"/>
                    <a:pt x="131811" y="27187"/>
                  </a:cubicBezTo>
                  <a:cubicBezTo>
                    <a:pt x="133338" y="28597"/>
                    <a:pt x="134834" y="30052"/>
                    <a:pt x="136298" y="31551"/>
                  </a:cubicBezTo>
                  <a:cubicBezTo>
                    <a:pt x="137762" y="33050"/>
                    <a:pt x="139193" y="34591"/>
                    <a:pt x="140588" y="36173"/>
                  </a:cubicBezTo>
                  <a:cubicBezTo>
                    <a:pt x="141983" y="37754"/>
                    <a:pt x="143342" y="39376"/>
                    <a:pt x="144662" y="41034"/>
                  </a:cubicBezTo>
                  <a:cubicBezTo>
                    <a:pt x="145983" y="42693"/>
                    <a:pt x="147264" y="44388"/>
                    <a:pt x="148505" y="46116"/>
                  </a:cubicBezTo>
                  <a:cubicBezTo>
                    <a:pt x="149746" y="47845"/>
                    <a:pt x="150945" y="49607"/>
                    <a:pt x="152102" y="51399"/>
                  </a:cubicBezTo>
                  <a:cubicBezTo>
                    <a:pt x="153258" y="53191"/>
                    <a:pt x="154371" y="55012"/>
                    <a:pt x="155438" y="56861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8" name="probe-noto-emoji_u1f43e-part-9"/>
            <p:cNvSpPr/>
            <p:nvPr/>
          </p:nvSpPr>
          <p:spPr>
            <a:xfrm>
              <a:off x="587493" y="879445"/>
              <a:ext cx="169447" cy="187304"/>
            </a:xfrm>
            <a:custGeom>
              <a:avLst/>
              <a:gdLst/>
              <a:ahLst/>
              <a:cxnLst/>
              <a:rect l="0" t="0" r="r" b="b"/>
              <a:pathLst>
                <a:path w="169447" h="187304">
                  <a:moveTo>
                    <a:pt x="145570" y="50491"/>
                  </a:moveTo>
                  <a:cubicBezTo>
                    <a:pt x="146805" y="52231"/>
                    <a:pt x="147999" y="54000"/>
                    <a:pt x="149152" y="55794"/>
                  </a:cubicBezTo>
                  <a:cubicBezTo>
                    <a:pt x="150304" y="57589"/>
                    <a:pt x="151414" y="59407"/>
                    <a:pt x="152479" y="61248"/>
                  </a:cubicBezTo>
                  <a:cubicBezTo>
                    <a:pt x="153545" y="63088"/>
                    <a:pt x="154565" y="64949"/>
                    <a:pt x="155539" y="66829"/>
                  </a:cubicBezTo>
                  <a:cubicBezTo>
                    <a:pt x="156514" y="68708"/>
                    <a:pt x="157441" y="70605"/>
                    <a:pt x="158320" y="72516"/>
                  </a:cubicBezTo>
                  <a:cubicBezTo>
                    <a:pt x="159199" y="74427"/>
                    <a:pt x="160030" y="76351"/>
                    <a:pt x="160810" y="78286"/>
                  </a:cubicBezTo>
                  <a:cubicBezTo>
                    <a:pt x="161591" y="80221"/>
                    <a:pt x="162321" y="82166"/>
                    <a:pt x="163000" y="84117"/>
                  </a:cubicBezTo>
                  <a:cubicBezTo>
                    <a:pt x="163679" y="86069"/>
                    <a:pt x="164307" y="88026"/>
                    <a:pt x="164881" y="89986"/>
                  </a:cubicBezTo>
                  <a:cubicBezTo>
                    <a:pt x="165456" y="91946"/>
                    <a:pt x="165978" y="93908"/>
                    <a:pt x="166446" y="95869"/>
                  </a:cubicBezTo>
                  <a:cubicBezTo>
                    <a:pt x="166914" y="97830"/>
                    <a:pt x="167328" y="99789"/>
                    <a:pt x="167688" y="101744"/>
                  </a:cubicBezTo>
                  <a:cubicBezTo>
                    <a:pt x="168048" y="103698"/>
                    <a:pt x="168353" y="105646"/>
                    <a:pt x="168603" y="107586"/>
                  </a:cubicBezTo>
                  <a:cubicBezTo>
                    <a:pt x="168853" y="109526"/>
                    <a:pt x="169048" y="111456"/>
                    <a:pt x="169187" y="113374"/>
                  </a:cubicBezTo>
                  <a:cubicBezTo>
                    <a:pt x="169326" y="115291"/>
                    <a:pt x="169409" y="117195"/>
                    <a:pt x="169437" y="119083"/>
                  </a:cubicBezTo>
                  <a:cubicBezTo>
                    <a:pt x="169465" y="120971"/>
                    <a:pt x="169437" y="122842"/>
                    <a:pt x="169353" y="124693"/>
                  </a:cubicBezTo>
                  <a:cubicBezTo>
                    <a:pt x="169269" y="126543"/>
                    <a:pt x="169130" y="128373"/>
                    <a:pt x="168935" y="130179"/>
                  </a:cubicBezTo>
                  <a:cubicBezTo>
                    <a:pt x="168740" y="131986"/>
                    <a:pt x="168490" y="133767"/>
                    <a:pt x="168185" y="135522"/>
                  </a:cubicBezTo>
                  <a:cubicBezTo>
                    <a:pt x="167880" y="137277"/>
                    <a:pt x="167520" y="139003"/>
                    <a:pt x="167105" y="140699"/>
                  </a:cubicBezTo>
                  <a:cubicBezTo>
                    <a:pt x="166691" y="142396"/>
                    <a:pt x="166222" y="144060"/>
                    <a:pt x="165700" y="145691"/>
                  </a:cubicBezTo>
                  <a:cubicBezTo>
                    <a:pt x="165178" y="147322"/>
                    <a:pt x="164603" y="148918"/>
                    <a:pt x="163976" y="150478"/>
                  </a:cubicBezTo>
                  <a:cubicBezTo>
                    <a:pt x="163349" y="152037"/>
                    <a:pt x="162669" y="153558"/>
                    <a:pt x="161939" y="155040"/>
                  </a:cubicBezTo>
                  <a:cubicBezTo>
                    <a:pt x="161208" y="156521"/>
                    <a:pt x="160427" y="157962"/>
                    <a:pt x="159597" y="159359"/>
                  </a:cubicBezTo>
                  <a:cubicBezTo>
                    <a:pt x="158766" y="160757"/>
                    <a:pt x="157887" y="162111"/>
                    <a:pt x="156960" y="163420"/>
                  </a:cubicBezTo>
                  <a:cubicBezTo>
                    <a:pt x="156032" y="164728"/>
                    <a:pt x="155058" y="165991"/>
                    <a:pt x="154037" y="167205"/>
                  </a:cubicBezTo>
                  <a:cubicBezTo>
                    <a:pt x="153017" y="168419"/>
                    <a:pt x="151951" y="169585"/>
                    <a:pt x="150841" y="170700"/>
                  </a:cubicBezTo>
                  <a:cubicBezTo>
                    <a:pt x="149731" y="171815"/>
                    <a:pt x="148579" y="172879"/>
                    <a:pt x="147384" y="173891"/>
                  </a:cubicBezTo>
                  <a:cubicBezTo>
                    <a:pt x="146190" y="174902"/>
                    <a:pt x="144954" y="175861"/>
                    <a:pt x="143680" y="176765"/>
                  </a:cubicBezTo>
                  <a:cubicBezTo>
                    <a:pt x="142405" y="177669"/>
                    <a:pt x="141093" y="178518"/>
                    <a:pt x="139743" y="179311"/>
                  </a:cubicBezTo>
                  <a:cubicBezTo>
                    <a:pt x="138394" y="180104"/>
                    <a:pt x="137008" y="180840"/>
                    <a:pt x="135589" y="181519"/>
                  </a:cubicBezTo>
                  <a:cubicBezTo>
                    <a:pt x="134170" y="182198"/>
                    <a:pt x="132717" y="182818"/>
                    <a:pt x="131234" y="183380"/>
                  </a:cubicBezTo>
                  <a:cubicBezTo>
                    <a:pt x="129751" y="183942"/>
                    <a:pt x="128237" y="184445"/>
                    <a:pt x="126696" y="184887"/>
                  </a:cubicBezTo>
                  <a:cubicBezTo>
                    <a:pt x="125154" y="185330"/>
                    <a:pt x="123586" y="185713"/>
                    <a:pt x="121992" y="186035"/>
                  </a:cubicBezTo>
                  <a:cubicBezTo>
                    <a:pt x="120398" y="186356"/>
                    <a:pt x="118780" y="186617"/>
                    <a:pt x="117141" y="186817"/>
                  </a:cubicBezTo>
                  <a:cubicBezTo>
                    <a:pt x="115501" y="187017"/>
                    <a:pt x="113841" y="187155"/>
                    <a:pt x="112162" y="187232"/>
                  </a:cubicBezTo>
                  <a:cubicBezTo>
                    <a:pt x="110483" y="187309"/>
                    <a:pt x="108786" y="187324"/>
                    <a:pt x="107075" y="187277"/>
                  </a:cubicBezTo>
                  <a:cubicBezTo>
                    <a:pt x="105363" y="187231"/>
                    <a:pt x="103637" y="187123"/>
                    <a:pt x="101899" y="186953"/>
                  </a:cubicBezTo>
                  <a:cubicBezTo>
                    <a:pt x="100161" y="186784"/>
                    <a:pt x="98413" y="186553"/>
                    <a:pt x="96656" y="186261"/>
                  </a:cubicBezTo>
                  <a:cubicBezTo>
                    <a:pt x="94899" y="185969"/>
                    <a:pt x="93135" y="185617"/>
                    <a:pt x="91365" y="185204"/>
                  </a:cubicBezTo>
                  <a:cubicBezTo>
                    <a:pt x="89596" y="184790"/>
                    <a:pt x="87823" y="184317"/>
                    <a:pt x="86049" y="183785"/>
                  </a:cubicBezTo>
                  <a:cubicBezTo>
                    <a:pt x="84274" y="183252"/>
                    <a:pt x="82500" y="182660"/>
                    <a:pt x="80727" y="182010"/>
                  </a:cubicBezTo>
                  <a:cubicBezTo>
                    <a:pt x="78954" y="181360"/>
                    <a:pt x="77185" y="180652"/>
                    <a:pt x="75421" y="179886"/>
                  </a:cubicBezTo>
                  <a:cubicBezTo>
                    <a:pt x="73657" y="179121"/>
                    <a:pt x="71900" y="178300"/>
                    <a:pt x="70152" y="177423"/>
                  </a:cubicBezTo>
                  <a:cubicBezTo>
                    <a:pt x="68404" y="176546"/>
                    <a:pt x="66665" y="175614"/>
                    <a:pt x="64940" y="174628"/>
                  </a:cubicBezTo>
                  <a:cubicBezTo>
                    <a:pt x="63214" y="173643"/>
                    <a:pt x="61502" y="172604"/>
                    <a:pt x="59806" y="171514"/>
                  </a:cubicBezTo>
                  <a:cubicBezTo>
                    <a:pt x="58110" y="170424"/>
                    <a:pt x="56431" y="169283"/>
                    <a:pt x="54771" y="168093"/>
                  </a:cubicBezTo>
                  <a:cubicBezTo>
                    <a:pt x="53111" y="166903"/>
                    <a:pt x="51471" y="165664"/>
                    <a:pt x="49854" y="164378"/>
                  </a:cubicBezTo>
                  <a:cubicBezTo>
                    <a:pt x="48236" y="163092"/>
                    <a:pt x="46642" y="161760"/>
                    <a:pt x="45074" y="160384"/>
                  </a:cubicBezTo>
                  <a:cubicBezTo>
                    <a:pt x="43506" y="159008"/>
                    <a:pt x="41964" y="157588"/>
                    <a:pt x="40451" y="156127"/>
                  </a:cubicBezTo>
                  <a:cubicBezTo>
                    <a:pt x="38938" y="154665"/>
                    <a:pt x="37454" y="153163"/>
                    <a:pt x="36003" y="151622"/>
                  </a:cubicBezTo>
                  <a:cubicBezTo>
                    <a:pt x="34551" y="150082"/>
                    <a:pt x="33131" y="148503"/>
                    <a:pt x="31746" y="146890"/>
                  </a:cubicBezTo>
                  <a:cubicBezTo>
                    <a:pt x="30362" y="145276"/>
                    <a:pt x="29012" y="143627"/>
                    <a:pt x="27699" y="141947"/>
                  </a:cubicBezTo>
                  <a:cubicBezTo>
                    <a:pt x="26387" y="140266"/>
                    <a:pt x="25112" y="138554"/>
                    <a:pt x="23877" y="136813"/>
                  </a:cubicBezTo>
                  <a:cubicBezTo>
                    <a:pt x="22643" y="135072"/>
                    <a:pt x="21448" y="133303"/>
                    <a:pt x="20296" y="131509"/>
                  </a:cubicBezTo>
                  <a:cubicBezTo>
                    <a:pt x="19143" y="129715"/>
                    <a:pt x="18033" y="127896"/>
                    <a:pt x="16968" y="126056"/>
                  </a:cubicBezTo>
                  <a:cubicBezTo>
                    <a:pt x="15903" y="124216"/>
                    <a:pt x="14882" y="122354"/>
                    <a:pt x="13908" y="120475"/>
                  </a:cubicBezTo>
                  <a:cubicBezTo>
                    <a:pt x="12934" y="118595"/>
                    <a:pt x="12006" y="116699"/>
                    <a:pt x="11127" y="114788"/>
                  </a:cubicBezTo>
                  <a:cubicBezTo>
                    <a:pt x="10248" y="112877"/>
                    <a:pt x="9418" y="110952"/>
                    <a:pt x="8637" y="109017"/>
                  </a:cubicBezTo>
                  <a:cubicBezTo>
                    <a:pt x="7856" y="107082"/>
                    <a:pt x="7126" y="105138"/>
                    <a:pt x="6447" y="103186"/>
                  </a:cubicBezTo>
                  <a:cubicBezTo>
                    <a:pt x="5768" y="101235"/>
                    <a:pt x="5141" y="99278"/>
                    <a:pt x="4566" y="97318"/>
                  </a:cubicBezTo>
                  <a:cubicBezTo>
                    <a:pt x="3991" y="95357"/>
                    <a:pt x="3469" y="93395"/>
                    <a:pt x="3001" y="91434"/>
                  </a:cubicBezTo>
                  <a:cubicBezTo>
                    <a:pt x="2533" y="89473"/>
                    <a:pt x="2119" y="87514"/>
                    <a:pt x="1759" y="85560"/>
                  </a:cubicBezTo>
                  <a:cubicBezTo>
                    <a:pt x="1399" y="83606"/>
                    <a:pt x="1094" y="81657"/>
                    <a:pt x="844" y="79717"/>
                  </a:cubicBezTo>
                  <a:cubicBezTo>
                    <a:pt x="595" y="77778"/>
                    <a:pt x="400" y="75848"/>
                    <a:pt x="261" y="73930"/>
                  </a:cubicBezTo>
                  <a:cubicBezTo>
                    <a:pt x="122" y="72012"/>
                    <a:pt x="38" y="70108"/>
                    <a:pt x="10" y="68220"/>
                  </a:cubicBezTo>
                  <a:cubicBezTo>
                    <a:pt x="-17" y="66332"/>
                    <a:pt x="11" y="64462"/>
                    <a:pt x="94" y="62611"/>
                  </a:cubicBezTo>
                  <a:cubicBezTo>
                    <a:pt x="178" y="60760"/>
                    <a:pt x="317" y="58930"/>
                    <a:pt x="512" y="57124"/>
                  </a:cubicBezTo>
                  <a:cubicBezTo>
                    <a:pt x="707" y="55318"/>
                    <a:pt x="957" y="53536"/>
                    <a:pt x="1263" y="51782"/>
                  </a:cubicBezTo>
                  <a:cubicBezTo>
                    <a:pt x="1568" y="50027"/>
                    <a:pt x="1928" y="48300"/>
                    <a:pt x="2342" y="46604"/>
                  </a:cubicBezTo>
                  <a:cubicBezTo>
                    <a:pt x="2757" y="44908"/>
                    <a:pt x="3225" y="43243"/>
                    <a:pt x="3747" y="41612"/>
                  </a:cubicBezTo>
                  <a:cubicBezTo>
                    <a:pt x="4269" y="39982"/>
                    <a:pt x="4844" y="38385"/>
                    <a:pt x="5471" y="36826"/>
                  </a:cubicBezTo>
                  <a:cubicBezTo>
                    <a:pt x="6099" y="35267"/>
                    <a:pt x="6778" y="33745"/>
                    <a:pt x="7509" y="32264"/>
                  </a:cubicBezTo>
                  <a:cubicBezTo>
                    <a:pt x="8239" y="30783"/>
                    <a:pt x="9020" y="29342"/>
                    <a:pt x="9850" y="27944"/>
                  </a:cubicBezTo>
                  <a:cubicBezTo>
                    <a:pt x="10681" y="26547"/>
                    <a:pt x="11560" y="25192"/>
                    <a:pt x="12488" y="23884"/>
                  </a:cubicBezTo>
                  <a:cubicBezTo>
                    <a:pt x="13415" y="22575"/>
                    <a:pt x="14390" y="21313"/>
                    <a:pt x="15410" y="20099"/>
                  </a:cubicBezTo>
                  <a:cubicBezTo>
                    <a:pt x="16431" y="18884"/>
                    <a:pt x="17497" y="17719"/>
                    <a:pt x="18606" y="16604"/>
                  </a:cubicBezTo>
                  <a:cubicBezTo>
                    <a:pt x="19716" y="15489"/>
                    <a:pt x="20869" y="14425"/>
                    <a:pt x="22063" y="13413"/>
                  </a:cubicBezTo>
                  <a:cubicBezTo>
                    <a:pt x="23258" y="12401"/>
                    <a:pt x="24493" y="11443"/>
                    <a:pt x="25767" y="10539"/>
                  </a:cubicBezTo>
                  <a:cubicBezTo>
                    <a:pt x="27042" y="9635"/>
                    <a:pt x="28355" y="8786"/>
                    <a:pt x="29704" y="7993"/>
                  </a:cubicBezTo>
                  <a:cubicBezTo>
                    <a:pt x="31054" y="7200"/>
                    <a:pt x="32439" y="6463"/>
                    <a:pt x="33858" y="5785"/>
                  </a:cubicBezTo>
                  <a:cubicBezTo>
                    <a:pt x="35278" y="5106"/>
                    <a:pt x="36730" y="4485"/>
                    <a:pt x="38213" y="3923"/>
                  </a:cubicBezTo>
                  <a:cubicBezTo>
                    <a:pt x="39696" y="3362"/>
                    <a:pt x="41210" y="2859"/>
                    <a:pt x="42751" y="2416"/>
                  </a:cubicBezTo>
                  <a:cubicBezTo>
                    <a:pt x="44293" y="1974"/>
                    <a:pt x="45862" y="1591"/>
                    <a:pt x="47455" y="1269"/>
                  </a:cubicBezTo>
                  <a:cubicBezTo>
                    <a:pt x="49049" y="947"/>
                    <a:pt x="50667" y="686"/>
                    <a:pt x="52307" y="487"/>
                  </a:cubicBezTo>
                  <a:cubicBezTo>
                    <a:pt x="53946" y="287"/>
                    <a:pt x="55607" y="149"/>
                    <a:pt x="57286" y="72"/>
                  </a:cubicBezTo>
                  <a:cubicBezTo>
                    <a:pt x="58964" y="-5"/>
                    <a:pt x="60661" y="-20"/>
                    <a:pt x="62373" y="26"/>
                  </a:cubicBezTo>
                  <a:cubicBezTo>
                    <a:pt x="64085" y="73"/>
                    <a:pt x="65811" y="181"/>
                    <a:pt x="67548" y="350"/>
                  </a:cubicBezTo>
                  <a:cubicBezTo>
                    <a:pt x="69286" y="520"/>
                    <a:pt x="71035" y="751"/>
                    <a:pt x="72792" y="1042"/>
                  </a:cubicBezTo>
                  <a:cubicBezTo>
                    <a:pt x="74548" y="1334"/>
                    <a:pt x="76313" y="1687"/>
                    <a:pt x="78082" y="2100"/>
                  </a:cubicBezTo>
                  <a:cubicBezTo>
                    <a:pt x="79851" y="2513"/>
                    <a:pt x="81624" y="2986"/>
                    <a:pt x="83399" y="3519"/>
                  </a:cubicBezTo>
                  <a:cubicBezTo>
                    <a:pt x="85173" y="4052"/>
                    <a:pt x="86948" y="4644"/>
                    <a:pt x="88720" y="5294"/>
                  </a:cubicBezTo>
                  <a:cubicBezTo>
                    <a:pt x="90493" y="5944"/>
                    <a:pt x="92263" y="6652"/>
                    <a:pt x="94026" y="7417"/>
                  </a:cubicBezTo>
                  <a:cubicBezTo>
                    <a:pt x="95790" y="8182"/>
                    <a:pt x="97548" y="9004"/>
                    <a:pt x="99296" y="9881"/>
                  </a:cubicBezTo>
                  <a:cubicBezTo>
                    <a:pt x="101044" y="10758"/>
                    <a:pt x="102782" y="11690"/>
                    <a:pt x="104508" y="12675"/>
                  </a:cubicBezTo>
                  <a:cubicBezTo>
                    <a:pt x="106233" y="13661"/>
                    <a:pt x="107945" y="14699"/>
                    <a:pt x="109641" y="15789"/>
                  </a:cubicBezTo>
                  <a:cubicBezTo>
                    <a:pt x="111337" y="16879"/>
                    <a:pt x="113017" y="18020"/>
                    <a:pt x="114677" y="19211"/>
                  </a:cubicBezTo>
                  <a:cubicBezTo>
                    <a:pt x="116337" y="20401"/>
                    <a:pt x="117976" y="21640"/>
                    <a:pt x="119594" y="22926"/>
                  </a:cubicBezTo>
                  <a:cubicBezTo>
                    <a:pt x="121211" y="24211"/>
                    <a:pt x="122805" y="25543"/>
                    <a:pt x="124373" y="26920"/>
                  </a:cubicBezTo>
                  <a:cubicBezTo>
                    <a:pt x="125942" y="28296"/>
                    <a:pt x="127483" y="29716"/>
                    <a:pt x="128996" y="31177"/>
                  </a:cubicBezTo>
                  <a:cubicBezTo>
                    <a:pt x="130510" y="32639"/>
                    <a:pt x="131993" y="34141"/>
                    <a:pt x="133445" y="35681"/>
                  </a:cubicBezTo>
                  <a:cubicBezTo>
                    <a:pt x="134897" y="37222"/>
                    <a:pt x="136316" y="38800"/>
                    <a:pt x="137701" y="40414"/>
                  </a:cubicBezTo>
                  <a:cubicBezTo>
                    <a:pt x="139086" y="42028"/>
                    <a:pt x="140435" y="43676"/>
                    <a:pt x="141748" y="45357"/>
                  </a:cubicBezTo>
                  <a:cubicBezTo>
                    <a:pt x="143060" y="47038"/>
                    <a:pt x="144335" y="48750"/>
                    <a:pt x="145570" y="50491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49" name="probe-noto-emoji_u1f43e-part-10"/>
            <p:cNvSpPr/>
            <p:nvPr/>
          </p:nvSpPr>
          <p:spPr>
            <a:xfrm>
              <a:off x="1076252" y="688539"/>
              <a:ext cx="148775" cy="189063"/>
            </a:xfrm>
            <a:custGeom>
              <a:avLst/>
              <a:gdLst/>
              <a:ahLst/>
              <a:cxnLst/>
              <a:rect l="0" t="0" r="r" b="b"/>
              <a:pathLst>
                <a:path w="148775" h="189063">
                  <a:moveTo>
                    <a:pt x="148546" y="89957"/>
                  </a:moveTo>
                  <a:cubicBezTo>
                    <a:pt x="148668" y="91934"/>
                    <a:pt x="148742" y="93914"/>
                    <a:pt x="148766" y="95894"/>
                  </a:cubicBezTo>
                  <a:cubicBezTo>
                    <a:pt x="148790" y="97874"/>
                    <a:pt x="148765" y="99853"/>
                    <a:pt x="148692" y="101827"/>
                  </a:cubicBezTo>
                  <a:cubicBezTo>
                    <a:pt x="148618" y="103801"/>
                    <a:pt x="148496" y="105770"/>
                    <a:pt x="148324" y="107730"/>
                  </a:cubicBezTo>
                  <a:cubicBezTo>
                    <a:pt x="148153" y="109691"/>
                    <a:pt x="147933" y="111642"/>
                    <a:pt x="147665" y="113582"/>
                  </a:cubicBezTo>
                  <a:cubicBezTo>
                    <a:pt x="147397" y="115521"/>
                    <a:pt x="147081" y="117447"/>
                    <a:pt x="146717" y="119358"/>
                  </a:cubicBezTo>
                  <a:cubicBezTo>
                    <a:pt x="146353" y="121269"/>
                    <a:pt x="145941" y="123162"/>
                    <a:pt x="145483" y="125036"/>
                  </a:cubicBezTo>
                  <a:cubicBezTo>
                    <a:pt x="145025" y="126910"/>
                    <a:pt x="144520" y="128764"/>
                    <a:pt x="143969" y="130594"/>
                  </a:cubicBezTo>
                  <a:cubicBezTo>
                    <a:pt x="143418" y="132425"/>
                    <a:pt x="142821" y="134231"/>
                    <a:pt x="142180" y="136010"/>
                  </a:cubicBezTo>
                  <a:cubicBezTo>
                    <a:pt x="141538" y="137789"/>
                    <a:pt x="140852" y="139541"/>
                    <a:pt x="140123" y="141262"/>
                  </a:cubicBezTo>
                  <a:cubicBezTo>
                    <a:pt x="139394" y="142983"/>
                    <a:pt x="138621" y="144673"/>
                    <a:pt x="137807" y="146329"/>
                  </a:cubicBezTo>
                  <a:cubicBezTo>
                    <a:pt x="136993" y="147986"/>
                    <a:pt x="136137" y="149607"/>
                    <a:pt x="135241" y="151192"/>
                  </a:cubicBezTo>
                  <a:cubicBezTo>
                    <a:pt x="134345" y="152777"/>
                    <a:pt x="133409" y="154324"/>
                    <a:pt x="132434" y="155832"/>
                  </a:cubicBezTo>
                  <a:cubicBezTo>
                    <a:pt x="131460" y="157339"/>
                    <a:pt x="130448" y="158806"/>
                    <a:pt x="129399" y="160229"/>
                  </a:cubicBezTo>
                  <a:cubicBezTo>
                    <a:pt x="128350" y="161653"/>
                    <a:pt x="127265" y="163033"/>
                    <a:pt x="126146" y="164367"/>
                  </a:cubicBezTo>
                  <a:cubicBezTo>
                    <a:pt x="125027" y="165702"/>
                    <a:pt x="123874" y="166990"/>
                    <a:pt x="122689" y="168230"/>
                  </a:cubicBezTo>
                  <a:cubicBezTo>
                    <a:pt x="121504" y="169470"/>
                    <a:pt x="120288" y="170661"/>
                    <a:pt x="119042" y="171802"/>
                  </a:cubicBezTo>
                  <a:cubicBezTo>
                    <a:pt x="117796" y="172942"/>
                    <a:pt x="116520" y="174032"/>
                    <a:pt x="115218" y="175069"/>
                  </a:cubicBezTo>
                  <a:cubicBezTo>
                    <a:pt x="113916" y="176105"/>
                    <a:pt x="112587" y="177089"/>
                    <a:pt x="111233" y="178018"/>
                  </a:cubicBezTo>
                  <a:cubicBezTo>
                    <a:pt x="109880" y="178946"/>
                    <a:pt x="108502" y="179820"/>
                    <a:pt x="107103" y="180637"/>
                  </a:cubicBezTo>
                  <a:cubicBezTo>
                    <a:pt x="105703" y="181454"/>
                    <a:pt x="104283" y="182215"/>
                    <a:pt x="102843" y="182917"/>
                  </a:cubicBezTo>
                  <a:cubicBezTo>
                    <a:pt x="101404" y="183619"/>
                    <a:pt x="99946" y="184263"/>
                    <a:pt x="98472" y="184848"/>
                  </a:cubicBezTo>
                  <a:cubicBezTo>
                    <a:pt x="96997" y="185432"/>
                    <a:pt x="95508" y="185957"/>
                    <a:pt x="94005" y="186422"/>
                  </a:cubicBezTo>
                  <a:cubicBezTo>
                    <a:pt x="92502" y="186887"/>
                    <a:pt x="90986" y="187291"/>
                    <a:pt x="89461" y="187634"/>
                  </a:cubicBezTo>
                  <a:cubicBezTo>
                    <a:pt x="87935" y="187977"/>
                    <a:pt x="86400" y="188258"/>
                    <a:pt x="84857" y="188478"/>
                  </a:cubicBezTo>
                  <a:cubicBezTo>
                    <a:pt x="83314" y="188698"/>
                    <a:pt x="81765" y="188856"/>
                    <a:pt x="80212" y="188952"/>
                  </a:cubicBezTo>
                  <a:cubicBezTo>
                    <a:pt x="78659" y="189048"/>
                    <a:pt x="77102" y="189081"/>
                    <a:pt x="75544" y="189053"/>
                  </a:cubicBezTo>
                  <a:cubicBezTo>
                    <a:pt x="73986" y="189024"/>
                    <a:pt x="72428" y="188933"/>
                    <a:pt x="70872" y="188781"/>
                  </a:cubicBezTo>
                  <a:cubicBezTo>
                    <a:pt x="69315" y="188628"/>
                    <a:pt x="67762" y="188413"/>
                    <a:pt x="66213" y="188137"/>
                  </a:cubicBezTo>
                  <a:cubicBezTo>
                    <a:pt x="64664" y="187860"/>
                    <a:pt x="63121" y="187522"/>
                    <a:pt x="61586" y="187123"/>
                  </a:cubicBezTo>
                  <a:cubicBezTo>
                    <a:pt x="60052" y="186724"/>
                    <a:pt x="58526" y="186264"/>
                    <a:pt x="57011" y="185744"/>
                  </a:cubicBezTo>
                  <a:cubicBezTo>
                    <a:pt x="55496" y="185224"/>
                    <a:pt x="53992" y="184644"/>
                    <a:pt x="52503" y="184005"/>
                  </a:cubicBezTo>
                  <a:cubicBezTo>
                    <a:pt x="51014" y="183366"/>
                    <a:pt x="49540" y="182669"/>
                    <a:pt x="48082" y="181913"/>
                  </a:cubicBezTo>
                  <a:cubicBezTo>
                    <a:pt x="46625" y="181158"/>
                    <a:pt x="45185" y="180345"/>
                    <a:pt x="43765" y="179476"/>
                  </a:cubicBezTo>
                  <a:cubicBezTo>
                    <a:pt x="42345" y="178608"/>
                    <a:pt x="40946" y="177683"/>
                    <a:pt x="39569" y="176704"/>
                  </a:cubicBezTo>
                  <a:cubicBezTo>
                    <a:pt x="38192" y="175726"/>
                    <a:pt x="36838" y="174693"/>
                    <a:pt x="35510" y="173608"/>
                  </a:cubicBezTo>
                  <a:cubicBezTo>
                    <a:pt x="34182" y="172523"/>
                    <a:pt x="32879" y="171386"/>
                    <a:pt x="31605" y="170200"/>
                  </a:cubicBezTo>
                  <a:cubicBezTo>
                    <a:pt x="30330" y="169013"/>
                    <a:pt x="29084" y="167776"/>
                    <a:pt x="27868" y="166492"/>
                  </a:cubicBezTo>
                  <a:cubicBezTo>
                    <a:pt x="26652" y="165209"/>
                    <a:pt x="25467" y="163877"/>
                    <a:pt x="24315" y="162501"/>
                  </a:cubicBezTo>
                  <a:cubicBezTo>
                    <a:pt x="23163" y="161125"/>
                    <a:pt x="22044" y="159705"/>
                    <a:pt x="20960" y="158242"/>
                  </a:cubicBezTo>
                  <a:cubicBezTo>
                    <a:pt x="19876" y="156779"/>
                    <a:pt x="18827" y="155275"/>
                    <a:pt x="17815" y="153731"/>
                  </a:cubicBezTo>
                  <a:cubicBezTo>
                    <a:pt x="16803" y="152188"/>
                    <a:pt x="15829" y="150605"/>
                    <a:pt x="14894" y="148987"/>
                  </a:cubicBezTo>
                  <a:cubicBezTo>
                    <a:pt x="13959" y="147368"/>
                    <a:pt x="13063" y="145714"/>
                    <a:pt x="12207" y="144028"/>
                  </a:cubicBezTo>
                  <a:cubicBezTo>
                    <a:pt x="11352" y="142341"/>
                    <a:pt x="10538" y="140622"/>
                    <a:pt x="9766" y="138873"/>
                  </a:cubicBezTo>
                  <a:cubicBezTo>
                    <a:pt x="8995" y="137124"/>
                    <a:pt x="8266" y="135347"/>
                    <a:pt x="7580" y="133543"/>
                  </a:cubicBezTo>
                  <a:cubicBezTo>
                    <a:pt x="6895" y="131740"/>
                    <a:pt x="6254" y="129911"/>
                    <a:pt x="5658" y="128060"/>
                  </a:cubicBezTo>
                  <a:cubicBezTo>
                    <a:pt x="5062" y="126208"/>
                    <a:pt x="4511" y="124335"/>
                    <a:pt x="4007" y="122444"/>
                  </a:cubicBezTo>
                  <a:cubicBezTo>
                    <a:pt x="3502" y="120552"/>
                    <a:pt x="3044" y="118642"/>
                    <a:pt x="2633" y="116718"/>
                  </a:cubicBezTo>
                  <a:cubicBezTo>
                    <a:pt x="2222" y="114793"/>
                    <a:pt x="1859" y="112854"/>
                    <a:pt x="1543" y="110904"/>
                  </a:cubicBezTo>
                  <a:cubicBezTo>
                    <a:pt x="1227" y="108954"/>
                    <a:pt x="960" y="106993"/>
                    <a:pt x="740" y="105026"/>
                  </a:cubicBezTo>
                  <a:cubicBezTo>
                    <a:pt x="521" y="103058"/>
                    <a:pt x="350" y="101084"/>
                    <a:pt x="228" y="99106"/>
                  </a:cubicBezTo>
                  <a:cubicBezTo>
                    <a:pt x="106" y="97128"/>
                    <a:pt x="33" y="95148"/>
                    <a:pt x="9" y="93168"/>
                  </a:cubicBezTo>
                  <a:cubicBezTo>
                    <a:pt x="-15" y="91188"/>
                    <a:pt x="9" y="89210"/>
                    <a:pt x="83" y="87236"/>
                  </a:cubicBezTo>
                  <a:cubicBezTo>
                    <a:pt x="157" y="85262"/>
                    <a:pt x="279" y="83293"/>
                    <a:pt x="451" y="81332"/>
                  </a:cubicBezTo>
                  <a:cubicBezTo>
                    <a:pt x="622" y="79372"/>
                    <a:pt x="842" y="77420"/>
                    <a:pt x="1110" y="75481"/>
                  </a:cubicBezTo>
                  <a:cubicBezTo>
                    <a:pt x="1378" y="73541"/>
                    <a:pt x="1694" y="71615"/>
                    <a:pt x="2058" y="69705"/>
                  </a:cubicBezTo>
                  <a:cubicBezTo>
                    <a:pt x="2422" y="67794"/>
                    <a:pt x="2834" y="65900"/>
                    <a:pt x="3292" y="64026"/>
                  </a:cubicBezTo>
                  <a:cubicBezTo>
                    <a:pt x="3750" y="62152"/>
                    <a:pt x="4255" y="60299"/>
                    <a:pt x="4806" y="58468"/>
                  </a:cubicBezTo>
                  <a:cubicBezTo>
                    <a:pt x="5357" y="56638"/>
                    <a:pt x="5954" y="54832"/>
                    <a:pt x="6595" y="53053"/>
                  </a:cubicBezTo>
                  <a:cubicBezTo>
                    <a:pt x="7237" y="51273"/>
                    <a:pt x="7923" y="49522"/>
                    <a:pt x="8652" y="47801"/>
                  </a:cubicBezTo>
                  <a:cubicBezTo>
                    <a:pt x="9381" y="46080"/>
                    <a:pt x="10154" y="44390"/>
                    <a:pt x="10968" y="42733"/>
                  </a:cubicBezTo>
                  <a:cubicBezTo>
                    <a:pt x="11782" y="41077"/>
                    <a:pt x="12638" y="39455"/>
                    <a:pt x="13534" y="37870"/>
                  </a:cubicBezTo>
                  <a:cubicBezTo>
                    <a:pt x="14430" y="36285"/>
                    <a:pt x="15366" y="34738"/>
                    <a:pt x="16341" y="33231"/>
                  </a:cubicBezTo>
                  <a:cubicBezTo>
                    <a:pt x="17315" y="31724"/>
                    <a:pt x="18327" y="30257"/>
                    <a:pt x="19376" y="28833"/>
                  </a:cubicBezTo>
                  <a:cubicBezTo>
                    <a:pt x="20425" y="27410"/>
                    <a:pt x="21510" y="26030"/>
                    <a:pt x="22629" y="24695"/>
                  </a:cubicBezTo>
                  <a:cubicBezTo>
                    <a:pt x="23748" y="23361"/>
                    <a:pt x="24901" y="22072"/>
                    <a:pt x="26086" y="20832"/>
                  </a:cubicBezTo>
                  <a:cubicBezTo>
                    <a:pt x="27271" y="19592"/>
                    <a:pt x="28487" y="18401"/>
                    <a:pt x="29733" y="17261"/>
                  </a:cubicBezTo>
                  <a:cubicBezTo>
                    <a:pt x="30979" y="16120"/>
                    <a:pt x="32254" y="15031"/>
                    <a:pt x="33557" y="13994"/>
                  </a:cubicBezTo>
                  <a:cubicBezTo>
                    <a:pt x="34859" y="12957"/>
                    <a:pt x="36188" y="11974"/>
                    <a:pt x="37542" y="11045"/>
                  </a:cubicBezTo>
                  <a:cubicBezTo>
                    <a:pt x="38895" y="10116"/>
                    <a:pt x="40273" y="9243"/>
                    <a:pt x="41672" y="8425"/>
                  </a:cubicBezTo>
                  <a:cubicBezTo>
                    <a:pt x="43071" y="7608"/>
                    <a:pt x="44492" y="6848"/>
                    <a:pt x="45931" y="6146"/>
                  </a:cubicBezTo>
                  <a:cubicBezTo>
                    <a:pt x="47371" y="5443"/>
                    <a:pt x="48829" y="4799"/>
                    <a:pt x="50303" y="4215"/>
                  </a:cubicBezTo>
                  <a:cubicBezTo>
                    <a:pt x="51777" y="3630"/>
                    <a:pt x="53267" y="3105"/>
                    <a:pt x="54770" y="2640"/>
                  </a:cubicBezTo>
                  <a:cubicBezTo>
                    <a:pt x="56273" y="2176"/>
                    <a:pt x="57788" y="1772"/>
                    <a:pt x="59314" y="1429"/>
                  </a:cubicBezTo>
                  <a:cubicBezTo>
                    <a:pt x="60840" y="1086"/>
                    <a:pt x="62375" y="804"/>
                    <a:pt x="63918" y="584"/>
                  </a:cubicBezTo>
                  <a:cubicBezTo>
                    <a:pt x="65460" y="365"/>
                    <a:pt x="67009" y="207"/>
                    <a:pt x="68563" y="111"/>
                  </a:cubicBezTo>
                  <a:cubicBezTo>
                    <a:pt x="70116" y="15"/>
                    <a:pt x="71673" y="-19"/>
                    <a:pt x="73231" y="10"/>
                  </a:cubicBezTo>
                  <a:cubicBezTo>
                    <a:pt x="74789" y="38"/>
                    <a:pt x="76347" y="129"/>
                    <a:pt x="77903" y="282"/>
                  </a:cubicBezTo>
                  <a:cubicBezTo>
                    <a:pt x="79460" y="435"/>
                    <a:pt x="81013" y="650"/>
                    <a:pt x="82562" y="926"/>
                  </a:cubicBezTo>
                  <a:cubicBezTo>
                    <a:pt x="84111" y="1202"/>
                    <a:pt x="85654" y="1540"/>
                    <a:pt x="87188" y="1939"/>
                  </a:cubicBezTo>
                  <a:cubicBezTo>
                    <a:pt x="88723" y="2338"/>
                    <a:pt x="90249" y="2798"/>
                    <a:pt x="91764" y="3318"/>
                  </a:cubicBezTo>
                  <a:cubicBezTo>
                    <a:pt x="93279" y="3838"/>
                    <a:pt x="94782" y="4418"/>
                    <a:pt x="96272" y="5057"/>
                  </a:cubicBezTo>
                  <a:cubicBezTo>
                    <a:pt x="97761" y="5696"/>
                    <a:pt x="99235" y="6394"/>
                    <a:pt x="100693" y="7149"/>
                  </a:cubicBezTo>
                  <a:cubicBezTo>
                    <a:pt x="102150" y="7905"/>
                    <a:pt x="103590" y="8717"/>
                    <a:pt x="105010" y="9586"/>
                  </a:cubicBezTo>
                  <a:cubicBezTo>
                    <a:pt x="106430" y="10455"/>
                    <a:pt x="107829" y="11379"/>
                    <a:pt x="109206" y="12358"/>
                  </a:cubicBezTo>
                  <a:cubicBezTo>
                    <a:pt x="110583" y="13337"/>
                    <a:pt x="111936" y="14370"/>
                    <a:pt x="113265" y="15455"/>
                  </a:cubicBezTo>
                  <a:cubicBezTo>
                    <a:pt x="114593" y="16539"/>
                    <a:pt x="115896" y="17676"/>
                    <a:pt x="117170" y="18863"/>
                  </a:cubicBezTo>
                  <a:cubicBezTo>
                    <a:pt x="118445" y="20050"/>
                    <a:pt x="119691" y="21286"/>
                    <a:pt x="120907" y="22570"/>
                  </a:cubicBezTo>
                  <a:cubicBezTo>
                    <a:pt x="122123" y="23854"/>
                    <a:pt x="123308" y="25185"/>
                    <a:pt x="124460" y="26561"/>
                  </a:cubicBezTo>
                  <a:cubicBezTo>
                    <a:pt x="125612" y="27937"/>
                    <a:pt x="126731" y="29358"/>
                    <a:pt x="127815" y="30820"/>
                  </a:cubicBezTo>
                  <a:cubicBezTo>
                    <a:pt x="128899" y="32283"/>
                    <a:pt x="129948" y="33788"/>
                    <a:pt x="130960" y="35331"/>
                  </a:cubicBezTo>
                  <a:cubicBezTo>
                    <a:pt x="131971" y="36875"/>
                    <a:pt x="132946" y="38457"/>
                    <a:pt x="133881" y="40076"/>
                  </a:cubicBezTo>
                  <a:cubicBezTo>
                    <a:pt x="134816" y="41694"/>
                    <a:pt x="135712" y="43348"/>
                    <a:pt x="136567" y="45035"/>
                  </a:cubicBezTo>
                  <a:cubicBezTo>
                    <a:pt x="137423" y="46722"/>
                    <a:pt x="138237" y="48441"/>
                    <a:pt x="139009" y="50190"/>
                  </a:cubicBezTo>
                  <a:cubicBezTo>
                    <a:pt x="139780" y="51938"/>
                    <a:pt x="140509" y="53716"/>
                    <a:pt x="141195" y="55519"/>
                  </a:cubicBezTo>
                  <a:cubicBezTo>
                    <a:pt x="141880" y="57323"/>
                    <a:pt x="142521" y="59152"/>
                    <a:pt x="143117" y="61003"/>
                  </a:cubicBezTo>
                  <a:cubicBezTo>
                    <a:pt x="143713" y="62854"/>
                    <a:pt x="144264" y="64727"/>
                    <a:pt x="144768" y="66619"/>
                  </a:cubicBezTo>
                  <a:cubicBezTo>
                    <a:pt x="145273" y="68511"/>
                    <a:pt x="145731" y="70420"/>
                    <a:pt x="146141" y="72345"/>
                  </a:cubicBezTo>
                  <a:cubicBezTo>
                    <a:pt x="146552" y="74270"/>
                    <a:pt x="146916" y="76208"/>
                    <a:pt x="147232" y="78159"/>
                  </a:cubicBezTo>
                  <a:cubicBezTo>
                    <a:pt x="147547" y="80109"/>
                    <a:pt x="147815" y="82069"/>
                    <a:pt x="148034" y="84037"/>
                  </a:cubicBezTo>
                  <a:cubicBezTo>
                    <a:pt x="148254" y="86005"/>
                    <a:pt x="148424" y="87979"/>
                    <a:pt x="148546" y="89957"/>
                  </a:cubicBezTo>
                  <a:close/>
                </a:path>
              </a:pathLst>
            </a:custGeom>
            <a:solidFill>
              <a:srgbClr val="176BC6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50" name="probe-noto-emoji_u1f43f" descr="Noto Emoji artwork by Google; Apache License 2.0; preserve full bundled license. Source: https://github.com/googlefonts/noto-emoji/blob/e20cbc2bbec1926686be9f9bee7d1d2cfa1fea0e/2D/svg/emoji_u1f43f.svg; SVG SHA256: ed2e937d0921faa6568dd13a0efd7756ada8d7d79bcccea6dea72fbc2a331919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1280000" cy="1280000"/>
          </a:xfrm>
        </p:grpSpPr>
        <p:sp>
          <p:nvSpPr>
            <p:cNvPr id="51" name="probe-noto-emoji_u1f43f-part-1"/>
            <p:cNvSpPr/>
            <p:nvPr/>
          </p:nvSpPr>
          <p:spPr>
            <a:xfrm>
              <a:off x="221662" y="186464"/>
              <a:ext cx="101028" cy="129163"/>
            </a:xfrm>
            <a:custGeom>
              <a:avLst/>
              <a:gdLst/>
              <a:ahLst/>
              <a:cxnLst/>
              <a:rect l="0" t="0" r="r" b="b"/>
              <a:pathLst>
                <a:path w="101028" h="129163">
                  <a:moveTo>
                    <a:pt x="99438" y="92336"/>
                  </a:moveTo>
                  <a:cubicBezTo>
                    <a:pt x="107538" y="72736"/>
                    <a:pt x="83238" y="2936"/>
                    <a:pt x="59338" y="136"/>
                  </a:cubicBezTo>
                  <a:cubicBezTo>
                    <a:pt x="32538" y="-3064"/>
                    <a:pt x="-3262" y="50836"/>
                    <a:pt x="238" y="111336"/>
                  </a:cubicBezTo>
                  <a:cubicBezTo>
                    <a:pt x="2538" y="152236"/>
                    <a:pt x="90938" y="112736"/>
                    <a:pt x="99438" y="92336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52" name="probe-noto-emoji_u1f43f-part-2"/>
            <p:cNvSpPr/>
            <p:nvPr/>
          </p:nvSpPr>
          <p:spPr>
            <a:xfrm>
              <a:off x="193700" y="737141"/>
              <a:ext cx="221100" cy="146359"/>
            </a:xfrm>
            <a:custGeom>
              <a:avLst/>
              <a:gdLst/>
              <a:ahLst/>
              <a:cxnLst/>
              <a:rect l="0" t="0" r="r" b="b"/>
              <a:pathLst>
                <a:path w="221100" h="146359">
                  <a:moveTo>
                    <a:pt x="136500" y="8359"/>
                  </a:moveTo>
                  <a:cubicBezTo>
                    <a:pt x="136500" y="8359"/>
                    <a:pt x="121000" y="36559"/>
                    <a:pt x="94300" y="51959"/>
                  </a:cubicBezTo>
                  <a:cubicBezTo>
                    <a:pt x="67600" y="67459"/>
                    <a:pt x="0" y="99859"/>
                    <a:pt x="0" y="99859"/>
                  </a:cubicBezTo>
                  <a:lnTo>
                    <a:pt x="31000" y="146359"/>
                  </a:lnTo>
                  <a:lnTo>
                    <a:pt x="221100" y="123859"/>
                  </a:lnTo>
                  <a:cubicBezTo>
                    <a:pt x="221000" y="123859"/>
                    <a:pt x="183000" y="-38041"/>
                    <a:pt x="136500" y="8359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53" name="probe-noto-emoji_u1f43f-part-3"/>
            <p:cNvSpPr/>
            <p:nvPr/>
          </p:nvSpPr>
          <p:spPr>
            <a:xfrm>
              <a:off x="447100" y="344300"/>
              <a:ext cx="792713" cy="775454"/>
            </a:xfrm>
            <a:custGeom>
              <a:avLst/>
              <a:gdLst/>
              <a:ahLst/>
              <a:cxnLst/>
              <a:rect l="0" t="0" r="r" b="b"/>
              <a:pathLst>
                <a:path w="792713" h="775454">
                  <a:moveTo>
                    <a:pt x="0" y="105600"/>
                  </a:moveTo>
                  <a:lnTo>
                    <a:pt x="63400" y="0"/>
                  </a:lnTo>
                  <a:cubicBezTo>
                    <a:pt x="63400" y="0"/>
                    <a:pt x="81700" y="87300"/>
                    <a:pt x="93000" y="111200"/>
                  </a:cubicBezTo>
                  <a:cubicBezTo>
                    <a:pt x="104300" y="135100"/>
                    <a:pt x="128200" y="181600"/>
                    <a:pt x="150700" y="188600"/>
                  </a:cubicBezTo>
                  <a:cubicBezTo>
                    <a:pt x="173200" y="195600"/>
                    <a:pt x="222500" y="175900"/>
                    <a:pt x="302700" y="216800"/>
                  </a:cubicBezTo>
                  <a:cubicBezTo>
                    <a:pt x="382900" y="257700"/>
                    <a:pt x="473000" y="371700"/>
                    <a:pt x="478700" y="482900"/>
                  </a:cubicBezTo>
                  <a:cubicBezTo>
                    <a:pt x="484400" y="594100"/>
                    <a:pt x="459000" y="616600"/>
                    <a:pt x="471700" y="633500"/>
                  </a:cubicBezTo>
                  <a:cubicBezTo>
                    <a:pt x="484400" y="650400"/>
                    <a:pt x="554800" y="633500"/>
                    <a:pt x="570200" y="571600"/>
                  </a:cubicBezTo>
                  <a:cubicBezTo>
                    <a:pt x="585600" y="509700"/>
                    <a:pt x="566000" y="422400"/>
                    <a:pt x="536400" y="359000"/>
                  </a:cubicBezTo>
                  <a:cubicBezTo>
                    <a:pt x="506800" y="295600"/>
                    <a:pt x="467400" y="232300"/>
                    <a:pt x="501200" y="136600"/>
                  </a:cubicBezTo>
                  <a:cubicBezTo>
                    <a:pt x="535000" y="40900"/>
                    <a:pt x="653200" y="8500"/>
                    <a:pt x="711000" y="18300"/>
                  </a:cubicBezTo>
                  <a:cubicBezTo>
                    <a:pt x="768700" y="28200"/>
                    <a:pt x="792100" y="54800"/>
                    <a:pt x="792700" y="88700"/>
                  </a:cubicBezTo>
                  <a:cubicBezTo>
                    <a:pt x="794100" y="173200"/>
                    <a:pt x="684300" y="143600"/>
                    <a:pt x="685700" y="236500"/>
                  </a:cubicBezTo>
                  <a:cubicBezTo>
                    <a:pt x="687100" y="329400"/>
                    <a:pt x="772000" y="426600"/>
                    <a:pt x="758900" y="556100"/>
                  </a:cubicBezTo>
                  <a:cubicBezTo>
                    <a:pt x="744800" y="695500"/>
                    <a:pt x="647700" y="765900"/>
                    <a:pt x="513900" y="774300"/>
                  </a:cubicBezTo>
                  <a:cubicBezTo>
                    <a:pt x="387500" y="782300"/>
                    <a:pt x="268900" y="746100"/>
                    <a:pt x="268900" y="746100"/>
                  </a:cubicBezTo>
                  <a:lnTo>
                    <a:pt x="180200" y="349100"/>
                  </a:lnTo>
                  <a:lnTo>
                    <a:pt x="5600" y="222400"/>
                  </a:lnTo>
                  <a:lnTo>
                    <a:pt x="0" y="105600"/>
                  </a:ln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54" name="probe-noto-emoji_u1f43f-part-4"/>
            <p:cNvSpPr/>
            <p:nvPr/>
          </p:nvSpPr>
          <p:spPr>
            <a:xfrm>
              <a:off x="592500" y="557893"/>
              <a:ext cx="305805" cy="359615"/>
            </a:xfrm>
            <a:custGeom>
              <a:avLst/>
              <a:gdLst/>
              <a:ahLst/>
              <a:cxnLst/>
              <a:rect l="0" t="0" r="r" b="b"/>
              <a:pathLst>
                <a:path w="305805" h="359615">
                  <a:moveTo>
                    <a:pt x="0" y="907"/>
                  </a:moveTo>
                  <a:cubicBezTo>
                    <a:pt x="0" y="34707"/>
                    <a:pt x="127900" y="76507"/>
                    <a:pt x="184900" y="136007"/>
                  </a:cubicBezTo>
                  <a:cubicBezTo>
                    <a:pt x="290000" y="245807"/>
                    <a:pt x="281600" y="373407"/>
                    <a:pt x="300300" y="358407"/>
                  </a:cubicBezTo>
                  <a:cubicBezTo>
                    <a:pt x="304600" y="355007"/>
                    <a:pt x="329000" y="226407"/>
                    <a:pt x="224300" y="104107"/>
                  </a:cubicBezTo>
                  <a:cubicBezTo>
                    <a:pt x="146500" y="13107"/>
                    <a:pt x="0" y="-4593"/>
                    <a:pt x="0" y="907"/>
                  </a:cubicBezTo>
                  <a:close/>
                </a:path>
              </a:pathLst>
            </a:custGeom>
            <a:solidFill>
              <a:srgbClr val="FEE5C1"/>
            </a:solidFill>
            <a:ln w="8037" cap="flat">
              <a:noFill/>
              <a:prstDash val="solid"/>
              <a:miter/>
            </a:ln>
          </p:spPr>
        </p:sp>
        <p:sp>
          <p:nvSpPr>
            <p:cNvPr id="55" name="probe-noto-emoji_u1f43f-part-5"/>
            <p:cNvSpPr/>
            <p:nvPr/>
          </p:nvSpPr>
          <p:spPr>
            <a:xfrm>
              <a:off x="99355" y="836600"/>
              <a:ext cx="117845" cy="110507"/>
            </a:xfrm>
            <a:custGeom>
              <a:avLst/>
              <a:gdLst/>
              <a:ahLst/>
              <a:cxnLst/>
              <a:rect l="0" t="0" r="r" b="b"/>
              <a:pathLst>
                <a:path w="117845" h="110507">
                  <a:moveTo>
                    <a:pt x="21145" y="0"/>
                  </a:moveTo>
                  <a:cubicBezTo>
                    <a:pt x="21145" y="0"/>
                    <a:pt x="-19355" y="44500"/>
                    <a:pt x="11745" y="86300"/>
                  </a:cubicBezTo>
                  <a:cubicBezTo>
                    <a:pt x="47545" y="134600"/>
                    <a:pt x="117845" y="95700"/>
                    <a:pt x="117845" y="95700"/>
                  </a:cubicBezTo>
                  <a:lnTo>
                    <a:pt x="21145" y="0"/>
                  </a:lnTo>
                  <a:close/>
                </a:path>
              </a:pathLst>
            </a:custGeom>
            <a:solidFill>
              <a:srgbClr val="C49166"/>
            </a:solidFill>
            <a:ln w="8037" cap="flat">
              <a:noFill/>
              <a:prstDash val="solid"/>
              <a:miter/>
            </a:ln>
          </p:spPr>
        </p:sp>
        <p:sp>
          <p:nvSpPr>
            <p:cNvPr id="56" name="probe-noto-emoji_u1f43f-part-6"/>
            <p:cNvSpPr/>
            <p:nvPr/>
          </p:nvSpPr>
          <p:spPr>
            <a:xfrm>
              <a:off x="113255" y="811700"/>
              <a:ext cx="163846" cy="139191"/>
            </a:xfrm>
            <a:custGeom>
              <a:avLst/>
              <a:gdLst/>
              <a:ahLst/>
              <a:cxnLst/>
              <a:rect l="0" t="0" r="r" b="b"/>
              <a:pathLst>
                <a:path w="163846" h="139191">
                  <a:moveTo>
                    <a:pt x="11045" y="0"/>
                  </a:moveTo>
                  <a:cubicBezTo>
                    <a:pt x="11045" y="0"/>
                    <a:pt x="-16055" y="35400"/>
                    <a:pt x="14645" y="77000"/>
                  </a:cubicBezTo>
                  <a:cubicBezTo>
                    <a:pt x="46545" y="120200"/>
                    <a:pt x="76145" y="143600"/>
                    <a:pt x="114145" y="138500"/>
                  </a:cubicBezTo>
                  <a:cubicBezTo>
                    <a:pt x="152145" y="133300"/>
                    <a:pt x="163445" y="110300"/>
                    <a:pt x="163845" y="83100"/>
                  </a:cubicBezTo>
                  <a:cubicBezTo>
                    <a:pt x="164445" y="55800"/>
                    <a:pt x="11045" y="0"/>
                    <a:pt x="11045" y="0"/>
                  </a:cubicBezTo>
                  <a:close/>
                </a:path>
              </a:pathLst>
            </a:custGeom>
            <a:solidFill>
              <a:srgbClr val="AD3421"/>
            </a:solidFill>
            <a:ln w="8037" cap="flat">
              <a:noFill/>
              <a:prstDash val="solid"/>
              <a:miter/>
            </a:ln>
          </p:spPr>
        </p:sp>
        <p:sp>
          <p:nvSpPr>
            <p:cNvPr id="57" name="probe-noto-emoji_u1f43f-part-7"/>
            <p:cNvSpPr/>
            <p:nvPr/>
          </p:nvSpPr>
          <p:spPr>
            <a:xfrm>
              <a:off x="116703" y="780200"/>
              <a:ext cx="144097" cy="130000"/>
            </a:xfrm>
            <a:custGeom>
              <a:avLst/>
              <a:gdLst/>
              <a:ahLst/>
              <a:cxnLst/>
              <a:rect l="0" t="0" r="r" b="b"/>
              <a:pathLst>
                <a:path w="144097" h="130000">
                  <a:moveTo>
                    <a:pt x="55397" y="0"/>
                  </a:moveTo>
                  <a:cubicBezTo>
                    <a:pt x="34697" y="0"/>
                    <a:pt x="10797" y="9900"/>
                    <a:pt x="2397" y="37500"/>
                  </a:cubicBezTo>
                  <a:cubicBezTo>
                    <a:pt x="-8903" y="74500"/>
                    <a:pt x="22997" y="101300"/>
                    <a:pt x="30597" y="109800"/>
                  </a:cubicBezTo>
                  <a:cubicBezTo>
                    <a:pt x="38197" y="118300"/>
                    <a:pt x="52197" y="130000"/>
                    <a:pt x="77497" y="130000"/>
                  </a:cubicBezTo>
                  <a:cubicBezTo>
                    <a:pt x="102797" y="130000"/>
                    <a:pt x="144097" y="82600"/>
                    <a:pt x="144097" y="82600"/>
                  </a:cubicBezTo>
                  <a:cubicBezTo>
                    <a:pt x="144097" y="82600"/>
                    <a:pt x="139797" y="46600"/>
                    <a:pt x="111097" y="22700"/>
                  </a:cubicBezTo>
                  <a:cubicBezTo>
                    <a:pt x="86997" y="2600"/>
                    <a:pt x="67997" y="0"/>
                    <a:pt x="55397" y="0"/>
                  </a:cubicBezTo>
                  <a:close/>
                </a:path>
              </a:pathLst>
            </a:custGeom>
            <a:solidFill>
              <a:srgbClr val="D97755"/>
            </a:solidFill>
            <a:ln w="8037" cap="flat">
              <a:noFill/>
              <a:prstDash val="solid"/>
              <a:miter/>
            </a:ln>
          </p:spPr>
        </p:sp>
        <p:sp>
          <p:nvSpPr>
            <p:cNvPr id="58" name="probe-noto-emoji_u1f43f-part-8"/>
            <p:cNvSpPr/>
            <p:nvPr/>
          </p:nvSpPr>
          <p:spPr>
            <a:xfrm>
              <a:off x="110479" y="872491"/>
              <a:ext cx="15421" cy="35149"/>
            </a:xfrm>
            <a:custGeom>
              <a:avLst/>
              <a:gdLst/>
              <a:ahLst/>
              <a:cxnLst/>
              <a:rect l="0" t="0" r="r" b="b"/>
              <a:pathLst>
                <a:path w="15421" h="35149">
                  <a:moveTo>
                    <a:pt x="1021" y="12909"/>
                  </a:moveTo>
                  <a:cubicBezTo>
                    <a:pt x="-1279" y="24609"/>
                    <a:pt x="121" y="33509"/>
                    <a:pt x="7121" y="35009"/>
                  </a:cubicBezTo>
                  <a:cubicBezTo>
                    <a:pt x="14121" y="36509"/>
                    <a:pt x="12721" y="25609"/>
                    <a:pt x="14121" y="18609"/>
                  </a:cubicBezTo>
                  <a:cubicBezTo>
                    <a:pt x="15521" y="11609"/>
                    <a:pt x="16921" y="1609"/>
                    <a:pt x="11821" y="309"/>
                  </a:cubicBezTo>
                  <a:cubicBezTo>
                    <a:pt x="4021" y="-1791"/>
                    <a:pt x="2121" y="7309"/>
                    <a:pt x="1021" y="12909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59" name="probe-noto-emoji_u1f43f-part-9"/>
            <p:cNvSpPr/>
            <p:nvPr/>
          </p:nvSpPr>
          <p:spPr>
            <a:xfrm>
              <a:off x="133470" y="896959"/>
              <a:ext cx="12427" cy="34458"/>
            </a:xfrm>
            <a:custGeom>
              <a:avLst/>
              <a:gdLst/>
              <a:ahLst/>
              <a:cxnLst/>
              <a:rect l="0" t="0" r="r" b="b"/>
              <a:pathLst>
                <a:path w="12427" h="34458">
                  <a:moveTo>
                    <a:pt x="630" y="15641"/>
                  </a:moveTo>
                  <a:cubicBezTo>
                    <a:pt x="-270" y="26441"/>
                    <a:pt x="-1270" y="33941"/>
                    <a:pt x="5830" y="34441"/>
                  </a:cubicBezTo>
                  <a:cubicBezTo>
                    <a:pt x="12930" y="34941"/>
                    <a:pt x="11730" y="24041"/>
                    <a:pt x="12030" y="18241"/>
                  </a:cubicBezTo>
                  <a:cubicBezTo>
                    <a:pt x="12430" y="10941"/>
                    <a:pt x="13130" y="2741"/>
                    <a:pt x="10530" y="1141"/>
                  </a:cubicBezTo>
                  <a:cubicBezTo>
                    <a:pt x="3230" y="-3559"/>
                    <a:pt x="1330" y="7241"/>
                    <a:pt x="630" y="15641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0" name="probe-noto-emoji_u1f43f-part-10"/>
            <p:cNvSpPr/>
            <p:nvPr/>
          </p:nvSpPr>
          <p:spPr>
            <a:xfrm>
              <a:off x="187805" y="199226"/>
              <a:ext cx="663004" cy="999055"/>
            </a:xfrm>
            <a:custGeom>
              <a:avLst/>
              <a:gdLst/>
              <a:ahLst/>
              <a:cxnLst/>
              <a:rect l="0" t="0" r="r" b="b"/>
              <a:pathLst>
                <a:path w="663004" h="999055">
                  <a:moveTo>
                    <a:pt x="156995" y="724174"/>
                  </a:moveTo>
                  <a:cubicBezTo>
                    <a:pt x="156995" y="724174"/>
                    <a:pt x="153195" y="763574"/>
                    <a:pt x="176695" y="798274"/>
                  </a:cubicBezTo>
                  <a:cubicBezTo>
                    <a:pt x="200195" y="832974"/>
                    <a:pt x="232095" y="856474"/>
                    <a:pt x="230195" y="860174"/>
                  </a:cubicBezTo>
                  <a:cubicBezTo>
                    <a:pt x="228295" y="863874"/>
                    <a:pt x="189795" y="868574"/>
                    <a:pt x="140095" y="872374"/>
                  </a:cubicBezTo>
                  <a:cubicBezTo>
                    <a:pt x="90395" y="876174"/>
                    <a:pt x="69695" y="874274"/>
                    <a:pt x="54695" y="889274"/>
                  </a:cubicBezTo>
                  <a:cubicBezTo>
                    <a:pt x="39695" y="904274"/>
                    <a:pt x="16195" y="937174"/>
                    <a:pt x="34095" y="948374"/>
                  </a:cubicBezTo>
                  <a:cubicBezTo>
                    <a:pt x="51995" y="959574"/>
                    <a:pt x="114795" y="955874"/>
                    <a:pt x="135495" y="953974"/>
                  </a:cubicBezTo>
                  <a:cubicBezTo>
                    <a:pt x="156195" y="952074"/>
                    <a:pt x="211495" y="945574"/>
                    <a:pt x="211495" y="945574"/>
                  </a:cubicBezTo>
                  <a:cubicBezTo>
                    <a:pt x="211495" y="945574"/>
                    <a:pt x="182395" y="975574"/>
                    <a:pt x="198395" y="988774"/>
                  </a:cubicBezTo>
                  <a:cubicBezTo>
                    <a:pt x="214395" y="1001874"/>
                    <a:pt x="253795" y="999074"/>
                    <a:pt x="282895" y="998174"/>
                  </a:cubicBezTo>
                  <a:cubicBezTo>
                    <a:pt x="311995" y="997274"/>
                    <a:pt x="439595" y="989774"/>
                    <a:pt x="492195" y="987874"/>
                  </a:cubicBezTo>
                  <a:cubicBezTo>
                    <a:pt x="544795" y="985974"/>
                    <a:pt x="586995" y="990674"/>
                    <a:pt x="600095" y="969074"/>
                  </a:cubicBezTo>
                  <a:cubicBezTo>
                    <a:pt x="613195" y="947474"/>
                    <a:pt x="595395" y="934374"/>
                    <a:pt x="595395" y="934374"/>
                  </a:cubicBezTo>
                  <a:cubicBezTo>
                    <a:pt x="595395" y="934374"/>
                    <a:pt x="663895" y="904374"/>
                    <a:pt x="662995" y="780474"/>
                  </a:cubicBezTo>
                  <a:cubicBezTo>
                    <a:pt x="662095" y="656574"/>
                    <a:pt x="614195" y="560374"/>
                    <a:pt x="514695" y="481974"/>
                  </a:cubicBezTo>
                  <a:cubicBezTo>
                    <a:pt x="440195" y="423274"/>
                    <a:pt x="362695" y="404974"/>
                    <a:pt x="321395" y="340274"/>
                  </a:cubicBezTo>
                  <a:cubicBezTo>
                    <a:pt x="280095" y="275574"/>
                    <a:pt x="287595" y="248274"/>
                    <a:pt x="287595" y="248274"/>
                  </a:cubicBezTo>
                  <a:cubicBezTo>
                    <a:pt x="287595" y="248274"/>
                    <a:pt x="326995" y="195674"/>
                    <a:pt x="329795" y="135674"/>
                  </a:cubicBezTo>
                  <a:cubicBezTo>
                    <a:pt x="332595" y="75574"/>
                    <a:pt x="324895" y="8274"/>
                    <a:pt x="287595" y="574"/>
                  </a:cubicBezTo>
                  <a:cubicBezTo>
                    <a:pt x="261595" y="-4826"/>
                    <a:pt x="220995" y="28774"/>
                    <a:pt x="200295" y="63474"/>
                  </a:cubicBezTo>
                  <a:cubicBezTo>
                    <a:pt x="179695" y="98174"/>
                    <a:pt x="128995" y="172374"/>
                    <a:pt x="128995" y="172374"/>
                  </a:cubicBezTo>
                  <a:lnTo>
                    <a:pt x="119595" y="463274"/>
                  </a:lnTo>
                  <a:lnTo>
                    <a:pt x="188095" y="604074"/>
                  </a:lnTo>
                  <a:cubicBezTo>
                    <a:pt x="188095" y="604074"/>
                    <a:pt x="182495" y="620974"/>
                    <a:pt x="173995" y="624674"/>
                  </a:cubicBezTo>
                  <a:cubicBezTo>
                    <a:pt x="165595" y="628474"/>
                    <a:pt x="79195" y="624674"/>
                    <a:pt x="62295" y="625574"/>
                  </a:cubicBezTo>
                  <a:cubicBezTo>
                    <a:pt x="45395" y="626474"/>
                    <a:pt x="2795" y="640274"/>
                    <a:pt x="695" y="668774"/>
                  </a:cubicBezTo>
                  <a:cubicBezTo>
                    <a:pt x="-1205" y="694274"/>
                    <a:pt x="-605" y="695074"/>
                    <a:pt x="20995" y="699774"/>
                  </a:cubicBezTo>
                  <a:cubicBezTo>
                    <a:pt x="42495" y="704474"/>
                    <a:pt x="156995" y="724174"/>
                    <a:pt x="156995" y="724174"/>
                  </a:cubicBezTo>
                  <a:close/>
                </a:path>
              </a:pathLst>
            </a:custGeom>
            <a:solidFill>
              <a:srgbClr val="C49166"/>
            </a:solidFill>
            <a:ln w="8037" cap="flat">
              <a:noFill/>
              <a:prstDash val="solid"/>
              <a:miter/>
            </a:ln>
          </p:spPr>
        </p:sp>
        <p:sp>
          <p:nvSpPr>
            <p:cNvPr id="61" name="probe-noto-emoji_u1f43f-part-11"/>
            <p:cNvSpPr/>
            <p:nvPr/>
          </p:nvSpPr>
          <p:spPr>
            <a:xfrm>
              <a:off x="192000" y="840137"/>
              <a:ext cx="54507" cy="21154"/>
            </a:xfrm>
            <a:custGeom>
              <a:avLst/>
              <a:gdLst/>
              <a:ahLst/>
              <a:cxnLst/>
              <a:rect l="0" t="0" r="r" b="b"/>
              <a:pathLst>
                <a:path w="54507" h="21154">
                  <a:moveTo>
                    <a:pt x="0" y="17863"/>
                  </a:moveTo>
                  <a:cubicBezTo>
                    <a:pt x="0" y="22663"/>
                    <a:pt x="14100" y="21663"/>
                    <a:pt x="26300" y="18363"/>
                  </a:cubicBezTo>
                  <a:cubicBezTo>
                    <a:pt x="38500" y="15063"/>
                    <a:pt x="54900" y="12763"/>
                    <a:pt x="54500" y="5263"/>
                  </a:cubicBezTo>
                  <a:cubicBezTo>
                    <a:pt x="54000" y="-2237"/>
                    <a:pt x="36200" y="-637"/>
                    <a:pt x="25900" y="3363"/>
                  </a:cubicBezTo>
                  <a:cubicBezTo>
                    <a:pt x="12700" y="8463"/>
                    <a:pt x="0" y="10863"/>
                    <a:pt x="0" y="17863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2" name="probe-noto-emoji_u1f43f-part-12"/>
            <p:cNvSpPr/>
            <p:nvPr/>
          </p:nvSpPr>
          <p:spPr>
            <a:xfrm>
              <a:off x="188500" y="867443"/>
              <a:ext cx="46500" cy="17231"/>
            </a:xfrm>
            <a:custGeom>
              <a:avLst/>
              <a:gdLst/>
              <a:ahLst/>
              <a:cxnLst/>
              <a:rect l="0" t="0" r="r" b="b"/>
              <a:pathLst>
                <a:path w="46500" h="17231">
                  <a:moveTo>
                    <a:pt x="46500" y="5257"/>
                  </a:moveTo>
                  <a:cubicBezTo>
                    <a:pt x="46500" y="13857"/>
                    <a:pt x="32800" y="12057"/>
                    <a:pt x="23500" y="14157"/>
                  </a:cubicBezTo>
                  <a:cubicBezTo>
                    <a:pt x="15100" y="16057"/>
                    <a:pt x="0" y="20257"/>
                    <a:pt x="0" y="13657"/>
                  </a:cubicBezTo>
                  <a:cubicBezTo>
                    <a:pt x="0" y="7057"/>
                    <a:pt x="12700" y="4757"/>
                    <a:pt x="21600" y="2857"/>
                  </a:cubicBezTo>
                  <a:cubicBezTo>
                    <a:pt x="30500" y="1057"/>
                    <a:pt x="46500" y="-3643"/>
                    <a:pt x="46500" y="5257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3" name="probe-noto-emoji_u1f43f-part-13"/>
            <p:cNvSpPr/>
            <p:nvPr/>
          </p:nvSpPr>
          <p:spPr>
            <a:xfrm>
              <a:off x="385100" y="783500"/>
              <a:ext cx="257600" cy="318264"/>
            </a:xfrm>
            <a:custGeom>
              <a:avLst/>
              <a:gdLst/>
              <a:ahLst/>
              <a:cxnLst/>
              <a:rect l="0" t="0" r="r" b="b"/>
              <a:pathLst>
                <a:path w="257600" h="318264">
                  <a:moveTo>
                    <a:pt x="0" y="143600"/>
                  </a:moveTo>
                  <a:lnTo>
                    <a:pt x="89400" y="112600"/>
                  </a:lnTo>
                  <a:lnTo>
                    <a:pt x="165400" y="0"/>
                  </a:lnTo>
                  <a:lnTo>
                    <a:pt x="218200" y="40800"/>
                  </a:lnTo>
                  <a:cubicBezTo>
                    <a:pt x="218200" y="40800"/>
                    <a:pt x="181600" y="78100"/>
                    <a:pt x="177400" y="113300"/>
                  </a:cubicBezTo>
                  <a:cubicBezTo>
                    <a:pt x="171800" y="159700"/>
                    <a:pt x="183700" y="207600"/>
                    <a:pt x="204100" y="236500"/>
                  </a:cubicBezTo>
                  <a:cubicBezTo>
                    <a:pt x="224500" y="265400"/>
                    <a:pt x="257600" y="313200"/>
                    <a:pt x="257600" y="313200"/>
                  </a:cubicBezTo>
                  <a:cubicBezTo>
                    <a:pt x="257600" y="313200"/>
                    <a:pt x="221700" y="322400"/>
                    <a:pt x="181600" y="316000"/>
                  </a:cubicBezTo>
                  <a:cubicBezTo>
                    <a:pt x="145900" y="310400"/>
                    <a:pt x="79900" y="276900"/>
                    <a:pt x="46100" y="235400"/>
                  </a:cubicBezTo>
                  <a:cubicBezTo>
                    <a:pt x="24300" y="208700"/>
                    <a:pt x="9200" y="188000"/>
                    <a:pt x="0" y="143600"/>
                  </a:cubicBezTo>
                  <a:close/>
                </a:path>
              </a:pathLst>
            </a:custGeom>
            <a:solidFill>
              <a:srgbClr val="FDC397"/>
            </a:solidFill>
            <a:ln w="8037" cap="flat">
              <a:noFill/>
              <a:prstDash val="solid"/>
              <a:miter/>
            </a:ln>
          </p:spPr>
        </p:sp>
        <p:sp>
          <p:nvSpPr>
            <p:cNvPr id="64" name="probe-noto-emoji_u1f43f-part-14"/>
            <p:cNvSpPr/>
            <p:nvPr/>
          </p:nvSpPr>
          <p:spPr>
            <a:xfrm>
              <a:off x="190561" y="771800"/>
              <a:ext cx="366339" cy="159862"/>
            </a:xfrm>
            <a:custGeom>
              <a:avLst/>
              <a:gdLst/>
              <a:ahLst/>
              <a:cxnLst/>
              <a:rect l="0" t="0" r="r" b="b"/>
              <a:pathLst>
                <a:path w="366339" h="159862">
                  <a:moveTo>
                    <a:pt x="344239" y="0"/>
                  </a:moveTo>
                  <a:lnTo>
                    <a:pt x="366339" y="16400"/>
                  </a:lnTo>
                  <a:cubicBezTo>
                    <a:pt x="366339" y="16400"/>
                    <a:pt x="341439" y="100400"/>
                    <a:pt x="275339" y="137900"/>
                  </a:cubicBezTo>
                  <a:cubicBezTo>
                    <a:pt x="229439" y="163900"/>
                    <a:pt x="183539" y="164600"/>
                    <a:pt x="96039" y="151500"/>
                  </a:cubicBezTo>
                  <a:cubicBezTo>
                    <a:pt x="23739" y="140700"/>
                    <a:pt x="6539" y="127100"/>
                    <a:pt x="1339" y="122900"/>
                  </a:cubicBezTo>
                  <a:cubicBezTo>
                    <a:pt x="-4661" y="118000"/>
                    <a:pt x="10139" y="126700"/>
                    <a:pt x="33139" y="129000"/>
                  </a:cubicBezTo>
                  <a:cubicBezTo>
                    <a:pt x="56139" y="131300"/>
                    <a:pt x="126039" y="141200"/>
                    <a:pt x="153739" y="143500"/>
                  </a:cubicBezTo>
                  <a:cubicBezTo>
                    <a:pt x="181439" y="145800"/>
                    <a:pt x="221039" y="141000"/>
                    <a:pt x="251339" y="124300"/>
                  </a:cubicBezTo>
                  <a:cubicBezTo>
                    <a:pt x="277639" y="109800"/>
                    <a:pt x="300139" y="84400"/>
                    <a:pt x="321739" y="48700"/>
                  </a:cubicBezTo>
                  <a:cubicBezTo>
                    <a:pt x="331739" y="32300"/>
                    <a:pt x="344239" y="0"/>
                    <a:pt x="344239" y="0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5" name="probe-noto-emoji_u1f43f-part-15"/>
            <p:cNvSpPr/>
            <p:nvPr/>
          </p:nvSpPr>
          <p:spPr>
            <a:xfrm>
              <a:off x="218144" y="1097296"/>
              <a:ext cx="32739" cy="50878"/>
            </a:xfrm>
            <a:custGeom>
              <a:avLst/>
              <a:gdLst/>
              <a:ahLst/>
              <a:cxnLst/>
              <a:rect l="0" t="0" r="r" b="b"/>
              <a:pathLst>
                <a:path w="32739" h="50878">
                  <a:moveTo>
                    <a:pt x="29056" y="204"/>
                  </a:moveTo>
                  <a:cubicBezTo>
                    <a:pt x="23956" y="-1896"/>
                    <a:pt x="14556" y="12604"/>
                    <a:pt x="7256" y="25904"/>
                  </a:cubicBezTo>
                  <a:cubicBezTo>
                    <a:pt x="1856" y="35904"/>
                    <a:pt x="-3144" y="47004"/>
                    <a:pt x="2456" y="50404"/>
                  </a:cubicBezTo>
                  <a:cubicBezTo>
                    <a:pt x="8056" y="53804"/>
                    <a:pt x="17256" y="38104"/>
                    <a:pt x="21756" y="29604"/>
                  </a:cubicBezTo>
                  <a:cubicBezTo>
                    <a:pt x="26256" y="21004"/>
                    <a:pt x="38956" y="4204"/>
                    <a:pt x="29056" y="204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6" name="probe-noto-emoji_u1f43f-part-16"/>
            <p:cNvSpPr/>
            <p:nvPr/>
          </p:nvSpPr>
          <p:spPr>
            <a:xfrm>
              <a:off x="240349" y="1103783"/>
              <a:ext cx="37794" cy="51379"/>
            </a:xfrm>
            <a:custGeom>
              <a:avLst/>
              <a:gdLst/>
              <a:ahLst/>
              <a:cxnLst/>
              <a:rect l="0" t="0" r="r" b="b"/>
              <a:pathLst>
                <a:path w="37794" h="51379">
                  <a:moveTo>
                    <a:pt x="13351" y="18617"/>
                  </a:moveTo>
                  <a:cubicBezTo>
                    <a:pt x="6551" y="28817"/>
                    <a:pt x="-4249" y="47017"/>
                    <a:pt x="1751" y="50817"/>
                  </a:cubicBezTo>
                  <a:cubicBezTo>
                    <a:pt x="7751" y="54617"/>
                    <a:pt x="18251" y="38217"/>
                    <a:pt x="24251" y="29317"/>
                  </a:cubicBezTo>
                  <a:cubicBezTo>
                    <a:pt x="30251" y="20517"/>
                    <a:pt x="42551" y="4017"/>
                    <a:pt x="35851" y="617"/>
                  </a:cubicBezTo>
                  <a:cubicBezTo>
                    <a:pt x="29151" y="-2783"/>
                    <a:pt x="20051" y="8517"/>
                    <a:pt x="13351" y="18617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7" name="probe-noto-emoji_u1f43f-part-17"/>
            <p:cNvSpPr/>
            <p:nvPr/>
          </p:nvSpPr>
          <p:spPr>
            <a:xfrm>
              <a:off x="392885" y="1140067"/>
              <a:ext cx="36248" cy="54832"/>
            </a:xfrm>
            <a:custGeom>
              <a:avLst/>
              <a:gdLst/>
              <a:ahLst/>
              <a:cxnLst/>
              <a:rect l="0" t="0" r="r" b="b"/>
              <a:pathLst>
                <a:path w="36248" h="54832">
                  <a:moveTo>
                    <a:pt x="32215" y="333"/>
                  </a:moveTo>
                  <a:cubicBezTo>
                    <a:pt x="23215" y="-2367"/>
                    <a:pt x="10415" y="11933"/>
                    <a:pt x="5115" y="22133"/>
                  </a:cubicBezTo>
                  <a:cubicBezTo>
                    <a:pt x="-185" y="32333"/>
                    <a:pt x="-2285" y="50733"/>
                    <a:pt x="3315" y="54133"/>
                  </a:cubicBezTo>
                  <a:cubicBezTo>
                    <a:pt x="11415" y="59033"/>
                    <a:pt x="13215" y="36933"/>
                    <a:pt x="21215" y="25933"/>
                  </a:cubicBezTo>
                  <a:cubicBezTo>
                    <a:pt x="27315" y="17933"/>
                    <a:pt x="43815" y="3833"/>
                    <a:pt x="32215" y="333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8" name="probe-noto-emoji_u1f43f-part-18"/>
            <p:cNvSpPr/>
            <p:nvPr/>
          </p:nvSpPr>
          <p:spPr>
            <a:xfrm>
              <a:off x="420770" y="1142575"/>
              <a:ext cx="35676" cy="57090"/>
            </a:xfrm>
            <a:custGeom>
              <a:avLst/>
              <a:gdLst/>
              <a:ahLst/>
              <a:cxnLst/>
              <a:rect l="0" t="0" r="r" b="b"/>
              <a:pathLst>
                <a:path w="35676" h="57090">
                  <a:moveTo>
                    <a:pt x="4530" y="25425"/>
                  </a:moveTo>
                  <a:cubicBezTo>
                    <a:pt x="-970" y="39525"/>
                    <a:pt x="-2170" y="55925"/>
                    <a:pt x="4930" y="57025"/>
                  </a:cubicBezTo>
                  <a:cubicBezTo>
                    <a:pt x="12930" y="58225"/>
                    <a:pt x="12730" y="42525"/>
                    <a:pt x="19530" y="29825"/>
                  </a:cubicBezTo>
                  <a:cubicBezTo>
                    <a:pt x="26330" y="17125"/>
                    <a:pt x="40330" y="3625"/>
                    <a:pt x="34130" y="825"/>
                  </a:cubicBezTo>
                  <a:cubicBezTo>
                    <a:pt x="26930" y="-2575"/>
                    <a:pt x="12830" y="4325"/>
                    <a:pt x="4530" y="25425"/>
                  </a:cubicBezTo>
                  <a:close/>
                </a:path>
              </a:pathLst>
            </a:custGeom>
            <a:solidFill>
              <a:srgbClr val="865B52"/>
            </a:solidFill>
            <a:ln w="8037" cap="flat">
              <a:noFill/>
              <a:prstDash val="solid"/>
              <a:miter/>
            </a:ln>
          </p:spPr>
        </p:sp>
        <p:sp>
          <p:nvSpPr>
            <p:cNvPr id="69" name="probe-noto-emoji_u1f43f-part-19"/>
            <p:cNvSpPr/>
            <p:nvPr/>
          </p:nvSpPr>
          <p:spPr>
            <a:xfrm>
              <a:off x="93800" y="559099"/>
              <a:ext cx="352600" cy="266201"/>
            </a:xfrm>
            <a:custGeom>
              <a:avLst/>
              <a:gdLst/>
              <a:ahLst/>
              <a:cxnLst/>
              <a:rect l="0" t="0" r="r" b="b"/>
              <a:pathLst>
                <a:path w="352600" h="266201">
                  <a:moveTo>
                    <a:pt x="305400" y="30501"/>
                  </a:moveTo>
                  <a:cubicBezTo>
                    <a:pt x="340600" y="50701"/>
                    <a:pt x="352600" y="75901"/>
                    <a:pt x="352600" y="75901"/>
                  </a:cubicBezTo>
                  <a:cubicBezTo>
                    <a:pt x="352600" y="75901"/>
                    <a:pt x="339900" y="97701"/>
                    <a:pt x="325900" y="119501"/>
                  </a:cubicBezTo>
                  <a:cubicBezTo>
                    <a:pt x="311800" y="141301"/>
                    <a:pt x="299000" y="202601"/>
                    <a:pt x="294900" y="220201"/>
                  </a:cubicBezTo>
                  <a:cubicBezTo>
                    <a:pt x="285700" y="259301"/>
                    <a:pt x="267900" y="266201"/>
                    <a:pt x="267900" y="266201"/>
                  </a:cubicBezTo>
                  <a:cubicBezTo>
                    <a:pt x="267900" y="266201"/>
                    <a:pt x="248100" y="232901"/>
                    <a:pt x="238200" y="216001"/>
                  </a:cubicBezTo>
                  <a:cubicBezTo>
                    <a:pt x="229400" y="201001"/>
                    <a:pt x="214600" y="164601"/>
                    <a:pt x="208300" y="162501"/>
                  </a:cubicBezTo>
                  <a:cubicBezTo>
                    <a:pt x="202000" y="160401"/>
                    <a:pt x="143700" y="184001"/>
                    <a:pt x="104600" y="187401"/>
                  </a:cubicBezTo>
                  <a:cubicBezTo>
                    <a:pt x="61900" y="191101"/>
                    <a:pt x="31400" y="166801"/>
                    <a:pt x="31400" y="166801"/>
                  </a:cubicBezTo>
                  <a:lnTo>
                    <a:pt x="0" y="125301"/>
                  </a:lnTo>
                  <a:lnTo>
                    <a:pt x="22500" y="78801"/>
                  </a:lnTo>
                  <a:lnTo>
                    <a:pt x="78100" y="41501"/>
                  </a:lnTo>
                  <a:lnTo>
                    <a:pt x="217500" y="1"/>
                  </a:lnTo>
                  <a:cubicBezTo>
                    <a:pt x="217400" y="-99"/>
                    <a:pt x="260700" y="4801"/>
                    <a:pt x="305400" y="30501"/>
                  </a:cubicBezTo>
                  <a:close/>
                </a:path>
              </a:pathLst>
            </a:custGeom>
            <a:solidFill>
              <a:srgbClr val="FDC397"/>
            </a:solidFill>
            <a:ln w="8037" cap="flat">
              <a:noFill/>
              <a:prstDash val="solid"/>
              <a:miter/>
            </a:ln>
          </p:spPr>
        </p:sp>
        <p:sp>
          <p:nvSpPr>
            <p:cNvPr id="70" name="probe-noto-emoji_u1f43f-part-20"/>
            <p:cNvSpPr/>
            <p:nvPr/>
          </p:nvSpPr>
          <p:spPr>
            <a:xfrm>
              <a:off x="41876" y="263565"/>
              <a:ext cx="342524" cy="384455"/>
            </a:xfrm>
            <a:custGeom>
              <a:avLst/>
              <a:gdLst/>
              <a:ahLst/>
              <a:cxnLst/>
              <a:rect l="0" t="0" r="r" b="b"/>
              <a:pathLst>
                <a:path w="342524" h="384455">
                  <a:moveTo>
                    <a:pt x="306624" y="205335"/>
                  </a:moveTo>
                  <a:lnTo>
                    <a:pt x="317224" y="188435"/>
                  </a:lnTo>
                  <a:cubicBezTo>
                    <a:pt x="317224" y="188435"/>
                    <a:pt x="300124" y="136235"/>
                    <a:pt x="311924" y="86035"/>
                  </a:cubicBezTo>
                  <a:cubicBezTo>
                    <a:pt x="324224" y="33935"/>
                    <a:pt x="342524" y="6535"/>
                    <a:pt x="342524" y="6535"/>
                  </a:cubicBezTo>
                  <a:cubicBezTo>
                    <a:pt x="342524" y="6535"/>
                    <a:pt x="260124" y="-26165"/>
                    <a:pt x="146124" y="54735"/>
                  </a:cubicBezTo>
                  <a:cubicBezTo>
                    <a:pt x="32124" y="135635"/>
                    <a:pt x="40524" y="246135"/>
                    <a:pt x="37724" y="276435"/>
                  </a:cubicBezTo>
                  <a:cubicBezTo>
                    <a:pt x="34924" y="306735"/>
                    <a:pt x="33624" y="323735"/>
                    <a:pt x="22924" y="332735"/>
                  </a:cubicBezTo>
                  <a:cubicBezTo>
                    <a:pt x="2824" y="349635"/>
                    <a:pt x="-2076" y="365135"/>
                    <a:pt x="724" y="377735"/>
                  </a:cubicBezTo>
                  <a:cubicBezTo>
                    <a:pt x="3524" y="390435"/>
                    <a:pt x="48924" y="381235"/>
                    <a:pt x="48924" y="381235"/>
                  </a:cubicBezTo>
                  <a:lnTo>
                    <a:pt x="74224" y="374235"/>
                  </a:lnTo>
                  <a:lnTo>
                    <a:pt x="200924" y="298935"/>
                  </a:lnTo>
                  <a:lnTo>
                    <a:pt x="306624" y="205335"/>
                  </a:lnTo>
                  <a:close/>
                </a:path>
              </a:pathLst>
            </a:custGeom>
            <a:solidFill>
              <a:srgbClr val="9F7157"/>
            </a:solidFill>
            <a:ln w="8037" cap="flat">
              <a:noFill/>
              <a:prstDash val="solid"/>
              <a:miter/>
            </a:ln>
          </p:spPr>
        </p:sp>
        <p:sp>
          <p:nvSpPr>
            <p:cNvPr id="71" name="probe-noto-emoji_u1f43f-part-21"/>
            <p:cNvSpPr/>
            <p:nvPr/>
          </p:nvSpPr>
          <p:spPr>
            <a:xfrm>
              <a:off x="403440" y="272970"/>
              <a:ext cx="68971" cy="139852"/>
            </a:xfrm>
            <a:custGeom>
              <a:avLst/>
              <a:gdLst/>
              <a:ahLst/>
              <a:cxnLst/>
              <a:rect l="0" t="0" r="r" b="b"/>
              <a:pathLst>
                <a:path w="68971" h="139852">
                  <a:moveTo>
                    <a:pt x="52560" y="30"/>
                  </a:moveTo>
                  <a:cubicBezTo>
                    <a:pt x="46060" y="-1070"/>
                    <a:pt x="14060" y="28330"/>
                    <a:pt x="5160" y="63430"/>
                  </a:cubicBezTo>
                  <a:cubicBezTo>
                    <a:pt x="-5640" y="106130"/>
                    <a:pt x="760" y="134930"/>
                    <a:pt x="22060" y="139430"/>
                  </a:cubicBezTo>
                  <a:cubicBezTo>
                    <a:pt x="44160" y="144130"/>
                    <a:pt x="61860" y="108530"/>
                    <a:pt x="67060" y="82630"/>
                  </a:cubicBezTo>
                  <a:cubicBezTo>
                    <a:pt x="72260" y="57230"/>
                    <a:pt x="66660" y="2330"/>
                    <a:pt x="52560" y="30"/>
                  </a:cubicBezTo>
                  <a:close/>
                </a:path>
              </a:pathLst>
            </a:custGeom>
            <a:solidFill>
              <a:srgbClr val="FFD2B2"/>
            </a:solidFill>
            <a:ln w="8037" cap="flat">
              <a:noFill/>
              <a:prstDash val="solid"/>
              <a:miter/>
            </a:ln>
          </p:spPr>
        </p:sp>
        <p:sp>
          <p:nvSpPr>
            <p:cNvPr id="72" name="probe-noto-emoji_u1f43f-part-22"/>
            <p:cNvSpPr/>
            <p:nvPr/>
          </p:nvSpPr>
          <p:spPr>
            <a:xfrm>
              <a:off x="42278" y="625797"/>
              <a:ext cx="80023" cy="58503"/>
            </a:xfrm>
            <a:custGeom>
              <a:avLst/>
              <a:gdLst/>
              <a:ahLst/>
              <a:cxnLst/>
              <a:rect l="0" t="0" r="r" b="b"/>
              <a:pathLst>
                <a:path w="80023" h="58503">
                  <a:moveTo>
                    <a:pt x="30822" y="2403"/>
                  </a:moveTo>
                  <a:cubicBezTo>
                    <a:pt x="13422" y="4503"/>
                    <a:pt x="-2478" y="8003"/>
                    <a:pt x="322" y="21203"/>
                  </a:cubicBezTo>
                  <a:cubicBezTo>
                    <a:pt x="3122" y="34303"/>
                    <a:pt x="19122" y="47503"/>
                    <a:pt x="23822" y="52203"/>
                  </a:cubicBezTo>
                  <a:cubicBezTo>
                    <a:pt x="28522" y="56903"/>
                    <a:pt x="51522" y="58503"/>
                    <a:pt x="51522" y="58503"/>
                  </a:cubicBezTo>
                  <a:cubicBezTo>
                    <a:pt x="51522" y="58503"/>
                    <a:pt x="80222" y="19703"/>
                    <a:pt x="80022" y="11003"/>
                  </a:cubicBezTo>
                  <a:cubicBezTo>
                    <a:pt x="79622" y="-2097"/>
                    <a:pt x="61322" y="-1397"/>
                    <a:pt x="30822" y="2403"/>
                  </a:cubicBezTo>
                  <a:close/>
                </a:path>
              </a:pathLst>
            </a:custGeom>
            <a:solidFill>
              <a:srgbClr val="F69C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73" name="probe-noto-emoji_u1f43f-part-23"/>
            <p:cNvSpPr/>
            <p:nvPr/>
          </p:nvSpPr>
          <p:spPr>
            <a:xfrm>
              <a:off x="130723" y="446645"/>
              <a:ext cx="232086" cy="184243"/>
            </a:xfrm>
            <a:custGeom>
              <a:avLst/>
              <a:gdLst/>
              <a:ahLst/>
              <a:cxnLst/>
              <a:rect l="0" t="0" r="r" b="b"/>
              <a:pathLst>
                <a:path w="232086" h="184243">
                  <a:moveTo>
                    <a:pt x="228377" y="5355"/>
                  </a:moveTo>
                  <a:cubicBezTo>
                    <a:pt x="227077" y="-2545"/>
                    <a:pt x="116777" y="-8745"/>
                    <a:pt x="75177" y="40755"/>
                  </a:cubicBezTo>
                  <a:cubicBezTo>
                    <a:pt x="38077" y="84855"/>
                    <a:pt x="47877" y="117455"/>
                    <a:pt x="36577" y="135155"/>
                  </a:cubicBezTo>
                  <a:cubicBezTo>
                    <a:pt x="16677" y="166355"/>
                    <a:pt x="-1323" y="181955"/>
                    <a:pt x="77" y="183855"/>
                  </a:cubicBezTo>
                  <a:cubicBezTo>
                    <a:pt x="1677" y="186055"/>
                    <a:pt x="22177" y="178455"/>
                    <a:pt x="44677" y="172155"/>
                  </a:cubicBezTo>
                  <a:cubicBezTo>
                    <a:pt x="63377" y="166855"/>
                    <a:pt x="87977" y="170455"/>
                    <a:pt x="111577" y="170755"/>
                  </a:cubicBezTo>
                  <a:cubicBezTo>
                    <a:pt x="138677" y="171155"/>
                    <a:pt x="185277" y="165655"/>
                    <a:pt x="211177" y="120155"/>
                  </a:cubicBezTo>
                  <a:cubicBezTo>
                    <a:pt x="240977" y="67355"/>
                    <a:pt x="230977" y="21555"/>
                    <a:pt x="228377" y="5355"/>
                  </a:cubicBezTo>
                  <a:close/>
                </a:path>
              </a:pathLst>
            </a:custGeom>
            <a:solidFill>
              <a:srgbClr val="FFEAC6"/>
            </a:solidFill>
            <a:ln w="8037" cap="flat">
              <a:noFill/>
              <a:prstDash val="solid"/>
              <a:miter/>
            </a:ln>
          </p:spPr>
        </p:sp>
        <p:sp>
          <p:nvSpPr>
            <p:cNvPr id="74" name="probe-noto-emoji_u1f43f-part-24"/>
            <p:cNvSpPr/>
            <p:nvPr/>
          </p:nvSpPr>
          <p:spPr>
            <a:xfrm>
              <a:off x="224109" y="509217"/>
              <a:ext cx="81605" cy="82445"/>
            </a:xfrm>
            <a:custGeom>
              <a:avLst/>
              <a:gdLst/>
              <a:ahLst/>
              <a:cxnLst/>
              <a:rect l="0" t="0" r="r" b="b"/>
              <a:pathLst>
                <a:path w="81605" h="82445">
                  <a:moveTo>
                    <a:pt x="13191" y="12483"/>
                  </a:moveTo>
                  <a:cubicBezTo>
                    <a:pt x="1091" y="23283"/>
                    <a:pt x="-2709" y="42583"/>
                    <a:pt x="1891" y="57083"/>
                  </a:cubicBezTo>
                  <a:cubicBezTo>
                    <a:pt x="5791" y="69283"/>
                    <a:pt x="21291" y="85383"/>
                    <a:pt x="45991" y="81983"/>
                  </a:cubicBezTo>
                  <a:cubicBezTo>
                    <a:pt x="80291" y="77283"/>
                    <a:pt x="90091" y="40183"/>
                    <a:pt x="74191" y="16283"/>
                  </a:cubicBezTo>
                  <a:cubicBezTo>
                    <a:pt x="65791" y="3583"/>
                    <a:pt x="39491" y="-11017"/>
                    <a:pt x="13191" y="12483"/>
                  </a:cubicBezTo>
                  <a:close/>
                </a:path>
              </a:pathLst>
            </a:custGeom>
            <a:solidFill>
              <a:srgbClr val="100D0F"/>
            </a:solidFill>
            <a:ln w="8037" cap="flat">
              <a:noFill/>
              <a:prstDash val="solid"/>
              <a:miter/>
            </a:ln>
          </p:spPr>
        </p:sp>
        <p:sp>
          <p:nvSpPr>
            <p:cNvPr id="75" name="probe-noto-emoji_u1f43f-part-25"/>
            <p:cNvSpPr/>
            <p:nvPr/>
          </p:nvSpPr>
          <p:spPr>
            <a:xfrm>
              <a:off x="42054" y="636781"/>
              <a:ext cx="183962" cy="99589"/>
            </a:xfrm>
            <a:custGeom>
              <a:avLst/>
              <a:gdLst/>
              <a:ahLst/>
              <a:cxnLst/>
              <a:rect l="0" t="0" r="r" b="b"/>
              <a:pathLst>
                <a:path w="183962" h="99589">
                  <a:moveTo>
                    <a:pt x="41446" y="39019"/>
                  </a:moveTo>
                  <a:cubicBezTo>
                    <a:pt x="41446" y="39019"/>
                    <a:pt x="66246" y="-10981"/>
                    <a:pt x="80246" y="2219"/>
                  </a:cubicBezTo>
                  <a:cubicBezTo>
                    <a:pt x="89246" y="10619"/>
                    <a:pt x="64646" y="47519"/>
                    <a:pt x="64646" y="47519"/>
                  </a:cubicBezTo>
                  <a:cubicBezTo>
                    <a:pt x="64646" y="47519"/>
                    <a:pt x="81346" y="74819"/>
                    <a:pt x="102046" y="76619"/>
                  </a:cubicBezTo>
                  <a:cubicBezTo>
                    <a:pt x="122846" y="78419"/>
                    <a:pt x="145546" y="60519"/>
                    <a:pt x="151946" y="56019"/>
                  </a:cubicBezTo>
                  <a:cubicBezTo>
                    <a:pt x="158246" y="51419"/>
                    <a:pt x="168146" y="42319"/>
                    <a:pt x="176546" y="45419"/>
                  </a:cubicBezTo>
                  <a:cubicBezTo>
                    <a:pt x="184946" y="48519"/>
                    <a:pt x="188046" y="57919"/>
                    <a:pt x="175946" y="69819"/>
                  </a:cubicBezTo>
                  <a:cubicBezTo>
                    <a:pt x="164646" y="80819"/>
                    <a:pt x="126346" y="107119"/>
                    <a:pt x="92046" y="97519"/>
                  </a:cubicBezTo>
                  <a:cubicBezTo>
                    <a:pt x="63546" y="89519"/>
                    <a:pt x="43446" y="63419"/>
                    <a:pt x="34346" y="56319"/>
                  </a:cubicBezTo>
                  <a:cubicBezTo>
                    <a:pt x="25146" y="49319"/>
                    <a:pt x="-8354" y="25319"/>
                    <a:pt x="1946" y="14419"/>
                  </a:cubicBezTo>
                  <a:cubicBezTo>
                    <a:pt x="8846" y="7219"/>
                    <a:pt x="41446" y="39019"/>
                    <a:pt x="41446" y="39019"/>
                  </a:cubicBezTo>
                  <a:close/>
                </a:path>
              </a:pathLst>
            </a:custGeom>
            <a:solidFill>
              <a:srgbClr val="494949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76" name="probe-noto-emoji_u1f98a" descr="Noto Emoji artwork by Google; Apache License 2.0; preserve full bundled license. Source: https://github.com/googlefonts/noto-emoji/blob/e20cbc2bbec1926686be9f9bee7d1d2cfa1fea0e/2D/svg/emoji_u1f98a.svg; SVG SHA256: 9e5321b6dc5e5e7fbcf21994e063f30d2770b6ec41b88ee4543eb84e90934bcd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1280000" cy="1280000"/>
          </a:xfrm>
        </p:grpSpPr>
        <p:sp>
          <p:nvSpPr>
            <p:cNvPr id="77" name="probe-noto-emoji_u1f98a-part-1"/>
            <p:cNvSpPr/>
            <p:nvPr/>
          </p:nvSpPr>
          <p:spPr>
            <a:xfrm>
              <a:off x="86600" y="152400"/>
              <a:ext cx="1095300" cy="942200"/>
            </a:xfrm>
            <a:custGeom>
              <a:avLst/>
              <a:gdLst/>
              <a:ahLst/>
              <a:cxnLst/>
              <a:rect l="0" t="0" r="r" b="b"/>
              <a:pathLst>
                <a:path w="1095300" h="942200">
                  <a:moveTo>
                    <a:pt x="371700" y="897200"/>
                  </a:moveTo>
                  <a:lnTo>
                    <a:pt x="696900" y="942200"/>
                  </a:lnTo>
                  <a:lnTo>
                    <a:pt x="1095300" y="698700"/>
                  </a:lnTo>
                  <a:cubicBezTo>
                    <a:pt x="1095300" y="698700"/>
                    <a:pt x="1046000" y="580400"/>
                    <a:pt x="1020700" y="519900"/>
                  </a:cubicBezTo>
                  <a:cubicBezTo>
                    <a:pt x="995400" y="459400"/>
                    <a:pt x="954500" y="376300"/>
                    <a:pt x="954500" y="376300"/>
                  </a:cubicBezTo>
                  <a:cubicBezTo>
                    <a:pt x="954500" y="376300"/>
                    <a:pt x="976800" y="315600"/>
                    <a:pt x="986900" y="242600"/>
                  </a:cubicBezTo>
                  <a:cubicBezTo>
                    <a:pt x="998600" y="157700"/>
                    <a:pt x="988300" y="136100"/>
                    <a:pt x="988300" y="136100"/>
                  </a:cubicBezTo>
                  <a:lnTo>
                    <a:pt x="776200" y="39400"/>
                  </a:lnTo>
                  <a:cubicBezTo>
                    <a:pt x="776200" y="39400"/>
                    <a:pt x="744800" y="62400"/>
                    <a:pt x="716600" y="114500"/>
                  </a:cubicBezTo>
                  <a:cubicBezTo>
                    <a:pt x="688400" y="166600"/>
                    <a:pt x="678600" y="187700"/>
                    <a:pt x="678600" y="187700"/>
                  </a:cubicBezTo>
                  <a:cubicBezTo>
                    <a:pt x="678600" y="187700"/>
                    <a:pt x="606800" y="182100"/>
                    <a:pt x="574400" y="182100"/>
                  </a:cubicBezTo>
                  <a:cubicBezTo>
                    <a:pt x="542000" y="182100"/>
                    <a:pt x="488500" y="189100"/>
                    <a:pt x="488500" y="189100"/>
                  </a:cubicBezTo>
                  <a:cubicBezTo>
                    <a:pt x="488500" y="189100"/>
                    <a:pt x="437800" y="96200"/>
                    <a:pt x="411100" y="63800"/>
                  </a:cubicBezTo>
                  <a:cubicBezTo>
                    <a:pt x="384400" y="31400"/>
                    <a:pt x="342600" y="0"/>
                    <a:pt x="342600" y="0"/>
                  </a:cubicBezTo>
                  <a:cubicBezTo>
                    <a:pt x="342600" y="0"/>
                    <a:pt x="154000" y="93900"/>
                    <a:pt x="145500" y="161400"/>
                  </a:cubicBezTo>
                  <a:cubicBezTo>
                    <a:pt x="137000" y="228900"/>
                    <a:pt x="145000" y="276400"/>
                    <a:pt x="150700" y="305900"/>
                  </a:cubicBezTo>
                  <a:cubicBezTo>
                    <a:pt x="156300" y="335500"/>
                    <a:pt x="173200" y="377700"/>
                    <a:pt x="173200" y="377700"/>
                  </a:cubicBezTo>
                  <a:cubicBezTo>
                    <a:pt x="173200" y="377700"/>
                    <a:pt x="156300" y="403000"/>
                    <a:pt x="133800" y="460800"/>
                  </a:cubicBezTo>
                  <a:cubicBezTo>
                    <a:pt x="111300" y="518600"/>
                    <a:pt x="85900" y="588900"/>
                    <a:pt x="67600" y="618500"/>
                  </a:cubicBezTo>
                  <a:cubicBezTo>
                    <a:pt x="49300" y="648100"/>
                    <a:pt x="0" y="715600"/>
                    <a:pt x="0" y="715600"/>
                  </a:cubicBezTo>
                  <a:lnTo>
                    <a:pt x="371700" y="897200"/>
                  </a:lnTo>
                  <a:close/>
                </a:path>
              </a:pathLst>
            </a:custGeom>
            <a:solidFill>
              <a:srgbClr val="FF6011"/>
            </a:solidFill>
            <a:ln w="8037" cap="flat">
              <a:noFill/>
              <a:prstDash val="solid"/>
              <a:miter/>
            </a:ln>
          </p:spPr>
        </p:sp>
        <p:sp>
          <p:nvSpPr>
            <p:cNvPr id="78" name="probe-noto-emoji_u1f98a-part-2"/>
            <p:cNvSpPr/>
            <p:nvPr/>
          </p:nvSpPr>
          <p:spPr>
            <a:xfrm>
              <a:off x="231200" y="76795"/>
              <a:ext cx="260000" cy="241705"/>
            </a:xfrm>
            <a:custGeom>
              <a:avLst/>
              <a:gdLst/>
              <a:ahLst/>
              <a:cxnLst/>
              <a:rect l="0" t="0" r="r" b="b"/>
              <a:pathLst>
                <a:path w="260000" h="241705">
                  <a:moveTo>
                    <a:pt x="85400" y="505"/>
                  </a:moveTo>
                  <a:cubicBezTo>
                    <a:pt x="65200" y="6105"/>
                    <a:pt x="41300" y="52105"/>
                    <a:pt x="19700" y="128105"/>
                  </a:cubicBezTo>
                  <a:cubicBezTo>
                    <a:pt x="8300" y="168205"/>
                    <a:pt x="0" y="241705"/>
                    <a:pt x="0" y="241705"/>
                  </a:cubicBezTo>
                  <a:cubicBezTo>
                    <a:pt x="0" y="241705"/>
                    <a:pt x="66600" y="190105"/>
                    <a:pt x="125800" y="168505"/>
                  </a:cubicBezTo>
                  <a:cubicBezTo>
                    <a:pt x="185000" y="146905"/>
                    <a:pt x="260000" y="131905"/>
                    <a:pt x="260000" y="131905"/>
                  </a:cubicBezTo>
                  <a:cubicBezTo>
                    <a:pt x="260000" y="131905"/>
                    <a:pt x="225500" y="92505"/>
                    <a:pt x="184900" y="56805"/>
                  </a:cubicBezTo>
                  <a:cubicBezTo>
                    <a:pt x="149800" y="25905"/>
                    <a:pt x="102800" y="-4295"/>
                    <a:pt x="85400" y="505"/>
                  </a:cubicBezTo>
                  <a:close/>
                </a:path>
              </a:pathLst>
            </a:custGeom>
            <a:solidFill>
              <a:srgbClr val="575A5B"/>
            </a:solidFill>
            <a:ln w="8037" cap="flat">
              <a:noFill/>
              <a:prstDash val="solid"/>
              <a:miter/>
            </a:ln>
          </p:spPr>
        </p:sp>
        <p:sp>
          <p:nvSpPr>
            <p:cNvPr id="79" name="probe-noto-emoji_u1f98a-part-3"/>
            <p:cNvSpPr/>
            <p:nvPr/>
          </p:nvSpPr>
          <p:spPr>
            <a:xfrm>
              <a:off x="833700" y="84408"/>
              <a:ext cx="245000" cy="233192"/>
            </a:xfrm>
            <a:custGeom>
              <a:avLst/>
              <a:gdLst/>
              <a:ahLst/>
              <a:cxnLst/>
              <a:rect l="0" t="0" r="r" b="b"/>
              <a:pathLst>
                <a:path w="245000" h="233192">
                  <a:moveTo>
                    <a:pt x="169900" y="392"/>
                  </a:moveTo>
                  <a:cubicBezTo>
                    <a:pt x="155300" y="-3508"/>
                    <a:pt x="105000" y="22192"/>
                    <a:pt x="69500" y="55792"/>
                  </a:cubicBezTo>
                  <a:cubicBezTo>
                    <a:pt x="34000" y="89392"/>
                    <a:pt x="0" y="135592"/>
                    <a:pt x="0" y="135592"/>
                  </a:cubicBezTo>
                  <a:cubicBezTo>
                    <a:pt x="0" y="135592"/>
                    <a:pt x="71300" y="138392"/>
                    <a:pt x="136100" y="171292"/>
                  </a:cubicBezTo>
                  <a:cubicBezTo>
                    <a:pt x="200900" y="204092"/>
                    <a:pt x="245000" y="233192"/>
                    <a:pt x="245000" y="233192"/>
                  </a:cubicBezTo>
                  <a:cubicBezTo>
                    <a:pt x="245000" y="233192"/>
                    <a:pt x="243600" y="165792"/>
                    <a:pt x="229000" y="107392"/>
                  </a:cubicBezTo>
                  <a:cubicBezTo>
                    <a:pt x="214000" y="47292"/>
                    <a:pt x="194300" y="6992"/>
                    <a:pt x="169900" y="392"/>
                  </a:cubicBezTo>
                  <a:close/>
                </a:path>
              </a:pathLst>
            </a:custGeom>
            <a:solidFill>
              <a:srgbClr val="575A5B"/>
            </a:solidFill>
            <a:ln w="8037" cap="flat">
              <a:noFill/>
              <a:prstDash val="solid"/>
              <a:miter/>
            </a:ln>
          </p:spPr>
        </p:sp>
        <p:sp>
          <p:nvSpPr>
            <p:cNvPr id="80" name="probe-noto-emoji_u1f98a-part-4"/>
            <p:cNvSpPr/>
            <p:nvPr/>
          </p:nvSpPr>
          <p:spPr>
            <a:xfrm>
              <a:off x="298670" y="164895"/>
              <a:ext cx="187503" cy="307505"/>
            </a:xfrm>
            <a:custGeom>
              <a:avLst/>
              <a:gdLst/>
              <a:ahLst/>
              <a:cxnLst/>
              <a:rect l="0" t="0" r="r" b="b"/>
              <a:pathLst>
                <a:path w="187503" h="307505">
                  <a:moveTo>
                    <a:pt x="38630" y="605"/>
                  </a:moveTo>
                  <a:cubicBezTo>
                    <a:pt x="32030" y="4405"/>
                    <a:pt x="-2370" y="71705"/>
                    <a:pt x="130" y="172405"/>
                  </a:cubicBezTo>
                  <a:cubicBezTo>
                    <a:pt x="2030" y="247505"/>
                    <a:pt x="17030" y="307505"/>
                    <a:pt x="20730" y="307505"/>
                  </a:cubicBezTo>
                  <a:cubicBezTo>
                    <a:pt x="22630" y="307505"/>
                    <a:pt x="59130" y="264205"/>
                    <a:pt x="97730" y="237105"/>
                  </a:cubicBezTo>
                  <a:cubicBezTo>
                    <a:pt x="136330" y="210005"/>
                    <a:pt x="185930" y="195205"/>
                    <a:pt x="187330" y="191905"/>
                  </a:cubicBezTo>
                  <a:cubicBezTo>
                    <a:pt x="190130" y="185305"/>
                    <a:pt x="158730" y="119805"/>
                    <a:pt x="116530" y="64505"/>
                  </a:cubicBezTo>
                  <a:cubicBezTo>
                    <a:pt x="74330" y="9205"/>
                    <a:pt x="45130" y="-3095"/>
                    <a:pt x="38630" y="605"/>
                  </a:cubicBezTo>
                  <a:close/>
                </a:path>
              </a:pathLst>
            </a:custGeom>
            <a:solidFill>
              <a:srgbClr val="FF9411"/>
            </a:solidFill>
            <a:ln w="8037" cap="flat">
              <a:noFill/>
              <a:prstDash val="solid"/>
              <a:miter/>
            </a:ln>
          </p:spPr>
        </p:sp>
        <p:sp>
          <p:nvSpPr>
            <p:cNvPr id="81" name="probe-noto-emoji_u1f98a-part-5"/>
            <p:cNvSpPr/>
            <p:nvPr/>
          </p:nvSpPr>
          <p:spPr>
            <a:xfrm>
              <a:off x="860883" y="145746"/>
              <a:ext cx="167840" cy="320060"/>
            </a:xfrm>
            <a:custGeom>
              <a:avLst/>
              <a:gdLst/>
              <a:ahLst/>
              <a:cxnLst/>
              <a:rect l="0" t="0" r="r" b="b"/>
              <a:pathLst>
                <a:path w="167840" h="320060">
                  <a:moveTo>
                    <a:pt x="117" y="218754"/>
                  </a:moveTo>
                  <a:cubicBezTo>
                    <a:pt x="-1983" y="209154"/>
                    <a:pt x="24517" y="127754"/>
                    <a:pt x="51717" y="84554"/>
                  </a:cubicBezTo>
                  <a:cubicBezTo>
                    <a:pt x="78917" y="41354"/>
                    <a:pt x="117417" y="-1746"/>
                    <a:pt x="127717" y="54"/>
                  </a:cubicBezTo>
                  <a:cubicBezTo>
                    <a:pt x="138017" y="1954"/>
                    <a:pt x="178417" y="96754"/>
                    <a:pt x="165217" y="183054"/>
                  </a:cubicBezTo>
                  <a:cubicBezTo>
                    <a:pt x="152117" y="269354"/>
                    <a:pt x="135217" y="319154"/>
                    <a:pt x="130517" y="320054"/>
                  </a:cubicBezTo>
                  <a:cubicBezTo>
                    <a:pt x="127917" y="320554"/>
                    <a:pt x="100117" y="287554"/>
                    <a:pt x="65717" y="260954"/>
                  </a:cubicBezTo>
                  <a:cubicBezTo>
                    <a:pt x="37117" y="238754"/>
                    <a:pt x="917" y="222554"/>
                    <a:pt x="117" y="218754"/>
                  </a:cubicBezTo>
                  <a:close/>
                </a:path>
              </a:pathLst>
            </a:custGeom>
            <a:solidFill>
              <a:srgbClr val="FF9411"/>
            </a:solidFill>
            <a:ln w="8037" cap="flat">
              <a:noFill/>
              <a:prstDash val="solid"/>
              <a:miter/>
            </a:ln>
          </p:spPr>
        </p:sp>
        <p:sp>
          <p:nvSpPr>
            <p:cNvPr id="82" name="probe-noto-emoji_u1f98a-part-6"/>
            <p:cNvSpPr/>
            <p:nvPr/>
          </p:nvSpPr>
          <p:spPr>
            <a:xfrm>
              <a:off x="45437" y="816301"/>
              <a:ext cx="1189207" cy="327112"/>
            </a:xfrm>
            <a:custGeom>
              <a:avLst/>
              <a:gdLst/>
              <a:ahLst/>
              <a:cxnLst/>
              <a:rect l="0" t="0" r="r" b="b"/>
              <a:pathLst>
                <a:path w="1189207" h="327112">
                  <a:moveTo>
                    <a:pt x="1863" y="57799"/>
                  </a:moveTo>
                  <a:cubicBezTo>
                    <a:pt x="363" y="50399"/>
                    <a:pt x="40363" y="43699"/>
                    <a:pt x="67563" y="30599"/>
                  </a:cubicBezTo>
                  <a:cubicBezTo>
                    <a:pt x="94763" y="17499"/>
                    <a:pt x="151063" y="-7901"/>
                    <a:pt x="237463" y="2399"/>
                  </a:cubicBezTo>
                  <a:cubicBezTo>
                    <a:pt x="323763" y="12699"/>
                    <a:pt x="367163" y="38699"/>
                    <a:pt x="428963" y="80299"/>
                  </a:cubicBezTo>
                  <a:cubicBezTo>
                    <a:pt x="490863" y="122099"/>
                    <a:pt x="518163" y="220099"/>
                    <a:pt x="518163" y="220099"/>
                  </a:cubicBezTo>
                  <a:lnTo>
                    <a:pt x="659863" y="250099"/>
                  </a:lnTo>
                  <a:cubicBezTo>
                    <a:pt x="659863" y="250099"/>
                    <a:pt x="709163" y="139799"/>
                    <a:pt x="745263" y="105599"/>
                  </a:cubicBezTo>
                  <a:cubicBezTo>
                    <a:pt x="775563" y="76799"/>
                    <a:pt x="857263" y="11999"/>
                    <a:pt x="962063" y="2399"/>
                  </a:cubicBezTo>
                  <a:cubicBezTo>
                    <a:pt x="1064363" y="-7001"/>
                    <a:pt x="1105663" y="15499"/>
                    <a:pt x="1140363" y="28699"/>
                  </a:cubicBezTo>
                  <a:cubicBezTo>
                    <a:pt x="1164363" y="37799"/>
                    <a:pt x="1185363" y="42799"/>
                    <a:pt x="1188263" y="50299"/>
                  </a:cubicBezTo>
                  <a:cubicBezTo>
                    <a:pt x="1191063" y="57799"/>
                    <a:pt x="1146963" y="87799"/>
                    <a:pt x="1146963" y="87799"/>
                  </a:cubicBezTo>
                  <a:cubicBezTo>
                    <a:pt x="1146963" y="87799"/>
                    <a:pt x="1188263" y="94399"/>
                    <a:pt x="1189163" y="99999"/>
                  </a:cubicBezTo>
                  <a:cubicBezTo>
                    <a:pt x="1190563" y="108399"/>
                    <a:pt x="1158163" y="127199"/>
                    <a:pt x="1135663" y="141299"/>
                  </a:cubicBezTo>
                  <a:cubicBezTo>
                    <a:pt x="1113163" y="155399"/>
                    <a:pt x="955663" y="235999"/>
                    <a:pt x="897263" y="266099"/>
                  </a:cubicBezTo>
                  <a:cubicBezTo>
                    <a:pt x="866263" y="282099"/>
                    <a:pt x="742363" y="327999"/>
                    <a:pt x="723663" y="327099"/>
                  </a:cubicBezTo>
                  <a:cubicBezTo>
                    <a:pt x="704863" y="326199"/>
                    <a:pt x="485263" y="315799"/>
                    <a:pt x="470263" y="314899"/>
                  </a:cubicBezTo>
                  <a:cubicBezTo>
                    <a:pt x="455263" y="313999"/>
                    <a:pt x="307863" y="262299"/>
                    <a:pt x="231863" y="233199"/>
                  </a:cubicBezTo>
                  <a:cubicBezTo>
                    <a:pt x="147563" y="200999"/>
                    <a:pt x="-3537" y="124399"/>
                    <a:pt x="63" y="110299"/>
                  </a:cubicBezTo>
                  <a:cubicBezTo>
                    <a:pt x="1963" y="102799"/>
                    <a:pt x="53563" y="97199"/>
                    <a:pt x="53563" y="97199"/>
                  </a:cubicBezTo>
                  <a:cubicBezTo>
                    <a:pt x="53563" y="97199"/>
                    <a:pt x="3663" y="67199"/>
                    <a:pt x="1863" y="57799"/>
                  </a:cubicBezTo>
                  <a:close/>
                </a:path>
              </a:pathLst>
            </a:custGeom>
            <a:solidFill>
              <a:srgbClr val="DFDFD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3" name="probe-noto-emoji_u1f98a-part-7"/>
            <p:cNvSpPr/>
            <p:nvPr/>
          </p:nvSpPr>
          <p:spPr>
            <a:xfrm>
              <a:off x="485907" y="940800"/>
              <a:ext cx="320710" cy="256548"/>
            </a:xfrm>
            <a:custGeom>
              <a:avLst/>
              <a:gdLst/>
              <a:ahLst/>
              <a:cxnLst/>
              <a:rect l="0" t="0" r="r" b="b"/>
              <a:pathLst>
                <a:path w="320710" h="256548">
                  <a:moveTo>
                    <a:pt x="155393" y="256200"/>
                  </a:moveTo>
                  <a:cubicBezTo>
                    <a:pt x="325093" y="264500"/>
                    <a:pt x="331793" y="122000"/>
                    <a:pt x="313993" y="61000"/>
                  </a:cubicBezTo>
                  <a:cubicBezTo>
                    <a:pt x="296193" y="0"/>
                    <a:pt x="288693" y="0"/>
                    <a:pt x="288693" y="0"/>
                  </a:cubicBezTo>
                  <a:cubicBezTo>
                    <a:pt x="288693" y="0"/>
                    <a:pt x="252593" y="41800"/>
                    <a:pt x="234293" y="93900"/>
                  </a:cubicBezTo>
                  <a:cubicBezTo>
                    <a:pt x="228593" y="110200"/>
                    <a:pt x="77593" y="95800"/>
                    <a:pt x="77593" y="95800"/>
                  </a:cubicBezTo>
                  <a:cubicBezTo>
                    <a:pt x="77593" y="95800"/>
                    <a:pt x="70093" y="65800"/>
                    <a:pt x="55993" y="38500"/>
                  </a:cubicBezTo>
                  <a:cubicBezTo>
                    <a:pt x="46693" y="20500"/>
                    <a:pt x="32493" y="1400"/>
                    <a:pt x="32493" y="1400"/>
                  </a:cubicBezTo>
                  <a:cubicBezTo>
                    <a:pt x="32493" y="1400"/>
                    <a:pt x="7193" y="35700"/>
                    <a:pt x="2493" y="81600"/>
                  </a:cubicBezTo>
                  <a:cubicBezTo>
                    <a:pt x="-2207" y="127600"/>
                    <a:pt x="-17207" y="247700"/>
                    <a:pt x="155393" y="256200"/>
                  </a:cubicBezTo>
                  <a:close/>
                </a:path>
              </a:pathLst>
            </a:custGeom>
            <a:solidFill>
              <a:srgbClr val="FEE9C9"/>
            </a:solidFill>
            <a:ln w="8037" cap="flat">
              <a:noFill/>
              <a:prstDash val="solid"/>
              <a:miter/>
            </a:ln>
          </p:spPr>
        </p:sp>
        <p:sp>
          <p:nvSpPr>
            <p:cNvPr id="84" name="probe-noto-emoji_u1f98a-part-8"/>
            <p:cNvSpPr/>
            <p:nvPr/>
          </p:nvSpPr>
          <p:spPr>
            <a:xfrm>
              <a:off x="524266" y="1098434"/>
              <a:ext cx="247132" cy="74477"/>
            </a:xfrm>
            <a:custGeom>
              <a:avLst/>
              <a:gdLst/>
              <a:ahLst/>
              <a:cxnLst/>
              <a:rect l="0" t="0" r="r" b="b"/>
              <a:pathLst>
                <a:path w="247132" h="74477">
                  <a:moveTo>
                    <a:pt x="1634" y="6066"/>
                  </a:moveTo>
                  <a:cubicBezTo>
                    <a:pt x="-5866" y="14666"/>
                    <a:pt x="14334" y="36366"/>
                    <a:pt x="24134" y="46166"/>
                  </a:cubicBezTo>
                  <a:cubicBezTo>
                    <a:pt x="34034" y="56066"/>
                    <a:pt x="55134" y="69666"/>
                    <a:pt x="67734" y="70766"/>
                  </a:cubicBezTo>
                  <a:cubicBezTo>
                    <a:pt x="83234" y="72166"/>
                    <a:pt x="120534" y="39766"/>
                    <a:pt x="120534" y="39766"/>
                  </a:cubicBezTo>
                  <a:cubicBezTo>
                    <a:pt x="120534" y="39766"/>
                    <a:pt x="158734" y="75166"/>
                    <a:pt x="179934" y="74466"/>
                  </a:cubicBezTo>
                  <a:cubicBezTo>
                    <a:pt x="201034" y="73766"/>
                    <a:pt x="226834" y="43966"/>
                    <a:pt x="236034" y="34066"/>
                  </a:cubicBezTo>
                  <a:cubicBezTo>
                    <a:pt x="241634" y="27966"/>
                    <a:pt x="252734" y="16566"/>
                    <a:pt x="243734" y="5866"/>
                  </a:cubicBezTo>
                  <a:cubicBezTo>
                    <a:pt x="236034" y="-3334"/>
                    <a:pt x="224334" y="5466"/>
                    <a:pt x="214834" y="14266"/>
                  </a:cubicBezTo>
                  <a:cubicBezTo>
                    <a:pt x="195234" y="32666"/>
                    <a:pt x="180834" y="46166"/>
                    <a:pt x="178234" y="46666"/>
                  </a:cubicBezTo>
                  <a:cubicBezTo>
                    <a:pt x="174034" y="47366"/>
                    <a:pt x="123334" y="866"/>
                    <a:pt x="123334" y="866"/>
                  </a:cubicBezTo>
                  <a:cubicBezTo>
                    <a:pt x="123334" y="866"/>
                    <a:pt x="74734" y="37466"/>
                    <a:pt x="65634" y="37466"/>
                  </a:cubicBezTo>
                  <a:cubicBezTo>
                    <a:pt x="60134" y="37466"/>
                    <a:pt x="43234" y="22166"/>
                    <a:pt x="29734" y="9266"/>
                  </a:cubicBezTo>
                  <a:cubicBezTo>
                    <a:pt x="21034" y="1266"/>
                    <a:pt x="11534" y="-5234"/>
                    <a:pt x="1634" y="6066"/>
                  </a:cubicBezTo>
                  <a:close/>
                </a:path>
              </a:pathLst>
            </a:custGeom>
            <a:solidFill>
              <a:srgbClr val="4A4A4C"/>
            </a:solidFill>
            <a:ln w="8037" cap="flat">
              <a:noFill/>
              <a:prstDash val="solid"/>
              <a:miter/>
            </a:ln>
          </p:spPr>
        </p:sp>
        <p:sp>
          <p:nvSpPr>
            <p:cNvPr id="85" name="probe-noto-emoji_u1f98a-part-9"/>
            <p:cNvSpPr/>
            <p:nvPr/>
          </p:nvSpPr>
          <p:spPr>
            <a:xfrm>
              <a:off x="553953" y="998182"/>
              <a:ext cx="188094" cy="118228"/>
            </a:xfrm>
            <a:custGeom>
              <a:avLst/>
              <a:gdLst/>
              <a:ahLst/>
              <a:cxnLst/>
              <a:rect l="0" t="0" r="r" b="b"/>
              <a:pathLst>
                <a:path w="188094" h="118228">
                  <a:moveTo>
                    <a:pt x="93047" y="18"/>
                  </a:moveTo>
                  <a:cubicBezTo>
                    <a:pt x="56447" y="318"/>
                    <a:pt x="-3353" y="2118"/>
                    <a:pt x="147" y="42218"/>
                  </a:cubicBezTo>
                  <a:cubicBezTo>
                    <a:pt x="3647" y="82318"/>
                    <a:pt x="23347" y="118918"/>
                    <a:pt x="95847" y="118218"/>
                  </a:cubicBezTo>
                  <a:cubicBezTo>
                    <a:pt x="168347" y="117518"/>
                    <a:pt x="186647" y="79518"/>
                    <a:pt x="188047" y="41518"/>
                  </a:cubicBezTo>
                  <a:cubicBezTo>
                    <a:pt x="188847" y="19018"/>
                    <a:pt x="180347" y="-682"/>
                    <a:pt x="93047" y="18"/>
                  </a:cubicBezTo>
                  <a:close/>
                </a:path>
              </a:pathLst>
            </a:custGeom>
            <a:solidFill>
              <a:srgbClr val="2D2A25"/>
            </a:solidFill>
            <a:ln w="8037" cap="flat">
              <a:noFill/>
              <a:prstDash val="solid"/>
              <a:miter/>
            </a:ln>
          </p:spPr>
        </p:sp>
        <p:sp>
          <p:nvSpPr>
            <p:cNvPr id="86" name="probe-noto-emoji_u1f98a-part-10"/>
            <p:cNvSpPr/>
            <p:nvPr/>
          </p:nvSpPr>
          <p:spPr>
            <a:xfrm>
              <a:off x="296279" y="892970"/>
              <a:ext cx="163723" cy="85535"/>
            </a:xfrm>
            <a:custGeom>
              <a:avLst/>
              <a:gdLst/>
              <a:ahLst/>
              <a:cxnLst/>
              <a:rect l="0" t="0" r="r" b="b"/>
              <a:pathLst>
                <a:path w="163723" h="85535">
                  <a:moveTo>
                    <a:pt x="162721" y="76430"/>
                  </a:moveTo>
                  <a:cubicBezTo>
                    <a:pt x="159421" y="86330"/>
                    <a:pt x="141621" y="89130"/>
                    <a:pt x="124021" y="79930"/>
                  </a:cubicBezTo>
                  <a:cubicBezTo>
                    <a:pt x="106421" y="70730"/>
                    <a:pt x="74021" y="51730"/>
                    <a:pt x="46621" y="39130"/>
                  </a:cubicBezTo>
                  <a:cubicBezTo>
                    <a:pt x="23621" y="28530"/>
                    <a:pt x="-1979" y="22230"/>
                    <a:pt x="121" y="7430"/>
                  </a:cubicBezTo>
                  <a:cubicBezTo>
                    <a:pt x="2221" y="-7370"/>
                    <a:pt x="31821" y="3230"/>
                    <a:pt x="56421" y="10930"/>
                  </a:cubicBezTo>
                  <a:cubicBezTo>
                    <a:pt x="81021" y="18630"/>
                    <a:pt x="131721" y="39830"/>
                    <a:pt x="142321" y="46130"/>
                  </a:cubicBezTo>
                  <a:cubicBezTo>
                    <a:pt x="152921" y="52430"/>
                    <a:pt x="167721" y="61630"/>
                    <a:pt x="162721" y="76430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7" name="probe-noto-emoji_u1f98a-part-11"/>
            <p:cNvSpPr/>
            <p:nvPr/>
          </p:nvSpPr>
          <p:spPr>
            <a:xfrm>
              <a:off x="283025" y="964553"/>
              <a:ext cx="143024" cy="69345"/>
            </a:xfrm>
            <a:custGeom>
              <a:avLst/>
              <a:gdLst/>
              <a:ahLst/>
              <a:cxnLst/>
              <a:rect l="0" t="0" r="r" b="b"/>
              <a:pathLst>
                <a:path w="143024" h="69345">
                  <a:moveTo>
                    <a:pt x="78875" y="16047"/>
                  </a:moveTo>
                  <a:cubicBezTo>
                    <a:pt x="51275" y="7347"/>
                    <a:pt x="2675" y="-10053"/>
                    <a:pt x="75" y="7647"/>
                  </a:cubicBezTo>
                  <a:cubicBezTo>
                    <a:pt x="-2025" y="21747"/>
                    <a:pt x="40175" y="31647"/>
                    <a:pt x="67675" y="47047"/>
                  </a:cubicBezTo>
                  <a:cubicBezTo>
                    <a:pt x="91575" y="60447"/>
                    <a:pt x="134175" y="83447"/>
                    <a:pt x="142275" y="57647"/>
                  </a:cubicBezTo>
                  <a:cubicBezTo>
                    <a:pt x="149275" y="35047"/>
                    <a:pt x="105575" y="24547"/>
                    <a:pt x="78875" y="16047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8" name="probe-noto-emoji_u1f98a-part-12"/>
            <p:cNvSpPr/>
            <p:nvPr/>
          </p:nvSpPr>
          <p:spPr>
            <a:xfrm>
              <a:off x="838000" y="898106"/>
              <a:ext cx="165402" cy="80774"/>
            </a:xfrm>
            <a:custGeom>
              <a:avLst/>
              <a:gdLst/>
              <a:ahLst/>
              <a:cxnLst/>
              <a:rect l="0" t="0" r="r" b="b"/>
              <a:pathLst>
                <a:path w="165402" h="80774">
                  <a:moveTo>
                    <a:pt x="1800" y="73394"/>
                  </a:moveTo>
                  <a:cubicBezTo>
                    <a:pt x="9600" y="90994"/>
                    <a:pt x="35800" y="73294"/>
                    <a:pt x="62300" y="59994"/>
                  </a:cubicBezTo>
                  <a:cubicBezTo>
                    <a:pt x="93300" y="44494"/>
                    <a:pt x="134100" y="26894"/>
                    <a:pt x="146100" y="23394"/>
                  </a:cubicBezTo>
                  <a:cubicBezTo>
                    <a:pt x="158100" y="19894"/>
                    <a:pt x="167200" y="14994"/>
                    <a:pt x="165100" y="7194"/>
                  </a:cubicBezTo>
                  <a:cubicBezTo>
                    <a:pt x="163000" y="-506"/>
                    <a:pt x="144100" y="-1406"/>
                    <a:pt x="129900" y="1594"/>
                  </a:cubicBezTo>
                  <a:cubicBezTo>
                    <a:pt x="109500" y="5794"/>
                    <a:pt x="76400" y="12894"/>
                    <a:pt x="47500" y="27594"/>
                  </a:cubicBezTo>
                  <a:cubicBezTo>
                    <a:pt x="29400" y="36894"/>
                    <a:pt x="-8700" y="49394"/>
                    <a:pt x="1800" y="73394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89" name="probe-noto-emoji_u1f98a-part-13"/>
            <p:cNvSpPr/>
            <p:nvPr/>
          </p:nvSpPr>
          <p:spPr>
            <a:xfrm>
              <a:off x="870546" y="967348"/>
              <a:ext cx="147616" cy="66915"/>
            </a:xfrm>
            <a:custGeom>
              <a:avLst/>
              <a:gdLst/>
              <a:ahLst/>
              <a:cxnLst/>
              <a:rect l="0" t="0" r="r" b="b"/>
              <a:pathLst>
                <a:path w="147616" h="66915">
                  <a:moveTo>
                    <a:pt x="954" y="59052"/>
                  </a:moveTo>
                  <a:cubicBezTo>
                    <a:pt x="7154" y="79752"/>
                    <a:pt x="56554" y="54152"/>
                    <a:pt x="80454" y="44252"/>
                  </a:cubicBezTo>
                  <a:cubicBezTo>
                    <a:pt x="104354" y="34352"/>
                    <a:pt x="151554" y="18952"/>
                    <a:pt x="147354" y="6252"/>
                  </a:cubicBezTo>
                  <a:cubicBezTo>
                    <a:pt x="142554" y="-8048"/>
                    <a:pt x="82554" y="6052"/>
                    <a:pt x="65654" y="10452"/>
                  </a:cubicBezTo>
                  <a:cubicBezTo>
                    <a:pt x="41754" y="16752"/>
                    <a:pt x="-7446" y="30852"/>
                    <a:pt x="954" y="59052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90" name="probe-noto-emoji_u1f98a-part-14"/>
            <p:cNvSpPr/>
            <p:nvPr/>
          </p:nvSpPr>
          <p:spPr>
            <a:xfrm>
              <a:off x="749509" y="654005"/>
              <a:ext cx="112081" cy="139555"/>
            </a:xfrm>
            <a:custGeom>
              <a:avLst/>
              <a:gdLst/>
              <a:ahLst/>
              <a:cxnLst/>
              <a:rect l="0" t="0" r="r" b="b"/>
              <a:pathLst>
                <a:path w="112081" h="139555">
                  <a:moveTo>
                    <a:pt x="107191" y="83095"/>
                  </a:moveTo>
                  <a:cubicBezTo>
                    <a:pt x="97291" y="112695"/>
                    <a:pt x="70091" y="145295"/>
                    <a:pt x="38891" y="138695"/>
                  </a:cubicBezTo>
                  <a:cubicBezTo>
                    <a:pt x="7691" y="132095"/>
                    <a:pt x="-4709" y="99995"/>
                    <a:pt x="1591" y="54195"/>
                  </a:cubicBezTo>
                  <a:cubicBezTo>
                    <a:pt x="7491" y="11495"/>
                    <a:pt x="42191" y="-5205"/>
                    <a:pt x="73391" y="1395"/>
                  </a:cubicBezTo>
                  <a:cubicBezTo>
                    <a:pt x="104591" y="7995"/>
                    <a:pt x="120891" y="42095"/>
                    <a:pt x="107191" y="83095"/>
                  </a:cubicBezTo>
                  <a:close/>
                </a:path>
              </a:pathLst>
            </a:custGeom>
            <a:solidFill>
              <a:srgbClr val="2D2A25"/>
            </a:solidFill>
            <a:ln w="8037" cap="flat">
              <a:noFill/>
              <a:prstDash val="solid"/>
              <a:miter/>
            </a:ln>
          </p:spPr>
        </p:sp>
        <p:sp>
          <p:nvSpPr>
            <p:cNvPr id="91" name="probe-noto-emoji_u1f98a-part-15"/>
            <p:cNvSpPr/>
            <p:nvPr/>
          </p:nvSpPr>
          <p:spPr>
            <a:xfrm>
              <a:off x="423055" y="656326"/>
              <a:ext cx="115414" cy="135952"/>
            </a:xfrm>
            <a:custGeom>
              <a:avLst/>
              <a:gdLst/>
              <a:ahLst/>
              <a:cxnLst/>
              <a:rect l="0" t="0" r="r" b="b"/>
              <a:pathLst>
                <a:path w="115414" h="135952">
                  <a:moveTo>
                    <a:pt x="112945" y="56174"/>
                  </a:moveTo>
                  <a:cubicBezTo>
                    <a:pt x="118945" y="86774"/>
                    <a:pt x="115645" y="122774"/>
                    <a:pt x="84545" y="132874"/>
                  </a:cubicBezTo>
                  <a:cubicBezTo>
                    <a:pt x="53445" y="142874"/>
                    <a:pt x="16345" y="128974"/>
                    <a:pt x="4245" y="84374"/>
                  </a:cubicBezTo>
                  <a:cubicBezTo>
                    <a:pt x="-9155" y="34974"/>
                    <a:pt x="10745" y="12474"/>
                    <a:pt x="41845" y="2474"/>
                  </a:cubicBezTo>
                  <a:cubicBezTo>
                    <a:pt x="73045" y="-7626"/>
                    <a:pt x="104545" y="13774"/>
                    <a:pt x="112945" y="56174"/>
                  </a:cubicBezTo>
                  <a:close/>
                </a:path>
              </a:pathLst>
            </a:custGeom>
            <a:solidFill>
              <a:srgbClr val="2D2A25"/>
            </a:solidFill>
            <a:ln w="8037" cap="flat">
              <a:noFill/>
              <a:prstDash val="solid"/>
              <a:miter/>
            </a:ln>
          </p:spPr>
        </p:sp>
        <p:sp>
          <p:nvSpPr>
            <p:cNvPr id="92" name="probe-noto-emoji_u1f98a-part-16"/>
            <p:cNvSpPr/>
            <p:nvPr/>
          </p:nvSpPr>
          <p:spPr>
            <a:xfrm>
              <a:off x="439925" y="669806"/>
              <a:ext cx="44722" cy="45389"/>
            </a:xfrm>
            <a:custGeom>
              <a:avLst/>
              <a:gdLst/>
              <a:ahLst/>
              <a:cxnLst/>
              <a:rect l="0" t="0" r="r" b="b"/>
              <a:pathLst>
                <a:path w="44722" h="45389">
                  <a:moveTo>
                    <a:pt x="40275" y="5294"/>
                  </a:moveTo>
                  <a:cubicBezTo>
                    <a:pt x="48875" y="13894"/>
                    <a:pt x="43775" y="29194"/>
                    <a:pt x="35375" y="36994"/>
                  </a:cubicBezTo>
                  <a:cubicBezTo>
                    <a:pt x="30275" y="41694"/>
                    <a:pt x="14275" y="52494"/>
                    <a:pt x="3675" y="38394"/>
                  </a:cubicBezTo>
                  <a:cubicBezTo>
                    <a:pt x="-4125" y="27994"/>
                    <a:pt x="1575" y="16594"/>
                    <a:pt x="10675" y="7394"/>
                  </a:cubicBezTo>
                  <a:cubicBezTo>
                    <a:pt x="19775" y="-1706"/>
                    <a:pt x="32475" y="-2406"/>
                    <a:pt x="40275" y="5294"/>
                  </a:cubicBezTo>
                  <a:close/>
                </a:path>
              </a:pathLst>
            </a:custGeom>
            <a:solidFill>
              <a:srgbClr val="DFDFDF"/>
            </a:solidFill>
            <a:ln w="8037" cap="flat">
              <a:noFill/>
              <a:prstDash val="solid"/>
              <a:miter/>
            </a:ln>
          </p:spPr>
        </p:sp>
        <p:sp>
          <p:nvSpPr>
            <p:cNvPr id="93" name="probe-noto-emoji_u1f98a-part-17"/>
            <p:cNvSpPr/>
            <p:nvPr/>
          </p:nvSpPr>
          <p:spPr>
            <a:xfrm>
              <a:off x="764429" y="674261"/>
              <a:ext cx="42050" cy="50131"/>
            </a:xfrm>
            <a:custGeom>
              <a:avLst/>
              <a:gdLst/>
              <a:ahLst/>
              <a:cxnLst/>
              <a:rect l="0" t="0" r="r" b="b"/>
              <a:pathLst>
                <a:path w="42050" h="50131">
                  <a:moveTo>
                    <a:pt x="35971" y="2939"/>
                  </a:moveTo>
                  <a:cubicBezTo>
                    <a:pt x="45771" y="10039"/>
                    <a:pt x="42371" y="27539"/>
                    <a:pt x="35271" y="36539"/>
                  </a:cubicBezTo>
                  <a:cubicBezTo>
                    <a:pt x="30971" y="42039"/>
                    <a:pt x="15971" y="58239"/>
                    <a:pt x="4271" y="45139"/>
                  </a:cubicBezTo>
                  <a:cubicBezTo>
                    <a:pt x="-2029" y="38039"/>
                    <a:pt x="-1329" y="21839"/>
                    <a:pt x="6171" y="11339"/>
                  </a:cubicBezTo>
                  <a:cubicBezTo>
                    <a:pt x="13771" y="939"/>
                    <a:pt x="27071" y="-3361"/>
                    <a:pt x="35971" y="2939"/>
                  </a:cubicBezTo>
                  <a:close/>
                </a:path>
              </a:pathLst>
            </a:custGeom>
            <a:solidFill>
              <a:srgbClr val="DFDFD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94" name="probe-noto-emoji_u1f98c" descr="Noto Emoji artwork by Google; Apache License 2.0; preserve full bundled license. Source: https://github.com/googlefonts/noto-emoji/blob/e20cbc2bbec1926686be9f9bee7d1d2cfa1fea0e/2D/svg/emoji_u1f98c.svg; SVG SHA256: ee1bdbba6b0d6fb4aa9184172c6a5c71b00854c8741341cc4358fc67a9875ef3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1280000" cy="1280000"/>
          </a:xfrm>
        </p:grpSpPr>
        <p:sp>
          <p:nvSpPr>
            <p:cNvPr id="95" name="probe-noto-emoji_u1f98c-part-1"/>
            <p:cNvSpPr/>
            <p:nvPr/>
          </p:nvSpPr>
          <p:spPr>
            <a:xfrm>
              <a:off x="623000" y="780700"/>
              <a:ext cx="157653" cy="413008"/>
            </a:xfrm>
            <a:custGeom>
              <a:avLst/>
              <a:gdLst/>
              <a:ahLst/>
              <a:cxnLst/>
              <a:rect l="0" t="0" r="r" b="b"/>
              <a:pathLst>
                <a:path w="157653" h="413008">
                  <a:moveTo>
                    <a:pt x="116900" y="0"/>
                  </a:moveTo>
                  <a:lnTo>
                    <a:pt x="0" y="50700"/>
                  </a:lnTo>
                  <a:cubicBezTo>
                    <a:pt x="0" y="50700"/>
                    <a:pt x="29600" y="111200"/>
                    <a:pt x="45000" y="135200"/>
                  </a:cubicBezTo>
                  <a:cubicBezTo>
                    <a:pt x="60400" y="159200"/>
                    <a:pt x="80900" y="176000"/>
                    <a:pt x="83700" y="205600"/>
                  </a:cubicBezTo>
                  <a:cubicBezTo>
                    <a:pt x="86500" y="235200"/>
                    <a:pt x="72200" y="326200"/>
                    <a:pt x="59500" y="350100"/>
                  </a:cubicBezTo>
                  <a:cubicBezTo>
                    <a:pt x="48600" y="370700"/>
                    <a:pt x="36500" y="387900"/>
                    <a:pt x="46400" y="402000"/>
                  </a:cubicBezTo>
                  <a:cubicBezTo>
                    <a:pt x="56300" y="416100"/>
                    <a:pt x="112100" y="417000"/>
                    <a:pt x="120500" y="402700"/>
                  </a:cubicBezTo>
                  <a:cubicBezTo>
                    <a:pt x="126900" y="391900"/>
                    <a:pt x="128700" y="357700"/>
                    <a:pt x="130100" y="345000"/>
                  </a:cubicBezTo>
                  <a:cubicBezTo>
                    <a:pt x="131500" y="332300"/>
                    <a:pt x="138500" y="282400"/>
                    <a:pt x="144200" y="242900"/>
                  </a:cubicBezTo>
                  <a:cubicBezTo>
                    <a:pt x="147800" y="217800"/>
                    <a:pt x="156200" y="201400"/>
                    <a:pt x="157600" y="184500"/>
                  </a:cubicBezTo>
                  <a:cubicBezTo>
                    <a:pt x="159000" y="167600"/>
                    <a:pt x="132100" y="145200"/>
                    <a:pt x="122400" y="128200"/>
                  </a:cubicBezTo>
                  <a:cubicBezTo>
                    <a:pt x="100000" y="88700"/>
                    <a:pt x="116900" y="0"/>
                    <a:pt x="116900" y="0"/>
                  </a:cubicBezTo>
                  <a:close/>
                </a:path>
              </a:pathLst>
            </a:custGeom>
            <a:solidFill>
              <a:srgbClr val="8A5B51"/>
            </a:solidFill>
            <a:ln w="8037" cap="flat">
              <a:noFill/>
              <a:prstDash val="solid"/>
              <a:miter/>
            </a:ln>
          </p:spPr>
        </p:sp>
        <p:sp>
          <p:nvSpPr>
            <p:cNvPr id="96" name="probe-noto-emoji_u1f98c-part-2"/>
            <p:cNvSpPr/>
            <p:nvPr/>
          </p:nvSpPr>
          <p:spPr>
            <a:xfrm>
              <a:off x="861000" y="575146"/>
              <a:ext cx="105768" cy="118258"/>
            </a:xfrm>
            <a:custGeom>
              <a:avLst/>
              <a:gdLst/>
              <a:ahLst/>
              <a:cxnLst/>
              <a:rect l="0" t="0" r="r" b="b"/>
              <a:pathLst>
                <a:path w="105768" h="118258">
                  <a:moveTo>
                    <a:pt x="0" y="93654"/>
                  </a:moveTo>
                  <a:lnTo>
                    <a:pt x="37300" y="118254"/>
                  </a:lnTo>
                  <a:cubicBezTo>
                    <a:pt x="37300" y="118254"/>
                    <a:pt x="90100" y="119654"/>
                    <a:pt x="102100" y="69654"/>
                  </a:cubicBezTo>
                  <a:cubicBezTo>
                    <a:pt x="111400" y="30754"/>
                    <a:pt x="102100" y="-9646"/>
                    <a:pt x="84500" y="2054"/>
                  </a:cubicBezTo>
                  <a:cubicBezTo>
                    <a:pt x="80300" y="4854"/>
                    <a:pt x="64100" y="57654"/>
                    <a:pt x="64100" y="57654"/>
                  </a:cubicBezTo>
                  <a:lnTo>
                    <a:pt x="0" y="93654"/>
                  </a:lnTo>
                  <a:close/>
                </a:path>
              </a:pathLst>
            </a:custGeom>
            <a:solidFill>
              <a:srgbClr val="FFEAC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7" name="probe-noto-emoji_u1f98c-part-3"/>
            <p:cNvSpPr/>
            <p:nvPr/>
          </p:nvSpPr>
          <p:spPr>
            <a:xfrm>
              <a:off x="255550" y="406200"/>
              <a:ext cx="149250" cy="118222"/>
            </a:xfrm>
            <a:custGeom>
              <a:avLst/>
              <a:gdLst/>
              <a:ahLst/>
              <a:cxnLst/>
              <a:rect l="0" t="0" r="r" b="b"/>
              <a:pathLst>
                <a:path w="149250" h="118222">
                  <a:moveTo>
                    <a:pt x="85950" y="0"/>
                  </a:moveTo>
                  <a:lnTo>
                    <a:pt x="56350" y="2800"/>
                  </a:lnTo>
                  <a:cubicBezTo>
                    <a:pt x="56350" y="2800"/>
                    <a:pt x="42550" y="8900"/>
                    <a:pt x="31950" y="11700"/>
                  </a:cubicBezTo>
                  <a:cubicBezTo>
                    <a:pt x="21050" y="14600"/>
                    <a:pt x="4250" y="16500"/>
                    <a:pt x="1450" y="25000"/>
                  </a:cubicBezTo>
                  <a:cubicBezTo>
                    <a:pt x="-1350" y="33400"/>
                    <a:pt x="-750" y="79100"/>
                    <a:pt x="9150" y="92900"/>
                  </a:cubicBezTo>
                  <a:cubicBezTo>
                    <a:pt x="16150" y="102800"/>
                    <a:pt x="20450" y="118900"/>
                    <a:pt x="58450" y="118200"/>
                  </a:cubicBezTo>
                  <a:cubicBezTo>
                    <a:pt x="96450" y="117500"/>
                    <a:pt x="149250" y="116100"/>
                    <a:pt x="149250" y="116100"/>
                  </a:cubicBezTo>
                  <a:lnTo>
                    <a:pt x="133050" y="14800"/>
                  </a:lnTo>
                  <a:lnTo>
                    <a:pt x="85950" y="0"/>
                  </a:lnTo>
                  <a:close/>
                </a:path>
              </a:pathLst>
            </a:custGeom>
            <a:solidFill>
              <a:srgbClr val="FFEAC3"/>
            </a:solidFill>
            <a:ln w="8037" cap="flat">
              <a:noFill/>
              <a:prstDash val="solid"/>
              <a:miter/>
            </a:ln>
          </p:spPr>
        </p:sp>
        <p:sp>
          <p:nvSpPr>
            <p:cNvPr id="98" name="probe-noto-emoji_u1f98c-part-4"/>
            <p:cNvSpPr/>
            <p:nvPr/>
          </p:nvSpPr>
          <p:spPr>
            <a:xfrm>
              <a:off x="226700" y="217328"/>
              <a:ext cx="728511" cy="1020286"/>
            </a:xfrm>
            <a:custGeom>
              <a:avLst/>
              <a:gdLst/>
              <a:ahLst/>
              <a:cxnLst/>
              <a:rect l="0" t="0" r="r" b="b"/>
              <a:pathLst>
                <a:path w="728511" h="1020286">
                  <a:moveTo>
                    <a:pt x="280200" y="114972"/>
                  </a:moveTo>
                  <a:cubicBezTo>
                    <a:pt x="280200" y="114972"/>
                    <a:pt x="257000" y="83272"/>
                    <a:pt x="212900" y="87972"/>
                  </a:cubicBezTo>
                  <a:cubicBezTo>
                    <a:pt x="182100" y="91272"/>
                    <a:pt x="152800" y="114272"/>
                    <a:pt x="152800" y="114272"/>
                  </a:cubicBezTo>
                  <a:cubicBezTo>
                    <a:pt x="152800" y="114272"/>
                    <a:pt x="122500" y="58672"/>
                    <a:pt x="95800" y="37572"/>
                  </a:cubicBezTo>
                  <a:cubicBezTo>
                    <a:pt x="69100" y="16472"/>
                    <a:pt x="11300" y="-7428"/>
                    <a:pt x="1500" y="5872"/>
                  </a:cubicBezTo>
                  <a:cubicBezTo>
                    <a:pt x="-8400" y="19272"/>
                    <a:pt x="33200" y="74172"/>
                    <a:pt x="53600" y="100872"/>
                  </a:cubicBezTo>
                  <a:cubicBezTo>
                    <a:pt x="74000" y="127572"/>
                    <a:pt x="109200" y="165672"/>
                    <a:pt x="109200" y="165672"/>
                  </a:cubicBezTo>
                  <a:cubicBezTo>
                    <a:pt x="109200" y="165672"/>
                    <a:pt x="98600" y="183972"/>
                    <a:pt x="83200" y="192072"/>
                  </a:cubicBezTo>
                  <a:cubicBezTo>
                    <a:pt x="99400" y="194172"/>
                    <a:pt x="120000" y="199572"/>
                    <a:pt x="135500" y="221772"/>
                  </a:cubicBezTo>
                  <a:cubicBezTo>
                    <a:pt x="151900" y="245272"/>
                    <a:pt x="163200" y="281372"/>
                    <a:pt x="158000" y="305272"/>
                  </a:cubicBezTo>
                  <a:cubicBezTo>
                    <a:pt x="153400" y="326372"/>
                    <a:pt x="126800" y="359272"/>
                    <a:pt x="130300" y="427472"/>
                  </a:cubicBezTo>
                  <a:cubicBezTo>
                    <a:pt x="133800" y="495772"/>
                    <a:pt x="148600" y="537272"/>
                    <a:pt x="161300" y="558372"/>
                  </a:cubicBezTo>
                  <a:cubicBezTo>
                    <a:pt x="174000" y="579472"/>
                    <a:pt x="204900" y="618172"/>
                    <a:pt x="204900" y="618172"/>
                  </a:cubicBezTo>
                  <a:cubicBezTo>
                    <a:pt x="204900" y="618172"/>
                    <a:pt x="207700" y="695572"/>
                    <a:pt x="207000" y="736472"/>
                  </a:cubicBezTo>
                  <a:cubicBezTo>
                    <a:pt x="206300" y="777272"/>
                    <a:pt x="198600" y="851172"/>
                    <a:pt x="191500" y="887072"/>
                  </a:cubicBezTo>
                  <a:cubicBezTo>
                    <a:pt x="184500" y="922972"/>
                    <a:pt x="176000" y="939872"/>
                    <a:pt x="167600" y="950472"/>
                  </a:cubicBezTo>
                  <a:cubicBezTo>
                    <a:pt x="159200" y="961072"/>
                    <a:pt x="143900" y="983772"/>
                    <a:pt x="170100" y="989872"/>
                  </a:cubicBezTo>
                  <a:cubicBezTo>
                    <a:pt x="189800" y="994472"/>
                    <a:pt x="218800" y="991472"/>
                    <a:pt x="225600" y="989372"/>
                  </a:cubicBezTo>
                  <a:cubicBezTo>
                    <a:pt x="239800" y="984972"/>
                    <a:pt x="235900" y="961672"/>
                    <a:pt x="235200" y="948972"/>
                  </a:cubicBezTo>
                  <a:cubicBezTo>
                    <a:pt x="234500" y="936272"/>
                    <a:pt x="251400" y="834672"/>
                    <a:pt x="255600" y="791772"/>
                  </a:cubicBezTo>
                  <a:cubicBezTo>
                    <a:pt x="259700" y="750572"/>
                    <a:pt x="267800" y="699272"/>
                    <a:pt x="270600" y="675372"/>
                  </a:cubicBezTo>
                  <a:cubicBezTo>
                    <a:pt x="273900" y="647672"/>
                    <a:pt x="277700" y="634772"/>
                    <a:pt x="282800" y="635472"/>
                  </a:cubicBezTo>
                  <a:cubicBezTo>
                    <a:pt x="289800" y="636372"/>
                    <a:pt x="291000" y="646072"/>
                    <a:pt x="290300" y="669272"/>
                  </a:cubicBezTo>
                  <a:cubicBezTo>
                    <a:pt x="289600" y="692672"/>
                    <a:pt x="283700" y="762572"/>
                    <a:pt x="280900" y="802672"/>
                  </a:cubicBezTo>
                  <a:cubicBezTo>
                    <a:pt x="278100" y="842772"/>
                    <a:pt x="267100" y="940372"/>
                    <a:pt x="264900" y="948172"/>
                  </a:cubicBezTo>
                  <a:cubicBezTo>
                    <a:pt x="262800" y="955872"/>
                    <a:pt x="242100" y="976872"/>
                    <a:pt x="244300" y="993472"/>
                  </a:cubicBezTo>
                  <a:cubicBezTo>
                    <a:pt x="246200" y="1007772"/>
                    <a:pt x="263300" y="1013872"/>
                    <a:pt x="285100" y="1013872"/>
                  </a:cubicBezTo>
                  <a:cubicBezTo>
                    <a:pt x="306900" y="1013872"/>
                    <a:pt x="322100" y="1007972"/>
                    <a:pt x="323600" y="996072"/>
                  </a:cubicBezTo>
                  <a:cubicBezTo>
                    <a:pt x="325500" y="980572"/>
                    <a:pt x="322400" y="969572"/>
                    <a:pt x="321700" y="952672"/>
                  </a:cubicBezTo>
                  <a:cubicBezTo>
                    <a:pt x="321000" y="935772"/>
                    <a:pt x="335800" y="819672"/>
                    <a:pt x="337700" y="796672"/>
                  </a:cubicBezTo>
                  <a:cubicBezTo>
                    <a:pt x="339300" y="776872"/>
                    <a:pt x="355500" y="689472"/>
                    <a:pt x="358300" y="678172"/>
                  </a:cubicBezTo>
                  <a:cubicBezTo>
                    <a:pt x="361100" y="666872"/>
                    <a:pt x="362400" y="653872"/>
                    <a:pt x="364900" y="647872"/>
                  </a:cubicBezTo>
                  <a:cubicBezTo>
                    <a:pt x="366800" y="643172"/>
                    <a:pt x="418200" y="650672"/>
                    <a:pt x="461800" y="629572"/>
                  </a:cubicBezTo>
                  <a:cubicBezTo>
                    <a:pt x="505400" y="608472"/>
                    <a:pt x="532900" y="580272"/>
                    <a:pt x="532900" y="580272"/>
                  </a:cubicBezTo>
                  <a:cubicBezTo>
                    <a:pt x="532900" y="580272"/>
                    <a:pt x="563900" y="621772"/>
                    <a:pt x="579400" y="640772"/>
                  </a:cubicBezTo>
                  <a:cubicBezTo>
                    <a:pt x="594900" y="659772"/>
                    <a:pt x="649800" y="732972"/>
                    <a:pt x="651900" y="759072"/>
                  </a:cubicBezTo>
                  <a:cubicBezTo>
                    <a:pt x="654000" y="785072"/>
                    <a:pt x="656800" y="878772"/>
                    <a:pt x="656800" y="904772"/>
                  </a:cubicBezTo>
                  <a:cubicBezTo>
                    <a:pt x="656800" y="930772"/>
                    <a:pt x="656100" y="950572"/>
                    <a:pt x="654000" y="956172"/>
                  </a:cubicBezTo>
                  <a:cubicBezTo>
                    <a:pt x="651900" y="961772"/>
                    <a:pt x="627300" y="994872"/>
                    <a:pt x="634300" y="1006872"/>
                  </a:cubicBezTo>
                  <a:cubicBezTo>
                    <a:pt x="641300" y="1018872"/>
                    <a:pt x="660800" y="1021872"/>
                    <a:pt x="683100" y="1019572"/>
                  </a:cubicBezTo>
                  <a:cubicBezTo>
                    <a:pt x="706200" y="1017172"/>
                    <a:pt x="716500" y="1007372"/>
                    <a:pt x="720200" y="992872"/>
                  </a:cubicBezTo>
                  <a:cubicBezTo>
                    <a:pt x="726800" y="967072"/>
                    <a:pt x="716400" y="860772"/>
                    <a:pt x="717900" y="806572"/>
                  </a:cubicBezTo>
                  <a:cubicBezTo>
                    <a:pt x="719300" y="752372"/>
                    <a:pt x="727300" y="733872"/>
                    <a:pt x="721700" y="719772"/>
                  </a:cubicBezTo>
                  <a:cubicBezTo>
                    <a:pt x="716100" y="705672"/>
                    <a:pt x="688600" y="672572"/>
                    <a:pt x="680200" y="630372"/>
                  </a:cubicBezTo>
                  <a:cubicBezTo>
                    <a:pt x="671800" y="588172"/>
                    <a:pt x="679500" y="556472"/>
                    <a:pt x="679500" y="519172"/>
                  </a:cubicBezTo>
                  <a:cubicBezTo>
                    <a:pt x="679500" y="481872"/>
                    <a:pt x="677400" y="459372"/>
                    <a:pt x="677400" y="459372"/>
                  </a:cubicBezTo>
                  <a:cubicBezTo>
                    <a:pt x="677400" y="459372"/>
                    <a:pt x="705600" y="448672"/>
                    <a:pt x="717200" y="427672"/>
                  </a:cubicBezTo>
                  <a:cubicBezTo>
                    <a:pt x="728800" y="406572"/>
                    <a:pt x="733000" y="359372"/>
                    <a:pt x="722500" y="357972"/>
                  </a:cubicBezTo>
                  <a:cubicBezTo>
                    <a:pt x="711900" y="356572"/>
                    <a:pt x="696900" y="385072"/>
                    <a:pt x="690800" y="391772"/>
                  </a:cubicBezTo>
                  <a:cubicBezTo>
                    <a:pt x="680500" y="403072"/>
                    <a:pt x="659800" y="407972"/>
                    <a:pt x="659800" y="407972"/>
                  </a:cubicBezTo>
                  <a:cubicBezTo>
                    <a:pt x="659800" y="407972"/>
                    <a:pt x="636600" y="345372"/>
                    <a:pt x="568300" y="332672"/>
                  </a:cubicBezTo>
                  <a:cubicBezTo>
                    <a:pt x="500000" y="319972"/>
                    <a:pt x="417300" y="354572"/>
                    <a:pt x="374000" y="362972"/>
                  </a:cubicBezTo>
                  <a:cubicBezTo>
                    <a:pt x="330400" y="371372"/>
                    <a:pt x="303600" y="377072"/>
                    <a:pt x="296600" y="364372"/>
                  </a:cubicBezTo>
                  <a:cubicBezTo>
                    <a:pt x="289600" y="351672"/>
                    <a:pt x="298700" y="326372"/>
                    <a:pt x="313500" y="301772"/>
                  </a:cubicBezTo>
                  <a:cubicBezTo>
                    <a:pt x="328300" y="277172"/>
                    <a:pt x="335800" y="260972"/>
                    <a:pt x="337900" y="244072"/>
                  </a:cubicBezTo>
                  <a:cubicBezTo>
                    <a:pt x="340000" y="227172"/>
                    <a:pt x="340200" y="209572"/>
                    <a:pt x="340200" y="209572"/>
                  </a:cubicBezTo>
                  <a:cubicBezTo>
                    <a:pt x="340200" y="209572"/>
                    <a:pt x="390900" y="200372"/>
                    <a:pt x="421900" y="165972"/>
                  </a:cubicBezTo>
                  <a:cubicBezTo>
                    <a:pt x="452900" y="131472"/>
                    <a:pt x="480300" y="58972"/>
                    <a:pt x="489500" y="40672"/>
                  </a:cubicBezTo>
                  <a:cubicBezTo>
                    <a:pt x="498700" y="22372"/>
                    <a:pt x="506400" y="18872"/>
                    <a:pt x="502200" y="8972"/>
                  </a:cubicBezTo>
                  <a:cubicBezTo>
                    <a:pt x="498000" y="-928"/>
                    <a:pt x="441000" y="-3728"/>
                    <a:pt x="405800" y="6172"/>
                  </a:cubicBezTo>
                  <a:cubicBezTo>
                    <a:pt x="373800" y="15172"/>
                    <a:pt x="328400" y="44172"/>
                    <a:pt x="310100" y="67372"/>
                  </a:cubicBezTo>
                  <a:cubicBezTo>
                    <a:pt x="291500" y="90372"/>
                    <a:pt x="280200" y="114972"/>
                    <a:pt x="280200" y="114972"/>
                  </a:cubicBezTo>
                  <a:close/>
                </a:path>
              </a:pathLst>
            </a:custGeom>
            <a:solidFill>
              <a:srgbClr val="D17856"/>
            </a:solidFill>
            <a:ln w="8037" cap="flat">
              <a:noFill/>
              <a:prstDash val="solid"/>
              <a:miter/>
            </a:ln>
          </p:spPr>
        </p:sp>
        <p:sp>
          <p:nvSpPr>
            <p:cNvPr id="99" name="probe-noto-emoji_u1f98c-part-5"/>
            <p:cNvSpPr/>
            <p:nvPr/>
          </p:nvSpPr>
          <p:spPr>
            <a:xfrm>
              <a:off x="538534" y="246432"/>
              <a:ext cx="151980" cy="140962"/>
            </a:xfrm>
            <a:custGeom>
              <a:avLst/>
              <a:gdLst/>
              <a:ahLst/>
              <a:cxnLst/>
              <a:rect l="0" t="0" r="r" b="b"/>
              <a:pathLst>
                <a:path w="151980" h="140962">
                  <a:moveTo>
                    <a:pt x="8966" y="132568"/>
                  </a:moveTo>
                  <a:cubicBezTo>
                    <a:pt x="-5234" y="118968"/>
                    <a:pt x="-3234" y="95468"/>
                    <a:pt x="19766" y="67368"/>
                  </a:cubicBezTo>
                  <a:cubicBezTo>
                    <a:pt x="42766" y="39268"/>
                    <a:pt x="70766" y="21868"/>
                    <a:pt x="96266" y="11968"/>
                  </a:cubicBezTo>
                  <a:cubicBezTo>
                    <a:pt x="116866" y="3968"/>
                    <a:pt x="145366" y="-3832"/>
                    <a:pt x="151666" y="2068"/>
                  </a:cubicBezTo>
                  <a:cubicBezTo>
                    <a:pt x="154566" y="4868"/>
                    <a:pt x="136966" y="40468"/>
                    <a:pt x="115866" y="74568"/>
                  </a:cubicBezTo>
                  <a:cubicBezTo>
                    <a:pt x="96466" y="105968"/>
                    <a:pt x="72366" y="129668"/>
                    <a:pt x="53566" y="136768"/>
                  </a:cubicBezTo>
                  <a:cubicBezTo>
                    <a:pt x="36966" y="142968"/>
                    <a:pt x="19766" y="142868"/>
                    <a:pt x="8966" y="132568"/>
                  </a:cubicBezTo>
                  <a:close/>
                </a:path>
              </a:pathLst>
            </a:custGeom>
            <a:solidFill>
              <a:srgbClr val="FFEAC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0" name="probe-noto-emoji_u1f98c-part-6"/>
            <p:cNvSpPr/>
            <p:nvPr/>
          </p:nvSpPr>
          <p:spPr>
            <a:xfrm>
              <a:off x="258431" y="249662"/>
              <a:ext cx="98106" cy="111966"/>
            </a:xfrm>
            <a:custGeom>
              <a:avLst/>
              <a:gdLst/>
              <a:ahLst/>
              <a:cxnLst/>
              <a:rect l="0" t="0" r="r" b="b"/>
              <a:pathLst>
                <a:path w="98106" h="111966">
                  <a:moveTo>
                    <a:pt x="369" y="1038"/>
                  </a:moveTo>
                  <a:cubicBezTo>
                    <a:pt x="-2931" y="7138"/>
                    <a:pt x="16269" y="29838"/>
                    <a:pt x="42969" y="64438"/>
                  </a:cubicBezTo>
                  <a:cubicBezTo>
                    <a:pt x="63269" y="90738"/>
                    <a:pt x="76869" y="110138"/>
                    <a:pt x="87069" y="111838"/>
                  </a:cubicBezTo>
                  <a:cubicBezTo>
                    <a:pt x="93369" y="112938"/>
                    <a:pt x="99869" y="106838"/>
                    <a:pt x="97669" y="97038"/>
                  </a:cubicBezTo>
                  <a:cubicBezTo>
                    <a:pt x="93769" y="80138"/>
                    <a:pt x="79169" y="59738"/>
                    <a:pt x="59669" y="39738"/>
                  </a:cubicBezTo>
                  <a:cubicBezTo>
                    <a:pt x="37069" y="16738"/>
                    <a:pt x="3669" y="-5062"/>
                    <a:pt x="369" y="1038"/>
                  </a:cubicBezTo>
                  <a:close/>
                </a:path>
              </a:pathLst>
            </a:custGeom>
            <a:solidFill>
              <a:srgbClr val="FFEAC3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1" name="probe-noto-emoji_u1f98c-part-7"/>
            <p:cNvSpPr/>
            <p:nvPr/>
          </p:nvSpPr>
          <p:spPr>
            <a:xfrm>
              <a:off x="420400" y="379200"/>
              <a:ext cx="45872" cy="54548"/>
            </a:xfrm>
            <a:custGeom>
              <a:avLst/>
              <a:gdLst/>
              <a:ahLst/>
              <a:cxnLst/>
              <a:rect l="0" t="0" r="r" b="b"/>
              <a:pathLst>
                <a:path w="45872" h="54548">
                  <a:moveTo>
                    <a:pt x="45800" y="26300"/>
                  </a:moveTo>
                  <a:cubicBezTo>
                    <a:pt x="44700" y="42800"/>
                    <a:pt x="38300" y="53300"/>
                    <a:pt x="22900" y="54500"/>
                  </a:cubicBezTo>
                  <a:cubicBezTo>
                    <a:pt x="10500" y="55500"/>
                    <a:pt x="0" y="40600"/>
                    <a:pt x="0" y="25600"/>
                  </a:cubicBezTo>
                  <a:cubicBezTo>
                    <a:pt x="0" y="10600"/>
                    <a:pt x="10500" y="0"/>
                    <a:pt x="22900" y="0"/>
                  </a:cubicBezTo>
                  <a:cubicBezTo>
                    <a:pt x="35300" y="0"/>
                    <a:pt x="46900" y="11300"/>
                    <a:pt x="45800" y="26300"/>
                  </a:cubicBezTo>
                  <a:close/>
                </a:path>
              </a:pathLst>
            </a:custGeom>
            <a:solidFill>
              <a:srgbClr val="0A070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2" name="probe-noto-emoji_u1f98c-part-8"/>
            <p:cNvSpPr/>
            <p:nvPr/>
          </p:nvSpPr>
          <p:spPr>
            <a:xfrm>
              <a:off x="247638" y="426473"/>
              <a:ext cx="97878" cy="88595"/>
            </a:xfrm>
            <a:custGeom>
              <a:avLst/>
              <a:gdLst/>
              <a:ahLst/>
              <a:cxnLst/>
              <a:rect l="0" t="0" r="r" b="b"/>
              <a:pathLst>
                <a:path w="97878" h="88595">
                  <a:moveTo>
                    <a:pt x="20962" y="62827"/>
                  </a:moveTo>
                  <a:cubicBezTo>
                    <a:pt x="20962" y="62827"/>
                    <a:pt x="48762" y="45227"/>
                    <a:pt x="48762" y="30827"/>
                  </a:cubicBezTo>
                  <a:cubicBezTo>
                    <a:pt x="48762" y="19527"/>
                    <a:pt x="37962" y="10327"/>
                    <a:pt x="26962" y="3727"/>
                  </a:cubicBezTo>
                  <a:cubicBezTo>
                    <a:pt x="20862" y="127"/>
                    <a:pt x="11862" y="-2273"/>
                    <a:pt x="7562" y="3327"/>
                  </a:cubicBezTo>
                  <a:cubicBezTo>
                    <a:pt x="3362" y="8927"/>
                    <a:pt x="-2638" y="23727"/>
                    <a:pt x="1262" y="48027"/>
                  </a:cubicBezTo>
                  <a:cubicBezTo>
                    <a:pt x="5162" y="72327"/>
                    <a:pt x="17762" y="76927"/>
                    <a:pt x="17762" y="76927"/>
                  </a:cubicBezTo>
                  <a:cubicBezTo>
                    <a:pt x="17762" y="76927"/>
                    <a:pt x="10762" y="89627"/>
                    <a:pt x="54362" y="88527"/>
                  </a:cubicBezTo>
                  <a:cubicBezTo>
                    <a:pt x="97962" y="87427"/>
                    <a:pt x="98662" y="76527"/>
                    <a:pt x="97662" y="70227"/>
                  </a:cubicBezTo>
                  <a:cubicBezTo>
                    <a:pt x="96562" y="63927"/>
                    <a:pt x="70162" y="64227"/>
                    <a:pt x="56162" y="66327"/>
                  </a:cubicBezTo>
                  <a:cubicBezTo>
                    <a:pt x="35462" y="69527"/>
                    <a:pt x="20962" y="62827"/>
                    <a:pt x="20962" y="62827"/>
                  </a:cubicBezTo>
                  <a:close/>
                </a:path>
              </a:pathLst>
            </a:custGeom>
            <a:solidFill>
              <a:srgbClr val="2C2A3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3" name="probe-noto-emoji_u1f98c-part-9"/>
            <p:cNvSpPr/>
            <p:nvPr/>
          </p:nvSpPr>
          <p:spPr>
            <a:xfrm>
              <a:off x="477973" y="71094"/>
              <a:ext cx="207827" cy="267800"/>
            </a:xfrm>
            <a:custGeom>
              <a:avLst/>
              <a:gdLst/>
              <a:ahLst/>
              <a:cxnLst/>
              <a:rect l="0" t="0" r="r" b="b"/>
              <a:pathLst>
                <a:path w="207827" h="267800">
                  <a:moveTo>
                    <a:pt x="27" y="251406"/>
                  </a:moveTo>
                  <a:cubicBezTo>
                    <a:pt x="27" y="251406"/>
                    <a:pt x="22527" y="197206"/>
                    <a:pt x="27527" y="176406"/>
                  </a:cubicBezTo>
                  <a:cubicBezTo>
                    <a:pt x="31327" y="160306"/>
                    <a:pt x="31727" y="131406"/>
                    <a:pt x="32127" y="114106"/>
                  </a:cubicBezTo>
                  <a:cubicBezTo>
                    <a:pt x="32227" y="107606"/>
                    <a:pt x="27927" y="102106"/>
                    <a:pt x="28227" y="91606"/>
                  </a:cubicBezTo>
                  <a:cubicBezTo>
                    <a:pt x="28627" y="79706"/>
                    <a:pt x="35127" y="67806"/>
                    <a:pt x="50727" y="67306"/>
                  </a:cubicBezTo>
                  <a:cubicBezTo>
                    <a:pt x="65227" y="66906"/>
                    <a:pt x="73627" y="77206"/>
                    <a:pt x="74327" y="88806"/>
                  </a:cubicBezTo>
                  <a:cubicBezTo>
                    <a:pt x="75027" y="100806"/>
                    <a:pt x="69427" y="107106"/>
                    <a:pt x="69027" y="114106"/>
                  </a:cubicBezTo>
                  <a:cubicBezTo>
                    <a:pt x="67927" y="132806"/>
                    <a:pt x="65827" y="169706"/>
                    <a:pt x="65827" y="169706"/>
                  </a:cubicBezTo>
                  <a:cubicBezTo>
                    <a:pt x="65827" y="169706"/>
                    <a:pt x="94327" y="143006"/>
                    <a:pt x="97527" y="134906"/>
                  </a:cubicBezTo>
                  <a:cubicBezTo>
                    <a:pt x="100727" y="126806"/>
                    <a:pt x="101027" y="86006"/>
                    <a:pt x="101027" y="77906"/>
                  </a:cubicBezTo>
                  <a:cubicBezTo>
                    <a:pt x="101027" y="69806"/>
                    <a:pt x="101027" y="58506"/>
                    <a:pt x="101027" y="58506"/>
                  </a:cubicBezTo>
                  <a:cubicBezTo>
                    <a:pt x="101027" y="58506"/>
                    <a:pt x="92727" y="46706"/>
                    <a:pt x="92927" y="36306"/>
                  </a:cubicBezTo>
                  <a:cubicBezTo>
                    <a:pt x="93027" y="28006"/>
                    <a:pt x="99227" y="15506"/>
                    <a:pt x="113027" y="15206"/>
                  </a:cubicBezTo>
                  <a:cubicBezTo>
                    <a:pt x="127927" y="14806"/>
                    <a:pt x="134227" y="24606"/>
                    <a:pt x="135227" y="34906"/>
                  </a:cubicBezTo>
                  <a:cubicBezTo>
                    <a:pt x="136127" y="45206"/>
                    <a:pt x="131027" y="54606"/>
                    <a:pt x="131027" y="54606"/>
                  </a:cubicBezTo>
                  <a:lnTo>
                    <a:pt x="129627" y="97906"/>
                  </a:lnTo>
                  <a:cubicBezTo>
                    <a:pt x="129627" y="97906"/>
                    <a:pt x="145427" y="77106"/>
                    <a:pt x="151827" y="68306"/>
                  </a:cubicBezTo>
                  <a:cubicBezTo>
                    <a:pt x="158127" y="59506"/>
                    <a:pt x="165227" y="45406"/>
                    <a:pt x="165227" y="45406"/>
                  </a:cubicBezTo>
                  <a:cubicBezTo>
                    <a:pt x="165227" y="45406"/>
                    <a:pt x="161627" y="33706"/>
                    <a:pt x="163127" y="22206"/>
                  </a:cubicBezTo>
                  <a:cubicBezTo>
                    <a:pt x="164527" y="11806"/>
                    <a:pt x="171527" y="406"/>
                    <a:pt x="186027" y="6"/>
                  </a:cubicBezTo>
                  <a:cubicBezTo>
                    <a:pt x="200127" y="-294"/>
                    <a:pt x="207827" y="10606"/>
                    <a:pt x="207827" y="22206"/>
                  </a:cubicBezTo>
                  <a:cubicBezTo>
                    <a:pt x="207827" y="39806"/>
                    <a:pt x="197227" y="51806"/>
                    <a:pt x="197227" y="51806"/>
                  </a:cubicBezTo>
                  <a:cubicBezTo>
                    <a:pt x="197227" y="51806"/>
                    <a:pt x="171227" y="102806"/>
                    <a:pt x="151127" y="129206"/>
                  </a:cubicBezTo>
                  <a:cubicBezTo>
                    <a:pt x="136527" y="148406"/>
                    <a:pt x="126527" y="162606"/>
                    <a:pt x="120127" y="166506"/>
                  </a:cubicBezTo>
                  <a:cubicBezTo>
                    <a:pt x="113827" y="170406"/>
                    <a:pt x="73627" y="192906"/>
                    <a:pt x="55327" y="220006"/>
                  </a:cubicBezTo>
                  <a:cubicBezTo>
                    <a:pt x="43627" y="237306"/>
                    <a:pt x="28927" y="261206"/>
                    <a:pt x="28927" y="261206"/>
                  </a:cubicBezTo>
                  <a:cubicBezTo>
                    <a:pt x="28927" y="261206"/>
                    <a:pt x="22027" y="271306"/>
                    <a:pt x="9227" y="266506"/>
                  </a:cubicBezTo>
                  <a:cubicBezTo>
                    <a:pt x="-973" y="262606"/>
                    <a:pt x="27" y="251406"/>
                    <a:pt x="27" y="251406"/>
                  </a:cubicBezTo>
                  <a:close/>
                </a:path>
              </a:pathLst>
            </a:custGeom>
            <a:solidFill>
              <a:srgbClr val="BD917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04" name="probe-noto-emoji_u1f98c-part-10"/>
            <p:cNvSpPr/>
            <p:nvPr/>
          </p:nvSpPr>
          <p:spPr>
            <a:xfrm>
              <a:off x="217156" y="47993"/>
              <a:ext cx="184344" cy="285707"/>
            </a:xfrm>
            <a:custGeom>
              <a:avLst/>
              <a:gdLst/>
              <a:ahLst/>
              <a:cxnLst/>
              <a:rect l="0" t="0" r="r" b="b"/>
              <a:pathLst>
                <a:path w="184344" h="285707">
                  <a:moveTo>
                    <a:pt x="18044" y="59807"/>
                  </a:moveTo>
                  <a:cubicBezTo>
                    <a:pt x="18044" y="59807"/>
                    <a:pt x="38144" y="110807"/>
                    <a:pt x="52144" y="138607"/>
                  </a:cubicBezTo>
                  <a:cubicBezTo>
                    <a:pt x="66144" y="166407"/>
                    <a:pt x="86944" y="194907"/>
                    <a:pt x="86944" y="194907"/>
                  </a:cubicBezTo>
                  <a:cubicBezTo>
                    <a:pt x="86944" y="194907"/>
                    <a:pt x="115644" y="216407"/>
                    <a:pt x="124944" y="227607"/>
                  </a:cubicBezTo>
                  <a:cubicBezTo>
                    <a:pt x="141844" y="248007"/>
                    <a:pt x="161244" y="285707"/>
                    <a:pt x="161244" y="285707"/>
                  </a:cubicBezTo>
                  <a:lnTo>
                    <a:pt x="184344" y="269507"/>
                  </a:lnTo>
                  <a:lnTo>
                    <a:pt x="163744" y="234007"/>
                  </a:lnTo>
                  <a:cubicBezTo>
                    <a:pt x="163744" y="234007"/>
                    <a:pt x="163344" y="197707"/>
                    <a:pt x="163344" y="183707"/>
                  </a:cubicBezTo>
                  <a:cubicBezTo>
                    <a:pt x="163344" y="172107"/>
                    <a:pt x="163744" y="151707"/>
                    <a:pt x="163744" y="151707"/>
                  </a:cubicBezTo>
                  <a:cubicBezTo>
                    <a:pt x="163744" y="151707"/>
                    <a:pt x="170644" y="141007"/>
                    <a:pt x="171144" y="130207"/>
                  </a:cubicBezTo>
                  <a:cubicBezTo>
                    <a:pt x="171744" y="118007"/>
                    <a:pt x="165244" y="105607"/>
                    <a:pt x="150744" y="104907"/>
                  </a:cubicBezTo>
                  <a:cubicBezTo>
                    <a:pt x="137044" y="104207"/>
                    <a:pt x="129244" y="116107"/>
                    <a:pt x="128244" y="126707"/>
                  </a:cubicBezTo>
                  <a:cubicBezTo>
                    <a:pt x="127144" y="137307"/>
                    <a:pt x="132844" y="146807"/>
                    <a:pt x="132844" y="146807"/>
                  </a:cubicBezTo>
                  <a:lnTo>
                    <a:pt x="131444" y="204207"/>
                  </a:lnTo>
                  <a:cubicBezTo>
                    <a:pt x="131444" y="204207"/>
                    <a:pt x="123744" y="189807"/>
                    <a:pt x="120844" y="185907"/>
                  </a:cubicBezTo>
                  <a:cubicBezTo>
                    <a:pt x="117944" y="182007"/>
                    <a:pt x="111144" y="165907"/>
                    <a:pt x="109544" y="163007"/>
                  </a:cubicBezTo>
                  <a:cubicBezTo>
                    <a:pt x="106344" y="157007"/>
                    <a:pt x="112744" y="106707"/>
                    <a:pt x="112744" y="98607"/>
                  </a:cubicBezTo>
                  <a:cubicBezTo>
                    <a:pt x="112744" y="90507"/>
                    <a:pt x="114844" y="66907"/>
                    <a:pt x="114844" y="66907"/>
                  </a:cubicBezTo>
                  <a:cubicBezTo>
                    <a:pt x="114844" y="66907"/>
                    <a:pt x="121644" y="56607"/>
                    <a:pt x="121544" y="45107"/>
                  </a:cubicBezTo>
                  <a:cubicBezTo>
                    <a:pt x="121444" y="34807"/>
                    <a:pt x="115344" y="23407"/>
                    <a:pt x="102844" y="22507"/>
                  </a:cubicBezTo>
                  <a:cubicBezTo>
                    <a:pt x="88744" y="21407"/>
                    <a:pt x="81344" y="31507"/>
                    <a:pt x="79644" y="40807"/>
                  </a:cubicBezTo>
                  <a:cubicBezTo>
                    <a:pt x="77544" y="52207"/>
                    <a:pt x="82444" y="61907"/>
                    <a:pt x="82444" y="61907"/>
                  </a:cubicBezTo>
                  <a:cubicBezTo>
                    <a:pt x="82444" y="61907"/>
                    <a:pt x="80244" y="113207"/>
                    <a:pt x="76844" y="112207"/>
                  </a:cubicBezTo>
                  <a:cubicBezTo>
                    <a:pt x="72944" y="111107"/>
                    <a:pt x="49344" y="49607"/>
                    <a:pt x="49344" y="49607"/>
                  </a:cubicBezTo>
                  <a:cubicBezTo>
                    <a:pt x="49344" y="49607"/>
                    <a:pt x="54744" y="36807"/>
                    <a:pt x="50744" y="20707"/>
                  </a:cubicBezTo>
                  <a:cubicBezTo>
                    <a:pt x="47044" y="5807"/>
                    <a:pt x="34944" y="-3593"/>
                    <a:pt x="17644" y="1307"/>
                  </a:cubicBezTo>
                  <a:cubicBezTo>
                    <a:pt x="244" y="6307"/>
                    <a:pt x="-3156" y="24507"/>
                    <a:pt x="2544" y="38607"/>
                  </a:cubicBezTo>
                  <a:cubicBezTo>
                    <a:pt x="7644" y="51407"/>
                    <a:pt x="18044" y="59807"/>
                    <a:pt x="18044" y="59807"/>
                  </a:cubicBezTo>
                  <a:close/>
                </a:path>
              </a:pathLst>
            </a:custGeom>
            <a:solidFill>
              <a:srgbClr val="BD9178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05" name="probe-tabler-butterfly" descr="butterfly — Tabler contributors; preserve the bundled full upstream license. Source: https://github.com/tabler/tabler-icons/blob/a4ce1404bc6d24d3c365afe7b258d6bf6f48d62d/icons/filled/butterfly.svg; SVG SHA256: df1f940fd3263f3687510d2f1b423b37d0b50bcc9f0c1ce087add1a9c5c49c62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106" name="probe-tabler-butterfly-part-1"/>
            <p:cNvSpPr/>
            <p:nvPr/>
          </p:nvSpPr>
          <p:spPr>
            <a:xfrm>
              <a:off x="130000" y="60025"/>
              <a:ext cx="80033" cy="159984"/>
            </a:xfrm>
            <a:custGeom>
              <a:avLst/>
              <a:gdLst/>
              <a:ahLst/>
              <a:cxnLst/>
              <a:rect l="0" t="0" r="r" b="b"/>
              <a:pathLst>
                <a:path w="80033" h="159984">
                  <a:moveTo>
                    <a:pt x="41170" y="2415"/>
                  </a:moveTo>
                  <a:lnTo>
                    <a:pt x="43450" y="3175"/>
                  </a:lnTo>
                  <a:cubicBezTo>
                    <a:pt x="44508" y="3551"/>
                    <a:pt x="45555" y="3959"/>
                    <a:pt x="46588" y="4400"/>
                  </a:cubicBezTo>
                  <a:cubicBezTo>
                    <a:pt x="47622" y="4840"/>
                    <a:pt x="48641" y="5312"/>
                    <a:pt x="49646" y="5814"/>
                  </a:cubicBezTo>
                  <a:cubicBezTo>
                    <a:pt x="50650" y="6317"/>
                    <a:pt x="51639" y="6850"/>
                    <a:pt x="52611" y="7413"/>
                  </a:cubicBezTo>
                  <a:cubicBezTo>
                    <a:pt x="53582" y="7977"/>
                    <a:pt x="54537" y="8569"/>
                    <a:pt x="55472" y="9191"/>
                  </a:cubicBezTo>
                  <a:cubicBezTo>
                    <a:pt x="56408" y="9813"/>
                    <a:pt x="57324" y="10463"/>
                    <a:pt x="58220" y="11141"/>
                  </a:cubicBezTo>
                  <a:cubicBezTo>
                    <a:pt x="59115" y="11818"/>
                    <a:pt x="59990" y="12523"/>
                    <a:pt x="60843" y="13255"/>
                  </a:cubicBezTo>
                  <a:cubicBezTo>
                    <a:pt x="61695" y="13986"/>
                    <a:pt x="62525" y="14743"/>
                    <a:pt x="63331" y="15525"/>
                  </a:cubicBezTo>
                  <a:cubicBezTo>
                    <a:pt x="64137" y="16307"/>
                    <a:pt x="64919" y="17114"/>
                    <a:pt x="65676" y="17944"/>
                  </a:cubicBezTo>
                  <a:cubicBezTo>
                    <a:pt x="66433" y="18774"/>
                    <a:pt x="67164" y="19627"/>
                    <a:pt x="67868" y="20502"/>
                  </a:cubicBezTo>
                  <a:cubicBezTo>
                    <a:pt x="68573" y="21377"/>
                    <a:pt x="69250" y="22273"/>
                    <a:pt x="69900" y="23189"/>
                  </a:cubicBezTo>
                  <a:cubicBezTo>
                    <a:pt x="70550" y="24105"/>
                    <a:pt x="71171" y="25041"/>
                    <a:pt x="71763" y="25995"/>
                  </a:cubicBezTo>
                  <a:cubicBezTo>
                    <a:pt x="72356" y="26950"/>
                    <a:pt x="72919" y="27922"/>
                    <a:pt x="73451" y="28911"/>
                  </a:cubicBezTo>
                  <a:cubicBezTo>
                    <a:pt x="73984" y="29900"/>
                    <a:pt x="74486" y="30905"/>
                    <a:pt x="74958" y="31924"/>
                  </a:cubicBezTo>
                  <a:cubicBezTo>
                    <a:pt x="75429" y="32944"/>
                    <a:pt x="75869" y="33977"/>
                    <a:pt x="76277" y="35024"/>
                  </a:cubicBezTo>
                  <a:cubicBezTo>
                    <a:pt x="76685" y="36070"/>
                    <a:pt x="77061" y="37129"/>
                    <a:pt x="77404" y="38199"/>
                  </a:cubicBezTo>
                  <a:cubicBezTo>
                    <a:pt x="77747" y="39268"/>
                    <a:pt x="78057" y="40348"/>
                    <a:pt x="78334" y="41436"/>
                  </a:cubicBezTo>
                  <a:cubicBezTo>
                    <a:pt x="78611" y="42525"/>
                    <a:pt x="78855" y="43622"/>
                    <a:pt x="79064" y="44725"/>
                  </a:cubicBezTo>
                  <a:cubicBezTo>
                    <a:pt x="79274" y="45828"/>
                    <a:pt x="79450" y="46938"/>
                    <a:pt x="79592" y="48052"/>
                  </a:cubicBezTo>
                  <a:cubicBezTo>
                    <a:pt x="79734" y="49166"/>
                    <a:pt x="79842" y="50285"/>
                    <a:pt x="79915" y="51405"/>
                  </a:cubicBezTo>
                  <a:cubicBezTo>
                    <a:pt x="79988" y="52526"/>
                    <a:pt x="80027" y="53649"/>
                    <a:pt x="80032" y="54772"/>
                  </a:cubicBezTo>
                  <a:cubicBezTo>
                    <a:pt x="80037" y="55895"/>
                    <a:pt x="80007" y="57018"/>
                    <a:pt x="79943" y="58140"/>
                  </a:cubicBezTo>
                  <a:cubicBezTo>
                    <a:pt x="79879" y="59261"/>
                    <a:pt x="79780" y="60380"/>
                    <a:pt x="79648" y="61496"/>
                  </a:cubicBezTo>
                  <a:cubicBezTo>
                    <a:pt x="79515" y="62611"/>
                    <a:pt x="79348" y="63722"/>
                    <a:pt x="79147" y="64827"/>
                  </a:cubicBezTo>
                  <a:cubicBezTo>
                    <a:pt x="78947" y="65932"/>
                    <a:pt x="78712" y="67031"/>
                    <a:pt x="78444" y="68122"/>
                  </a:cubicBezTo>
                  <a:cubicBezTo>
                    <a:pt x="78176" y="69212"/>
                    <a:pt x="77875" y="70295"/>
                    <a:pt x="77541" y="71367"/>
                  </a:cubicBezTo>
                  <a:cubicBezTo>
                    <a:pt x="77206" y="72439"/>
                    <a:pt x="76839" y="73501"/>
                    <a:pt x="76440" y="74551"/>
                  </a:cubicBezTo>
                  <a:cubicBezTo>
                    <a:pt x="76041" y="75601"/>
                    <a:pt x="75610" y="76638"/>
                    <a:pt x="75147" y="77662"/>
                  </a:cubicBezTo>
                  <a:cubicBezTo>
                    <a:pt x="74684" y="78685"/>
                    <a:pt x="74190" y="79694"/>
                    <a:pt x="73665" y="80687"/>
                  </a:cubicBezTo>
                  <a:cubicBezTo>
                    <a:pt x="73141" y="81680"/>
                    <a:pt x="72586" y="82657"/>
                    <a:pt x="72002" y="83616"/>
                  </a:cubicBezTo>
                  <a:cubicBezTo>
                    <a:pt x="71417" y="84576"/>
                    <a:pt x="70803" y="85517"/>
                    <a:pt x="70161" y="86438"/>
                  </a:cubicBezTo>
                  <a:cubicBezTo>
                    <a:pt x="69519" y="87360"/>
                    <a:pt x="68849" y="88262"/>
                    <a:pt x="68152" y="89142"/>
                  </a:cubicBezTo>
                  <a:cubicBezTo>
                    <a:pt x="67455" y="90023"/>
                    <a:pt x="66731" y="90882"/>
                    <a:pt x="65981" y="91718"/>
                  </a:cubicBezTo>
                  <a:cubicBezTo>
                    <a:pt x="65231" y="92554"/>
                    <a:pt x="64456" y="93367"/>
                    <a:pt x="63656" y="94156"/>
                  </a:cubicBezTo>
                  <a:cubicBezTo>
                    <a:pt x="62857" y="94945"/>
                    <a:pt x="62033" y="95709"/>
                    <a:pt x="61186" y="96447"/>
                  </a:cubicBezTo>
                  <a:cubicBezTo>
                    <a:pt x="60340" y="97185"/>
                    <a:pt x="59471" y="97898"/>
                    <a:pt x="58581" y="98583"/>
                  </a:cubicBezTo>
                  <a:cubicBezTo>
                    <a:pt x="57691" y="99268"/>
                    <a:pt x="56780" y="99926"/>
                    <a:pt x="55850" y="100555"/>
                  </a:cubicBezTo>
                  <a:lnTo>
                    <a:pt x="55220" y="100945"/>
                  </a:lnTo>
                  <a:lnTo>
                    <a:pt x="55420" y="101285"/>
                  </a:lnTo>
                  <a:cubicBezTo>
                    <a:pt x="55800" y="102004"/>
                    <a:pt x="56158" y="102735"/>
                    <a:pt x="56494" y="103476"/>
                  </a:cubicBezTo>
                  <a:cubicBezTo>
                    <a:pt x="56829" y="104217"/>
                    <a:pt x="57142" y="104969"/>
                    <a:pt x="57432" y="105729"/>
                  </a:cubicBezTo>
                  <a:cubicBezTo>
                    <a:pt x="57722" y="106489"/>
                    <a:pt x="57988" y="107258"/>
                    <a:pt x="58231" y="108034"/>
                  </a:cubicBezTo>
                  <a:cubicBezTo>
                    <a:pt x="58474" y="108811"/>
                    <a:pt x="58693" y="109595"/>
                    <a:pt x="58888" y="110384"/>
                  </a:cubicBezTo>
                  <a:cubicBezTo>
                    <a:pt x="59083" y="111174"/>
                    <a:pt x="59254" y="111970"/>
                    <a:pt x="59401" y="112770"/>
                  </a:cubicBezTo>
                  <a:cubicBezTo>
                    <a:pt x="59547" y="113571"/>
                    <a:pt x="59670" y="114375"/>
                    <a:pt x="59767" y="115183"/>
                  </a:cubicBezTo>
                  <a:cubicBezTo>
                    <a:pt x="59865" y="115991"/>
                    <a:pt x="59937" y="116801"/>
                    <a:pt x="59985" y="117613"/>
                  </a:cubicBezTo>
                  <a:cubicBezTo>
                    <a:pt x="60033" y="118425"/>
                    <a:pt x="60057" y="119239"/>
                    <a:pt x="60055" y="120052"/>
                  </a:cubicBezTo>
                  <a:cubicBezTo>
                    <a:pt x="60054" y="120866"/>
                    <a:pt x="60027" y="121679"/>
                    <a:pt x="59976" y="122491"/>
                  </a:cubicBezTo>
                  <a:cubicBezTo>
                    <a:pt x="59925" y="123303"/>
                    <a:pt x="59849" y="124114"/>
                    <a:pt x="59748" y="124921"/>
                  </a:cubicBezTo>
                  <a:cubicBezTo>
                    <a:pt x="59648" y="125728"/>
                    <a:pt x="59523" y="126532"/>
                    <a:pt x="59373" y="127332"/>
                  </a:cubicBezTo>
                  <a:cubicBezTo>
                    <a:pt x="59223" y="128132"/>
                    <a:pt x="59049" y="128927"/>
                    <a:pt x="58851" y="129716"/>
                  </a:cubicBezTo>
                  <a:cubicBezTo>
                    <a:pt x="58653" y="130505"/>
                    <a:pt x="58431" y="131288"/>
                    <a:pt x="58185" y="132063"/>
                  </a:cubicBezTo>
                  <a:cubicBezTo>
                    <a:pt x="57939" y="132839"/>
                    <a:pt x="57670" y="133607"/>
                    <a:pt x="57377" y="134366"/>
                  </a:cubicBezTo>
                  <a:cubicBezTo>
                    <a:pt x="57084" y="135125"/>
                    <a:pt x="56768" y="135875"/>
                    <a:pt x="56430" y="136615"/>
                  </a:cubicBezTo>
                  <a:lnTo>
                    <a:pt x="55500" y="138515"/>
                  </a:lnTo>
                  <a:cubicBezTo>
                    <a:pt x="55116" y="139249"/>
                    <a:pt x="54710" y="139970"/>
                    <a:pt x="54282" y="140679"/>
                  </a:cubicBezTo>
                  <a:cubicBezTo>
                    <a:pt x="53854" y="141387"/>
                    <a:pt x="53403" y="142082"/>
                    <a:pt x="52932" y="142763"/>
                  </a:cubicBezTo>
                  <a:cubicBezTo>
                    <a:pt x="52461" y="143443"/>
                    <a:pt x="51968" y="144109"/>
                    <a:pt x="51455" y="144759"/>
                  </a:cubicBezTo>
                  <a:cubicBezTo>
                    <a:pt x="50943" y="145409"/>
                    <a:pt x="50410" y="146043"/>
                    <a:pt x="49858" y="146659"/>
                  </a:cubicBezTo>
                  <a:cubicBezTo>
                    <a:pt x="49306" y="147276"/>
                    <a:pt x="48735" y="147876"/>
                    <a:pt x="48145" y="148457"/>
                  </a:cubicBezTo>
                  <a:cubicBezTo>
                    <a:pt x="47556" y="149039"/>
                    <a:pt x="46949" y="149602"/>
                    <a:pt x="46324" y="150145"/>
                  </a:cubicBezTo>
                  <a:cubicBezTo>
                    <a:pt x="45700" y="150689"/>
                    <a:pt x="45059" y="151213"/>
                    <a:pt x="44402" y="151717"/>
                  </a:cubicBezTo>
                  <a:cubicBezTo>
                    <a:pt x="43746" y="152221"/>
                    <a:pt x="43073" y="152705"/>
                    <a:pt x="42387" y="153167"/>
                  </a:cubicBezTo>
                  <a:cubicBezTo>
                    <a:pt x="41700" y="153629"/>
                    <a:pt x="40999" y="154070"/>
                    <a:pt x="40285" y="154489"/>
                  </a:cubicBezTo>
                  <a:cubicBezTo>
                    <a:pt x="39571" y="154908"/>
                    <a:pt x="38844" y="155304"/>
                    <a:pt x="38105" y="155678"/>
                  </a:cubicBezTo>
                  <a:cubicBezTo>
                    <a:pt x="37366" y="156052"/>
                    <a:pt x="36616" y="156402"/>
                    <a:pt x="35856" y="156729"/>
                  </a:cubicBezTo>
                  <a:cubicBezTo>
                    <a:pt x="35095" y="157056"/>
                    <a:pt x="34325" y="157360"/>
                    <a:pt x="33545" y="157639"/>
                  </a:cubicBezTo>
                  <a:cubicBezTo>
                    <a:pt x="32766" y="157918"/>
                    <a:pt x="31978" y="158173"/>
                    <a:pt x="31183" y="158404"/>
                  </a:cubicBezTo>
                  <a:cubicBezTo>
                    <a:pt x="30388" y="158634"/>
                    <a:pt x="29586" y="158840"/>
                    <a:pt x="28778" y="159020"/>
                  </a:cubicBezTo>
                  <a:cubicBezTo>
                    <a:pt x="27970" y="159201"/>
                    <a:pt x="27156" y="159356"/>
                    <a:pt x="26339" y="159486"/>
                  </a:cubicBezTo>
                  <a:cubicBezTo>
                    <a:pt x="25521" y="159617"/>
                    <a:pt x="24700" y="159721"/>
                    <a:pt x="23876" y="159800"/>
                  </a:cubicBezTo>
                  <a:cubicBezTo>
                    <a:pt x="23052" y="159880"/>
                    <a:pt x="22226" y="159933"/>
                    <a:pt x="21398" y="159961"/>
                  </a:cubicBezTo>
                  <a:cubicBezTo>
                    <a:pt x="20571" y="159989"/>
                    <a:pt x="19743" y="159991"/>
                    <a:pt x="18915" y="159968"/>
                  </a:cubicBezTo>
                  <a:cubicBezTo>
                    <a:pt x="18088" y="159944"/>
                    <a:pt x="17261" y="159895"/>
                    <a:pt x="16437" y="159820"/>
                  </a:cubicBezTo>
                  <a:cubicBezTo>
                    <a:pt x="15612" y="159745"/>
                    <a:pt x="14790" y="159645"/>
                    <a:pt x="13972" y="159519"/>
                  </a:cubicBezTo>
                  <a:cubicBezTo>
                    <a:pt x="13154" y="159393"/>
                    <a:pt x="12340" y="159242"/>
                    <a:pt x="11531" y="159066"/>
                  </a:cubicBezTo>
                  <a:cubicBezTo>
                    <a:pt x="10722" y="158889"/>
                    <a:pt x="9919" y="158688"/>
                    <a:pt x="9122" y="158462"/>
                  </a:cubicBezTo>
                  <a:cubicBezTo>
                    <a:pt x="8326" y="158235"/>
                    <a:pt x="7537" y="157985"/>
                    <a:pt x="6756" y="157709"/>
                  </a:cubicBezTo>
                  <a:cubicBezTo>
                    <a:pt x="5975" y="157434"/>
                    <a:pt x="5203" y="157135"/>
                    <a:pt x="4441" y="156812"/>
                  </a:cubicBezTo>
                  <a:cubicBezTo>
                    <a:pt x="3679" y="156489"/>
                    <a:pt x="2927" y="156142"/>
                    <a:pt x="2186" y="155772"/>
                  </a:cubicBezTo>
                  <a:cubicBezTo>
                    <a:pt x="1445" y="155403"/>
                    <a:pt x="716" y="155010"/>
                    <a:pt x="0" y="154595"/>
                  </a:cubicBezTo>
                  <a:lnTo>
                    <a:pt x="0" y="6025"/>
                  </a:lnTo>
                  <a:cubicBezTo>
                    <a:pt x="968" y="5530"/>
                    <a:pt x="1950" y="5065"/>
                    <a:pt x="2945" y="4628"/>
                  </a:cubicBezTo>
                  <a:cubicBezTo>
                    <a:pt x="3940" y="4192"/>
                    <a:pt x="4948" y="3785"/>
                    <a:pt x="5967" y="3409"/>
                  </a:cubicBezTo>
                  <a:cubicBezTo>
                    <a:pt x="6987" y="3032"/>
                    <a:pt x="8017" y="2686"/>
                    <a:pt x="9057" y="2370"/>
                  </a:cubicBezTo>
                  <a:cubicBezTo>
                    <a:pt x="10097" y="2055"/>
                    <a:pt x="11146" y="1770"/>
                    <a:pt x="12203" y="1516"/>
                  </a:cubicBezTo>
                  <a:cubicBezTo>
                    <a:pt x="13259" y="1263"/>
                    <a:pt x="14323" y="1041"/>
                    <a:pt x="15393" y="851"/>
                  </a:cubicBezTo>
                  <a:cubicBezTo>
                    <a:pt x="16463" y="660"/>
                    <a:pt x="17538" y="502"/>
                    <a:pt x="18618" y="375"/>
                  </a:cubicBezTo>
                  <a:cubicBezTo>
                    <a:pt x="19697" y="248"/>
                    <a:pt x="20780" y="154"/>
                    <a:pt x="21865" y="91"/>
                  </a:cubicBezTo>
                  <a:cubicBezTo>
                    <a:pt x="22949" y="29"/>
                    <a:pt x="24036" y="-2"/>
                    <a:pt x="25123" y="0"/>
                  </a:cubicBezTo>
                  <a:cubicBezTo>
                    <a:pt x="26209" y="2"/>
                    <a:pt x="27296" y="36"/>
                    <a:pt x="28380" y="102"/>
                  </a:cubicBezTo>
                  <a:cubicBezTo>
                    <a:pt x="29465" y="168"/>
                    <a:pt x="30547" y="267"/>
                    <a:pt x="31626" y="397"/>
                  </a:cubicBezTo>
                  <a:cubicBezTo>
                    <a:pt x="32705" y="527"/>
                    <a:pt x="33780" y="690"/>
                    <a:pt x="34849" y="884"/>
                  </a:cubicBezTo>
                  <a:cubicBezTo>
                    <a:pt x="35918" y="1078"/>
                    <a:pt x="36982" y="1304"/>
                    <a:pt x="38037" y="1561"/>
                  </a:cubicBezTo>
                  <a:cubicBezTo>
                    <a:pt x="39093" y="1818"/>
                    <a:pt x="40141" y="2106"/>
                    <a:pt x="41180" y="2425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07" name="probe-tabler-butterfly-part-2"/>
            <p:cNvSpPr/>
            <p:nvPr/>
          </p:nvSpPr>
          <p:spPr>
            <a:xfrm>
              <a:off x="30108" y="60000"/>
              <a:ext cx="79892" cy="160002"/>
            </a:xfrm>
            <a:custGeom>
              <a:avLst/>
              <a:gdLst/>
              <a:ahLst/>
              <a:cxnLst/>
              <a:rect l="0" t="0" r="r" b="b"/>
              <a:pathLst>
                <a:path w="79892" h="160002">
                  <a:moveTo>
                    <a:pt x="54942" y="0"/>
                  </a:moveTo>
                  <a:cubicBezTo>
                    <a:pt x="63792" y="0"/>
                    <a:pt x="72302" y="2100"/>
                    <a:pt x="79892" y="5970"/>
                  </a:cubicBezTo>
                  <a:lnTo>
                    <a:pt x="79892" y="154670"/>
                  </a:lnTo>
                  <a:cubicBezTo>
                    <a:pt x="79259" y="155034"/>
                    <a:pt x="78616" y="155381"/>
                    <a:pt x="77964" y="155709"/>
                  </a:cubicBezTo>
                  <a:cubicBezTo>
                    <a:pt x="77312" y="156038"/>
                    <a:pt x="76651" y="156349"/>
                    <a:pt x="75982" y="156642"/>
                  </a:cubicBezTo>
                  <a:cubicBezTo>
                    <a:pt x="75313" y="156934"/>
                    <a:pt x="74636" y="157209"/>
                    <a:pt x="73952" y="157464"/>
                  </a:cubicBezTo>
                  <a:cubicBezTo>
                    <a:pt x="73267" y="157720"/>
                    <a:pt x="72577" y="157957"/>
                    <a:pt x="71879" y="158174"/>
                  </a:cubicBezTo>
                  <a:cubicBezTo>
                    <a:pt x="71182" y="158392"/>
                    <a:pt x="70480" y="158591"/>
                    <a:pt x="69772" y="158770"/>
                  </a:cubicBezTo>
                  <a:lnTo>
                    <a:pt x="67812" y="159220"/>
                  </a:lnTo>
                  <a:cubicBezTo>
                    <a:pt x="66991" y="159385"/>
                    <a:pt x="66164" y="159524"/>
                    <a:pt x="65335" y="159637"/>
                  </a:cubicBezTo>
                  <a:cubicBezTo>
                    <a:pt x="64505" y="159750"/>
                    <a:pt x="63672" y="159836"/>
                    <a:pt x="62836" y="159897"/>
                  </a:cubicBezTo>
                  <a:cubicBezTo>
                    <a:pt x="62001" y="159958"/>
                    <a:pt x="61164" y="159992"/>
                    <a:pt x="60327" y="160000"/>
                  </a:cubicBezTo>
                  <a:cubicBezTo>
                    <a:pt x="59489" y="160008"/>
                    <a:pt x="58652" y="159990"/>
                    <a:pt x="57815" y="159946"/>
                  </a:cubicBezTo>
                  <a:cubicBezTo>
                    <a:pt x="56979" y="159901"/>
                    <a:pt x="56144" y="159830"/>
                    <a:pt x="55312" y="159733"/>
                  </a:cubicBezTo>
                  <a:cubicBezTo>
                    <a:pt x="54481" y="159636"/>
                    <a:pt x="53652" y="159513"/>
                    <a:pt x="52828" y="159365"/>
                  </a:cubicBezTo>
                  <a:cubicBezTo>
                    <a:pt x="52004" y="159216"/>
                    <a:pt x="51184" y="159041"/>
                    <a:pt x="50371" y="158840"/>
                  </a:cubicBezTo>
                  <a:cubicBezTo>
                    <a:pt x="49558" y="158640"/>
                    <a:pt x="48751" y="158414"/>
                    <a:pt x="47952" y="158163"/>
                  </a:cubicBezTo>
                  <a:cubicBezTo>
                    <a:pt x="47153" y="157912"/>
                    <a:pt x="46362" y="157636"/>
                    <a:pt x="45581" y="157336"/>
                  </a:cubicBezTo>
                  <a:cubicBezTo>
                    <a:pt x="44799" y="157035"/>
                    <a:pt x="44027" y="156710"/>
                    <a:pt x="43266" y="156361"/>
                  </a:cubicBezTo>
                  <a:cubicBezTo>
                    <a:pt x="42505" y="156012"/>
                    <a:pt x="41754" y="155639"/>
                    <a:pt x="41017" y="155242"/>
                  </a:cubicBezTo>
                  <a:cubicBezTo>
                    <a:pt x="40279" y="154846"/>
                    <a:pt x="39554" y="154427"/>
                    <a:pt x="38842" y="153985"/>
                  </a:cubicBezTo>
                  <a:cubicBezTo>
                    <a:pt x="38131" y="153543"/>
                    <a:pt x="37433" y="153079"/>
                    <a:pt x="36751" y="152594"/>
                  </a:cubicBezTo>
                  <a:cubicBezTo>
                    <a:pt x="36068" y="152108"/>
                    <a:pt x="35401" y="151601"/>
                    <a:pt x="34751" y="151074"/>
                  </a:cubicBezTo>
                  <a:cubicBezTo>
                    <a:pt x="34100" y="150547"/>
                    <a:pt x="33466" y="149999"/>
                    <a:pt x="32850" y="149432"/>
                  </a:cubicBezTo>
                  <a:cubicBezTo>
                    <a:pt x="32234" y="148865"/>
                    <a:pt x="31636" y="148278"/>
                    <a:pt x="31056" y="147673"/>
                  </a:cubicBezTo>
                  <a:cubicBezTo>
                    <a:pt x="30477" y="147069"/>
                    <a:pt x="29917" y="146446"/>
                    <a:pt x="29377" y="145806"/>
                  </a:cubicBezTo>
                  <a:cubicBezTo>
                    <a:pt x="28836" y="145166"/>
                    <a:pt x="28316" y="144509"/>
                    <a:pt x="27817" y="143837"/>
                  </a:cubicBezTo>
                  <a:cubicBezTo>
                    <a:pt x="27318" y="143164"/>
                    <a:pt x="26841" y="142476"/>
                    <a:pt x="26385" y="141773"/>
                  </a:cubicBezTo>
                  <a:cubicBezTo>
                    <a:pt x="25929" y="141071"/>
                    <a:pt x="25495" y="140354"/>
                    <a:pt x="25084" y="139624"/>
                  </a:cubicBezTo>
                  <a:cubicBezTo>
                    <a:pt x="24674" y="138894"/>
                    <a:pt x="24286" y="138152"/>
                    <a:pt x="23921" y="137398"/>
                  </a:cubicBezTo>
                  <a:cubicBezTo>
                    <a:pt x="23557" y="136644"/>
                    <a:pt x="23217" y="135878"/>
                    <a:pt x="22901" y="135103"/>
                  </a:cubicBezTo>
                  <a:cubicBezTo>
                    <a:pt x="22584" y="134327"/>
                    <a:pt x="22293" y="133542"/>
                    <a:pt x="22026" y="132748"/>
                  </a:cubicBezTo>
                  <a:cubicBezTo>
                    <a:pt x="21759" y="131954"/>
                    <a:pt x="21517" y="131152"/>
                    <a:pt x="21301" y="130343"/>
                  </a:cubicBezTo>
                  <a:cubicBezTo>
                    <a:pt x="21084" y="129534"/>
                    <a:pt x="20893" y="128719"/>
                    <a:pt x="20728" y="127898"/>
                  </a:cubicBezTo>
                  <a:cubicBezTo>
                    <a:pt x="20562" y="127077"/>
                    <a:pt x="20423" y="126251"/>
                    <a:pt x="20309" y="125421"/>
                  </a:cubicBezTo>
                  <a:cubicBezTo>
                    <a:pt x="20196" y="124591"/>
                    <a:pt x="20109" y="123758"/>
                    <a:pt x="20048" y="122923"/>
                  </a:cubicBezTo>
                  <a:cubicBezTo>
                    <a:pt x="19986" y="122087"/>
                    <a:pt x="19951" y="121250"/>
                    <a:pt x="19943" y="120413"/>
                  </a:cubicBezTo>
                  <a:cubicBezTo>
                    <a:pt x="19934" y="119576"/>
                    <a:pt x="19952" y="118738"/>
                    <a:pt x="19996" y="117902"/>
                  </a:cubicBezTo>
                  <a:cubicBezTo>
                    <a:pt x="20040" y="117065"/>
                    <a:pt x="20110" y="116231"/>
                    <a:pt x="20207" y="115399"/>
                  </a:cubicBezTo>
                  <a:cubicBezTo>
                    <a:pt x="20303" y="114567"/>
                    <a:pt x="20425" y="113738"/>
                    <a:pt x="20574" y="112914"/>
                  </a:cubicBezTo>
                  <a:cubicBezTo>
                    <a:pt x="20722" y="112090"/>
                    <a:pt x="20896" y="111270"/>
                    <a:pt x="21096" y="110457"/>
                  </a:cubicBezTo>
                  <a:cubicBezTo>
                    <a:pt x="21296" y="109644"/>
                    <a:pt x="21521" y="108837"/>
                    <a:pt x="21772" y="108038"/>
                  </a:cubicBezTo>
                  <a:cubicBezTo>
                    <a:pt x="22022" y="107238"/>
                    <a:pt x="22298" y="106447"/>
                    <a:pt x="22598" y="105666"/>
                  </a:cubicBezTo>
                  <a:cubicBezTo>
                    <a:pt x="22898" y="104884"/>
                    <a:pt x="23223" y="104111"/>
                    <a:pt x="23572" y="103350"/>
                  </a:cubicBezTo>
                  <a:lnTo>
                    <a:pt x="24752" y="100970"/>
                  </a:lnTo>
                  <a:lnTo>
                    <a:pt x="24402" y="100740"/>
                  </a:lnTo>
                  <a:cubicBezTo>
                    <a:pt x="23465" y="100113"/>
                    <a:pt x="22549" y="99458"/>
                    <a:pt x="21653" y="98774"/>
                  </a:cubicBezTo>
                  <a:cubicBezTo>
                    <a:pt x="20756" y="98091"/>
                    <a:pt x="19882" y="97381"/>
                    <a:pt x="19029" y="96644"/>
                  </a:cubicBezTo>
                  <a:cubicBezTo>
                    <a:pt x="18177" y="95907"/>
                    <a:pt x="17347" y="95144"/>
                    <a:pt x="16542" y="94356"/>
                  </a:cubicBezTo>
                  <a:cubicBezTo>
                    <a:pt x="15736" y="93568"/>
                    <a:pt x="14955" y="92756"/>
                    <a:pt x="14200" y="91920"/>
                  </a:cubicBezTo>
                  <a:cubicBezTo>
                    <a:pt x="13444" y="91084"/>
                    <a:pt x="12714" y="90225"/>
                    <a:pt x="12011" y="89344"/>
                  </a:cubicBezTo>
                  <a:cubicBezTo>
                    <a:pt x="11309" y="88464"/>
                    <a:pt x="10633" y="87562"/>
                    <a:pt x="9986" y="86639"/>
                  </a:cubicBezTo>
                  <a:cubicBezTo>
                    <a:pt x="9338" y="85717"/>
                    <a:pt x="8719" y="84775"/>
                    <a:pt x="8130" y="83815"/>
                  </a:cubicBezTo>
                  <a:cubicBezTo>
                    <a:pt x="7540" y="82855"/>
                    <a:pt x="6980" y="81877"/>
                    <a:pt x="6451" y="80882"/>
                  </a:cubicBezTo>
                  <a:cubicBezTo>
                    <a:pt x="5921" y="79888"/>
                    <a:pt x="5422" y="78877"/>
                    <a:pt x="4955" y="77852"/>
                  </a:cubicBezTo>
                  <a:cubicBezTo>
                    <a:pt x="4488" y="76826"/>
                    <a:pt x="4052" y="75787"/>
                    <a:pt x="3648" y="74735"/>
                  </a:cubicBezTo>
                  <a:cubicBezTo>
                    <a:pt x="3245" y="73683"/>
                    <a:pt x="2874" y="72619"/>
                    <a:pt x="2535" y="71544"/>
                  </a:cubicBezTo>
                  <a:cubicBezTo>
                    <a:pt x="2197" y="70469"/>
                    <a:pt x="1892" y="69384"/>
                    <a:pt x="1621" y="68291"/>
                  </a:cubicBezTo>
                  <a:cubicBezTo>
                    <a:pt x="1349" y="67197"/>
                    <a:pt x="1111" y="66095"/>
                    <a:pt x="907" y="64987"/>
                  </a:cubicBezTo>
                  <a:cubicBezTo>
                    <a:pt x="704" y="63879"/>
                    <a:pt x="534" y="62765"/>
                    <a:pt x="399" y="61646"/>
                  </a:cubicBezTo>
                  <a:cubicBezTo>
                    <a:pt x="263" y="60528"/>
                    <a:pt x="162" y="59405"/>
                    <a:pt x="96" y="58280"/>
                  </a:cubicBezTo>
                  <a:cubicBezTo>
                    <a:pt x="29" y="57155"/>
                    <a:pt x="-3" y="56029"/>
                    <a:pt x="0" y="54902"/>
                  </a:cubicBezTo>
                  <a:cubicBezTo>
                    <a:pt x="3" y="53775"/>
                    <a:pt x="40" y="52649"/>
                    <a:pt x="112" y="51524"/>
                  </a:cubicBezTo>
                  <a:cubicBezTo>
                    <a:pt x="184" y="50400"/>
                    <a:pt x="291" y="49278"/>
                    <a:pt x="432" y="48160"/>
                  </a:cubicBezTo>
                  <a:lnTo>
                    <a:pt x="772" y="45830"/>
                  </a:lnTo>
                  <a:cubicBezTo>
                    <a:pt x="958" y="44728"/>
                    <a:pt x="1178" y="43632"/>
                    <a:pt x="1431" y="42543"/>
                  </a:cubicBezTo>
                  <a:cubicBezTo>
                    <a:pt x="1684" y="41454"/>
                    <a:pt x="1971" y="40373"/>
                    <a:pt x="2290" y="39302"/>
                  </a:cubicBezTo>
                  <a:cubicBezTo>
                    <a:pt x="2609" y="38231"/>
                    <a:pt x="2960" y="37170"/>
                    <a:pt x="3344" y="36120"/>
                  </a:cubicBezTo>
                  <a:cubicBezTo>
                    <a:pt x="3728" y="35070"/>
                    <a:pt x="4143" y="34032"/>
                    <a:pt x="4590" y="33007"/>
                  </a:cubicBezTo>
                  <a:cubicBezTo>
                    <a:pt x="5037" y="31983"/>
                    <a:pt x="5515" y="30972"/>
                    <a:pt x="6024" y="29977"/>
                  </a:cubicBezTo>
                  <a:cubicBezTo>
                    <a:pt x="6532" y="28981"/>
                    <a:pt x="7071" y="28002"/>
                    <a:pt x="7639" y="27039"/>
                  </a:cubicBezTo>
                  <a:cubicBezTo>
                    <a:pt x="8208" y="26077"/>
                    <a:pt x="8805" y="25132"/>
                    <a:pt x="9431" y="24206"/>
                  </a:cubicBezTo>
                  <a:cubicBezTo>
                    <a:pt x="10057" y="23279"/>
                    <a:pt x="10711" y="22373"/>
                    <a:pt x="11392" y="21486"/>
                  </a:cubicBezTo>
                  <a:cubicBezTo>
                    <a:pt x="12073" y="20600"/>
                    <a:pt x="12781" y="19735"/>
                    <a:pt x="13515" y="18891"/>
                  </a:cubicBezTo>
                  <a:cubicBezTo>
                    <a:pt x="14249" y="18048"/>
                    <a:pt x="15008" y="17228"/>
                    <a:pt x="15792" y="16431"/>
                  </a:cubicBezTo>
                  <a:cubicBezTo>
                    <a:pt x="16576" y="15634"/>
                    <a:pt x="17384" y="14861"/>
                    <a:pt x="18215" y="14114"/>
                  </a:cubicBezTo>
                  <a:cubicBezTo>
                    <a:pt x="19046" y="13366"/>
                    <a:pt x="19899" y="12644"/>
                    <a:pt x="20774" y="11948"/>
                  </a:cubicBezTo>
                  <a:cubicBezTo>
                    <a:pt x="21649" y="11253"/>
                    <a:pt x="22545" y="10584"/>
                    <a:pt x="23461" y="9943"/>
                  </a:cubicBezTo>
                  <a:cubicBezTo>
                    <a:pt x="24376" y="9302"/>
                    <a:pt x="25311" y="8689"/>
                    <a:pt x="26264" y="8105"/>
                  </a:cubicBezTo>
                  <a:cubicBezTo>
                    <a:pt x="27217" y="7521"/>
                    <a:pt x="28188" y="6966"/>
                    <a:pt x="29175" y="6441"/>
                  </a:cubicBezTo>
                  <a:cubicBezTo>
                    <a:pt x="30162" y="5916"/>
                    <a:pt x="31165" y="5421"/>
                    <a:pt x="32182" y="4958"/>
                  </a:cubicBezTo>
                  <a:cubicBezTo>
                    <a:pt x="33199" y="4494"/>
                    <a:pt x="34229" y="4061"/>
                    <a:pt x="35273" y="3660"/>
                  </a:cubicBezTo>
                  <a:cubicBezTo>
                    <a:pt x="36316" y="3259"/>
                    <a:pt x="37372" y="2890"/>
                    <a:pt x="38438" y="2554"/>
                  </a:cubicBezTo>
                  <a:cubicBezTo>
                    <a:pt x="39503" y="2217"/>
                    <a:pt x="40579" y="1913"/>
                    <a:pt x="41664" y="1642"/>
                  </a:cubicBezTo>
                  <a:cubicBezTo>
                    <a:pt x="42748" y="1371"/>
                    <a:pt x="43841" y="1133"/>
                    <a:pt x="44939" y="928"/>
                  </a:cubicBezTo>
                  <a:cubicBezTo>
                    <a:pt x="46038" y="724"/>
                    <a:pt x="47143" y="553"/>
                    <a:pt x="48253" y="416"/>
                  </a:cubicBezTo>
                  <a:cubicBezTo>
                    <a:pt x="49362" y="278"/>
                    <a:pt x="50475" y="175"/>
                    <a:pt x="51591" y="106"/>
                  </a:cubicBezTo>
                  <a:cubicBezTo>
                    <a:pt x="52706" y="37"/>
                    <a:pt x="53824" y="1"/>
                    <a:pt x="54942" y="0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08" name="probe-tabler-butterfly-part-3"/>
            <p:cNvSpPr/>
            <p:nvPr/>
          </p:nvSpPr>
          <p:spPr>
            <a:xfrm>
              <a:off x="79999" y="19999"/>
              <a:ext cx="80002" cy="40003"/>
            </a:xfrm>
            <a:custGeom>
              <a:avLst/>
              <a:gdLst/>
              <a:ahLst/>
              <a:cxnLst/>
              <a:rect l="0" t="0" r="r" b="b"/>
              <a:pathLst>
                <a:path w="80002" h="40003">
                  <a:moveTo>
                    <a:pt x="64451" y="1681"/>
                  </a:moveTo>
                  <a:cubicBezTo>
                    <a:pt x="64626" y="1565"/>
                    <a:pt x="64803" y="1454"/>
                    <a:pt x="64985" y="1349"/>
                  </a:cubicBezTo>
                  <a:cubicBezTo>
                    <a:pt x="65166" y="1244"/>
                    <a:pt x="65350" y="1145"/>
                    <a:pt x="65538" y="1051"/>
                  </a:cubicBezTo>
                  <a:cubicBezTo>
                    <a:pt x="65725" y="958"/>
                    <a:pt x="65916" y="870"/>
                    <a:pt x="66109" y="789"/>
                  </a:cubicBezTo>
                  <a:cubicBezTo>
                    <a:pt x="66302" y="707"/>
                    <a:pt x="66497" y="632"/>
                    <a:pt x="66695" y="562"/>
                  </a:cubicBezTo>
                  <a:cubicBezTo>
                    <a:pt x="66892" y="493"/>
                    <a:pt x="67092" y="430"/>
                    <a:pt x="67294" y="373"/>
                  </a:cubicBezTo>
                  <a:cubicBezTo>
                    <a:pt x="67496" y="317"/>
                    <a:pt x="67699" y="266"/>
                    <a:pt x="67904" y="222"/>
                  </a:cubicBezTo>
                  <a:cubicBezTo>
                    <a:pt x="68109" y="178"/>
                    <a:pt x="68315" y="141"/>
                    <a:pt x="68522" y="110"/>
                  </a:cubicBezTo>
                  <a:cubicBezTo>
                    <a:pt x="68729" y="79"/>
                    <a:pt x="68937" y="55"/>
                    <a:pt x="69146" y="37"/>
                  </a:cubicBezTo>
                  <a:cubicBezTo>
                    <a:pt x="69355" y="19"/>
                    <a:pt x="69564" y="7"/>
                    <a:pt x="69773" y="3"/>
                  </a:cubicBezTo>
                  <a:cubicBezTo>
                    <a:pt x="69983" y="-2"/>
                    <a:pt x="70192" y="0"/>
                    <a:pt x="70402" y="8"/>
                  </a:cubicBezTo>
                  <a:cubicBezTo>
                    <a:pt x="70611" y="16"/>
                    <a:pt x="70820" y="31"/>
                    <a:pt x="71028" y="53"/>
                  </a:cubicBezTo>
                  <a:cubicBezTo>
                    <a:pt x="71237" y="74"/>
                    <a:pt x="71444" y="102"/>
                    <a:pt x="71651" y="137"/>
                  </a:cubicBezTo>
                  <a:cubicBezTo>
                    <a:pt x="71858" y="172"/>
                    <a:pt x="72063" y="213"/>
                    <a:pt x="72267" y="260"/>
                  </a:cubicBezTo>
                  <a:cubicBezTo>
                    <a:pt x="72471" y="307"/>
                    <a:pt x="72674" y="361"/>
                    <a:pt x="72874" y="422"/>
                  </a:cubicBezTo>
                  <a:cubicBezTo>
                    <a:pt x="73075" y="482"/>
                    <a:pt x="73274" y="548"/>
                    <a:pt x="73470" y="621"/>
                  </a:cubicBezTo>
                  <a:cubicBezTo>
                    <a:pt x="73667" y="693"/>
                    <a:pt x="73861" y="772"/>
                    <a:pt x="74052" y="857"/>
                  </a:cubicBezTo>
                  <a:cubicBezTo>
                    <a:pt x="74244" y="942"/>
                    <a:pt x="74433" y="1033"/>
                    <a:pt x="74618" y="1130"/>
                  </a:cubicBezTo>
                  <a:cubicBezTo>
                    <a:pt x="74804" y="1226"/>
                    <a:pt x="74987" y="1329"/>
                    <a:pt x="75166" y="1437"/>
                  </a:cubicBezTo>
                  <a:cubicBezTo>
                    <a:pt x="75346" y="1545"/>
                    <a:pt x="75522" y="1659"/>
                    <a:pt x="75694" y="1778"/>
                  </a:cubicBezTo>
                  <a:cubicBezTo>
                    <a:pt x="75866" y="1897"/>
                    <a:pt x="76035" y="2022"/>
                    <a:pt x="76199" y="2152"/>
                  </a:cubicBezTo>
                  <a:cubicBezTo>
                    <a:pt x="76363" y="2282"/>
                    <a:pt x="76524" y="2417"/>
                    <a:pt x="76680" y="2557"/>
                  </a:cubicBezTo>
                  <a:cubicBezTo>
                    <a:pt x="76836" y="2696"/>
                    <a:pt x="76987" y="2841"/>
                    <a:pt x="77134" y="2991"/>
                  </a:cubicBezTo>
                  <a:cubicBezTo>
                    <a:pt x="77281" y="3140"/>
                    <a:pt x="77423" y="3294"/>
                    <a:pt x="77560" y="3452"/>
                  </a:cubicBezTo>
                  <a:cubicBezTo>
                    <a:pt x="77697" y="3611"/>
                    <a:pt x="77829" y="3773"/>
                    <a:pt x="77956" y="3940"/>
                  </a:cubicBezTo>
                  <a:cubicBezTo>
                    <a:pt x="78083" y="4106"/>
                    <a:pt x="78205" y="4277"/>
                    <a:pt x="78321" y="4451"/>
                  </a:cubicBezTo>
                  <a:cubicBezTo>
                    <a:pt x="78437" y="4626"/>
                    <a:pt x="78548" y="4803"/>
                    <a:pt x="78653" y="4985"/>
                  </a:cubicBezTo>
                  <a:cubicBezTo>
                    <a:pt x="78758" y="5166"/>
                    <a:pt x="78858" y="5350"/>
                    <a:pt x="78951" y="5538"/>
                  </a:cubicBezTo>
                  <a:cubicBezTo>
                    <a:pt x="79045" y="5725"/>
                    <a:pt x="79132" y="5916"/>
                    <a:pt x="79214" y="6109"/>
                  </a:cubicBezTo>
                  <a:cubicBezTo>
                    <a:pt x="79295" y="6302"/>
                    <a:pt x="79371" y="6497"/>
                    <a:pt x="79440" y="6695"/>
                  </a:cubicBezTo>
                  <a:cubicBezTo>
                    <a:pt x="79509" y="6892"/>
                    <a:pt x="79572" y="7092"/>
                    <a:pt x="79629" y="7294"/>
                  </a:cubicBezTo>
                  <a:cubicBezTo>
                    <a:pt x="79686" y="7496"/>
                    <a:pt x="79736" y="7699"/>
                    <a:pt x="79780" y="7904"/>
                  </a:cubicBezTo>
                  <a:cubicBezTo>
                    <a:pt x="79824" y="8109"/>
                    <a:pt x="79861" y="8315"/>
                    <a:pt x="79892" y="8522"/>
                  </a:cubicBezTo>
                  <a:cubicBezTo>
                    <a:pt x="79923" y="8729"/>
                    <a:pt x="79948" y="8937"/>
                    <a:pt x="79966" y="9146"/>
                  </a:cubicBezTo>
                  <a:cubicBezTo>
                    <a:pt x="79984" y="9355"/>
                    <a:pt x="79995" y="9564"/>
                    <a:pt x="80000" y="9773"/>
                  </a:cubicBezTo>
                  <a:cubicBezTo>
                    <a:pt x="80005" y="9983"/>
                    <a:pt x="80003" y="10192"/>
                    <a:pt x="79994" y="10402"/>
                  </a:cubicBezTo>
                  <a:cubicBezTo>
                    <a:pt x="79986" y="10611"/>
                    <a:pt x="79971" y="10820"/>
                    <a:pt x="79950" y="11028"/>
                  </a:cubicBezTo>
                  <a:cubicBezTo>
                    <a:pt x="79928" y="11237"/>
                    <a:pt x="79900" y="11444"/>
                    <a:pt x="79866" y="11651"/>
                  </a:cubicBezTo>
                  <a:cubicBezTo>
                    <a:pt x="79831" y="11858"/>
                    <a:pt x="79790" y="12063"/>
                    <a:pt x="79742" y="12267"/>
                  </a:cubicBezTo>
                  <a:cubicBezTo>
                    <a:pt x="79695" y="12471"/>
                    <a:pt x="79641" y="12674"/>
                    <a:pt x="79581" y="12874"/>
                  </a:cubicBezTo>
                  <a:cubicBezTo>
                    <a:pt x="79521" y="13075"/>
                    <a:pt x="79454" y="13274"/>
                    <a:pt x="79382" y="13470"/>
                  </a:cubicBezTo>
                  <a:cubicBezTo>
                    <a:pt x="79309" y="13667"/>
                    <a:pt x="79230" y="13861"/>
                    <a:pt x="79145" y="14052"/>
                  </a:cubicBezTo>
                  <a:cubicBezTo>
                    <a:pt x="79060" y="14244"/>
                    <a:pt x="78970" y="14433"/>
                    <a:pt x="78873" y="14618"/>
                  </a:cubicBezTo>
                  <a:cubicBezTo>
                    <a:pt x="78776" y="14804"/>
                    <a:pt x="78674" y="14987"/>
                    <a:pt x="78566" y="15166"/>
                  </a:cubicBezTo>
                  <a:cubicBezTo>
                    <a:pt x="78457" y="15346"/>
                    <a:pt x="78344" y="15522"/>
                    <a:pt x="78224" y="15694"/>
                  </a:cubicBezTo>
                  <a:cubicBezTo>
                    <a:pt x="78105" y="15866"/>
                    <a:pt x="77980" y="16035"/>
                    <a:pt x="77851" y="16199"/>
                  </a:cubicBezTo>
                  <a:cubicBezTo>
                    <a:pt x="77721" y="16363"/>
                    <a:pt x="77586" y="16524"/>
                    <a:pt x="77446" y="16680"/>
                  </a:cubicBezTo>
                  <a:cubicBezTo>
                    <a:pt x="77306" y="16836"/>
                    <a:pt x="77161" y="16987"/>
                    <a:pt x="77012" y="17134"/>
                  </a:cubicBezTo>
                  <a:cubicBezTo>
                    <a:pt x="76863" y="17281"/>
                    <a:pt x="76709" y="17423"/>
                    <a:pt x="76550" y="17560"/>
                  </a:cubicBezTo>
                  <a:cubicBezTo>
                    <a:pt x="76392" y="17697"/>
                    <a:pt x="76229" y="17829"/>
                    <a:pt x="76063" y="17956"/>
                  </a:cubicBezTo>
                  <a:cubicBezTo>
                    <a:pt x="75896" y="18083"/>
                    <a:pt x="75726" y="18205"/>
                    <a:pt x="75551" y="18321"/>
                  </a:cubicBezTo>
                  <a:lnTo>
                    <a:pt x="45551" y="38321"/>
                  </a:lnTo>
                  <a:cubicBezTo>
                    <a:pt x="45380" y="38436"/>
                    <a:pt x="45204" y="38545"/>
                    <a:pt x="45026" y="38649"/>
                  </a:cubicBezTo>
                  <a:cubicBezTo>
                    <a:pt x="44847" y="38753"/>
                    <a:pt x="44666" y="38851"/>
                    <a:pt x="44481" y="38943"/>
                  </a:cubicBezTo>
                  <a:cubicBezTo>
                    <a:pt x="44296" y="39036"/>
                    <a:pt x="44109" y="39122"/>
                    <a:pt x="43919" y="39203"/>
                  </a:cubicBezTo>
                  <a:cubicBezTo>
                    <a:pt x="43729" y="39284"/>
                    <a:pt x="43537" y="39359"/>
                    <a:pt x="43342" y="39428"/>
                  </a:cubicBezTo>
                  <a:cubicBezTo>
                    <a:pt x="43147" y="39497"/>
                    <a:pt x="42951" y="39560"/>
                    <a:pt x="42752" y="39617"/>
                  </a:cubicBezTo>
                  <a:cubicBezTo>
                    <a:pt x="42554" y="39674"/>
                    <a:pt x="42354" y="39724"/>
                    <a:pt x="42152" y="39769"/>
                  </a:cubicBezTo>
                  <a:cubicBezTo>
                    <a:pt x="41950" y="39813"/>
                    <a:pt x="41747" y="39851"/>
                    <a:pt x="41543" y="39883"/>
                  </a:cubicBezTo>
                  <a:cubicBezTo>
                    <a:pt x="41339" y="39915"/>
                    <a:pt x="41134" y="39940"/>
                    <a:pt x="40929" y="39960"/>
                  </a:cubicBezTo>
                  <a:cubicBezTo>
                    <a:pt x="40723" y="39979"/>
                    <a:pt x="40517" y="39992"/>
                    <a:pt x="40311" y="39998"/>
                  </a:cubicBezTo>
                  <a:cubicBezTo>
                    <a:pt x="40104" y="40004"/>
                    <a:pt x="39898" y="40004"/>
                    <a:pt x="39692" y="39998"/>
                  </a:cubicBezTo>
                  <a:cubicBezTo>
                    <a:pt x="39485" y="39992"/>
                    <a:pt x="39279" y="39979"/>
                    <a:pt x="39074" y="39960"/>
                  </a:cubicBezTo>
                  <a:cubicBezTo>
                    <a:pt x="38868" y="39940"/>
                    <a:pt x="38663" y="39915"/>
                    <a:pt x="38459" y="39883"/>
                  </a:cubicBezTo>
                  <a:cubicBezTo>
                    <a:pt x="38255" y="39851"/>
                    <a:pt x="38052" y="39813"/>
                    <a:pt x="37851" y="39769"/>
                  </a:cubicBezTo>
                  <a:cubicBezTo>
                    <a:pt x="37649" y="39724"/>
                    <a:pt x="37449" y="39674"/>
                    <a:pt x="37250" y="39617"/>
                  </a:cubicBezTo>
                  <a:cubicBezTo>
                    <a:pt x="37052" y="39560"/>
                    <a:pt x="36855" y="39497"/>
                    <a:pt x="36660" y="39428"/>
                  </a:cubicBezTo>
                  <a:cubicBezTo>
                    <a:pt x="36466" y="39359"/>
                    <a:pt x="36273" y="39284"/>
                    <a:pt x="36083" y="39203"/>
                  </a:cubicBezTo>
                  <a:cubicBezTo>
                    <a:pt x="35894" y="39122"/>
                    <a:pt x="35706" y="39036"/>
                    <a:pt x="35522" y="38943"/>
                  </a:cubicBezTo>
                  <a:cubicBezTo>
                    <a:pt x="35337" y="38851"/>
                    <a:pt x="35155" y="38753"/>
                    <a:pt x="34977" y="38649"/>
                  </a:cubicBezTo>
                  <a:cubicBezTo>
                    <a:pt x="34798" y="38545"/>
                    <a:pt x="34623" y="38436"/>
                    <a:pt x="34451" y="38321"/>
                  </a:cubicBezTo>
                  <a:lnTo>
                    <a:pt x="4451" y="18321"/>
                  </a:lnTo>
                  <a:cubicBezTo>
                    <a:pt x="4277" y="18205"/>
                    <a:pt x="4106" y="18083"/>
                    <a:pt x="3940" y="17956"/>
                  </a:cubicBezTo>
                  <a:cubicBezTo>
                    <a:pt x="3773" y="17829"/>
                    <a:pt x="3611" y="17697"/>
                    <a:pt x="3452" y="17560"/>
                  </a:cubicBezTo>
                  <a:cubicBezTo>
                    <a:pt x="3294" y="17423"/>
                    <a:pt x="3140" y="17281"/>
                    <a:pt x="2991" y="17134"/>
                  </a:cubicBezTo>
                  <a:cubicBezTo>
                    <a:pt x="2841" y="16987"/>
                    <a:pt x="2696" y="16836"/>
                    <a:pt x="2557" y="16680"/>
                  </a:cubicBezTo>
                  <a:cubicBezTo>
                    <a:pt x="2417" y="16524"/>
                    <a:pt x="2282" y="16363"/>
                    <a:pt x="2152" y="16199"/>
                  </a:cubicBezTo>
                  <a:cubicBezTo>
                    <a:pt x="2022" y="16035"/>
                    <a:pt x="1897" y="15866"/>
                    <a:pt x="1778" y="15694"/>
                  </a:cubicBezTo>
                  <a:cubicBezTo>
                    <a:pt x="1659" y="15522"/>
                    <a:pt x="1545" y="15346"/>
                    <a:pt x="1437" y="15166"/>
                  </a:cubicBezTo>
                  <a:cubicBezTo>
                    <a:pt x="1329" y="14987"/>
                    <a:pt x="1226" y="14804"/>
                    <a:pt x="1130" y="14618"/>
                  </a:cubicBezTo>
                  <a:cubicBezTo>
                    <a:pt x="1033" y="14433"/>
                    <a:pt x="942" y="14244"/>
                    <a:pt x="857" y="14052"/>
                  </a:cubicBezTo>
                  <a:cubicBezTo>
                    <a:pt x="772" y="13861"/>
                    <a:pt x="693" y="13667"/>
                    <a:pt x="621" y="13470"/>
                  </a:cubicBezTo>
                  <a:cubicBezTo>
                    <a:pt x="548" y="13274"/>
                    <a:pt x="482" y="13075"/>
                    <a:pt x="422" y="12874"/>
                  </a:cubicBezTo>
                  <a:cubicBezTo>
                    <a:pt x="361" y="12674"/>
                    <a:pt x="307" y="12471"/>
                    <a:pt x="260" y="12267"/>
                  </a:cubicBezTo>
                  <a:cubicBezTo>
                    <a:pt x="213" y="12063"/>
                    <a:pt x="172" y="11858"/>
                    <a:pt x="137" y="11651"/>
                  </a:cubicBezTo>
                  <a:cubicBezTo>
                    <a:pt x="102" y="11444"/>
                    <a:pt x="74" y="11237"/>
                    <a:pt x="53" y="11028"/>
                  </a:cubicBezTo>
                  <a:cubicBezTo>
                    <a:pt x="31" y="10820"/>
                    <a:pt x="16" y="10611"/>
                    <a:pt x="8" y="10402"/>
                  </a:cubicBezTo>
                  <a:cubicBezTo>
                    <a:pt x="0" y="10192"/>
                    <a:pt x="-2" y="9983"/>
                    <a:pt x="3" y="9773"/>
                  </a:cubicBezTo>
                  <a:cubicBezTo>
                    <a:pt x="7" y="9564"/>
                    <a:pt x="19" y="9355"/>
                    <a:pt x="37" y="9146"/>
                  </a:cubicBezTo>
                  <a:cubicBezTo>
                    <a:pt x="55" y="8937"/>
                    <a:pt x="79" y="8729"/>
                    <a:pt x="110" y="8522"/>
                  </a:cubicBezTo>
                  <a:cubicBezTo>
                    <a:pt x="141" y="8315"/>
                    <a:pt x="178" y="8109"/>
                    <a:pt x="222" y="7904"/>
                  </a:cubicBezTo>
                  <a:cubicBezTo>
                    <a:pt x="266" y="7699"/>
                    <a:pt x="317" y="7496"/>
                    <a:pt x="373" y="7294"/>
                  </a:cubicBezTo>
                  <a:cubicBezTo>
                    <a:pt x="430" y="7092"/>
                    <a:pt x="493" y="6892"/>
                    <a:pt x="562" y="6695"/>
                  </a:cubicBezTo>
                  <a:cubicBezTo>
                    <a:pt x="632" y="6497"/>
                    <a:pt x="707" y="6302"/>
                    <a:pt x="789" y="6109"/>
                  </a:cubicBezTo>
                  <a:cubicBezTo>
                    <a:pt x="870" y="5916"/>
                    <a:pt x="958" y="5725"/>
                    <a:pt x="1051" y="5538"/>
                  </a:cubicBezTo>
                  <a:cubicBezTo>
                    <a:pt x="1145" y="5350"/>
                    <a:pt x="1244" y="5166"/>
                    <a:pt x="1349" y="4985"/>
                  </a:cubicBezTo>
                  <a:cubicBezTo>
                    <a:pt x="1454" y="4803"/>
                    <a:pt x="1565" y="4626"/>
                    <a:pt x="1681" y="4451"/>
                  </a:cubicBezTo>
                  <a:cubicBezTo>
                    <a:pt x="1797" y="4277"/>
                    <a:pt x="1919" y="4106"/>
                    <a:pt x="2046" y="3940"/>
                  </a:cubicBezTo>
                  <a:cubicBezTo>
                    <a:pt x="2173" y="3773"/>
                    <a:pt x="2305" y="3611"/>
                    <a:pt x="2442" y="3452"/>
                  </a:cubicBezTo>
                  <a:cubicBezTo>
                    <a:pt x="2580" y="3294"/>
                    <a:pt x="2722" y="3140"/>
                    <a:pt x="2869" y="2991"/>
                  </a:cubicBezTo>
                  <a:cubicBezTo>
                    <a:pt x="3015" y="2841"/>
                    <a:pt x="3167" y="2696"/>
                    <a:pt x="3323" y="2557"/>
                  </a:cubicBezTo>
                  <a:cubicBezTo>
                    <a:pt x="3479" y="2417"/>
                    <a:pt x="3639" y="2282"/>
                    <a:pt x="3803" y="2152"/>
                  </a:cubicBezTo>
                  <a:cubicBezTo>
                    <a:pt x="3968" y="2022"/>
                    <a:pt x="4136" y="1897"/>
                    <a:pt x="4309" y="1778"/>
                  </a:cubicBezTo>
                  <a:cubicBezTo>
                    <a:pt x="4481" y="1659"/>
                    <a:pt x="4657" y="1545"/>
                    <a:pt x="4836" y="1437"/>
                  </a:cubicBezTo>
                  <a:cubicBezTo>
                    <a:pt x="5016" y="1329"/>
                    <a:pt x="5198" y="1226"/>
                    <a:pt x="5384" y="1130"/>
                  </a:cubicBezTo>
                  <a:cubicBezTo>
                    <a:pt x="5570" y="1033"/>
                    <a:pt x="5759" y="942"/>
                    <a:pt x="5950" y="857"/>
                  </a:cubicBezTo>
                  <a:cubicBezTo>
                    <a:pt x="6142" y="772"/>
                    <a:pt x="6336" y="693"/>
                    <a:pt x="6532" y="621"/>
                  </a:cubicBezTo>
                  <a:cubicBezTo>
                    <a:pt x="6729" y="548"/>
                    <a:pt x="6928" y="482"/>
                    <a:pt x="7128" y="422"/>
                  </a:cubicBezTo>
                  <a:cubicBezTo>
                    <a:pt x="7329" y="361"/>
                    <a:pt x="7531" y="307"/>
                    <a:pt x="7735" y="260"/>
                  </a:cubicBezTo>
                  <a:cubicBezTo>
                    <a:pt x="7939" y="213"/>
                    <a:pt x="8145" y="172"/>
                    <a:pt x="8352" y="137"/>
                  </a:cubicBezTo>
                  <a:cubicBezTo>
                    <a:pt x="8558" y="102"/>
                    <a:pt x="8766" y="74"/>
                    <a:pt x="8974" y="53"/>
                  </a:cubicBezTo>
                  <a:cubicBezTo>
                    <a:pt x="9183" y="31"/>
                    <a:pt x="9392" y="16"/>
                    <a:pt x="9601" y="8"/>
                  </a:cubicBezTo>
                  <a:cubicBezTo>
                    <a:pt x="9810" y="0"/>
                    <a:pt x="10020" y="-2"/>
                    <a:pt x="10229" y="3"/>
                  </a:cubicBezTo>
                  <a:cubicBezTo>
                    <a:pt x="10439" y="7"/>
                    <a:pt x="10648" y="19"/>
                    <a:pt x="10857" y="37"/>
                  </a:cubicBezTo>
                  <a:cubicBezTo>
                    <a:pt x="11065" y="55"/>
                    <a:pt x="11273" y="79"/>
                    <a:pt x="11481" y="110"/>
                  </a:cubicBezTo>
                  <a:cubicBezTo>
                    <a:pt x="11688" y="141"/>
                    <a:pt x="11894" y="178"/>
                    <a:pt x="12099" y="222"/>
                  </a:cubicBezTo>
                  <a:cubicBezTo>
                    <a:pt x="12304" y="266"/>
                    <a:pt x="12507" y="317"/>
                    <a:pt x="12709" y="373"/>
                  </a:cubicBezTo>
                  <a:cubicBezTo>
                    <a:pt x="12910" y="430"/>
                    <a:pt x="13110" y="493"/>
                    <a:pt x="13308" y="562"/>
                  </a:cubicBezTo>
                  <a:cubicBezTo>
                    <a:pt x="13505" y="632"/>
                    <a:pt x="13701" y="707"/>
                    <a:pt x="13894" y="789"/>
                  </a:cubicBezTo>
                  <a:cubicBezTo>
                    <a:pt x="14087" y="870"/>
                    <a:pt x="14277" y="958"/>
                    <a:pt x="14465" y="1051"/>
                  </a:cubicBezTo>
                  <a:cubicBezTo>
                    <a:pt x="14652" y="1145"/>
                    <a:pt x="14837" y="1244"/>
                    <a:pt x="15018" y="1349"/>
                  </a:cubicBezTo>
                  <a:cubicBezTo>
                    <a:pt x="15199" y="1454"/>
                    <a:pt x="15377" y="1565"/>
                    <a:pt x="15551" y="1681"/>
                  </a:cubicBezTo>
                  <a:lnTo>
                    <a:pt x="39991" y="17981"/>
                  </a:ln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09" name="probe-tabler-flower" descr="flower — Tabler contributors; preserve the bundled full upstream license. Source: https://github.com/tabler/tabler-icons/blob/a4ce1404bc6d24d3c365afe7b258d6bf6f48d62d/icons/filled/flower.svg; SVG SHA256: 318b3c4bf44b3b943ecba9edfd6774128cd69bbd2323f83e45c00c8109b954fd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110" name="probe-tabler-flower-part-1"/>
            <p:cNvSpPr/>
            <p:nvPr/>
          </p:nvSpPr>
          <p:spPr>
            <a:xfrm>
              <a:off x="19991" y="10000"/>
              <a:ext cx="200018" cy="220000"/>
            </a:xfrm>
            <a:custGeom>
              <a:avLst/>
              <a:gdLst/>
              <a:ahLst/>
              <a:cxnLst/>
              <a:rect l="0" t="0" r="r" b="b"/>
              <a:pathLst>
                <a:path w="200018" h="220000">
                  <a:moveTo>
                    <a:pt x="100009" y="0"/>
                  </a:moveTo>
                  <a:cubicBezTo>
                    <a:pt x="100847" y="0"/>
                    <a:pt x="101684" y="26"/>
                    <a:pt x="102521" y="79"/>
                  </a:cubicBezTo>
                  <a:cubicBezTo>
                    <a:pt x="103357" y="132"/>
                    <a:pt x="104191" y="210"/>
                    <a:pt x="105022" y="315"/>
                  </a:cubicBezTo>
                  <a:cubicBezTo>
                    <a:pt x="105853" y="420"/>
                    <a:pt x="106681" y="552"/>
                    <a:pt x="107504" y="709"/>
                  </a:cubicBezTo>
                  <a:cubicBezTo>
                    <a:pt x="108327" y="866"/>
                    <a:pt x="109145" y="1048"/>
                    <a:pt x="109957" y="1257"/>
                  </a:cubicBezTo>
                  <a:cubicBezTo>
                    <a:pt x="110768" y="1465"/>
                    <a:pt x="111573" y="1699"/>
                    <a:pt x="112370" y="1958"/>
                  </a:cubicBezTo>
                  <a:cubicBezTo>
                    <a:pt x="113166" y="2217"/>
                    <a:pt x="113955" y="2501"/>
                    <a:pt x="114734" y="2809"/>
                  </a:cubicBezTo>
                  <a:cubicBezTo>
                    <a:pt x="115513" y="3117"/>
                    <a:pt x="116282" y="3450"/>
                    <a:pt x="117040" y="3807"/>
                  </a:cubicBezTo>
                  <a:cubicBezTo>
                    <a:pt x="117798" y="4164"/>
                    <a:pt x="118545" y="4544"/>
                    <a:pt x="119279" y="4948"/>
                  </a:cubicBezTo>
                  <a:cubicBezTo>
                    <a:pt x="120013" y="5351"/>
                    <a:pt x="120735" y="5778"/>
                    <a:pt x="121442" y="6227"/>
                  </a:cubicBezTo>
                  <a:cubicBezTo>
                    <a:pt x="122149" y="6676"/>
                    <a:pt x="122843" y="7147"/>
                    <a:pt x="123520" y="7639"/>
                  </a:cubicBezTo>
                  <a:cubicBezTo>
                    <a:pt x="124198" y="8132"/>
                    <a:pt x="124860" y="8645"/>
                    <a:pt x="125506" y="9179"/>
                  </a:cubicBezTo>
                  <a:cubicBezTo>
                    <a:pt x="126151" y="9714"/>
                    <a:pt x="126780" y="10268"/>
                    <a:pt x="127391" y="10841"/>
                  </a:cubicBezTo>
                  <a:cubicBezTo>
                    <a:pt x="128002" y="11415"/>
                    <a:pt x="128594" y="12007"/>
                    <a:pt x="129168" y="12618"/>
                  </a:cubicBezTo>
                  <a:cubicBezTo>
                    <a:pt x="129741" y="13229"/>
                    <a:pt x="130295" y="13857"/>
                    <a:pt x="130829" y="14503"/>
                  </a:cubicBezTo>
                  <a:cubicBezTo>
                    <a:pt x="131364" y="15149"/>
                    <a:pt x="131877" y="15811"/>
                    <a:pt x="132370" y="16489"/>
                  </a:cubicBezTo>
                  <a:cubicBezTo>
                    <a:pt x="132862" y="17166"/>
                    <a:pt x="133333" y="17860"/>
                    <a:pt x="133782" y="18567"/>
                  </a:cubicBezTo>
                  <a:cubicBezTo>
                    <a:pt x="134231" y="19274"/>
                    <a:pt x="134658" y="19996"/>
                    <a:pt x="135061" y="20730"/>
                  </a:cubicBezTo>
                  <a:cubicBezTo>
                    <a:pt x="135465" y="21464"/>
                    <a:pt x="135845" y="22211"/>
                    <a:pt x="136202" y="22969"/>
                  </a:cubicBezTo>
                  <a:cubicBezTo>
                    <a:pt x="136559" y="23727"/>
                    <a:pt x="136892" y="24496"/>
                    <a:pt x="137200" y="25275"/>
                  </a:cubicBezTo>
                  <a:cubicBezTo>
                    <a:pt x="137508" y="26054"/>
                    <a:pt x="137792" y="26842"/>
                    <a:pt x="138051" y="27639"/>
                  </a:cubicBezTo>
                  <a:cubicBezTo>
                    <a:pt x="138310" y="28436"/>
                    <a:pt x="138544" y="29241"/>
                    <a:pt x="138752" y="30052"/>
                  </a:cubicBezTo>
                  <a:cubicBezTo>
                    <a:pt x="138961" y="30864"/>
                    <a:pt x="139143" y="31682"/>
                    <a:pt x="139300" y="32505"/>
                  </a:cubicBezTo>
                  <a:cubicBezTo>
                    <a:pt x="139457" y="33328"/>
                    <a:pt x="139589" y="34155"/>
                    <a:pt x="139694" y="34987"/>
                  </a:cubicBezTo>
                  <a:cubicBezTo>
                    <a:pt x="139799" y="35818"/>
                    <a:pt x="139877" y="36652"/>
                    <a:pt x="139930" y="37488"/>
                  </a:cubicBezTo>
                  <a:cubicBezTo>
                    <a:pt x="139983" y="38325"/>
                    <a:pt x="140009" y="39162"/>
                    <a:pt x="140009" y="40000"/>
                  </a:cubicBezTo>
                  <a:lnTo>
                    <a:pt x="139989" y="40550"/>
                  </a:lnTo>
                  <a:lnTo>
                    <a:pt x="140289" y="40370"/>
                  </a:lnTo>
                  <a:cubicBezTo>
                    <a:pt x="140983" y="39967"/>
                    <a:pt x="141690" y="39585"/>
                    <a:pt x="142408" y="39225"/>
                  </a:cubicBezTo>
                  <a:cubicBezTo>
                    <a:pt x="143125" y="38865"/>
                    <a:pt x="143854" y="38527"/>
                    <a:pt x="144592" y="38211"/>
                  </a:cubicBezTo>
                  <a:cubicBezTo>
                    <a:pt x="145330" y="37895"/>
                    <a:pt x="146078" y="37602"/>
                    <a:pt x="146834" y="37331"/>
                  </a:cubicBezTo>
                  <a:cubicBezTo>
                    <a:pt x="147590" y="37061"/>
                    <a:pt x="148354" y="36813"/>
                    <a:pt x="149125" y="36589"/>
                  </a:cubicBezTo>
                  <a:cubicBezTo>
                    <a:pt x="149896" y="36365"/>
                    <a:pt x="150673" y="36164"/>
                    <a:pt x="151456" y="35987"/>
                  </a:cubicBezTo>
                  <a:cubicBezTo>
                    <a:pt x="152239" y="35810"/>
                    <a:pt x="153028" y="35657"/>
                    <a:pt x="153820" y="35528"/>
                  </a:cubicBezTo>
                  <a:cubicBezTo>
                    <a:pt x="154613" y="35398"/>
                    <a:pt x="155409" y="35293"/>
                    <a:pt x="156208" y="35212"/>
                  </a:cubicBezTo>
                  <a:cubicBezTo>
                    <a:pt x="157007" y="35131"/>
                    <a:pt x="157808" y="35075"/>
                    <a:pt x="158610" y="35042"/>
                  </a:cubicBezTo>
                  <a:cubicBezTo>
                    <a:pt x="159412" y="35010"/>
                    <a:pt x="160215" y="35002"/>
                    <a:pt x="161018" y="35018"/>
                  </a:cubicBezTo>
                  <a:cubicBezTo>
                    <a:pt x="161821" y="35035"/>
                    <a:pt x="162623" y="35075"/>
                    <a:pt x="163423" y="35140"/>
                  </a:cubicBezTo>
                  <a:cubicBezTo>
                    <a:pt x="164223" y="35205"/>
                    <a:pt x="165021" y="35294"/>
                    <a:pt x="165816" y="35408"/>
                  </a:cubicBezTo>
                  <a:cubicBezTo>
                    <a:pt x="166611" y="35521"/>
                    <a:pt x="167402" y="35659"/>
                    <a:pt x="168189" y="35820"/>
                  </a:cubicBezTo>
                  <a:lnTo>
                    <a:pt x="170559" y="36380"/>
                  </a:lnTo>
                  <a:cubicBezTo>
                    <a:pt x="171334" y="36589"/>
                    <a:pt x="172102" y="36822"/>
                    <a:pt x="172862" y="37078"/>
                  </a:cubicBezTo>
                  <a:cubicBezTo>
                    <a:pt x="173623" y="37334"/>
                    <a:pt x="174375" y="37613"/>
                    <a:pt x="175119" y="37915"/>
                  </a:cubicBezTo>
                  <a:cubicBezTo>
                    <a:pt x="175862" y="38217"/>
                    <a:pt x="176597" y="38541"/>
                    <a:pt x="177321" y="38887"/>
                  </a:cubicBezTo>
                  <a:cubicBezTo>
                    <a:pt x="178045" y="39233"/>
                    <a:pt x="178758" y="39601"/>
                    <a:pt x="179460" y="39990"/>
                  </a:cubicBezTo>
                  <a:cubicBezTo>
                    <a:pt x="180161" y="40380"/>
                    <a:pt x="180851" y="40790"/>
                    <a:pt x="181528" y="41221"/>
                  </a:cubicBezTo>
                  <a:cubicBezTo>
                    <a:pt x="182205" y="41653"/>
                    <a:pt x="182868" y="42104"/>
                    <a:pt x="183518" y="42576"/>
                  </a:cubicBezTo>
                  <a:cubicBezTo>
                    <a:pt x="184167" y="43047"/>
                    <a:pt x="184802" y="43538"/>
                    <a:pt x="185422" y="44048"/>
                  </a:cubicBezTo>
                  <a:cubicBezTo>
                    <a:pt x="186041" y="44558"/>
                    <a:pt x="186645" y="45086"/>
                    <a:pt x="187233" y="45633"/>
                  </a:cubicBezTo>
                  <a:cubicBezTo>
                    <a:pt x="187820" y="46179"/>
                    <a:pt x="188391" y="46743"/>
                    <a:pt x="188945" y="47324"/>
                  </a:cubicBezTo>
                  <a:cubicBezTo>
                    <a:pt x="189498" y="47905"/>
                    <a:pt x="190034" y="48503"/>
                    <a:pt x="190551" y="49117"/>
                  </a:cubicBezTo>
                  <a:cubicBezTo>
                    <a:pt x="191068" y="49730"/>
                    <a:pt x="191567" y="50359"/>
                    <a:pt x="192046" y="51003"/>
                  </a:cubicBezTo>
                  <a:cubicBezTo>
                    <a:pt x="192525" y="51647"/>
                    <a:pt x="192984" y="52305"/>
                    <a:pt x="193423" y="52977"/>
                  </a:cubicBezTo>
                  <a:cubicBezTo>
                    <a:pt x="193863" y="53648"/>
                    <a:pt x="194281" y="54333"/>
                    <a:pt x="194679" y="55030"/>
                  </a:cubicBezTo>
                  <a:cubicBezTo>
                    <a:pt x="195096" y="55755"/>
                    <a:pt x="195489" y="56493"/>
                    <a:pt x="195860" y="57243"/>
                  </a:cubicBezTo>
                  <a:cubicBezTo>
                    <a:pt x="196231" y="57992"/>
                    <a:pt x="196577" y="58753"/>
                    <a:pt x="196900" y="59525"/>
                  </a:cubicBezTo>
                  <a:cubicBezTo>
                    <a:pt x="197223" y="60296"/>
                    <a:pt x="197522" y="61078"/>
                    <a:pt x="197796" y="61868"/>
                  </a:cubicBezTo>
                  <a:cubicBezTo>
                    <a:pt x="198070" y="62658"/>
                    <a:pt x="198320" y="63456"/>
                    <a:pt x="198544" y="64262"/>
                  </a:cubicBezTo>
                  <a:cubicBezTo>
                    <a:pt x="198768" y="65067"/>
                    <a:pt x="198967" y="65880"/>
                    <a:pt x="199140" y="66698"/>
                  </a:cubicBezTo>
                  <a:cubicBezTo>
                    <a:pt x="199313" y="67516"/>
                    <a:pt x="199461" y="68339"/>
                    <a:pt x="199583" y="69167"/>
                  </a:cubicBezTo>
                  <a:cubicBezTo>
                    <a:pt x="199705" y="69994"/>
                    <a:pt x="199801" y="70825"/>
                    <a:pt x="199871" y="71658"/>
                  </a:cubicBezTo>
                  <a:cubicBezTo>
                    <a:pt x="199941" y="72492"/>
                    <a:pt x="199984" y="73327"/>
                    <a:pt x="200002" y="74163"/>
                  </a:cubicBezTo>
                  <a:cubicBezTo>
                    <a:pt x="200020" y="74999"/>
                    <a:pt x="200011" y="75835"/>
                    <a:pt x="199977" y="76671"/>
                  </a:cubicBezTo>
                  <a:cubicBezTo>
                    <a:pt x="199942" y="77507"/>
                    <a:pt x="199881" y="78341"/>
                    <a:pt x="199794" y="79172"/>
                  </a:cubicBezTo>
                  <a:cubicBezTo>
                    <a:pt x="199708" y="80004"/>
                    <a:pt x="199595" y="80833"/>
                    <a:pt x="199456" y="81658"/>
                  </a:cubicBezTo>
                  <a:cubicBezTo>
                    <a:pt x="199317" y="82482"/>
                    <a:pt x="199153" y="83303"/>
                    <a:pt x="198963" y="84117"/>
                  </a:cubicBezTo>
                  <a:cubicBezTo>
                    <a:pt x="198773" y="84931"/>
                    <a:pt x="198558" y="85740"/>
                    <a:pt x="198317" y="86541"/>
                  </a:cubicBezTo>
                  <a:cubicBezTo>
                    <a:pt x="198077" y="87341"/>
                    <a:pt x="197811" y="88135"/>
                    <a:pt x="197521" y="88919"/>
                  </a:cubicBezTo>
                  <a:cubicBezTo>
                    <a:pt x="197231" y="89703"/>
                    <a:pt x="196917" y="90478"/>
                    <a:pt x="196578" y="91243"/>
                  </a:cubicBezTo>
                  <a:cubicBezTo>
                    <a:pt x="196240" y="92008"/>
                    <a:pt x="195877" y="92762"/>
                    <a:pt x="195492" y="93504"/>
                  </a:cubicBezTo>
                  <a:cubicBezTo>
                    <a:pt x="195106" y="94246"/>
                    <a:pt x="194697" y="94975"/>
                    <a:pt x="194266" y="95692"/>
                  </a:cubicBezTo>
                  <a:cubicBezTo>
                    <a:pt x="193835" y="96408"/>
                    <a:pt x="193381" y="97111"/>
                    <a:pt x="192906" y="97799"/>
                  </a:cubicBezTo>
                  <a:cubicBezTo>
                    <a:pt x="192431" y="98487"/>
                    <a:pt x="191934" y="99160"/>
                    <a:pt x="191417" y="99817"/>
                  </a:cubicBezTo>
                  <a:cubicBezTo>
                    <a:pt x="190899" y="100474"/>
                    <a:pt x="190361" y="101115"/>
                    <a:pt x="189804" y="101738"/>
                  </a:cubicBezTo>
                  <a:cubicBezTo>
                    <a:pt x="189247" y="102362"/>
                    <a:pt x="188670" y="102968"/>
                    <a:pt x="188075" y="103555"/>
                  </a:cubicBezTo>
                  <a:cubicBezTo>
                    <a:pt x="187479" y="104142"/>
                    <a:pt x="186866" y="104711"/>
                    <a:pt x="186235" y="105260"/>
                  </a:cubicBezTo>
                  <a:cubicBezTo>
                    <a:pt x="185604" y="105809"/>
                    <a:pt x="184956" y="106338"/>
                    <a:pt x="184292" y="106846"/>
                  </a:cubicBezTo>
                  <a:cubicBezTo>
                    <a:pt x="183628" y="107355"/>
                    <a:pt x="182949" y="107842"/>
                    <a:pt x="182254" y="108308"/>
                  </a:cubicBezTo>
                  <a:cubicBezTo>
                    <a:pt x="181560" y="108774"/>
                    <a:pt x="180851" y="109218"/>
                    <a:pt x="180129" y="109640"/>
                  </a:cubicBezTo>
                  <a:lnTo>
                    <a:pt x="179449" y="110000"/>
                  </a:lnTo>
                  <a:lnTo>
                    <a:pt x="180159" y="110390"/>
                  </a:lnTo>
                  <a:cubicBezTo>
                    <a:pt x="180856" y="110797"/>
                    <a:pt x="181540" y="111226"/>
                    <a:pt x="182211" y="111675"/>
                  </a:cubicBezTo>
                  <a:cubicBezTo>
                    <a:pt x="182882" y="112123"/>
                    <a:pt x="183539" y="112592"/>
                    <a:pt x="184182" y="113081"/>
                  </a:cubicBezTo>
                  <a:cubicBezTo>
                    <a:pt x="184824" y="113569"/>
                    <a:pt x="185452" y="114077"/>
                    <a:pt x="186064" y="114603"/>
                  </a:cubicBezTo>
                  <a:cubicBezTo>
                    <a:pt x="186676" y="115129"/>
                    <a:pt x="187272" y="115674"/>
                    <a:pt x="187851" y="116236"/>
                  </a:cubicBezTo>
                  <a:cubicBezTo>
                    <a:pt x="188430" y="116798"/>
                    <a:pt x="188992" y="117378"/>
                    <a:pt x="189536" y="117974"/>
                  </a:cubicBezTo>
                  <a:cubicBezTo>
                    <a:pt x="190080" y="118570"/>
                    <a:pt x="190606" y="119183"/>
                    <a:pt x="191114" y="119811"/>
                  </a:cubicBezTo>
                  <a:cubicBezTo>
                    <a:pt x="191621" y="120439"/>
                    <a:pt x="192109" y="121082"/>
                    <a:pt x="192577" y="121739"/>
                  </a:cubicBezTo>
                  <a:cubicBezTo>
                    <a:pt x="193046" y="122396"/>
                    <a:pt x="193494" y="123068"/>
                    <a:pt x="193922" y="123752"/>
                  </a:cubicBezTo>
                  <a:cubicBezTo>
                    <a:pt x="194350" y="124437"/>
                    <a:pt x="194757" y="125134"/>
                    <a:pt x="195142" y="125843"/>
                  </a:cubicBezTo>
                  <a:cubicBezTo>
                    <a:pt x="195528" y="126552"/>
                    <a:pt x="195892" y="127272"/>
                    <a:pt x="196235" y="128003"/>
                  </a:cubicBezTo>
                  <a:cubicBezTo>
                    <a:pt x="196577" y="128734"/>
                    <a:pt x="196897" y="129476"/>
                    <a:pt x="197194" y="130226"/>
                  </a:cubicBezTo>
                  <a:cubicBezTo>
                    <a:pt x="197492" y="130976"/>
                    <a:pt x="197767" y="131735"/>
                    <a:pt x="198018" y="132502"/>
                  </a:cubicBezTo>
                  <a:cubicBezTo>
                    <a:pt x="198270" y="133269"/>
                    <a:pt x="198499" y="134044"/>
                    <a:pt x="198704" y="134824"/>
                  </a:cubicBezTo>
                  <a:cubicBezTo>
                    <a:pt x="198909" y="135605"/>
                    <a:pt x="199090" y="136392"/>
                    <a:pt x="199247" y="137183"/>
                  </a:cubicBezTo>
                  <a:cubicBezTo>
                    <a:pt x="199405" y="137975"/>
                    <a:pt x="199538" y="138771"/>
                    <a:pt x="199648" y="139571"/>
                  </a:cubicBezTo>
                  <a:cubicBezTo>
                    <a:pt x="199757" y="140371"/>
                    <a:pt x="199842" y="141173"/>
                    <a:pt x="199903" y="141978"/>
                  </a:cubicBezTo>
                  <a:cubicBezTo>
                    <a:pt x="199964" y="142783"/>
                    <a:pt x="200001" y="143590"/>
                    <a:pt x="200013" y="144397"/>
                  </a:cubicBezTo>
                  <a:cubicBezTo>
                    <a:pt x="200025" y="145204"/>
                    <a:pt x="200013" y="146011"/>
                    <a:pt x="199977" y="146817"/>
                  </a:cubicBezTo>
                  <a:cubicBezTo>
                    <a:pt x="199941" y="147624"/>
                    <a:pt x="199880" y="148429"/>
                    <a:pt x="199795" y="149231"/>
                  </a:cubicBezTo>
                  <a:cubicBezTo>
                    <a:pt x="199710" y="150034"/>
                    <a:pt x="199600" y="150834"/>
                    <a:pt x="199467" y="151630"/>
                  </a:cubicBezTo>
                  <a:cubicBezTo>
                    <a:pt x="199334" y="152426"/>
                    <a:pt x="199176" y="153218"/>
                    <a:pt x="198995" y="154005"/>
                  </a:cubicBezTo>
                  <a:cubicBezTo>
                    <a:pt x="198814" y="154791"/>
                    <a:pt x="198609" y="155572"/>
                    <a:pt x="198381" y="156346"/>
                  </a:cubicBezTo>
                  <a:cubicBezTo>
                    <a:pt x="198153" y="157120"/>
                    <a:pt x="197901" y="157888"/>
                    <a:pt x="197627" y="158647"/>
                  </a:cubicBezTo>
                  <a:cubicBezTo>
                    <a:pt x="197352" y="159406"/>
                    <a:pt x="197055" y="160156"/>
                    <a:pt x="196735" y="160897"/>
                  </a:cubicBezTo>
                  <a:cubicBezTo>
                    <a:pt x="196415" y="161638"/>
                    <a:pt x="196073" y="162370"/>
                    <a:pt x="195709" y="163090"/>
                  </a:cubicBezTo>
                  <a:lnTo>
                    <a:pt x="194699" y="164950"/>
                  </a:lnTo>
                  <a:cubicBezTo>
                    <a:pt x="194301" y="165648"/>
                    <a:pt x="193882" y="166334"/>
                    <a:pt x="193443" y="167006"/>
                  </a:cubicBezTo>
                  <a:cubicBezTo>
                    <a:pt x="193003" y="167679"/>
                    <a:pt x="192543" y="168338"/>
                    <a:pt x="192064" y="168982"/>
                  </a:cubicBezTo>
                  <a:cubicBezTo>
                    <a:pt x="191584" y="169627"/>
                    <a:pt x="191086" y="170257"/>
                    <a:pt x="190568" y="170871"/>
                  </a:cubicBezTo>
                  <a:cubicBezTo>
                    <a:pt x="190050" y="171486"/>
                    <a:pt x="189514" y="172084"/>
                    <a:pt x="188960" y="172666"/>
                  </a:cubicBezTo>
                  <a:cubicBezTo>
                    <a:pt x="188406" y="173248"/>
                    <a:pt x="187834" y="173813"/>
                    <a:pt x="187246" y="174360"/>
                  </a:cubicBezTo>
                  <a:cubicBezTo>
                    <a:pt x="186658" y="174907"/>
                    <a:pt x="186053" y="175436"/>
                    <a:pt x="185433" y="175947"/>
                  </a:cubicBezTo>
                  <a:cubicBezTo>
                    <a:pt x="184812" y="176457"/>
                    <a:pt x="184176" y="176949"/>
                    <a:pt x="183526" y="177420"/>
                  </a:cubicBezTo>
                  <a:cubicBezTo>
                    <a:pt x="182876" y="177892"/>
                    <a:pt x="182212" y="178344"/>
                    <a:pt x="181534" y="178776"/>
                  </a:cubicBezTo>
                  <a:cubicBezTo>
                    <a:pt x="180856" y="179207"/>
                    <a:pt x="180166" y="179618"/>
                    <a:pt x="179463" y="180008"/>
                  </a:cubicBezTo>
                  <a:cubicBezTo>
                    <a:pt x="178761" y="180397"/>
                    <a:pt x="178046" y="180766"/>
                    <a:pt x="177321" y="181112"/>
                  </a:cubicBezTo>
                  <a:cubicBezTo>
                    <a:pt x="176596" y="181458"/>
                    <a:pt x="175861" y="181783"/>
                    <a:pt x="175117" y="182084"/>
                  </a:cubicBezTo>
                  <a:cubicBezTo>
                    <a:pt x="174372" y="182386"/>
                    <a:pt x="173618" y="182665"/>
                    <a:pt x="172857" y="182921"/>
                  </a:cubicBezTo>
                  <a:cubicBezTo>
                    <a:pt x="172095" y="183177"/>
                    <a:pt x="171326" y="183410"/>
                    <a:pt x="170550" y="183619"/>
                  </a:cubicBezTo>
                  <a:cubicBezTo>
                    <a:pt x="169775" y="183828"/>
                    <a:pt x="168993" y="184014"/>
                    <a:pt x="168206" y="184176"/>
                  </a:cubicBezTo>
                  <a:cubicBezTo>
                    <a:pt x="167419" y="184337"/>
                    <a:pt x="166627" y="184475"/>
                    <a:pt x="165832" y="184589"/>
                  </a:cubicBezTo>
                  <a:cubicBezTo>
                    <a:pt x="165037" y="184703"/>
                    <a:pt x="164238" y="184793"/>
                    <a:pt x="163438" y="184858"/>
                  </a:cubicBezTo>
                  <a:cubicBezTo>
                    <a:pt x="162637" y="184923"/>
                    <a:pt x="161834" y="184964"/>
                    <a:pt x="161031" y="184981"/>
                  </a:cubicBezTo>
                  <a:cubicBezTo>
                    <a:pt x="160228" y="184998"/>
                    <a:pt x="159424" y="184990"/>
                    <a:pt x="158622" y="184958"/>
                  </a:cubicBezTo>
                  <a:cubicBezTo>
                    <a:pt x="157819" y="184926"/>
                    <a:pt x="157017" y="184869"/>
                    <a:pt x="156218" y="184788"/>
                  </a:cubicBezTo>
                  <a:cubicBezTo>
                    <a:pt x="155419" y="184707"/>
                    <a:pt x="154622" y="184602"/>
                    <a:pt x="153829" y="184473"/>
                  </a:cubicBezTo>
                  <a:cubicBezTo>
                    <a:pt x="153036" y="184344"/>
                    <a:pt x="152247" y="184191"/>
                    <a:pt x="151463" y="184014"/>
                  </a:cubicBezTo>
                  <a:cubicBezTo>
                    <a:pt x="150680" y="183837"/>
                    <a:pt x="149902" y="183636"/>
                    <a:pt x="149130" y="183412"/>
                  </a:cubicBezTo>
                  <a:cubicBezTo>
                    <a:pt x="148359" y="183188"/>
                    <a:pt x="147594" y="182940"/>
                    <a:pt x="146838" y="182670"/>
                  </a:cubicBezTo>
                  <a:cubicBezTo>
                    <a:pt x="146081" y="182399"/>
                    <a:pt x="145333" y="182106"/>
                    <a:pt x="144595" y="181790"/>
                  </a:cubicBezTo>
                  <a:cubicBezTo>
                    <a:pt x="143856" y="181474"/>
                    <a:pt x="143127" y="181135"/>
                    <a:pt x="142409" y="180775"/>
                  </a:cubicBezTo>
                  <a:cubicBezTo>
                    <a:pt x="141691" y="180415"/>
                    <a:pt x="140984" y="180033"/>
                    <a:pt x="140289" y="179630"/>
                  </a:cubicBezTo>
                  <a:lnTo>
                    <a:pt x="139989" y="179430"/>
                  </a:lnTo>
                  <a:lnTo>
                    <a:pt x="140009" y="180000"/>
                  </a:lnTo>
                  <a:cubicBezTo>
                    <a:pt x="140009" y="180811"/>
                    <a:pt x="139984" y="181622"/>
                    <a:pt x="139935" y="182432"/>
                  </a:cubicBezTo>
                  <a:cubicBezTo>
                    <a:pt x="139886" y="183241"/>
                    <a:pt x="139812" y="184049"/>
                    <a:pt x="139713" y="184854"/>
                  </a:cubicBezTo>
                  <a:cubicBezTo>
                    <a:pt x="139615" y="185660"/>
                    <a:pt x="139492" y="186462"/>
                    <a:pt x="139345" y="187259"/>
                  </a:cubicBezTo>
                  <a:cubicBezTo>
                    <a:pt x="139198" y="188057"/>
                    <a:pt x="139026" y="188850"/>
                    <a:pt x="138831" y="189637"/>
                  </a:cubicBezTo>
                  <a:cubicBezTo>
                    <a:pt x="138635" y="190424"/>
                    <a:pt x="138416" y="191206"/>
                    <a:pt x="138173" y="191979"/>
                  </a:cubicBezTo>
                  <a:cubicBezTo>
                    <a:pt x="137930" y="192753"/>
                    <a:pt x="137664" y="193520"/>
                    <a:pt x="137374" y="194277"/>
                  </a:cubicBezTo>
                  <a:cubicBezTo>
                    <a:pt x="137085" y="195035"/>
                    <a:pt x="136772" y="195784"/>
                    <a:pt x="136437" y="196523"/>
                  </a:cubicBezTo>
                  <a:cubicBezTo>
                    <a:pt x="136102" y="197261"/>
                    <a:pt x="135744" y="197990"/>
                    <a:pt x="135365" y="198707"/>
                  </a:cubicBezTo>
                  <a:cubicBezTo>
                    <a:pt x="134986" y="199424"/>
                    <a:pt x="134585" y="200129"/>
                    <a:pt x="134163" y="200821"/>
                  </a:cubicBezTo>
                  <a:cubicBezTo>
                    <a:pt x="133740" y="201514"/>
                    <a:pt x="133297" y="202194"/>
                    <a:pt x="132834" y="202859"/>
                  </a:cubicBezTo>
                  <a:cubicBezTo>
                    <a:pt x="132370" y="203525"/>
                    <a:pt x="131886" y="204176"/>
                    <a:pt x="131383" y="204813"/>
                  </a:cubicBezTo>
                  <a:cubicBezTo>
                    <a:pt x="130880" y="205449"/>
                    <a:pt x="130358" y="206070"/>
                    <a:pt x="129817" y="206674"/>
                  </a:cubicBezTo>
                  <a:cubicBezTo>
                    <a:pt x="129276" y="207278"/>
                    <a:pt x="128717" y="207866"/>
                    <a:pt x="128140" y="208437"/>
                  </a:cubicBezTo>
                  <a:cubicBezTo>
                    <a:pt x="127563" y="209007"/>
                    <a:pt x="126969" y="209560"/>
                    <a:pt x="126359" y="210094"/>
                  </a:cubicBezTo>
                  <a:cubicBezTo>
                    <a:pt x="125749" y="210629"/>
                    <a:pt x="125122" y="211144"/>
                    <a:pt x="124481" y="211641"/>
                  </a:cubicBezTo>
                  <a:cubicBezTo>
                    <a:pt x="123839" y="212137"/>
                    <a:pt x="123183" y="212613"/>
                    <a:pt x="122512" y="213070"/>
                  </a:cubicBezTo>
                  <a:cubicBezTo>
                    <a:pt x="121841" y="213526"/>
                    <a:pt x="121157" y="213962"/>
                    <a:pt x="120460" y="214377"/>
                  </a:cubicBezTo>
                  <a:cubicBezTo>
                    <a:pt x="119763" y="214791"/>
                    <a:pt x="119053" y="215185"/>
                    <a:pt x="118332" y="215556"/>
                  </a:cubicBezTo>
                  <a:cubicBezTo>
                    <a:pt x="117611" y="215928"/>
                    <a:pt x="116879" y="216278"/>
                    <a:pt x="116137" y="216605"/>
                  </a:cubicBezTo>
                  <a:cubicBezTo>
                    <a:pt x="115395" y="216932"/>
                    <a:pt x="114642" y="217236"/>
                    <a:pt x="113882" y="217517"/>
                  </a:cubicBezTo>
                  <a:cubicBezTo>
                    <a:pt x="113121" y="217799"/>
                    <a:pt x="112352" y="218057"/>
                    <a:pt x="111575" y="218291"/>
                  </a:cubicBezTo>
                  <a:cubicBezTo>
                    <a:pt x="110799" y="218526"/>
                    <a:pt x="110015" y="218737"/>
                    <a:pt x="109226" y="218924"/>
                  </a:cubicBezTo>
                  <a:cubicBezTo>
                    <a:pt x="108437" y="219111"/>
                    <a:pt x="107642" y="219273"/>
                    <a:pt x="106843" y="219412"/>
                  </a:cubicBezTo>
                  <a:cubicBezTo>
                    <a:pt x="106043" y="219551"/>
                    <a:pt x="105240" y="219665"/>
                    <a:pt x="104434" y="219755"/>
                  </a:cubicBezTo>
                  <a:cubicBezTo>
                    <a:pt x="103628" y="219844"/>
                    <a:pt x="102819" y="219909"/>
                    <a:pt x="102009" y="219950"/>
                  </a:cubicBezTo>
                  <a:lnTo>
                    <a:pt x="100009" y="220000"/>
                  </a:lnTo>
                  <a:cubicBezTo>
                    <a:pt x="99171" y="220000"/>
                    <a:pt x="98333" y="219974"/>
                    <a:pt x="97497" y="219921"/>
                  </a:cubicBezTo>
                  <a:cubicBezTo>
                    <a:pt x="96661" y="219868"/>
                    <a:pt x="95827" y="219790"/>
                    <a:pt x="94996" y="219685"/>
                  </a:cubicBezTo>
                  <a:cubicBezTo>
                    <a:pt x="94164" y="219580"/>
                    <a:pt x="93337" y="219448"/>
                    <a:pt x="92514" y="219291"/>
                  </a:cubicBezTo>
                  <a:cubicBezTo>
                    <a:pt x="91691" y="219134"/>
                    <a:pt x="90873" y="218952"/>
                    <a:pt x="90061" y="218743"/>
                  </a:cubicBezTo>
                  <a:cubicBezTo>
                    <a:pt x="89250" y="218535"/>
                    <a:pt x="88445" y="218301"/>
                    <a:pt x="87648" y="218042"/>
                  </a:cubicBezTo>
                  <a:cubicBezTo>
                    <a:pt x="86851" y="217783"/>
                    <a:pt x="86063" y="217499"/>
                    <a:pt x="85284" y="217191"/>
                  </a:cubicBezTo>
                  <a:cubicBezTo>
                    <a:pt x="84505" y="216883"/>
                    <a:pt x="83736" y="216550"/>
                    <a:pt x="82978" y="216193"/>
                  </a:cubicBezTo>
                  <a:cubicBezTo>
                    <a:pt x="82220" y="215836"/>
                    <a:pt x="81473" y="215456"/>
                    <a:pt x="80739" y="215052"/>
                  </a:cubicBezTo>
                  <a:cubicBezTo>
                    <a:pt x="80005" y="214649"/>
                    <a:pt x="79283" y="214222"/>
                    <a:pt x="78576" y="213773"/>
                  </a:cubicBezTo>
                  <a:cubicBezTo>
                    <a:pt x="77868" y="213324"/>
                    <a:pt x="77175" y="212853"/>
                    <a:pt x="76498" y="212361"/>
                  </a:cubicBezTo>
                  <a:cubicBezTo>
                    <a:pt x="75820" y="211868"/>
                    <a:pt x="75158" y="211355"/>
                    <a:pt x="74512" y="210821"/>
                  </a:cubicBezTo>
                  <a:cubicBezTo>
                    <a:pt x="73866" y="210286"/>
                    <a:pt x="73238" y="209732"/>
                    <a:pt x="72627" y="209159"/>
                  </a:cubicBezTo>
                  <a:cubicBezTo>
                    <a:pt x="72016" y="208585"/>
                    <a:pt x="71424" y="207993"/>
                    <a:pt x="70850" y="207382"/>
                  </a:cubicBezTo>
                  <a:cubicBezTo>
                    <a:pt x="70277" y="206771"/>
                    <a:pt x="69722" y="206143"/>
                    <a:pt x="69188" y="205497"/>
                  </a:cubicBezTo>
                  <a:cubicBezTo>
                    <a:pt x="68654" y="204851"/>
                    <a:pt x="68141" y="204189"/>
                    <a:pt x="67648" y="203511"/>
                  </a:cubicBezTo>
                  <a:cubicBezTo>
                    <a:pt x="67156" y="202834"/>
                    <a:pt x="66685" y="202140"/>
                    <a:pt x="66236" y="201433"/>
                  </a:cubicBezTo>
                  <a:cubicBezTo>
                    <a:pt x="65787" y="200726"/>
                    <a:pt x="65360" y="200004"/>
                    <a:pt x="64957" y="199270"/>
                  </a:cubicBezTo>
                  <a:cubicBezTo>
                    <a:pt x="64553" y="198536"/>
                    <a:pt x="64173" y="197789"/>
                    <a:pt x="63816" y="197031"/>
                  </a:cubicBezTo>
                  <a:cubicBezTo>
                    <a:pt x="63459" y="196273"/>
                    <a:pt x="63126" y="195504"/>
                    <a:pt x="62818" y="194725"/>
                  </a:cubicBezTo>
                  <a:cubicBezTo>
                    <a:pt x="62509" y="193946"/>
                    <a:pt x="62226" y="193158"/>
                    <a:pt x="61967" y="192361"/>
                  </a:cubicBezTo>
                  <a:cubicBezTo>
                    <a:pt x="61708" y="191564"/>
                    <a:pt x="61474" y="190759"/>
                    <a:pt x="61266" y="189948"/>
                  </a:cubicBezTo>
                  <a:cubicBezTo>
                    <a:pt x="61057" y="189136"/>
                    <a:pt x="60874" y="188318"/>
                    <a:pt x="60717" y="187495"/>
                  </a:cubicBezTo>
                  <a:cubicBezTo>
                    <a:pt x="60560" y="186672"/>
                    <a:pt x="60429" y="185845"/>
                    <a:pt x="60324" y="185013"/>
                  </a:cubicBezTo>
                  <a:cubicBezTo>
                    <a:pt x="60219" y="184182"/>
                    <a:pt x="60140" y="183348"/>
                    <a:pt x="60088" y="182512"/>
                  </a:cubicBezTo>
                  <a:cubicBezTo>
                    <a:pt x="60035" y="181675"/>
                    <a:pt x="60009" y="180838"/>
                    <a:pt x="60009" y="180000"/>
                  </a:cubicBezTo>
                  <a:lnTo>
                    <a:pt x="60019" y="179440"/>
                  </a:lnTo>
                  <a:lnTo>
                    <a:pt x="59729" y="179630"/>
                  </a:lnTo>
                  <a:cubicBezTo>
                    <a:pt x="59035" y="180033"/>
                    <a:pt x="58328" y="180415"/>
                    <a:pt x="57610" y="180776"/>
                  </a:cubicBezTo>
                  <a:cubicBezTo>
                    <a:pt x="56893" y="181136"/>
                    <a:pt x="56165" y="181474"/>
                    <a:pt x="55426" y="181791"/>
                  </a:cubicBezTo>
                  <a:cubicBezTo>
                    <a:pt x="54688" y="182107"/>
                    <a:pt x="53941" y="182400"/>
                    <a:pt x="53185" y="182671"/>
                  </a:cubicBezTo>
                  <a:cubicBezTo>
                    <a:pt x="52429" y="182942"/>
                    <a:pt x="51665" y="183190"/>
                    <a:pt x="50894" y="183414"/>
                  </a:cubicBezTo>
                  <a:cubicBezTo>
                    <a:pt x="50123" y="183639"/>
                    <a:pt x="49346" y="183840"/>
                    <a:pt x="48562" y="184017"/>
                  </a:cubicBezTo>
                  <a:cubicBezTo>
                    <a:pt x="47779" y="184195"/>
                    <a:pt x="46991" y="184348"/>
                    <a:pt x="46199" y="184478"/>
                  </a:cubicBezTo>
                  <a:cubicBezTo>
                    <a:pt x="45406" y="184607"/>
                    <a:pt x="44610" y="184713"/>
                    <a:pt x="43811" y="184794"/>
                  </a:cubicBezTo>
                  <a:cubicBezTo>
                    <a:pt x="43012" y="184875"/>
                    <a:pt x="42211" y="184932"/>
                    <a:pt x="41409" y="184965"/>
                  </a:cubicBezTo>
                  <a:cubicBezTo>
                    <a:pt x="40607" y="184997"/>
                    <a:pt x="39803" y="185006"/>
                    <a:pt x="39001" y="184989"/>
                  </a:cubicBezTo>
                  <a:cubicBezTo>
                    <a:pt x="38198" y="184973"/>
                    <a:pt x="37396" y="184933"/>
                    <a:pt x="36595" y="184868"/>
                  </a:cubicBezTo>
                  <a:cubicBezTo>
                    <a:pt x="35795" y="184804"/>
                    <a:pt x="34997" y="184715"/>
                    <a:pt x="34202" y="184601"/>
                  </a:cubicBezTo>
                  <a:cubicBezTo>
                    <a:pt x="33407" y="184488"/>
                    <a:pt x="32616" y="184351"/>
                    <a:pt x="31829" y="184190"/>
                  </a:cubicBezTo>
                  <a:lnTo>
                    <a:pt x="29469" y="183630"/>
                  </a:lnTo>
                  <a:cubicBezTo>
                    <a:pt x="28694" y="183421"/>
                    <a:pt x="27926" y="183188"/>
                    <a:pt x="27165" y="182932"/>
                  </a:cubicBezTo>
                  <a:cubicBezTo>
                    <a:pt x="26404" y="182676"/>
                    <a:pt x="25651" y="182397"/>
                    <a:pt x="24907" y="182096"/>
                  </a:cubicBezTo>
                  <a:cubicBezTo>
                    <a:pt x="24163" y="181794"/>
                    <a:pt x="23429" y="181470"/>
                    <a:pt x="22705" y="181124"/>
                  </a:cubicBezTo>
                  <a:cubicBezTo>
                    <a:pt x="21980" y="180778"/>
                    <a:pt x="21267" y="180410"/>
                    <a:pt x="20565" y="180021"/>
                  </a:cubicBezTo>
                  <a:cubicBezTo>
                    <a:pt x="19863" y="179632"/>
                    <a:pt x="19173" y="179221"/>
                    <a:pt x="18496" y="178790"/>
                  </a:cubicBezTo>
                  <a:cubicBezTo>
                    <a:pt x="17819" y="178359"/>
                    <a:pt x="17155" y="177908"/>
                    <a:pt x="16505" y="177436"/>
                  </a:cubicBezTo>
                  <a:cubicBezTo>
                    <a:pt x="15856" y="176965"/>
                    <a:pt x="15220" y="176474"/>
                    <a:pt x="14600" y="175964"/>
                  </a:cubicBezTo>
                  <a:cubicBezTo>
                    <a:pt x="13980" y="175454"/>
                    <a:pt x="13376" y="174925"/>
                    <a:pt x="12788" y="174379"/>
                  </a:cubicBezTo>
                  <a:cubicBezTo>
                    <a:pt x="12200" y="173832"/>
                    <a:pt x="11629" y="173268"/>
                    <a:pt x="11076" y="172687"/>
                  </a:cubicBezTo>
                  <a:cubicBezTo>
                    <a:pt x="10522" y="172106"/>
                    <a:pt x="9986" y="171508"/>
                    <a:pt x="9469" y="170894"/>
                  </a:cubicBezTo>
                  <a:cubicBezTo>
                    <a:pt x="8951" y="170281"/>
                    <a:pt x="8453" y="169652"/>
                    <a:pt x="7973" y="169008"/>
                  </a:cubicBezTo>
                  <a:cubicBezTo>
                    <a:pt x="7494" y="168364"/>
                    <a:pt x="7034" y="167706"/>
                    <a:pt x="6595" y="167034"/>
                  </a:cubicBezTo>
                  <a:cubicBezTo>
                    <a:pt x="6156" y="166362"/>
                    <a:pt x="5737" y="165677"/>
                    <a:pt x="5339" y="164980"/>
                  </a:cubicBezTo>
                  <a:cubicBezTo>
                    <a:pt x="4922" y="164255"/>
                    <a:pt x="4529" y="163518"/>
                    <a:pt x="4158" y="162768"/>
                  </a:cubicBezTo>
                  <a:cubicBezTo>
                    <a:pt x="3788" y="162019"/>
                    <a:pt x="3441" y="161258"/>
                    <a:pt x="3118" y="160487"/>
                  </a:cubicBezTo>
                  <a:cubicBezTo>
                    <a:pt x="2795" y="159716"/>
                    <a:pt x="2496" y="158935"/>
                    <a:pt x="2222" y="158145"/>
                  </a:cubicBezTo>
                  <a:cubicBezTo>
                    <a:pt x="1948" y="157355"/>
                    <a:pt x="1699" y="156557"/>
                    <a:pt x="1475" y="155752"/>
                  </a:cubicBezTo>
                  <a:cubicBezTo>
                    <a:pt x="1251" y="154946"/>
                    <a:pt x="1052" y="154134"/>
                    <a:pt x="878" y="153316"/>
                  </a:cubicBezTo>
                  <a:cubicBezTo>
                    <a:pt x="705" y="152499"/>
                    <a:pt x="557" y="151675"/>
                    <a:pt x="435" y="150848"/>
                  </a:cubicBezTo>
                  <a:cubicBezTo>
                    <a:pt x="313" y="150021"/>
                    <a:pt x="217" y="149191"/>
                    <a:pt x="147" y="148358"/>
                  </a:cubicBezTo>
                  <a:cubicBezTo>
                    <a:pt x="77" y="147525"/>
                    <a:pt x="33" y="146690"/>
                    <a:pt x="15" y="145854"/>
                  </a:cubicBezTo>
                  <a:cubicBezTo>
                    <a:pt x="-3" y="145018"/>
                    <a:pt x="6" y="144182"/>
                    <a:pt x="40" y="143347"/>
                  </a:cubicBezTo>
                  <a:cubicBezTo>
                    <a:pt x="75" y="142511"/>
                    <a:pt x="135" y="141677"/>
                    <a:pt x="222" y="140846"/>
                  </a:cubicBezTo>
                  <a:cubicBezTo>
                    <a:pt x="308" y="140015"/>
                    <a:pt x="421" y="139186"/>
                    <a:pt x="559" y="138362"/>
                  </a:cubicBezTo>
                  <a:cubicBezTo>
                    <a:pt x="698" y="137537"/>
                    <a:pt x="862" y="136717"/>
                    <a:pt x="1051" y="135903"/>
                  </a:cubicBezTo>
                  <a:cubicBezTo>
                    <a:pt x="1241" y="135089"/>
                    <a:pt x="1456" y="134281"/>
                    <a:pt x="1696" y="133480"/>
                  </a:cubicBezTo>
                  <a:cubicBezTo>
                    <a:pt x="1936" y="132679"/>
                    <a:pt x="2201" y="131886"/>
                    <a:pt x="2491" y="131102"/>
                  </a:cubicBezTo>
                  <a:cubicBezTo>
                    <a:pt x="2781" y="130318"/>
                    <a:pt x="3095" y="129543"/>
                    <a:pt x="3433" y="128778"/>
                  </a:cubicBezTo>
                  <a:cubicBezTo>
                    <a:pt x="3771" y="128014"/>
                    <a:pt x="4133" y="127260"/>
                    <a:pt x="4519" y="126518"/>
                  </a:cubicBezTo>
                  <a:cubicBezTo>
                    <a:pt x="4904" y="125776"/>
                    <a:pt x="5312" y="125047"/>
                    <a:pt x="5743" y="124330"/>
                  </a:cubicBezTo>
                  <a:cubicBezTo>
                    <a:pt x="6174" y="123614"/>
                    <a:pt x="6627" y="122911"/>
                    <a:pt x="7102" y="122223"/>
                  </a:cubicBezTo>
                  <a:cubicBezTo>
                    <a:pt x="7577" y="121535"/>
                    <a:pt x="8073" y="120862"/>
                    <a:pt x="8590" y="120205"/>
                  </a:cubicBezTo>
                  <a:cubicBezTo>
                    <a:pt x="9107" y="119548"/>
                    <a:pt x="9644" y="118907"/>
                    <a:pt x="10201" y="118284"/>
                  </a:cubicBezTo>
                  <a:cubicBezTo>
                    <a:pt x="10758" y="117660"/>
                    <a:pt x="11334" y="117055"/>
                    <a:pt x="11929" y="116467"/>
                  </a:cubicBezTo>
                  <a:cubicBezTo>
                    <a:pt x="12524" y="115880"/>
                    <a:pt x="13137" y="115311"/>
                    <a:pt x="13767" y="114762"/>
                  </a:cubicBezTo>
                  <a:cubicBezTo>
                    <a:pt x="14398" y="114213"/>
                    <a:pt x="15045" y="113684"/>
                    <a:pt x="15708" y="113175"/>
                  </a:cubicBezTo>
                  <a:cubicBezTo>
                    <a:pt x="16372" y="112666"/>
                    <a:pt x="17051" y="112179"/>
                    <a:pt x="17745" y="111712"/>
                  </a:cubicBezTo>
                  <a:cubicBezTo>
                    <a:pt x="18439" y="111246"/>
                    <a:pt x="19147" y="110802"/>
                    <a:pt x="19869" y="110380"/>
                  </a:cubicBezTo>
                  <a:lnTo>
                    <a:pt x="20569" y="110000"/>
                  </a:lnTo>
                  <a:lnTo>
                    <a:pt x="19859" y="109620"/>
                  </a:lnTo>
                  <a:cubicBezTo>
                    <a:pt x="19162" y="109213"/>
                    <a:pt x="18478" y="108784"/>
                    <a:pt x="17807" y="108335"/>
                  </a:cubicBezTo>
                  <a:cubicBezTo>
                    <a:pt x="17136" y="107887"/>
                    <a:pt x="16479" y="107418"/>
                    <a:pt x="15836" y="106929"/>
                  </a:cubicBezTo>
                  <a:cubicBezTo>
                    <a:pt x="15194" y="106441"/>
                    <a:pt x="14566" y="105933"/>
                    <a:pt x="13954" y="105407"/>
                  </a:cubicBezTo>
                  <a:cubicBezTo>
                    <a:pt x="13342" y="104881"/>
                    <a:pt x="12746" y="104336"/>
                    <a:pt x="12167" y="103774"/>
                  </a:cubicBezTo>
                  <a:cubicBezTo>
                    <a:pt x="11588" y="103212"/>
                    <a:pt x="11026" y="102632"/>
                    <a:pt x="10482" y="102036"/>
                  </a:cubicBezTo>
                  <a:cubicBezTo>
                    <a:pt x="9937" y="101440"/>
                    <a:pt x="9411" y="100827"/>
                    <a:pt x="8904" y="100199"/>
                  </a:cubicBezTo>
                  <a:cubicBezTo>
                    <a:pt x="8397" y="99571"/>
                    <a:pt x="7909" y="98928"/>
                    <a:pt x="7441" y="98271"/>
                  </a:cubicBezTo>
                  <a:cubicBezTo>
                    <a:pt x="6972" y="97614"/>
                    <a:pt x="6524" y="96942"/>
                    <a:pt x="6096" y="96258"/>
                  </a:cubicBezTo>
                  <a:cubicBezTo>
                    <a:pt x="5668" y="95573"/>
                    <a:pt x="5261" y="94876"/>
                    <a:pt x="4876" y="94167"/>
                  </a:cubicBezTo>
                  <a:cubicBezTo>
                    <a:pt x="4490" y="93458"/>
                    <a:pt x="4126" y="92738"/>
                    <a:pt x="3783" y="92007"/>
                  </a:cubicBezTo>
                  <a:cubicBezTo>
                    <a:pt x="3441" y="91276"/>
                    <a:pt x="3121" y="90534"/>
                    <a:pt x="2823" y="89784"/>
                  </a:cubicBezTo>
                  <a:cubicBezTo>
                    <a:pt x="2526" y="89034"/>
                    <a:pt x="2251" y="88275"/>
                    <a:pt x="1999" y="87508"/>
                  </a:cubicBezTo>
                  <a:cubicBezTo>
                    <a:pt x="1748" y="86741"/>
                    <a:pt x="1519" y="85966"/>
                    <a:pt x="1314" y="85186"/>
                  </a:cubicBezTo>
                  <a:cubicBezTo>
                    <a:pt x="1109" y="84405"/>
                    <a:pt x="928" y="83618"/>
                    <a:pt x="771" y="82827"/>
                  </a:cubicBezTo>
                  <a:cubicBezTo>
                    <a:pt x="613" y="82035"/>
                    <a:pt x="480" y="81239"/>
                    <a:pt x="370" y="80439"/>
                  </a:cubicBezTo>
                  <a:cubicBezTo>
                    <a:pt x="261" y="79639"/>
                    <a:pt x="175" y="78837"/>
                    <a:pt x="115" y="78032"/>
                  </a:cubicBezTo>
                  <a:cubicBezTo>
                    <a:pt x="54" y="77227"/>
                    <a:pt x="17" y="76420"/>
                    <a:pt x="5" y="75613"/>
                  </a:cubicBezTo>
                  <a:cubicBezTo>
                    <a:pt x="-8" y="74806"/>
                    <a:pt x="4" y="73999"/>
                    <a:pt x="41" y="73193"/>
                  </a:cubicBezTo>
                  <a:cubicBezTo>
                    <a:pt x="77" y="72386"/>
                    <a:pt x="138" y="71581"/>
                    <a:pt x="223" y="70779"/>
                  </a:cubicBezTo>
                  <a:cubicBezTo>
                    <a:pt x="308" y="69976"/>
                    <a:pt x="417" y="69176"/>
                    <a:pt x="551" y="68380"/>
                  </a:cubicBezTo>
                  <a:cubicBezTo>
                    <a:pt x="684" y="67584"/>
                    <a:pt x="841" y="66792"/>
                    <a:pt x="1023" y="66005"/>
                  </a:cubicBezTo>
                  <a:cubicBezTo>
                    <a:pt x="1204" y="65219"/>
                    <a:pt x="1408" y="64438"/>
                    <a:pt x="1637" y="63664"/>
                  </a:cubicBezTo>
                  <a:cubicBezTo>
                    <a:pt x="1865" y="62890"/>
                    <a:pt x="2117" y="62122"/>
                    <a:pt x="2391" y="61363"/>
                  </a:cubicBezTo>
                  <a:cubicBezTo>
                    <a:pt x="2666" y="60604"/>
                    <a:pt x="2963" y="59854"/>
                    <a:pt x="3283" y="59113"/>
                  </a:cubicBezTo>
                  <a:cubicBezTo>
                    <a:pt x="3603" y="58372"/>
                    <a:pt x="3945" y="57640"/>
                    <a:pt x="4309" y="56920"/>
                  </a:cubicBezTo>
                  <a:lnTo>
                    <a:pt x="5309" y="55050"/>
                  </a:lnTo>
                  <a:cubicBezTo>
                    <a:pt x="5707" y="54351"/>
                    <a:pt x="6126" y="53665"/>
                    <a:pt x="6565" y="52992"/>
                  </a:cubicBezTo>
                  <a:cubicBezTo>
                    <a:pt x="7005" y="52319"/>
                    <a:pt x="7465" y="51659"/>
                    <a:pt x="7944" y="51014"/>
                  </a:cubicBezTo>
                  <a:cubicBezTo>
                    <a:pt x="8424" y="50369"/>
                    <a:pt x="8923" y="49738"/>
                    <a:pt x="9441" y="49123"/>
                  </a:cubicBezTo>
                  <a:cubicBezTo>
                    <a:pt x="9959" y="48509"/>
                    <a:pt x="10495" y="47910"/>
                    <a:pt x="11049" y="47327"/>
                  </a:cubicBezTo>
                  <a:cubicBezTo>
                    <a:pt x="11604" y="46745"/>
                    <a:pt x="12175" y="46180"/>
                    <a:pt x="12764" y="45632"/>
                  </a:cubicBezTo>
                  <a:cubicBezTo>
                    <a:pt x="13353" y="45084"/>
                    <a:pt x="13958" y="44555"/>
                    <a:pt x="14578" y="44044"/>
                  </a:cubicBezTo>
                  <a:cubicBezTo>
                    <a:pt x="15199" y="43533"/>
                    <a:pt x="15835" y="43041"/>
                    <a:pt x="16486" y="42569"/>
                  </a:cubicBezTo>
                  <a:cubicBezTo>
                    <a:pt x="17136" y="42097"/>
                    <a:pt x="17801" y="41644"/>
                    <a:pt x="18479" y="41212"/>
                  </a:cubicBezTo>
                  <a:cubicBezTo>
                    <a:pt x="19157" y="40781"/>
                    <a:pt x="19848" y="40369"/>
                    <a:pt x="20551" y="39979"/>
                  </a:cubicBezTo>
                  <a:cubicBezTo>
                    <a:pt x="21255" y="39590"/>
                    <a:pt x="21969" y="39221"/>
                    <a:pt x="22695" y="38875"/>
                  </a:cubicBezTo>
                  <a:cubicBezTo>
                    <a:pt x="23420" y="38528"/>
                    <a:pt x="24156" y="38204"/>
                    <a:pt x="24901" y="37902"/>
                  </a:cubicBezTo>
                  <a:cubicBezTo>
                    <a:pt x="25646" y="37600"/>
                    <a:pt x="26400" y="37321"/>
                    <a:pt x="27162" y="37065"/>
                  </a:cubicBezTo>
                  <a:cubicBezTo>
                    <a:pt x="27924" y="36809"/>
                    <a:pt x="28694" y="36576"/>
                    <a:pt x="29470" y="36367"/>
                  </a:cubicBezTo>
                  <a:cubicBezTo>
                    <a:pt x="30246" y="36157"/>
                    <a:pt x="31029" y="35972"/>
                    <a:pt x="31816" y="35810"/>
                  </a:cubicBezTo>
                  <a:cubicBezTo>
                    <a:pt x="32604" y="35648"/>
                    <a:pt x="33396" y="35510"/>
                    <a:pt x="34192" y="35397"/>
                  </a:cubicBezTo>
                  <a:cubicBezTo>
                    <a:pt x="34988" y="35283"/>
                    <a:pt x="35787" y="35193"/>
                    <a:pt x="36588" y="35128"/>
                  </a:cubicBezTo>
                  <a:cubicBezTo>
                    <a:pt x="37389" y="35063"/>
                    <a:pt x="38192" y="35022"/>
                    <a:pt x="38996" y="35006"/>
                  </a:cubicBezTo>
                  <a:cubicBezTo>
                    <a:pt x="39800" y="34989"/>
                    <a:pt x="40604" y="34997"/>
                    <a:pt x="41407" y="35030"/>
                  </a:cubicBezTo>
                  <a:cubicBezTo>
                    <a:pt x="42210" y="35062"/>
                    <a:pt x="43013" y="35119"/>
                    <a:pt x="43812" y="35200"/>
                  </a:cubicBezTo>
                  <a:cubicBezTo>
                    <a:pt x="44612" y="35281"/>
                    <a:pt x="45409" y="35387"/>
                    <a:pt x="46203" y="35516"/>
                  </a:cubicBezTo>
                  <a:cubicBezTo>
                    <a:pt x="46996" y="35646"/>
                    <a:pt x="47785" y="35799"/>
                    <a:pt x="48570" y="35977"/>
                  </a:cubicBezTo>
                  <a:cubicBezTo>
                    <a:pt x="49354" y="36154"/>
                    <a:pt x="50132" y="36355"/>
                    <a:pt x="50904" y="36580"/>
                  </a:cubicBezTo>
                  <a:cubicBezTo>
                    <a:pt x="51676" y="36805"/>
                    <a:pt x="52441" y="37053"/>
                    <a:pt x="53198" y="37324"/>
                  </a:cubicBezTo>
                  <a:cubicBezTo>
                    <a:pt x="53954" y="37595"/>
                    <a:pt x="54703" y="37890"/>
                    <a:pt x="55442" y="38206"/>
                  </a:cubicBezTo>
                  <a:cubicBezTo>
                    <a:pt x="56181" y="38523"/>
                    <a:pt x="56910" y="38862"/>
                    <a:pt x="57628" y="39223"/>
                  </a:cubicBezTo>
                  <a:cubicBezTo>
                    <a:pt x="58347" y="39584"/>
                    <a:pt x="59054" y="39966"/>
                    <a:pt x="59749" y="40370"/>
                  </a:cubicBezTo>
                  <a:lnTo>
                    <a:pt x="60009" y="40550"/>
                  </a:lnTo>
                  <a:lnTo>
                    <a:pt x="60009" y="40000"/>
                  </a:lnTo>
                  <a:cubicBezTo>
                    <a:pt x="60009" y="39189"/>
                    <a:pt x="60034" y="38378"/>
                    <a:pt x="60083" y="37568"/>
                  </a:cubicBezTo>
                  <a:cubicBezTo>
                    <a:pt x="60132" y="36759"/>
                    <a:pt x="60206" y="35951"/>
                    <a:pt x="60305" y="35146"/>
                  </a:cubicBezTo>
                  <a:cubicBezTo>
                    <a:pt x="60403" y="34340"/>
                    <a:pt x="60526" y="33538"/>
                    <a:pt x="60673" y="32741"/>
                  </a:cubicBezTo>
                  <a:cubicBezTo>
                    <a:pt x="60820" y="31943"/>
                    <a:pt x="60992" y="31150"/>
                    <a:pt x="61187" y="30363"/>
                  </a:cubicBezTo>
                  <a:cubicBezTo>
                    <a:pt x="61383" y="29576"/>
                    <a:pt x="61602" y="28794"/>
                    <a:pt x="61845" y="28021"/>
                  </a:cubicBezTo>
                  <a:cubicBezTo>
                    <a:pt x="62088" y="27247"/>
                    <a:pt x="62354" y="26480"/>
                    <a:pt x="62644" y="25723"/>
                  </a:cubicBezTo>
                  <a:cubicBezTo>
                    <a:pt x="62933" y="24965"/>
                    <a:pt x="63246" y="24216"/>
                    <a:pt x="63581" y="23477"/>
                  </a:cubicBezTo>
                  <a:cubicBezTo>
                    <a:pt x="63916" y="22739"/>
                    <a:pt x="64273" y="22010"/>
                    <a:pt x="64653" y="21293"/>
                  </a:cubicBezTo>
                  <a:cubicBezTo>
                    <a:pt x="65032" y="20576"/>
                    <a:pt x="65433" y="19871"/>
                    <a:pt x="65855" y="19179"/>
                  </a:cubicBezTo>
                  <a:cubicBezTo>
                    <a:pt x="66278" y="18486"/>
                    <a:pt x="66721" y="17806"/>
                    <a:pt x="67184" y="17141"/>
                  </a:cubicBezTo>
                  <a:cubicBezTo>
                    <a:pt x="67648" y="16475"/>
                    <a:pt x="68132" y="15824"/>
                    <a:pt x="68635" y="15187"/>
                  </a:cubicBezTo>
                  <a:cubicBezTo>
                    <a:pt x="69138" y="14551"/>
                    <a:pt x="69660" y="13930"/>
                    <a:pt x="70201" y="13326"/>
                  </a:cubicBezTo>
                  <a:cubicBezTo>
                    <a:pt x="70742" y="12722"/>
                    <a:pt x="71301" y="12134"/>
                    <a:pt x="71878" y="11563"/>
                  </a:cubicBezTo>
                  <a:cubicBezTo>
                    <a:pt x="72455" y="10993"/>
                    <a:pt x="73048" y="10440"/>
                    <a:pt x="73659" y="9906"/>
                  </a:cubicBezTo>
                  <a:cubicBezTo>
                    <a:pt x="74269" y="9371"/>
                    <a:pt x="74895" y="8856"/>
                    <a:pt x="75537" y="8359"/>
                  </a:cubicBezTo>
                  <a:cubicBezTo>
                    <a:pt x="76179" y="7863"/>
                    <a:pt x="76835" y="7387"/>
                    <a:pt x="77506" y="6930"/>
                  </a:cubicBezTo>
                  <a:cubicBezTo>
                    <a:pt x="78176" y="6474"/>
                    <a:pt x="78861" y="6038"/>
                    <a:pt x="79558" y="5623"/>
                  </a:cubicBezTo>
                  <a:cubicBezTo>
                    <a:pt x="80255" y="5209"/>
                    <a:pt x="80965" y="4815"/>
                    <a:pt x="81686" y="4444"/>
                  </a:cubicBezTo>
                  <a:cubicBezTo>
                    <a:pt x="82407" y="4072"/>
                    <a:pt x="83139" y="3722"/>
                    <a:pt x="83881" y="3395"/>
                  </a:cubicBezTo>
                  <a:cubicBezTo>
                    <a:pt x="84623" y="3068"/>
                    <a:pt x="85375" y="2764"/>
                    <a:pt x="86136" y="2483"/>
                  </a:cubicBezTo>
                  <a:cubicBezTo>
                    <a:pt x="86897" y="2201"/>
                    <a:pt x="87666" y="1943"/>
                    <a:pt x="88443" y="1709"/>
                  </a:cubicBezTo>
                  <a:cubicBezTo>
                    <a:pt x="89219" y="1474"/>
                    <a:pt x="90003" y="1263"/>
                    <a:pt x="90792" y="1076"/>
                  </a:cubicBezTo>
                  <a:cubicBezTo>
                    <a:pt x="91581" y="889"/>
                    <a:pt x="92376" y="727"/>
                    <a:pt x="93175" y="588"/>
                  </a:cubicBezTo>
                  <a:cubicBezTo>
                    <a:pt x="93975" y="449"/>
                    <a:pt x="94778" y="335"/>
                    <a:pt x="95584" y="245"/>
                  </a:cubicBezTo>
                  <a:cubicBezTo>
                    <a:pt x="96390" y="156"/>
                    <a:pt x="97199" y="91"/>
                    <a:pt x="98009" y="50"/>
                  </a:cubicBezTo>
                  <a:close/>
                  <a:moveTo>
                    <a:pt x="100009" y="80000"/>
                  </a:moveTo>
                  <a:cubicBezTo>
                    <a:pt x="99381" y="80000"/>
                    <a:pt x="98752" y="80020"/>
                    <a:pt x="98125" y="80059"/>
                  </a:cubicBezTo>
                  <a:cubicBezTo>
                    <a:pt x="97498" y="80099"/>
                    <a:pt x="96872" y="80158"/>
                    <a:pt x="96249" y="80237"/>
                  </a:cubicBezTo>
                  <a:cubicBezTo>
                    <a:pt x="95626" y="80315"/>
                    <a:pt x="95005" y="80414"/>
                    <a:pt x="94387" y="80531"/>
                  </a:cubicBezTo>
                  <a:cubicBezTo>
                    <a:pt x="93770" y="80649"/>
                    <a:pt x="93157" y="80786"/>
                    <a:pt x="92548" y="80943"/>
                  </a:cubicBezTo>
                  <a:cubicBezTo>
                    <a:pt x="91940" y="81099"/>
                    <a:pt x="91336" y="81274"/>
                    <a:pt x="90738" y="81468"/>
                  </a:cubicBezTo>
                  <a:cubicBezTo>
                    <a:pt x="90141" y="81662"/>
                    <a:pt x="89549" y="81875"/>
                    <a:pt x="88965" y="82107"/>
                  </a:cubicBezTo>
                  <a:cubicBezTo>
                    <a:pt x="88381" y="82338"/>
                    <a:pt x="87804" y="82588"/>
                    <a:pt x="87236" y="82855"/>
                  </a:cubicBezTo>
                  <a:cubicBezTo>
                    <a:pt x="86667" y="83123"/>
                    <a:pt x="86107" y="83408"/>
                    <a:pt x="85556" y="83711"/>
                  </a:cubicBezTo>
                  <a:cubicBezTo>
                    <a:pt x="85006" y="84014"/>
                    <a:pt x="84465" y="84333"/>
                    <a:pt x="83934" y="84670"/>
                  </a:cubicBezTo>
                  <a:cubicBezTo>
                    <a:pt x="83404" y="85007"/>
                    <a:pt x="82884" y="85360"/>
                    <a:pt x="82375" y="85729"/>
                  </a:cubicBezTo>
                  <a:cubicBezTo>
                    <a:pt x="81867" y="86099"/>
                    <a:pt x="81370" y="86484"/>
                    <a:pt x="80886" y="86885"/>
                  </a:cubicBezTo>
                  <a:cubicBezTo>
                    <a:pt x="80402" y="87285"/>
                    <a:pt x="79931" y="87701"/>
                    <a:pt x="79473" y="88131"/>
                  </a:cubicBezTo>
                  <a:cubicBezTo>
                    <a:pt x="79014" y="88561"/>
                    <a:pt x="78570" y="89006"/>
                    <a:pt x="78140" y="89464"/>
                  </a:cubicBezTo>
                  <a:cubicBezTo>
                    <a:pt x="77710" y="89922"/>
                    <a:pt x="77294" y="90393"/>
                    <a:pt x="76894" y="90877"/>
                  </a:cubicBezTo>
                  <a:cubicBezTo>
                    <a:pt x="76493" y="91361"/>
                    <a:pt x="76108" y="91858"/>
                    <a:pt x="75738" y="92366"/>
                  </a:cubicBezTo>
                  <a:cubicBezTo>
                    <a:pt x="75369" y="92875"/>
                    <a:pt x="75016" y="93395"/>
                    <a:pt x="74679" y="93925"/>
                  </a:cubicBezTo>
                  <a:cubicBezTo>
                    <a:pt x="74342" y="94456"/>
                    <a:pt x="74022" y="94997"/>
                    <a:pt x="73720" y="95547"/>
                  </a:cubicBezTo>
                  <a:cubicBezTo>
                    <a:pt x="73417" y="96098"/>
                    <a:pt x="73132" y="96658"/>
                    <a:pt x="72864" y="97227"/>
                  </a:cubicBezTo>
                  <a:cubicBezTo>
                    <a:pt x="72597" y="97795"/>
                    <a:pt x="72347" y="98372"/>
                    <a:pt x="72116" y="98956"/>
                  </a:cubicBezTo>
                  <a:cubicBezTo>
                    <a:pt x="71884" y="99541"/>
                    <a:pt x="71671" y="100132"/>
                    <a:pt x="71477" y="100729"/>
                  </a:cubicBezTo>
                  <a:cubicBezTo>
                    <a:pt x="71283" y="101327"/>
                    <a:pt x="71108" y="101931"/>
                    <a:pt x="70951" y="102539"/>
                  </a:cubicBezTo>
                  <a:cubicBezTo>
                    <a:pt x="70795" y="103148"/>
                    <a:pt x="70658" y="103761"/>
                    <a:pt x="70540" y="104379"/>
                  </a:cubicBezTo>
                  <a:cubicBezTo>
                    <a:pt x="70423" y="104996"/>
                    <a:pt x="70324" y="105617"/>
                    <a:pt x="70245" y="106240"/>
                  </a:cubicBezTo>
                  <a:cubicBezTo>
                    <a:pt x="70167" y="106863"/>
                    <a:pt x="70108" y="107489"/>
                    <a:pt x="70068" y="108116"/>
                  </a:cubicBezTo>
                  <a:cubicBezTo>
                    <a:pt x="70029" y="108743"/>
                    <a:pt x="70009" y="109372"/>
                    <a:pt x="70009" y="110000"/>
                  </a:cubicBezTo>
                  <a:cubicBezTo>
                    <a:pt x="70009" y="110628"/>
                    <a:pt x="70029" y="111257"/>
                    <a:pt x="70068" y="111884"/>
                  </a:cubicBezTo>
                  <a:cubicBezTo>
                    <a:pt x="70108" y="112511"/>
                    <a:pt x="70167" y="113137"/>
                    <a:pt x="70245" y="113760"/>
                  </a:cubicBezTo>
                  <a:cubicBezTo>
                    <a:pt x="70324" y="114383"/>
                    <a:pt x="70423" y="115004"/>
                    <a:pt x="70540" y="115621"/>
                  </a:cubicBezTo>
                  <a:cubicBezTo>
                    <a:pt x="70658" y="116239"/>
                    <a:pt x="70795" y="116852"/>
                    <a:pt x="70951" y="117461"/>
                  </a:cubicBezTo>
                  <a:cubicBezTo>
                    <a:pt x="71108" y="118069"/>
                    <a:pt x="71283" y="118673"/>
                    <a:pt x="71477" y="119271"/>
                  </a:cubicBezTo>
                  <a:cubicBezTo>
                    <a:pt x="71671" y="119868"/>
                    <a:pt x="71884" y="120459"/>
                    <a:pt x="72116" y="121044"/>
                  </a:cubicBezTo>
                  <a:cubicBezTo>
                    <a:pt x="72347" y="121628"/>
                    <a:pt x="72597" y="122205"/>
                    <a:pt x="72864" y="122773"/>
                  </a:cubicBezTo>
                  <a:cubicBezTo>
                    <a:pt x="73132" y="123342"/>
                    <a:pt x="73417" y="123902"/>
                    <a:pt x="73720" y="124453"/>
                  </a:cubicBezTo>
                  <a:cubicBezTo>
                    <a:pt x="74022" y="125003"/>
                    <a:pt x="74342" y="125544"/>
                    <a:pt x="74679" y="126075"/>
                  </a:cubicBezTo>
                  <a:cubicBezTo>
                    <a:pt x="75016" y="126605"/>
                    <a:pt x="75369" y="127125"/>
                    <a:pt x="75738" y="127634"/>
                  </a:cubicBezTo>
                  <a:cubicBezTo>
                    <a:pt x="76108" y="128142"/>
                    <a:pt x="76493" y="128639"/>
                    <a:pt x="76894" y="129123"/>
                  </a:cubicBezTo>
                  <a:cubicBezTo>
                    <a:pt x="77294" y="129607"/>
                    <a:pt x="77710" y="130078"/>
                    <a:pt x="78140" y="130536"/>
                  </a:cubicBezTo>
                  <a:cubicBezTo>
                    <a:pt x="78570" y="130994"/>
                    <a:pt x="79014" y="131439"/>
                    <a:pt x="79473" y="131869"/>
                  </a:cubicBezTo>
                  <a:cubicBezTo>
                    <a:pt x="79931" y="132299"/>
                    <a:pt x="80402" y="132715"/>
                    <a:pt x="80886" y="133115"/>
                  </a:cubicBezTo>
                  <a:cubicBezTo>
                    <a:pt x="81370" y="133516"/>
                    <a:pt x="81867" y="133901"/>
                    <a:pt x="82375" y="134271"/>
                  </a:cubicBezTo>
                  <a:cubicBezTo>
                    <a:pt x="82884" y="134640"/>
                    <a:pt x="83404" y="134993"/>
                    <a:pt x="83934" y="135330"/>
                  </a:cubicBezTo>
                  <a:cubicBezTo>
                    <a:pt x="84465" y="135667"/>
                    <a:pt x="85006" y="135986"/>
                    <a:pt x="85556" y="136289"/>
                  </a:cubicBezTo>
                  <a:cubicBezTo>
                    <a:pt x="86107" y="136592"/>
                    <a:pt x="86667" y="136877"/>
                    <a:pt x="87236" y="137145"/>
                  </a:cubicBezTo>
                  <a:cubicBezTo>
                    <a:pt x="87804" y="137412"/>
                    <a:pt x="88381" y="137662"/>
                    <a:pt x="88965" y="137893"/>
                  </a:cubicBezTo>
                  <a:cubicBezTo>
                    <a:pt x="89549" y="138125"/>
                    <a:pt x="90141" y="138338"/>
                    <a:pt x="90738" y="138532"/>
                  </a:cubicBezTo>
                  <a:cubicBezTo>
                    <a:pt x="91336" y="138726"/>
                    <a:pt x="91940" y="138901"/>
                    <a:pt x="92548" y="139057"/>
                  </a:cubicBezTo>
                  <a:cubicBezTo>
                    <a:pt x="93157" y="139214"/>
                    <a:pt x="93770" y="139351"/>
                    <a:pt x="94387" y="139469"/>
                  </a:cubicBezTo>
                  <a:cubicBezTo>
                    <a:pt x="95005" y="139586"/>
                    <a:pt x="95626" y="139685"/>
                    <a:pt x="96249" y="139763"/>
                  </a:cubicBezTo>
                  <a:cubicBezTo>
                    <a:pt x="96872" y="139842"/>
                    <a:pt x="97498" y="139901"/>
                    <a:pt x="98125" y="139941"/>
                  </a:cubicBezTo>
                  <a:cubicBezTo>
                    <a:pt x="98752" y="139980"/>
                    <a:pt x="99381" y="140000"/>
                    <a:pt x="100009" y="140000"/>
                  </a:cubicBezTo>
                  <a:cubicBezTo>
                    <a:pt x="100637" y="140000"/>
                    <a:pt x="101266" y="139980"/>
                    <a:pt x="101893" y="139941"/>
                  </a:cubicBezTo>
                  <a:cubicBezTo>
                    <a:pt x="102520" y="139901"/>
                    <a:pt x="103146" y="139842"/>
                    <a:pt x="103769" y="139763"/>
                  </a:cubicBezTo>
                  <a:cubicBezTo>
                    <a:pt x="104392" y="139685"/>
                    <a:pt x="105013" y="139586"/>
                    <a:pt x="105630" y="139469"/>
                  </a:cubicBezTo>
                  <a:cubicBezTo>
                    <a:pt x="106248" y="139351"/>
                    <a:pt x="106861" y="139214"/>
                    <a:pt x="107470" y="139057"/>
                  </a:cubicBezTo>
                  <a:cubicBezTo>
                    <a:pt x="108078" y="138901"/>
                    <a:pt x="108682" y="138726"/>
                    <a:pt x="109279" y="138532"/>
                  </a:cubicBezTo>
                  <a:cubicBezTo>
                    <a:pt x="109877" y="138338"/>
                    <a:pt x="110468" y="138125"/>
                    <a:pt x="111053" y="137893"/>
                  </a:cubicBezTo>
                  <a:cubicBezTo>
                    <a:pt x="111637" y="137662"/>
                    <a:pt x="112214" y="137412"/>
                    <a:pt x="112782" y="137145"/>
                  </a:cubicBezTo>
                  <a:cubicBezTo>
                    <a:pt x="113351" y="136877"/>
                    <a:pt x="113911" y="136592"/>
                    <a:pt x="114462" y="136289"/>
                  </a:cubicBezTo>
                  <a:cubicBezTo>
                    <a:pt x="115012" y="135986"/>
                    <a:pt x="115553" y="135667"/>
                    <a:pt x="116084" y="135330"/>
                  </a:cubicBezTo>
                  <a:cubicBezTo>
                    <a:pt x="116614" y="134993"/>
                    <a:pt x="117134" y="134640"/>
                    <a:pt x="117642" y="134271"/>
                  </a:cubicBezTo>
                  <a:cubicBezTo>
                    <a:pt x="118151" y="133901"/>
                    <a:pt x="118647" y="133516"/>
                    <a:pt x="119132" y="133115"/>
                  </a:cubicBezTo>
                  <a:cubicBezTo>
                    <a:pt x="119616" y="132715"/>
                    <a:pt x="120087" y="132299"/>
                    <a:pt x="120545" y="131869"/>
                  </a:cubicBezTo>
                  <a:cubicBezTo>
                    <a:pt x="121003" y="131439"/>
                    <a:pt x="121448" y="130994"/>
                    <a:pt x="121878" y="130536"/>
                  </a:cubicBezTo>
                  <a:cubicBezTo>
                    <a:pt x="122308" y="130078"/>
                    <a:pt x="122724" y="129607"/>
                    <a:pt x="123124" y="129123"/>
                  </a:cubicBezTo>
                  <a:cubicBezTo>
                    <a:pt x="123525" y="128639"/>
                    <a:pt x="123910" y="128142"/>
                    <a:pt x="124279" y="127634"/>
                  </a:cubicBezTo>
                  <a:cubicBezTo>
                    <a:pt x="124649" y="127125"/>
                    <a:pt x="125002" y="126605"/>
                    <a:pt x="125339" y="126075"/>
                  </a:cubicBezTo>
                  <a:cubicBezTo>
                    <a:pt x="125675" y="125544"/>
                    <a:pt x="125995" y="125003"/>
                    <a:pt x="126298" y="124453"/>
                  </a:cubicBezTo>
                  <a:cubicBezTo>
                    <a:pt x="126601" y="123902"/>
                    <a:pt x="126886" y="123342"/>
                    <a:pt x="127154" y="122773"/>
                  </a:cubicBezTo>
                  <a:cubicBezTo>
                    <a:pt x="127421" y="122205"/>
                    <a:pt x="127671" y="121628"/>
                    <a:pt x="127902" y="121044"/>
                  </a:cubicBezTo>
                  <a:cubicBezTo>
                    <a:pt x="128134" y="120459"/>
                    <a:pt x="128346" y="119868"/>
                    <a:pt x="128541" y="119271"/>
                  </a:cubicBezTo>
                  <a:cubicBezTo>
                    <a:pt x="128735" y="118673"/>
                    <a:pt x="128910" y="118069"/>
                    <a:pt x="129066" y="117461"/>
                  </a:cubicBezTo>
                  <a:cubicBezTo>
                    <a:pt x="129223" y="116852"/>
                    <a:pt x="129360" y="116239"/>
                    <a:pt x="129478" y="115621"/>
                  </a:cubicBezTo>
                  <a:cubicBezTo>
                    <a:pt x="129595" y="115004"/>
                    <a:pt x="129694" y="114383"/>
                    <a:pt x="129772" y="113760"/>
                  </a:cubicBezTo>
                  <a:cubicBezTo>
                    <a:pt x="129851" y="113137"/>
                    <a:pt x="129910" y="112511"/>
                    <a:pt x="129950" y="111884"/>
                  </a:cubicBezTo>
                  <a:cubicBezTo>
                    <a:pt x="129989" y="111257"/>
                    <a:pt x="130009" y="110628"/>
                    <a:pt x="130009" y="110000"/>
                  </a:cubicBezTo>
                  <a:cubicBezTo>
                    <a:pt x="130009" y="109372"/>
                    <a:pt x="129989" y="108743"/>
                    <a:pt x="129950" y="108116"/>
                  </a:cubicBezTo>
                  <a:cubicBezTo>
                    <a:pt x="129910" y="107489"/>
                    <a:pt x="129851" y="106863"/>
                    <a:pt x="129772" y="106240"/>
                  </a:cubicBezTo>
                  <a:cubicBezTo>
                    <a:pt x="129694" y="105617"/>
                    <a:pt x="129595" y="104996"/>
                    <a:pt x="129478" y="104379"/>
                  </a:cubicBezTo>
                  <a:cubicBezTo>
                    <a:pt x="129360" y="103761"/>
                    <a:pt x="129223" y="103148"/>
                    <a:pt x="129066" y="102539"/>
                  </a:cubicBezTo>
                  <a:cubicBezTo>
                    <a:pt x="128910" y="101931"/>
                    <a:pt x="128735" y="101327"/>
                    <a:pt x="128541" y="100729"/>
                  </a:cubicBezTo>
                  <a:cubicBezTo>
                    <a:pt x="128346" y="100132"/>
                    <a:pt x="128134" y="99541"/>
                    <a:pt x="127902" y="98956"/>
                  </a:cubicBezTo>
                  <a:cubicBezTo>
                    <a:pt x="127671" y="98372"/>
                    <a:pt x="127421" y="97795"/>
                    <a:pt x="127154" y="97227"/>
                  </a:cubicBezTo>
                  <a:cubicBezTo>
                    <a:pt x="126886" y="96658"/>
                    <a:pt x="126601" y="96098"/>
                    <a:pt x="126298" y="95547"/>
                  </a:cubicBezTo>
                  <a:cubicBezTo>
                    <a:pt x="125995" y="94997"/>
                    <a:pt x="125675" y="94456"/>
                    <a:pt x="125339" y="93925"/>
                  </a:cubicBezTo>
                  <a:cubicBezTo>
                    <a:pt x="125002" y="93395"/>
                    <a:pt x="124649" y="92875"/>
                    <a:pt x="124279" y="92366"/>
                  </a:cubicBezTo>
                  <a:cubicBezTo>
                    <a:pt x="123910" y="91858"/>
                    <a:pt x="123525" y="91361"/>
                    <a:pt x="123124" y="90877"/>
                  </a:cubicBezTo>
                  <a:cubicBezTo>
                    <a:pt x="122724" y="90393"/>
                    <a:pt x="122308" y="89922"/>
                    <a:pt x="121878" y="89464"/>
                  </a:cubicBezTo>
                  <a:cubicBezTo>
                    <a:pt x="121448" y="89006"/>
                    <a:pt x="121003" y="88561"/>
                    <a:pt x="120545" y="88131"/>
                  </a:cubicBezTo>
                  <a:cubicBezTo>
                    <a:pt x="120087" y="87701"/>
                    <a:pt x="119616" y="87285"/>
                    <a:pt x="119132" y="86885"/>
                  </a:cubicBezTo>
                  <a:cubicBezTo>
                    <a:pt x="118647" y="86484"/>
                    <a:pt x="118151" y="86099"/>
                    <a:pt x="117642" y="85729"/>
                  </a:cubicBezTo>
                  <a:cubicBezTo>
                    <a:pt x="117134" y="85360"/>
                    <a:pt x="116614" y="85007"/>
                    <a:pt x="116084" y="84670"/>
                  </a:cubicBezTo>
                  <a:cubicBezTo>
                    <a:pt x="115553" y="84333"/>
                    <a:pt x="115012" y="84014"/>
                    <a:pt x="114462" y="83711"/>
                  </a:cubicBezTo>
                  <a:cubicBezTo>
                    <a:pt x="113911" y="83408"/>
                    <a:pt x="113351" y="83123"/>
                    <a:pt x="112782" y="82855"/>
                  </a:cubicBezTo>
                  <a:cubicBezTo>
                    <a:pt x="112214" y="82588"/>
                    <a:pt x="111637" y="82338"/>
                    <a:pt x="111053" y="82107"/>
                  </a:cubicBezTo>
                  <a:cubicBezTo>
                    <a:pt x="110468" y="81875"/>
                    <a:pt x="109877" y="81662"/>
                    <a:pt x="109279" y="81468"/>
                  </a:cubicBezTo>
                  <a:cubicBezTo>
                    <a:pt x="108682" y="81274"/>
                    <a:pt x="108078" y="81099"/>
                    <a:pt x="107470" y="80943"/>
                  </a:cubicBezTo>
                  <a:cubicBezTo>
                    <a:pt x="106861" y="80786"/>
                    <a:pt x="106248" y="80649"/>
                    <a:pt x="105630" y="80531"/>
                  </a:cubicBezTo>
                  <a:cubicBezTo>
                    <a:pt x="105013" y="80414"/>
                    <a:pt x="104392" y="80315"/>
                    <a:pt x="103769" y="80237"/>
                  </a:cubicBezTo>
                  <a:cubicBezTo>
                    <a:pt x="103146" y="80158"/>
                    <a:pt x="102520" y="80099"/>
                    <a:pt x="101893" y="80059"/>
                  </a:cubicBezTo>
                  <a:cubicBezTo>
                    <a:pt x="101266" y="80020"/>
                    <a:pt x="100637" y="80000"/>
                    <a:pt x="100009" y="80000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11" name="probe-tabler-leaf" descr="leaf — Tabler contributors; preserve the bundled full upstream license. Source: https://github.com/tabler/tabler-icons/blob/a4ce1404bc6d24d3c365afe7b258d6bf6f48d62d/icons/filled/leaf.svg; SVG SHA256: 872e7a3c36042b6a935bf90ee221190e13fafdb4f6334103dcbbd2a5013318bd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112" name="probe-tabler-leaf-part-1"/>
            <p:cNvSpPr/>
            <p:nvPr/>
          </p:nvSpPr>
          <p:spPr>
            <a:xfrm>
              <a:off x="29856" y="30000"/>
              <a:ext cx="180144" cy="190001"/>
            </a:xfrm>
            <a:custGeom>
              <a:avLst/>
              <a:gdLst/>
              <a:ahLst/>
              <a:cxnLst/>
              <a:rect l="0" t="0" r="r" b="b"/>
              <a:pathLst>
                <a:path w="180144" h="190001">
                  <a:moveTo>
                    <a:pt x="694" y="113280"/>
                  </a:moveTo>
                  <a:lnTo>
                    <a:pt x="514" y="111600"/>
                  </a:lnTo>
                  <a:lnTo>
                    <a:pt x="474" y="111170"/>
                  </a:lnTo>
                  <a:cubicBezTo>
                    <a:pt x="301" y="109309"/>
                    <a:pt x="175" y="107444"/>
                    <a:pt x="97" y="105576"/>
                  </a:cubicBezTo>
                  <a:cubicBezTo>
                    <a:pt x="18" y="103708"/>
                    <a:pt x="-12" y="101839"/>
                    <a:pt x="4" y="99970"/>
                  </a:cubicBezTo>
                  <a:cubicBezTo>
                    <a:pt x="184" y="37070"/>
                    <a:pt x="42904" y="0"/>
                    <a:pt x="130004" y="0"/>
                  </a:cubicBezTo>
                  <a:lnTo>
                    <a:pt x="170144" y="0"/>
                  </a:lnTo>
                  <a:cubicBezTo>
                    <a:pt x="170354" y="0"/>
                    <a:pt x="170563" y="7"/>
                    <a:pt x="170772" y="20"/>
                  </a:cubicBezTo>
                  <a:cubicBezTo>
                    <a:pt x="170981" y="33"/>
                    <a:pt x="171190" y="53"/>
                    <a:pt x="171398" y="79"/>
                  </a:cubicBezTo>
                  <a:cubicBezTo>
                    <a:pt x="171606" y="105"/>
                    <a:pt x="171813" y="138"/>
                    <a:pt x="172018" y="177"/>
                  </a:cubicBezTo>
                  <a:cubicBezTo>
                    <a:pt x="172224" y="216"/>
                    <a:pt x="172429" y="262"/>
                    <a:pt x="172631" y="314"/>
                  </a:cubicBezTo>
                  <a:cubicBezTo>
                    <a:pt x="172834" y="366"/>
                    <a:pt x="173035" y="425"/>
                    <a:pt x="173235" y="489"/>
                  </a:cubicBezTo>
                  <a:cubicBezTo>
                    <a:pt x="173434" y="554"/>
                    <a:pt x="173631" y="625"/>
                    <a:pt x="173826" y="702"/>
                  </a:cubicBezTo>
                  <a:cubicBezTo>
                    <a:pt x="174020" y="779"/>
                    <a:pt x="174213" y="863"/>
                    <a:pt x="174402" y="952"/>
                  </a:cubicBezTo>
                  <a:cubicBezTo>
                    <a:pt x="174592" y="1041"/>
                    <a:pt x="174778" y="1136"/>
                    <a:pt x="174962" y="1237"/>
                  </a:cubicBezTo>
                  <a:cubicBezTo>
                    <a:pt x="175146" y="1338"/>
                    <a:pt x="175326" y="1444"/>
                    <a:pt x="175503" y="1557"/>
                  </a:cubicBezTo>
                  <a:cubicBezTo>
                    <a:pt x="175680" y="1669"/>
                    <a:pt x="175853" y="1787"/>
                    <a:pt x="176022" y="1910"/>
                  </a:cubicBezTo>
                  <a:cubicBezTo>
                    <a:pt x="176192" y="2033"/>
                    <a:pt x="176357" y="2161"/>
                    <a:pt x="176519" y="2295"/>
                  </a:cubicBezTo>
                  <a:cubicBezTo>
                    <a:pt x="176680" y="2428"/>
                    <a:pt x="176837" y="2567"/>
                    <a:pt x="176990" y="2710"/>
                  </a:cubicBezTo>
                  <a:cubicBezTo>
                    <a:pt x="177143" y="2854"/>
                    <a:pt x="177291" y="3002"/>
                    <a:pt x="177434" y="3155"/>
                  </a:cubicBezTo>
                  <a:cubicBezTo>
                    <a:pt x="177578" y="3307"/>
                    <a:pt x="177716" y="3464"/>
                    <a:pt x="177850" y="3626"/>
                  </a:cubicBezTo>
                  <a:cubicBezTo>
                    <a:pt x="177983" y="3787"/>
                    <a:pt x="178112" y="3953"/>
                    <a:pt x="178235" y="4122"/>
                  </a:cubicBezTo>
                  <a:cubicBezTo>
                    <a:pt x="178358" y="4292"/>
                    <a:pt x="178476" y="4465"/>
                    <a:pt x="178588" y="4642"/>
                  </a:cubicBezTo>
                  <a:cubicBezTo>
                    <a:pt x="178700" y="4819"/>
                    <a:pt x="178807" y="4999"/>
                    <a:pt x="178908" y="5182"/>
                  </a:cubicBezTo>
                  <a:cubicBezTo>
                    <a:pt x="179008" y="5366"/>
                    <a:pt x="179104" y="5553"/>
                    <a:pt x="179193" y="5742"/>
                  </a:cubicBezTo>
                  <a:cubicBezTo>
                    <a:pt x="179282" y="5932"/>
                    <a:pt x="179365" y="6124"/>
                    <a:pt x="179442" y="6319"/>
                  </a:cubicBezTo>
                  <a:cubicBezTo>
                    <a:pt x="179519" y="6514"/>
                    <a:pt x="179590" y="6711"/>
                    <a:pt x="179655" y="6910"/>
                  </a:cubicBezTo>
                  <a:cubicBezTo>
                    <a:pt x="179720" y="7109"/>
                    <a:pt x="179778" y="7310"/>
                    <a:pt x="179830" y="7513"/>
                  </a:cubicBezTo>
                  <a:cubicBezTo>
                    <a:pt x="179882" y="7716"/>
                    <a:pt x="179928" y="7920"/>
                    <a:pt x="179967" y="8126"/>
                  </a:cubicBezTo>
                  <a:cubicBezTo>
                    <a:pt x="180007" y="8332"/>
                    <a:pt x="180039" y="8539"/>
                    <a:pt x="180066" y="8747"/>
                  </a:cubicBezTo>
                  <a:cubicBezTo>
                    <a:pt x="180092" y="8954"/>
                    <a:pt x="180112" y="9163"/>
                    <a:pt x="180125" y="9372"/>
                  </a:cubicBezTo>
                  <a:cubicBezTo>
                    <a:pt x="180138" y="9581"/>
                    <a:pt x="180144" y="9791"/>
                    <a:pt x="180144" y="10000"/>
                  </a:cubicBezTo>
                  <a:lnTo>
                    <a:pt x="180124" y="30570"/>
                  </a:lnTo>
                  <a:cubicBezTo>
                    <a:pt x="175144" y="117580"/>
                    <a:pt x="132724" y="160000"/>
                    <a:pt x="60144" y="160000"/>
                  </a:cubicBezTo>
                  <a:lnTo>
                    <a:pt x="33834" y="160000"/>
                  </a:lnTo>
                  <a:cubicBezTo>
                    <a:pt x="33261" y="162313"/>
                    <a:pt x="32740" y="164639"/>
                    <a:pt x="32271" y="166975"/>
                  </a:cubicBezTo>
                  <a:cubicBezTo>
                    <a:pt x="31801" y="169312"/>
                    <a:pt x="31384" y="171658"/>
                    <a:pt x="31020" y="174013"/>
                  </a:cubicBezTo>
                  <a:cubicBezTo>
                    <a:pt x="30655" y="176368"/>
                    <a:pt x="30343" y="178731"/>
                    <a:pt x="30084" y="181100"/>
                  </a:cubicBezTo>
                  <a:cubicBezTo>
                    <a:pt x="30062" y="181304"/>
                    <a:pt x="30033" y="181507"/>
                    <a:pt x="29998" y="181710"/>
                  </a:cubicBezTo>
                  <a:cubicBezTo>
                    <a:pt x="29963" y="181912"/>
                    <a:pt x="29921" y="182113"/>
                    <a:pt x="29874" y="182313"/>
                  </a:cubicBezTo>
                  <a:cubicBezTo>
                    <a:pt x="29826" y="182513"/>
                    <a:pt x="29773" y="182711"/>
                    <a:pt x="29713" y="182908"/>
                  </a:cubicBezTo>
                  <a:cubicBezTo>
                    <a:pt x="29653" y="183104"/>
                    <a:pt x="29588" y="183299"/>
                    <a:pt x="29516" y="183491"/>
                  </a:cubicBezTo>
                  <a:cubicBezTo>
                    <a:pt x="29444" y="183684"/>
                    <a:pt x="29367" y="183874"/>
                    <a:pt x="29283" y="184062"/>
                  </a:cubicBezTo>
                  <a:cubicBezTo>
                    <a:pt x="29200" y="184249"/>
                    <a:pt x="29111" y="184434"/>
                    <a:pt x="29016" y="184616"/>
                  </a:cubicBezTo>
                  <a:cubicBezTo>
                    <a:pt x="28921" y="184799"/>
                    <a:pt x="28821" y="184978"/>
                    <a:pt x="28715" y="185154"/>
                  </a:cubicBezTo>
                  <a:cubicBezTo>
                    <a:pt x="28609" y="185330"/>
                    <a:pt x="28498" y="185503"/>
                    <a:pt x="28381" y="185672"/>
                  </a:cubicBezTo>
                  <a:cubicBezTo>
                    <a:pt x="28265" y="185841"/>
                    <a:pt x="28143" y="186006"/>
                    <a:pt x="28017" y="186168"/>
                  </a:cubicBezTo>
                  <a:cubicBezTo>
                    <a:pt x="27890" y="186330"/>
                    <a:pt x="27758" y="186487"/>
                    <a:pt x="27622" y="186641"/>
                  </a:cubicBezTo>
                  <a:cubicBezTo>
                    <a:pt x="27486" y="186794"/>
                    <a:pt x="27344" y="186944"/>
                    <a:pt x="27199" y="187089"/>
                  </a:cubicBezTo>
                  <a:cubicBezTo>
                    <a:pt x="27053" y="187233"/>
                    <a:pt x="26903" y="187374"/>
                    <a:pt x="26749" y="187509"/>
                  </a:cubicBezTo>
                  <a:cubicBezTo>
                    <a:pt x="26595" y="187645"/>
                    <a:pt x="26437" y="187776"/>
                    <a:pt x="26274" y="187902"/>
                  </a:cubicBezTo>
                  <a:cubicBezTo>
                    <a:pt x="26112" y="188028"/>
                    <a:pt x="25946" y="188149"/>
                    <a:pt x="25776" y="188264"/>
                  </a:cubicBezTo>
                  <a:cubicBezTo>
                    <a:pt x="25607" y="188380"/>
                    <a:pt x="25433" y="188490"/>
                    <a:pt x="25257" y="188595"/>
                  </a:cubicBezTo>
                  <a:cubicBezTo>
                    <a:pt x="25080" y="188700"/>
                    <a:pt x="24901" y="188800"/>
                    <a:pt x="24718" y="188894"/>
                  </a:cubicBezTo>
                  <a:cubicBezTo>
                    <a:pt x="24535" y="188988"/>
                    <a:pt x="24350" y="189076"/>
                    <a:pt x="24162" y="189158"/>
                  </a:cubicBezTo>
                  <a:cubicBezTo>
                    <a:pt x="23974" y="189241"/>
                    <a:pt x="23783" y="189317"/>
                    <a:pt x="23590" y="189388"/>
                  </a:cubicBezTo>
                  <a:cubicBezTo>
                    <a:pt x="23398" y="189459"/>
                    <a:pt x="23203" y="189524"/>
                    <a:pt x="23006" y="189583"/>
                  </a:cubicBezTo>
                  <a:cubicBezTo>
                    <a:pt x="22809" y="189641"/>
                    <a:pt x="22611" y="189694"/>
                    <a:pt x="22411" y="189741"/>
                  </a:cubicBezTo>
                  <a:cubicBezTo>
                    <a:pt x="22211" y="189787"/>
                    <a:pt x="22009" y="189827"/>
                    <a:pt x="21807" y="189862"/>
                  </a:cubicBezTo>
                  <a:cubicBezTo>
                    <a:pt x="21604" y="189896"/>
                    <a:pt x="21401" y="189924"/>
                    <a:pt x="21196" y="189945"/>
                  </a:cubicBezTo>
                  <a:cubicBezTo>
                    <a:pt x="20992" y="189967"/>
                    <a:pt x="20787" y="189982"/>
                    <a:pt x="20582" y="189991"/>
                  </a:cubicBezTo>
                  <a:cubicBezTo>
                    <a:pt x="20377" y="190000"/>
                    <a:pt x="20172" y="190003"/>
                    <a:pt x="19966" y="189999"/>
                  </a:cubicBezTo>
                  <a:cubicBezTo>
                    <a:pt x="19761" y="189995"/>
                    <a:pt x="19556" y="189985"/>
                    <a:pt x="19351" y="189969"/>
                  </a:cubicBezTo>
                  <a:cubicBezTo>
                    <a:pt x="19146" y="189953"/>
                    <a:pt x="18942" y="189930"/>
                    <a:pt x="18739" y="189901"/>
                  </a:cubicBezTo>
                  <a:cubicBezTo>
                    <a:pt x="18536" y="189873"/>
                    <a:pt x="18333" y="189837"/>
                    <a:pt x="18132" y="189796"/>
                  </a:cubicBezTo>
                  <a:cubicBezTo>
                    <a:pt x="17931" y="189755"/>
                    <a:pt x="17731" y="189707"/>
                    <a:pt x="17533" y="189654"/>
                  </a:cubicBezTo>
                  <a:cubicBezTo>
                    <a:pt x="17335" y="189600"/>
                    <a:pt x="17138" y="189540"/>
                    <a:pt x="16943" y="189475"/>
                  </a:cubicBezTo>
                  <a:cubicBezTo>
                    <a:pt x="16749" y="189409"/>
                    <a:pt x="16556" y="189337"/>
                    <a:pt x="16366" y="189260"/>
                  </a:cubicBezTo>
                  <a:cubicBezTo>
                    <a:pt x="16176" y="189182"/>
                    <a:pt x="15988" y="189099"/>
                    <a:pt x="15803" y="189009"/>
                  </a:cubicBezTo>
                  <a:cubicBezTo>
                    <a:pt x="15618" y="188920"/>
                    <a:pt x="15436" y="188825"/>
                    <a:pt x="15257" y="188725"/>
                  </a:cubicBezTo>
                  <a:cubicBezTo>
                    <a:pt x="15078" y="188625"/>
                    <a:pt x="14902" y="188519"/>
                    <a:pt x="14729" y="188408"/>
                  </a:cubicBezTo>
                  <a:cubicBezTo>
                    <a:pt x="14557" y="188296"/>
                    <a:pt x="14387" y="188180"/>
                    <a:pt x="14222" y="188058"/>
                  </a:cubicBezTo>
                  <a:cubicBezTo>
                    <a:pt x="14056" y="187937"/>
                    <a:pt x="13895" y="187810"/>
                    <a:pt x="13737" y="187678"/>
                  </a:cubicBezTo>
                  <a:cubicBezTo>
                    <a:pt x="13579" y="187547"/>
                    <a:pt x="13426" y="187410"/>
                    <a:pt x="13276" y="187269"/>
                  </a:cubicBezTo>
                  <a:cubicBezTo>
                    <a:pt x="13127" y="187128"/>
                    <a:pt x="12982" y="186983"/>
                    <a:pt x="12842" y="186833"/>
                  </a:cubicBezTo>
                  <a:cubicBezTo>
                    <a:pt x="12702" y="186683"/>
                    <a:pt x="12566" y="186529"/>
                    <a:pt x="12435" y="186370"/>
                  </a:cubicBezTo>
                  <a:cubicBezTo>
                    <a:pt x="12304" y="186212"/>
                    <a:pt x="12178" y="186050"/>
                    <a:pt x="12058" y="185884"/>
                  </a:cubicBezTo>
                  <a:cubicBezTo>
                    <a:pt x="11937" y="185718"/>
                    <a:pt x="11821" y="185548"/>
                    <a:pt x="11711" y="185375"/>
                  </a:cubicBezTo>
                  <a:cubicBezTo>
                    <a:pt x="11600" y="185201"/>
                    <a:pt x="11495" y="185025"/>
                    <a:pt x="11396" y="184845"/>
                  </a:cubicBezTo>
                  <a:cubicBezTo>
                    <a:pt x="11296" y="184666"/>
                    <a:pt x="11203" y="184483"/>
                    <a:pt x="11114" y="184297"/>
                  </a:cubicBezTo>
                  <a:cubicBezTo>
                    <a:pt x="11026" y="184112"/>
                    <a:pt x="10943" y="183924"/>
                    <a:pt x="10867" y="183733"/>
                  </a:cubicBezTo>
                  <a:cubicBezTo>
                    <a:pt x="10790" y="183543"/>
                    <a:pt x="10719" y="183350"/>
                    <a:pt x="10655" y="183155"/>
                  </a:cubicBezTo>
                  <a:cubicBezTo>
                    <a:pt x="10590" y="182960"/>
                    <a:pt x="10531" y="182764"/>
                    <a:pt x="10478" y="182565"/>
                  </a:cubicBezTo>
                  <a:cubicBezTo>
                    <a:pt x="10426" y="182367"/>
                    <a:pt x="10379" y="182166"/>
                    <a:pt x="10339" y="181965"/>
                  </a:cubicBezTo>
                  <a:cubicBezTo>
                    <a:pt x="10298" y="181764"/>
                    <a:pt x="10264" y="181561"/>
                    <a:pt x="10236" y="181358"/>
                  </a:cubicBezTo>
                  <a:cubicBezTo>
                    <a:pt x="10209" y="181154"/>
                    <a:pt x="10187" y="180950"/>
                    <a:pt x="10172" y="180745"/>
                  </a:cubicBezTo>
                  <a:cubicBezTo>
                    <a:pt x="10156" y="180540"/>
                    <a:pt x="10147" y="180335"/>
                    <a:pt x="10145" y="180130"/>
                  </a:cubicBezTo>
                  <a:cubicBezTo>
                    <a:pt x="10142" y="179925"/>
                    <a:pt x="10146" y="179719"/>
                    <a:pt x="10156" y="179514"/>
                  </a:cubicBezTo>
                  <a:cubicBezTo>
                    <a:pt x="10166" y="179309"/>
                    <a:pt x="10182" y="179104"/>
                    <a:pt x="10204" y="178900"/>
                  </a:cubicBezTo>
                  <a:quadBezTo>
                    <a:pt x="11944" y="163220"/>
                    <a:pt x="16004" y="149430"/>
                  </a:quadBezTo>
                  <a:lnTo>
                    <a:pt x="14824" y="147970"/>
                  </a:lnTo>
                  <a:lnTo>
                    <a:pt x="12744" y="145170"/>
                  </a:lnTo>
                  <a:lnTo>
                    <a:pt x="11174" y="142880"/>
                  </a:lnTo>
                  <a:lnTo>
                    <a:pt x="9354" y="139950"/>
                  </a:lnTo>
                  <a:lnTo>
                    <a:pt x="8374" y="138240"/>
                  </a:lnTo>
                  <a:lnTo>
                    <a:pt x="7724" y="137020"/>
                  </a:lnTo>
                  <a:cubicBezTo>
                    <a:pt x="7195" y="136014"/>
                    <a:pt x="6695" y="134994"/>
                    <a:pt x="6224" y="133960"/>
                  </a:cubicBezTo>
                  <a:cubicBezTo>
                    <a:pt x="5752" y="132926"/>
                    <a:pt x="5311" y="131879"/>
                    <a:pt x="4899" y="130820"/>
                  </a:cubicBezTo>
                  <a:cubicBezTo>
                    <a:pt x="4487" y="129761"/>
                    <a:pt x="4105" y="128691"/>
                    <a:pt x="3754" y="127610"/>
                  </a:cubicBezTo>
                  <a:lnTo>
                    <a:pt x="3034" y="125240"/>
                  </a:lnTo>
                  <a:lnTo>
                    <a:pt x="2184" y="121970"/>
                  </a:lnTo>
                  <a:lnTo>
                    <a:pt x="1614" y="119290"/>
                  </a:lnTo>
                  <a:lnTo>
                    <a:pt x="1184" y="116870"/>
                  </a:lnTo>
                  <a:close/>
                  <a:moveTo>
                    <a:pt x="86084" y="70860"/>
                  </a:moveTo>
                  <a:cubicBezTo>
                    <a:pt x="57634" y="83510"/>
                    <a:pt x="37544" y="102160"/>
                    <a:pt x="25004" y="126690"/>
                  </a:cubicBezTo>
                  <a:quadBezTo>
                    <a:pt x="25984" y="128690"/>
                    <a:pt x="27184" y="130690"/>
                  </a:quadBezTo>
                  <a:lnTo>
                    <a:pt x="29034" y="133500"/>
                  </a:lnTo>
                  <a:lnTo>
                    <a:pt x="29734" y="134470"/>
                  </a:lnTo>
                  <a:quadBezTo>
                    <a:pt x="30934" y="136110"/>
                    <a:pt x="32314" y="137760"/>
                  </a:quadBezTo>
                  <a:lnTo>
                    <a:pt x="34284" y="140000"/>
                  </a:lnTo>
                  <a:lnTo>
                    <a:pt x="40774" y="140000"/>
                  </a:lnTo>
                  <a:cubicBezTo>
                    <a:pt x="51144" y="117290"/>
                    <a:pt x="68544" y="100540"/>
                    <a:pt x="94204" y="89140"/>
                  </a:cubicBezTo>
                  <a:cubicBezTo>
                    <a:pt x="94396" y="89055"/>
                    <a:pt x="94585" y="88964"/>
                    <a:pt x="94770" y="88867"/>
                  </a:cubicBezTo>
                  <a:cubicBezTo>
                    <a:pt x="94956" y="88770"/>
                    <a:pt x="95139" y="88667"/>
                    <a:pt x="95318" y="88559"/>
                  </a:cubicBezTo>
                  <a:cubicBezTo>
                    <a:pt x="95497" y="88451"/>
                    <a:pt x="95673" y="88337"/>
                    <a:pt x="95845" y="88217"/>
                  </a:cubicBezTo>
                  <a:cubicBezTo>
                    <a:pt x="96017" y="88098"/>
                    <a:pt x="96186" y="87973"/>
                    <a:pt x="96350" y="87843"/>
                  </a:cubicBezTo>
                  <a:cubicBezTo>
                    <a:pt x="96514" y="87713"/>
                    <a:pt x="96674" y="87578"/>
                    <a:pt x="96830" y="87438"/>
                  </a:cubicBezTo>
                  <a:cubicBezTo>
                    <a:pt x="96986" y="87298"/>
                    <a:pt x="97137" y="87153"/>
                    <a:pt x="97284" y="87004"/>
                  </a:cubicBezTo>
                  <a:cubicBezTo>
                    <a:pt x="97431" y="86854"/>
                    <a:pt x="97573" y="86700"/>
                    <a:pt x="97710" y="86541"/>
                  </a:cubicBezTo>
                  <a:cubicBezTo>
                    <a:pt x="97847" y="86383"/>
                    <a:pt x="97979" y="86220"/>
                    <a:pt x="98106" y="86054"/>
                  </a:cubicBezTo>
                  <a:cubicBezTo>
                    <a:pt x="98232" y="85887"/>
                    <a:pt x="98354" y="85716"/>
                    <a:pt x="98470" y="85542"/>
                  </a:cubicBezTo>
                  <a:cubicBezTo>
                    <a:pt x="98586" y="85367"/>
                    <a:pt x="98697" y="85189"/>
                    <a:pt x="98801" y="85008"/>
                  </a:cubicBezTo>
                  <a:cubicBezTo>
                    <a:pt x="98906" y="84827"/>
                    <a:pt x="99006" y="84642"/>
                    <a:pt x="99099" y="84455"/>
                  </a:cubicBezTo>
                  <a:cubicBezTo>
                    <a:pt x="99192" y="84267"/>
                    <a:pt x="99280" y="84077"/>
                    <a:pt x="99361" y="83884"/>
                  </a:cubicBezTo>
                  <a:cubicBezTo>
                    <a:pt x="99442" y="83690"/>
                    <a:pt x="99517" y="83495"/>
                    <a:pt x="99587" y="83297"/>
                  </a:cubicBezTo>
                  <a:cubicBezTo>
                    <a:pt x="99656" y="83099"/>
                    <a:pt x="99718" y="82899"/>
                    <a:pt x="99775" y="82698"/>
                  </a:cubicBezTo>
                  <a:cubicBezTo>
                    <a:pt x="99831" y="82496"/>
                    <a:pt x="99882" y="82293"/>
                    <a:pt x="99925" y="82088"/>
                  </a:cubicBezTo>
                  <a:cubicBezTo>
                    <a:pt x="99969" y="81883"/>
                    <a:pt x="100006" y="81677"/>
                    <a:pt x="100037" y="81469"/>
                  </a:cubicBezTo>
                  <a:cubicBezTo>
                    <a:pt x="100068" y="81262"/>
                    <a:pt x="100092" y="81054"/>
                    <a:pt x="100110" y="80845"/>
                  </a:cubicBezTo>
                  <a:cubicBezTo>
                    <a:pt x="100128" y="80637"/>
                    <a:pt x="100139" y="80427"/>
                    <a:pt x="100143" y="80218"/>
                  </a:cubicBezTo>
                  <a:cubicBezTo>
                    <a:pt x="100148" y="80009"/>
                    <a:pt x="100146" y="79799"/>
                    <a:pt x="100137" y="79590"/>
                  </a:cubicBezTo>
                  <a:cubicBezTo>
                    <a:pt x="100129" y="79380"/>
                    <a:pt x="100113" y="79171"/>
                    <a:pt x="100092" y="78963"/>
                  </a:cubicBezTo>
                  <a:cubicBezTo>
                    <a:pt x="100070" y="78755"/>
                    <a:pt x="100042" y="78547"/>
                    <a:pt x="100007" y="78341"/>
                  </a:cubicBezTo>
                  <a:cubicBezTo>
                    <a:pt x="99972" y="78134"/>
                    <a:pt x="99931" y="77929"/>
                    <a:pt x="99883" y="77725"/>
                  </a:cubicBezTo>
                  <a:cubicBezTo>
                    <a:pt x="99836" y="77521"/>
                    <a:pt x="99782" y="77318"/>
                    <a:pt x="99721" y="77118"/>
                  </a:cubicBezTo>
                  <a:cubicBezTo>
                    <a:pt x="99661" y="76917"/>
                    <a:pt x="99594" y="76718"/>
                    <a:pt x="99521" y="76522"/>
                  </a:cubicBezTo>
                  <a:cubicBezTo>
                    <a:pt x="99449" y="76326"/>
                    <a:pt x="99370" y="76131"/>
                    <a:pt x="99284" y="75940"/>
                  </a:cubicBezTo>
                  <a:cubicBezTo>
                    <a:pt x="99199" y="75749"/>
                    <a:pt x="99108" y="75560"/>
                    <a:pt x="99012" y="75374"/>
                  </a:cubicBezTo>
                  <a:cubicBezTo>
                    <a:pt x="98915" y="75188"/>
                    <a:pt x="98812" y="75006"/>
                    <a:pt x="98704" y="74826"/>
                  </a:cubicBezTo>
                  <a:cubicBezTo>
                    <a:pt x="98595" y="74647"/>
                    <a:pt x="98481" y="74471"/>
                    <a:pt x="98362" y="74299"/>
                  </a:cubicBezTo>
                  <a:cubicBezTo>
                    <a:pt x="98242" y="74127"/>
                    <a:pt x="98118" y="73959"/>
                    <a:pt x="97988" y="73795"/>
                  </a:cubicBezTo>
                  <a:cubicBezTo>
                    <a:pt x="97858" y="73630"/>
                    <a:pt x="97723" y="73470"/>
                    <a:pt x="97583" y="73314"/>
                  </a:cubicBezTo>
                  <a:cubicBezTo>
                    <a:pt x="97443" y="73159"/>
                    <a:pt x="97298" y="73007"/>
                    <a:pt x="97148" y="72860"/>
                  </a:cubicBezTo>
                  <a:cubicBezTo>
                    <a:pt x="96999" y="72714"/>
                    <a:pt x="96844" y="72572"/>
                    <a:pt x="96686" y="72435"/>
                  </a:cubicBezTo>
                  <a:cubicBezTo>
                    <a:pt x="96527" y="72298"/>
                    <a:pt x="96365" y="72166"/>
                    <a:pt x="96198" y="72039"/>
                  </a:cubicBezTo>
                  <a:cubicBezTo>
                    <a:pt x="96031" y="71912"/>
                    <a:pt x="95861" y="71791"/>
                    <a:pt x="95686" y="71675"/>
                  </a:cubicBezTo>
                  <a:cubicBezTo>
                    <a:pt x="95512" y="71558"/>
                    <a:pt x="95334" y="71448"/>
                    <a:pt x="95152" y="71343"/>
                  </a:cubicBezTo>
                  <a:cubicBezTo>
                    <a:pt x="94971" y="71238"/>
                    <a:pt x="94787" y="71139"/>
                    <a:pt x="94599" y="71046"/>
                  </a:cubicBezTo>
                  <a:cubicBezTo>
                    <a:pt x="94411" y="70952"/>
                    <a:pt x="94221" y="70865"/>
                    <a:pt x="94028" y="70784"/>
                  </a:cubicBezTo>
                  <a:cubicBezTo>
                    <a:pt x="93835" y="70702"/>
                    <a:pt x="93639" y="70627"/>
                    <a:pt x="93442" y="70558"/>
                  </a:cubicBezTo>
                  <a:cubicBezTo>
                    <a:pt x="93244" y="70489"/>
                    <a:pt x="93044" y="70426"/>
                    <a:pt x="92842" y="70370"/>
                  </a:cubicBezTo>
                  <a:cubicBezTo>
                    <a:pt x="92641" y="70313"/>
                    <a:pt x="92437" y="70263"/>
                    <a:pt x="92232" y="70219"/>
                  </a:cubicBezTo>
                  <a:cubicBezTo>
                    <a:pt x="92027" y="70175"/>
                    <a:pt x="91821" y="70138"/>
                    <a:pt x="91614" y="70107"/>
                  </a:cubicBezTo>
                  <a:cubicBezTo>
                    <a:pt x="91407" y="70077"/>
                    <a:pt x="91199" y="70052"/>
                    <a:pt x="90990" y="70035"/>
                  </a:cubicBezTo>
                  <a:cubicBezTo>
                    <a:pt x="90781" y="70017"/>
                    <a:pt x="90572" y="70006"/>
                    <a:pt x="90363" y="70001"/>
                  </a:cubicBezTo>
                  <a:cubicBezTo>
                    <a:pt x="90153" y="69997"/>
                    <a:pt x="89944" y="69999"/>
                    <a:pt x="89734" y="70007"/>
                  </a:cubicBezTo>
                  <a:cubicBezTo>
                    <a:pt x="89525" y="70016"/>
                    <a:pt x="89316" y="70031"/>
                    <a:pt x="89108" y="70053"/>
                  </a:cubicBezTo>
                  <a:cubicBezTo>
                    <a:pt x="88899" y="70074"/>
                    <a:pt x="88692" y="70103"/>
                    <a:pt x="88485" y="70137"/>
                  </a:cubicBezTo>
                  <a:cubicBezTo>
                    <a:pt x="88278" y="70172"/>
                    <a:pt x="88073" y="70213"/>
                    <a:pt x="87869" y="70261"/>
                  </a:cubicBezTo>
                  <a:cubicBezTo>
                    <a:pt x="87665" y="70309"/>
                    <a:pt x="87463" y="70363"/>
                    <a:pt x="87262" y="70423"/>
                  </a:cubicBezTo>
                  <a:cubicBezTo>
                    <a:pt x="87061" y="70484"/>
                    <a:pt x="86863" y="70550"/>
                    <a:pt x="86666" y="70623"/>
                  </a:cubicBezTo>
                  <a:cubicBezTo>
                    <a:pt x="86470" y="70696"/>
                    <a:pt x="86276" y="70775"/>
                    <a:pt x="86084" y="70860"/>
                  </a:cubicBezTo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13" name="probe-tabler-paw" descr="paw — Tabler contributors; preserve the bundled full upstream license. Source: https://github.com/tabler/tabler-icons/blob/a4ce1404bc6d24d3c365afe7b258d6bf6f48d62d/icons/filled/paw.svg; SVG SHA256: ab9171f3afd99f7c55120eb1d84c5d3cfeab112ceed81586485c7644922f0e02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114" name="probe-tabler-paw-part-1"/>
            <p:cNvSpPr/>
            <p:nvPr/>
          </p:nvSpPr>
          <p:spPr>
            <a:xfrm>
              <a:off x="46999" y="100000"/>
              <a:ext cx="146001" cy="110000"/>
            </a:xfrm>
            <a:custGeom>
              <a:avLst/>
              <a:gdLst/>
              <a:ahLst/>
              <a:cxnLst/>
              <a:rect l="0" t="0" r="r" b="b"/>
              <a:pathLst>
                <a:path w="146001" h="110000">
                  <a:moveTo>
                    <a:pt x="73001" y="0"/>
                  </a:moveTo>
                  <a:cubicBezTo>
                    <a:pt x="59801" y="0"/>
                    <a:pt x="53171" y="4210"/>
                    <a:pt x="43691" y="19240"/>
                  </a:cubicBezTo>
                  <a:lnTo>
                    <a:pt x="41251" y="23220"/>
                  </a:lnTo>
                  <a:lnTo>
                    <a:pt x="37301" y="30100"/>
                  </a:lnTo>
                  <a:cubicBezTo>
                    <a:pt x="36828" y="30945"/>
                    <a:pt x="36358" y="31792"/>
                    <a:pt x="35891" y="32640"/>
                  </a:cubicBezTo>
                  <a:cubicBezTo>
                    <a:pt x="33491" y="36980"/>
                    <a:pt x="30181" y="40170"/>
                    <a:pt x="24501" y="44060"/>
                  </a:cubicBezTo>
                  <a:lnTo>
                    <a:pt x="19001" y="47710"/>
                  </a:lnTo>
                  <a:cubicBezTo>
                    <a:pt x="9601" y="53980"/>
                    <a:pt x="4681" y="58890"/>
                    <a:pt x="1931" y="67260"/>
                  </a:cubicBezTo>
                  <a:cubicBezTo>
                    <a:pt x="691" y="70640"/>
                    <a:pt x="-29" y="75790"/>
                    <a:pt x="1" y="80060"/>
                  </a:cubicBezTo>
                  <a:cubicBezTo>
                    <a:pt x="1" y="96930"/>
                    <a:pt x="11981" y="110000"/>
                    <a:pt x="28001" y="110000"/>
                  </a:cubicBezTo>
                  <a:lnTo>
                    <a:pt x="30421" y="109940"/>
                  </a:lnTo>
                  <a:cubicBezTo>
                    <a:pt x="31611" y="109880"/>
                    <a:pt x="32761" y="109770"/>
                    <a:pt x="33961" y="109600"/>
                  </a:cubicBezTo>
                  <a:lnTo>
                    <a:pt x="36441" y="109170"/>
                  </a:lnTo>
                  <a:lnTo>
                    <a:pt x="37761" y="108890"/>
                  </a:lnTo>
                  <a:lnTo>
                    <a:pt x="40671" y="108160"/>
                  </a:lnTo>
                  <a:lnTo>
                    <a:pt x="42291" y="107710"/>
                  </a:lnTo>
                  <a:lnTo>
                    <a:pt x="47991" y="106010"/>
                  </a:lnTo>
                  <a:lnTo>
                    <a:pt x="55621" y="103580"/>
                  </a:lnTo>
                  <a:lnTo>
                    <a:pt x="60171" y="102220"/>
                  </a:lnTo>
                  <a:cubicBezTo>
                    <a:pt x="65471" y="100720"/>
                    <a:pt x="69571" y="100000"/>
                    <a:pt x="73001" y="100000"/>
                  </a:cubicBezTo>
                  <a:cubicBezTo>
                    <a:pt x="76441" y="100000"/>
                    <a:pt x="80531" y="100730"/>
                    <a:pt x="85831" y="102220"/>
                  </a:cubicBezTo>
                  <a:lnTo>
                    <a:pt x="90381" y="103580"/>
                  </a:lnTo>
                  <a:lnTo>
                    <a:pt x="98021" y="106000"/>
                  </a:lnTo>
                  <a:lnTo>
                    <a:pt x="103711" y="107710"/>
                  </a:lnTo>
                  <a:lnTo>
                    <a:pt x="106831" y="108550"/>
                  </a:lnTo>
                  <a:cubicBezTo>
                    <a:pt x="107801" y="108790"/>
                    <a:pt x="108701" y="109000"/>
                    <a:pt x="109561" y="109170"/>
                  </a:cubicBezTo>
                  <a:lnTo>
                    <a:pt x="112041" y="109600"/>
                  </a:lnTo>
                  <a:cubicBezTo>
                    <a:pt x="113241" y="109770"/>
                    <a:pt x="114391" y="109880"/>
                    <a:pt x="115581" y="109940"/>
                  </a:cubicBezTo>
                  <a:lnTo>
                    <a:pt x="118001" y="110000"/>
                  </a:lnTo>
                  <a:cubicBezTo>
                    <a:pt x="134021" y="110000"/>
                    <a:pt x="146001" y="96930"/>
                    <a:pt x="146001" y="80000"/>
                  </a:cubicBezTo>
                  <a:cubicBezTo>
                    <a:pt x="146001" y="75730"/>
                    <a:pt x="145271" y="70610"/>
                    <a:pt x="143931" y="66940"/>
                  </a:cubicBezTo>
                  <a:cubicBezTo>
                    <a:pt x="141571" y="59700"/>
                    <a:pt x="137161" y="54710"/>
                    <a:pt x="129131" y="48640"/>
                  </a:cubicBezTo>
                  <a:lnTo>
                    <a:pt x="126561" y="46740"/>
                  </a:lnTo>
                  <a:lnTo>
                    <a:pt x="121281" y="42940"/>
                  </a:lnTo>
                  <a:cubicBezTo>
                    <a:pt x="114861" y="38240"/>
                    <a:pt x="111251" y="34680"/>
                    <a:pt x="108751" y="30160"/>
                  </a:cubicBezTo>
                  <a:lnTo>
                    <a:pt x="106051" y="25310"/>
                  </a:lnTo>
                  <a:lnTo>
                    <a:pt x="103531" y="20990"/>
                  </a:lnTo>
                  <a:cubicBezTo>
                    <a:pt x="93421" y="4030"/>
                    <a:pt x="87351" y="0"/>
                    <a:pt x="73001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15" name="probe-tabler-paw-part-2"/>
            <p:cNvSpPr/>
            <p:nvPr/>
          </p:nvSpPr>
          <p:spPr>
            <a:xfrm>
              <a:off x="164978" y="70000"/>
              <a:ext cx="55038" cy="70000"/>
            </a:xfrm>
            <a:custGeom>
              <a:avLst/>
              <a:gdLst/>
              <a:ahLst/>
              <a:cxnLst/>
              <a:rect l="0" t="0" r="r" b="b"/>
              <a:pathLst>
                <a:path w="55038" h="70000">
                  <a:moveTo>
                    <a:pt x="32822" y="0"/>
                  </a:moveTo>
                  <a:lnTo>
                    <a:pt x="32522" y="0"/>
                  </a:lnTo>
                  <a:cubicBezTo>
                    <a:pt x="20332" y="200"/>
                    <a:pt x="9022" y="10660"/>
                    <a:pt x="3442" y="25040"/>
                  </a:cubicBezTo>
                  <a:cubicBezTo>
                    <a:pt x="-3458" y="42790"/>
                    <a:pt x="-38" y="62240"/>
                    <a:pt x="14192" y="68370"/>
                  </a:cubicBezTo>
                  <a:cubicBezTo>
                    <a:pt x="16752" y="69460"/>
                    <a:pt x="19462" y="70000"/>
                    <a:pt x="22202" y="70000"/>
                  </a:cubicBezTo>
                  <a:cubicBezTo>
                    <a:pt x="34512" y="70000"/>
                    <a:pt x="46002" y="59470"/>
                    <a:pt x="51632" y="44960"/>
                  </a:cubicBezTo>
                  <a:cubicBezTo>
                    <a:pt x="58492" y="27220"/>
                    <a:pt x="55032" y="7760"/>
                    <a:pt x="40872" y="1640"/>
                  </a:cubicBezTo>
                  <a:cubicBezTo>
                    <a:pt x="40510" y="1486"/>
                    <a:pt x="40144" y="1342"/>
                    <a:pt x="39773" y="1209"/>
                  </a:cubicBezTo>
                  <a:cubicBezTo>
                    <a:pt x="39403" y="1076"/>
                    <a:pt x="39029" y="953"/>
                    <a:pt x="38652" y="842"/>
                  </a:cubicBezTo>
                  <a:cubicBezTo>
                    <a:pt x="38275" y="730"/>
                    <a:pt x="37894" y="630"/>
                    <a:pt x="37511" y="540"/>
                  </a:cubicBezTo>
                  <a:cubicBezTo>
                    <a:pt x="37128" y="450"/>
                    <a:pt x="36743" y="372"/>
                    <a:pt x="36355" y="304"/>
                  </a:cubicBezTo>
                  <a:cubicBezTo>
                    <a:pt x="35967" y="237"/>
                    <a:pt x="35578" y="180"/>
                    <a:pt x="35187" y="135"/>
                  </a:cubicBezTo>
                  <a:cubicBezTo>
                    <a:pt x="34796" y="90"/>
                    <a:pt x="34404" y="56"/>
                    <a:pt x="34011" y="34"/>
                  </a:cubicBezTo>
                  <a:cubicBezTo>
                    <a:pt x="33619" y="11"/>
                    <a:pt x="33225" y="0"/>
                    <a:pt x="32832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16" name="probe-tabler-paw-part-3"/>
            <p:cNvSpPr/>
            <p:nvPr/>
          </p:nvSpPr>
          <p:spPr>
            <a:xfrm>
              <a:off x="64987" y="30000"/>
              <a:ext cx="55016" cy="70000"/>
            </a:xfrm>
            <a:custGeom>
              <a:avLst/>
              <a:gdLst/>
              <a:ahLst/>
              <a:cxnLst/>
              <a:rect l="0" t="0" r="r" b="b"/>
              <a:pathLst>
                <a:path w="55016" h="70000">
                  <a:moveTo>
                    <a:pt x="25263" y="0"/>
                  </a:moveTo>
                  <a:cubicBezTo>
                    <a:pt x="24143" y="0"/>
                    <a:pt x="23413" y="20"/>
                    <a:pt x="22563" y="150"/>
                  </a:cubicBezTo>
                  <a:lnTo>
                    <a:pt x="21633" y="310"/>
                  </a:lnTo>
                  <a:cubicBezTo>
                    <a:pt x="6313" y="2370"/>
                    <a:pt x="-2337" y="20200"/>
                    <a:pt x="553" y="38860"/>
                  </a:cubicBezTo>
                  <a:cubicBezTo>
                    <a:pt x="3273" y="56110"/>
                    <a:pt x="15173" y="70000"/>
                    <a:pt x="29753" y="70000"/>
                  </a:cubicBezTo>
                  <a:lnTo>
                    <a:pt x="31623" y="69950"/>
                  </a:lnTo>
                  <a:cubicBezTo>
                    <a:pt x="31763" y="69938"/>
                    <a:pt x="31904" y="69924"/>
                    <a:pt x="32044" y="69907"/>
                  </a:cubicBezTo>
                  <a:cubicBezTo>
                    <a:pt x="32184" y="69890"/>
                    <a:pt x="32323" y="69871"/>
                    <a:pt x="32463" y="69850"/>
                  </a:cubicBezTo>
                  <a:lnTo>
                    <a:pt x="33383" y="69690"/>
                  </a:lnTo>
                  <a:cubicBezTo>
                    <a:pt x="48713" y="67630"/>
                    <a:pt x="57353" y="49800"/>
                    <a:pt x="54463" y="31140"/>
                  </a:cubicBezTo>
                  <a:cubicBezTo>
                    <a:pt x="51763" y="13870"/>
                    <a:pt x="39863" y="0"/>
                    <a:pt x="25263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17" name="probe-tabler-paw-part-4"/>
            <p:cNvSpPr/>
            <p:nvPr/>
          </p:nvSpPr>
          <p:spPr>
            <a:xfrm>
              <a:off x="120005" y="30000"/>
              <a:ext cx="54990" cy="70000"/>
            </a:xfrm>
            <a:custGeom>
              <a:avLst/>
              <a:gdLst/>
              <a:ahLst/>
              <a:cxnLst/>
              <a:rect l="0" t="0" r="r" b="b"/>
              <a:pathLst>
                <a:path w="54990" h="70000">
                  <a:moveTo>
                    <a:pt x="29715" y="0"/>
                  </a:moveTo>
                  <a:cubicBezTo>
                    <a:pt x="15125" y="0"/>
                    <a:pt x="3245" y="13880"/>
                    <a:pt x="555" y="31130"/>
                  </a:cubicBezTo>
                  <a:cubicBezTo>
                    <a:pt x="-2345" y="49800"/>
                    <a:pt x="6295" y="67630"/>
                    <a:pt x="22295" y="69800"/>
                  </a:cubicBezTo>
                  <a:cubicBezTo>
                    <a:pt x="23325" y="69930"/>
                    <a:pt x="24295" y="70000"/>
                    <a:pt x="25255" y="70000"/>
                  </a:cubicBezTo>
                  <a:cubicBezTo>
                    <a:pt x="39155" y="70000"/>
                    <a:pt x="50685" y="57350"/>
                    <a:pt x="54025" y="41170"/>
                  </a:cubicBezTo>
                  <a:lnTo>
                    <a:pt x="54435" y="38870"/>
                  </a:lnTo>
                  <a:cubicBezTo>
                    <a:pt x="57335" y="20200"/>
                    <a:pt x="48695" y="2370"/>
                    <a:pt x="32695" y="200"/>
                  </a:cubicBezTo>
                  <a:cubicBezTo>
                    <a:pt x="32366" y="155"/>
                    <a:pt x="32036" y="117"/>
                    <a:pt x="31705" y="87"/>
                  </a:cubicBezTo>
                  <a:cubicBezTo>
                    <a:pt x="31374" y="58"/>
                    <a:pt x="31043" y="35"/>
                    <a:pt x="30711" y="21"/>
                  </a:cubicBezTo>
                  <a:cubicBezTo>
                    <a:pt x="30379" y="6"/>
                    <a:pt x="30047" y="-1"/>
                    <a:pt x="29715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  <p:sp>
          <p:nvSpPr>
            <p:cNvPr id="118" name="probe-tabler-paw-part-5"/>
            <p:cNvSpPr/>
            <p:nvPr/>
          </p:nvSpPr>
          <p:spPr>
            <a:xfrm>
              <a:off x="19984" y="70000"/>
              <a:ext cx="55033" cy="70000"/>
            </a:xfrm>
            <a:custGeom>
              <a:avLst/>
              <a:gdLst/>
              <a:ahLst/>
              <a:cxnLst/>
              <a:rect l="0" t="0" r="r" b="b"/>
              <a:pathLst>
                <a:path w="55033" h="70000">
                  <a:moveTo>
                    <a:pt x="22186" y="0"/>
                  </a:moveTo>
                  <a:cubicBezTo>
                    <a:pt x="19446" y="0"/>
                    <a:pt x="16746" y="540"/>
                    <a:pt x="14216" y="1610"/>
                  </a:cubicBezTo>
                  <a:cubicBezTo>
                    <a:pt x="-44" y="7760"/>
                    <a:pt x="-3454" y="27230"/>
                    <a:pt x="3436" y="44960"/>
                  </a:cubicBezTo>
                  <a:cubicBezTo>
                    <a:pt x="9066" y="59470"/>
                    <a:pt x="20536" y="70000"/>
                    <a:pt x="32846" y="70000"/>
                  </a:cubicBezTo>
                  <a:cubicBezTo>
                    <a:pt x="35586" y="70000"/>
                    <a:pt x="38286" y="69460"/>
                    <a:pt x="40816" y="68390"/>
                  </a:cubicBezTo>
                  <a:cubicBezTo>
                    <a:pt x="55076" y="62240"/>
                    <a:pt x="58486" y="42770"/>
                    <a:pt x="51596" y="25040"/>
                  </a:cubicBezTo>
                  <a:cubicBezTo>
                    <a:pt x="45966" y="10530"/>
                    <a:pt x="34496" y="0"/>
                    <a:pt x="22186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119" name="probe-lucide-badge-check" descr="复核状态 — Lucide Icons and Contributors; ISC; original SVG unchanged. Source: https://github.com/lucide-icons/lucide/blob/20aef31db93fe4d9f398dbb15b120d99c48eef95/icons/badge-check.svg; SVG SHA256: a83b36e35ed35be896c5e5d39d0a63ba4368735ac22f09a26a31726259467775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120" name="probe-lucide-badge-check-part-1"/>
            <p:cNvSpPr/>
            <p:nvPr/>
          </p:nvSpPr>
          <p:spPr>
            <a:xfrm>
              <a:off x="19891" y="20048"/>
              <a:ext cx="200061" cy="199983"/>
            </a:xfrm>
            <a:custGeom>
              <a:avLst/>
              <a:gdLst/>
              <a:ahLst/>
              <a:cxnLst/>
              <a:rect l="0" t="0" r="r" b="b"/>
              <a:pathLst>
                <a:path w="200061" h="199983">
                  <a:moveTo>
                    <a:pt x="18609" y="66152"/>
                  </a:moveTo>
                  <a:cubicBezTo>
                    <a:pt x="18428" y="65335"/>
                    <a:pt x="18272" y="64511"/>
                    <a:pt x="18142" y="63684"/>
                  </a:cubicBezTo>
                  <a:cubicBezTo>
                    <a:pt x="18012" y="62857"/>
                    <a:pt x="17909" y="62026"/>
                    <a:pt x="17831" y="61192"/>
                  </a:cubicBezTo>
                  <a:cubicBezTo>
                    <a:pt x="17753" y="60358"/>
                    <a:pt x="17702" y="59522"/>
                    <a:pt x="17677" y="58685"/>
                  </a:cubicBezTo>
                  <a:cubicBezTo>
                    <a:pt x="17652" y="57847"/>
                    <a:pt x="17653" y="57010"/>
                    <a:pt x="17680" y="56173"/>
                  </a:cubicBezTo>
                  <a:cubicBezTo>
                    <a:pt x="17708" y="55336"/>
                    <a:pt x="17761" y="54500"/>
                    <a:pt x="17841" y="53666"/>
                  </a:cubicBezTo>
                  <a:cubicBezTo>
                    <a:pt x="17921" y="52832"/>
                    <a:pt x="18027" y="52001"/>
                    <a:pt x="18159" y="51174"/>
                  </a:cubicBezTo>
                  <a:cubicBezTo>
                    <a:pt x="18291" y="50347"/>
                    <a:pt x="18449" y="49525"/>
                    <a:pt x="18633" y="48708"/>
                  </a:cubicBezTo>
                  <a:cubicBezTo>
                    <a:pt x="18817" y="47891"/>
                    <a:pt x="19026" y="47079"/>
                    <a:pt x="19261" y="46276"/>
                  </a:cubicBezTo>
                  <a:cubicBezTo>
                    <a:pt x="19496" y="45472"/>
                    <a:pt x="19755" y="44675"/>
                    <a:pt x="20040" y="43888"/>
                  </a:cubicBezTo>
                  <a:cubicBezTo>
                    <a:pt x="20325" y="43100"/>
                    <a:pt x="20634" y="42321"/>
                    <a:pt x="20968" y="41553"/>
                  </a:cubicBezTo>
                  <a:cubicBezTo>
                    <a:pt x="21301" y="40785"/>
                    <a:pt x="21659" y="40028"/>
                    <a:pt x="22040" y="39282"/>
                  </a:cubicBezTo>
                  <a:cubicBezTo>
                    <a:pt x="22421" y="38536"/>
                    <a:pt x="22825" y="37802"/>
                    <a:pt x="23252" y="37082"/>
                  </a:cubicBezTo>
                  <a:cubicBezTo>
                    <a:pt x="23680" y="36362"/>
                    <a:pt x="24129" y="35655"/>
                    <a:pt x="24601" y="34963"/>
                  </a:cubicBezTo>
                  <a:cubicBezTo>
                    <a:pt x="25072" y="34271"/>
                    <a:pt x="25565" y="33593"/>
                    <a:pt x="26079" y="32932"/>
                  </a:cubicBezTo>
                  <a:cubicBezTo>
                    <a:pt x="26593" y="32271"/>
                    <a:pt x="27128" y="31626"/>
                    <a:pt x="27683" y="30999"/>
                  </a:cubicBezTo>
                  <a:cubicBezTo>
                    <a:pt x="28237" y="30371"/>
                    <a:pt x="28811" y="29761"/>
                    <a:pt x="29404" y="29169"/>
                  </a:cubicBezTo>
                  <a:cubicBezTo>
                    <a:pt x="29997" y="28578"/>
                    <a:pt x="30608" y="28005"/>
                    <a:pt x="31237" y="27452"/>
                  </a:cubicBezTo>
                  <a:cubicBezTo>
                    <a:pt x="31866" y="26899"/>
                    <a:pt x="32512" y="26365"/>
                    <a:pt x="33174" y="25853"/>
                  </a:cubicBezTo>
                  <a:cubicBezTo>
                    <a:pt x="33836" y="25340"/>
                    <a:pt x="34514" y="24848"/>
                    <a:pt x="35207" y="24378"/>
                  </a:cubicBezTo>
                  <a:cubicBezTo>
                    <a:pt x="35901" y="23908"/>
                    <a:pt x="36608" y="23460"/>
                    <a:pt x="37330" y="23034"/>
                  </a:cubicBezTo>
                  <a:cubicBezTo>
                    <a:pt x="38051" y="22609"/>
                    <a:pt x="38785" y="22206"/>
                    <a:pt x="39532" y="21826"/>
                  </a:cubicBezTo>
                  <a:cubicBezTo>
                    <a:pt x="40278" y="21447"/>
                    <a:pt x="41037" y="21091"/>
                    <a:pt x="41806" y="20759"/>
                  </a:cubicBezTo>
                  <a:cubicBezTo>
                    <a:pt x="42574" y="20427"/>
                    <a:pt x="43354" y="20119"/>
                    <a:pt x="44142" y="19836"/>
                  </a:cubicBezTo>
                  <a:cubicBezTo>
                    <a:pt x="44930" y="19553"/>
                    <a:pt x="45727" y="19295"/>
                    <a:pt x="46531" y="19062"/>
                  </a:cubicBezTo>
                  <a:cubicBezTo>
                    <a:pt x="47336" y="18829"/>
                    <a:pt x="48147" y="18621"/>
                    <a:pt x="48965" y="18439"/>
                  </a:cubicBezTo>
                  <a:cubicBezTo>
                    <a:pt x="49782" y="18257"/>
                    <a:pt x="50605" y="18101"/>
                    <a:pt x="51433" y="17971"/>
                  </a:cubicBezTo>
                  <a:cubicBezTo>
                    <a:pt x="52260" y="17840"/>
                    <a:pt x="53091" y="17736"/>
                    <a:pt x="53925" y="17658"/>
                  </a:cubicBezTo>
                  <a:cubicBezTo>
                    <a:pt x="54759" y="17580"/>
                    <a:pt x="55595" y="17528"/>
                    <a:pt x="56432" y="17502"/>
                  </a:cubicBezTo>
                  <a:cubicBezTo>
                    <a:pt x="57269" y="17476"/>
                    <a:pt x="58107" y="17477"/>
                    <a:pt x="58944" y="17504"/>
                  </a:cubicBezTo>
                  <a:cubicBezTo>
                    <a:pt x="59781" y="17531"/>
                    <a:pt x="60617" y="17584"/>
                    <a:pt x="61450" y="17663"/>
                  </a:cubicBezTo>
                  <a:cubicBezTo>
                    <a:pt x="62284" y="17743"/>
                    <a:pt x="63115" y="17848"/>
                    <a:pt x="63942" y="17980"/>
                  </a:cubicBezTo>
                  <a:cubicBezTo>
                    <a:pt x="64769" y="18111"/>
                    <a:pt x="65592" y="18269"/>
                    <a:pt x="66409" y="18452"/>
                  </a:cubicBezTo>
                  <a:cubicBezTo>
                    <a:pt x="66859" y="17749"/>
                    <a:pt x="67331" y="17059"/>
                    <a:pt x="67824" y="16385"/>
                  </a:cubicBezTo>
                  <a:cubicBezTo>
                    <a:pt x="68317" y="15712"/>
                    <a:pt x="68831" y="15053"/>
                    <a:pt x="69365" y="14411"/>
                  </a:cubicBezTo>
                  <a:cubicBezTo>
                    <a:pt x="69899" y="13770"/>
                    <a:pt x="70453" y="13145"/>
                    <a:pt x="71026" y="12538"/>
                  </a:cubicBezTo>
                  <a:cubicBezTo>
                    <a:pt x="71600" y="11931"/>
                    <a:pt x="72192" y="11342"/>
                    <a:pt x="72802" y="10771"/>
                  </a:cubicBezTo>
                  <a:cubicBezTo>
                    <a:pt x="73412" y="10201"/>
                    <a:pt x="74040" y="9651"/>
                    <a:pt x="74685" y="9120"/>
                  </a:cubicBezTo>
                  <a:cubicBezTo>
                    <a:pt x="75329" y="8589"/>
                    <a:pt x="75990" y="8079"/>
                    <a:pt x="76667" y="7589"/>
                  </a:cubicBezTo>
                  <a:cubicBezTo>
                    <a:pt x="77343" y="7100"/>
                    <a:pt x="78035" y="6632"/>
                    <a:pt x="78741" y="6186"/>
                  </a:cubicBezTo>
                  <a:cubicBezTo>
                    <a:pt x="79447" y="5740"/>
                    <a:pt x="80166" y="5316"/>
                    <a:pt x="80899" y="4915"/>
                  </a:cubicBezTo>
                  <a:cubicBezTo>
                    <a:pt x="81631" y="4514"/>
                    <a:pt x="82376" y="4136"/>
                    <a:pt x="83132" y="3782"/>
                  </a:cubicBezTo>
                  <a:cubicBezTo>
                    <a:pt x="83888" y="3427"/>
                    <a:pt x="84655" y="3097"/>
                    <a:pt x="85432" y="2790"/>
                  </a:cubicBezTo>
                  <a:cubicBezTo>
                    <a:pt x="86209" y="2484"/>
                    <a:pt x="86995" y="2202"/>
                    <a:pt x="87789" y="1945"/>
                  </a:cubicBezTo>
                  <a:cubicBezTo>
                    <a:pt x="88584" y="1687"/>
                    <a:pt x="89386" y="1455"/>
                    <a:pt x="90195" y="1248"/>
                  </a:cubicBezTo>
                  <a:cubicBezTo>
                    <a:pt x="91004" y="1041"/>
                    <a:pt x="91819" y="860"/>
                    <a:pt x="92639" y="704"/>
                  </a:cubicBezTo>
                  <a:cubicBezTo>
                    <a:pt x="93459" y="548"/>
                    <a:pt x="94284" y="418"/>
                    <a:pt x="95113" y="313"/>
                  </a:cubicBezTo>
                  <a:cubicBezTo>
                    <a:pt x="95941" y="209"/>
                    <a:pt x="96773" y="131"/>
                    <a:pt x="97606" y="78"/>
                  </a:cubicBezTo>
                  <a:cubicBezTo>
                    <a:pt x="98440" y="26"/>
                    <a:pt x="99274" y="0"/>
                    <a:pt x="100109" y="0"/>
                  </a:cubicBezTo>
                  <a:cubicBezTo>
                    <a:pt x="100944" y="0"/>
                    <a:pt x="101779" y="26"/>
                    <a:pt x="102612" y="78"/>
                  </a:cubicBezTo>
                  <a:cubicBezTo>
                    <a:pt x="103446" y="131"/>
                    <a:pt x="104277" y="209"/>
                    <a:pt x="105106" y="313"/>
                  </a:cubicBezTo>
                  <a:cubicBezTo>
                    <a:pt x="105934" y="418"/>
                    <a:pt x="106759" y="548"/>
                    <a:pt x="107580" y="704"/>
                  </a:cubicBezTo>
                  <a:cubicBezTo>
                    <a:pt x="108400" y="860"/>
                    <a:pt x="109215" y="1041"/>
                    <a:pt x="110024" y="1248"/>
                  </a:cubicBezTo>
                  <a:cubicBezTo>
                    <a:pt x="110833" y="1455"/>
                    <a:pt x="111635" y="1687"/>
                    <a:pt x="112430" y="1945"/>
                  </a:cubicBezTo>
                  <a:cubicBezTo>
                    <a:pt x="113224" y="2202"/>
                    <a:pt x="114010" y="2484"/>
                    <a:pt x="114787" y="2790"/>
                  </a:cubicBezTo>
                  <a:cubicBezTo>
                    <a:pt x="115564" y="3097"/>
                    <a:pt x="116331" y="3427"/>
                    <a:pt x="117087" y="3782"/>
                  </a:cubicBezTo>
                  <a:cubicBezTo>
                    <a:pt x="117843" y="4136"/>
                    <a:pt x="118587" y="4514"/>
                    <a:pt x="119320" y="4915"/>
                  </a:cubicBezTo>
                  <a:cubicBezTo>
                    <a:pt x="120052" y="5316"/>
                    <a:pt x="120772" y="5740"/>
                    <a:pt x="121478" y="6186"/>
                  </a:cubicBezTo>
                  <a:cubicBezTo>
                    <a:pt x="122184" y="6632"/>
                    <a:pt x="122875" y="7100"/>
                    <a:pt x="123552" y="7589"/>
                  </a:cubicBezTo>
                  <a:cubicBezTo>
                    <a:pt x="124228" y="8079"/>
                    <a:pt x="124890" y="8589"/>
                    <a:pt x="125534" y="9120"/>
                  </a:cubicBezTo>
                  <a:cubicBezTo>
                    <a:pt x="126179" y="9651"/>
                    <a:pt x="126807" y="10201"/>
                    <a:pt x="127417" y="10771"/>
                  </a:cubicBezTo>
                  <a:cubicBezTo>
                    <a:pt x="128027" y="11342"/>
                    <a:pt x="128619" y="11931"/>
                    <a:pt x="129192" y="12538"/>
                  </a:cubicBezTo>
                  <a:cubicBezTo>
                    <a:pt x="129766" y="13145"/>
                    <a:pt x="130320" y="13770"/>
                    <a:pt x="130854" y="14411"/>
                  </a:cubicBezTo>
                  <a:cubicBezTo>
                    <a:pt x="131388" y="15053"/>
                    <a:pt x="131902" y="15712"/>
                    <a:pt x="132395" y="16385"/>
                  </a:cubicBezTo>
                  <a:cubicBezTo>
                    <a:pt x="132888" y="17059"/>
                    <a:pt x="133360" y="17749"/>
                    <a:pt x="133809" y="18452"/>
                  </a:cubicBezTo>
                  <a:cubicBezTo>
                    <a:pt x="134603" y="18274"/>
                    <a:pt x="135402" y="18120"/>
                    <a:pt x="136205" y="17990"/>
                  </a:cubicBezTo>
                  <a:cubicBezTo>
                    <a:pt x="137008" y="17860"/>
                    <a:pt x="137815" y="17755"/>
                    <a:pt x="138624" y="17674"/>
                  </a:cubicBezTo>
                  <a:cubicBezTo>
                    <a:pt x="139434" y="17594"/>
                    <a:pt x="140245" y="17538"/>
                    <a:pt x="141058" y="17507"/>
                  </a:cubicBezTo>
                  <a:cubicBezTo>
                    <a:pt x="141871" y="17476"/>
                    <a:pt x="142685" y="17470"/>
                    <a:pt x="143498" y="17488"/>
                  </a:cubicBezTo>
                  <a:cubicBezTo>
                    <a:pt x="144311" y="17507"/>
                    <a:pt x="145124" y="17550"/>
                    <a:pt x="145934" y="17619"/>
                  </a:cubicBezTo>
                  <a:cubicBezTo>
                    <a:pt x="146745" y="17687"/>
                    <a:pt x="147553" y="17780"/>
                    <a:pt x="148358" y="17897"/>
                  </a:cubicBezTo>
                  <a:cubicBezTo>
                    <a:pt x="149163" y="18014"/>
                    <a:pt x="149964" y="18156"/>
                    <a:pt x="150760" y="18323"/>
                  </a:cubicBezTo>
                  <a:cubicBezTo>
                    <a:pt x="151557" y="18489"/>
                    <a:pt x="152348" y="18679"/>
                    <a:pt x="153132" y="18894"/>
                  </a:cubicBezTo>
                  <a:cubicBezTo>
                    <a:pt x="153917" y="19108"/>
                    <a:pt x="154695" y="19347"/>
                    <a:pt x="155465" y="19609"/>
                  </a:cubicBezTo>
                  <a:cubicBezTo>
                    <a:pt x="156235" y="19871"/>
                    <a:pt x="156997" y="20156"/>
                    <a:pt x="157750" y="20465"/>
                  </a:cubicBezTo>
                  <a:cubicBezTo>
                    <a:pt x="158502" y="20773"/>
                    <a:pt x="159245" y="21104"/>
                    <a:pt x="159978" y="21458"/>
                  </a:cubicBezTo>
                  <a:cubicBezTo>
                    <a:pt x="160710" y="21812"/>
                    <a:pt x="161432" y="22188"/>
                    <a:pt x="162141" y="22585"/>
                  </a:cubicBezTo>
                  <a:cubicBezTo>
                    <a:pt x="162851" y="22983"/>
                    <a:pt x="163548" y="23402"/>
                    <a:pt x="164232" y="23843"/>
                  </a:cubicBezTo>
                  <a:cubicBezTo>
                    <a:pt x="164916" y="24283"/>
                    <a:pt x="165587" y="24744"/>
                    <a:pt x="166243" y="25225"/>
                  </a:cubicBezTo>
                  <a:cubicBezTo>
                    <a:pt x="166899" y="25706"/>
                    <a:pt x="167540" y="26207"/>
                    <a:pt x="168165" y="26727"/>
                  </a:cubicBezTo>
                  <a:cubicBezTo>
                    <a:pt x="168790" y="27248"/>
                    <a:pt x="169400" y="27787"/>
                    <a:pt x="169992" y="28344"/>
                  </a:cubicBezTo>
                  <a:cubicBezTo>
                    <a:pt x="170585" y="28902"/>
                    <a:pt x="171160" y="29477"/>
                    <a:pt x="171717" y="30069"/>
                  </a:cubicBezTo>
                  <a:cubicBezTo>
                    <a:pt x="172275" y="30662"/>
                    <a:pt x="172814" y="31271"/>
                    <a:pt x="173334" y="31897"/>
                  </a:cubicBezTo>
                  <a:cubicBezTo>
                    <a:pt x="173854" y="32522"/>
                    <a:pt x="174355" y="33163"/>
                    <a:pt x="174836" y="33819"/>
                  </a:cubicBezTo>
                  <a:cubicBezTo>
                    <a:pt x="175318" y="34475"/>
                    <a:pt x="175779" y="35145"/>
                    <a:pt x="176219" y="35829"/>
                  </a:cubicBezTo>
                  <a:cubicBezTo>
                    <a:pt x="176659" y="36513"/>
                    <a:pt x="177078" y="37210"/>
                    <a:pt x="177476" y="37920"/>
                  </a:cubicBezTo>
                  <a:cubicBezTo>
                    <a:pt x="177874" y="38630"/>
                    <a:pt x="178250" y="39351"/>
                    <a:pt x="178603" y="40084"/>
                  </a:cubicBezTo>
                  <a:cubicBezTo>
                    <a:pt x="178957" y="40816"/>
                    <a:pt x="179289" y="41559"/>
                    <a:pt x="179597" y="42312"/>
                  </a:cubicBezTo>
                  <a:cubicBezTo>
                    <a:pt x="179905" y="43065"/>
                    <a:pt x="180191" y="43827"/>
                    <a:pt x="180453" y="44597"/>
                  </a:cubicBezTo>
                  <a:cubicBezTo>
                    <a:pt x="180715" y="45367"/>
                    <a:pt x="180953" y="46145"/>
                    <a:pt x="181168" y="46929"/>
                  </a:cubicBezTo>
                  <a:cubicBezTo>
                    <a:pt x="181382" y="47714"/>
                    <a:pt x="181573" y="48505"/>
                    <a:pt x="181739" y="49301"/>
                  </a:cubicBezTo>
                  <a:cubicBezTo>
                    <a:pt x="181905" y="50098"/>
                    <a:pt x="182047" y="50899"/>
                    <a:pt x="182165" y="51704"/>
                  </a:cubicBezTo>
                  <a:cubicBezTo>
                    <a:pt x="182282" y="52508"/>
                    <a:pt x="182375" y="53317"/>
                    <a:pt x="182443" y="54127"/>
                  </a:cubicBezTo>
                  <a:cubicBezTo>
                    <a:pt x="182511" y="54938"/>
                    <a:pt x="182554" y="55750"/>
                    <a:pt x="182573" y="56564"/>
                  </a:cubicBezTo>
                  <a:cubicBezTo>
                    <a:pt x="182592" y="57377"/>
                    <a:pt x="182585" y="58190"/>
                    <a:pt x="182554" y="59003"/>
                  </a:cubicBezTo>
                  <a:cubicBezTo>
                    <a:pt x="182523" y="59816"/>
                    <a:pt x="182468" y="60628"/>
                    <a:pt x="182387" y="61437"/>
                  </a:cubicBezTo>
                  <a:cubicBezTo>
                    <a:pt x="182307" y="62247"/>
                    <a:pt x="182201" y="63054"/>
                    <a:pt x="182072" y="63857"/>
                  </a:cubicBezTo>
                  <a:cubicBezTo>
                    <a:pt x="181942" y="64660"/>
                    <a:pt x="181788" y="65459"/>
                    <a:pt x="181609" y="66252"/>
                  </a:cubicBezTo>
                  <a:cubicBezTo>
                    <a:pt x="182313" y="66702"/>
                    <a:pt x="183002" y="67174"/>
                    <a:pt x="183676" y="67667"/>
                  </a:cubicBezTo>
                  <a:cubicBezTo>
                    <a:pt x="184350" y="68160"/>
                    <a:pt x="185008" y="68674"/>
                    <a:pt x="185650" y="69208"/>
                  </a:cubicBezTo>
                  <a:cubicBezTo>
                    <a:pt x="186292" y="69742"/>
                    <a:pt x="186917" y="70296"/>
                    <a:pt x="187524" y="70869"/>
                  </a:cubicBezTo>
                  <a:cubicBezTo>
                    <a:pt x="188131" y="71442"/>
                    <a:pt x="188720" y="72035"/>
                    <a:pt x="189290" y="72645"/>
                  </a:cubicBezTo>
                  <a:cubicBezTo>
                    <a:pt x="189860" y="73255"/>
                    <a:pt x="190411" y="73883"/>
                    <a:pt x="190942" y="74527"/>
                  </a:cubicBezTo>
                  <a:cubicBezTo>
                    <a:pt x="191472" y="75172"/>
                    <a:pt x="191983" y="75833"/>
                    <a:pt x="192472" y="76510"/>
                  </a:cubicBezTo>
                  <a:cubicBezTo>
                    <a:pt x="192961" y="77186"/>
                    <a:pt x="193430" y="77878"/>
                    <a:pt x="193876" y="78584"/>
                  </a:cubicBezTo>
                  <a:cubicBezTo>
                    <a:pt x="194322" y="79290"/>
                    <a:pt x="194745" y="80009"/>
                    <a:pt x="195146" y="80742"/>
                  </a:cubicBezTo>
                  <a:cubicBezTo>
                    <a:pt x="195548" y="81474"/>
                    <a:pt x="195925" y="82219"/>
                    <a:pt x="196280" y="82975"/>
                  </a:cubicBezTo>
                  <a:cubicBezTo>
                    <a:pt x="196634" y="83731"/>
                    <a:pt x="196965" y="84498"/>
                    <a:pt x="197271" y="85275"/>
                  </a:cubicBezTo>
                  <a:cubicBezTo>
                    <a:pt x="197578" y="86051"/>
                    <a:pt x="197860" y="86838"/>
                    <a:pt x="198117" y="87632"/>
                  </a:cubicBezTo>
                  <a:cubicBezTo>
                    <a:pt x="198374" y="88426"/>
                    <a:pt x="198606" y="89229"/>
                    <a:pt x="198813" y="90038"/>
                  </a:cubicBezTo>
                  <a:cubicBezTo>
                    <a:pt x="199020" y="90846"/>
                    <a:pt x="199202" y="91662"/>
                    <a:pt x="199358" y="92482"/>
                  </a:cubicBezTo>
                  <a:cubicBezTo>
                    <a:pt x="199514" y="93302"/>
                    <a:pt x="199644" y="94127"/>
                    <a:pt x="199748" y="94956"/>
                  </a:cubicBezTo>
                  <a:cubicBezTo>
                    <a:pt x="199853" y="95784"/>
                    <a:pt x="199931" y="96616"/>
                    <a:pt x="199983" y="97449"/>
                  </a:cubicBezTo>
                  <a:cubicBezTo>
                    <a:pt x="200035" y="98282"/>
                    <a:pt x="200061" y="99117"/>
                    <a:pt x="200061" y="99952"/>
                  </a:cubicBezTo>
                  <a:cubicBezTo>
                    <a:pt x="200061" y="100787"/>
                    <a:pt x="200035" y="101622"/>
                    <a:pt x="199983" y="102455"/>
                  </a:cubicBezTo>
                  <a:cubicBezTo>
                    <a:pt x="199931" y="103289"/>
                    <a:pt x="199853" y="104120"/>
                    <a:pt x="199748" y="104949"/>
                  </a:cubicBezTo>
                  <a:cubicBezTo>
                    <a:pt x="199644" y="105777"/>
                    <a:pt x="199514" y="106602"/>
                    <a:pt x="199358" y="107422"/>
                  </a:cubicBezTo>
                  <a:cubicBezTo>
                    <a:pt x="199202" y="108243"/>
                    <a:pt x="199020" y="109058"/>
                    <a:pt x="198813" y="109867"/>
                  </a:cubicBezTo>
                  <a:cubicBezTo>
                    <a:pt x="198606" y="110676"/>
                    <a:pt x="198374" y="111478"/>
                    <a:pt x="198117" y="112272"/>
                  </a:cubicBezTo>
                  <a:cubicBezTo>
                    <a:pt x="197860" y="113067"/>
                    <a:pt x="197578" y="113853"/>
                    <a:pt x="197271" y="114630"/>
                  </a:cubicBezTo>
                  <a:cubicBezTo>
                    <a:pt x="196965" y="115406"/>
                    <a:pt x="196634" y="116173"/>
                    <a:pt x="196280" y="116929"/>
                  </a:cubicBezTo>
                  <a:cubicBezTo>
                    <a:pt x="195925" y="117685"/>
                    <a:pt x="195548" y="118430"/>
                    <a:pt x="195146" y="119163"/>
                  </a:cubicBezTo>
                  <a:cubicBezTo>
                    <a:pt x="194745" y="119895"/>
                    <a:pt x="194322" y="120615"/>
                    <a:pt x="193876" y="121321"/>
                  </a:cubicBezTo>
                  <a:cubicBezTo>
                    <a:pt x="193430" y="122026"/>
                    <a:pt x="192961" y="122718"/>
                    <a:pt x="192472" y="123395"/>
                  </a:cubicBezTo>
                  <a:cubicBezTo>
                    <a:pt x="191983" y="124071"/>
                    <a:pt x="191472" y="124732"/>
                    <a:pt x="190942" y="125377"/>
                  </a:cubicBezTo>
                  <a:cubicBezTo>
                    <a:pt x="190411" y="126022"/>
                    <a:pt x="189860" y="126649"/>
                    <a:pt x="189290" y="127260"/>
                  </a:cubicBezTo>
                  <a:cubicBezTo>
                    <a:pt x="188720" y="127870"/>
                    <a:pt x="188131" y="128462"/>
                    <a:pt x="187524" y="129035"/>
                  </a:cubicBezTo>
                  <a:cubicBezTo>
                    <a:pt x="186917" y="129608"/>
                    <a:pt x="186292" y="130162"/>
                    <a:pt x="185650" y="130697"/>
                  </a:cubicBezTo>
                  <a:cubicBezTo>
                    <a:pt x="185008" y="131231"/>
                    <a:pt x="184350" y="131745"/>
                    <a:pt x="183676" y="132238"/>
                  </a:cubicBezTo>
                  <a:cubicBezTo>
                    <a:pt x="183002" y="132731"/>
                    <a:pt x="182313" y="133202"/>
                    <a:pt x="181609" y="133652"/>
                  </a:cubicBezTo>
                  <a:cubicBezTo>
                    <a:pt x="181793" y="134469"/>
                    <a:pt x="181950" y="135292"/>
                    <a:pt x="182082" y="136119"/>
                  </a:cubicBezTo>
                  <a:cubicBezTo>
                    <a:pt x="182213" y="136946"/>
                    <a:pt x="182319" y="137777"/>
                    <a:pt x="182398" y="138611"/>
                  </a:cubicBezTo>
                  <a:cubicBezTo>
                    <a:pt x="182478" y="139445"/>
                    <a:pt x="182531" y="140281"/>
                    <a:pt x="182558" y="141118"/>
                  </a:cubicBezTo>
                  <a:cubicBezTo>
                    <a:pt x="182585" y="141955"/>
                    <a:pt x="182585" y="142793"/>
                    <a:pt x="182559" y="143630"/>
                  </a:cubicBezTo>
                  <a:cubicBezTo>
                    <a:pt x="182534" y="144467"/>
                    <a:pt x="182482" y="145303"/>
                    <a:pt x="182404" y="146137"/>
                  </a:cubicBezTo>
                  <a:cubicBezTo>
                    <a:pt x="182325" y="146970"/>
                    <a:pt x="182221" y="147802"/>
                    <a:pt x="182091" y="148629"/>
                  </a:cubicBezTo>
                  <a:cubicBezTo>
                    <a:pt x="181960" y="149456"/>
                    <a:pt x="181804" y="150279"/>
                    <a:pt x="181622" y="151097"/>
                  </a:cubicBezTo>
                  <a:cubicBezTo>
                    <a:pt x="181440" y="151914"/>
                    <a:pt x="181232" y="152726"/>
                    <a:pt x="180999" y="153530"/>
                  </a:cubicBezTo>
                  <a:cubicBezTo>
                    <a:pt x="180766" y="154335"/>
                    <a:pt x="180508" y="155131"/>
                    <a:pt x="180225" y="155920"/>
                  </a:cubicBezTo>
                  <a:cubicBezTo>
                    <a:pt x="179942" y="156708"/>
                    <a:pt x="179635" y="157487"/>
                    <a:pt x="179303" y="158256"/>
                  </a:cubicBezTo>
                  <a:cubicBezTo>
                    <a:pt x="178971" y="159025"/>
                    <a:pt x="178615" y="159783"/>
                    <a:pt x="178235" y="160530"/>
                  </a:cubicBezTo>
                  <a:cubicBezTo>
                    <a:pt x="177856" y="161276"/>
                    <a:pt x="177453" y="162011"/>
                    <a:pt x="177027" y="162732"/>
                  </a:cubicBezTo>
                  <a:cubicBezTo>
                    <a:pt x="176602" y="163453"/>
                    <a:pt x="176153" y="164161"/>
                    <a:pt x="175683" y="164854"/>
                  </a:cubicBezTo>
                  <a:cubicBezTo>
                    <a:pt x="175213" y="165547"/>
                    <a:pt x="174722" y="166225"/>
                    <a:pt x="174209" y="166888"/>
                  </a:cubicBezTo>
                  <a:cubicBezTo>
                    <a:pt x="173696" y="167550"/>
                    <a:pt x="173163" y="168196"/>
                    <a:pt x="172610" y="168825"/>
                  </a:cubicBezTo>
                  <a:cubicBezTo>
                    <a:pt x="172057" y="169453"/>
                    <a:pt x="171484" y="170065"/>
                    <a:pt x="170892" y="170657"/>
                  </a:cubicBezTo>
                  <a:cubicBezTo>
                    <a:pt x="170301" y="171250"/>
                    <a:pt x="169691" y="171824"/>
                    <a:pt x="169063" y="172379"/>
                  </a:cubicBezTo>
                  <a:cubicBezTo>
                    <a:pt x="168435" y="172933"/>
                    <a:pt x="167790" y="173468"/>
                    <a:pt x="167129" y="173982"/>
                  </a:cubicBezTo>
                  <a:cubicBezTo>
                    <a:pt x="166468" y="174496"/>
                    <a:pt x="165791" y="174989"/>
                    <a:pt x="165099" y="175461"/>
                  </a:cubicBezTo>
                  <a:cubicBezTo>
                    <a:pt x="164407" y="175932"/>
                    <a:pt x="163700" y="176382"/>
                    <a:pt x="162979" y="176809"/>
                  </a:cubicBezTo>
                  <a:cubicBezTo>
                    <a:pt x="162259" y="177236"/>
                    <a:pt x="161525" y="177641"/>
                    <a:pt x="160780" y="178022"/>
                  </a:cubicBezTo>
                  <a:cubicBezTo>
                    <a:pt x="160034" y="178403"/>
                    <a:pt x="159276" y="178760"/>
                    <a:pt x="158508" y="179094"/>
                  </a:cubicBezTo>
                  <a:cubicBezTo>
                    <a:pt x="157740" y="179427"/>
                    <a:pt x="156962" y="179737"/>
                    <a:pt x="156174" y="180021"/>
                  </a:cubicBezTo>
                  <a:cubicBezTo>
                    <a:pt x="155386" y="180306"/>
                    <a:pt x="154590" y="180566"/>
                    <a:pt x="153786" y="180801"/>
                  </a:cubicBezTo>
                  <a:cubicBezTo>
                    <a:pt x="152982" y="181035"/>
                    <a:pt x="152171" y="181245"/>
                    <a:pt x="151354" y="181428"/>
                  </a:cubicBezTo>
                  <a:cubicBezTo>
                    <a:pt x="150537" y="181612"/>
                    <a:pt x="149714" y="181770"/>
                    <a:pt x="148887" y="181902"/>
                  </a:cubicBezTo>
                  <a:cubicBezTo>
                    <a:pt x="148060" y="182034"/>
                    <a:pt x="147229" y="182140"/>
                    <a:pt x="146395" y="182220"/>
                  </a:cubicBezTo>
                  <a:cubicBezTo>
                    <a:pt x="145562" y="182300"/>
                    <a:pt x="144726" y="182354"/>
                    <a:pt x="143889" y="182381"/>
                  </a:cubicBezTo>
                  <a:cubicBezTo>
                    <a:pt x="143052" y="182409"/>
                    <a:pt x="142214" y="182410"/>
                    <a:pt x="141377" y="182385"/>
                  </a:cubicBezTo>
                  <a:cubicBezTo>
                    <a:pt x="140540" y="182360"/>
                    <a:pt x="139704" y="182308"/>
                    <a:pt x="138870" y="182231"/>
                  </a:cubicBezTo>
                  <a:cubicBezTo>
                    <a:pt x="138036" y="182153"/>
                    <a:pt x="137205" y="182049"/>
                    <a:pt x="136377" y="181919"/>
                  </a:cubicBezTo>
                  <a:cubicBezTo>
                    <a:pt x="135550" y="181789"/>
                    <a:pt x="134727" y="181634"/>
                    <a:pt x="133909" y="181452"/>
                  </a:cubicBezTo>
                  <a:cubicBezTo>
                    <a:pt x="133460" y="182158"/>
                    <a:pt x="132989" y="182850"/>
                    <a:pt x="132496" y="183527"/>
                  </a:cubicBezTo>
                  <a:cubicBezTo>
                    <a:pt x="132004" y="184203"/>
                    <a:pt x="131490" y="184864"/>
                    <a:pt x="130956" y="185509"/>
                  </a:cubicBezTo>
                  <a:cubicBezTo>
                    <a:pt x="130422" y="186153"/>
                    <a:pt x="129868" y="186781"/>
                    <a:pt x="129294" y="187390"/>
                  </a:cubicBezTo>
                  <a:cubicBezTo>
                    <a:pt x="128721" y="188000"/>
                    <a:pt x="128128" y="188591"/>
                    <a:pt x="127518" y="189164"/>
                  </a:cubicBezTo>
                  <a:cubicBezTo>
                    <a:pt x="126907" y="189736"/>
                    <a:pt x="126279" y="190289"/>
                    <a:pt x="125633" y="190822"/>
                  </a:cubicBezTo>
                  <a:cubicBezTo>
                    <a:pt x="124988" y="191355"/>
                    <a:pt x="124326" y="191868"/>
                    <a:pt x="123649" y="192359"/>
                  </a:cubicBezTo>
                  <a:cubicBezTo>
                    <a:pt x="122972" y="192851"/>
                    <a:pt x="122279" y="193321"/>
                    <a:pt x="121572" y="193769"/>
                  </a:cubicBezTo>
                  <a:cubicBezTo>
                    <a:pt x="120865" y="194217"/>
                    <a:pt x="120144" y="194643"/>
                    <a:pt x="119411" y="195045"/>
                  </a:cubicBezTo>
                  <a:cubicBezTo>
                    <a:pt x="118677" y="195448"/>
                    <a:pt x="117931" y="195828"/>
                    <a:pt x="117173" y="196184"/>
                  </a:cubicBezTo>
                  <a:cubicBezTo>
                    <a:pt x="116416" y="196540"/>
                    <a:pt x="115648" y="196872"/>
                    <a:pt x="114869" y="197180"/>
                  </a:cubicBezTo>
                  <a:cubicBezTo>
                    <a:pt x="114091" y="197487"/>
                    <a:pt x="113303" y="197771"/>
                    <a:pt x="112507" y="198029"/>
                  </a:cubicBezTo>
                  <a:cubicBezTo>
                    <a:pt x="111711" y="198287"/>
                    <a:pt x="110907" y="198521"/>
                    <a:pt x="110097" y="198729"/>
                  </a:cubicBezTo>
                  <a:cubicBezTo>
                    <a:pt x="109286" y="198937"/>
                    <a:pt x="108469" y="199119"/>
                    <a:pt x="107647" y="199276"/>
                  </a:cubicBezTo>
                  <a:cubicBezTo>
                    <a:pt x="106825" y="199432"/>
                    <a:pt x="105998" y="199563"/>
                    <a:pt x="105167" y="199668"/>
                  </a:cubicBezTo>
                  <a:cubicBezTo>
                    <a:pt x="104337" y="199773"/>
                    <a:pt x="103504" y="199851"/>
                    <a:pt x="102668" y="199904"/>
                  </a:cubicBezTo>
                  <a:cubicBezTo>
                    <a:pt x="101833" y="199956"/>
                    <a:pt x="100996" y="199983"/>
                    <a:pt x="100159" y="199983"/>
                  </a:cubicBezTo>
                  <a:cubicBezTo>
                    <a:pt x="99322" y="199983"/>
                    <a:pt x="98486" y="199956"/>
                    <a:pt x="97650" y="199904"/>
                  </a:cubicBezTo>
                  <a:cubicBezTo>
                    <a:pt x="96815" y="199851"/>
                    <a:pt x="95982" y="199773"/>
                    <a:pt x="95151" y="199668"/>
                  </a:cubicBezTo>
                  <a:cubicBezTo>
                    <a:pt x="94321" y="199563"/>
                    <a:pt x="93494" y="199432"/>
                    <a:pt x="92672" y="199276"/>
                  </a:cubicBezTo>
                  <a:cubicBezTo>
                    <a:pt x="91850" y="199119"/>
                    <a:pt x="91033" y="198937"/>
                    <a:pt x="90222" y="198729"/>
                  </a:cubicBezTo>
                  <a:cubicBezTo>
                    <a:pt x="89411" y="198521"/>
                    <a:pt x="88608" y="198287"/>
                    <a:pt x="87811" y="198029"/>
                  </a:cubicBezTo>
                  <a:cubicBezTo>
                    <a:pt x="87015" y="197771"/>
                    <a:pt x="86228" y="197487"/>
                    <a:pt x="85449" y="197180"/>
                  </a:cubicBezTo>
                  <a:cubicBezTo>
                    <a:pt x="84671" y="196872"/>
                    <a:pt x="83903" y="196540"/>
                    <a:pt x="83145" y="196184"/>
                  </a:cubicBezTo>
                  <a:cubicBezTo>
                    <a:pt x="82388" y="195828"/>
                    <a:pt x="81642" y="195448"/>
                    <a:pt x="80908" y="195045"/>
                  </a:cubicBezTo>
                  <a:cubicBezTo>
                    <a:pt x="80174" y="194643"/>
                    <a:pt x="79454" y="194217"/>
                    <a:pt x="78747" y="193769"/>
                  </a:cubicBezTo>
                  <a:cubicBezTo>
                    <a:pt x="78040" y="193321"/>
                    <a:pt x="77347" y="192851"/>
                    <a:pt x="76670" y="192359"/>
                  </a:cubicBezTo>
                  <a:cubicBezTo>
                    <a:pt x="75992" y="191868"/>
                    <a:pt x="75330" y="191355"/>
                    <a:pt x="74685" y="190822"/>
                  </a:cubicBezTo>
                  <a:cubicBezTo>
                    <a:pt x="74040" y="190289"/>
                    <a:pt x="73412" y="189736"/>
                    <a:pt x="72801" y="189164"/>
                  </a:cubicBezTo>
                  <a:cubicBezTo>
                    <a:pt x="72190" y="188591"/>
                    <a:pt x="71598" y="188000"/>
                    <a:pt x="71025" y="187390"/>
                  </a:cubicBezTo>
                  <a:cubicBezTo>
                    <a:pt x="70451" y="186781"/>
                    <a:pt x="69897" y="186153"/>
                    <a:pt x="69363" y="185509"/>
                  </a:cubicBezTo>
                  <a:cubicBezTo>
                    <a:pt x="68829" y="184864"/>
                    <a:pt x="68315" y="184203"/>
                    <a:pt x="67822" y="183527"/>
                  </a:cubicBezTo>
                  <a:cubicBezTo>
                    <a:pt x="67330" y="182850"/>
                    <a:pt x="66859" y="182158"/>
                    <a:pt x="66409" y="181452"/>
                  </a:cubicBezTo>
                  <a:cubicBezTo>
                    <a:pt x="65592" y="181635"/>
                    <a:pt x="64769" y="181793"/>
                    <a:pt x="63942" y="181924"/>
                  </a:cubicBezTo>
                  <a:cubicBezTo>
                    <a:pt x="63115" y="182056"/>
                    <a:pt x="62284" y="182162"/>
                    <a:pt x="61450" y="182241"/>
                  </a:cubicBezTo>
                  <a:cubicBezTo>
                    <a:pt x="60617" y="182320"/>
                    <a:pt x="59781" y="182374"/>
                    <a:pt x="58944" y="182400"/>
                  </a:cubicBezTo>
                  <a:cubicBezTo>
                    <a:pt x="58107" y="182427"/>
                    <a:pt x="57269" y="182428"/>
                    <a:pt x="56432" y="182402"/>
                  </a:cubicBezTo>
                  <a:cubicBezTo>
                    <a:pt x="55595" y="182377"/>
                    <a:pt x="54759" y="182325"/>
                    <a:pt x="53925" y="182246"/>
                  </a:cubicBezTo>
                  <a:cubicBezTo>
                    <a:pt x="53091" y="182168"/>
                    <a:pt x="52260" y="182064"/>
                    <a:pt x="51433" y="181934"/>
                  </a:cubicBezTo>
                  <a:cubicBezTo>
                    <a:pt x="50605" y="181803"/>
                    <a:pt x="49782" y="181647"/>
                    <a:pt x="48965" y="181465"/>
                  </a:cubicBezTo>
                  <a:cubicBezTo>
                    <a:pt x="48147" y="181283"/>
                    <a:pt x="47336" y="181075"/>
                    <a:pt x="46531" y="180842"/>
                  </a:cubicBezTo>
                  <a:cubicBezTo>
                    <a:pt x="45727" y="180609"/>
                    <a:pt x="44930" y="180351"/>
                    <a:pt x="44142" y="180068"/>
                  </a:cubicBezTo>
                  <a:cubicBezTo>
                    <a:pt x="43354" y="179785"/>
                    <a:pt x="42574" y="179477"/>
                    <a:pt x="41806" y="179145"/>
                  </a:cubicBezTo>
                  <a:cubicBezTo>
                    <a:pt x="41037" y="178814"/>
                    <a:pt x="40278" y="178458"/>
                    <a:pt x="39532" y="178078"/>
                  </a:cubicBezTo>
                  <a:cubicBezTo>
                    <a:pt x="38785" y="177698"/>
                    <a:pt x="38051" y="177296"/>
                    <a:pt x="37330" y="176870"/>
                  </a:cubicBezTo>
                  <a:cubicBezTo>
                    <a:pt x="36608" y="176444"/>
                    <a:pt x="35901" y="175996"/>
                    <a:pt x="35207" y="175526"/>
                  </a:cubicBezTo>
                  <a:cubicBezTo>
                    <a:pt x="34514" y="175056"/>
                    <a:pt x="33836" y="174564"/>
                    <a:pt x="33174" y="174052"/>
                  </a:cubicBezTo>
                  <a:cubicBezTo>
                    <a:pt x="32512" y="173539"/>
                    <a:pt x="31866" y="173006"/>
                    <a:pt x="31237" y="172453"/>
                  </a:cubicBezTo>
                  <a:cubicBezTo>
                    <a:pt x="30608" y="171899"/>
                    <a:pt x="29997" y="171327"/>
                    <a:pt x="29404" y="170735"/>
                  </a:cubicBezTo>
                  <a:cubicBezTo>
                    <a:pt x="28811" y="170143"/>
                    <a:pt x="28237" y="169533"/>
                    <a:pt x="27683" y="168906"/>
                  </a:cubicBezTo>
                  <a:cubicBezTo>
                    <a:pt x="27128" y="168278"/>
                    <a:pt x="26593" y="167633"/>
                    <a:pt x="26079" y="166972"/>
                  </a:cubicBezTo>
                  <a:cubicBezTo>
                    <a:pt x="25565" y="166311"/>
                    <a:pt x="25072" y="165634"/>
                    <a:pt x="24601" y="164942"/>
                  </a:cubicBezTo>
                  <a:cubicBezTo>
                    <a:pt x="24129" y="164249"/>
                    <a:pt x="23680" y="163543"/>
                    <a:pt x="23252" y="162822"/>
                  </a:cubicBezTo>
                  <a:cubicBezTo>
                    <a:pt x="22825" y="162102"/>
                    <a:pt x="22421" y="161368"/>
                    <a:pt x="22040" y="160623"/>
                  </a:cubicBezTo>
                  <a:cubicBezTo>
                    <a:pt x="21659" y="159877"/>
                    <a:pt x="21301" y="159119"/>
                    <a:pt x="20968" y="158351"/>
                  </a:cubicBezTo>
                  <a:cubicBezTo>
                    <a:pt x="20634" y="157583"/>
                    <a:pt x="20325" y="156804"/>
                    <a:pt x="20040" y="156017"/>
                  </a:cubicBezTo>
                  <a:cubicBezTo>
                    <a:pt x="19755" y="155229"/>
                    <a:pt x="19496" y="154433"/>
                    <a:pt x="19261" y="153629"/>
                  </a:cubicBezTo>
                  <a:cubicBezTo>
                    <a:pt x="19026" y="152825"/>
                    <a:pt x="18817" y="152014"/>
                    <a:pt x="18633" y="151197"/>
                  </a:cubicBezTo>
                  <a:cubicBezTo>
                    <a:pt x="18449" y="150380"/>
                    <a:pt x="18291" y="149557"/>
                    <a:pt x="18159" y="148730"/>
                  </a:cubicBezTo>
                  <a:cubicBezTo>
                    <a:pt x="18027" y="147903"/>
                    <a:pt x="17921" y="147072"/>
                    <a:pt x="17841" y="146238"/>
                  </a:cubicBezTo>
                  <a:cubicBezTo>
                    <a:pt x="17761" y="145405"/>
                    <a:pt x="17708" y="144569"/>
                    <a:pt x="17680" y="143732"/>
                  </a:cubicBezTo>
                  <a:cubicBezTo>
                    <a:pt x="17653" y="142895"/>
                    <a:pt x="17652" y="142057"/>
                    <a:pt x="17677" y="141220"/>
                  </a:cubicBezTo>
                  <a:cubicBezTo>
                    <a:pt x="17702" y="140383"/>
                    <a:pt x="17753" y="139547"/>
                    <a:pt x="17831" y="138713"/>
                  </a:cubicBezTo>
                  <a:cubicBezTo>
                    <a:pt x="17909" y="137879"/>
                    <a:pt x="18012" y="137048"/>
                    <a:pt x="18142" y="136220"/>
                  </a:cubicBezTo>
                  <a:cubicBezTo>
                    <a:pt x="18272" y="135393"/>
                    <a:pt x="18428" y="134570"/>
                    <a:pt x="18609" y="133752"/>
                  </a:cubicBezTo>
                  <a:cubicBezTo>
                    <a:pt x="17922" y="133317"/>
                    <a:pt x="17248" y="132861"/>
                    <a:pt x="16588" y="132385"/>
                  </a:cubicBezTo>
                  <a:cubicBezTo>
                    <a:pt x="15929" y="131909"/>
                    <a:pt x="15284" y="131413"/>
                    <a:pt x="14655" y="130898"/>
                  </a:cubicBezTo>
                  <a:cubicBezTo>
                    <a:pt x="14025" y="130382"/>
                    <a:pt x="13412" y="129848"/>
                    <a:pt x="12815" y="129295"/>
                  </a:cubicBezTo>
                  <a:cubicBezTo>
                    <a:pt x="12219" y="128742"/>
                    <a:pt x="11639" y="128171"/>
                    <a:pt x="11077" y="127583"/>
                  </a:cubicBezTo>
                  <a:cubicBezTo>
                    <a:pt x="10515" y="126995"/>
                    <a:pt x="9971" y="126389"/>
                    <a:pt x="9446" y="125768"/>
                  </a:cubicBezTo>
                  <a:cubicBezTo>
                    <a:pt x="8921" y="125147"/>
                    <a:pt x="8415" y="124510"/>
                    <a:pt x="7929" y="123857"/>
                  </a:cubicBezTo>
                  <a:cubicBezTo>
                    <a:pt x="7443" y="123205"/>
                    <a:pt x="6977" y="122538"/>
                    <a:pt x="6531" y="121858"/>
                  </a:cubicBezTo>
                  <a:cubicBezTo>
                    <a:pt x="6086" y="121177"/>
                    <a:pt x="5661" y="120483"/>
                    <a:pt x="5258" y="119776"/>
                  </a:cubicBezTo>
                  <a:cubicBezTo>
                    <a:pt x="4855" y="119070"/>
                    <a:pt x="4473" y="118351"/>
                    <a:pt x="4114" y="117621"/>
                  </a:cubicBezTo>
                  <a:cubicBezTo>
                    <a:pt x="3755" y="116892"/>
                    <a:pt x="3418" y="116151"/>
                    <a:pt x="3104" y="115401"/>
                  </a:cubicBezTo>
                  <a:cubicBezTo>
                    <a:pt x="2789" y="114650"/>
                    <a:pt x="2498" y="113891"/>
                    <a:pt x="2230" y="113123"/>
                  </a:cubicBezTo>
                  <a:cubicBezTo>
                    <a:pt x="1963" y="112355"/>
                    <a:pt x="1718" y="111578"/>
                    <a:pt x="1498" y="110795"/>
                  </a:cubicBezTo>
                  <a:cubicBezTo>
                    <a:pt x="1277" y="110012"/>
                    <a:pt x="1081" y="109223"/>
                    <a:pt x="908" y="108428"/>
                  </a:cubicBezTo>
                  <a:cubicBezTo>
                    <a:pt x="736" y="107633"/>
                    <a:pt x="588" y="106833"/>
                    <a:pt x="464" y="106029"/>
                  </a:cubicBezTo>
                  <a:cubicBezTo>
                    <a:pt x="341" y="105225"/>
                    <a:pt x="242" y="104417"/>
                    <a:pt x="167" y="103607"/>
                  </a:cubicBezTo>
                  <a:cubicBezTo>
                    <a:pt x="93" y="102797"/>
                    <a:pt x="43" y="101985"/>
                    <a:pt x="19" y="101172"/>
                  </a:cubicBezTo>
                  <a:cubicBezTo>
                    <a:pt x="-6" y="100359"/>
                    <a:pt x="-6" y="99545"/>
                    <a:pt x="19" y="98732"/>
                  </a:cubicBezTo>
                  <a:cubicBezTo>
                    <a:pt x="43" y="97919"/>
                    <a:pt x="93" y="97107"/>
                    <a:pt x="167" y="96297"/>
                  </a:cubicBezTo>
                  <a:cubicBezTo>
                    <a:pt x="242" y="95487"/>
                    <a:pt x="341" y="94679"/>
                    <a:pt x="464" y="93875"/>
                  </a:cubicBezTo>
                  <a:cubicBezTo>
                    <a:pt x="588" y="93071"/>
                    <a:pt x="736" y="92271"/>
                    <a:pt x="908" y="91476"/>
                  </a:cubicBezTo>
                  <a:cubicBezTo>
                    <a:pt x="1081" y="90681"/>
                    <a:pt x="1277" y="89892"/>
                    <a:pt x="1498" y="89109"/>
                  </a:cubicBezTo>
                  <a:cubicBezTo>
                    <a:pt x="1718" y="88326"/>
                    <a:pt x="1963" y="87550"/>
                    <a:pt x="2230" y="86782"/>
                  </a:cubicBezTo>
                  <a:cubicBezTo>
                    <a:pt x="2498" y="86014"/>
                    <a:pt x="2789" y="85254"/>
                    <a:pt x="3104" y="84504"/>
                  </a:cubicBezTo>
                  <a:cubicBezTo>
                    <a:pt x="3418" y="83753"/>
                    <a:pt x="3755" y="83013"/>
                    <a:pt x="4114" y="82283"/>
                  </a:cubicBezTo>
                  <a:cubicBezTo>
                    <a:pt x="4473" y="81553"/>
                    <a:pt x="4855" y="80834"/>
                    <a:pt x="5258" y="80128"/>
                  </a:cubicBezTo>
                  <a:cubicBezTo>
                    <a:pt x="5661" y="79421"/>
                    <a:pt x="6086" y="78727"/>
                    <a:pt x="6531" y="78047"/>
                  </a:cubicBezTo>
                  <a:cubicBezTo>
                    <a:pt x="6977" y="77366"/>
                    <a:pt x="7443" y="76699"/>
                    <a:pt x="7929" y="76047"/>
                  </a:cubicBezTo>
                  <a:cubicBezTo>
                    <a:pt x="8415" y="75395"/>
                    <a:pt x="8921" y="74758"/>
                    <a:pt x="9446" y="74136"/>
                  </a:cubicBezTo>
                  <a:cubicBezTo>
                    <a:pt x="9971" y="73515"/>
                    <a:pt x="10515" y="72910"/>
                    <a:pt x="11077" y="72321"/>
                  </a:cubicBezTo>
                  <a:cubicBezTo>
                    <a:pt x="11639" y="71733"/>
                    <a:pt x="12219" y="71162"/>
                    <a:pt x="12815" y="70610"/>
                  </a:cubicBezTo>
                  <a:cubicBezTo>
                    <a:pt x="13412" y="70057"/>
                    <a:pt x="14025" y="69522"/>
                    <a:pt x="14655" y="69007"/>
                  </a:cubicBezTo>
                  <a:cubicBezTo>
                    <a:pt x="15284" y="68491"/>
                    <a:pt x="15929" y="67995"/>
                    <a:pt x="16588" y="67519"/>
                  </a:cubicBezTo>
                  <a:cubicBezTo>
                    <a:pt x="17248" y="67043"/>
                    <a:pt x="17922" y="66587"/>
                    <a:pt x="18609" y="66152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1" name="probe-lucide-badge-check-part-2"/>
            <p:cNvSpPr/>
            <p:nvPr/>
          </p:nvSpPr>
          <p:spPr>
            <a:xfrm>
              <a:off x="80000" y="90000"/>
              <a:ext cx="80000" cy="55000"/>
            </a:xfrm>
            <a:custGeom>
              <a:avLst/>
              <a:gdLst/>
              <a:ahLst/>
              <a:cxnLst/>
              <a:rect l="0" t="0" r="r" b="b"/>
              <a:pathLst>
                <a:path w="80000" h="55000">
                  <a:moveTo>
                    <a:pt x="80000" y="0"/>
                  </a:moveTo>
                  <a:lnTo>
                    <a:pt x="25000" y="55000"/>
                  </a:lnTo>
                  <a:lnTo>
                    <a:pt x="0" y="3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22" name="probe-lucide-binary" descr="遗传编码示意 — Lucide Icons and Contributors; ISC; original SVG unchanged. Source: https://github.com/lucide-icons/lucide/blob/20aef31db93fe4d9f398dbb15b120d99c48eef95/icons/binary.svg; SVG SHA256: ddcdd24c5c588ef8f0330622f3dc32b06830452bdaad67ef0e4754fdaa82bec4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123" name="probe-lucide-binary-part-1"/>
            <p:cNvSpPr/>
            <p:nvPr/>
          </p:nvSpPr>
          <p:spPr>
            <a:xfrm>
              <a:off x="140000" y="140000"/>
              <a:ext cx="40000" cy="60000"/>
            </a:xfrm>
            <a:custGeom>
              <a:avLst/>
              <a:gdLst/>
              <a:ahLst/>
              <a:cxnLst/>
              <a:rect l="0" t="0" r="r" b="b"/>
              <a:pathLst>
                <a:path w="40000" h="60000">
                  <a:moveTo>
                    <a:pt x="2000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  <a:cubicBezTo>
                    <a:pt x="40000" y="40419"/>
                    <a:pt x="39987" y="40838"/>
                    <a:pt x="39961" y="41256"/>
                  </a:cubicBezTo>
                  <a:cubicBezTo>
                    <a:pt x="39934" y="41674"/>
                    <a:pt x="39895" y="42091"/>
                    <a:pt x="39842" y="42507"/>
                  </a:cubicBezTo>
                  <a:cubicBezTo>
                    <a:pt x="39790" y="42922"/>
                    <a:pt x="39724" y="43336"/>
                    <a:pt x="39646" y="43748"/>
                  </a:cubicBezTo>
                  <a:cubicBezTo>
                    <a:pt x="39567" y="44159"/>
                    <a:pt x="39476" y="44568"/>
                    <a:pt x="39372" y="44974"/>
                  </a:cubicBezTo>
                  <a:cubicBezTo>
                    <a:pt x="39267" y="45380"/>
                    <a:pt x="39151" y="45782"/>
                    <a:pt x="39021" y="46180"/>
                  </a:cubicBezTo>
                  <a:cubicBezTo>
                    <a:pt x="38892" y="46579"/>
                    <a:pt x="38750" y="46973"/>
                    <a:pt x="38596" y="47362"/>
                  </a:cubicBezTo>
                  <a:cubicBezTo>
                    <a:pt x="38441" y="47752"/>
                    <a:pt x="38275" y="48137"/>
                    <a:pt x="38097" y="48516"/>
                  </a:cubicBezTo>
                  <a:cubicBezTo>
                    <a:pt x="37918" y="48895"/>
                    <a:pt x="37728" y="49268"/>
                    <a:pt x="37526" y="49635"/>
                  </a:cubicBezTo>
                  <a:cubicBezTo>
                    <a:pt x="37324" y="50002"/>
                    <a:pt x="37111" y="50363"/>
                    <a:pt x="36887" y="50717"/>
                  </a:cubicBezTo>
                  <a:cubicBezTo>
                    <a:pt x="36662" y="51070"/>
                    <a:pt x="36427" y="51417"/>
                    <a:pt x="36180" y="51756"/>
                  </a:cubicBezTo>
                  <a:cubicBezTo>
                    <a:pt x="35934" y="52095"/>
                    <a:pt x="35677" y="52426"/>
                    <a:pt x="35410" y="52748"/>
                  </a:cubicBezTo>
                  <a:cubicBezTo>
                    <a:pt x="35143" y="53071"/>
                    <a:pt x="34866" y="53386"/>
                    <a:pt x="34579" y="53691"/>
                  </a:cubicBezTo>
                  <a:cubicBezTo>
                    <a:pt x="34293" y="53996"/>
                    <a:pt x="33996" y="54293"/>
                    <a:pt x="33691" y="54579"/>
                  </a:cubicBezTo>
                  <a:cubicBezTo>
                    <a:pt x="33386" y="54866"/>
                    <a:pt x="33071" y="55143"/>
                    <a:pt x="32748" y="55410"/>
                  </a:cubicBezTo>
                  <a:cubicBezTo>
                    <a:pt x="32426" y="55677"/>
                    <a:pt x="32095" y="55934"/>
                    <a:pt x="31756" y="56180"/>
                  </a:cubicBezTo>
                  <a:cubicBezTo>
                    <a:pt x="31417" y="56427"/>
                    <a:pt x="31070" y="56662"/>
                    <a:pt x="30717" y="56887"/>
                  </a:cubicBezTo>
                  <a:cubicBezTo>
                    <a:pt x="30363" y="57111"/>
                    <a:pt x="30002" y="57324"/>
                    <a:pt x="29635" y="57526"/>
                  </a:cubicBezTo>
                  <a:cubicBezTo>
                    <a:pt x="29268" y="57728"/>
                    <a:pt x="28895" y="57918"/>
                    <a:pt x="28516" y="58097"/>
                  </a:cubicBezTo>
                  <a:cubicBezTo>
                    <a:pt x="28137" y="58275"/>
                    <a:pt x="27752" y="58441"/>
                    <a:pt x="27362" y="58596"/>
                  </a:cubicBezTo>
                  <a:cubicBezTo>
                    <a:pt x="26973" y="58750"/>
                    <a:pt x="26579" y="58892"/>
                    <a:pt x="26180" y="59021"/>
                  </a:cubicBezTo>
                  <a:cubicBezTo>
                    <a:pt x="25782" y="59151"/>
                    <a:pt x="25380" y="59267"/>
                    <a:pt x="24974" y="59372"/>
                  </a:cubicBezTo>
                  <a:cubicBezTo>
                    <a:pt x="24568" y="59476"/>
                    <a:pt x="24159" y="59567"/>
                    <a:pt x="23748" y="59646"/>
                  </a:cubicBezTo>
                  <a:cubicBezTo>
                    <a:pt x="23336" y="59724"/>
                    <a:pt x="22922" y="59790"/>
                    <a:pt x="22507" y="59842"/>
                  </a:cubicBezTo>
                  <a:cubicBezTo>
                    <a:pt x="22091" y="59895"/>
                    <a:pt x="21674" y="59934"/>
                    <a:pt x="21256" y="59961"/>
                  </a:cubicBezTo>
                  <a:cubicBezTo>
                    <a:pt x="20838" y="59987"/>
                    <a:pt x="20419" y="60000"/>
                    <a:pt x="20000" y="60000"/>
                  </a:cubicBezTo>
                  <a:lnTo>
                    <a:pt x="20000" y="60000"/>
                  </a:lnTo>
                  <a:cubicBezTo>
                    <a:pt x="19581" y="60000"/>
                    <a:pt x="19162" y="59987"/>
                    <a:pt x="18744" y="59961"/>
                  </a:cubicBezTo>
                  <a:cubicBezTo>
                    <a:pt x="18326" y="59934"/>
                    <a:pt x="17909" y="59895"/>
                    <a:pt x="17493" y="59842"/>
                  </a:cubicBezTo>
                  <a:cubicBezTo>
                    <a:pt x="17078" y="59790"/>
                    <a:pt x="16664" y="59724"/>
                    <a:pt x="16252" y="59646"/>
                  </a:cubicBezTo>
                  <a:cubicBezTo>
                    <a:pt x="15841" y="59567"/>
                    <a:pt x="15432" y="59476"/>
                    <a:pt x="15026" y="59372"/>
                  </a:cubicBezTo>
                  <a:cubicBezTo>
                    <a:pt x="14620" y="59267"/>
                    <a:pt x="14218" y="59151"/>
                    <a:pt x="13820" y="59021"/>
                  </a:cubicBezTo>
                  <a:cubicBezTo>
                    <a:pt x="13421" y="58892"/>
                    <a:pt x="13027" y="58750"/>
                    <a:pt x="12638" y="58596"/>
                  </a:cubicBezTo>
                  <a:cubicBezTo>
                    <a:pt x="12248" y="58441"/>
                    <a:pt x="11863" y="58275"/>
                    <a:pt x="11484" y="58097"/>
                  </a:cubicBezTo>
                  <a:cubicBezTo>
                    <a:pt x="11105" y="57918"/>
                    <a:pt x="10732" y="57728"/>
                    <a:pt x="10365" y="57526"/>
                  </a:cubicBezTo>
                  <a:cubicBezTo>
                    <a:pt x="9998" y="57324"/>
                    <a:pt x="9637" y="57111"/>
                    <a:pt x="9283" y="56887"/>
                  </a:cubicBezTo>
                  <a:cubicBezTo>
                    <a:pt x="8930" y="56662"/>
                    <a:pt x="8583" y="56427"/>
                    <a:pt x="8244" y="56180"/>
                  </a:cubicBezTo>
                  <a:cubicBezTo>
                    <a:pt x="7905" y="55934"/>
                    <a:pt x="7574" y="55677"/>
                    <a:pt x="7252" y="55410"/>
                  </a:cubicBezTo>
                  <a:cubicBezTo>
                    <a:pt x="6929" y="55143"/>
                    <a:pt x="6614" y="54866"/>
                    <a:pt x="6309" y="54579"/>
                  </a:cubicBezTo>
                  <a:cubicBezTo>
                    <a:pt x="6004" y="54293"/>
                    <a:pt x="5707" y="53996"/>
                    <a:pt x="5421" y="53691"/>
                  </a:cubicBezTo>
                  <a:cubicBezTo>
                    <a:pt x="5134" y="53386"/>
                    <a:pt x="4857" y="53071"/>
                    <a:pt x="4590" y="52748"/>
                  </a:cubicBezTo>
                  <a:cubicBezTo>
                    <a:pt x="4323" y="52426"/>
                    <a:pt x="4066" y="52095"/>
                    <a:pt x="3820" y="51756"/>
                  </a:cubicBezTo>
                  <a:cubicBezTo>
                    <a:pt x="3573" y="51417"/>
                    <a:pt x="3338" y="51070"/>
                    <a:pt x="3113" y="50717"/>
                  </a:cubicBezTo>
                  <a:cubicBezTo>
                    <a:pt x="2889" y="50363"/>
                    <a:pt x="2676" y="50002"/>
                    <a:pt x="2474" y="49635"/>
                  </a:cubicBezTo>
                  <a:cubicBezTo>
                    <a:pt x="2272" y="49268"/>
                    <a:pt x="2082" y="48895"/>
                    <a:pt x="1903" y="48516"/>
                  </a:cubicBezTo>
                  <a:cubicBezTo>
                    <a:pt x="1725" y="48137"/>
                    <a:pt x="1559" y="47752"/>
                    <a:pt x="1404" y="47362"/>
                  </a:cubicBezTo>
                  <a:cubicBezTo>
                    <a:pt x="1250" y="46973"/>
                    <a:pt x="1108" y="46579"/>
                    <a:pt x="979" y="46180"/>
                  </a:cubicBezTo>
                  <a:cubicBezTo>
                    <a:pt x="849" y="45782"/>
                    <a:pt x="733" y="45380"/>
                    <a:pt x="628" y="44974"/>
                  </a:cubicBezTo>
                  <a:cubicBezTo>
                    <a:pt x="524" y="44568"/>
                    <a:pt x="433" y="44159"/>
                    <a:pt x="354" y="43748"/>
                  </a:cubicBezTo>
                  <a:cubicBezTo>
                    <a:pt x="276" y="43336"/>
                    <a:pt x="210" y="42922"/>
                    <a:pt x="158" y="42507"/>
                  </a:cubicBezTo>
                  <a:cubicBezTo>
                    <a:pt x="105" y="42091"/>
                    <a:pt x="66" y="41674"/>
                    <a:pt x="39" y="41256"/>
                  </a:cubicBezTo>
                  <a:cubicBezTo>
                    <a:pt x="13" y="40838"/>
                    <a:pt x="0" y="40419"/>
                    <a:pt x="0" y="4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4" name="probe-lucide-binary-part-2"/>
            <p:cNvSpPr/>
            <p:nvPr/>
          </p:nvSpPr>
          <p:spPr>
            <a:xfrm>
              <a:off x="60000" y="40000"/>
              <a:ext cx="40000" cy="60000"/>
            </a:xfrm>
            <a:custGeom>
              <a:avLst/>
              <a:gdLst/>
              <a:ahLst/>
              <a:cxnLst/>
              <a:rect l="0" t="0" r="r" b="b"/>
              <a:pathLst>
                <a:path w="40000" h="60000">
                  <a:moveTo>
                    <a:pt x="2000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  <a:cubicBezTo>
                    <a:pt x="40000" y="40419"/>
                    <a:pt x="39987" y="40838"/>
                    <a:pt x="39961" y="41256"/>
                  </a:cubicBezTo>
                  <a:cubicBezTo>
                    <a:pt x="39934" y="41674"/>
                    <a:pt x="39895" y="42091"/>
                    <a:pt x="39842" y="42507"/>
                  </a:cubicBezTo>
                  <a:cubicBezTo>
                    <a:pt x="39790" y="42922"/>
                    <a:pt x="39724" y="43336"/>
                    <a:pt x="39646" y="43748"/>
                  </a:cubicBezTo>
                  <a:cubicBezTo>
                    <a:pt x="39567" y="44159"/>
                    <a:pt x="39476" y="44568"/>
                    <a:pt x="39372" y="44974"/>
                  </a:cubicBezTo>
                  <a:cubicBezTo>
                    <a:pt x="39267" y="45380"/>
                    <a:pt x="39151" y="45782"/>
                    <a:pt x="39021" y="46180"/>
                  </a:cubicBezTo>
                  <a:cubicBezTo>
                    <a:pt x="38892" y="46579"/>
                    <a:pt x="38750" y="46973"/>
                    <a:pt x="38596" y="47362"/>
                  </a:cubicBezTo>
                  <a:cubicBezTo>
                    <a:pt x="38441" y="47752"/>
                    <a:pt x="38275" y="48137"/>
                    <a:pt x="38097" y="48516"/>
                  </a:cubicBezTo>
                  <a:cubicBezTo>
                    <a:pt x="37918" y="48895"/>
                    <a:pt x="37728" y="49268"/>
                    <a:pt x="37526" y="49635"/>
                  </a:cubicBezTo>
                  <a:cubicBezTo>
                    <a:pt x="37324" y="50002"/>
                    <a:pt x="37111" y="50363"/>
                    <a:pt x="36887" y="50717"/>
                  </a:cubicBezTo>
                  <a:cubicBezTo>
                    <a:pt x="36662" y="51070"/>
                    <a:pt x="36427" y="51417"/>
                    <a:pt x="36180" y="51756"/>
                  </a:cubicBezTo>
                  <a:cubicBezTo>
                    <a:pt x="35934" y="52095"/>
                    <a:pt x="35677" y="52426"/>
                    <a:pt x="35410" y="52748"/>
                  </a:cubicBezTo>
                  <a:cubicBezTo>
                    <a:pt x="35143" y="53071"/>
                    <a:pt x="34866" y="53386"/>
                    <a:pt x="34579" y="53691"/>
                  </a:cubicBezTo>
                  <a:cubicBezTo>
                    <a:pt x="34293" y="53996"/>
                    <a:pt x="33996" y="54293"/>
                    <a:pt x="33691" y="54579"/>
                  </a:cubicBezTo>
                  <a:cubicBezTo>
                    <a:pt x="33386" y="54866"/>
                    <a:pt x="33071" y="55143"/>
                    <a:pt x="32748" y="55410"/>
                  </a:cubicBezTo>
                  <a:cubicBezTo>
                    <a:pt x="32426" y="55677"/>
                    <a:pt x="32095" y="55934"/>
                    <a:pt x="31756" y="56180"/>
                  </a:cubicBezTo>
                  <a:cubicBezTo>
                    <a:pt x="31417" y="56427"/>
                    <a:pt x="31070" y="56662"/>
                    <a:pt x="30717" y="56887"/>
                  </a:cubicBezTo>
                  <a:cubicBezTo>
                    <a:pt x="30363" y="57111"/>
                    <a:pt x="30002" y="57324"/>
                    <a:pt x="29635" y="57526"/>
                  </a:cubicBezTo>
                  <a:cubicBezTo>
                    <a:pt x="29268" y="57728"/>
                    <a:pt x="28895" y="57918"/>
                    <a:pt x="28516" y="58097"/>
                  </a:cubicBezTo>
                  <a:cubicBezTo>
                    <a:pt x="28137" y="58275"/>
                    <a:pt x="27752" y="58441"/>
                    <a:pt x="27362" y="58596"/>
                  </a:cubicBezTo>
                  <a:cubicBezTo>
                    <a:pt x="26973" y="58750"/>
                    <a:pt x="26579" y="58892"/>
                    <a:pt x="26180" y="59021"/>
                  </a:cubicBezTo>
                  <a:cubicBezTo>
                    <a:pt x="25782" y="59151"/>
                    <a:pt x="25380" y="59267"/>
                    <a:pt x="24974" y="59372"/>
                  </a:cubicBezTo>
                  <a:cubicBezTo>
                    <a:pt x="24568" y="59476"/>
                    <a:pt x="24159" y="59567"/>
                    <a:pt x="23748" y="59646"/>
                  </a:cubicBezTo>
                  <a:cubicBezTo>
                    <a:pt x="23336" y="59724"/>
                    <a:pt x="22922" y="59790"/>
                    <a:pt x="22507" y="59842"/>
                  </a:cubicBezTo>
                  <a:cubicBezTo>
                    <a:pt x="22091" y="59895"/>
                    <a:pt x="21674" y="59934"/>
                    <a:pt x="21256" y="59961"/>
                  </a:cubicBezTo>
                  <a:cubicBezTo>
                    <a:pt x="20838" y="59987"/>
                    <a:pt x="20419" y="60000"/>
                    <a:pt x="20000" y="60000"/>
                  </a:cubicBezTo>
                  <a:lnTo>
                    <a:pt x="20000" y="60000"/>
                  </a:lnTo>
                  <a:cubicBezTo>
                    <a:pt x="19581" y="60000"/>
                    <a:pt x="19162" y="59987"/>
                    <a:pt x="18744" y="59961"/>
                  </a:cubicBezTo>
                  <a:cubicBezTo>
                    <a:pt x="18326" y="59934"/>
                    <a:pt x="17909" y="59895"/>
                    <a:pt x="17493" y="59842"/>
                  </a:cubicBezTo>
                  <a:cubicBezTo>
                    <a:pt x="17078" y="59790"/>
                    <a:pt x="16664" y="59724"/>
                    <a:pt x="16252" y="59646"/>
                  </a:cubicBezTo>
                  <a:cubicBezTo>
                    <a:pt x="15841" y="59567"/>
                    <a:pt x="15432" y="59476"/>
                    <a:pt x="15026" y="59372"/>
                  </a:cubicBezTo>
                  <a:cubicBezTo>
                    <a:pt x="14620" y="59267"/>
                    <a:pt x="14218" y="59151"/>
                    <a:pt x="13820" y="59021"/>
                  </a:cubicBezTo>
                  <a:cubicBezTo>
                    <a:pt x="13421" y="58892"/>
                    <a:pt x="13027" y="58750"/>
                    <a:pt x="12638" y="58596"/>
                  </a:cubicBezTo>
                  <a:cubicBezTo>
                    <a:pt x="12248" y="58441"/>
                    <a:pt x="11863" y="58275"/>
                    <a:pt x="11484" y="58097"/>
                  </a:cubicBezTo>
                  <a:cubicBezTo>
                    <a:pt x="11105" y="57918"/>
                    <a:pt x="10732" y="57728"/>
                    <a:pt x="10365" y="57526"/>
                  </a:cubicBezTo>
                  <a:cubicBezTo>
                    <a:pt x="9998" y="57324"/>
                    <a:pt x="9637" y="57111"/>
                    <a:pt x="9283" y="56887"/>
                  </a:cubicBezTo>
                  <a:cubicBezTo>
                    <a:pt x="8930" y="56662"/>
                    <a:pt x="8583" y="56427"/>
                    <a:pt x="8244" y="56180"/>
                  </a:cubicBezTo>
                  <a:cubicBezTo>
                    <a:pt x="7905" y="55934"/>
                    <a:pt x="7574" y="55677"/>
                    <a:pt x="7252" y="55410"/>
                  </a:cubicBezTo>
                  <a:cubicBezTo>
                    <a:pt x="6929" y="55143"/>
                    <a:pt x="6614" y="54866"/>
                    <a:pt x="6309" y="54579"/>
                  </a:cubicBezTo>
                  <a:cubicBezTo>
                    <a:pt x="6004" y="54293"/>
                    <a:pt x="5707" y="53996"/>
                    <a:pt x="5421" y="53691"/>
                  </a:cubicBezTo>
                  <a:cubicBezTo>
                    <a:pt x="5134" y="53386"/>
                    <a:pt x="4857" y="53071"/>
                    <a:pt x="4590" y="52748"/>
                  </a:cubicBezTo>
                  <a:cubicBezTo>
                    <a:pt x="4323" y="52426"/>
                    <a:pt x="4066" y="52095"/>
                    <a:pt x="3820" y="51756"/>
                  </a:cubicBezTo>
                  <a:cubicBezTo>
                    <a:pt x="3573" y="51417"/>
                    <a:pt x="3338" y="51070"/>
                    <a:pt x="3113" y="50717"/>
                  </a:cubicBezTo>
                  <a:cubicBezTo>
                    <a:pt x="2889" y="50363"/>
                    <a:pt x="2676" y="50002"/>
                    <a:pt x="2474" y="49635"/>
                  </a:cubicBezTo>
                  <a:cubicBezTo>
                    <a:pt x="2272" y="49268"/>
                    <a:pt x="2082" y="48895"/>
                    <a:pt x="1903" y="48516"/>
                  </a:cubicBezTo>
                  <a:cubicBezTo>
                    <a:pt x="1725" y="48137"/>
                    <a:pt x="1559" y="47752"/>
                    <a:pt x="1404" y="47362"/>
                  </a:cubicBezTo>
                  <a:cubicBezTo>
                    <a:pt x="1250" y="46973"/>
                    <a:pt x="1108" y="46579"/>
                    <a:pt x="979" y="46180"/>
                  </a:cubicBezTo>
                  <a:cubicBezTo>
                    <a:pt x="849" y="45782"/>
                    <a:pt x="733" y="45380"/>
                    <a:pt x="628" y="44974"/>
                  </a:cubicBezTo>
                  <a:cubicBezTo>
                    <a:pt x="524" y="44568"/>
                    <a:pt x="433" y="44159"/>
                    <a:pt x="354" y="43748"/>
                  </a:cubicBezTo>
                  <a:cubicBezTo>
                    <a:pt x="276" y="43336"/>
                    <a:pt x="210" y="42922"/>
                    <a:pt x="158" y="42507"/>
                  </a:cubicBezTo>
                  <a:cubicBezTo>
                    <a:pt x="105" y="42091"/>
                    <a:pt x="66" y="41674"/>
                    <a:pt x="39" y="41256"/>
                  </a:cubicBezTo>
                  <a:cubicBezTo>
                    <a:pt x="13" y="40838"/>
                    <a:pt x="0" y="40419"/>
                    <a:pt x="0" y="4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5" name="probe-lucide-binary-part-3"/>
            <p:cNvSpPr/>
            <p:nvPr/>
          </p:nvSpPr>
          <p:spPr>
            <a:xfrm>
              <a:off x="60000" y="20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6" name="probe-lucide-binary-part-4"/>
            <p:cNvSpPr/>
            <p:nvPr/>
          </p:nvSpPr>
          <p:spPr>
            <a:xfrm>
              <a:off x="140000" y="100000"/>
              <a:ext cx="40000" cy="10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7" name="probe-lucide-binary-part-5"/>
            <p:cNvSpPr/>
            <p:nvPr/>
          </p:nvSpPr>
          <p:spPr>
            <a:xfrm>
              <a:off x="60000" y="140000"/>
              <a:ext cx="20000" cy="60000"/>
            </a:xfrm>
            <a:custGeom>
              <a:avLst/>
              <a:gdLst/>
              <a:ahLst/>
              <a:cxnLst/>
              <a:rect l="0" t="0" r="r" b="b"/>
              <a:pathLst>
                <a:path w="20000" h="60000">
                  <a:moveTo>
                    <a:pt x="0" y="0"/>
                  </a:moveTo>
                  <a:lnTo>
                    <a:pt x="20000" y="0"/>
                  </a:lnTo>
                  <a:lnTo>
                    <a:pt x="2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8" name="probe-lucide-binary-part-6"/>
            <p:cNvSpPr/>
            <p:nvPr/>
          </p:nvSpPr>
          <p:spPr>
            <a:xfrm>
              <a:off x="140000" y="40000"/>
              <a:ext cx="20000" cy="60000"/>
            </a:xfrm>
            <a:custGeom>
              <a:avLst/>
              <a:gdLst/>
              <a:ahLst/>
              <a:cxnLst/>
              <a:rect l="0" t="0" r="r" b="b"/>
              <a:pathLst>
                <a:path w="20000" h="60000">
                  <a:moveTo>
                    <a:pt x="0" y="0"/>
                  </a:moveTo>
                  <a:lnTo>
                    <a:pt x="20000" y="0"/>
                  </a:lnTo>
                  <a:lnTo>
                    <a:pt x="2000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29" name="probe-lucide-git-compare-arrows" descr="重复检测对照 — Lucide Icons and Contributors; ISC; original SVG unchanged. Source: https://github.com/lucide-icons/lucide/blob/20aef31db93fe4d9f398dbb15b120d99c48eef95/icons/git-compare-arrows.svg; SVG SHA256: 312a5913462dd0bd33bb3dae8e136ee2a4396e0906b917be4a2c1dd3c2d2a2a2; native DrawingML derivative; original colors retained"/>
          <p:cNvGrpSpPr/>
          <p:nvPr/>
        </p:nvGrpSpPr>
        <p:grpSpPr>
          <a:xfrm>
            <a:off x="5572125" y="3657600"/>
            <a:ext cx="1028700" cy="1028700"/>
            <a:chOff x="0" y="0"/>
            <a:chExt cx="240000" cy="240000"/>
          </a:xfrm>
        </p:grpSpPr>
        <p:sp>
          <p:nvSpPr>
            <p:cNvPr id="130" name="probe-lucide-git-compare-arrows-part-1"/>
            <p:cNvSpPr/>
            <p:nvPr/>
          </p:nvSpPr>
          <p:spPr>
            <a:xfrm>
              <a:off x="20000" y="3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1" name="probe-lucide-git-compare-arrows-part-2"/>
            <p:cNvSpPr/>
            <p:nvPr/>
          </p:nvSpPr>
          <p:spPr>
            <a:xfrm>
              <a:off x="120000" y="60000"/>
              <a:ext cx="70000" cy="90000"/>
            </a:xfrm>
            <a:custGeom>
              <a:avLst/>
              <a:gdLst/>
              <a:ahLst/>
              <a:cxnLst/>
              <a:rect l="0" t="0" r="r" b="b"/>
              <a:pathLst>
                <a:path w="70000" h="90000">
                  <a:moveTo>
                    <a:pt x="0" y="0"/>
                  </a:moveTo>
                  <a:lnTo>
                    <a:pt x="50000" y="0"/>
                  </a:lnTo>
                  <a:cubicBezTo>
                    <a:pt x="50419" y="0"/>
                    <a:pt x="50838" y="13"/>
                    <a:pt x="51256" y="39"/>
                  </a:cubicBezTo>
                  <a:cubicBezTo>
                    <a:pt x="51674" y="66"/>
                    <a:pt x="52091" y="105"/>
                    <a:pt x="52507" y="158"/>
                  </a:cubicBezTo>
                  <a:cubicBezTo>
                    <a:pt x="52922" y="210"/>
                    <a:pt x="53336" y="276"/>
                    <a:pt x="53748" y="354"/>
                  </a:cubicBezTo>
                  <a:cubicBezTo>
                    <a:pt x="54159" y="433"/>
                    <a:pt x="54568" y="524"/>
                    <a:pt x="54974" y="628"/>
                  </a:cubicBezTo>
                  <a:cubicBezTo>
                    <a:pt x="55380" y="733"/>
                    <a:pt x="55782" y="849"/>
                    <a:pt x="56180" y="979"/>
                  </a:cubicBezTo>
                  <a:cubicBezTo>
                    <a:pt x="56579" y="1108"/>
                    <a:pt x="56973" y="1250"/>
                    <a:pt x="57362" y="1404"/>
                  </a:cubicBezTo>
                  <a:cubicBezTo>
                    <a:pt x="57752" y="1559"/>
                    <a:pt x="58137" y="1725"/>
                    <a:pt x="58516" y="1903"/>
                  </a:cubicBezTo>
                  <a:cubicBezTo>
                    <a:pt x="58895" y="2082"/>
                    <a:pt x="59268" y="2272"/>
                    <a:pt x="59635" y="2474"/>
                  </a:cubicBezTo>
                  <a:cubicBezTo>
                    <a:pt x="60002" y="2676"/>
                    <a:pt x="60363" y="2889"/>
                    <a:pt x="60717" y="3113"/>
                  </a:cubicBezTo>
                  <a:cubicBezTo>
                    <a:pt x="61070" y="3338"/>
                    <a:pt x="61417" y="3573"/>
                    <a:pt x="61756" y="3820"/>
                  </a:cubicBezTo>
                  <a:cubicBezTo>
                    <a:pt x="62095" y="4066"/>
                    <a:pt x="62426" y="4323"/>
                    <a:pt x="62748" y="4590"/>
                  </a:cubicBezTo>
                  <a:cubicBezTo>
                    <a:pt x="63071" y="4857"/>
                    <a:pt x="63386" y="5134"/>
                    <a:pt x="63691" y="5421"/>
                  </a:cubicBezTo>
                  <a:cubicBezTo>
                    <a:pt x="63996" y="5707"/>
                    <a:pt x="64293" y="6004"/>
                    <a:pt x="64579" y="6309"/>
                  </a:cubicBezTo>
                  <a:cubicBezTo>
                    <a:pt x="64866" y="6614"/>
                    <a:pt x="65143" y="6929"/>
                    <a:pt x="65410" y="7252"/>
                  </a:cubicBezTo>
                  <a:cubicBezTo>
                    <a:pt x="65677" y="7574"/>
                    <a:pt x="65934" y="7905"/>
                    <a:pt x="66180" y="8244"/>
                  </a:cubicBezTo>
                  <a:cubicBezTo>
                    <a:pt x="66427" y="8583"/>
                    <a:pt x="66662" y="8930"/>
                    <a:pt x="66887" y="9283"/>
                  </a:cubicBezTo>
                  <a:cubicBezTo>
                    <a:pt x="67111" y="9637"/>
                    <a:pt x="67324" y="9998"/>
                    <a:pt x="67526" y="10365"/>
                  </a:cubicBezTo>
                  <a:cubicBezTo>
                    <a:pt x="67728" y="10732"/>
                    <a:pt x="67918" y="11105"/>
                    <a:pt x="68097" y="11484"/>
                  </a:cubicBezTo>
                  <a:cubicBezTo>
                    <a:pt x="68275" y="11863"/>
                    <a:pt x="68441" y="12248"/>
                    <a:pt x="68596" y="12638"/>
                  </a:cubicBezTo>
                  <a:cubicBezTo>
                    <a:pt x="68750" y="13027"/>
                    <a:pt x="68892" y="13421"/>
                    <a:pt x="69021" y="13820"/>
                  </a:cubicBezTo>
                  <a:cubicBezTo>
                    <a:pt x="69151" y="14218"/>
                    <a:pt x="69267" y="14620"/>
                    <a:pt x="69372" y="15026"/>
                  </a:cubicBezTo>
                  <a:cubicBezTo>
                    <a:pt x="69476" y="15432"/>
                    <a:pt x="69567" y="15841"/>
                    <a:pt x="69646" y="16252"/>
                  </a:cubicBezTo>
                  <a:cubicBezTo>
                    <a:pt x="69724" y="16664"/>
                    <a:pt x="69790" y="17078"/>
                    <a:pt x="69842" y="17493"/>
                  </a:cubicBezTo>
                  <a:cubicBezTo>
                    <a:pt x="69895" y="17909"/>
                    <a:pt x="69934" y="18326"/>
                    <a:pt x="69961" y="18744"/>
                  </a:cubicBezTo>
                  <a:cubicBezTo>
                    <a:pt x="69987" y="19162"/>
                    <a:pt x="70000" y="19581"/>
                    <a:pt x="70000" y="20000"/>
                  </a:cubicBezTo>
                  <a:lnTo>
                    <a:pt x="70000" y="9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2" name="probe-lucide-git-compare-arrows-part-3"/>
            <p:cNvSpPr/>
            <p:nvPr/>
          </p:nvSpPr>
          <p:spPr>
            <a:xfrm>
              <a:off x="120000" y="30000"/>
              <a:ext cx="30000" cy="60000"/>
            </a:xfrm>
            <a:custGeom>
              <a:avLst/>
              <a:gdLst/>
              <a:ahLst/>
              <a:cxnLst/>
              <a:rect l="0" t="0" r="r" b="b"/>
              <a:pathLst>
                <a:path w="30000" h="60000">
                  <a:moveTo>
                    <a:pt x="30000" y="60000"/>
                  </a:moveTo>
                  <a:lnTo>
                    <a:pt x="0" y="30000"/>
                  </a:lnTo>
                  <a:lnTo>
                    <a:pt x="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3" name="probe-lucide-git-compare-arrows-part-4"/>
            <p:cNvSpPr/>
            <p:nvPr/>
          </p:nvSpPr>
          <p:spPr>
            <a:xfrm>
              <a:off x="160000" y="15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4" name="probe-lucide-git-compare-arrows-part-5"/>
            <p:cNvSpPr/>
            <p:nvPr/>
          </p:nvSpPr>
          <p:spPr>
            <a:xfrm>
              <a:off x="50000" y="90000"/>
              <a:ext cx="70000" cy="90000"/>
            </a:xfrm>
            <a:custGeom>
              <a:avLst/>
              <a:gdLst/>
              <a:ahLst/>
              <a:cxnLst/>
              <a:rect l="0" t="0" r="r" b="b"/>
              <a:pathLst>
                <a:path w="70000" h="90000">
                  <a:moveTo>
                    <a:pt x="70000" y="90000"/>
                  </a:moveTo>
                  <a:lnTo>
                    <a:pt x="20000" y="90000"/>
                  </a:lnTo>
                  <a:cubicBezTo>
                    <a:pt x="19581" y="90000"/>
                    <a:pt x="19162" y="89987"/>
                    <a:pt x="18744" y="89961"/>
                  </a:cubicBezTo>
                  <a:cubicBezTo>
                    <a:pt x="18326" y="89934"/>
                    <a:pt x="17909" y="89895"/>
                    <a:pt x="17493" y="89842"/>
                  </a:cubicBezTo>
                  <a:cubicBezTo>
                    <a:pt x="17078" y="89790"/>
                    <a:pt x="16664" y="89724"/>
                    <a:pt x="16252" y="89646"/>
                  </a:cubicBezTo>
                  <a:cubicBezTo>
                    <a:pt x="15841" y="89567"/>
                    <a:pt x="15432" y="89476"/>
                    <a:pt x="15026" y="89372"/>
                  </a:cubicBezTo>
                  <a:cubicBezTo>
                    <a:pt x="14620" y="89267"/>
                    <a:pt x="14218" y="89151"/>
                    <a:pt x="13820" y="89021"/>
                  </a:cubicBezTo>
                  <a:cubicBezTo>
                    <a:pt x="13421" y="88892"/>
                    <a:pt x="13027" y="88750"/>
                    <a:pt x="12638" y="88596"/>
                  </a:cubicBezTo>
                  <a:cubicBezTo>
                    <a:pt x="12248" y="88441"/>
                    <a:pt x="11863" y="88275"/>
                    <a:pt x="11484" y="88097"/>
                  </a:cubicBezTo>
                  <a:cubicBezTo>
                    <a:pt x="11105" y="87918"/>
                    <a:pt x="10732" y="87728"/>
                    <a:pt x="10365" y="87526"/>
                  </a:cubicBezTo>
                  <a:cubicBezTo>
                    <a:pt x="9998" y="87324"/>
                    <a:pt x="9637" y="87111"/>
                    <a:pt x="9283" y="86887"/>
                  </a:cubicBezTo>
                  <a:cubicBezTo>
                    <a:pt x="8930" y="86662"/>
                    <a:pt x="8583" y="86427"/>
                    <a:pt x="8244" y="86180"/>
                  </a:cubicBezTo>
                  <a:cubicBezTo>
                    <a:pt x="7905" y="85934"/>
                    <a:pt x="7574" y="85677"/>
                    <a:pt x="7252" y="85410"/>
                  </a:cubicBezTo>
                  <a:cubicBezTo>
                    <a:pt x="6929" y="85143"/>
                    <a:pt x="6614" y="84866"/>
                    <a:pt x="6309" y="84579"/>
                  </a:cubicBezTo>
                  <a:cubicBezTo>
                    <a:pt x="6004" y="84293"/>
                    <a:pt x="5707" y="83996"/>
                    <a:pt x="5421" y="83691"/>
                  </a:cubicBezTo>
                  <a:cubicBezTo>
                    <a:pt x="5134" y="83386"/>
                    <a:pt x="4857" y="83071"/>
                    <a:pt x="4590" y="82748"/>
                  </a:cubicBezTo>
                  <a:cubicBezTo>
                    <a:pt x="4323" y="82426"/>
                    <a:pt x="4066" y="82095"/>
                    <a:pt x="3820" y="81756"/>
                  </a:cubicBezTo>
                  <a:cubicBezTo>
                    <a:pt x="3573" y="81417"/>
                    <a:pt x="3338" y="81070"/>
                    <a:pt x="3113" y="80717"/>
                  </a:cubicBezTo>
                  <a:cubicBezTo>
                    <a:pt x="2889" y="80363"/>
                    <a:pt x="2676" y="80002"/>
                    <a:pt x="2474" y="79635"/>
                  </a:cubicBezTo>
                  <a:cubicBezTo>
                    <a:pt x="2272" y="79268"/>
                    <a:pt x="2082" y="78895"/>
                    <a:pt x="1903" y="78516"/>
                  </a:cubicBezTo>
                  <a:cubicBezTo>
                    <a:pt x="1725" y="78137"/>
                    <a:pt x="1559" y="77752"/>
                    <a:pt x="1404" y="77362"/>
                  </a:cubicBezTo>
                  <a:cubicBezTo>
                    <a:pt x="1250" y="76973"/>
                    <a:pt x="1108" y="76579"/>
                    <a:pt x="979" y="76180"/>
                  </a:cubicBezTo>
                  <a:cubicBezTo>
                    <a:pt x="849" y="75782"/>
                    <a:pt x="733" y="75380"/>
                    <a:pt x="628" y="74974"/>
                  </a:cubicBezTo>
                  <a:cubicBezTo>
                    <a:pt x="524" y="74568"/>
                    <a:pt x="433" y="74159"/>
                    <a:pt x="354" y="73748"/>
                  </a:cubicBezTo>
                  <a:cubicBezTo>
                    <a:pt x="276" y="73336"/>
                    <a:pt x="210" y="72922"/>
                    <a:pt x="158" y="72507"/>
                  </a:cubicBezTo>
                  <a:cubicBezTo>
                    <a:pt x="105" y="72091"/>
                    <a:pt x="66" y="71674"/>
                    <a:pt x="39" y="71256"/>
                  </a:cubicBezTo>
                  <a:cubicBezTo>
                    <a:pt x="13" y="70838"/>
                    <a:pt x="0" y="70419"/>
                    <a:pt x="0" y="7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5" name="probe-lucide-git-compare-arrows-part-6"/>
            <p:cNvSpPr/>
            <p:nvPr/>
          </p:nvSpPr>
          <p:spPr>
            <a:xfrm>
              <a:off x="90000" y="150000"/>
              <a:ext cx="30000" cy="60000"/>
            </a:xfrm>
            <a:custGeom>
              <a:avLst/>
              <a:gdLst/>
              <a:ahLst/>
              <a:cxnLst/>
              <a:rect l="0" t="0" r="r" b="b"/>
              <a:pathLst>
                <a:path w="30000" h="60000">
                  <a:moveTo>
                    <a:pt x="0" y="0"/>
                  </a:moveTo>
                  <a:lnTo>
                    <a:pt x="30000" y="30000"/>
                  </a:ln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36" name="probe-lucide-refrigerator" descr="冷藏保存 — Lucide Icons and Contributors; ISC; original SVG unchanged. Source: https://github.com/lucide-icons/lucide/blob/20aef31db93fe4d9f398dbb15b120d99c48eef95/icons/refrigerator.svg; SVG SHA256: 7ae781a1b82c3a101c9b85b88cd42084e0fba25d845216db1cb2f1d53422c9cb; native DrawingML derivative; original colors retained"/>
          <p:cNvGrpSpPr/>
          <p:nvPr/>
        </p:nvGrpSpPr>
        <p:grpSpPr>
          <a:xfrm>
            <a:off x="7915274" y="3657600"/>
            <a:ext cx="1028700" cy="1028700"/>
            <a:chOff x="0" y="0"/>
            <a:chExt cx="240000" cy="240000"/>
          </a:xfrm>
        </p:grpSpPr>
        <p:sp>
          <p:nvSpPr>
            <p:cNvPr id="137" name="probe-lucide-refrigerator-part-1"/>
            <p:cNvSpPr/>
            <p:nvPr/>
          </p:nvSpPr>
          <p:spPr>
            <a:xfrm>
              <a:off x="50000" y="20000"/>
              <a:ext cx="140000" cy="200000"/>
            </a:xfrm>
            <a:custGeom>
              <a:avLst/>
              <a:gdLst/>
              <a:ahLst/>
              <a:cxnLst/>
              <a:rect l="0" t="0" r="r" b="b"/>
              <a:pathLst>
                <a:path w="140000" h="200000">
                  <a:moveTo>
                    <a:pt x="0" y="40000"/>
                  </a:moveTo>
                  <a:cubicBezTo>
                    <a:pt x="0" y="39162"/>
                    <a:pt x="26" y="38325"/>
                    <a:pt x="79" y="37488"/>
                  </a:cubicBezTo>
                  <a:cubicBezTo>
                    <a:pt x="132" y="36652"/>
                    <a:pt x="210" y="35818"/>
                    <a:pt x="315" y="34987"/>
                  </a:cubicBezTo>
                  <a:cubicBezTo>
                    <a:pt x="420" y="34155"/>
                    <a:pt x="552" y="33328"/>
                    <a:pt x="709" y="32505"/>
                  </a:cubicBezTo>
                  <a:cubicBezTo>
                    <a:pt x="866" y="31682"/>
                    <a:pt x="1048" y="30864"/>
                    <a:pt x="1257" y="30052"/>
                  </a:cubicBezTo>
                  <a:cubicBezTo>
                    <a:pt x="1465" y="29241"/>
                    <a:pt x="1699" y="28436"/>
                    <a:pt x="1958" y="27639"/>
                  </a:cubicBezTo>
                  <a:cubicBezTo>
                    <a:pt x="2217" y="26842"/>
                    <a:pt x="2501" y="26054"/>
                    <a:pt x="2809" y="25275"/>
                  </a:cubicBezTo>
                  <a:cubicBezTo>
                    <a:pt x="3117" y="24496"/>
                    <a:pt x="3450" y="23727"/>
                    <a:pt x="3807" y="22969"/>
                  </a:cubicBezTo>
                  <a:cubicBezTo>
                    <a:pt x="4164" y="22211"/>
                    <a:pt x="4544" y="21464"/>
                    <a:pt x="4948" y="20730"/>
                  </a:cubicBezTo>
                  <a:cubicBezTo>
                    <a:pt x="5351" y="19996"/>
                    <a:pt x="5778" y="19274"/>
                    <a:pt x="6227" y="18567"/>
                  </a:cubicBezTo>
                  <a:cubicBezTo>
                    <a:pt x="6676" y="17860"/>
                    <a:pt x="7147" y="17166"/>
                    <a:pt x="7639" y="16489"/>
                  </a:cubicBezTo>
                  <a:cubicBezTo>
                    <a:pt x="8132" y="15811"/>
                    <a:pt x="8645" y="15149"/>
                    <a:pt x="9179" y="14503"/>
                  </a:cubicBezTo>
                  <a:cubicBezTo>
                    <a:pt x="9714" y="13857"/>
                    <a:pt x="10268" y="13229"/>
                    <a:pt x="10841" y="12618"/>
                  </a:cubicBezTo>
                  <a:cubicBezTo>
                    <a:pt x="11415" y="12007"/>
                    <a:pt x="12007" y="11415"/>
                    <a:pt x="12618" y="10841"/>
                  </a:cubicBezTo>
                  <a:cubicBezTo>
                    <a:pt x="13229" y="10268"/>
                    <a:pt x="13857" y="9714"/>
                    <a:pt x="14503" y="9179"/>
                  </a:cubicBezTo>
                  <a:cubicBezTo>
                    <a:pt x="15149" y="8645"/>
                    <a:pt x="15811" y="8132"/>
                    <a:pt x="16489" y="7639"/>
                  </a:cubicBezTo>
                  <a:cubicBezTo>
                    <a:pt x="17166" y="7147"/>
                    <a:pt x="17860" y="6676"/>
                    <a:pt x="18567" y="6227"/>
                  </a:cubicBezTo>
                  <a:cubicBezTo>
                    <a:pt x="19274" y="5778"/>
                    <a:pt x="19996" y="5351"/>
                    <a:pt x="20730" y="4948"/>
                  </a:cubicBezTo>
                  <a:cubicBezTo>
                    <a:pt x="21464" y="4544"/>
                    <a:pt x="22211" y="4164"/>
                    <a:pt x="22969" y="3807"/>
                  </a:cubicBezTo>
                  <a:cubicBezTo>
                    <a:pt x="23727" y="3450"/>
                    <a:pt x="24496" y="3117"/>
                    <a:pt x="25275" y="2809"/>
                  </a:cubicBezTo>
                  <a:cubicBezTo>
                    <a:pt x="26054" y="2501"/>
                    <a:pt x="26842" y="2217"/>
                    <a:pt x="27639" y="1958"/>
                  </a:cubicBezTo>
                  <a:cubicBezTo>
                    <a:pt x="28436" y="1699"/>
                    <a:pt x="29241" y="1465"/>
                    <a:pt x="30052" y="1257"/>
                  </a:cubicBezTo>
                  <a:cubicBezTo>
                    <a:pt x="30864" y="1048"/>
                    <a:pt x="31682" y="866"/>
                    <a:pt x="32505" y="709"/>
                  </a:cubicBezTo>
                  <a:cubicBezTo>
                    <a:pt x="33328" y="552"/>
                    <a:pt x="34155" y="420"/>
                    <a:pt x="34987" y="315"/>
                  </a:cubicBezTo>
                  <a:cubicBezTo>
                    <a:pt x="35818" y="210"/>
                    <a:pt x="36652" y="132"/>
                    <a:pt x="37488" y="79"/>
                  </a:cubicBezTo>
                  <a:cubicBezTo>
                    <a:pt x="38325" y="26"/>
                    <a:pt x="39162" y="0"/>
                    <a:pt x="40000" y="0"/>
                  </a:cubicBezTo>
                  <a:lnTo>
                    <a:pt x="100000" y="0"/>
                  </a:lnTo>
                  <a:cubicBezTo>
                    <a:pt x="100838" y="0"/>
                    <a:pt x="101675" y="26"/>
                    <a:pt x="102512" y="79"/>
                  </a:cubicBezTo>
                  <a:cubicBezTo>
                    <a:pt x="103348" y="132"/>
                    <a:pt x="104182" y="210"/>
                    <a:pt x="105013" y="315"/>
                  </a:cubicBezTo>
                  <a:cubicBezTo>
                    <a:pt x="105845" y="420"/>
                    <a:pt x="106672" y="552"/>
                    <a:pt x="107495" y="709"/>
                  </a:cubicBezTo>
                  <a:cubicBezTo>
                    <a:pt x="108318" y="866"/>
                    <a:pt x="109136" y="1048"/>
                    <a:pt x="109948" y="1257"/>
                  </a:cubicBezTo>
                  <a:cubicBezTo>
                    <a:pt x="110759" y="1465"/>
                    <a:pt x="111564" y="1699"/>
                    <a:pt x="112361" y="1958"/>
                  </a:cubicBezTo>
                  <a:cubicBezTo>
                    <a:pt x="113158" y="2217"/>
                    <a:pt x="113946" y="2501"/>
                    <a:pt x="114725" y="2809"/>
                  </a:cubicBezTo>
                  <a:cubicBezTo>
                    <a:pt x="115504" y="3117"/>
                    <a:pt x="116273" y="3450"/>
                    <a:pt x="117031" y="3807"/>
                  </a:cubicBezTo>
                  <a:cubicBezTo>
                    <a:pt x="117789" y="4164"/>
                    <a:pt x="118536" y="4544"/>
                    <a:pt x="119270" y="4948"/>
                  </a:cubicBezTo>
                  <a:cubicBezTo>
                    <a:pt x="120004" y="5351"/>
                    <a:pt x="120726" y="5778"/>
                    <a:pt x="121433" y="6227"/>
                  </a:cubicBezTo>
                  <a:cubicBezTo>
                    <a:pt x="122140" y="6676"/>
                    <a:pt x="122834" y="7147"/>
                    <a:pt x="123511" y="7639"/>
                  </a:cubicBezTo>
                  <a:cubicBezTo>
                    <a:pt x="124189" y="8132"/>
                    <a:pt x="124851" y="8645"/>
                    <a:pt x="125497" y="9179"/>
                  </a:cubicBezTo>
                  <a:cubicBezTo>
                    <a:pt x="126143" y="9714"/>
                    <a:pt x="126771" y="10268"/>
                    <a:pt x="127382" y="10841"/>
                  </a:cubicBezTo>
                  <a:cubicBezTo>
                    <a:pt x="127993" y="11415"/>
                    <a:pt x="128585" y="12007"/>
                    <a:pt x="129159" y="12618"/>
                  </a:cubicBezTo>
                  <a:cubicBezTo>
                    <a:pt x="129732" y="13229"/>
                    <a:pt x="130286" y="13857"/>
                    <a:pt x="130821" y="14503"/>
                  </a:cubicBezTo>
                  <a:cubicBezTo>
                    <a:pt x="131355" y="15149"/>
                    <a:pt x="131868" y="15811"/>
                    <a:pt x="132361" y="16489"/>
                  </a:cubicBezTo>
                  <a:cubicBezTo>
                    <a:pt x="132853" y="17166"/>
                    <a:pt x="133324" y="17860"/>
                    <a:pt x="133773" y="18567"/>
                  </a:cubicBezTo>
                  <a:cubicBezTo>
                    <a:pt x="134222" y="19274"/>
                    <a:pt x="134649" y="19996"/>
                    <a:pt x="135052" y="20730"/>
                  </a:cubicBezTo>
                  <a:cubicBezTo>
                    <a:pt x="135456" y="21464"/>
                    <a:pt x="135836" y="22211"/>
                    <a:pt x="136193" y="22969"/>
                  </a:cubicBezTo>
                  <a:cubicBezTo>
                    <a:pt x="136550" y="23727"/>
                    <a:pt x="136883" y="24496"/>
                    <a:pt x="137191" y="25275"/>
                  </a:cubicBezTo>
                  <a:cubicBezTo>
                    <a:pt x="137499" y="26054"/>
                    <a:pt x="137783" y="26842"/>
                    <a:pt x="138042" y="27639"/>
                  </a:cubicBezTo>
                  <a:cubicBezTo>
                    <a:pt x="138301" y="28436"/>
                    <a:pt x="138535" y="29241"/>
                    <a:pt x="138743" y="30052"/>
                  </a:cubicBezTo>
                  <a:cubicBezTo>
                    <a:pt x="138952" y="30864"/>
                    <a:pt x="139134" y="31682"/>
                    <a:pt x="139291" y="32505"/>
                  </a:cubicBezTo>
                  <a:cubicBezTo>
                    <a:pt x="139448" y="33328"/>
                    <a:pt x="139580" y="34155"/>
                    <a:pt x="139685" y="34987"/>
                  </a:cubicBezTo>
                  <a:cubicBezTo>
                    <a:pt x="139790" y="35818"/>
                    <a:pt x="139868" y="36652"/>
                    <a:pt x="139921" y="37488"/>
                  </a:cubicBezTo>
                  <a:cubicBezTo>
                    <a:pt x="139974" y="38325"/>
                    <a:pt x="140000" y="39162"/>
                    <a:pt x="140000" y="40000"/>
                  </a:cubicBezTo>
                  <a:lnTo>
                    <a:pt x="140000" y="180000"/>
                  </a:lnTo>
                  <a:cubicBezTo>
                    <a:pt x="140000" y="180419"/>
                    <a:pt x="139987" y="180838"/>
                    <a:pt x="139961" y="181256"/>
                  </a:cubicBezTo>
                  <a:cubicBezTo>
                    <a:pt x="139934" y="181674"/>
                    <a:pt x="139895" y="182091"/>
                    <a:pt x="139842" y="182507"/>
                  </a:cubicBezTo>
                  <a:cubicBezTo>
                    <a:pt x="139790" y="182922"/>
                    <a:pt x="139724" y="183336"/>
                    <a:pt x="139646" y="183748"/>
                  </a:cubicBezTo>
                  <a:cubicBezTo>
                    <a:pt x="139567" y="184159"/>
                    <a:pt x="139476" y="184568"/>
                    <a:pt x="139372" y="184974"/>
                  </a:cubicBezTo>
                  <a:cubicBezTo>
                    <a:pt x="139267" y="185380"/>
                    <a:pt x="139151" y="185782"/>
                    <a:pt x="139021" y="186180"/>
                  </a:cubicBezTo>
                  <a:cubicBezTo>
                    <a:pt x="138892" y="186579"/>
                    <a:pt x="138750" y="186973"/>
                    <a:pt x="138596" y="187362"/>
                  </a:cubicBezTo>
                  <a:cubicBezTo>
                    <a:pt x="138441" y="187752"/>
                    <a:pt x="138275" y="188137"/>
                    <a:pt x="138097" y="188516"/>
                  </a:cubicBezTo>
                  <a:cubicBezTo>
                    <a:pt x="137918" y="188895"/>
                    <a:pt x="137728" y="189268"/>
                    <a:pt x="137526" y="189635"/>
                  </a:cubicBezTo>
                  <a:cubicBezTo>
                    <a:pt x="137324" y="190002"/>
                    <a:pt x="137111" y="190363"/>
                    <a:pt x="136887" y="190717"/>
                  </a:cubicBezTo>
                  <a:cubicBezTo>
                    <a:pt x="136662" y="191070"/>
                    <a:pt x="136427" y="191417"/>
                    <a:pt x="136180" y="191756"/>
                  </a:cubicBezTo>
                  <a:cubicBezTo>
                    <a:pt x="135934" y="192095"/>
                    <a:pt x="135677" y="192426"/>
                    <a:pt x="135410" y="192748"/>
                  </a:cubicBezTo>
                  <a:cubicBezTo>
                    <a:pt x="135143" y="193071"/>
                    <a:pt x="134866" y="193386"/>
                    <a:pt x="134579" y="193691"/>
                  </a:cubicBezTo>
                  <a:cubicBezTo>
                    <a:pt x="134293" y="193996"/>
                    <a:pt x="133996" y="194293"/>
                    <a:pt x="133691" y="194579"/>
                  </a:cubicBezTo>
                  <a:cubicBezTo>
                    <a:pt x="133386" y="194866"/>
                    <a:pt x="133071" y="195143"/>
                    <a:pt x="132748" y="195410"/>
                  </a:cubicBezTo>
                  <a:cubicBezTo>
                    <a:pt x="132426" y="195677"/>
                    <a:pt x="132095" y="195934"/>
                    <a:pt x="131756" y="196180"/>
                  </a:cubicBezTo>
                  <a:cubicBezTo>
                    <a:pt x="131417" y="196427"/>
                    <a:pt x="131070" y="196662"/>
                    <a:pt x="130717" y="196887"/>
                  </a:cubicBezTo>
                  <a:cubicBezTo>
                    <a:pt x="130363" y="197111"/>
                    <a:pt x="130002" y="197324"/>
                    <a:pt x="129635" y="197526"/>
                  </a:cubicBezTo>
                  <a:cubicBezTo>
                    <a:pt x="129268" y="197728"/>
                    <a:pt x="128895" y="197918"/>
                    <a:pt x="128516" y="198097"/>
                  </a:cubicBezTo>
                  <a:cubicBezTo>
                    <a:pt x="128137" y="198275"/>
                    <a:pt x="127752" y="198441"/>
                    <a:pt x="127362" y="198596"/>
                  </a:cubicBezTo>
                  <a:cubicBezTo>
                    <a:pt x="126973" y="198750"/>
                    <a:pt x="126579" y="198892"/>
                    <a:pt x="126180" y="199021"/>
                  </a:cubicBezTo>
                  <a:cubicBezTo>
                    <a:pt x="125782" y="199151"/>
                    <a:pt x="125380" y="199267"/>
                    <a:pt x="124974" y="199372"/>
                  </a:cubicBezTo>
                  <a:cubicBezTo>
                    <a:pt x="124568" y="199476"/>
                    <a:pt x="124159" y="199567"/>
                    <a:pt x="123748" y="199646"/>
                  </a:cubicBezTo>
                  <a:cubicBezTo>
                    <a:pt x="123336" y="199724"/>
                    <a:pt x="122922" y="199790"/>
                    <a:pt x="122507" y="199842"/>
                  </a:cubicBezTo>
                  <a:cubicBezTo>
                    <a:pt x="122091" y="199895"/>
                    <a:pt x="121674" y="199934"/>
                    <a:pt x="121256" y="199961"/>
                  </a:cubicBezTo>
                  <a:cubicBezTo>
                    <a:pt x="120838" y="199987"/>
                    <a:pt x="120419" y="200000"/>
                    <a:pt x="120000" y="200000"/>
                  </a:cubicBezTo>
                  <a:lnTo>
                    <a:pt x="20000" y="200000"/>
                  </a:lnTo>
                  <a:cubicBezTo>
                    <a:pt x="19581" y="200000"/>
                    <a:pt x="19162" y="199987"/>
                    <a:pt x="18744" y="199961"/>
                  </a:cubicBezTo>
                  <a:cubicBezTo>
                    <a:pt x="18326" y="199934"/>
                    <a:pt x="17909" y="199895"/>
                    <a:pt x="17493" y="199842"/>
                  </a:cubicBezTo>
                  <a:cubicBezTo>
                    <a:pt x="17078" y="199790"/>
                    <a:pt x="16664" y="199724"/>
                    <a:pt x="16252" y="199646"/>
                  </a:cubicBezTo>
                  <a:cubicBezTo>
                    <a:pt x="15841" y="199567"/>
                    <a:pt x="15432" y="199476"/>
                    <a:pt x="15026" y="199372"/>
                  </a:cubicBezTo>
                  <a:cubicBezTo>
                    <a:pt x="14620" y="199267"/>
                    <a:pt x="14218" y="199151"/>
                    <a:pt x="13820" y="199021"/>
                  </a:cubicBezTo>
                  <a:cubicBezTo>
                    <a:pt x="13421" y="198892"/>
                    <a:pt x="13027" y="198750"/>
                    <a:pt x="12638" y="198596"/>
                  </a:cubicBezTo>
                  <a:cubicBezTo>
                    <a:pt x="12248" y="198441"/>
                    <a:pt x="11863" y="198275"/>
                    <a:pt x="11484" y="198097"/>
                  </a:cubicBezTo>
                  <a:cubicBezTo>
                    <a:pt x="11105" y="197918"/>
                    <a:pt x="10732" y="197728"/>
                    <a:pt x="10365" y="197526"/>
                  </a:cubicBezTo>
                  <a:cubicBezTo>
                    <a:pt x="9998" y="197324"/>
                    <a:pt x="9637" y="197111"/>
                    <a:pt x="9283" y="196887"/>
                  </a:cubicBezTo>
                  <a:cubicBezTo>
                    <a:pt x="8930" y="196662"/>
                    <a:pt x="8583" y="196427"/>
                    <a:pt x="8244" y="196180"/>
                  </a:cubicBezTo>
                  <a:cubicBezTo>
                    <a:pt x="7905" y="195934"/>
                    <a:pt x="7574" y="195677"/>
                    <a:pt x="7252" y="195410"/>
                  </a:cubicBezTo>
                  <a:cubicBezTo>
                    <a:pt x="6929" y="195143"/>
                    <a:pt x="6614" y="194866"/>
                    <a:pt x="6309" y="194579"/>
                  </a:cubicBezTo>
                  <a:cubicBezTo>
                    <a:pt x="6004" y="194293"/>
                    <a:pt x="5707" y="193996"/>
                    <a:pt x="5421" y="193691"/>
                  </a:cubicBezTo>
                  <a:cubicBezTo>
                    <a:pt x="5134" y="193386"/>
                    <a:pt x="4857" y="193071"/>
                    <a:pt x="4590" y="192748"/>
                  </a:cubicBezTo>
                  <a:cubicBezTo>
                    <a:pt x="4323" y="192426"/>
                    <a:pt x="4066" y="192095"/>
                    <a:pt x="3820" y="191756"/>
                  </a:cubicBezTo>
                  <a:cubicBezTo>
                    <a:pt x="3573" y="191417"/>
                    <a:pt x="3338" y="191070"/>
                    <a:pt x="3113" y="190717"/>
                  </a:cubicBezTo>
                  <a:cubicBezTo>
                    <a:pt x="2889" y="190363"/>
                    <a:pt x="2676" y="190002"/>
                    <a:pt x="2474" y="189635"/>
                  </a:cubicBezTo>
                  <a:cubicBezTo>
                    <a:pt x="2272" y="189268"/>
                    <a:pt x="2082" y="188895"/>
                    <a:pt x="1903" y="188516"/>
                  </a:cubicBezTo>
                  <a:cubicBezTo>
                    <a:pt x="1725" y="188137"/>
                    <a:pt x="1559" y="187752"/>
                    <a:pt x="1404" y="187362"/>
                  </a:cubicBezTo>
                  <a:cubicBezTo>
                    <a:pt x="1250" y="186973"/>
                    <a:pt x="1108" y="186579"/>
                    <a:pt x="979" y="186180"/>
                  </a:cubicBezTo>
                  <a:cubicBezTo>
                    <a:pt x="849" y="185782"/>
                    <a:pt x="733" y="185380"/>
                    <a:pt x="628" y="184974"/>
                  </a:cubicBezTo>
                  <a:cubicBezTo>
                    <a:pt x="524" y="184568"/>
                    <a:pt x="433" y="184159"/>
                    <a:pt x="354" y="183748"/>
                  </a:cubicBezTo>
                  <a:cubicBezTo>
                    <a:pt x="276" y="183336"/>
                    <a:pt x="210" y="182922"/>
                    <a:pt x="158" y="182507"/>
                  </a:cubicBezTo>
                  <a:cubicBezTo>
                    <a:pt x="105" y="182091"/>
                    <a:pt x="66" y="181674"/>
                    <a:pt x="39" y="181256"/>
                  </a:cubicBezTo>
                  <a:cubicBezTo>
                    <a:pt x="13" y="180838"/>
                    <a:pt x="0" y="180419"/>
                    <a:pt x="0" y="180000"/>
                  </a:cubicBezTo>
                  <a:lnTo>
                    <a:pt x="0" y="40000"/>
                  </a:ln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8" name="probe-lucide-refrigerator-part-2"/>
            <p:cNvSpPr/>
            <p:nvPr/>
          </p:nvSpPr>
          <p:spPr>
            <a:xfrm>
              <a:off x="50000" y="100000"/>
              <a:ext cx="140000" cy="10"/>
            </a:xfrm>
            <a:custGeom>
              <a:avLst/>
              <a:gdLst/>
              <a:ahLst/>
              <a:cxnLst/>
              <a:rect l="0" t="0" r="r" b="b"/>
              <a:pathLst>
                <a:path w="140000" h="10">
                  <a:moveTo>
                    <a:pt x="0" y="0"/>
                  </a:moveTo>
                  <a:lnTo>
                    <a:pt x="1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9" name="probe-lucide-refrigerator-part-3"/>
            <p:cNvSpPr/>
            <p:nvPr/>
          </p:nvSpPr>
          <p:spPr>
            <a:xfrm>
              <a:off x="150000" y="7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40" name="probe-lucide-scan-barcode" descr="样品条码 — Lucide Icons and Contributors; ISC; original SVG unchanged. Source: https://github.com/lucide-icons/lucide/blob/20aef31db93fe4d9f398dbb15b120d99c48eef95/icons/scan-barcode.svg; SVG SHA256: 1d9ed9ea0da73c30d1b02738c774262ec1123cd95274aae28c774b5e83de35e6; native DrawingML derivative; original colors retained"/>
          <p:cNvGrpSpPr/>
          <p:nvPr/>
        </p:nvGrpSpPr>
        <p:grpSpPr>
          <a:xfrm>
            <a:off x="10258424" y="3657600"/>
            <a:ext cx="1028700" cy="1028700"/>
            <a:chOff x="0" y="0"/>
            <a:chExt cx="240000" cy="240000"/>
          </a:xfrm>
        </p:grpSpPr>
        <p:sp>
          <p:nvSpPr>
            <p:cNvPr id="141" name="probe-lucide-scan-barcode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2" name="probe-lucide-scan-barcode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3" name="probe-lucide-scan-barcode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4" name="probe-lucide-scan-barcode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5" name="probe-lucide-scan-barcode-part-5"/>
            <p:cNvSpPr/>
            <p:nvPr/>
          </p:nvSpPr>
          <p:spPr>
            <a:xfrm>
              <a:off x="80000" y="70000"/>
              <a:ext cx="10" cy="100000"/>
            </a:xfrm>
            <a:custGeom>
              <a:avLst/>
              <a:gdLst/>
              <a:ahLst/>
              <a:cxnLst/>
              <a:rect l="0" t="0" r="r" b="b"/>
              <a:pathLst>
                <a:path w="10" h="100000">
                  <a:moveTo>
                    <a:pt x="0" y="0"/>
                  </a:move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6" name="probe-lucide-scan-barcode-part-6"/>
            <p:cNvSpPr/>
            <p:nvPr/>
          </p:nvSpPr>
          <p:spPr>
            <a:xfrm>
              <a:off x="120000" y="70000"/>
              <a:ext cx="10" cy="100000"/>
            </a:xfrm>
            <a:custGeom>
              <a:avLst/>
              <a:gdLst/>
              <a:ahLst/>
              <a:cxnLst/>
              <a:rect l="0" t="0" r="r" b="b"/>
              <a:pathLst>
                <a:path w="10" h="100000">
                  <a:moveTo>
                    <a:pt x="0" y="0"/>
                  </a:move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7" name="probe-lucide-scan-barcode-part-7"/>
            <p:cNvSpPr/>
            <p:nvPr/>
          </p:nvSpPr>
          <p:spPr>
            <a:xfrm>
              <a:off x="170000" y="70000"/>
              <a:ext cx="10" cy="100000"/>
            </a:xfrm>
            <a:custGeom>
              <a:avLst/>
              <a:gdLst/>
              <a:ahLst/>
              <a:cxnLst/>
              <a:rect l="0" t="0" r="r" b="b"/>
              <a:pathLst>
                <a:path w="10" h="100000">
                  <a:moveTo>
                    <a:pt x="0" y="0"/>
                  </a:moveTo>
                  <a:lnTo>
                    <a:pt x="0" y="10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48" name="probe-lucide-tags" descr="样品标签 — Lucide Icons and Contributors; ISC; original SVG unchanged. Source: https://github.com/lucide-icons/lucide/blob/20aef31db93fe4d9f398dbb15b120d99c48eef95/icons/tags.svg; SVG SHA256: 61ffd6d11beb2073bfed08a318d2804492545e11356995c7fc9bc6d20ca1873a; native DrawingML derivative; original colors retained"/>
          <p:cNvGrpSpPr/>
          <p:nvPr/>
        </p:nvGrpSpPr>
        <p:grpSpPr>
          <a:xfrm>
            <a:off x="885825" y="5124450"/>
            <a:ext cx="1028700" cy="1028700"/>
            <a:chOff x="0" y="0"/>
            <a:chExt cx="240000" cy="240000"/>
          </a:xfrm>
        </p:grpSpPr>
        <p:sp>
          <p:nvSpPr>
            <p:cNvPr id="149" name="probe-lucide-tags-part-1"/>
            <p:cNvSpPr/>
            <p:nvPr/>
          </p:nvSpPr>
          <p:spPr>
            <a:xfrm>
              <a:off x="60000" y="20000"/>
              <a:ext cx="160059" cy="160059"/>
            </a:xfrm>
            <a:custGeom>
              <a:avLst/>
              <a:gdLst/>
              <a:ahLst/>
              <a:cxnLst/>
              <a:rect l="0" t="0" r="r" b="b"/>
              <a:pathLst>
                <a:path w="160059" h="160059">
                  <a:moveTo>
                    <a:pt x="71720" y="0"/>
                  </a:moveTo>
                  <a:cubicBezTo>
                    <a:pt x="72123" y="0"/>
                    <a:pt x="72525" y="12"/>
                    <a:pt x="72927" y="37"/>
                  </a:cubicBezTo>
                  <a:cubicBezTo>
                    <a:pt x="73329" y="61"/>
                    <a:pt x="73731" y="98"/>
                    <a:pt x="74131" y="146"/>
                  </a:cubicBezTo>
                  <a:cubicBezTo>
                    <a:pt x="74530" y="195"/>
                    <a:pt x="74929" y="256"/>
                    <a:pt x="75325" y="328"/>
                  </a:cubicBezTo>
                  <a:cubicBezTo>
                    <a:pt x="75721" y="401"/>
                    <a:pt x="76115" y="486"/>
                    <a:pt x="76506" y="582"/>
                  </a:cubicBezTo>
                  <a:cubicBezTo>
                    <a:pt x="76897" y="679"/>
                    <a:pt x="77285" y="787"/>
                    <a:pt x="77669" y="907"/>
                  </a:cubicBezTo>
                  <a:cubicBezTo>
                    <a:pt x="78054" y="1027"/>
                    <a:pt x="78435" y="1158"/>
                    <a:pt x="78811" y="1301"/>
                  </a:cubicBezTo>
                  <a:cubicBezTo>
                    <a:pt x="79188" y="1444"/>
                    <a:pt x="79560" y="1598"/>
                    <a:pt x="79927" y="1763"/>
                  </a:cubicBezTo>
                  <a:cubicBezTo>
                    <a:pt x="80295" y="1929"/>
                    <a:pt x="80657" y="2105"/>
                    <a:pt x="81013" y="2293"/>
                  </a:cubicBezTo>
                  <a:cubicBezTo>
                    <a:pt x="81370" y="2480"/>
                    <a:pt x="81721" y="2678"/>
                    <a:pt x="82065" y="2886"/>
                  </a:cubicBezTo>
                  <a:cubicBezTo>
                    <a:pt x="82410" y="3095"/>
                    <a:pt x="82748" y="3313"/>
                    <a:pt x="83080" y="3542"/>
                  </a:cubicBezTo>
                  <a:cubicBezTo>
                    <a:pt x="83411" y="3771"/>
                    <a:pt x="83736" y="4010"/>
                    <a:pt x="84053" y="4258"/>
                  </a:cubicBezTo>
                  <a:cubicBezTo>
                    <a:pt x="84370" y="4507"/>
                    <a:pt x="84679" y="4765"/>
                    <a:pt x="84981" y="5032"/>
                  </a:cubicBezTo>
                  <a:cubicBezTo>
                    <a:pt x="85282" y="5299"/>
                    <a:pt x="85575" y="5575"/>
                    <a:pt x="85860" y="5860"/>
                  </a:cubicBezTo>
                  <a:lnTo>
                    <a:pt x="152960" y="72960"/>
                  </a:lnTo>
                  <a:cubicBezTo>
                    <a:pt x="153305" y="73302"/>
                    <a:pt x="153639" y="73655"/>
                    <a:pt x="153963" y="74017"/>
                  </a:cubicBezTo>
                  <a:cubicBezTo>
                    <a:pt x="154287" y="74380"/>
                    <a:pt x="154599" y="74752"/>
                    <a:pt x="154900" y="75133"/>
                  </a:cubicBezTo>
                  <a:cubicBezTo>
                    <a:pt x="155201" y="75515"/>
                    <a:pt x="155490" y="75905"/>
                    <a:pt x="155768" y="76304"/>
                  </a:cubicBezTo>
                  <a:cubicBezTo>
                    <a:pt x="156045" y="76703"/>
                    <a:pt x="156310" y="77111"/>
                    <a:pt x="156563" y="77526"/>
                  </a:cubicBezTo>
                  <a:cubicBezTo>
                    <a:pt x="156815" y="77941"/>
                    <a:pt x="157055" y="78363"/>
                    <a:pt x="157282" y="78793"/>
                  </a:cubicBezTo>
                  <a:cubicBezTo>
                    <a:pt x="157509" y="79223"/>
                    <a:pt x="157723" y="79659"/>
                    <a:pt x="157923" y="80102"/>
                  </a:cubicBezTo>
                  <a:cubicBezTo>
                    <a:pt x="158123" y="80544"/>
                    <a:pt x="158310" y="80993"/>
                    <a:pt x="158483" y="81447"/>
                  </a:cubicBezTo>
                  <a:cubicBezTo>
                    <a:pt x="158657" y="81901"/>
                    <a:pt x="158816" y="82360"/>
                    <a:pt x="158961" y="82824"/>
                  </a:cubicBezTo>
                  <a:cubicBezTo>
                    <a:pt x="159106" y="83287"/>
                    <a:pt x="159238" y="83755"/>
                    <a:pt x="159354" y="84227"/>
                  </a:cubicBezTo>
                  <a:cubicBezTo>
                    <a:pt x="159471" y="84699"/>
                    <a:pt x="159574" y="85174"/>
                    <a:pt x="159662" y="85652"/>
                  </a:cubicBezTo>
                  <a:cubicBezTo>
                    <a:pt x="159750" y="86129"/>
                    <a:pt x="159823" y="86610"/>
                    <a:pt x="159882" y="87092"/>
                  </a:cubicBezTo>
                  <a:cubicBezTo>
                    <a:pt x="159941" y="87574"/>
                    <a:pt x="159985" y="88058"/>
                    <a:pt x="160015" y="88543"/>
                  </a:cubicBezTo>
                  <a:cubicBezTo>
                    <a:pt x="160044" y="89028"/>
                    <a:pt x="160059" y="89514"/>
                    <a:pt x="160059" y="90000"/>
                  </a:cubicBezTo>
                  <a:cubicBezTo>
                    <a:pt x="160059" y="90486"/>
                    <a:pt x="160044" y="90972"/>
                    <a:pt x="160015" y="91457"/>
                  </a:cubicBezTo>
                  <a:cubicBezTo>
                    <a:pt x="159985" y="91942"/>
                    <a:pt x="159941" y="92426"/>
                    <a:pt x="159882" y="92908"/>
                  </a:cubicBezTo>
                  <a:cubicBezTo>
                    <a:pt x="159823" y="93390"/>
                    <a:pt x="159750" y="93871"/>
                    <a:pt x="159662" y="94348"/>
                  </a:cubicBezTo>
                  <a:cubicBezTo>
                    <a:pt x="159574" y="94826"/>
                    <a:pt x="159471" y="95301"/>
                    <a:pt x="159354" y="95773"/>
                  </a:cubicBezTo>
                  <a:cubicBezTo>
                    <a:pt x="159238" y="96245"/>
                    <a:pt x="159106" y="96713"/>
                    <a:pt x="158961" y="97176"/>
                  </a:cubicBezTo>
                  <a:cubicBezTo>
                    <a:pt x="158816" y="97640"/>
                    <a:pt x="158657" y="98099"/>
                    <a:pt x="158483" y="98553"/>
                  </a:cubicBezTo>
                  <a:cubicBezTo>
                    <a:pt x="158310" y="99007"/>
                    <a:pt x="158123" y="99456"/>
                    <a:pt x="157923" y="99898"/>
                  </a:cubicBezTo>
                  <a:cubicBezTo>
                    <a:pt x="157723" y="100341"/>
                    <a:pt x="157509" y="100777"/>
                    <a:pt x="157282" y="101207"/>
                  </a:cubicBezTo>
                  <a:cubicBezTo>
                    <a:pt x="157055" y="101637"/>
                    <a:pt x="156815" y="102059"/>
                    <a:pt x="156563" y="102474"/>
                  </a:cubicBezTo>
                  <a:cubicBezTo>
                    <a:pt x="156310" y="102889"/>
                    <a:pt x="156045" y="103297"/>
                    <a:pt x="155768" y="103696"/>
                  </a:cubicBezTo>
                  <a:cubicBezTo>
                    <a:pt x="155490" y="104095"/>
                    <a:pt x="155201" y="104485"/>
                    <a:pt x="154900" y="104867"/>
                  </a:cubicBezTo>
                  <a:cubicBezTo>
                    <a:pt x="154599" y="105248"/>
                    <a:pt x="154287" y="105620"/>
                    <a:pt x="153963" y="105983"/>
                  </a:cubicBezTo>
                  <a:cubicBezTo>
                    <a:pt x="153639" y="106345"/>
                    <a:pt x="153305" y="106698"/>
                    <a:pt x="152960" y="107040"/>
                  </a:cubicBezTo>
                  <a:lnTo>
                    <a:pt x="107040" y="152960"/>
                  </a:lnTo>
                  <a:cubicBezTo>
                    <a:pt x="106698" y="153305"/>
                    <a:pt x="106345" y="153639"/>
                    <a:pt x="105983" y="153963"/>
                  </a:cubicBezTo>
                  <a:cubicBezTo>
                    <a:pt x="105620" y="154287"/>
                    <a:pt x="105248" y="154599"/>
                    <a:pt x="104867" y="154900"/>
                  </a:cubicBezTo>
                  <a:cubicBezTo>
                    <a:pt x="104485" y="155201"/>
                    <a:pt x="104095" y="155490"/>
                    <a:pt x="103696" y="155768"/>
                  </a:cubicBezTo>
                  <a:cubicBezTo>
                    <a:pt x="103297" y="156045"/>
                    <a:pt x="102889" y="156310"/>
                    <a:pt x="102474" y="156563"/>
                  </a:cubicBezTo>
                  <a:cubicBezTo>
                    <a:pt x="102059" y="156815"/>
                    <a:pt x="101637" y="157055"/>
                    <a:pt x="101207" y="157282"/>
                  </a:cubicBezTo>
                  <a:cubicBezTo>
                    <a:pt x="100777" y="157509"/>
                    <a:pt x="100341" y="157723"/>
                    <a:pt x="99898" y="157923"/>
                  </a:cubicBezTo>
                  <a:cubicBezTo>
                    <a:pt x="99456" y="158123"/>
                    <a:pt x="99007" y="158310"/>
                    <a:pt x="98553" y="158483"/>
                  </a:cubicBezTo>
                  <a:cubicBezTo>
                    <a:pt x="98099" y="158657"/>
                    <a:pt x="97640" y="158816"/>
                    <a:pt x="97176" y="158961"/>
                  </a:cubicBezTo>
                  <a:cubicBezTo>
                    <a:pt x="96713" y="159106"/>
                    <a:pt x="96245" y="159238"/>
                    <a:pt x="95773" y="159354"/>
                  </a:cubicBezTo>
                  <a:cubicBezTo>
                    <a:pt x="95301" y="159471"/>
                    <a:pt x="94826" y="159574"/>
                    <a:pt x="94348" y="159662"/>
                  </a:cubicBezTo>
                  <a:cubicBezTo>
                    <a:pt x="93871" y="159750"/>
                    <a:pt x="93390" y="159823"/>
                    <a:pt x="92908" y="159882"/>
                  </a:cubicBezTo>
                  <a:cubicBezTo>
                    <a:pt x="92426" y="159941"/>
                    <a:pt x="91942" y="159985"/>
                    <a:pt x="91457" y="160015"/>
                  </a:cubicBezTo>
                  <a:cubicBezTo>
                    <a:pt x="90972" y="160044"/>
                    <a:pt x="90486" y="160059"/>
                    <a:pt x="90000" y="160059"/>
                  </a:cubicBezTo>
                  <a:cubicBezTo>
                    <a:pt x="89514" y="160059"/>
                    <a:pt x="89028" y="160044"/>
                    <a:pt x="88543" y="160015"/>
                  </a:cubicBezTo>
                  <a:cubicBezTo>
                    <a:pt x="88058" y="159985"/>
                    <a:pt x="87574" y="159941"/>
                    <a:pt x="87092" y="159882"/>
                  </a:cubicBezTo>
                  <a:cubicBezTo>
                    <a:pt x="86610" y="159823"/>
                    <a:pt x="86129" y="159750"/>
                    <a:pt x="85652" y="159662"/>
                  </a:cubicBezTo>
                  <a:cubicBezTo>
                    <a:pt x="85174" y="159574"/>
                    <a:pt x="84699" y="159471"/>
                    <a:pt x="84227" y="159354"/>
                  </a:cubicBezTo>
                  <a:cubicBezTo>
                    <a:pt x="83755" y="159238"/>
                    <a:pt x="83287" y="159106"/>
                    <a:pt x="82824" y="158961"/>
                  </a:cubicBezTo>
                  <a:cubicBezTo>
                    <a:pt x="82360" y="158816"/>
                    <a:pt x="81901" y="158657"/>
                    <a:pt x="81447" y="158483"/>
                  </a:cubicBezTo>
                  <a:cubicBezTo>
                    <a:pt x="80993" y="158310"/>
                    <a:pt x="80544" y="158123"/>
                    <a:pt x="80102" y="157923"/>
                  </a:cubicBezTo>
                  <a:cubicBezTo>
                    <a:pt x="79659" y="157723"/>
                    <a:pt x="79223" y="157509"/>
                    <a:pt x="78793" y="157282"/>
                  </a:cubicBezTo>
                  <a:cubicBezTo>
                    <a:pt x="78363" y="157055"/>
                    <a:pt x="77941" y="156815"/>
                    <a:pt x="77526" y="156563"/>
                  </a:cubicBezTo>
                  <a:cubicBezTo>
                    <a:pt x="77111" y="156310"/>
                    <a:pt x="76703" y="156045"/>
                    <a:pt x="76304" y="155768"/>
                  </a:cubicBezTo>
                  <a:cubicBezTo>
                    <a:pt x="75905" y="155490"/>
                    <a:pt x="75515" y="155201"/>
                    <a:pt x="75133" y="154900"/>
                  </a:cubicBezTo>
                  <a:cubicBezTo>
                    <a:pt x="74752" y="154599"/>
                    <a:pt x="74380" y="154287"/>
                    <a:pt x="74017" y="153963"/>
                  </a:cubicBezTo>
                  <a:cubicBezTo>
                    <a:pt x="73655" y="153639"/>
                    <a:pt x="73302" y="153305"/>
                    <a:pt x="72960" y="152960"/>
                  </a:cubicBezTo>
                  <a:lnTo>
                    <a:pt x="5860" y="85860"/>
                  </a:lnTo>
                  <a:cubicBezTo>
                    <a:pt x="5575" y="85575"/>
                    <a:pt x="5299" y="85282"/>
                    <a:pt x="5032" y="84981"/>
                  </a:cubicBezTo>
                  <a:cubicBezTo>
                    <a:pt x="4765" y="84679"/>
                    <a:pt x="4507" y="84370"/>
                    <a:pt x="4258" y="84053"/>
                  </a:cubicBezTo>
                  <a:cubicBezTo>
                    <a:pt x="4010" y="83736"/>
                    <a:pt x="3771" y="83411"/>
                    <a:pt x="3542" y="83080"/>
                  </a:cubicBezTo>
                  <a:cubicBezTo>
                    <a:pt x="3313" y="82748"/>
                    <a:pt x="3095" y="82410"/>
                    <a:pt x="2886" y="82065"/>
                  </a:cubicBezTo>
                  <a:cubicBezTo>
                    <a:pt x="2678" y="81721"/>
                    <a:pt x="2480" y="81370"/>
                    <a:pt x="2293" y="81013"/>
                  </a:cubicBezTo>
                  <a:cubicBezTo>
                    <a:pt x="2105" y="80657"/>
                    <a:pt x="1929" y="80295"/>
                    <a:pt x="1763" y="79927"/>
                  </a:cubicBezTo>
                  <a:cubicBezTo>
                    <a:pt x="1598" y="79560"/>
                    <a:pt x="1444" y="79188"/>
                    <a:pt x="1301" y="78811"/>
                  </a:cubicBezTo>
                  <a:cubicBezTo>
                    <a:pt x="1158" y="78435"/>
                    <a:pt x="1027" y="78054"/>
                    <a:pt x="907" y="77669"/>
                  </a:cubicBezTo>
                  <a:cubicBezTo>
                    <a:pt x="787" y="77285"/>
                    <a:pt x="679" y="76897"/>
                    <a:pt x="582" y="76506"/>
                  </a:cubicBezTo>
                  <a:cubicBezTo>
                    <a:pt x="486" y="76115"/>
                    <a:pt x="401" y="75721"/>
                    <a:pt x="328" y="75325"/>
                  </a:cubicBezTo>
                  <a:cubicBezTo>
                    <a:pt x="256" y="74929"/>
                    <a:pt x="195" y="74530"/>
                    <a:pt x="146" y="74131"/>
                  </a:cubicBezTo>
                  <a:cubicBezTo>
                    <a:pt x="98" y="73731"/>
                    <a:pt x="61" y="73329"/>
                    <a:pt x="37" y="72927"/>
                  </a:cubicBezTo>
                  <a:cubicBezTo>
                    <a:pt x="12" y="72525"/>
                    <a:pt x="0" y="72123"/>
                    <a:pt x="0" y="7172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0" name="probe-lucide-tags-part-2"/>
            <p:cNvSpPr/>
            <p:nvPr/>
          </p:nvSpPr>
          <p:spPr>
            <a:xfrm>
              <a:off x="20000" y="70000"/>
              <a:ext cx="104870" cy="150055"/>
            </a:xfrm>
            <a:custGeom>
              <a:avLst/>
              <a:gdLst/>
              <a:ahLst/>
              <a:cxnLst/>
              <a:rect l="0" t="0" r="r" b="b"/>
              <a:pathLst>
                <a:path w="104870" h="150055">
                  <a:moveTo>
                    <a:pt x="0" y="0"/>
                  </a:moveTo>
                  <a:lnTo>
                    <a:pt x="0" y="61720"/>
                  </a:lnTo>
                  <a:cubicBezTo>
                    <a:pt x="0" y="62123"/>
                    <a:pt x="12" y="62525"/>
                    <a:pt x="37" y="62927"/>
                  </a:cubicBezTo>
                  <a:cubicBezTo>
                    <a:pt x="61" y="63329"/>
                    <a:pt x="98" y="63731"/>
                    <a:pt x="146" y="64131"/>
                  </a:cubicBezTo>
                  <a:cubicBezTo>
                    <a:pt x="195" y="64530"/>
                    <a:pt x="256" y="64929"/>
                    <a:pt x="328" y="65325"/>
                  </a:cubicBezTo>
                  <a:cubicBezTo>
                    <a:pt x="401" y="65721"/>
                    <a:pt x="486" y="66115"/>
                    <a:pt x="582" y="66506"/>
                  </a:cubicBezTo>
                  <a:cubicBezTo>
                    <a:pt x="679" y="66897"/>
                    <a:pt x="787" y="67285"/>
                    <a:pt x="907" y="67669"/>
                  </a:cubicBezTo>
                  <a:cubicBezTo>
                    <a:pt x="1027" y="68054"/>
                    <a:pt x="1158" y="68435"/>
                    <a:pt x="1301" y="68811"/>
                  </a:cubicBezTo>
                  <a:cubicBezTo>
                    <a:pt x="1444" y="69188"/>
                    <a:pt x="1598" y="69560"/>
                    <a:pt x="1763" y="69927"/>
                  </a:cubicBezTo>
                  <a:cubicBezTo>
                    <a:pt x="1929" y="70295"/>
                    <a:pt x="2105" y="70657"/>
                    <a:pt x="2293" y="71013"/>
                  </a:cubicBezTo>
                  <a:cubicBezTo>
                    <a:pt x="2480" y="71370"/>
                    <a:pt x="2678" y="71721"/>
                    <a:pt x="2886" y="72065"/>
                  </a:cubicBezTo>
                  <a:cubicBezTo>
                    <a:pt x="3095" y="72410"/>
                    <a:pt x="3313" y="72748"/>
                    <a:pt x="3542" y="73080"/>
                  </a:cubicBezTo>
                  <a:cubicBezTo>
                    <a:pt x="3771" y="73411"/>
                    <a:pt x="4010" y="73736"/>
                    <a:pt x="4258" y="74053"/>
                  </a:cubicBezTo>
                  <a:cubicBezTo>
                    <a:pt x="4507" y="74370"/>
                    <a:pt x="4765" y="74679"/>
                    <a:pt x="5032" y="74981"/>
                  </a:cubicBezTo>
                  <a:cubicBezTo>
                    <a:pt x="5299" y="75282"/>
                    <a:pt x="5575" y="75575"/>
                    <a:pt x="5860" y="75860"/>
                  </a:cubicBezTo>
                  <a:lnTo>
                    <a:pt x="72960" y="142960"/>
                  </a:lnTo>
                  <a:cubicBezTo>
                    <a:pt x="73302" y="143305"/>
                    <a:pt x="73655" y="143639"/>
                    <a:pt x="74018" y="143963"/>
                  </a:cubicBezTo>
                  <a:cubicBezTo>
                    <a:pt x="74380" y="144286"/>
                    <a:pt x="74752" y="144599"/>
                    <a:pt x="75134" y="144900"/>
                  </a:cubicBezTo>
                  <a:cubicBezTo>
                    <a:pt x="75516" y="145201"/>
                    <a:pt x="75906" y="145490"/>
                    <a:pt x="76305" y="145767"/>
                  </a:cubicBezTo>
                  <a:cubicBezTo>
                    <a:pt x="76704" y="146044"/>
                    <a:pt x="77112" y="146309"/>
                    <a:pt x="77527" y="146562"/>
                  </a:cubicBezTo>
                  <a:cubicBezTo>
                    <a:pt x="77942" y="146814"/>
                    <a:pt x="78365" y="147054"/>
                    <a:pt x="78795" y="147281"/>
                  </a:cubicBezTo>
                  <a:cubicBezTo>
                    <a:pt x="79225" y="147508"/>
                    <a:pt x="79661" y="147721"/>
                    <a:pt x="80104" y="147922"/>
                  </a:cubicBezTo>
                  <a:cubicBezTo>
                    <a:pt x="80547" y="148122"/>
                    <a:pt x="80995" y="148309"/>
                    <a:pt x="81449" y="148482"/>
                  </a:cubicBezTo>
                  <a:cubicBezTo>
                    <a:pt x="81903" y="148655"/>
                    <a:pt x="82363" y="148814"/>
                    <a:pt x="82826" y="148959"/>
                  </a:cubicBezTo>
                  <a:cubicBezTo>
                    <a:pt x="83290" y="149104"/>
                    <a:pt x="83758" y="149235"/>
                    <a:pt x="84230" y="149352"/>
                  </a:cubicBezTo>
                  <a:cubicBezTo>
                    <a:pt x="84702" y="149469"/>
                    <a:pt x="85177" y="149571"/>
                    <a:pt x="85655" y="149659"/>
                  </a:cubicBezTo>
                  <a:cubicBezTo>
                    <a:pt x="86133" y="149747"/>
                    <a:pt x="86613" y="149820"/>
                    <a:pt x="87095" y="149879"/>
                  </a:cubicBezTo>
                  <a:cubicBezTo>
                    <a:pt x="87578" y="149938"/>
                    <a:pt x="88062" y="149982"/>
                    <a:pt x="88547" y="150011"/>
                  </a:cubicBezTo>
                  <a:cubicBezTo>
                    <a:pt x="89032" y="150041"/>
                    <a:pt x="89518" y="150055"/>
                    <a:pt x="90004" y="150055"/>
                  </a:cubicBezTo>
                  <a:cubicBezTo>
                    <a:pt x="90490" y="150055"/>
                    <a:pt x="90975" y="150040"/>
                    <a:pt x="91460" y="150010"/>
                  </a:cubicBezTo>
                  <a:cubicBezTo>
                    <a:pt x="91945" y="149981"/>
                    <a:pt x="92430" y="149936"/>
                    <a:pt x="92912" y="149877"/>
                  </a:cubicBezTo>
                  <a:cubicBezTo>
                    <a:pt x="93394" y="149818"/>
                    <a:pt x="93875" y="149744"/>
                    <a:pt x="94352" y="149656"/>
                  </a:cubicBezTo>
                  <a:cubicBezTo>
                    <a:pt x="94830" y="149568"/>
                    <a:pt x="95305" y="149465"/>
                    <a:pt x="95777" y="149348"/>
                  </a:cubicBezTo>
                  <a:cubicBezTo>
                    <a:pt x="96249" y="149231"/>
                    <a:pt x="96717" y="149100"/>
                    <a:pt x="97180" y="148954"/>
                  </a:cubicBezTo>
                  <a:cubicBezTo>
                    <a:pt x="97644" y="148809"/>
                    <a:pt x="98103" y="148649"/>
                    <a:pt x="98557" y="148476"/>
                  </a:cubicBezTo>
                  <a:cubicBezTo>
                    <a:pt x="99011" y="148303"/>
                    <a:pt x="99460" y="148116"/>
                    <a:pt x="99902" y="147915"/>
                  </a:cubicBezTo>
                  <a:cubicBezTo>
                    <a:pt x="100345" y="147714"/>
                    <a:pt x="100781" y="147501"/>
                    <a:pt x="101211" y="147273"/>
                  </a:cubicBezTo>
                  <a:cubicBezTo>
                    <a:pt x="101640" y="147046"/>
                    <a:pt x="102063" y="146806"/>
                    <a:pt x="102478" y="146554"/>
                  </a:cubicBezTo>
                  <a:cubicBezTo>
                    <a:pt x="102893" y="146301"/>
                    <a:pt x="103300" y="146036"/>
                    <a:pt x="103699" y="145758"/>
                  </a:cubicBezTo>
                  <a:cubicBezTo>
                    <a:pt x="104098" y="145481"/>
                    <a:pt x="104489" y="145191"/>
                    <a:pt x="104870" y="14489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1" name="probe-lucide-tags-part-3"/>
            <p:cNvSpPr/>
            <p:nvPr/>
          </p:nvSpPr>
          <p:spPr>
            <a:xfrm>
              <a:off x="100000" y="6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000000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52" name="probe-noto-emoji_u1f4be" descr="相机数据存储示意 — Google Noto Emoji contributors; Apache-2.0; original SVG unchanged. Source: https://github.com/googlefonts/noto-emoji/blob/e20cbc2bbec1926686be9f9bee7d1d2cfa1fea0e/2D/svg/emoji_u1f4be.svg; SVG SHA256: eae929de9444af93c919960246be32fdb7dfed31688d69d9835b4c86a0774e4d; native DrawingML derivative; original colors retained"/>
          <p:cNvGrpSpPr/>
          <p:nvPr/>
        </p:nvGrpSpPr>
        <p:grpSpPr>
          <a:xfrm>
            <a:off x="3228975" y="5124450"/>
            <a:ext cx="1028700" cy="1028700"/>
            <a:chOff x="0" y="0"/>
            <a:chExt cx="1280000" cy="1280000"/>
          </a:xfrm>
        </p:grpSpPr>
        <p:sp>
          <p:nvSpPr>
            <p:cNvPr id="153" name="probe-noto-emoji_u1f4be-part-1"/>
            <p:cNvSpPr/>
            <p:nvPr/>
          </p:nvSpPr>
          <p:spPr>
            <a:xfrm>
              <a:off x="38300" y="38300"/>
              <a:ext cx="1203400" cy="1203400"/>
            </a:xfrm>
            <a:custGeom>
              <a:avLst/>
              <a:gdLst/>
              <a:ahLst/>
              <a:cxnLst/>
              <a:rect l="0" t="0" r="r" b="b"/>
              <a:pathLst>
                <a:path w="1203400" h="1203400">
                  <a:moveTo>
                    <a:pt x="1203400" y="241200"/>
                  </a:moveTo>
                  <a:lnTo>
                    <a:pt x="1203400" y="1116100"/>
                  </a:lnTo>
                  <a:cubicBezTo>
                    <a:pt x="1203400" y="1164300"/>
                    <a:pt x="1164300" y="1203400"/>
                    <a:pt x="1116100" y="1203400"/>
                  </a:cubicBezTo>
                  <a:lnTo>
                    <a:pt x="87300" y="1203400"/>
                  </a:lnTo>
                  <a:cubicBezTo>
                    <a:pt x="39100" y="1203400"/>
                    <a:pt x="0" y="1164300"/>
                    <a:pt x="0" y="1116100"/>
                  </a:cubicBezTo>
                  <a:lnTo>
                    <a:pt x="0" y="87300"/>
                  </a:lnTo>
                  <a:cubicBezTo>
                    <a:pt x="0" y="39100"/>
                    <a:pt x="39100" y="0"/>
                    <a:pt x="87300" y="0"/>
                  </a:cubicBezTo>
                  <a:lnTo>
                    <a:pt x="983700" y="0"/>
                  </a:lnTo>
                  <a:cubicBezTo>
                    <a:pt x="1019300" y="0"/>
                    <a:pt x="1053100" y="15900"/>
                    <a:pt x="1075800" y="43400"/>
                  </a:cubicBezTo>
                  <a:lnTo>
                    <a:pt x="1176200" y="165300"/>
                  </a:lnTo>
                  <a:cubicBezTo>
                    <a:pt x="1193800" y="186700"/>
                    <a:pt x="1203400" y="213500"/>
                    <a:pt x="1203400" y="241200"/>
                  </a:cubicBezTo>
                  <a:close/>
                </a:path>
              </a:pathLst>
            </a:custGeom>
            <a:solidFill>
              <a:srgbClr val="616161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4" name="probe-noto-emoji_u1f4be-part-2"/>
            <p:cNvSpPr/>
            <p:nvPr/>
          </p:nvSpPr>
          <p:spPr>
            <a:xfrm>
              <a:off x="240000" y="679700"/>
              <a:ext cx="799500" cy="562000"/>
            </a:xfrm>
            <a:custGeom>
              <a:avLst/>
              <a:gdLst/>
              <a:ahLst/>
              <a:cxnLst/>
              <a:rect l="0" t="0" r="r" b="b"/>
              <a:pathLst>
                <a:path w="799500" h="562000">
                  <a:moveTo>
                    <a:pt x="799400" y="562000"/>
                  </a:moveTo>
                  <a:lnTo>
                    <a:pt x="0" y="562000"/>
                  </a:lnTo>
                  <a:lnTo>
                    <a:pt x="0" y="32800"/>
                  </a:lnTo>
                  <a:cubicBezTo>
                    <a:pt x="0" y="14700"/>
                    <a:pt x="14700" y="0"/>
                    <a:pt x="32800" y="0"/>
                  </a:cubicBezTo>
                  <a:lnTo>
                    <a:pt x="766700" y="0"/>
                  </a:lnTo>
                  <a:cubicBezTo>
                    <a:pt x="784800" y="0"/>
                    <a:pt x="799500" y="14700"/>
                    <a:pt x="799500" y="32800"/>
                  </a:cubicBezTo>
                  <a:lnTo>
                    <a:pt x="799500" y="562000"/>
                  </a:ln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5" name="probe-noto-emoji_u1f4be-part-3"/>
            <p:cNvSpPr/>
            <p:nvPr/>
          </p:nvSpPr>
          <p:spPr>
            <a:xfrm>
              <a:off x="240000" y="1119200"/>
              <a:ext cx="799400" cy="122500"/>
            </a:xfrm>
            <a:custGeom>
              <a:avLst/>
              <a:gdLst/>
              <a:ahLst/>
              <a:cxnLst/>
              <a:rect l="0" t="0" r="r" b="b"/>
              <a:pathLst>
                <a:path w="799400" h="122500">
                  <a:moveTo>
                    <a:pt x="0" y="0"/>
                  </a:moveTo>
                  <a:lnTo>
                    <a:pt x="799400" y="0"/>
                  </a:lnTo>
                  <a:lnTo>
                    <a:pt x="799400" y="122500"/>
                  </a:lnTo>
                  <a:lnTo>
                    <a:pt x="0" y="122500"/>
                  </a:lnTo>
                  <a:close/>
                </a:path>
              </a:pathLst>
            </a:custGeom>
            <a:solidFill>
              <a:srgbClr val="039BE5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6" name="probe-noto-emoji_u1f4be-part-4"/>
            <p:cNvSpPr/>
            <p:nvPr/>
          </p:nvSpPr>
          <p:spPr>
            <a:xfrm>
              <a:off x="167500" y="38300"/>
              <a:ext cx="839900" cy="509200"/>
            </a:xfrm>
            <a:custGeom>
              <a:avLst/>
              <a:gdLst/>
              <a:ahLst/>
              <a:cxnLst/>
              <a:rect l="0" t="0" r="r" b="b"/>
              <a:pathLst>
                <a:path w="839900" h="509200">
                  <a:moveTo>
                    <a:pt x="0" y="0"/>
                  </a:moveTo>
                  <a:lnTo>
                    <a:pt x="0" y="477500"/>
                  </a:lnTo>
                  <a:cubicBezTo>
                    <a:pt x="0" y="495300"/>
                    <a:pt x="15700" y="509200"/>
                    <a:pt x="36500" y="509200"/>
                  </a:cubicBezTo>
                  <a:lnTo>
                    <a:pt x="803000" y="509200"/>
                  </a:lnTo>
                  <a:cubicBezTo>
                    <a:pt x="823800" y="509200"/>
                    <a:pt x="839900" y="495400"/>
                    <a:pt x="839900" y="477500"/>
                  </a:cubicBezTo>
                  <a:lnTo>
                    <a:pt x="8399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242"/>
            </a:solidFill>
            <a:ln w="8037" cap="flat">
              <a:noFill/>
              <a:prstDash val="solid"/>
              <a:miter/>
            </a:ln>
          </p:spPr>
        </p:sp>
        <p:sp>
          <p:nvSpPr>
            <p:cNvPr id="157" name="probe-noto-emoji_u1f4be-part-5"/>
            <p:cNvSpPr/>
            <p:nvPr/>
          </p:nvSpPr>
          <p:spPr>
            <a:xfrm>
              <a:off x="350000" y="38300"/>
              <a:ext cx="629700" cy="480000"/>
            </a:xfrm>
            <a:custGeom>
              <a:avLst/>
              <a:gdLst/>
              <a:ahLst/>
              <a:cxnLst/>
              <a:rect l="0" t="0" r="r" b="b"/>
              <a:pathLst>
                <a:path w="629700" h="480000">
                  <a:moveTo>
                    <a:pt x="0" y="0"/>
                  </a:moveTo>
                  <a:lnTo>
                    <a:pt x="0" y="450200"/>
                  </a:lnTo>
                  <a:cubicBezTo>
                    <a:pt x="0" y="467000"/>
                    <a:pt x="11800" y="480000"/>
                    <a:pt x="27400" y="480000"/>
                  </a:cubicBezTo>
                  <a:lnTo>
                    <a:pt x="602000" y="480000"/>
                  </a:lnTo>
                  <a:cubicBezTo>
                    <a:pt x="617600" y="480000"/>
                    <a:pt x="629700" y="467000"/>
                    <a:pt x="629700" y="450200"/>
                  </a:cubicBezTo>
                  <a:lnTo>
                    <a:pt x="629700" y="0"/>
                  </a:lnTo>
                  <a:lnTo>
                    <a:pt x="0" y="0"/>
                  </a:lnTo>
                  <a:close/>
                  <a:moveTo>
                    <a:pt x="509700" y="426900"/>
                  </a:moveTo>
                  <a:cubicBezTo>
                    <a:pt x="509700" y="434100"/>
                    <a:pt x="503800" y="440000"/>
                    <a:pt x="496600" y="440000"/>
                  </a:cubicBezTo>
                  <a:lnTo>
                    <a:pt x="322800" y="440000"/>
                  </a:lnTo>
                  <a:cubicBezTo>
                    <a:pt x="315600" y="440000"/>
                    <a:pt x="309700" y="434100"/>
                    <a:pt x="309700" y="426900"/>
                  </a:cubicBezTo>
                  <a:lnTo>
                    <a:pt x="309700" y="53100"/>
                  </a:lnTo>
                  <a:cubicBezTo>
                    <a:pt x="309700" y="45900"/>
                    <a:pt x="315600" y="40000"/>
                    <a:pt x="322800" y="40000"/>
                  </a:cubicBezTo>
                  <a:lnTo>
                    <a:pt x="496600" y="40000"/>
                  </a:lnTo>
                  <a:cubicBezTo>
                    <a:pt x="503800" y="40000"/>
                    <a:pt x="509700" y="45900"/>
                    <a:pt x="509700" y="53100"/>
                  </a:cubicBezTo>
                  <a:lnTo>
                    <a:pt x="509700" y="426900"/>
                  </a:lnTo>
                  <a:close/>
                </a:path>
              </a:pathLst>
            </a:custGeom>
            <a:solidFill>
              <a:srgbClr val="E0E0E0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58" name="probe-noto-emoji_u1f9f4" descr="试剂瓶示意 — Google Noto Emoji contributors; Apache-2.0; original SVG unchanged. Source: https://github.com/googlefonts/noto-emoji/blob/e20cbc2bbec1926686be9f9bee7d1d2cfa1fea0e/2D/svg/emoji_u1f9f4.svg; SVG SHA256: b752f5fca4adb020f1666e571c8b8d37bfe68b8e2c9a066e3d1c58907c46eda9; native DrawingML derivative; original colors retained"/>
          <p:cNvGrpSpPr/>
          <p:nvPr/>
        </p:nvGrpSpPr>
        <p:grpSpPr>
          <a:xfrm>
            <a:off x="5572125" y="5124450"/>
            <a:ext cx="1028700" cy="1028700"/>
            <a:chOff x="0" y="0"/>
            <a:chExt cx="1280000" cy="1280000"/>
          </a:xfrm>
        </p:grpSpPr>
        <p:sp>
          <p:nvSpPr>
            <p:cNvPr id="159" name="probe-noto-emoji_u1f9f4-part-1"/>
            <p:cNvSpPr/>
            <p:nvPr/>
          </p:nvSpPr>
          <p:spPr>
            <a:xfrm>
              <a:off x="299324" y="325500"/>
              <a:ext cx="681352" cy="914500"/>
            </a:xfrm>
            <a:custGeom>
              <a:avLst/>
              <a:gdLst/>
              <a:ahLst/>
              <a:cxnLst/>
              <a:rect l="0" t="0" r="r" b="b"/>
              <a:pathLst>
                <a:path w="681352" h="914500">
                  <a:moveTo>
                    <a:pt x="660676" y="460600"/>
                  </a:moveTo>
                  <a:cubicBezTo>
                    <a:pt x="635276" y="246300"/>
                    <a:pt x="565776" y="69900"/>
                    <a:pt x="565776" y="69900"/>
                  </a:cubicBezTo>
                  <a:lnTo>
                    <a:pt x="564876" y="69900"/>
                  </a:lnTo>
                  <a:cubicBezTo>
                    <a:pt x="555376" y="30800"/>
                    <a:pt x="461276" y="0"/>
                    <a:pt x="346476" y="0"/>
                  </a:cubicBezTo>
                  <a:cubicBezTo>
                    <a:pt x="344576" y="0"/>
                    <a:pt x="342676" y="100"/>
                    <a:pt x="340676" y="100"/>
                  </a:cubicBezTo>
                  <a:cubicBezTo>
                    <a:pt x="338776" y="100"/>
                    <a:pt x="336876" y="0"/>
                    <a:pt x="334876" y="0"/>
                  </a:cubicBezTo>
                  <a:cubicBezTo>
                    <a:pt x="220076" y="0"/>
                    <a:pt x="126076" y="30700"/>
                    <a:pt x="116476" y="69900"/>
                  </a:cubicBezTo>
                  <a:lnTo>
                    <a:pt x="115576" y="69900"/>
                  </a:lnTo>
                  <a:cubicBezTo>
                    <a:pt x="115576" y="69900"/>
                    <a:pt x="46076" y="246300"/>
                    <a:pt x="20676" y="460600"/>
                  </a:cubicBezTo>
                  <a:cubicBezTo>
                    <a:pt x="-4624" y="674100"/>
                    <a:pt x="-15424" y="804800"/>
                    <a:pt x="40176" y="858900"/>
                  </a:cubicBezTo>
                  <a:cubicBezTo>
                    <a:pt x="77376" y="895100"/>
                    <a:pt x="236076" y="914500"/>
                    <a:pt x="340676" y="914500"/>
                  </a:cubicBezTo>
                  <a:cubicBezTo>
                    <a:pt x="445276" y="914500"/>
                    <a:pt x="603976" y="895100"/>
                    <a:pt x="641176" y="858900"/>
                  </a:cubicBezTo>
                  <a:cubicBezTo>
                    <a:pt x="696776" y="804800"/>
                    <a:pt x="685976" y="674100"/>
                    <a:pt x="660676" y="460600"/>
                  </a:cubicBezTo>
                  <a:close/>
                </a:path>
              </a:pathLst>
            </a:custGeom>
            <a:solidFill>
              <a:srgbClr val="4FE8D8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0" name="probe-noto-emoji_u1f9f4-part-2"/>
            <p:cNvSpPr/>
            <p:nvPr/>
          </p:nvSpPr>
          <p:spPr>
            <a:xfrm>
              <a:off x="518000" y="193700"/>
              <a:ext cx="235200" cy="185900"/>
            </a:xfrm>
            <a:custGeom>
              <a:avLst/>
              <a:gdLst/>
              <a:ahLst/>
              <a:cxnLst/>
              <a:rect l="0" t="0" r="r" b="b"/>
              <a:pathLst>
                <a:path w="235200" h="185900">
                  <a:moveTo>
                    <a:pt x="117600" y="0"/>
                  </a:moveTo>
                  <a:cubicBezTo>
                    <a:pt x="52700" y="0"/>
                    <a:pt x="0" y="10900"/>
                    <a:pt x="0" y="24300"/>
                  </a:cubicBezTo>
                  <a:lnTo>
                    <a:pt x="0" y="161600"/>
                  </a:lnTo>
                  <a:cubicBezTo>
                    <a:pt x="0" y="175000"/>
                    <a:pt x="52700" y="185900"/>
                    <a:pt x="117600" y="185900"/>
                  </a:cubicBezTo>
                  <a:cubicBezTo>
                    <a:pt x="182500" y="185900"/>
                    <a:pt x="235200" y="175000"/>
                    <a:pt x="235200" y="161600"/>
                  </a:cubicBezTo>
                  <a:lnTo>
                    <a:pt x="235200" y="24400"/>
                  </a:lnTo>
                  <a:cubicBezTo>
                    <a:pt x="235200" y="10900"/>
                    <a:pt x="182500" y="0"/>
                    <a:pt x="117600" y="0"/>
                  </a:cubicBez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1" name="probe-noto-emoji_u1f9f4-part-3"/>
            <p:cNvSpPr/>
            <p:nvPr/>
          </p:nvSpPr>
          <p:spPr>
            <a:xfrm>
              <a:off x="595900" y="100600"/>
              <a:ext cx="76900" cy="117500"/>
            </a:xfrm>
            <a:custGeom>
              <a:avLst/>
              <a:gdLst/>
              <a:ahLst/>
              <a:cxnLst/>
              <a:rect l="0" t="0" r="r" b="b"/>
              <a:pathLst>
                <a:path w="76900" h="117500">
                  <a:moveTo>
                    <a:pt x="76800" y="111300"/>
                  </a:moveTo>
                  <a:cubicBezTo>
                    <a:pt x="76800" y="111300"/>
                    <a:pt x="63700" y="117500"/>
                    <a:pt x="38400" y="117500"/>
                  </a:cubicBezTo>
                  <a:cubicBezTo>
                    <a:pt x="13000" y="117500"/>
                    <a:pt x="0" y="111300"/>
                    <a:pt x="0" y="111300"/>
                  </a:cubicBezTo>
                  <a:lnTo>
                    <a:pt x="0" y="0"/>
                  </a:lnTo>
                  <a:lnTo>
                    <a:pt x="76900" y="0"/>
                  </a:lnTo>
                  <a:lnTo>
                    <a:pt x="76900" y="111300"/>
                  </a:ln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2" name="probe-noto-emoji_u1f9f4-part-4"/>
            <p:cNvSpPr/>
            <p:nvPr/>
          </p:nvSpPr>
          <p:spPr>
            <a:xfrm>
              <a:off x="595789" y="119500"/>
              <a:ext cx="76911" cy="60258"/>
            </a:xfrm>
            <a:custGeom>
              <a:avLst/>
              <a:gdLst/>
              <a:ahLst/>
              <a:cxnLst/>
              <a:rect l="0" t="0" r="r" b="b"/>
              <a:pathLst>
                <a:path w="76911" h="60258">
                  <a:moveTo>
                    <a:pt x="34311" y="52500"/>
                  </a:moveTo>
                  <a:cubicBezTo>
                    <a:pt x="-1589" y="38500"/>
                    <a:pt x="11" y="18900"/>
                    <a:pt x="11" y="18900"/>
                  </a:cubicBezTo>
                  <a:lnTo>
                    <a:pt x="11" y="0"/>
                  </a:lnTo>
                  <a:lnTo>
                    <a:pt x="76911" y="0"/>
                  </a:lnTo>
                  <a:lnTo>
                    <a:pt x="76911" y="59000"/>
                  </a:lnTo>
                  <a:cubicBezTo>
                    <a:pt x="76911" y="59000"/>
                    <a:pt x="65211" y="64500"/>
                    <a:pt x="34311" y="52500"/>
                  </a:cubicBezTo>
                  <a:close/>
                </a:path>
              </a:pathLst>
            </a:custGeom>
            <a:solidFill>
              <a:srgbClr val="546E7A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3" name="probe-noto-emoji_u1f9f4-part-5"/>
            <p:cNvSpPr/>
            <p:nvPr/>
          </p:nvSpPr>
          <p:spPr>
            <a:xfrm>
              <a:off x="523641" y="39948"/>
              <a:ext cx="377240" cy="86652"/>
            </a:xfrm>
            <a:custGeom>
              <a:avLst/>
              <a:gdLst/>
              <a:ahLst/>
              <a:cxnLst/>
              <a:rect l="0" t="0" r="r" b="b"/>
              <a:pathLst>
                <a:path w="377240" h="86652">
                  <a:moveTo>
                    <a:pt x="11459" y="8752"/>
                  </a:moveTo>
                  <a:lnTo>
                    <a:pt x="959" y="34052"/>
                  </a:lnTo>
                  <a:cubicBezTo>
                    <a:pt x="-1741" y="40652"/>
                    <a:pt x="1559" y="47252"/>
                    <a:pt x="7159" y="51752"/>
                  </a:cubicBezTo>
                  <a:cubicBezTo>
                    <a:pt x="26459" y="67152"/>
                    <a:pt x="64359" y="86652"/>
                    <a:pt x="102759" y="86652"/>
                  </a:cubicBezTo>
                  <a:cubicBezTo>
                    <a:pt x="213059" y="86652"/>
                    <a:pt x="233559" y="59652"/>
                    <a:pt x="273159" y="57952"/>
                  </a:cubicBezTo>
                  <a:cubicBezTo>
                    <a:pt x="306959" y="56452"/>
                    <a:pt x="332759" y="66552"/>
                    <a:pt x="346259" y="70052"/>
                  </a:cubicBezTo>
                  <a:cubicBezTo>
                    <a:pt x="350659" y="71152"/>
                    <a:pt x="355359" y="69352"/>
                    <a:pt x="357859" y="65552"/>
                  </a:cubicBezTo>
                  <a:lnTo>
                    <a:pt x="375459" y="38752"/>
                  </a:lnTo>
                  <a:cubicBezTo>
                    <a:pt x="379159" y="33152"/>
                    <a:pt x="376859" y="25652"/>
                    <a:pt x="370759" y="23052"/>
                  </a:cubicBezTo>
                  <a:cubicBezTo>
                    <a:pt x="351759" y="15052"/>
                    <a:pt x="311759" y="852"/>
                    <a:pt x="269059" y="852"/>
                  </a:cubicBezTo>
                  <a:cubicBezTo>
                    <a:pt x="194759" y="852"/>
                    <a:pt x="160859" y="17452"/>
                    <a:pt x="114859" y="15652"/>
                  </a:cubicBezTo>
                  <a:cubicBezTo>
                    <a:pt x="84459" y="14552"/>
                    <a:pt x="47259" y="6052"/>
                    <a:pt x="28459" y="552"/>
                  </a:cubicBezTo>
                  <a:cubicBezTo>
                    <a:pt x="21459" y="-1448"/>
                    <a:pt x="14259" y="2152"/>
                    <a:pt x="11459" y="8752"/>
                  </a:cubicBezTo>
                  <a:close/>
                </a:path>
              </a:pathLst>
            </a:custGeom>
            <a:solidFill>
              <a:srgbClr val="78909C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4" name="probe-noto-emoji_u1f9f4-part-6"/>
            <p:cNvSpPr/>
            <p:nvPr/>
          </p:nvSpPr>
          <p:spPr>
            <a:xfrm>
              <a:off x="531973" y="222839"/>
              <a:ext cx="108241" cy="35878"/>
            </a:xfrm>
            <a:custGeom>
              <a:avLst/>
              <a:gdLst/>
              <a:ahLst/>
              <a:cxnLst/>
              <a:rect l="0" t="0" r="r" b="b"/>
              <a:pathLst>
                <a:path w="108241" h="35878">
                  <a:moveTo>
                    <a:pt x="47427" y="35061"/>
                  </a:moveTo>
                  <a:cubicBezTo>
                    <a:pt x="45227" y="34761"/>
                    <a:pt x="42927" y="34461"/>
                    <a:pt x="40727" y="34161"/>
                  </a:cubicBezTo>
                  <a:cubicBezTo>
                    <a:pt x="31627" y="32761"/>
                    <a:pt x="22327" y="30461"/>
                    <a:pt x="14527" y="25561"/>
                  </a:cubicBezTo>
                  <a:cubicBezTo>
                    <a:pt x="8727" y="21861"/>
                    <a:pt x="3627" y="16561"/>
                    <a:pt x="1027" y="10061"/>
                  </a:cubicBezTo>
                  <a:cubicBezTo>
                    <a:pt x="-1573" y="3761"/>
                    <a:pt x="727" y="-1639"/>
                    <a:pt x="8327" y="461"/>
                  </a:cubicBezTo>
                  <a:cubicBezTo>
                    <a:pt x="24427" y="4861"/>
                    <a:pt x="40327" y="8861"/>
                    <a:pt x="56727" y="11761"/>
                  </a:cubicBezTo>
                  <a:cubicBezTo>
                    <a:pt x="71127" y="14261"/>
                    <a:pt x="85927" y="13461"/>
                    <a:pt x="100527" y="13561"/>
                  </a:cubicBezTo>
                  <a:cubicBezTo>
                    <a:pt x="104427" y="13561"/>
                    <a:pt x="110127" y="15861"/>
                    <a:pt x="107627" y="20861"/>
                  </a:cubicBezTo>
                  <a:cubicBezTo>
                    <a:pt x="106727" y="22761"/>
                    <a:pt x="104827" y="24061"/>
                    <a:pt x="103027" y="25161"/>
                  </a:cubicBezTo>
                  <a:cubicBezTo>
                    <a:pt x="85527" y="35361"/>
                    <a:pt x="66827" y="37261"/>
                    <a:pt x="47427" y="35061"/>
                  </a:cubicBezTo>
                  <a:close/>
                </a:path>
              </a:pathLst>
            </a:custGeom>
            <a:solidFill>
              <a:srgbClr val="A7FFEB">
                <a:alpha val="75000"/>
              </a:srgbClr>
            </a:solidFill>
            <a:ln w="8037" cap="flat">
              <a:noFill/>
              <a:prstDash val="solid"/>
              <a:miter/>
            </a:ln>
          </p:spPr>
        </p:sp>
        <p:sp>
          <p:nvSpPr>
            <p:cNvPr id="165" name="probe-noto-emoji_u1f9f4-part-7"/>
            <p:cNvSpPr/>
            <p:nvPr/>
          </p:nvSpPr>
          <p:spPr>
            <a:xfrm>
              <a:off x="397890" y="423983"/>
              <a:ext cx="117215" cy="278918"/>
            </a:xfrm>
            <a:custGeom>
              <a:avLst/>
              <a:gdLst/>
              <a:ahLst/>
              <a:cxnLst/>
              <a:rect l="0" t="0" r="r" b="b"/>
              <a:pathLst>
                <a:path w="117215" h="278918">
                  <a:moveTo>
                    <a:pt x="11210" y="278917"/>
                  </a:moveTo>
                  <a:cubicBezTo>
                    <a:pt x="1410" y="279117"/>
                    <a:pt x="-1990" y="253117"/>
                    <a:pt x="1110" y="213817"/>
                  </a:cubicBezTo>
                  <a:cubicBezTo>
                    <a:pt x="6510" y="143517"/>
                    <a:pt x="17910" y="90817"/>
                    <a:pt x="47010" y="26517"/>
                  </a:cubicBezTo>
                  <a:cubicBezTo>
                    <a:pt x="65710" y="-14883"/>
                    <a:pt x="132010" y="-5383"/>
                    <a:pt x="114210" y="38217"/>
                  </a:cubicBezTo>
                  <a:cubicBezTo>
                    <a:pt x="71910" y="142017"/>
                    <a:pt x="56010" y="183117"/>
                    <a:pt x="42610" y="222417"/>
                  </a:cubicBezTo>
                  <a:cubicBezTo>
                    <a:pt x="30610" y="257917"/>
                    <a:pt x="23510" y="278617"/>
                    <a:pt x="11210" y="278917"/>
                  </a:cubicBezTo>
                  <a:close/>
                </a:path>
              </a:pathLst>
            </a:custGeom>
            <a:solidFill>
              <a:srgbClr val="A7FFEB"/>
            </a:solidFill>
            <a:ln w="8037" cap="flat">
              <a:noFill/>
              <a:prstDash val="solid"/>
              <a:miter/>
            </a:ln>
          </p:spPr>
        </p:sp>
        <p:sp>
          <p:nvSpPr>
            <p:cNvPr id="166" name="probe-noto-emoji_u1f9f4-part-8"/>
            <p:cNvSpPr/>
            <p:nvPr/>
          </p:nvSpPr>
          <p:spPr>
            <a:xfrm>
              <a:off x="506100" y="573445"/>
              <a:ext cx="267900" cy="385555"/>
            </a:xfrm>
            <a:custGeom>
              <a:avLst/>
              <a:gdLst/>
              <a:ahLst/>
              <a:cxnLst/>
              <a:rect l="0" t="0" r="r" b="b"/>
              <a:pathLst>
                <a:path w="267900" h="385555">
                  <a:moveTo>
                    <a:pt x="0" y="251555"/>
                  </a:moveTo>
                  <a:cubicBezTo>
                    <a:pt x="-200" y="176255"/>
                    <a:pt x="79600" y="59355"/>
                    <a:pt x="117900" y="9955"/>
                  </a:cubicBezTo>
                  <a:cubicBezTo>
                    <a:pt x="127800" y="-2845"/>
                    <a:pt x="138700" y="-3645"/>
                    <a:pt x="148100" y="9555"/>
                  </a:cubicBezTo>
                  <a:cubicBezTo>
                    <a:pt x="185000" y="61355"/>
                    <a:pt x="267900" y="172055"/>
                    <a:pt x="267900" y="251555"/>
                  </a:cubicBezTo>
                  <a:cubicBezTo>
                    <a:pt x="267900" y="325555"/>
                    <a:pt x="207900" y="385555"/>
                    <a:pt x="133900" y="385555"/>
                  </a:cubicBezTo>
                  <a:cubicBezTo>
                    <a:pt x="59900" y="385555"/>
                    <a:pt x="200" y="325455"/>
                    <a:pt x="0" y="251555"/>
                  </a:cubicBezTo>
                  <a:close/>
                </a:path>
              </a:pathLst>
            </a:custGeom>
            <a:solidFill>
              <a:srgbClr val="FFFFFF"/>
            </a:solidFill>
            <a:ln w="8037" cap="flat">
              <a:noFill/>
              <a:prstDash val="solid"/>
              <a:miter/>
            </a:ln>
          </p:spPr>
        </p:sp>
      </p:grpSp>
      <p:grpSp>
        <p:nvGrpSpPr>
          <p:cNvPr id="167" name="probe-lucide-check-check" descr="check-check — Lucide Icons and Contributors; preserve the bundled full upstream license. Source: https://github.com/lucide-icons/lucide/blob/20aef31db93fe4d9f398dbb15b120d99c48eef95/icons/check-check.svg; SVG SHA256: 2b08c34edf3177ef80d523ad4ec3ebbd9efb92c581a48b6765044464e7e373f9; native DrawingML derivative; original colors retained"/>
          <p:cNvGrpSpPr/>
          <p:nvPr/>
        </p:nvGrpSpPr>
        <p:grpSpPr>
          <a:xfrm>
            <a:off x="7915274" y="5124450"/>
            <a:ext cx="1028700" cy="1028700"/>
            <a:chOff x="0" y="0"/>
            <a:chExt cx="240000" cy="240000"/>
          </a:xfrm>
        </p:grpSpPr>
        <p:sp>
          <p:nvSpPr>
            <p:cNvPr id="168" name="probe-lucide-check-check-part-1"/>
            <p:cNvSpPr/>
            <p:nvPr/>
          </p:nvSpPr>
          <p:spPr>
            <a:xfrm>
              <a:off x="20000" y="60000"/>
              <a:ext cx="160000" cy="110000"/>
            </a:xfrm>
            <a:custGeom>
              <a:avLst/>
              <a:gdLst/>
              <a:ahLst/>
              <a:cxnLst/>
              <a:rect l="0" t="0" r="r" b="b"/>
              <a:pathLst>
                <a:path w="160000" h="110000">
                  <a:moveTo>
                    <a:pt x="160000" y="0"/>
                  </a:moveTo>
                  <a:lnTo>
                    <a:pt x="50000" y="110000"/>
                  </a:ln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9" name="probe-lucide-check-check-part-2"/>
            <p:cNvSpPr/>
            <p:nvPr/>
          </p:nvSpPr>
          <p:spPr>
            <a:xfrm>
              <a:off x="130000" y="100000"/>
              <a:ext cx="90000" cy="75000"/>
            </a:xfrm>
            <a:custGeom>
              <a:avLst/>
              <a:gdLst/>
              <a:ahLst/>
              <a:cxnLst/>
              <a:rect l="0" t="0" r="r" b="b"/>
              <a:pathLst>
                <a:path w="90000" h="75000">
                  <a:moveTo>
                    <a:pt x="90000" y="0"/>
                  </a:moveTo>
                  <a:lnTo>
                    <a:pt x="15000" y="75000"/>
                  </a:ln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70" name="probe-lucide-circle-alert" descr="circle-alert — Lucide Icons and Contributors; preserve the bundled full upstream license. Source: https://github.com/lucide-icons/lucide/blob/20aef31db93fe4d9f398dbb15b120d99c48eef95/icons/circle-alert.svg; SVG SHA256: ce3e98b7a03b78c0071131df42466e4e1ff5187fccad30e739ec9ce951cf685a; native DrawingML derivative; original colors retained"/>
          <p:cNvGrpSpPr/>
          <p:nvPr/>
        </p:nvGrpSpPr>
        <p:grpSpPr>
          <a:xfrm>
            <a:off x="10258424" y="5124450"/>
            <a:ext cx="1028700" cy="1028700"/>
            <a:chOff x="0" y="0"/>
            <a:chExt cx="240000" cy="240000"/>
          </a:xfrm>
        </p:grpSpPr>
        <p:sp>
          <p:nvSpPr>
            <p:cNvPr id="171" name="probe-lucide-circle-alert-part-1"/>
            <p:cNvSpPr/>
            <p:nvPr/>
          </p:nvSpPr>
          <p:spPr>
            <a:xfrm>
              <a:off x="20000" y="20000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200000" y="100000"/>
                  </a:moveTo>
                  <a:cubicBezTo>
                    <a:pt x="200000" y="102095"/>
                    <a:pt x="199934" y="104189"/>
                    <a:pt x="199803" y="106279"/>
                  </a:cubicBezTo>
                  <a:cubicBezTo>
                    <a:pt x="199671" y="108369"/>
                    <a:pt x="199474" y="110455"/>
                    <a:pt x="199211" y="112533"/>
                  </a:cubicBezTo>
                  <a:cubicBezTo>
                    <a:pt x="198949" y="114611"/>
                    <a:pt x="198621" y="116681"/>
                    <a:pt x="198229" y="118738"/>
                  </a:cubicBezTo>
                  <a:cubicBezTo>
                    <a:pt x="197836" y="120796"/>
                    <a:pt x="197379" y="122840"/>
                    <a:pt x="196858" y="124869"/>
                  </a:cubicBezTo>
                  <a:cubicBezTo>
                    <a:pt x="196337" y="126898"/>
                    <a:pt x="195753" y="128910"/>
                    <a:pt x="195106" y="130902"/>
                  </a:cubicBezTo>
                  <a:cubicBezTo>
                    <a:pt x="194458" y="132894"/>
                    <a:pt x="193749" y="134865"/>
                    <a:pt x="192978" y="136812"/>
                  </a:cubicBezTo>
                  <a:cubicBezTo>
                    <a:pt x="192207" y="138760"/>
                    <a:pt x="191375" y="140683"/>
                    <a:pt x="190483" y="142578"/>
                  </a:cubicBezTo>
                  <a:cubicBezTo>
                    <a:pt x="189591" y="144473"/>
                    <a:pt x="188640" y="146340"/>
                    <a:pt x="187631" y="148175"/>
                  </a:cubicBezTo>
                  <a:cubicBezTo>
                    <a:pt x="186622" y="150011"/>
                    <a:pt x="185555" y="151814"/>
                    <a:pt x="184433" y="153583"/>
                  </a:cubicBezTo>
                  <a:cubicBezTo>
                    <a:pt x="183310" y="155351"/>
                    <a:pt x="182133" y="157084"/>
                    <a:pt x="180902" y="158779"/>
                  </a:cubicBezTo>
                  <a:cubicBezTo>
                    <a:pt x="179671" y="160473"/>
                    <a:pt x="178386" y="162129"/>
                    <a:pt x="177051" y="163742"/>
                  </a:cubicBezTo>
                  <a:cubicBezTo>
                    <a:pt x="175716" y="165356"/>
                    <a:pt x="174331" y="166928"/>
                    <a:pt x="172897" y="168455"/>
                  </a:cubicBezTo>
                  <a:cubicBezTo>
                    <a:pt x="171463" y="169982"/>
                    <a:pt x="169982" y="171463"/>
                    <a:pt x="168455" y="172897"/>
                  </a:cubicBezTo>
                  <a:cubicBezTo>
                    <a:pt x="166928" y="174331"/>
                    <a:pt x="165356" y="175716"/>
                    <a:pt x="163742" y="177051"/>
                  </a:cubicBezTo>
                  <a:cubicBezTo>
                    <a:pt x="162129" y="178386"/>
                    <a:pt x="160473" y="179671"/>
                    <a:pt x="158779" y="180902"/>
                  </a:cubicBezTo>
                  <a:cubicBezTo>
                    <a:pt x="157084" y="182133"/>
                    <a:pt x="155351" y="183310"/>
                    <a:pt x="153583" y="184433"/>
                  </a:cubicBezTo>
                  <a:cubicBezTo>
                    <a:pt x="151814" y="185555"/>
                    <a:pt x="150011" y="186622"/>
                    <a:pt x="148175" y="187631"/>
                  </a:cubicBezTo>
                  <a:cubicBezTo>
                    <a:pt x="146340" y="188640"/>
                    <a:pt x="144473" y="189591"/>
                    <a:pt x="142578" y="190483"/>
                  </a:cubicBezTo>
                  <a:cubicBezTo>
                    <a:pt x="140683" y="191375"/>
                    <a:pt x="138760" y="192207"/>
                    <a:pt x="136812" y="192978"/>
                  </a:cubicBezTo>
                  <a:cubicBezTo>
                    <a:pt x="134865" y="193749"/>
                    <a:pt x="132894" y="194458"/>
                    <a:pt x="130902" y="195106"/>
                  </a:cubicBezTo>
                  <a:cubicBezTo>
                    <a:pt x="128910" y="195753"/>
                    <a:pt x="126898" y="196337"/>
                    <a:pt x="124869" y="196858"/>
                  </a:cubicBezTo>
                  <a:cubicBezTo>
                    <a:pt x="122840" y="197379"/>
                    <a:pt x="120796" y="197836"/>
                    <a:pt x="118738" y="198229"/>
                  </a:cubicBezTo>
                  <a:cubicBezTo>
                    <a:pt x="116681" y="198621"/>
                    <a:pt x="114611" y="198949"/>
                    <a:pt x="112533" y="199211"/>
                  </a:cubicBezTo>
                  <a:cubicBezTo>
                    <a:pt x="110455" y="199474"/>
                    <a:pt x="108369" y="199671"/>
                    <a:pt x="106279" y="199803"/>
                  </a:cubicBezTo>
                  <a:cubicBezTo>
                    <a:pt x="104189" y="199934"/>
                    <a:pt x="102095" y="200000"/>
                    <a:pt x="100000" y="200000"/>
                  </a:cubicBezTo>
                  <a:cubicBezTo>
                    <a:pt x="97905" y="200000"/>
                    <a:pt x="95811" y="199934"/>
                    <a:pt x="93721" y="199803"/>
                  </a:cubicBezTo>
                  <a:cubicBezTo>
                    <a:pt x="91631" y="199671"/>
                    <a:pt x="89545" y="199474"/>
                    <a:pt x="87467" y="199211"/>
                  </a:cubicBezTo>
                  <a:cubicBezTo>
                    <a:pt x="85389" y="198949"/>
                    <a:pt x="83319" y="198621"/>
                    <a:pt x="81262" y="198229"/>
                  </a:cubicBezTo>
                  <a:cubicBezTo>
                    <a:pt x="79204" y="197836"/>
                    <a:pt x="77160" y="197379"/>
                    <a:pt x="75131" y="196858"/>
                  </a:cubicBezTo>
                  <a:cubicBezTo>
                    <a:pt x="73102" y="196337"/>
                    <a:pt x="71090" y="195753"/>
                    <a:pt x="69098" y="195106"/>
                  </a:cubicBezTo>
                  <a:cubicBezTo>
                    <a:pt x="67106" y="194458"/>
                    <a:pt x="65135" y="193749"/>
                    <a:pt x="63188" y="192978"/>
                  </a:cubicBezTo>
                  <a:cubicBezTo>
                    <a:pt x="61240" y="192207"/>
                    <a:pt x="59317" y="191375"/>
                    <a:pt x="57422" y="190483"/>
                  </a:cubicBezTo>
                  <a:cubicBezTo>
                    <a:pt x="55527" y="189591"/>
                    <a:pt x="53660" y="188640"/>
                    <a:pt x="51825" y="187631"/>
                  </a:cubicBezTo>
                  <a:cubicBezTo>
                    <a:pt x="49989" y="186622"/>
                    <a:pt x="48186" y="185555"/>
                    <a:pt x="46417" y="184433"/>
                  </a:cubicBezTo>
                  <a:cubicBezTo>
                    <a:pt x="44649" y="183310"/>
                    <a:pt x="42916" y="182133"/>
                    <a:pt x="41221" y="180902"/>
                  </a:cubicBezTo>
                  <a:cubicBezTo>
                    <a:pt x="39527" y="179671"/>
                    <a:pt x="37871" y="178386"/>
                    <a:pt x="36258" y="177051"/>
                  </a:cubicBezTo>
                  <a:cubicBezTo>
                    <a:pt x="34644" y="175716"/>
                    <a:pt x="33072" y="174331"/>
                    <a:pt x="31545" y="172897"/>
                  </a:cubicBezTo>
                  <a:cubicBezTo>
                    <a:pt x="30018" y="171463"/>
                    <a:pt x="28537" y="169982"/>
                    <a:pt x="27103" y="168455"/>
                  </a:cubicBezTo>
                  <a:cubicBezTo>
                    <a:pt x="25669" y="166928"/>
                    <a:pt x="24284" y="165356"/>
                    <a:pt x="22949" y="163742"/>
                  </a:cubicBezTo>
                  <a:cubicBezTo>
                    <a:pt x="21614" y="162129"/>
                    <a:pt x="20329" y="160473"/>
                    <a:pt x="19098" y="158779"/>
                  </a:cubicBezTo>
                  <a:cubicBezTo>
                    <a:pt x="17867" y="157084"/>
                    <a:pt x="16690" y="155351"/>
                    <a:pt x="15567" y="153583"/>
                  </a:cubicBezTo>
                  <a:cubicBezTo>
                    <a:pt x="14445" y="151814"/>
                    <a:pt x="13378" y="150011"/>
                    <a:pt x="12369" y="148175"/>
                  </a:cubicBezTo>
                  <a:cubicBezTo>
                    <a:pt x="11360" y="146340"/>
                    <a:pt x="10409" y="144473"/>
                    <a:pt x="9517" y="142578"/>
                  </a:cubicBezTo>
                  <a:cubicBezTo>
                    <a:pt x="8625" y="140683"/>
                    <a:pt x="7793" y="138760"/>
                    <a:pt x="7022" y="136812"/>
                  </a:cubicBezTo>
                  <a:cubicBezTo>
                    <a:pt x="6251" y="134865"/>
                    <a:pt x="5542" y="132894"/>
                    <a:pt x="4894" y="130902"/>
                  </a:cubicBezTo>
                  <a:cubicBezTo>
                    <a:pt x="4247" y="128910"/>
                    <a:pt x="3663" y="126898"/>
                    <a:pt x="3142" y="124869"/>
                  </a:cubicBezTo>
                  <a:cubicBezTo>
                    <a:pt x="2621" y="122840"/>
                    <a:pt x="2164" y="120796"/>
                    <a:pt x="1771" y="118738"/>
                  </a:cubicBezTo>
                  <a:cubicBezTo>
                    <a:pt x="1379" y="116681"/>
                    <a:pt x="1051" y="114611"/>
                    <a:pt x="789" y="112533"/>
                  </a:cubicBezTo>
                  <a:cubicBezTo>
                    <a:pt x="526" y="110455"/>
                    <a:pt x="329" y="108369"/>
                    <a:pt x="197" y="106279"/>
                  </a:cubicBezTo>
                  <a:cubicBezTo>
                    <a:pt x="66" y="104189"/>
                    <a:pt x="0" y="102095"/>
                    <a:pt x="0" y="100000"/>
                  </a:cubicBezTo>
                  <a:cubicBezTo>
                    <a:pt x="0" y="97905"/>
                    <a:pt x="66" y="95811"/>
                    <a:pt x="197" y="93721"/>
                  </a:cubicBezTo>
                  <a:cubicBezTo>
                    <a:pt x="329" y="91631"/>
                    <a:pt x="526" y="89545"/>
                    <a:pt x="789" y="87467"/>
                  </a:cubicBezTo>
                  <a:cubicBezTo>
                    <a:pt x="1051" y="85389"/>
                    <a:pt x="1379" y="83319"/>
                    <a:pt x="1771" y="81262"/>
                  </a:cubicBezTo>
                  <a:cubicBezTo>
                    <a:pt x="2164" y="79204"/>
                    <a:pt x="2621" y="77160"/>
                    <a:pt x="3142" y="75131"/>
                  </a:cubicBezTo>
                  <a:cubicBezTo>
                    <a:pt x="3663" y="73102"/>
                    <a:pt x="4247" y="71090"/>
                    <a:pt x="4894" y="69098"/>
                  </a:cubicBezTo>
                  <a:cubicBezTo>
                    <a:pt x="5542" y="67106"/>
                    <a:pt x="6251" y="65135"/>
                    <a:pt x="7022" y="63188"/>
                  </a:cubicBezTo>
                  <a:cubicBezTo>
                    <a:pt x="7793" y="61240"/>
                    <a:pt x="8625" y="59317"/>
                    <a:pt x="9517" y="57422"/>
                  </a:cubicBezTo>
                  <a:cubicBezTo>
                    <a:pt x="10409" y="55527"/>
                    <a:pt x="11360" y="53660"/>
                    <a:pt x="12369" y="51825"/>
                  </a:cubicBezTo>
                  <a:cubicBezTo>
                    <a:pt x="13378" y="49989"/>
                    <a:pt x="14445" y="48186"/>
                    <a:pt x="15567" y="46417"/>
                  </a:cubicBezTo>
                  <a:cubicBezTo>
                    <a:pt x="16690" y="44649"/>
                    <a:pt x="17867" y="42916"/>
                    <a:pt x="19098" y="41221"/>
                  </a:cubicBezTo>
                  <a:cubicBezTo>
                    <a:pt x="20329" y="39527"/>
                    <a:pt x="21614" y="37871"/>
                    <a:pt x="22949" y="36258"/>
                  </a:cubicBezTo>
                  <a:cubicBezTo>
                    <a:pt x="24284" y="34644"/>
                    <a:pt x="25669" y="33072"/>
                    <a:pt x="27103" y="31545"/>
                  </a:cubicBezTo>
                  <a:cubicBezTo>
                    <a:pt x="28537" y="30018"/>
                    <a:pt x="30018" y="28537"/>
                    <a:pt x="31545" y="27103"/>
                  </a:cubicBezTo>
                  <a:cubicBezTo>
                    <a:pt x="33072" y="25669"/>
                    <a:pt x="34644" y="24284"/>
                    <a:pt x="36258" y="22949"/>
                  </a:cubicBezTo>
                  <a:cubicBezTo>
                    <a:pt x="37871" y="21614"/>
                    <a:pt x="39527" y="20329"/>
                    <a:pt x="41221" y="19098"/>
                  </a:cubicBezTo>
                  <a:cubicBezTo>
                    <a:pt x="42916" y="17867"/>
                    <a:pt x="44649" y="16690"/>
                    <a:pt x="46417" y="15567"/>
                  </a:cubicBezTo>
                  <a:cubicBezTo>
                    <a:pt x="48186" y="14445"/>
                    <a:pt x="49989" y="13378"/>
                    <a:pt x="51825" y="12369"/>
                  </a:cubicBezTo>
                  <a:cubicBezTo>
                    <a:pt x="53660" y="11360"/>
                    <a:pt x="55527" y="10409"/>
                    <a:pt x="57422" y="9517"/>
                  </a:cubicBezTo>
                  <a:cubicBezTo>
                    <a:pt x="59317" y="8625"/>
                    <a:pt x="61240" y="7793"/>
                    <a:pt x="63188" y="7022"/>
                  </a:cubicBezTo>
                  <a:cubicBezTo>
                    <a:pt x="65135" y="6251"/>
                    <a:pt x="67106" y="5542"/>
                    <a:pt x="69098" y="4894"/>
                  </a:cubicBezTo>
                  <a:cubicBezTo>
                    <a:pt x="71090" y="4247"/>
                    <a:pt x="73102" y="3663"/>
                    <a:pt x="75131" y="3142"/>
                  </a:cubicBezTo>
                  <a:cubicBezTo>
                    <a:pt x="77160" y="2621"/>
                    <a:pt x="79204" y="2164"/>
                    <a:pt x="81262" y="1771"/>
                  </a:cubicBezTo>
                  <a:cubicBezTo>
                    <a:pt x="83319" y="1379"/>
                    <a:pt x="85389" y="1051"/>
                    <a:pt x="87467" y="789"/>
                  </a:cubicBezTo>
                  <a:cubicBezTo>
                    <a:pt x="89545" y="526"/>
                    <a:pt x="91631" y="329"/>
                    <a:pt x="93721" y="197"/>
                  </a:cubicBezTo>
                  <a:cubicBezTo>
                    <a:pt x="95811" y="66"/>
                    <a:pt x="97905" y="0"/>
                    <a:pt x="100000" y="0"/>
                  </a:cubicBezTo>
                  <a:cubicBezTo>
                    <a:pt x="102095" y="0"/>
                    <a:pt x="104189" y="66"/>
                    <a:pt x="106279" y="197"/>
                  </a:cubicBezTo>
                  <a:cubicBezTo>
                    <a:pt x="108369" y="329"/>
                    <a:pt x="110455" y="526"/>
                    <a:pt x="112533" y="789"/>
                  </a:cubicBezTo>
                  <a:cubicBezTo>
                    <a:pt x="114611" y="1051"/>
                    <a:pt x="116681" y="1379"/>
                    <a:pt x="118738" y="1771"/>
                  </a:cubicBezTo>
                  <a:cubicBezTo>
                    <a:pt x="120796" y="2164"/>
                    <a:pt x="122840" y="2621"/>
                    <a:pt x="124869" y="3142"/>
                  </a:cubicBezTo>
                  <a:cubicBezTo>
                    <a:pt x="126898" y="3663"/>
                    <a:pt x="128910" y="4247"/>
                    <a:pt x="130902" y="4894"/>
                  </a:cubicBezTo>
                  <a:cubicBezTo>
                    <a:pt x="132894" y="5542"/>
                    <a:pt x="134865" y="6251"/>
                    <a:pt x="136812" y="7022"/>
                  </a:cubicBezTo>
                  <a:cubicBezTo>
                    <a:pt x="138760" y="7793"/>
                    <a:pt x="140683" y="8625"/>
                    <a:pt x="142578" y="9517"/>
                  </a:cubicBezTo>
                  <a:cubicBezTo>
                    <a:pt x="144473" y="10409"/>
                    <a:pt x="146340" y="11360"/>
                    <a:pt x="148175" y="12369"/>
                  </a:cubicBezTo>
                  <a:cubicBezTo>
                    <a:pt x="150011" y="13378"/>
                    <a:pt x="151814" y="14445"/>
                    <a:pt x="153583" y="15567"/>
                  </a:cubicBezTo>
                  <a:cubicBezTo>
                    <a:pt x="155351" y="16690"/>
                    <a:pt x="157084" y="17867"/>
                    <a:pt x="158779" y="19098"/>
                  </a:cubicBezTo>
                  <a:cubicBezTo>
                    <a:pt x="160473" y="20329"/>
                    <a:pt x="162129" y="21614"/>
                    <a:pt x="163742" y="22949"/>
                  </a:cubicBezTo>
                  <a:cubicBezTo>
                    <a:pt x="165356" y="24284"/>
                    <a:pt x="166928" y="25669"/>
                    <a:pt x="168455" y="27103"/>
                  </a:cubicBezTo>
                  <a:cubicBezTo>
                    <a:pt x="169982" y="28537"/>
                    <a:pt x="171463" y="30018"/>
                    <a:pt x="172897" y="31545"/>
                  </a:cubicBezTo>
                  <a:cubicBezTo>
                    <a:pt x="174331" y="33072"/>
                    <a:pt x="175716" y="34644"/>
                    <a:pt x="177051" y="36258"/>
                  </a:cubicBezTo>
                  <a:cubicBezTo>
                    <a:pt x="178386" y="37871"/>
                    <a:pt x="179671" y="39527"/>
                    <a:pt x="180902" y="41221"/>
                  </a:cubicBezTo>
                  <a:cubicBezTo>
                    <a:pt x="182133" y="42916"/>
                    <a:pt x="183310" y="44649"/>
                    <a:pt x="184433" y="46417"/>
                  </a:cubicBezTo>
                  <a:cubicBezTo>
                    <a:pt x="185555" y="48186"/>
                    <a:pt x="186622" y="49989"/>
                    <a:pt x="187631" y="51825"/>
                  </a:cubicBezTo>
                  <a:cubicBezTo>
                    <a:pt x="188640" y="53660"/>
                    <a:pt x="189591" y="55527"/>
                    <a:pt x="190483" y="57422"/>
                  </a:cubicBezTo>
                  <a:cubicBezTo>
                    <a:pt x="191375" y="59317"/>
                    <a:pt x="192207" y="61240"/>
                    <a:pt x="192978" y="63188"/>
                  </a:cubicBezTo>
                  <a:cubicBezTo>
                    <a:pt x="193749" y="65135"/>
                    <a:pt x="194458" y="67106"/>
                    <a:pt x="195106" y="69098"/>
                  </a:cubicBezTo>
                  <a:cubicBezTo>
                    <a:pt x="195753" y="71090"/>
                    <a:pt x="196337" y="73102"/>
                    <a:pt x="196858" y="75131"/>
                  </a:cubicBezTo>
                  <a:cubicBezTo>
                    <a:pt x="197379" y="77160"/>
                    <a:pt x="197836" y="79204"/>
                    <a:pt x="198229" y="81262"/>
                  </a:cubicBezTo>
                  <a:cubicBezTo>
                    <a:pt x="198621" y="83319"/>
                    <a:pt x="198949" y="85389"/>
                    <a:pt x="199211" y="87467"/>
                  </a:cubicBezTo>
                  <a:cubicBezTo>
                    <a:pt x="199474" y="89545"/>
                    <a:pt x="199671" y="91631"/>
                    <a:pt x="199803" y="93721"/>
                  </a:cubicBezTo>
                  <a:cubicBezTo>
                    <a:pt x="199934" y="95811"/>
                    <a:pt x="200000" y="97905"/>
                    <a:pt x="200000" y="10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2" name="probe-lucide-circle-alert-part-2"/>
            <p:cNvSpPr/>
            <p:nvPr/>
          </p:nvSpPr>
          <p:spPr>
            <a:xfrm>
              <a:off x="120000" y="8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3" name="probe-lucide-circle-alert-part-3"/>
            <p:cNvSpPr/>
            <p:nvPr/>
          </p:nvSpPr>
          <p:spPr>
            <a:xfrm>
              <a:off x="120000" y="16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lucide/circle-check-big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lucide/fingerprint-pattern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lucide/list-checks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lucide/lock-keyhole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lucide/shield-check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lucide/triangle-alert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lucide/zoom-in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tabler/circle-check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tabler/clipboard-check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tabler/shield-check</a:t>
            </a:r>
          </a:p>
        </p:txBody>
      </p:sp>
      <p:grpSp>
        <p:nvGrpSpPr>
          <p:cNvPr id="15" name="probe-lucide-circle-check-big" descr="circle-check-big — Lucide Icons and Contributors; preserve the bundled full upstream license. Source: https://github.com/lucide-icons/lucide/blob/20aef31db93fe4d9f398dbb15b120d99c48eef95/icons/circle-check-big.svg; SVG SHA256: 25f075fd621df48282ace8326680a4cd165965e61458d2fd0cc1303cefc179ac; native DrawingML derivative; original colors retained"/>
          <p:cNvGrpSpPr/>
          <p:nvPr/>
        </p:nvGrpSpPr>
        <p:grpSpPr>
          <a:xfrm>
            <a:off x="885825" y="723900"/>
            <a:ext cx="1028700" cy="1028700"/>
            <a:chOff x="0" y="0"/>
            <a:chExt cx="240000" cy="240000"/>
          </a:xfrm>
        </p:grpSpPr>
        <p:sp>
          <p:nvSpPr>
            <p:cNvPr id="16" name="probe-lucide-circle-check-big-part-1"/>
            <p:cNvSpPr/>
            <p:nvPr/>
          </p:nvSpPr>
          <p:spPr>
            <a:xfrm>
              <a:off x="20023" y="19966"/>
              <a:ext cx="200000" cy="200000"/>
            </a:xfrm>
            <a:custGeom>
              <a:avLst/>
              <a:gdLst/>
              <a:ahLst/>
              <a:cxnLst/>
              <a:rect l="0" t="0" r="r" b="b"/>
              <a:pathLst>
                <a:path w="200000" h="200000">
                  <a:moveTo>
                    <a:pt x="197987" y="80034"/>
                  </a:moveTo>
                  <a:cubicBezTo>
                    <a:pt x="198402" y="82075"/>
                    <a:pt x="198754" y="84129"/>
                    <a:pt x="199042" y="86192"/>
                  </a:cubicBezTo>
                  <a:cubicBezTo>
                    <a:pt x="199330" y="88255"/>
                    <a:pt x="199553" y="90327"/>
                    <a:pt x="199711" y="92404"/>
                  </a:cubicBezTo>
                  <a:cubicBezTo>
                    <a:pt x="199869" y="94482"/>
                    <a:pt x="199963" y="96563"/>
                    <a:pt x="199991" y="98646"/>
                  </a:cubicBezTo>
                  <a:cubicBezTo>
                    <a:pt x="200019" y="100729"/>
                    <a:pt x="199982" y="102813"/>
                    <a:pt x="199880" y="104893"/>
                  </a:cubicBezTo>
                  <a:cubicBezTo>
                    <a:pt x="199778" y="106974"/>
                    <a:pt x="199611" y="109051"/>
                    <a:pt x="199380" y="111121"/>
                  </a:cubicBezTo>
                  <a:cubicBezTo>
                    <a:pt x="199148" y="113192"/>
                    <a:pt x="198852" y="115254"/>
                    <a:pt x="198491" y="117306"/>
                  </a:cubicBezTo>
                  <a:cubicBezTo>
                    <a:pt x="198131" y="119358"/>
                    <a:pt x="197706" y="121398"/>
                    <a:pt x="197218" y="123423"/>
                  </a:cubicBezTo>
                  <a:cubicBezTo>
                    <a:pt x="196730" y="125448"/>
                    <a:pt x="196179" y="127458"/>
                    <a:pt x="195566" y="129449"/>
                  </a:cubicBezTo>
                  <a:cubicBezTo>
                    <a:pt x="194952" y="131439"/>
                    <a:pt x="194277" y="133411"/>
                    <a:pt x="193540" y="135359"/>
                  </a:cubicBezTo>
                  <a:cubicBezTo>
                    <a:pt x="192803" y="137308"/>
                    <a:pt x="192006" y="139233"/>
                    <a:pt x="191149" y="141132"/>
                  </a:cubicBezTo>
                  <a:cubicBezTo>
                    <a:pt x="190292" y="143031"/>
                    <a:pt x="189376" y="144902"/>
                    <a:pt x="188403" y="146744"/>
                  </a:cubicBezTo>
                  <a:cubicBezTo>
                    <a:pt x="187429" y="148585"/>
                    <a:pt x="186398" y="150396"/>
                    <a:pt x="185311" y="152173"/>
                  </a:cubicBezTo>
                  <a:cubicBezTo>
                    <a:pt x="184224" y="153951"/>
                    <a:pt x="183082" y="155693"/>
                    <a:pt x="181886" y="157399"/>
                  </a:cubicBezTo>
                  <a:cubicBezTo>
                    <a:pt x="180690" y="159105"/>
                    <a:pt x="179442" y="160773"/>
                    <a:pt x="178142" y="162401"/>
                  </a:cubicBezTo>
                  <a:cubicBezTo>
                    <a:pt x="176842" y="164029"/>
                    <a:pt x="175491" y="165616"/>
                    <a:pt x="174092" y="167159"/>
                  </a:cubicBezTo>
                  <a:cubicBezTo>
                    <a:pt x="172693" y="168703"/>
                    <a:pt x="171246" y="170202"/>
                    <a:pt x="169753" y="171655"/>
                  </a:cubicBezTo>
                  <a:cubicBezTo>
                    <a:pt x="168261" y="173108"/>
                    <a:pt x="166723" y="174514"/>
                    <a:pt x="165142" y="175871"/>
                  </a:cubicBezTo>
                  <a:cubicBezTo>
                    <a:pt x="163562" y="177228"/>
                    <a:pt x="161939" y="178536"/>
                    <a:pt x="160277" y="179792"/>
                  </a:cubicBezTo>
                  <a:cubicBezTo>
                    <a:pt x="158615" y="181047"/>
                    <a:pt x="156914" y="182251"/>
                    <a:pt x="155176" y="183400"/>
                  </a:cubicBezTo>
                  <a:cubicBezTo>
                    <a:pt x="153439" y="184550"/>
                    <a:pt x="151666" y="185644"/>
                    <a:pt x="149860" y="186683"/>
                  </a:cubicBezTo>
                  <a:cubicBezTo>
                    <a:pt x="148054" y="187722"/>
                    <a:pt x="146217" y="188704"/>
                    <a:pt x="144350" y="189628"/>
                  </a:cubicBezTo>
                  <a:cubicBezTo>
                    <a:pt x="142482" y="190552"/>
                    <a:pt x="140587" y="191417"/>
                    <a:pt x="138666" y="192222"/>
                  </a:cubicBezTo>
                  <a:cubicBezTo>
                    <a:pt x="136744" y="193028"/>
                    <a:pt x="134799" y="193773"/>
                    <a:pt x="132831" y="194457"/>
                  </a:cubicBezTo>
                  <a:cubicBezTo>
                    <a:pt x="130863" y="195141"/>
                    <a:pt x="128874" y="195763"/>
                    <a:pt x="126868" y="196323"/>
                  </a:cubicBezTo>
                  <a:cubicBezTo>
                    <a:pt x="124861" y="196883"/>
                    <a:pt x="122838" y="197380"/>
                    <a:pt x="120800" y="197813"/>
                  </a:cubicBezTo>
                  <a:cubicBezTo>
                    <a:pt x="118762" y="198246"/>
                    <a:pt x="116712" y="198616"/>
                    <a:pt x="114651" y="198921"/>
                  </a:cubicBezTo>
                  <a:cubicBezTo>
                    <a:pt x="112590" y="199226"/>
                    <a:pt x="110520" y="199467"/>
                    <a:pt x="108445" y="199643"/>
                  </a:cubicBezTo>
                  <a:cubicBezTo>
                    <a:pt x="106369" y="199819"/>
                    <a:pt x="104288" y="199930"/>
                    <a:pt x="102205" y="199976"/>
                  </a:cubicBezTo>
                  <a:cubicBezTo>
                    <a:pt x="100123" y="200022"/>
                    <a:pt x="98039" y="200002"/>
                    <a:pt x="95958" y="199918"/>
                  </a:cubicBezTo>
                  <a:cubicBezTo>
                    <a:pt x="93876" y="199834"/>
                    <a:pt x="91798" y="199685"/>
                    <a:pt x="89726" y="199471"/>
                  </a:cubicBezTo>
                  <a:cubicBezTo>
                    <a:pt x="87653" y="199257"/>
                    <a:pt x="85588" y="198978"/>
                    <a:pt x="83534" y="198635"/>
                  </a:cubicBezTo>
                  <a:cubicBezTo>
                    <a:pt x="81479" y="198292"/>
                    <a:pt x="79435" y="197885"/>
                    <a:pt x="77406" y="197414"/>
                  </a:cubicBezTo>
                  <a:cubicBezTo>
                    <a:pt x="75377" y="196943"/>
                    <a:pt x="73363" y="196409"/>
                    <a:pt x="71367" y="195813"/>
                  </a:cubicBezTo>
                  <a:cubicBezTo>
                    <a:pt x="69371" y="195216"/>
                    <a:pt x="67394" y="194558"/>
                    <a:pt x="65439" y="193838"/>
                  </a:cubicBezTo>
                  <a:cubicBezTo>
                    <a:pt x="63484" y="193118"/>
                    <a:pt x="61552" y="192337"/>
                    <a:pt x="59646" y="191496"/>
                  </a:cubicBezTo>
                  <a:cubicBezTo>
                    <a:pt x="57740" y="190656"/>
                    <a:pt x="55861" y="189756"/>
                    <a:pt x="54011" y="188798"/>
                  </a:cubicBezTo>
                  <a:cubicBezTo>
                    <a:pt x="52161" y="187839"/>
                    <a:pt x="50342" y="186824"/>
                    <a:pt x="48555" y="185752"/>
                  </a:cubicBezTo>
                  <a:cubicBezTo>
                    <a:pt x="46769" y="184680"/>
                    <a:pt x="45016" y="183553"/>
                    <a:pt x="43300" y="182372"/>
                  </a:cubicBezTo>
                  <a:cubicBezTo>
                    <a:pt x="41584" y="181191"/>
                    <a:pt x="39906" y="179956"/>
                    <a:pt x="38267" y="178670"/>
                  </a:cubicBezTo>
                  <a:cubicBezTo>
                    <a:pt x="36628" y="177384"/>
                    <a:pt x="35030" y="176047"/>
                    <a:pt x="33474" y="174662"/>
                  </a:cubicBezTo>
                  <a:cubicBezTo>
                    <a:pt x="31919" y="173276"/>
                    <a:pt x="30407" y="171842"/>
                    <a:pt x="28942" y="170361"/>
                  </a:cubicBezTo>
                  <a:cubicBezTo>
                    <a:pt x="27476" y="168881"/>
                    <a:pt x="26057" y="167355"/>
                    <a:pt x="24686" y="165786"/>
                  </a:cubicBezTo>
                  <a:cubicBezTo>
                    <a:pt x="23316" y="164217"/>
                    <a:pt x="21995" y="162606"/>
                    <a:pt x="20725" y="160954"/>
                  </a:cubicBezTo>
                  <a:cubicBezTo>
                    <a:pt x="19455" y="159303"/>
                    <a:pt x="18237" y="157612"/>
                    <a:pt x="17073" y="155885"/>
                  </a:cubicBezTo>
                  <a:cubicBezTo>
                    <a:pt x="15909" y="154157"/>
                    <a:pt x="14799" y="152394"/>
                    <a:pt x="13745" y="150597"/>
                  </a:cubicBezTo>
                  <a:cubicBezTo>
                    <a:pt x="12691" y="148800"/>
                    <a:pt x="11693" y="146971"/>
                    <a:pt x="10753" y="145111"/>
                  </a:cubicBezTo>
                  <a:cubicBezTo>
                    <a:pt x="9814" y="143252"/>
                    <a:pt x="8932" y="141364"/>
                    <a:pt x="8110" y="139450"/>
                  </a:cubicBezTo>
                  <a:cubicBezTo>
                    <a:pt x="7288" y="137536"/>
                    <a:pt x="6527" y="135596"/>
                    <a:pt x="5826" y="133634"/>
                  </a:cubicBezTo>
                  <a:cubicBezTo>
                    <a:pt x="5125" y="131672"/>
                    <a:pt x="4486" y="129689"/>
                    <a:pt x="3909" y="127687"/>
                  </a:cubicBezTo>
                  <a:cubicBezTo>
                    <a:pt x="3333" y="125686"/>
                    <a:pt x="2818" y="123666"/>
                    <a:pt x="2368" y="121632"/>
                  </a:cubicBezTo>
                  <a:cubicBezTo>
                    <a:pt x="1917" y="119599"/>
                    <a:pt x="1530" y="117551"/>
                    <a:pt x="1207" y="115493"/>
                  </a:cubicBezTo>
                  <a:cubicBezTo>
                    <a:pt x="885" y="113435"/>
                    <a:pt x="626" y="111367"/>
                    <a:pt x="433" y="109293"/>
                  </a:cubicBezTo>
                  <a:cubicBezTo>
                    <a:pt x="239" y="107219"/>
                    <a:pt x="110" y="105139"/>
                    <a:pt x="47" y="103057"/>
                  </a:cubicBezTo>
                  <a:cubicBezTo>
                    <a:pt x="-17" y="100975"/>
                    <a:pt x="-16" y="98891"/>
                    <a:pt x="51" y="96809"/>
                  </a:cubicBezTo>
                  <a:cubicBezTo>
                    <a:pt x="117" y="94727"/>
                    <a:pt x="249" y="92647"/>
                    <a:pt x="445" y="90573"/>
                  </a:cubicBezTo>
                  <a:cubicBezTo>
                    <a:pt x="642" y="88499"/>
                    <a:pt x="903" y="86432"/>
                    <a:pt x="1228" y="84374"/>
                  </a:cubicBezTo>
                  <a:cubicBezTo>
                    <a:pt x="1554" y="82317"/>
                    <a:pt x="1944" y="80270"/>
                    <a:pt x="2397" y="78237"/>
                  </a:cubicBezTo>
                  <a:cubicBezTo>
                    <a:pt x="2850" y="76203"/>
                    <a:pt x="3367" y="74185"/>
                    <a:pt x="3947" y="72184"/>
                  </a:cubicBezTo>
                  <a:cubicBezTo>
                    <a:pt x="4526" y="70183"/>
                    <a:pt x="5168" y="68200"/>
                    <a:pt x="5871" y="66239"/>
                  </a:cubicBezTo>
                  <a:cubicBezTo>
                    <a:pt x="6575" y="64279"/>
                    <a:pt x="7339" y="62340"/>
                    <a:pt x="8163" y="60427"/>
                  </a:cubicBezTo>
                  <a:cubicBezTo>
                    <a:pt x="8988" y="58514"/>
                    <a:pt x="9872" y="56627"/>
                    <a:pt x="10814" y="54769"/>
                  </a:cubicBezTo>
                  <a:cubicBezTo>
                    <a:pt x="11756" y="52911"/>
                    <a:pt x="12756" y="51083"/>
                    <a:pt x="13813" y="49288"/>
                  </a:cubicBezTo>
                  <a:cubicBezTo>
                    <a:pt x="14869" y="47492"/>
                    <a:pt x="15981" y="45730"/>
                    <a:pt x="17148" y="44004"/>
                  </a:cubicBezTo>
                  <a:cubicBezTo>
                    <a:pt x="18314" y="42278"/>
                    <a:pt x="19535" y="40589"/>
                    <a:pt x="20807" y="38939"/>
                  </a:cubicBezTo>
                  <a:cubicBezTo>
                    <a:pt x="22079" y="37289"/>
                    <a:pt x="23402" y="35680"/>
                    <a:pt x="24775" y="34113"/>
                  </a:cubicBezTo>
                  <a:cubicBezTo>
                    <a:pt x="26147" y="32546"/>
                    <a:pt x="27568" y="31022"/>
                    <a:pt x="29036" y="29543"/>
                  </a:cubicBezTo>
                  <a:cubicBezTo>
                    <a:pt x="30504" y="28065"/>
                    <a:pt x="32017" y="26633"/>
                    <a:pt x="33575" y="25249"/>
                  </a:cubicBezTo>
                  <a:cubicBezTo>
                    <a:pt x="35132" y="23866"/>
                    <a:pt x="36732" y="22531"/>
                    <a:pt x="38372" y="21247"/>
                  </a:cubicBezTo>
                  <a:cubicBezTo>
                    <a:pt x="40013" y="19963"/>
                    <a:pt x="41693" y="18731"/>
                    <a:pt x="43411" y="17552"/>
                  </a:cubicBezTo>
                  <a:cubicBezTo>
                    <a:pt x="45129" y="16373"/>
                    <a:pt x="46882" y="15248"/>
                    <a:pt x="48670" y="14179"/>
                  </a:cubicBezTo>
                  <a:cubicBezTo>
                    <a:pt x="50458" y="13110"/>
                    <a:pt x="52279" y="12096"/>
                    <a:pt x="54130" y="11141"/>
                  </a:cubicBezTo>
                  <a:cubicBezTo>
                    <a:pt x="55981" y="10185"/>
                    <a:pt x="57862" y="9288"/>
                    <a:pt x="59769" y="8450"/>
                  </a:cubicBezTo>
                  <a:cubicBezTo>
                    <a:pt x="61676" y="7612"/>
                    <a:pt x="63609" y="6833"/>
                    <a:pt x="65565" y="6116"/>
                  </a:cubicBezTo>
                  <a:cubicBezTo>
                    <a:pt x="67521" y="5399"/>
                    <a:pt x="69498" y="4743"/>
                    <a:pt x="71495" y="4149"/>
                  </a:cubicBezTo>
                  <a:cubicBezTo>
                    <a:pt x="73492" y="3555"/>
                    <a:pt x="75507" y="3024"/>
                    <a:pt x="77537" y="2556"/>
                  </a:cubicBezTo>
                  <a:cubicBezTo>
                    <a:pt x="79567" y="2088"/>
                    <a:pt x="81611" y="1683"/>
                    <a:pt x="83666" y="1343"/>
                  </a:cubicBezTo>
                  <a:cubicBezTo>
                    <a:pt x="85721" y="1003"/>
                    <a:pt x="87787" y="727"/>
                    <a:pt x="89859" y="516"/>
                  </a:cubicBezTo>
                  <a:cubicBezTo>
                    <a:pt x="91932" y="304"/>
                    <a:pt x="94010" y="158"/>
                    <a:pt x="96092" y="76"/>
                  </a:cubicBezTo>
                  <a:cubicBezTo>
                    <a:pt x="98173" y="-5"/>
                    <a:pt x="100257" y="-21"/>
                    <a:pt x="102340" y="27"/>
                  </a:cubicBezTo>
                  <a:cubicBezTo>
                    <a:pt x="104422" y="76"/>
                    <a:pt x="106503" y="190"/>
                    <a:pt x="108578" y="369"/>
                  </a:cubicBezTo>
                  <a:cubicBezTo>
                    <a:pt x="110654" y="547"/>
                    <a:pt x="112723" y="791"/>
                    <a:pt x="114784" y="1099"/>
                  </a:cubicBezTo>
                  <a:cubicBezTo>
                    <a:pt x="116844" y="1407"/>
                    <a:pt x="118894" y="1779"/>
                    <a:pt x="120931" y="2215"/>
                  </a:cubicBezTo>
                  <a:cubicBezTo>
                    <a:pt x="122968" y="2651"/>
                    <a:pt x="124991" y="3151"/>
                    <a:pt x="126997" y="3713"/>
                  </a:cubicBezTo>
                  <a:cubicBezTo>
                    <a:pt x="129003" y="4276"/>
                    <a:pt x="130991" y="4901"/>
                    <a:pt x="132958" y="5587"/>
                  </a:cubicBezTo>
                  <a:cubicBezTo>
                    <a:pt x="134924" y="6274"/>
                    <a:pt x="136869" y="7022"/>
                    <a:pt x="138789" y="7830"/>
                  </a:cubicBezTo>
                  <a:cubicBezTo>
                    <a:pt x="140709" y="8638"/>
                    <a:pt x="142604" y="9506"/>
                    <a:pt x="144470" y="10432"/>
                  </a:cubicBezTo>
                  <a:cubicBezTo>
                    <a:pt x="146336" y="11358"/>
                    <a:pt x="148172" y="12343"/>
                    <a:pt x="149977" y="13384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probe-lucide-circle-check-big-part-2"/>
            <p:cNvSpPr/>
            <p:nvPr/>
          </p:nvSpPr>
          <p:spPr>
            <a:xfrm>
              <a:off x="90000" y="40000"/>
              <a:ext cx="130000" cy="100000"/>
            </a:xfrm>
            <a:custGeom>
              <a:avLst/>
              <a:gdLst/>
              <a:ahLst/>
              <a:cxnLst/>
              <a:rect l="0" t="0" r="r" b="b"/>
              <a:pathLst>
                <a:path w="130000" h="100000">
                  <a:moveTo>
                    <a:pt x="0" y="70000"/>
                  </a:moveTo>
                  <a:lnTo>
                    <a:pt x="30000" y="100000"/>
                  </a:lnTo>
                  <a:lnTo>
                    <a:pt x="13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8" name="probe-lucide-eye" descr="eye — Lucide Icons and Contributors; preserve the bundled full upstream license. Source: https://github.com/lucide-icons/lucide/blob/20aef31db93fe4d9f398dbb15b120d99c48eef95/icons/eye.svg; SVG SHA256: 5bf90197dd7629cad64a2e48d1186a71559deb6121207d10e3dc5b19ebaffdcf; native DrawingML derivative; original colors retained"/>
          <p:cNvGrpSpPr/>
          <p:nvPr/>
        </p:nvGrpSpPr>
        <p:grpSpPr>
          <a:xfrm>
            <a:off x="3228975" y="723900"/>
            <a:ext cx="1028700" cy="1028700"/>
            <a:chOff x="0" y="0"/>
            <a:chExt cx="240000" cy="240000"/>
          </a:xfrm>
        </p:grpSpPr>
        <p:sp>
          <p:nvSpPr>
            <p:cNvPr id="19" name="probe-lucide-eye-part-1"/>
            <p:cNvSpPr/>
            <p:nvPr/>
          </p:nvSpPr>
          <p:spPr>
            <a:xfrm>
              <a:off x="19995" y="50006"/>
              <a:ext cx="200010" cy="139988"/>
            </a:xfrm>
            <a:custGeom>
              <a:avLst/>
              <a:gdLst/>
              <a:ahLst/>
              <a:cxnLst/>
              <a:rect l="0" t="0" r="r" b="b"/>
              <a:pathLst>
                <a:path w="200010" h="139988">
                  <a:moveTo>
                    <a:pt x="625" y="73474"/>
                  </a:moveTo>
                  <a:cubicBezTo>
                    <a:pt x="556" y="73289"/>
                    <a:pt x="493" y="73102"/>
                    <a:pt x="435" y="72913"/>
                  </a:cubicBezTo>
                  <a:cubicBezTo>
                    <a:pt x="378" y="72724"/>
                    <a:pt x="326" y="72533"/>
                    <a:pt x="279" y="72341"/>
                  </a:cubicBezTo>
                  <a:cubicBezTo>
                    <a:pt x="233" y="72149"/>
                    <a:pt x="192" y="71956"/>
                    <a:pt x="158" y="71762"/>
                  </a:cubicBezTo>
                  <a:cubicBezTo>
                    <a:pt x="123" y="71567"/>
                    <a:pt x="93" y="71372"/>
                    <a:pt x="70" y="71176"/>
                  </a:cubicBezTo>
                  <a:cubicBezTo>
                    <a:pt x="47" y="70980"/>
                    <a:pt x="29" y="70783"/>
                    <a:pt x="18" y="70586"/>
                  </a:cubicBezTo>
                  <a:cubicBezTo>
                    <a:pt x="6" y="70389"/>
                    <a:pt x="0" y="70191"/>
                    <a:pt x="0" y="69994"/>
                  </a:cubicBezTo>
                  <a:cubicBezTo>
                    <a:pt x="0" y="69796"/>
                    <a:pt x="6" y="69599"/>
                    <a:pt x="18" y="69402"/>
                  </a:cubicBezTo>
                  <a:cubicBezTo>
                    <a:pt x="29" y="69205"/>
                    <a:pt x="47" y="69008"/>
                    <a:pt x="70" y="68812"/>
                  </a:cubicBezTo>
                  <a:cubicBezTo>
                    <a:pt x="93" y="68616"/>
                    <a:pt x="123" y="68420"/>
                    <a:pt x="158" y="68226"/>
                  </a:cubicBezTo>
                  <a:cubicBezTo>
                    <a:pt x="192" y="68032"/>
                    <a:pt x="233" y="67838"/>
                    <a:pt x="279" y="67646"/>
                  </a:cubicBezTo>
                  <a:cubicBezTo>
                    <a:pt x="326" y="67454"/>
                    <a:pt x="378" y="67264"/>
                    <a:pt x="435" y="67075"/>
                  </a:cubicBezTo>
                  <a:cubicBezTo>
                    <a:pt x="493" y="66886"/>
                    <a:pt x="556" y="66699"/>
                    <a:pt x="625" y="66514"/>
                  </a:cubicBezTo>
                  <a:cubicBezTo>
                    <a:pt x="1473" y="64457"/>
                    <a:pt x="2385" y="62427"/>
                    <a:pt x="3360" y="60427"/>
                  </a:cubicBezTo>
                  <a:cubicBezTo>
                    <a:pt x="4334" y="58426"/>
                    <a:pt x="5370" y="56457"/>
                    <a:pt x="6466" y="54521"/>
                  </a:cubicBezTo>
                  <a:cubicBezTo>
                    <a:pt x="7563" y="52585"/>
                    <a:pt x="8719" y="50684"/>
                    <a:pt x="9934" y="48819"/>
                  </a:cubicBezTo>
                  <a:cubicBezTo>
                    <a:pt x="11148" y="46955"/>
                    <a:pt x="12420" y="45129"/>
                    <a:pt x="13748" y="43344"/>
                  </a:cubicBezTo>
                  <a:cubicBezTo>
                    <a:pt x="15076" y="41559"/>
                    <a:pt x="16459" y="39815"/>
                    <a:pt x="17895" y="38116"/>
                  </a:cubicBezTo>
                  <a:cubicBezTo>
                    <a:pt x="19331" y="36416"/>
                    <a:pt x="20820" y="34762"/>
                    <a:pt x="22358" y="33155"/>
                  </a:cubicBezTo>
                  <a:cubicBezTo>
                    <a:pt x="23897" y="31548"/>
                    <a:pt x="25485" y="29989"/>
                    <a:pt x="27121" y="28480"/>
                  </a:cubicBezTo>
                  <a:cubicBezTo>
                    <a:pt x="28756" y="26972"/>
                    <a:pt x="30438" y="25514"/>
                    <a:pt x="32164" y="24110"/>
                  </a:cubicBezTo>
                  <a:cubicBezTo>
                    <a:pt x="33890" y="22706"/>
                    <a:pt x="35659" y="21356"/>
                    <a:pt x="37469" y="20062"/>
                  </a:cubicBezTo>
                  <a:cubicBezTo>
                    <a:pt x="39278" y="18767"/>
                    <a:pt x="41128" y="17530"/>
                    <a:pt x="43014" y="16350"/>
                  </a:cubicBezTo>
                  <a:cubicBezTo>
                    <a:pt x="44901" y="15171"/>
                    <a:pt x="46824" y="14050"/>
                    <a:pt x="48780" y="12990"/>
                  </a:cubicBezTo>
                  <a:cubicBezTo>
                    <a:pt x="50736" y="11929"/>
                    <a:pt x="52724" y="10930"/>
                    <a:pt x="54742" y="9993"/>
                  </a:cubicBezTo>
                  <a:cubicBezTo>
                    <a:pt x="56760" y="9057"/>
                    <a:pt x="58807" y="8183"/>
                    <a:pt x="60879" y="7373"/>
                  </a:cubicBezTo>
                  <a:cubicBezTo>
                    <a:pt x="62952" y="6563"/>
                    <a:pt x="65049" y="5818"/>
                    <a:pt x="67167" y="5138"/>
                  </a:cubicBezTo>
                  <a:cubicBezTo>
                    <a:pt x="69286" y="4459"/>
                    <a:pt x="71425" y="3845"/>
                    <a:pt x="73582" y="3298"/>
                  </a:cubicBezTo>
                  <a:cubicBezTo>
                    <a:pt x="75738" y="2751"/>
                    <a:pt x="77912" y="2271"/>
                    <a:pt x="80098" y="1859"/>
                  </a:cubicBezTo>
                  <a:cubicBezTo>
                    <a:pt x="82284" y="1447"/>
                    <a:pt x="84483" y="1103"/>
                    <a:pt x="86691" y="828"/>
                  </a:cubicBezTo>
                  <a:cubicBezTo>
                    <a:pt x="88899" y="552"/>
                    <a:pt x="91114" y="345"/>
                    <a:pt x="93335" y="207"/>
                  </a:cubicBezTo>
                  <a:cubicBezTo>
                    <a:pt x="95556" y="69"/>
                    <a:pt x="97780" y="0"/>
                    <a:pt x="100005" y="0"/>
                  </a:cubicBezTo>
                  <a:cubicBezTo>
                    <a:pt x="102230" y="0"/>
                    <a:pt x="104454" y="69"/>
                    <a:pt x="106675" y="207"/>
                  </a:cubicBezTo>
                  <a:cubicBezTo>
                    <a:pt x="108896" y="345"/>
                    <a:pt x="111111" y="552"/>
                    <a:pt x="113319" y="828"/>
                  </a:cubicBezTo>
                  <a:cubicBezTo>
                    <a:pt x="115527" y="1103"/>
                    <a:pt x="117726" y="1447"/>
                    <a:pt x="119912" y="1859"/>
                  </a:cubicBezTo>
                  <a:cubicBezTo>
                    <a:pt x="122099" y="2271"/>
                    <a:pt x="124272" y="2751"/>
                    <a:pt x="126428" y="3298"/>
                  </a:cubicBezTo>
                  <a:cubicBezTo>
                    <a:pt x="128585" y="3845"/>
                    <a:pt x="130724" y="4459"/>
                    <a:pt x="132843" y="5138"/>
                  </a:cubicBezTo>
                  <a:cubicBezTo>
                    <a:pt x="134961" y="5818"/>
                    <a:pt x="137058" y="6563"/>
                    <a:pt x="139131" y="7373"/>
                  </a:cubicBezTo>
                  <a:cubicBezTo>
                    <a:pt x="141203" y="8183"/>
                    <a:pt x="143250" y="9057"/>
                    <a:pt x="145268" y="9993"/>
                  </a:cubicBezTo>
                  <a:cubicBezTo>
                    <a:pt x="147286" y="10930"/>
                    <a:pt x="149274" y="11929"/>
                    <a:pt x="151230" y="12990"/>
                  </a:cubicBezTo>
                  <a:cubicBezTo>
                    <a:pt x="153186" y="14050"/>
                    <a:pt x="155109" y="15171"/>
                    <a:pt x="156996" y="16350"/>
                  </a:cubicBezTo>
                  <a:cubicBezTo>
                    <a:pt x="158882" y="17530"/>
                    <a:pt x="160732" y="18767"/>
                    <a:pt x="162541" y="20062"/>
                  </a:cubicBezTo>
                  <a:cubicBezTo>
                    <a:pt x="164351" y="21356"/>
                    <a:pt x="166120" y="22706"/>
                    <a:pt x="167846" y="24110"/>
                  </a:cubicBezTo>
                  <a:cubicBezTo>
                    <a:pt x="169572" y="25514"/>
                    <a:pt x="171254" y="26972"/>
                    <a:pt x="172889" y="28480"/>
                  </a:cubicBezTo>
                  <a:cubicBezTo>
                    <a:pt x="174525" y="29989"/>
                    <a:pt x="176113" y="31548"/>
                    <a:pt x="177652" y="33155"/>
                  </a:cubicBezTo>
                  <a:cubicBezTo>
                    <a:pt x="179191" y="34762"/>
                    <a:pt x="180679" y="36416"/>
                    <a:pt x="182115" y="38116"/>
                  </a:cubicBezTo>
                  <a:cubicBezTo>
                    <a:pt x="183551" y="39815"/>
                    <a:pt x="184934" y="41559"/>
                    <a:pt x="186262" y="43344"/>
                  </a:cubicBezTo>
                  <a:cubicBezTo>
                    <a:pt x="187590" y="45129"/>
                    <a:pt x="188862" y="46955"/>
                    <a:pt x="190076" y="48819"/>
                  </a:cubicBezTo>
                  <a:cubicBezTo>
                    <a:pt x="191291" y="50684"/>
                    <a:pt x="192447" y="52585"/>
                    <a:pt x="193544" y="54521"/>
                  </a:cubicBezTo>
                  <a:cubicBezTo>
                    <a:pt x="194640" y="56457"/>
                    <a:pt x="195676" y="58426"/>
                    <a:pt x="196651" y="60427"/>
                  </a:cubicBezTo>
                  <a:cubicBezTo>
                    <a:pt x="197625" y="62427"/>
                    <a:pt x="198537" y="64457"/>
                    <a:pt x="199385" y="66514"/>
                  </a:cubicBezTo>
                  <a:cubicBezTo>
                    <a:pt x="199454" y="66699"/>
                    <a:pt x="199517" y="66886"/>
                    <a:pt x="199575" y="67075"/>
                  </a:cubicBezTo>
                  <a:cubicBezTo>
                    <a:pt x="199632" y="67264"/>
                    <a:pt x="199684" y="67454"/>
                    <a:pt x="199731" y="67646"/>
                  </a:cubicBezTo>
                  <a:cubicBezTo>
                    <a:pt x="199777" y="67838"/>
                    <a:pt x="199818" y="68032"/>
                    <a:pt x="199853" y="68226"/>
                  </a:cubicBezTo>
                  <a:cubicBezTo>
                    <a:pt x="199888" y="68420"/>
                    <a:pt x="199917" y="68616"/>
                    <a:pt x="199940" y="68812"/>
                  </a:cubicBezTo>
                  <a:cubicBezTo>
                    <a:pt x="199963" y="69008"/>
                    <a:pt x="199981" y="69205"/>
                    <a:pt x="199993" y="69402"/>
                  </a:cubicBezTo>
                  <a:cubicBezTo>
                    <a:pt x="200004" y="69599"/>
                    <a:pt x="200010" y="69796"/>
                    <a:pt x="200010" y="69994"/>
                  </a:cubicBezTo>
                  <a:cubicBezTo>
                    <a:pt x="200010" y="70191"/>
                    <a:pt x="200004" y="70389"/>
                    <a:pt x="199993" y="70586"/>
                  </a:cubicBezTo>
                  <a:cubicBezTo>
                    <a:pt x="199981" y="70783"/>
                    <a:pt x="199963" y="70980"/>
                    <a:pt x="199940" y="71176"/>
                  </a:cubicBezTo>
                  <a:cubicBezTo>
                    <a:pt x="199917" y="71372"/>
                    <a:pt x="199888" y="71567"/>
                    <a:pt x="199853" y="71762"/>
                  </a:cubicBezTo>
                  <a:cubicBezTo>
                    <a:pt x="199818" y="71956"/>
                    <a:pt x="199777" y="72149"/>
                    <a:pt x="199731" y="72341"/>
                  </a:cubicBezTo>
                  <a:cubicBezTo>
                    <a:pt x="199684" y="72533"/>
                    <a:pt x="199632" y="72724"/>
                    <a:pt x="199575" y="72913"/>
                  </a:cubicBezTo>
                  <a:cubicBezTo>
                    <a:pt x="199517" y="73102"/>
                    <a:pt x="199454" y="73289"/>
                    <a:pt x="199385" y="73474"/>
                  </a:cubicBezTo>
                  <a:cubicBezTo>
                    <a:pt x="198537" y="75531"/>
                    <a:pt x="197625" y="77561"/>
                    <a:pt x="196651" y="79561"/>
                  </a:cubicBezTo>
                  <a:cubicBezTo>
                    <a:pt x="195676" y="81561"/>
                    <a:pt x="194640" y="83531"/>
                    <a:pt x="193544" y="85467"/>
                  </a:cubicBezTo>
                  <a:cubicBezTo>
                    <a:pt x="192447" y="87403"/>
                    <a:pt x="191291" y="89304"/>
                    <a:pt x="190076" y="91168"/>
                  </a:cubicBezTo>
                  <a:cubicBezTo>
                    <a:pt x="188862" y="93033"/>
                    <a:pt x="187590" y="94859"/>
                    <a:pt x="186262" y="96644"/>
                  </a:cubicBezTo>
                  <a:cubicBezTo>
                    <a:pt x="184934" y="98429"/>
                    <a:pt x="183551" y="100173"/>
                    <a:pt x="182115" y="101872"/>
                  </a:cubicBezTo>
                  <a:cubicBezTo>
                    <a:pt x="180679" y="103572"/>
                    <a:pt x="179191" y="105226"/>
                    <a:pt x="177652" y="106833"/>
                  </a:cubicBezTo>
                  <a:cubicBezTo>
                    <a:pt x="176113" y="108440"/>
                    <a:pt x="174525" y="109999"/>
                    <a:pt x="172889" y="111507"/>
                  </a:cubicBezTo>
                  <a:cubicBezTo>
                    <a:pt x="171254" y="113016"/>
                    <a:pt x="169572" y="114473"/>
                    <a:pt x="167846" y="115877"/>
                  </a:cubicBezTo>
                  <a:cubicBezTo>
                    <a:pt x="166120" y="117281"/>
                    <a:pt x="164351" y="118632"/>
                    <a:pt x="162541" y="119926"/>
                  </a:cubicBezTo>
                  <a:cubicBezTo>
                    <a:pt x="160732" y="121220"/>
                    <a:pt x="158882" y="122458"/>
                    <a:pt x="156996" y="123638"/>
                  </a:cubicBezTo>
                  <a:cubicBezTo>
                    <a:pt x="155109" y="124817"/>
                    <a:pt x="153186" y="125938"/>
                    <a:pt x="151230" y="126998"/>
                  </a:cubicBezTo>
                  <a:cubicBezTo>
                    <a:pt x="149274" y="128058"/>
                    <a:pt x="147286" y="129057"/>
                    <a:pt x="145268" y="129994"/>
                  </a:cubicBezTo>
                  <a:cubicBezTo>
                    <a:pt x="143250" y="130931"/>
                    <a:pt x="141203" y="131805"/>
                    <a:pt x="139131" y="132615"/>
                  </a:cubicBezTo>
                  <a:cubicBezTo>
                    <a:pt x="137058" y="133425"/>
                    <a:pt x="134961" y="134170"/>
                    <a:pt x="132843" y="134849"/>
                  </a:cubicBezTo>
                  <a:cubicBezTo>
                    <a:pt x="130724" y="135529"/>
                    <a:pt x="128585" y="136143"/>
                    <a:pt x="126428" y="136690"/>
                  </a:cubicBezTo>
                  <a:cubicBezTo>
                    <a:pt x="124272" y="137237"/>
                    <a:pt x="122099" y="137716"/>
                    <a:pt x="119912" y="138128"/>
                  </a:cubicBezTo>
                  <a:cubicBezTo>
                    <a:pt x="117726" y="138540"/>
                    <a:pt x="115527" y="138884"/>
                    <a:pt x="113319" y="139160"/>
                  </a:cubicBezTo>
                  <a:cubicBezTo>
                    <a:pt x="111111" y="139436"/>
                    <a:pt x="108896" y="139643"/>
                    <a:pt x="106675" y="139781"/>
                  </a:cubicBezTo>
                  <a:cubicBezTo>
                    <a:pt x="104454" y="139919"/>
                    <a:pt x="102230" y="139988"/>
                    <a:pt x="100005" y="139988"/>
                  </a:cubicBezTo>
                  <a:cubicBezTo>
                    <a:pt x="97780" y="139988"/>
                    <a:pt x="95556" y="139919"/>
                    <a:pt x="93335" y="139781"/>
                  </a:cubicBezTo>
                  <a:cubicBezTo>
                    <a:pt x="91114" y="139643"/>
                    <a:pt x="88899" y="139436"/>
                    <a:pt x="86691" y="139160"/>
                  </a:cubicBezTo>
                  <a:cubicBezTo>
                    <a:pt x="84483" y="138884"/>
                    <a:pt x="82284" y="138540"/>
                    <a:pt x="80098" y="138128"/>
                  </a:cubicBezTo>
                  <a:cubicBezTo>
                    <a:pt x="77912" y="137716"/>
                    <a:pt x="75738" y="137237"/>
                    <a:pt x="73582" y="136690"/>
                  </a:cubicBezTo>
                  <a:cubicBezTo>
                    <a:pt x="71425" y="136143"/>
                    <a:pt x="69286" y="135529"/>
                    <a:pt x="67167" y="134849"/>
                  </a:cubicBezTo>
                  <a:cubicBezTo>
                    <a:pt x="65049" y="134170"/>
                    <a:pt x="62952" y="133425"/>
                    <a:pt x="60879" y="132615"/>
                  </a:cubicBezTo>
                  <a:cubicBezTo>
                    <a:pt x="58807" y="131805"/>
                    <a:pt x="56760" y="130931"/>
                    <a:pt x="54742" y="129994"/>
                  </a:cubicBezTo>
                  <a:cubicBezTo>
                    <a:pt x="52724" y="129057"/>
                    <a:pt x="50736" y="128058"/>
                    <a:pt x="48780" y="126998"/>
                  </a:cubicBezTo>
                  <a:cubicBezTo>
                    <a:pt x="46824" y="125938"/>
                    <a:pt x="44901" y="124817"/>
                    <a:pt x="43014" y="123638"/>
                  </a:cubicBezTo>
                  <a:cubicBezTo>
                    <a:pt x="41128" y="122458"/>
                    <a:pt x="39278" y="121220"/>
                    <a:pt x="37469" y="119926"/>
                  </a:cubicBezTo>
                  <a:cubicBezTo>
                    <a:pt x="35659" y="118632"/>
                    <a:pt x="33890" y="117281"/>
                    <a:pt x="32164" y="115877"/>
                  </a:cubicBezTo>
                  <a:cubicBezTo>
                    <a:pt x="30438" y="114473"/>
                    <a:pt x="28756" y="113016"/>
                    <a:pt x="27121" y="111507"/>
                  </a:cubicBezTo>
                  <a:cubicBezTo>
                    <a:pt x="25485" y="109999"/>
                    <a:pt x="23897" y="108440"/>
                    <a:pt x="22358" y="106833"/>
                  </a:cubicBezTo>
                  <a:cubicBezTo>
                    <a:pt x="20820" y="105226"/>
                    <a:pt x="19331" y="103572"/>
                    <a:pt x="17895" y="101872"/>
                  </a:cubicBezTo>
                  <a:cubicBezTo>
                    <a:pt x="16459" y="100173"/>
                    <a:pt x="15076" y="98429"/>
                    <a:pt x="13748" y="96644"/>
                  </a:cubicBezTo>
                  <a:cubicBezTo>
                    <a:pt x="12420" y="94859"/>
                    <a:pt x="11148" y="93033"/>
                    <a:pt x="9934" y="91168"/>
                  </a:cubicBezTo>
                  <a:cubicBezTo>
                    <a:pt x="8719" y="89304"/>
                    <a:pt x="7563" y="87403"/>
                    <a:pt x="6466" y="85467"/>
                  </a:cubicBezTo>
                  <a:cubicBezTo>
                    <a:pt x="5370" y="83531"/>
                    <a:pt x="4334" y="81561"/>
                    <a:pt x="3360" y="79561"/>
                  </a:cubicBezTo>
                  <a:cubicBezTo>
                    <a:pt x="2385" y="77561"/>
                    <a:pt x="1473" y="75531"/>
                    <a:pt x="625" y="73474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probe-lucide-eye-part-2"/>
            <p:cNvSpPr/>
            <p:nvPr/>
          </p:nvSpPr>
          <p:spPr>
            <a:xfrm>
              <a:off x="90000" y="9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1" name="probe-lucide-fingerprint-pattern" descr="fingerprint-pattern — Lucide Icons and Contributors; preserve the bundled full upstream license. Source: https://github.com/lucide-icons/lucide/blob/20aef31db93fe4d9f398dbb15b120d99c48eef95/icons/fingerprint-pattern.svg; SVG SHA256: 26a4e5756ca8fb809c7cf488a1b6b44f6921d4a34a37ca9be8facf53d362ad9b; native DrawingML derivative; original colors retained"/>
          <p:cNvGrpSpPr/>
          <p:nvPr/>
        </p:nvGrpSpPr>
        <p:grpSpPr>
          <a:xfrm>
            <a:off x="5572125" y="723900"/>
            <a:ext cx="1028700" cy="1028700"/>
            <a:chOff x="0" y="0"/>
            <a:chExt cx="240000" cy="240000"/>
          </a:xfrm>
        </p:grpSpPr>
        <p:sp>
          <p:nvSpPr>
            <p:cNvPr id="22" name="probe-lucide-fingerprint-pattern-part-1"/>
            <p:cNvSpPr/>
            <p:nvPr/>
          </p:nvSpPr>
          <p:spPr>
            <a:xfrm>
              <a:off x="97400" y="100000"/>
              <a:ext cx="22600" cy="60000"/>
            </a:xfrm>
            <a:custGeom>
              <a:avLst/>
              <a:gdLst/>
              <a:ahLst/>
              <a:cxnLst/>
              <a:rect l="0" t="0" r="r" b="b"/>
              <a:pathLst>
                <a:path w="22600" h="60000">
                  <a:moveTo>
                    <a:pt x="22600" y="0"/>
                  </a:moveTo>
                  <a:cubicBezTo>
                    <a:pt x="22181" y="0"/>
                    <a:pt x="21762" y="13"/>
                    <a:pt x="21344" y="39"/>
                  </a:cubicBezTo>
                  <a:cubicBezTo>
                    <a:pt x="20926" y="66"/>
                    <a:pt x="20509" y="105"/>
                    <a:pt x="20093" y="158"/>
                  </a:cubicBezTo>
                  <a:cubicBezTo>
                    <a:pt x="19678" y="210"/>
                    <a:pt x="19264" y="276"/>
                    <a:pt x="18852" y="354"/>
                  </a:cubicBezTo>
                  <a:cubicBezTo>
                    <a:pt x="18441" y="433"/>
                    <a:pt x="18032" y="524"/>
                    <a:pt x="17626" y="628"/>
                  </a:cubicBezTo>
                  <a:cubicBezTo>
                    <a:pt x="17220" y="733"/>
                    <a:pt x="16818" y="849"/>
                    <a:pt x="16420" y="979"/>
                  </a:cubicBezTo>
                  <a:cubicBezTo>
                    <a:pt x="16021" y="1108"/>
                    <a:pt x="15627" y="1250"/>
                    <a:pt x="15238" y="1404"/>
                  </a:cubicBezTo>
                  <a:cubicBezTo>
                    <a:pt x="14848" y="1559"/>
                    <a:pt x="14463" y="1725"/>
                    <a:pt x="14084" y="1903"/>
                  </a:cubicBezTo>
                  <a:cubicBezTo>
                    <a:pt x="13705" y="2082"/>
                    <a:pt x="13332" y="2272"/>
                    <a:pt x="12965" y="2474"/>
                  </a:cubicBezTo>
                  <a:cubicBezTo>
                    <a:pt x="12598" y="2676"/>
                    <a:pt x="12237" y="2889"/>
                    <a:pt x="11883" y="3113"/>
                  </a:cubicBezTo>
                  <a:cubicBezTo>
                    <a:pt x="11530" y="3338"/>
                    <a:pt x="11183" y="3573"/>
                    <a:pt x="10844" y="3820"/>
                  </a:cubicBezTo>
                  <a:cubicBezTo>
                    <a:pt x="10505" y="4066"/>
                    <a:pt x="10174" y="4323"/>
                    <a:pt x="9852" y="4590"/>
                  </a:cubicBezTo>
                  <a:cubicBezTo>
                    <a:pt x="9529" y="4857"/>
                    <a:pt x="9214" y="5134"/>
                    <a:pt x="8909" y="5421"/>
                  </a:cubicBezTo>
                  <a:cubicBezTo>
                    <a:pt x="8604" y="5707"/>
                    <a:pt x="8307" y="6004"/>
                    <a:pt x="8021" y="6309"/>
                  </a:cubicBezTo>
                  <a:cubicBezTo>
                    <a:pt x="7734" y="6614"/>
                    <a:pt x="7457" y="6929"/>
                    <a:pt x="7190" y="7252"/>
                  </a:cubicBezTo>
                  <a:cubicBezTo>
                    <a:pt x="6923" y="7574"/>
                    <a:pt x="6666" y="7905"/>
                    <a:pt x="6420" y="8244"/>
                  </a:cubicBezTo>
                  <a:cubicBezTo>
                    <a:pt x="6173" y="8583"/>
                    <a:pt x="5938" y="8930"/>
                    <a:pt x="5713" y="9283"/>
                  </a:cubicBezTo>
                  <a:cubicBezTo>
                    <a:pt x="5489" y="9637"/>
                    <a:pt x="5276" y="9998"/>
                    <a:pt x="5074" y="10365"/>
                  </a:cubicBezTo>
                  <a:cubicBezTo>
                    <a:pt x="4872" y="10732"/>
                    <a:pt x="4682" y="11105"/>
                    <a:pt x="4503" y="11484"/>
                  </a:cubicBezTo>
                  <a:cubicBezTo>
                    <a:pt x="4325" y="11863"/>
                    <a:pt x="4159" y="12248"/>
                    <a:pt x="4004" y="12638"/>
                  </a:cubicBezTo>
                  <a:cubicBezTo>
                    <a:pt x="3850" y="13027"/>
                    <a:pt x="3708" y="13421"/>
                    <a:pt x="3579" y="13820"/>
                  </a:cubicBezTo>
                  <a:cubicBezTo>
                    <a:pt x="3449" y="14218"/>
                    <a:pt x="3333" y="14620"/>
                    <a:pt x="3228" y="15026"/>
                  </a:cubicBezTo>
                  <a:cubicBezTo>
                    <a:pt x="3124" y="15432"/>
                    <a:pt x="3033" y="15841"/>
                    <a:pt x="2954" y="16252"/>
                  </a:cubicBezTo>
                  <a:cubicBezTo>
                    <a:pt x="2876" y="16664"/>
                    <a:pt x="2810" y="17078"/>
                    <a:pt x="2758" y="17493"/>
                  </a:cubicBezTo>
                  <a:cubicBezTo>
                    <a:pt x="2705" y="17909"/>
                    <a:pt x="2666" y="18326"/>
                    <a:pt x="2639" y="18744"/>
                  </a:cubicBezTo>
                  <a:cubicBezTo>
                    <a:pt x="2613" y="19162"/>
                    <a:pt x="2600" y="19581"/>
                    <a:pt x="2600" y="20000"/>
                  </a:cubicBezTo>
                  <a:cubicBezTo>
                    <a:pt x="2600" y="30200"/>
                    <a:pt x="1600" y="45100"/>
                    <a:pt x="0" y="6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probe-lucide-fingerprint-pattern-part-2"/>
            <p:cNvSpPr/>
            <p:nvPr/>
          </p:nvSpPr>
          <p:spPr>
            <a:xfrm>
              <a:off x="130000" y="131200"/>
              <a:ext cx="10000" cy="88800"/>
            </a:xfrm>
            <a:custGeom>
              <a:avLst/>
              <a:gdLst/>
              <a:ahLst/>
              <a:cxnLst/>
              <a:rect l="0" t="0" r="r" b="b"/>
              <a:pathLst>
                <a:path w="10000" h="88800">
                  <a:moveTo>
                    <a:pt x="10000" y="0"/>
                  </a:moveTo>
                  <a:cubicBezTo>
                    <a:pt x="10000" y="23800"/>
                    <a:pt x="10000" y="63800"/>
                    <a:pt x="0" y="888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probe-lucide-fingerprint-pattern-part-3"/>
            <p:cNvSpPr/>
            <p:nvPr/>
          </p:nvSpPr>
          <p:spPr>
            <a:xfrm>
              <a:off x="172900" y="180000"/>
              <a:ext cx="5000" cy="30200"/>
            </a:xfrm>
            <a:custGeom>
              <a:avLst/>
              <a:gdLst/>
              <a:ahLst/>
              <a:cxnLst/>
              <a:rect l="0" t="0" r="r" b="b"/>
              <a:pathLst>
                <a:path w="5000" h="30200">
                  <a:moveTo>
                    <a:pt x="0" y="30200"/>
                  </a:moveTo>
                  <a:cubicBezTo>
                    <a:pt x="1200" y="24200"/>
                    <a:pt x="4300" y="7200"/>
                    <a:pt x="50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probe-lucide-fingerprint-pattern-part-4"/>
            <p:cNvSpPr/>
            <p:nvPr/>
          </p:nvSpPr>
          <p:spPr>
            <a:xfrm>
              <a:off x="20000" y="20000"/>
              <a:ext cx="180000" cy="100000"/>
            </a:xfrm>
            <a:custGeom>
              <a:avLst/>
              <a:gdLst/>
              <a:ahLst/>
              <a:cxnLst/>
              <a:rect l="0" t="0" r="r" b="b"/>
              <a:pathLst>
                <a:path w="180000" h="100000">
                  <a:moveTo>
                    <a:pt x="0" y="100000"/>
                  </a:moveTo>
                  <a:cubicBezTo>
                    <a:pt x="0" y="97918"/>
                    <a:pt x="65" y="95837"/>
                    <a:pt x="195" y="93759"/>
                  </a:cubicBezTo>
                  <a:cubicBezTo>
                    <a:pt x="325" y="91681"/>
                    <a:pt x="520" y="89608"/>
                    <a:pt x="779" y="87542"/>
                  </a:cubicBezTo>
                  <a:cubicBezTo>
                    <a:pt x="1038" y="85476"/>
                    <a:pt x="1362" y="83419"/>
                    <a:pt x="1750" y="81374"/>
                  </a:cubicBezTo>
                  <a:cubicBezTo>
                    <a:pt x="2138" y="79328"/>
                    <a:pt x="2589" y="77295"/>
                    <a:pt x="3104" y="75278"/>
                  </a:cubicBezTo>
                  <a:cubicBezTo>
                    <a:pt x="3619" y="73261"/>
                    <a:pt x="4196" y="71260"/>
                    <a:pt x="4836" y="69279"/>
                  </a:cubicBezTo>
                  <a:cubicBezTo>
                    <a:pt x="5475" y="67298"/>
                    <a:pt x="6177" y="65337"/>
                    <a:pt x="6939" y="63399"/>
                  </a:cubicBezTo>
                  <a:cubicBezTo>
                    <a:pt x="7701" y="61462"/>
                    <a:pt x="8523" y="59549"/>
                    <a:pt x="9404" y="57663"/>
                  </a:cubicBezTo>
                  <a:cubicBezTo>
                    <a:pt x="10286" y="55777"/>
                    <a:pt x="11226" y="53918"/>
                    <a:pt x="12223" y="52091"/>
                  </a:cubicBezTo>
                  <a:cubicBezTo>
                    <a:pt x="13221" y="50264"/>
                    <a:pt x="14275" y="48468"/>
                    <a:pt x="15385" y="46706"/>
                  </a:cubicBezTo>
                  <a:cubicBezTo>
                    <a:pt x="16494" y="44944"/>
                    <a:pt x="17658" y="43218"/>
                    <a:pt x="18876" y="41529"/>
                  </a:cubicBezTo>
                  <a:cubicBezTo>
                    <a:pt x="20093" y="39840"/>
                    <a:pt x="21363" y="38190"/>
                    <a:pt x="22683" y="36580"/>
                  </a:cubicBezTo>
                  <a:cubicBezTo>
                    <a:pt x="24004" y="34970"/>
                    <a:pt x="25374" y="33402"/>
                    <a:pt x="26792" y="31878"/>
                  </a:cubicBezTo>
                  <a:cubicBezTo>
                    <a:pt x="28210" y="30354"/>
                    <a:pt x="29676" y="28874"/>
                    <a:pt x="31186" y="27442"/>
                  </a:cubicBezTo>
                  <a:cubicBezTo>
                    <a:pt x="32697" y="26009"/>
                    <a:pt x="34252" y="24624"/>
                    <a:pt x="35849" y="23288"/>
                  </a:cubicBezTo>
                  <a:cubicBezTo>
                    <a:pt x="37446" y="21953"/>
                    <a:pt x="39085" y="20668"/>
                    <a:pt x="40762" y="19434"/>
                  </a:cubicBezTo>
                  <a:cubicBezTo>
                    <a:pt x="42439" y="18201"/>
                    <a:pt x="44155" y="17020"/>
                    <a:pt x="45906" y="15894"/>
                  </a:cubicBezTo>
                  <a:cubicBezTo>
                    <a:pt x="47657" y="14768"/>
                    <a:pt x="49442" y="13697"/>
                    <a:pt x="51260" y="12682"/>
                  </a:cubicBezTo>
                  <a:cubicBezTo>
                    <a:pt x="53078" y="11667"/>
                    <a:pt x="54927" y="10710"/>
                    <a:pt x="56805" y="9810"/>
                  </a:cubicBezTo>
                  <a:cubicBezTo>
                    <a:pt x="58683" y="8911"/>
                    <a:pt x="60588" y="8071"/>
                    <a:pt x="62518" y="7290"/>
                  </a:cubicBezTo>
                  <a:cubicBezTo>
                    <a:pt x="64448" y="6510"/>
                    <a:pt x="66402" y="5790"/>
                    <a:pt x="68377" y="5132"/>
                  </a:cubicBezTo>
                  <a:cubicBezTo>
                    <a:pt x="70352" y="4473"/>
                    <a:pt x="72347" y="3877"/>
                    <a:pt x="74360" y="3343"/>
                  </a:cubicBezTo>
                  <a:cubicBezTo>
                    <a:pt x="76372" y="2809"/>
                    <a:pt x="78401" y="2338"/>
                    <a:pt x="80442" y="1931"/>
                  </a:cubicBezTo>
                  <a:cubicBezTo>
                    <a:pt x="82484" y="1524"/>
                    <a:pt x="84538" y="1181"/>
                    <a:pt x="86601" y="902"/>
                  </a:cubicBezTo>
                  <a:cubicBezTo>
                    <a:pt x="88664" y="623"/>
                    <a:pt x="90736" y="408"/>
                    <a:pt x="92812" y="259"/>
                  </a:cubicBezTo>
                  <a:cubicBezTo>
                    <a:pt x="94889" y="109"/>
                    <a:pt x="96969" y="24"/>
                    <a:pt x="99051" y="5"/>
                  </a:cubicBezTo>
                  <a:cubicBezTo>
                    <a:pt x="101133" y="-15"/>
                    <a:pt x="103215" y="30"/>
                    <a:pt x="105294" y="140"/>
                  </a:cubicBezTo>
                  <a:cubicBezTo>
                    <a:pt x="107373" y="250"/>
                    <a:pt x="109448" y="426"/>
                    <a:pt x="111516" y="665"/>
                  </a:cubicBezTo>
                  <a:cubicBezTo>
                    <a:pt x="113584" y="905"/>
                    <a:pt x="115644" y="1209"/>
                    <a:pt x="117693" y="1578"/>
                  </a:cubicBezTo>
                  <a:cubicBezTo>
                    <a:pt x="119742" y="1946"/>
                    <a:pt x="121779" y="2378"/>
                    <a:pt x="123801" y="2874"/>
                  </a:cubicBezTo>
                  <a:cubicBezTo>
                    <a:pt x="125823" y="3369"/>
                    <a:pt x="127830" y="3928"/>
                    <a:pt x="129817" y="4549"/>
                  </a:cubicBezTo>
                  <a:cubicBezTo>
                    <a:pt x="131804" y="5169"/>
                    <a:pt x="133771" y="5852"/>
                    <a:pt x="135716" y="6596"/>
                  </a:cubicBezTo>
                  <a:cubicBezTo>
                    <a:pt x="137661" y="7339"/>
                    <a:pt x="139581" y="8143"/>
                    <a:pt x="141476" y="9007"/>
                  </a:cubicBezTo>
                  <a:cubicBezTo>
                    <a:pt x="143370" y="9870"/>
                    <a:pt x="145237" y="10793"/>
                    <a:pt x="147074" y="11773"/>
                  </a:cubicBezTo>
                  <a:cubicBezTo>
                    <a:pt x="148911" y="12753"/>
                    <a:pt x="150717" y="13790"/>
                    <a:pt x="152489" y="14883"/>
                  </a:cubicBezTo>
                  <a:cubicBezTo>
                    <a:pt x="154261" y="15976"/>
                    <a:pt x="155998" y="17123"/>
                    <a:pt x="157699" y="18325"/>
                  </a:cubicBezTo>
                  <a:cubicBezTo>
                    <a:pt x="159399" y="19526"/>
                    <a:pt x="161062" y="20780"/>
                    <a:pt x="162684" y="22085"/>
                  </a:cubicBezTo>
                  <a:cubicBezTo>
                    <a:pt x="164306" y="23390"/>
                    <a:pt x="165887" y="24745"/>
                    <a:pt x="167424" y="26149"/>
                  </a:cubicBezTo>
                  <a:cubicBezTo>
                    <a:pt x="168962" y="27553"/>
                    <a:pt x="170455" y="29004"/>
                    <a:pt x="171902" y="30501"/>
                  </a:cubicBezTo>
                  <a:cubicBezTo>
                    <a:pt x="173349" y="31998"/>
                    <a:pt x="174749" y="33540"/>
                    <a:pt x="176099" y="35124"/>
                  </a:cubicBezTo>
                  <a:cubicBezTo>
                    <a:pt x="177450" y="36708"/>
                    <a:pt x="178751" y="38334"/>
                    <a:pt x="180000" y="4000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probe-lucide-fingerprint-pattern-part-5"/>
            <p:cNvSpPr/>
            <p:nvPr/>
          </p:nvSpPr>
          <p:spPr>
            <a:xfrm>
              <a:off x="20000" y="16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probe-lucide-fingerprint-pattern-part-6"/>
            <p:cNvSpPr/>
            <p:nvPr/>
          </p:nvSpPr>
          <p:spPr>
            <a:xfrm>
              <a:off x="218000" y="100000"/>
              <a:ext cx="1254" cy="60000"/>
            </a:xfrm>
            <a:custGeom>
              <a:avLst/>
              <a:gdLst/>
              <a:ahLst/>
              <a:cxnLst/>
              <a:rect l="0" t="0" r="r" b="b"/>
              <a:pathLst>
                <a:path w="1254" h="60000">
                  <a:moveTo>
                    <a:pt x="0" y="60000"/>
                  </a:moveTo>
                  <a:cubicBezTo>
                    <a:pt x="2000" y="40000"/>
                    <a:pt x="1310" y="6460"/>
                    <a:pt x="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probe-lucide-fingerprint-pattern-part-7"/>
            <p:cNvSpPr/>
            <p:nvPr/>
          </p:nvSpPr>
          <p:spPr>
            <a:xfrm>
              <a:off x="50000" y="100000"/>
              <a:ext cx="13400" cy="95000"/>
            </a:xfrm>
            <a:custGeom>
              <a:avLst/>
              <a:gdLst/>
              <a:ahLst/>
              <a:cxnLst/>
              <a:rect l="0" t="0" r="r" b="b"/>
              <a:pathLst>
                <a:path w="13400" h="95000">
                  <a:moveTo>
                    <a:pt x="0" y="95000"/>
                  </a:moveTo>
                  <a:cubicBezTo>
                    <a:pt x="5000" y="80000"/>
                    <a:pt x="10000" y="50000"/>
                    <a:pt x="10000" y="20000"/>
                  </a:cubicBezTo>
                  <a:cubicBezTo>
                    <a:pt x="9998" y="18867"/>
                    <a:pt x="10029" y="17735"/>
                    <a:pt x="10091" y="16604"/>
                  </a:cubicBezTo>
                  <a:cubicBezTo>
                    <a:pt x="10154" y="15473"/>
                    <a:pt x="10248" y="14345"/>
                    <a:pt x="10374" y="13219"/>
                  </a:cubicBezTo>
                  <a:cubicBezTo>
                    <a:pt x="10501" y="12094"/>
                    <a:pt x="10659" y="10972"/>
                    <a:pt x="10849" y="9855"/>
                  </a:cubicBezTo>
                  <a:cubicBezTo>
                    <a:pt x="11038" y="8739"/>
                    <a:pt x="11260" y="7628"/>
                    <a:pt x="11512" y="6524"/>
                  </a:cubicBezTo>
                  <a:cubicBezTo>
                    <a:pt x="11765" y="5420"/>
                    <a:pt x="12049" y="4323"/>
                    <a:pt x="12364" y="3235"/>
                  </a:cubicBezTo>
                  <a:cubicBezTo>
                    <a:pt x="12679" y="2147"/>
                    <a:pt x="13024" y="1068"/>
                    <a:pt x="134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probe-lucide-fingerprint-pattern-part-8"/>
            <p:cNvSpPr/>
            <p:nvPr/>
          </p:nvSpPr>
          <p:spPr>
            <a:xfrm>
              <a:off x="86500" y="200000"/>
              <a:ext cx="5700" cy="20000"/>
            </a:xfrm>
            <a:custGeom>
              <a:avLst/>
              <a:gdLst/>
              <a:ahLst/>
              <a:cxnLst/>
              <a:rect l="0" t="0" r="r" b="b"/>
              <a:pathLst>
                <a:path w="5700" h="20000">
                  <a:moveTo>
                    <a:pt x="0" y="20000"/>
                  </a:moveTo>
                  <a:cubicBezTo>
                    <a:pt x="2100" y="13400"/>
                    <a:pt x="4500" y="6800"/>
                    <a:pt x="5700" y="0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probe-lucide-fingerprint-pattern-part-9"/>
            <p:cNvSpPr/>
            <p:nvPr/>
          </p:nvSpPr>
          <p:spPr>
            <a:xfrm>
              <a:off x="90000" y="59962"/>
              <a:ext cx="90000" cy="80038"/>
            </a:xfrm>
            <a:custGeom>
              <a:avLst/>
              <a:gdLst/>
              <a:ahLst/>
              <a:cxnLst/>
              <a:rect l="0" t="0" r="r" b="b"/>
              <a:pathLst>
                <a:path w="90000" h="80038">
                  <a:moveTo>
                    <a:pt x="0" y="8038"/>
                  </a:moveTo>
                  <a:cubicBezTo>
                    <a:pt x="1067" y="7422"/>
                    <a:pt x="2153" y="6839"/>
                    <a:pt x="3257" y="6290"/>
                  </a:cubicBezTo>
                  <a:cubicBezTo>
                    <a:pt x="4360" y="5740"/>
                    <a:pt x="5480" y="5225"/>
                    <a:pt x="6615" y="4745"/>
                  </a:cubicBezTo>
                  <a:cubicBezTo>
                    <a:pt x="7750" y="4264"/>
                    <a:pt x="8899" y="3819"/>
                    <a:pt x="10062" y="3410"/>
                  </a:cubicBezTo>
                  <a:cubicBezTo>
                    <a:pt x="11224" y="3000"/>
                    <a:pt x="12399" y="2626"/>
                    <a:pt x="13585" y="2289"/>
                  </a:cubicBezTo>
                  <a:cubicBezTo>
                    <a:pt x="14770" y="1952"/>
                    <a:pt x="15966" y="1651"/>
                    <a:pt x="17170" y="1388"/>
                  </a:cubicBezTo>
                  <a:cubicBezTo>
                    <a:pt x="18374" y="1124"/>
                    <a:pt x="19585" y="898"/>
                    <a:pt x="20803" y="709"/>
                  </a:cubicBezTo>
                  <a:cubicBezTo>
                    <a:pt x="22021" y="520"/>
                    <a:pt x="23245" y="369"/>
                    <a:pt x="24472" y="255"/>
                  </a:cubicBezTo>
                  <a:cubicBezTo>
                    <a:pt x="25699" y="142"/>
                    <a:pt x="26929" y="66"/>
                    <a:pt x="28161" y="28"/>
                  </a:cubicBezTo>
                  <a:cubicBezTo>
                    <a:pt x="29393" y="-10"/>
                    <a:pt x="30626" y="-9"/>
                    <a:pt x="31858" y="29"/>
                  </a:cubicBezTo>
                  <a:cubicBezTo>
                    <a:pt x="33090" y="67"/>
                    <a:pt x="34320" y="143"/>
                    <a:pt x="35547" y="257"/>
                  </a:cubicBezTo>
                  <a:cubicBezTo>
                    <a:pt x="36775" y="371"/>
                    <a:pt x="37998" y="523"/>
                    <a:pt x="39216" y="712"/>
                  </a:cubicBezTo>
                  <a:cubicBezTo>
                    <a:pt x="40434" y="901"/>
                    <a:pt x="41645" y="1128"/>
                    <a:pt x="42849" y="1392"/>
                  </a:cubicBezTo>
                  <a:cubicBezTo>
                    <a:pt x="44053" y="1656"/>
                    <a:pt x="45249" y="1957"/>
                    <a:pt x="46434" y="2294"/>
                  </a:cubicBezTo>
                  <a:cubicBezTo>
                    <a:pt x="47619" y="2632"/>
                    <a:pt x="48794" y="3006"/>
                    <a:pt x="49956" y="3416"/>
                  </a:cubicBezTo>
                  <a:cubicBezTo>
                    <a:pt x="51119" y="3826"/>
                    <a:pt x="52268" y="4272"/>
                    <a:pt x="53403" y="4752"/>
                  </a:cubicBezTo>
                  <a:cubicBezTo>
                    <a:pt x="54538" y="5233"/>
                    <a:pt x="55657" y="5749"/>
                    <a:pt x="56761" y="6298"/>
                  </a:cubicBezTo>
                  <a:cubicBezTo>
                    <a:pt x="57864" y="6848"/>
                    <a:pt x="58950" y="7432"/>
                    <a:pt x="60017" y="8048"/>
                  </a:cubicBezTo>
                  <a:cubicBezTo>
                    <a:pt x="61084" y="8665"/>
                    <a:pt x="62132" y="9314"/>
                    <a:pt x="63159" y="9995"/>
                  </a:cubicBezTo>
                  <a:cubicBezTo>
                    <a:pt x="64186" y="10676"/>
                    <a:pt x="65192" y="11389"/>
                    <a:pt x="66175" y="12132"/>
                  </a:cubicBezTo>
                  <a:cubicBezTo>
                    <a:pt x="67159" y="12875"/>
                    <a:pt x="68119" y="13648"/>
                    <a:pt x="69054" y="14450"/>
                  </a:cubicBezTo>
                  <a:cubicBezTo>
                    <a:pt x="69990" y="15253"/>
                    <a:pt x="70901" y="16084"/>
                    <a:pt x="71785" y="16942"/>
                  </a:cubicBezTo>
                  <a:cubicBezTo>
                    <a:pt x="72670" y="17800"/>
                    <a:pt x="73527" y="18686"/>
                    <a:pt x="74357" y="19597"/>
                  </a:cubicBezTo>
                  <a:cubicBezTo>
                    <a:pt x="75187" y="20508"/>
                    <a:pt x="75989" y="21444"/>
                    <a:pt x="76761" y="22405"/>
                  </a:cubicBezTo>
                  <a:cubicBezTo>
                    <a:pt x="77533" y="23365"/>
                    <a:pt x="78276" y="24349"/>
                    <a:pt x="78988" y="25356"/>
                  </a:cubicBezTo>
                  <a:cubicBezTo>
                    <a:pt x="79699" y="26362"/>
                    <a:pt x="80380" y="27390"/>
                    <a:pt x="81028" y="28438"/>
                  </a:cubicBezTo>
                  <a:cubicBezTo>
                    <a:pt x="81676" y="29486"/>
                    <a:pt x="82292" y="30554"/>
                    <a:pt x="82875" y="31640"/>
                  </a:cubicBezTo>
                  <a:cubicBezTo>
                    <a:pt x="83457" y="32726"/>
                    <a:pt x="84006" y="33830"/>
                    <a:pt x="84521" y="34950"/>
                  </a:cubicBezTo>
                  <a:cubicBezTo>
                    <a:pt x="85035" y="36070"/>
                    <a:pt x="85515" y="37206"/>
                    <a:pt x="85960" y="38355"/>
                  </a:cubicBezTo>
                  <a:cubicBezTo>
                    <a:pt x="86404" y="39505"/>
                    <a:pt x="86813" y="40667"/>
                    <a:pt x="87186" y="41842"/>
                  </a:cubicBezTo>
                  <a:cubicBezTo>
                    <a:pt x="87559" y="43017"/>
                    <a:pt x="87896" y="44203"/>
                    <a:pt x="88196" y="45398"/>
                  </a:cubicBezTo>
                  <a:cubicBezTo>
                    <a:pt x="88496" y="46594"/>
                    <a:pt x="88759" y="47798"/>
                    <a:pt x="88985" y="49010"/>
                  </a:cubicBezTo>
                  <a:cubicBezTo>
                    <a:pt x="89211" y="50221"/>
                    <a:pt x="89399" y="51439"/>
                    <a:pt x="89550" y="52663"/>
                  </a:cubicBezTo>
                  <a:cubicBezTo>
                    <a:pt x="89700" y="53886"/>
                    <a:pt x="89813" y="55113"/>
                    <a:pt x="89888" y="56344"/>
                  </a:cubicBezTo>
                  <a:cubicBezTo>
                    <a:pt x="89964" y="57574"/>
                    <a:pt x="90001" y="58806"/>
                    <a:pt x="90000" y="60038"/>
                  </a:cubicBezTo>
                  <a:lnTo>
                    <a:pt x="90000" y="80038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1" name="probe-lucide-list-checks" descr="list-checks — Lucide Icons and Contributors; preserve the bundled full upstream license. Source: https://github.com/lucide-icons/lucide/blob/20aef31db93fe4d9f398dbb15b120d99c48eef95/icons/list-checks.svg; SVG SHA256: 08d26ab05aaf724222c4c0cd5a19d5eae753b2a5fff0eb2d81759dde11bac6b6; native DrawingML derivative; original colors retained"/>
          <p:cNvGrpSpPr/>
          <p:nvPr/>
        </p:nvGrpSpPr>
        <p:grpSpPr>
          <a:xfrm>
            <a:off x="7915274" y="723900"/>
            <a:ext cx="1028700" cy="1028700"/>
            <a:chOff x="0" y="0"/>
            <a:chExt cx="240000" cy="240000"/>
          </a:xfrm>
        </p:grpSpPr>
        <p:sp>
          <p:nvSpPr>
            <p:cNvPr id="32" name="probe-lucide-list-checks-part-1"/>
            <p:cNvSpPr/>
            <p:nvPr/>
          </p:nvSpPr>
          <p:spPr>
            <a:xfrm>
              <a:off x="130000" y="5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probe-lucide-list-checks-part-2"/>
            <p:cNvSpPr/>
            <p:nvPr/>
          </p:nvSpPr>
          <p:spPr>
            <a:xfrm>
              <a:off x="130000" y="12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probe-lucide-list-checks-part-3"/>
            <p:cNvSpPr/>
            <p:nvPr/>
          </p:nvSpPr>
          <p:spPr>
            <a:xfrm>
              <a:off x="130000" y="190000"/>
              <a:ext cx="80000" cy="10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probe-lucide-list-checks-part-4"/>
            <p:cNvSpPr/>
            <p:nvPr/>
          </p:nvSpPr>
          <p:spPr>
            <a:xfrm>
              <a:off x="30000" y="15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probe-lucide-list-checks-part-5"/>
            <p:cNvSpPr/>
            <p:nvPr/>
          </p:nvSpPr>
          <p:spPr>
            <a:xfrm>
              <a:off x="30000" y="5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37" name="probe-lucide-lock-keyhole" descr="lock-keyhole — Lucide Icons and Contributors; preserve the bundled full upstream license. Source: https://github.com/lucide-icons/lucide/blob/20aef31db93fe4d9f398dbb15b120d99c48eef95/icons/lock-keyhole.svg; SVG SHA256: fc0b8b7590d1d9e9bb0112c5c2e15a78ade0bfeca6d6f8c79fbbe149236d74be; native DrawingML derivative; original colors retained"/>
          <p:cNvGrpSpPr/>
          <p:nvPr/>
        </p:nvGrpSpPr>
        <p:grpSpPr>
          <a:xfrm>
            <a:off x="10258424" y="723900"/>
            <a:ext cx="1028700" cy="1028700"/>
            <a:chOff x="0" y="0"/>
            <a:chExt cx="240000" cy="240000"/>
          </a:xfrm>
        </p:grpSpPr>
        <p:sp>
          <p:nvSpPr>
            <p:cNvPr id="38" name="probe-lucide-lock-keyhole-part-1"/>
            <p:cNvSpPr/>
            <p:nvPr/>
          </p:nvSpPr>
          <p:spPr>
            <a:xfrm>
              <a:off x="110000" y="150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20000" y="10000"/>
                  </a:moveTo>
                  <a:cubicBezTo>
                    <a:pt x="20000" y="10209"/>
                    <a:pt x="19993" y="10419"/>
                    <a:pt x="19980" y="10628"/>
                  </a:cubicBezTo>
                  <a:cubicBezTo>
                    <a:pt x="19967" y="10837"/>
                    <a:pt x="19947" y="11046"/>
                    <a:pt x="19921" y="11253"/>
                  </a:cubicBezTo>
                  <a:cubicBezTo>
                    <a:pt x="19895" y="11461"/>
                    <a:pt x="19862" y="11668"/>
                    <a:pt x="19823" y="11874"/>
                  </a:cubicBezTo>
                  <a:cubicBezTo>
                    <a:pt x="19784" y="12080"/>
                    <a:pt x="19738" y="12284"/>
                    <a:pt x="19686" y="12487"/>
                  </a:cubicBezTo>
                  <a:cubicBezTo>
                    <a:pt x="19634" y="12690"/>
                    <a:pt x="19575" y="12891"/>
                    <a:pt x="19511" y="13090"/>
                  </a:cubicBezTo>
                  <a:cubicBezTo>
                    <a:pt x="19446" y="13289"/>
                    <a:pt x="19375" y="13486"/>
                    <a:pt x="19298" y="13681"/>
                  </a:cubicBezTo>
                  <a:cubicBezTo>
                    <a:pt x="19221" y="13876"/>
                    <a:pt x="19137" y="14068"/>
                    <a:pt x="19048" y="14258"/>
                  </a:cubicBezTo>
                  <a:cubicBezTo>
                    <a:pt x="18959" y="14447"/>
                    <a:pt x="18864" y="14634"/>
                    <a:pt x="18763" y="14818"/>
                  </a:cubicBezTo>
                  <a:cubicBezTo>
                    <a:pt x="18662" y="15001"/>
                    <a:pt x="18556" y="15181"/>
                    <a:pt x="18443" y="15358"/>
                  </a:cubicBezTo>
                  <a:cubicBezTo>
                    <a:pt x="18331" y="15535"/>
                    <a:pt x="18213" y="15708"/>
                    <a:pt x="18090" y="15878"/>
                  </a:cubicBezTo>
                  <a:cubicBezTo>
                    <a:pt x="17967" y="16047"/>
                    <a:pt x="17839" y="16213"/>
                    <a:pt x="17705" y="16374"/>
                  </a:cubicBezTo>
                  <a:cubicBezTo>
                    <a:pt x="17572" y="16536"/>
                    <a:pt x="17433" y="16693"/>
                    <a:pt x="17290" y="16845"/>
                  </a:cubicBezTo>
                  <a:cubicBezTo>
                    <a:pt x="17146" y="16998"/>
                    <a:pt x="16998" y="17146"/>
                    <a:pt x="16845" y="17290"/>
                  </a:cubicBezTo>
                  <a:cubicBezTo>
                    <a:pt x="16693" y="17433"/>
                    <a:pt x="16536" y="17572"/>
                    <a:pt x="16374" y="17705"/>
                  </a:cubicBezTo>
                  <a:cubicBezTo>
                    <a:pt x="16213" y="17839"/>
                    <a:pt x="16047" y="17967"/>
                    <a:pt x="15878" y="18090"/>
                  </a:cubicBezTo>
                  <a:cubicBezTo>
                    <a:pt x="15708" y="18213"/>
                    <a:pt x="15535" y="18331"/>
                    <a:pt x="15358" y="18443"/>
                  </a:cubicBezTo>
                  <a:cubicBezTo>
                    <a:pt x="15181" y="18556"/>
                    <a:pt x="15001" y="18662"/>
                    <a:pt x="14818" y="18763"/>
                  </a:cubicBezTo>
                  <a:cubicBezTo>
                    <a:pt x="14634" y="18864"/>
                    <a:pt x="14447" y="18959"/>
                    <a:pt x="14258" y="19048"/>
                  </a:cubicBezTo>
                  <a:cubicBezTo>
                    <a:pt x="14068" y="19137"/>
                    <a:pt x="13876" y="19221"/>
                    <a:pt x="13681" y="19298"/>
                  </a:cubicBezTo>
                  <a:cubicBezTo>
                    <a:pt x="13486" y="19375"/>
                    <a:pt x="13289" y="19446"/>
                    <a:pt x="13090" y="19511"/>
                  </a:cubicBezTo>
                  <a:cubicBezTo>
                    <a:pt x="12891" y="19575"/>
                    <a:pt x="12690" y="19634"/>
                    <a:pt x="12487" y="19686"/>
                  </a:cubicBezTo>
                  <a:cubicBezTo>
                    <a:pt x="12284" y="19738"/>
                    <a:pt x="12080" y="19784"/>
                    <a:pt x="11874" y="19823"/>
                  </a:cubicBezTo>
                  <a:cubicBezTo>
                    <a:pt x="11668" y="19862"/>
                    <a:pt x="11461" y="19895"/>
                    <a:pt x="11253" y="19921"/>
                  </a:cubicBezTo>
                  <a:cubicBezTo>
                    <a:pt x="11046" y="19947"/>
                    <a:pt x="10837" y="19967"/>
                    <a:pt x="10628" y="19980"/>
                  </a:cubicBezTo>
                  <a:cubicBezTo>
                    <a:pt x="10419" y="19993"/>
                    <a:pt x="10209" y="20000"/>
                    <a:pt x="10000" y="20000"/>
                  </a:cubicBezTo>
                  <a:cubicBezTo>
                    <a:pt x="9791" y="20000"/>
                    <a:pt x="9581" y="19993"/>
                    <a:pt x="9372" y="19980"/>
                  </a:cubicBezTo>
                  <a:cubicBezTo>
                    <a:pt x="9163" y="19967"/>
                    <a:pt x="8954" y="19947"/>
                    <a:pt x="8747" y="19921"/>
                  </a:cubicBezTo>
                  <a:cubicBezTo>
                    <a:pt x="8539" y="19895"/>
                    <a:pt x="8332" y="19862"/>
                    <a:pt x="8126" y="19823"/>
                  </a:cubicBezTo>
                  <a:cubicBezTo>
                    <a:pt x="7920" y="19784"/>
                    <a:pt x="7716" y="19738"/>
                    <a:pt x="7513" y="19686"/>
                  </a:cubicBezTo>
                  <a:cubicBezTo>
                    <a:pt x="7310" y="19634"/>
                    <a:pt x="7109" y="19575"/>
                    <a:pt x="6910" y="19511"/>
                  </a:cubicBezTo>
                  <a:cubicBezTo>
                    <a:pt x="6711" y="19446"/>
                    <a:pt x="6514" y="19375"/>
                    <a:pt x="6319" y="19298"/>
                  </a:cubicBezTo>
                  <a:cubicBezTo>
                    <a:pt x="6124" y="19221"/>
                    <a:pt x="5932" y="19137"/>
                    <a:pt x="5742" y="19048"/>
                  </a:cubicBezTo>
                  <a:cubicBezTo>
                    <a:pt x="5553" y="18959"/>
                    <a:pt x="5366" y="18864"/>
                    <a:pt x="5182" y="18763"/>
                  </a:cubicBezTo>
                  <a:cubicBezTo>
                    <a:pt x="4999" y="18662"/>
                    <a:pt x="4819" y="18556"/>
                    <a:pt x="4642" y="18443"/>
                  </a:cubicBezTo>
                  <a:cubicBezTo>
                    <a:pt x="4465" y="18331"/>
                    <a:pt x="4292" y="18213"/>
                    <a:pt x="4122" y="18090"/>
                  </a:cubicBezTo>
                  <a:cubicBezTo>
                    <a:pt x="3953" y="17967"/>
                    <a:pt x="3787" y="17839"/>
                    <a:pt x="3626" y="17705"/>
                  </a:cubicBezTo>
                  <a:cubicBezTo>
                    <a:pt x="3464" y="17572"/>
                    <a:pt x="3307" y="17433"/>
                    <a:pt x="3155" y="17290"/>
                  </a:cubicBezTo>
                  <a:cubicBezTo>
                    <a:pt x="3002" y="17146"/>
                    <a:pt x="2854" y="16998"/>
                    <a:pt x="2710" y="16845"/>
                  </a:cubicBezTo>
                  <a:cubicBezTo>
                    <a:pt x="2567" y="16693"/>
                    <a:pt x="2428" y="16536"/>
                    <a:pt x="2295" y="16374"/>
                  </a:cubicBezTo>
                  <a:cubicBezTo>
                    <a:pt x="2161" y="16213"/>
                    <a:pt x="2033" y="16047"/>
                    <a:pt x="1910" y="15878"/>
                  </a:cubicBezTo>
                  <a:cubicBezTo>
                    <a:pt x="1787" y="15708"/>
                    <a:pt x="1669" y="15535"/>
                    <a:pt x="1557" y="15358"/>
                  </a:cubicBezTo>
                  <a:cubicBezTo>
                    <a:pt x="1444" y="15181"/>
                    <a:pt x="1338" y="15001"/>
                    <a:pt x="1237" y="14818"/>
                  </a:cubicBezTo>
                  <a:cubicBezTo>
                    <a:pt x="1136" y="14634"/>
                    <a:pt x="1041" y="14447"/>
                    <a:pt x="952" y="14258"/>
                  </a:cubicBezTo>
                  <a:cubicBezTo>
                    <a:pt x="863" y="14068"/>
                    <a:pt x="779" y="13876"/>
                    <a:pt x="702" y="13681"/>
                  </a:cubicBezTo>
                  <a:cubicBezTo>
                    <a:pt x="625" y="13486"/>
                    <a:pt x="554" y="13289"/>
                    <a:pt x="489" y="13090"/>
                  </a:cubicBezTo>
                  <a:cubicBezTo>
                    <a:pt x="425" y="12891"/>
                    <a:pt x="366" y="12690"/>
                    <a:pt x="314" y="12487"/>
                  </a:cubicBezTo>
                  <a:cubicBezTo>
                    <a:pt x="262" y="12284"/>
                    <a:pt x="216" y="12080"/>
                    <a:pt x="177" y="11874"/>
                  </a:cubicBezTo>
                  <a:cubicBezTo>
                    <a:pt x="138" y="11668"/>
                    <a:pt x="105" y="11461"/>
                    <a:pt x="79" y="11253"/>
                  </a:cubicBezTo>
                  <a:cubicBezTo>
                    <a:pt x="53" y="11046"/>
                    <a:pt x="33" y="10837"/>
                    <a:pt x="20" y="10628"/>
                  </a:cubicBezTo>
                  <a:cubicBezTo>
                    <a:pt x="7" y="10419"/>
                    <a:pt x="0" y="10209"/>
                    <a:pt x="0" y="10000"/>
                  </a:cubicBez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ubicBezTo>
                    <a:pt x="10209" y="0"/>
                    <a:pt x="10419" y="7"/>
                    <a:pt x="10628" y="20"/>
                  </a:cubicBezTo>
                  <a:cubicBezTo>
                    <a:pt x="10837" y="33"/>
                    <a:pt x="11046" y="53"/>
                    <a:pt x="11253" y="79"/>
                  </a:cubicBezTo>
                  <a:cubicBezTo>
                    <a:pt x="11461" y="105"/>
                    <a:pt x="11668" y="138"/>
                    <a:pt x="11874" y="177"/>
                  </a:cubicBezTo>
                  <a:cubicBezTo>
                    <a:pt x="12080" y="216"/>
                    <a:pt x="12284" y="262"/>
                    <a:pt x="12487" y="314"/>
                  </a:cubicBezTo>
                  <a:cubicBezTo>
                    <a:pt x="12690" y="366"/>
                    <a:pt x="12891" y="425"/>
                    <a:pt x="13090" y="489"/>
                  </a:cubicBezTo>
                  <a:cubicBezTo>
                    <a:pt x="13289" y="554"/>
                    <a:pt x="13486" y="625"/>
                    <a:pt x="13681" y="702"/>
                  </a:cubicBezTo>
                  <a:cubicBezTo>
                    <a:pt x="13876" y="779"/>
                    <a:pt x="14068" y="863"/>
                    <a:pt x="14258" y="952"/>
                  </a:cubicBezTo>
                  <a:cubicBezTo>
                    <a:pt x="14447" y="1041"/>
                    <a:pt x="14634" y="1136"/>
                    <a:pt x="14818" y="1237"/>
                  </a:cubicBezTo>
                  <a:cubicBezTo>
                    <a:pt x="15001" y="1338"/>
                    <a:pt x="15181" y="1444"/>
                    <a:pt x="15358" y="1557"/>
                  </a:cubicBezTo>
                  <a:cubicBezTo>
                    <a:pt x="15535" y="1669"/>
                    <a:pt x="15708" y="1787"/>
                    <a:pt x="15878" y="1910"/>
                  </a:cubicBezTo>
                  <a:cubicBezTo>
                    <a:pt x="16047" y="2033"/>
                    <a:pt x="16213" y="2161"/>
                    <a:pt x="16374" y="2295"/>
                  </a:cubicBezTo>
                  <a:cubicBezTo>
                    <a:pt x="16536" y="2428"/>
                    <a:pt x="16693" y="2567"/>
                    <a:pt x="16845" y="2710"/>
                  </a:cubicBezTo>
                  <a:cubicBezTo>
                    <a:pt x="16998" y="2854"/>
                    <a:pt x="17146" y="3002"/>
                    <a:pt x="17290" y="3155"/>
                  </a:cubicBezTo>
                  <a:cubicBezTo>
                    <a:pt x="17433" y="3307"/>
                    <a:pt x="17572" y="3464"/>
                    <a:pt x="17705" y="3626"/>
                  </a:cubicBezTo>
                  <a:cubicBezTo>
                    <a:pt x="17839" y="3787"/>
                    <a:pt x="17967" y="3953"/>
                    <a:pt x="18090" y="4122"/>
                  </a:cubicBezTo>
                  <a:cubicBezTo>
                    <a:pt x="18213" y="4292"/>
                    <a:pt x="18331" y="4465"/>
                    <a:pt x="18443" y="4642"/>
                  </a:cubicBezTo>
                  <a:cubicBezTo>
                    <a:pt x="18556" y="4819"/>
                    <a:pt x="18662" y="4999"/>
                    <a:pt x="18763" y="5182"/>
                  </a:cubicBezTo>
                  <a:cubicBezTo>
                    <a:pt x="18864" y="5366"/>
                    <a:pt x="18959" y="5553"/>
                    <a:pt x="19048" y="5742"/>
                  </a:cubicBezTo>
                  <a:cubicBezTo>
                    <a:pt x="19137" y="5932"/>
                    <a:pt x="19221" y="6124"/>
                    <a:pt x="19298" y="6319"/>
                  </a:cubicBezTo>
                  <a:cubicBezTo>
                    <a:pt x="19375" y="6514"/>
                    <a:pt x="19446" y="6711"/>
                    <a:pt x="19511" y="6910"/>
                  </a:cubicBezTo>
                  <a:cubicBezTo>
                    <a:pt x="19575" y="7109"/>
                    <a:pt x="19634" y="7310"/>
                    <a:pt x="19686" y="7513"/>
                  </a:cubicBezTo>
                  <a:cubicBezTo>
                    <a:pt x="19738" y="7716"/>
                    <a:pt x="19784" y="7920"/>
                    <a:pt x="19823" y="8126"/>
                  </a:cubicBezTo>
                  <a:cubicBezTo>
                    <a:pt x="19862" y="8332"/>
                    <a:pt x="19895" y="8539"/>
                    <a:pt x="19921" y="8747"/>
                  </a:cubicBezTo>
                  <a:cubicBezTo>
                    <a:pt x="19947" y="8954"/>
                    <a:pt x="19967" y="9163"/>
                    <a:pt x="19980" y="9372"/>
                  </a:cubicBezTo>
                  <a:cubicBezTo>
                    <a:pt x="19993" y="9581"/>
                    <a:pt x="20000" y="9791"/>
                    <a:pt x="20000" y="1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probe-lucide-lock-keyhole-part-2"/>
            <p:cNvSpPr/>
            <p:nvPr/>
          </p:nvSpPr>
          <p:spPr>
            <a:xfrm>
              <a:off x="30000" y="100000"/>
              <a:ext cx="180000" cy="120000"/>
            </a:xfrm>
            <a:custGeom>
              <a:avLst/>
              <a:gdLst/>
              <a:ahLst/>
              <a:cxnLst/>
              <a:rect l="0" t="0" r="r" b="b"/>
              <a:pathLst>
                <a:path w="180000" h="120000">
                  <a:moveTo>
                    <a:pt x="20000" y="0"/>
                  </a:moveTo>
                  <a:lnTo>
                    <a:pt x="160000" y="0"/>
                  </a:lnTo>
                  <a:cubicBezTo>
                    <a:pt x="160419" y="0"/>
                    <a:pt x="160838" y="13"/>
                    <a:pt x="161256" y="39"/>
                  </a:cubicBezTo>
                  <a:cubicBezTo>
                    <a:pt x="161674" y="66"/>
                    <a:pt x="162091" y="105"/>
                    <a:pt x="162507" y="158"/>
                  </a:cubicBezTo>
                  <a:cubicBezTo>
                    <a:pt x="162922" y="210"/>
                    <a:pt x="163336" y="276"/>
                    <a:pt x="163748" y="354"/>
                  </a:cubicBezTo>
                  <a:cubicBezTo>
                    <a:pt x="164159" y="433"/>
                    <a:pt x="164568" y="524"/>
                    <a:pt x="164974" y="628"/>
                  </a:cubicBezTo>
                  <a:cubicBezTo>
                    <a:pt x="165380" y="733"/>
                    <a:pt x="165782" y="849"/>
                    <a:pt x="166180" y="979"/>
                  </a:cubicBezTo>
                  <a:cubicBezTo>
                    <a:pt x="166579" y="1108"/>
                    <a:pt x="166973" y="1250"/>
                    <a:pt x="167362" y="1404"/>
                  </a:cubicBezTo>
                  <a:cubicBezTo>
                    <a:pt x="167752" y="1559"/>
                    <a:pt x="168137" y="1725"/>
                    <a:pt x="168516" y="1903"/>
                  </a:cubicBezTo>
                  <a:cubicBezTo>
                    <a:pt x="168895" y="2082"/>
                    <a:pt x="169268" y="2272"/>
                    <a:pt x="169635" y="2474"/>
                  </a:cubicBezTo>
                  <a:cubicBezTo>
                    <a:pt x="170002" y="2676"/>
                    <a:pt x="170363" y="2889"/>
                    <a:pt x="170717" y="3113"/>
                  </a:cubicBezTo>
                  <a:cubicBezTo>
                    <a:pt x="171070" y="3338"/>
                    <a:pt x="171417" y="3573"/>
                    <a:pt x="171756" y="3820"/>
                  </a:cubicBezTo>
                  <a:cubicBezTo>
                    <a:pt x="172095" y="4066"/>
                    <a:pt x="172426" y="4323"/>
                    <a:pt x="172748" y="4590"/>
                  </a:cubicBezTo>
                  <a:cubicBezTo>
                    <a:pt x="173071" y="4857"/>
                    <a:pt x="173386" y="5134"/>
                    <a:pt x="173691" y="5421"/>
                  </a:cubicBezTo>
                  <a:cubicBezTo>
                    <a:pt x="173996" y="5707"/>
                    <a:pt x="174293" y="6004"/>
                    <a:pt x="174579" y="6309"/>
                  </a:cubicBezTo>
                  <a:cubicBezTo>
                    <a:pt x="174866" y="6614"/>
                    <a:pt x="175143" y="6929"/>
                    <a:pt x="175410" y="7252"/>
                  </a:cubicBezTo>
                  <a:cubicBezTo>
                    <a:pt x="175677" y="7574"/>
                    <a:pt x="175934" y="7905"/>
                    <a:pt x="176180" y="8244"/>
                  </a:cubicBezTo>
                  <a:cubicBezTo>
                    <a:pt x="176427" y="8583"/>
                    <a:pt x="176662" y="8930"/>
                    <a:pt x="176887" y="9283"/>
                  </a:cubicBezTo>
                  <a:cubicBezTo>
                    <a:pt x="177111" y="9637"/>
                    <a:pt x="177324" y="9998"/>
                    <a:pt x="177526" y="10365"/>
                  </a:cubicBezTo>
                  <a:cubicBezTo>
                    <a:pt x="177728" y="10732"/>
                    <a:pt x="177918" y="11105"/>
                    <a:pt x="178097" y="11484"/>
                  </a:cubicBezTo>
                  <a:cubicBezTo>
                    <a:pt x="178275" y="11863"/>
                    <a:pt x="178441" y="12248"/>
                    <a:pt x="178596" y="12638"/>
                  </a:cubicBezTo>
                  <a:cubicBezTo>
                    <a:pt x="178750" y="13027"/>
                    <a:pt x="178892" y="13421"/>
                    <a:pt x="179021" y="13820"/>
                  </a:cubicBezTo>
                  <a:cubicBezTo>
                    <a:pt x="179151" y="14218"/>
                    <a:pt x="179267" y="14620"/>
                    <a:pt x="179372" y="15026"/>
                  </a:cubicBezTo>
                  <a:cubicBezTo>
                    <a:pt x="179476" y="15432"/>
                    <a:pt x="179567" y="15841"/>
                    <a:pt x="179646" y="16252"/>
                  </a:cubicBezTo>
                  <a:cubicBezTo>
                    <a:pt x="179724" y="16664"/>
                    <a:pt x="179790" y="17078"/>
                    <a:pt x="179842" y="17493"/>
                  </a:cubicBezTo>
                  <a:cubicBezTo>
                    <a:pt x="179895" y="17909"/>
                    <a:pt x="179934" y="18326"/>
                    <a:pt x="179961" y="18744"/>
                  </a:cubicBezTo>
                  <a:cubicBezTo>
                    <a:pt x="179987" y="19162"/>
                    <a:pt x="180000" y="19581"/>
                    <a:pt x="180000" y="20000"/>
                  </a:cubicBezTo>
                  <a:lnTo>
                    <a:pt x="180000" y="100000"/>
                  </a:lnTo>
                  <a:cubicBezTo>
                    <a:pt x="180000" y="100419"/>
                    <a:pt x="179987" y="100838"/>
                    <a:pt x="179961" y="101256"/>
                  </a:cubicBezTo>
                  <a:cubicBezTo>
                    <a:pt x="179934" y="101674"/>
                    <a:pt x="179895" y="102091"/>
                    <a:pt x="179842" y="102507"/>
                  </a:cubicBezTo>
                  <a:cubicBezTo>
                    <a:pt x="179790" y="102922"/>
                    <a:pt x="179724" y="103336"/>
                    <a:pt x="179646" y="103748"/>
                  </a:cubicBezTo>
                  <a:cubicBezTo>
                    <a:pt x="179567" y="104159"/>
                    <a:pt x="179476" y="104568"/>
                    <a:pt x="179372" y="104974"/>
                  </a:cubicBezTo>
                  <a:cubicBezTo>
                    <a:pt x="179267" y="105380"/>
                    <a:pt x="179151" y="105782"/>
                    <a:pt x="179021" y="106180"/>
                  </a:cubicBezTo>
                  <a:cubicBezTo>
                    <a:pt x="178892" y="106579"/>
                    <a:pt x="178750" y="106973"/>
                    <a:pt x="178596" y="107362"/>
                  </a:cubicBezTo>
                  <a:cubicBezTo>
                    <a:pt x="178441" y="107752"/>
                    <a:pt x="178275" y="108137"/>
                    <a:pt x="178097" y="108516"/>
                  </a:cubicBezTo>
                  <a:cubicBezTo>
                    <a:pt x="177918" y="108895"/>
                    <a:pt x="177728" y="109268"/>
                    <a:pt x="177526" y="109635"/>
                  </a:cubicBezTo>
                  <a:cubicBezTo>
                    <a:pt x="177324" y="110002"/>
                    <a:pt x="177111" y="110363"/>
                    <a:pt x="176887" y="110717"/>
                  </a:cubicBezTo>
                  <a:cubicBezTo>
                    <a:pt x="176662" y="111070"/>
                    <a:pt x="176427" y="111417"/>
                    <a:pt x="176180" y="111756"/>
                  </a:cubicBezTo>
                  <a:cubicBezTo>
                    <a:pt x="175934" y="112095"/>
                    <a:pt x="175677" y="112426"/>
                    <a:pt x="175410" y="112748"/>
                  </a:cubicBezTo>
                  <a:cubicBezTo>
                    <a:pt x="175143" y="113071"/>
                    <a:pt x="174866" y="113386"/>
                    <a:pt x="174579" y="113691"/>
                  </a:cubicBezTo>
                  <a:cubicBezTo>
                    <a:pt x="174293" y="113996"/>
                    <a:pt x="173996" y="114293"/>
                    <a:pt x="173691" y="114579"/>
                  </a:cubicBezTo>
                  <a:cubicBezTo>
                    <a:pt x="173386" y="114866"/>
                    <a:pt x="173071" y="115143"/>
                    <a:pt x="172748" y="115410"/>
                  </a:cubicBezTo>
                  <a:cubicBezTo>
                    <a:pt x="172426" y="115677"/>
                    <a:pt x="172095" y="115934"/>
                    <a:pt x="171756" y="116180"/>
                  </a:cubicBezTo>
                  <a:cubicBezTo>
                    <a:pt x="171417" y="116427"/>
                    <a:pt x="171070" y="116662"/>
                    <a:pt x="170717" y="116887"/>
                  </a:cubicBezTo>
                  <a:cubicBezTo>
                    <a:pt x="170363" y="117111"/>
                    <a:pt x="170002" y="117324"/>
                    <a:pt x="169635" y="117526"/>
                  </a:cubicBezTo>
                  <a:cubicBezTo>
                    <a:pt x="169268" y="117728"/>
                    <a:pt x="168895" y="117918"/>
                    <a:pt x="168516" y="118097"/>
                  </a:cubicBezTo>
                  <a:cubicBezTo>
                    <a:pt x="168137" y="118275"/>
                    <a:pt x="167752" y="118441"/>
                    <a:pt x="167362" y="118596"/>
                  </a:cubicBezTo>
                  <a:cubicBezTo>
                    <a:pt x="166973" y="118750"/>
                    <a:pt x="166579" y="118892"/>
                    <a:pt x="166180" y="119021"/>
                  </a:cubicBezTo>
                  <a:cubicBezTo>
                    <a:pt x="165782" y="119151"/>
                    <a:pt x="165380" y="119267"/>
                    <a:pt x="164974" y="119372"/>
                  </a:cubicBezTo>
                  <a:cubicBezTo>
                    <a:pt x="164568" y="119476"/>
                    <a:pt x="164159" y="119567"/>
                    <a:pt x="163748" y="119646"/>
                  </a:cubicBezTo>
                  <a:cubicBezTo>
                    <a:pt x="163336" y="119724"/>
                    <a:pt x="162922" y="119790"/>
                    <a:pt x="162507" y="119842"/>
                  </a:cubicBezTo>
                  <a:cubicBezTo>
                    <a:pt x="162091" y="119895"/>
                    <a:pt x="161674" y="119934"/>
                    <a:pt x="161256" y="119961"/>
                  </a:cubicBezTo>
                  <a:cubicBezTo>
                    <a:pt x="160838" y="119987"/>
                    <a:pt x="160419" y="120000"/>
                    <a:pt x="160000" y="120000"/>
                  </a:cubicBezTo>
                  <a:lnTo>
                    <a:pt x="20000" y="120000"/>
                  </a:lnTo>
                  <a:cubicBezTo>
                    <a:pt x="19581" y="120000"/>
                    <a:pt x="19162" y="119987"/>
                    <a:pt x="18744" y="119961"/>
                  </a:cubicBezTo>
                  <a:cubicBezTo>
                    <a:pt x="18326" y="119934"/>
                    <a:pt x="17909" y="119895"/>
                    <a:pt x="17493" y="119842"/>
                  </a:cubicBezTo>
                  <a:cubicBezTo>
                    <a:pt x="17078" y="119790"/>
                    <a:pt x="16664" y="119724"/>
                    <a:pt x="16252" y="119646"/>
                  </a:cubicBezTo>
                  <a:cubicBezTo>
                    <a:pt x="15841" y="119567"/>
                    <a:pt x="15432" y="119476"/>
                    <a:pt x="15026" y="119372"/>
                  </a:cubicBezTo>
                  <a:cubicBezTo>
                    <a:pt x="14620" y="119267"/>
                    <a:pt x="14218" y="119151"/>
                    <a:pt x="13820" y="119021"/>
                  </a:cubicBezTo>
                  <a:cubicBezTo>
                    <a:pt x="13421" y="118892"/>
                    <a:pt x="13027" y="118750"/>
                    <a:pt x="12638" y="118596"/>
                  </a:cubicBezTo>
                  <a:cubicBezTo>
                    <a:pt x="12248" y="118441"/>
                    <a:pt x="11863" y="118275"/>
                    <a:pt x="11484" y="118097"/>
                  </a:cubicBezTo>
                  <a:cubicBezTo>
                    <a:pt x="11105" y="117918"/>
                    <a:pt x="10732" y="117728"/>
                    <a:pt x="10365" y="117526"/>
                  </a:cubicBezTo>
                  <a:cubicBezTo>
                    <a:pt x="9998" y="117324"/>
                    <a:pt x="9637" y="117111"/>
                    <a:pt x="9283" y="116887"/>
                  </a:cubicBezTo>
                  <a:cubicBezTo>
                    <a:pt x="8930" y="116662"/>
                    <a:pt x="8583" y="116427"/>
                    <a:pt x="8244" y="116180"/>
                  </a:cubicBezTo>
                  <a:cubicBezTo>
                    <a:pt x="7905" y="115934"/>
                    <a:pt x="7574" y="115677"/>
                    <a:pt x="7252" y="115410"/>
                  </a:cubicBezTo>
                  <a:cubicBezTo>
                    <a:pt x="6929" y="115143"/>
                    <a:pt x="6614" y="114866"/>
                    <a:pt x="6309" y="114579"/>
                  </a:cubicBezTo>
                  <a:cubicBezTo>
                    <a:pt x="6004" y="114293"/>
                    <a:pt x="5707" y="113996"/>
                    <a:pt x="5421" y="113691"/>
                  </a:cubicBezTo>
                  <a:cubicBezTo>
                    <a:pt x="5134" y="113386"/>
                    <a:pt x="4857" y="113071"/>
                    <a:pt x="4590" y="112748"/>
                  </a:cubicBezTo>
                  <a:cubicBezTo>
                    <a:pt x="4323" y="112426"/>
                    <a:pt x="4066" y="112095"/>
                    <a:pt x="3820" y="111756"/>
                  </a:cubicBezTo>
                  <a:cubicBezTo>
                    <a:pt x="3573" y="111417"/>
                    <a:pt x="3338" y="111070"/>
                    <a:pt x="3113" y="110717"/>
                  </a:cubicBezTo>
                  <a:cubicBezTo>
                    <a:pt x="2889" y="110363"/>
                    <a:pt x="2676" y="110002"/>
                    <a:pt x="2474" y="109635"/>
                  </a:cubicBezTo>
                  <a:cubicBezTo>
                    <a:pt x="2272" y="109268"/>
                    <a:pt x="2082" y="108895"/>
                    <a:pt x="1903" y="108516"/>
                  </a:cubicBezTo>
                  <a:cubicBezTo>
                    <a:pt x="1725" y="108137"/>
                    <a:pt x="1559" y="107752"/>
                    <a:pt x="1404" y="107362"/>
                  </a:cubicBezTo>
                  <a:cubicBezTo>
                    <a:pt x="1250" y="106973"/>
                    <a:pt x="1108" y="106579"/>
                    <a:pt x="979" y="106180"/>
                  </a:cubicBezTo>
                  <a:cubicBezTo>
                    <a:pt x="849" y="105782"/>
                    <a:pt x="733" y="105380"/>
                    <a:pt x="628" y="104974"/>
                  </a:cubicBezTo>
                  <a:cubicBezTo>
                    <a:pt x="524" y="104568"/>
                    <a:pt x="433" y="104159"/>
                    <a:pt x="354" y="103748"/>
                  </a:cubicBezTo>
                  <a:cubicBezTo>
                    <a:pt x="276" y="103336"/>
                    <a:pt x="210" y="102922"/>
                    <a:pt x="158" y="102507"/>
                  </a:cubicBezTo>
                  <a:cubicBezTo>
                    <a:pt x="105" y="102091"/>
                    <a:pt x="66" y="101674"/>
                    <a:pt x="39" y="101256"/>
                  </a:cubicBezTo>
                  <a:cubicBezTo>
                    <a:pt x="13" y="100838"/>
                    <a:pt x="0" y="100419"/>
                    <a:pt x="0" y="10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probe-lucide-lock-keyhole-part-3"/>
            <p:cNvSpPr/>
            <p:nvPr/>
          </p:nvSpPr>
          <p:spPr>
            <a:xfrm>
              <a:off x="70000" y="20000"/>
              <a:ext cx="100000" cy="80000"/>
            </a:xfrm>
            <a:custGeom>
              <a:avLst/>
              <a:gdLst/>
              <a:ahLst/>
              <a:cxnLst/>
              <a:rect l="0" t="0" r="r" b="b"/>
              <a:pathLst>
                <a:path w="100000" h="80000">
                  <a:moveTo>
                    <a:pt x="0" y="80000"/>
                  </a:moveTo>
                  <a:lnTo>
                    <a:pt x="0" y="50000"/>
                  </a:lnTo>
                  <a:cubicBezTo>
                    <a:pt x="0" y="48953"/>
                    <a:pt x="33" y="47906"/>
                    <a:pt x="99" y="46860"/>
                  </a:cubicBezTo>
                  <a:cubicBezTo>
                    <a:pt x="164" y="45815"/>
                    <a:pt x="263" y="44772"/>
                    <a:pt x="394" y="43733"/>
                  </a:cubicBezTo>
                  <a:cubicBezTo>
                    <a:pt x="526" y="42694"/>
                    <a:pt x="689" y="41660"/>
                    <a:pt x="886" y="40631"/>
                  </a:cubicBezTo>
                  <a:cubicBezTo>
                    <a:pt x="1082" y="39602"/>
                    <a:pt x="1310" y="38580"/>
                    <a:pt x="1571" y="37566"/>
                  </a:cubicBezTo>
                  <a:cubicBezTo>
                    <a:pt x="1831" y="36551"/>
                    <a:pt x="2124" y="35545"/>
                    <a:pt x="2447" y="34549"/>
                  </a:cubicBezTo>
                  <a:cubicBezTo>
                    <a:pt x="2771" y="33553"/>
                    <a:pt x="3126" y="32568"/>
                    <a:pt x="3511" y="31594"/>
                  </a:cubicBezTo>
                  <a:cubicBezTo>
                    <a:pt x="3897" y="30620"/>
                    <a:pt x="4313" y="29659"/>
                    <a:pt x="4759" y="28711"/>
                  </a:cubicBezTo>
                  <a:cubicBezTo>
                    <a:pt x="5205" y="27763"/>
                    <a:pt x="5680" y="26830"/>
                    <a:pt x="6185" y="25912"/>
                  </a:cubicBezTo>
                  <a:cubicBezTo>
                    <a:pt x="6689" y="24995"/>
                    <a:pt x="7222" y="24093"/>
                    <a:pt x="7784" y="23209"/>
                  </a:cubicBezTo>
                  <a:cubicBezTo>
                    <a:pt x="8345" y="22324"/>
                    <a:pt x="8934" y="21458"/>
                    <a:pt x="9549" y="20611"/>
                  </a:cubicBezTo>
                  <a:cubicBezTo>
                    <a:pt x="10165" y="19763"/>
                    <a:pt x="10807" y="18936"/>
                    <a:pt x="11474" y="18129"/>
                  </a:cubicBezTo>
                  <a:cubicBezTo>
                    <a:pt x="12142" y="17322"/>
                    <a:pt x="12835" y="16536"/>
                    <a:pt x="13552" y="15773"/>
                  </a:cubicBezTo>
                  <a:cubicBezTo>
                    <a:pt x="14268" y="15009"/>
                    <a:pt x="15009" y="14268"/>
                    <a:pt x="15773" y="13552"/>
                  </a:cubicBezTo>
                  <a:cubicBezTo>
                    <a:pt x="16536" y="12835"/>
                    <a:pt x="17322" y="12142"/>
                    <a:pt x="18129" y="11474"/>
                  </a:cubicBezTo>
                  <a:cubicBezTo>
                    <a:pt x="18936" y="10807"/>
                    <a:pt x="19763" y="10165"/>
                    <a:pt x="20611" y="9549"/>
                  </a:cubicBezTo>
                  <a:cubicBezTo>
                    <a:pt x="21458" y="8934"/>
                    <a:pt x="22324" y="8345"/>
                    <a:pt x="23209" y="7784"/>
                  </a:cubicBezTo>
                  <a:cubicBezTo>
                    <a:pt x="24093" y="7222"/>
                    <a:pt x="24995" y="6689"/>
                    <a:pt x="25912" y="6185"/>
                  </a:cubicBezTo>
                  <a:cubicBezTo>
                    <a:pt x="26830" y="5680"/>
                    <a:pt x="27763" y="5205"/>
                    <a:pt x="28711" y="4759"/>
                  </a:cubicBezTo>
                  <a:cubicBezTo>
                    <a:pt x="29659" y="4313"/>
                    <a:pt x="30620" y="3897"/>
                    <a:pt x="31594" y="3511"/>
                  </a:cubicBezTo>
                  <a:cubicBezTo>
                    <a:pt x="32568" y="3126"/>
                    <a:pt x="33553" y="2771"/>
                    <a:pt x="34549" y="2447"/>
                  </a:cubicBezTo>
                  <a:cubicBezTo>
                    <a:pt x="35545" y="2124"/>
                    <a:pt x="36551" y="1831"/>
                    <a:pt x="37566" y="1571"/>
                  </a:cubicBezTo>
                  <a:cubicBezTo>
                    <a:pt x="38580" y="1310"/>
                    <a:pt x="39602" y="1082"/>
                    <a:pt x="40631" y="886"/>
                  </a:cubicBezTo>
                  <a:cubicBezTo>
                    <a:pt x="41660" y="689"/>
                    <a:pt x="42694" y="526"/>
                    <a:pt x="43733" y="394"/>
                  </a:cubicBezTo>
                  <a:cubicBezTo>
                    <a:pt x="44772" y="263"/>
                    <a:pt x="45815" y="164"/>
                    <a:pt x="46860" y="99"/>
                  </a:cubicBezTo>
                  <a:cubicBezTo>
                    <a:pt x="47906" y="33"/>
                    <a:pt x="48953" y="0"/>
                    <a:pt x="50000" y="0"/>
                  </a:cubicBezTo>
                  <a:cubicBezTo>
                    <a:pt x="51047" y="0"/>
                    <a:pt x="52094" y="33"/>
                    <a:pt x="53140" y="99"/>
                  </a:cubicBezTo>
                  <a:cubicBezTo>
                    <a:pt x="54185" y="164"/>
                    <a:pt x="55228" y="263"/>
                    <a:pt x="56267" y="394"/>
                  </a:cubicBezTo>
                  <a:cubicBezTo>
                    <a:pt x="57306" y="526"/>
                    <a:pt x="58340" y="689"/>
                    <a:pt x="59369" y="886"/>
                  </a:cubicBezTo>
                  <a:cubicBezTo>
                    <a:pt x="60398" y="1082"/>
                    <a:pt x="61420" y="1310"/>
                    <a:pt x="62434" y="1571"/>
                  </a:cubicBezTo>
                  <a:cubicBezTo>
                    <a:pt x="63449" y="1831"/>
                    <a:pt x="64455" y="2124"/>
                    <a:pt x="65451" y="2447"/>
                  </a:cubicBezTo>
                  <a:cubicBezTo>
                    <a:pt x="66447" y="2771"/>
                    <a:pt x="67432" y="3126"/>
                    <a:pt x="68406" y="3511"/>
                  </a:cubicBezTo>
                  <a:cubicBezTo>
                    <a:pt x="69380" y="3897"/>
                    <a:pt x="70341" y="4313"/>
                    <a:pt x="71289" y="4759"/>
                  </a:cubicBezTo>
                  <a:cubicBezTo>
                    <a:pt x="72237" y="5205"/>
                    <a:pt x="73170" y="5680"/>
                    <a:pt x="74088" y="6185"/>
                  </a:cubicBezTo>
                  <a:cubicBezTo>
                    <a:pt x="75005" y="6689"/>
                    <a:pt x="75907" y="7222"/>
                    <a:pt x="76791" y="7784"/>
                  </a:cubicBezTo>
                  <a:cubicBezTo>
                    <a:pt x="77676" y="8345"/>
                    <a:pt x="78542" y="8934"/>
                    <a:pt x="79389" y="9549"/>
                  </a:cubicBezTo>
                  <a:cubicBezTo>
                    <a:pt x="80237" y="10165"/>
                    <a:pt x="81064" y="10807"/>
                    <a:pt x="81871" y="11474"/>
                  </a:cubicBezTo>
                  <a:cubicBezTo>
                    <a:pt x="82678" y="12142"/>
                    <a:pt x="83464" y="12835"/>
                    <a:pt x="84227" y="13552"/>
                  </a:cubicBezTo>
                  <a:cubicBezTo>
                    <a:pt x="84991" y="14268"/>
                    <a:pt x="85732" y="15009"/>
                    <a:pt x="86448" y="15773"/>
                  </a:cubicBezTo>
                  <a:cubicBezTo>
                    <a:pt x="87165" y="16536"/>
                    <a:pt x="87858" y="17322"/>
                    <a:pt x="88526" y="18129"/>
                  </a:cubicBezTo>
                  <a:cubicBezTo>
                    <a:pt x="89193" y="18936"/>
                    <a:pt x="89835" y="19763"/>
                    <a:pt x="90451" y="20611"/>
                  </a:cubicBezTo>
                  <a:cubicBezTo>
                    <a:pt x="91066" y="21458"/>
                    <a:pt x="91655" y="22324"/>
                    <a:pt x="92216" y="23209"/>
                  </a:cubicBezTo>
                  <a:cubicBezTo>
                    <a:pt x="92778" y="24093"/>
                    <a:pt x="93311" y="24995"/>
                    <a:pt x="93815" y="25912"/>
                  </a:cubicBezTo>
                  <a:cubicBezTo>
                    <a:pt x="94320" y="26830"/>
                    <a:pt x="94795" y="27763"/>
                    <a:pt x="95241" y="28711"/>
                  </a:cubicBezTo>
                  <a:cubicBezTo>
                    <a:pt x="95687" y="29659"/>
                    <a:pt x="96103" y="30620"/>
                    <a:pt x="96489" y="31594"/>
                  </a:cubicBezTo>
                  <a:cubicBezTo>
                    <a:pt x="96874" y="32568"/>
                    <a:pt x="97229" y="33553"/>
                    <a:pt x="97553" y="34549"/>
                  </a:cubicBezTo>
                  <a:cubicBezTo>
                    <a:pt x="97876" y="35545"/>
                    <a:pt x="98169" y="36551"/>
                    <a:pt x="98429" y="37566"/>
                  </a:cubicBezTo>
                  <a:cubicBezTo>
                    <a:pt x="98690" y="38580"/>
                    <a:pt x="98918" y="39602"/>
                    <a:pt x="99114" y="40631"/>
                  </a:cubicBezTo>
                  <a:cubicBezTo>
                    <a:pt x="99311" y="41660"/>
                    <a:pt x="99474" y="42694"/>
                    <a:pt x="99606" y="43733"/>
                  </a:cubicBezTo>
                  <a:cubicBezTo>
                    <a:pt x="99737" y="44772"/>
                    <a:pt x="99836" y="45815"/>
                    <a:pt x="99901" y="46860"/>
                  </a:cubicBezTo>
                  <a:cubicBezTo>
                    <a:pt x="99967" y="47906"/>
                    <a:pt x="100000" y="48953"/>
                    <a:pt x="100000" y="50000"/>
                  </a:cubicBezTo>
                  <a:lnTo>
                    <a:pt x="100000" y="8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1" name="probe-lucide-scan-search" descr="scan-search — Lucide Icons and Contributors; preserve the bundled full upstream license. Source: https://github.com/lucide-icons/lucide/blob/20aef31db93fe4d9f398dbb15b120d99c48eef95/icons/scan-search.svg; SVG SHA256: a2919e740bb122bb737542119c1d3c1042bcd62c79d702804553cc95ac768e1e; native DrawingML derivative; original colors retained"/>
          <p:cNvGrpSpPr/>
          <p:nvPr/>
        </p:nvGrpSpPr>
        <p:grpSpPr>
          <a:xfrm>
            <a:off x="885825" y="2190750"/>
            <a:ext cx="1028700" cy="1028700"/>
            <a:chOff x="0" y="0"/>
            <a:chExt cx="240000" cy="240000"/>
          </a:xfrm>
        </p:grpSpPr>
        <p:sp>
          <p:nvSpPr>
            <p:cNvPr id="42" name="probe-lucide-scan-search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probe-lucide-scan-search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probe-lucide-scan-search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" name="probe-lucide-scan-search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probe-lucide-scan-search-part-5"/>
            <p:cNvSpPr/>
            <p:nvPr/>
          </p:nvSpPr>
          <p:spPr>
            <a:xfrm>
              <a:off x="90000" y="9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probe-lucide-scan-search-part-6"/>
            <p:cNvSpPr/>
            <p:nvPr/>
          </p:nvSpPr>
          <p:spPr>
            <a:xfrm>
              <a:off x="141000" y="141000"/>
              <a:ext cx="19000" cy="19000"/>
            </a:xfrm>
            <a:custGeom>
              <a:avLst/>
              <a:gdLst/>
              <a:ahLst/>
              <a:cxnLst/>
              <a:rect l="0" t="0" r="r" b="b"/>
              <a:pathLst>
                <a:path w="19000" h="19000">
                  <a:moveTo>
                    <a:pt x="19000" y="190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8" name="probe-lucide-shield-check" descr="shield-check — Lucide Icons and Contributors; preserve the bundled full upstream license. Source: https://github.com/lucide-icons/lucide/blob/20aef31db93fe4d9f398dbb15b120d99c48eef95/icons/shield-check.svg; SVG SHA256: 8d4fcdbde5bba4abb1a2f6fe53e37ceb6343a1d5449a9d88f6f97c1971d26c4e; native DrawingML derivative; original colors retained"/>
          <p:cNvGrpSpPr/>
          <p:nvPr/>
        </p:nvGrpSpPr>
        <p:grpSpPr>
          <a:xfrm>
            <a:off x="3228975" y="2190750"/>
            <a:ext cx="1028700" cy="1028700"/>
            <a:chOff x="0" y="0"/>
            <a:chExt cx="240000" cy="240000"/>
          </a:xfrm>
        </p:grpSpPr>
        <p:sp>
          <p:nvSpPr>
            <p:cNvPr id="49" name="probe-lucide-shield-check-part-1"/>
            <p:cNvSpPr/>
            <p:nvPr/>
          </p:nvSpPr>
          <p:spPr>
            <a:xfrm>
              <a:off x="40000" y="19996"/>
              <a:ext cx="160000" cy="200033"/>
            </a:xfrm>
            <a:custGeom>
              <a:avLst/>
              <a:gdLst/>
              <a:ahLst/>
              <a:cxnLst/>
              <a:rect l="0" t="0" r="r" b="b"/>
              <a:pathLst>
                <a:path w="160000" h="200033">
                  <a:moveTo>
                    <a:pt x="160000" y="110004"/>
                  </a:moveTo>
                  <a:cubicBezTo>
                    <a:pt x="160000" y="160004"/>
                    <a:pt x="125000" y="185004"/>
                    <a:pt x="83400" y="199504"/>
                  </a:cubicBezTo>
                  <a:cubicBezTo>
                    <a:pt x="83204" y="199571"/>
                    <a:pt x="83006" y="199631"/>
                    <a:pt x="82806" y="199685"/>
                  </a:cubicBezTo>
                  <a:cubicBezTo>
                    <a:pt x="82606" y="199740"/>
                    <a:pt x="82405" y="199788"/>
                    <a:pt x="82202" y="199829"/>
                  </a:cubicBezTo>
                  <a:cubicBezTo>
                    <a:pt x="81999" y="199871"/>
                    <a:pt x="81795" y="199906"/>
                    <a:pt x="81590" y="199935"/>
                  </a:cubicBezTo>
                  <a:cubicBezTo>
                    <a:pt x="81385" y="199964"/>
                    <a:pt x="81179" y="199987"/>
                    <a:pt x="80972" y="200003"/>
                  </a:cubicBezTo>
                  <a:cubicBezTo>
                    <a:pt x="80766" y="200019"/>
                    <a:pt x="80559" y="200029"/>
                    <a:pt x="80352" y="200032"/>
                  </a:cubicBezTo>
                  <a:cubicBezTo>
                    <a:pt x="80145" y="200036"/>
                    <a:pt x="79938" y="200032"/>
                    <a:pt x="79731" y="200023"/>
                  </a:cubicBezTo>
                  <a:cubicBezTo>
                    <a:pt x="79524" y="200013"/>
                    <a:pt x="79318" y="199997"/>
                    <a:pt x="79112" y="199975"/>
                  </a:cubicBezTo>
                  <a:cubicBezTo>
                    <a:pt x="78906" y="199953"/>
                    <a:pt x="78701" y="199924"/>
                    <a:pt x="78497" y="199889"/>
                  </a:cubicBezTo>
                  <a:cubicBezTo>
                    <a:pt x="78293" y="199854"/>
                    <a:pt x="78090" y="199812"/>
                    <a:pt x="77888" y="199765"/>
                  </a:cubicBezTo>
                  <a:cubicBezTo>
                    <a:pt x="77687" y="199717"/>
                    <a:pt x="77487" y="199663"/>
                    <a:pt x="77288" y="199603"/>
                  </a:cubicBezTo>
                  <a:cubicBezTo>
                    <a:pt x="77090" y="199543"/>
                    <a:pt x="76894" y="199477"/>
                    <a:pt x="76700" y="199404"/>
                  </a:cubicBezTo>
                  <a:cubicBezTo>
                    <a:pt x="35000" y="185004"/>
                    <a:pt x="0" y="160004"/>
                    <a:pt x="0" y="110004"/>
                  </a:cubicBezTo>
                  <a:lnTo>
                    <a:pt x="0" y="40004"/>
                  </a:lnTo>
                  <a:cubicBezTo>
                    <a:pt x="0" y="39795"/>
                    <a:pt x="7" y="39586"/>
                    <a:pt x="20" y="39377"/>
                  </a:cubicBezTo>
                  <a:cubicBezTo>
                    <a:pt x="33" y="39168"/>
                    <a:pt x="53" y="38959"/>
                    <a:pt x="79" y="38751"/>
                  </a:cubicBezTo>
                  <a:cubicBezTo>
                    <a:pt x="105" y="38543"/>
                    <a:pt x="138" y="38336"/>
                    <a:pt x="177" y="38131"/>
                  </a:cubicBezTo>
                  <a:cubicBezTo>
                    <a:pt x="216" y="37925"/>
                    <a:pt x="262" y="37720"/>
                    <a:pt x="314" y="37518"/>
                  </a:cubicBezTo>
                  <a:cubicBezTo>
                    <a:pt x="366" y="37315"/>
                    <a:pt x="425" y="37114"/>
                    <a:pt x="489" y="36914"/>
                  </a:cubicBezTo>
                  <a:cubicBezTo>
                    <a:pt x="554" y="36715"/>
                    <a:pt x="625" y="36518"/>
                    <a:pt x="702" y="36323"/>
                  </a:cubicBezTo>
                  <a:cubicBezTo>
                    <a:pt x="779" y="36129"/>
                    <a:pt x="863" y="35936"/>
                    <a:pt x="952" y="35747"/>
                  </a:cubicBezTo>
                  <a:cubicBezTo>
                    <a:pt x="1041" y="35557"/>
                    <a:pt x="1136" y="35371"/>
                    <a:pt x="1237" y="35187"/>
                  </a:cubicBezTo>
                  <a:cubicBezTo>
                    <a:pt x="1338" y="35003"/>
                    <a:pt x="1444" y="34823"/>
                    <a:pt x="1557" y="34646"/>
                  </a:cubicBezTo>
                  <a:cubicBezTo>
                    <a:pt x="1669" y="34469"/>
                    <a:pt x="1787" y="34296"/>
                    <a:pt x="1910" y="34127"/>
                  </a:cubicBezTo>
                  <a:cubicBezTo>
                    <a:pt x="2033" y="33957"/>
                    <a:pt x="2161" y="33792"/>
                    <a:pt x="2295" y="33630"/>
                  </a:cubicBezTo>
                  <a:cubicBezTo>
                    <a:pt x="2428" y="33469"/>
                    <a:pt x="2567" y="33312"/>
                    <a:pt x="2710" y="33159"/>
                  </a:cubicBezTo>
                  <a:cubicBezTo>
                    <a:pt x="2854" y="33006"/>
                    <a:pt x="3002" y="32858"/>
                    <a:pt x="3155" y="32715"/>
                  </a:cubicBezTo>
                  <a:cubicBezTo>
                    <a:pt x="3307" y="32571"/>
                    <a:pt x="3464" y="32433"/>
                    <a:pt x="3626" y="32299"/>
                  </a:cubicBezTo>
                  <a:cubicBezTo>
                    <a:pt x="3787" y="32166"/>
                    <a:pt x="3953" y="32037"/>
                    <a:pt x="4122" y="31914"/>
                  </a:cubicBezTo>
                  <a:cubicBezTo>
                    <a:pt x="4292" y="31791"/>
                    <a:pt x="4465" y="31673"/>
                    <a:pt x="4642" y="31561"/>
                  </a:cubicBezTo>
                  <a:cubicBezTo>
                    <a:pt x="4819" y="31449"/>
                    <a:pt x="4999" y="31342"/>
                    <a:pt x="5182" y="31241"/>
                  </a:cubicBezTo>
                  <a:cubicBezTo>
                    <a:pt x="5366" y="31141"/>
                    <a:pt x="5553" y="31045"/>
                    <a:pt x="5742" y="30956"/>
                  </a:cubicBezTo>
                  <a:cubicBezTo>
                    <a:pt x="5932" y="30867"/>
                    <a:pt x="6124" y="30784"/>
                    <a:pt x="6319" y="30707"/>
                  </a:cubicBezTo>
                  <a:cubicBezTo>
                    <a:pt x="6514" y="30630"/>
                    <a:pt x="6711" y="30559"/>
                    <a:pt x="6910" y="30494"/>
                  </a:cubicBezTo>
                  <a:cubicBezTo>
                    <a:pt x="7109" y="30429"/>
                    <a:pt x="7310" y="30371"/>
                    <a:pt x="7513" y="30319"/>
                  </a:cubicBezTo>
                  <a:cubicBezTo>
                    <a:pt x="7716" y="30267"/>
                    <a:pt x="7920" y="30221"/>
                    <a:pt x="8126" y="30182"/>
                  </a:cubicBezTo>
                  <a:cubicBezTo>
                    <a:pt x="8332" y="30142"/>
                    <a:pt x="8539" y="30110"/>
                    <a:pt x="8747" y="30083"/>
                  </a:cubicBezTo>
                  <a:cubicBezTo>
                    <a:pt x="8954" y="30057"/>
                    <a:pt x="9163" y="30037"/>
                    <a:pt x="9372" y="30024"/>
                  </a:cubicBezTo>
                  <a:cubicBezTo>
                    <a:pt x="9581" y="30011"/>
                    <a:pt x="9791" y="30004"/>
                    <a:pt x="10000" y="30004"/>
                  </a:cubicBezTo>
                  <a:cubicBezTo>
                    <a:pt x="30000" y="30004"/>
                    <a:pt x="55000" y="18004"/>
                    <a:pt x="72400" y="2804"/>
                  </a:cubicBezTo>
                  <a:cubicBezTo>
                    <a:pt x="72582" y="2649"/>
                    <a:pt x="72769" y="2499"/>
                    <a:pt x="72961" y="2354"/>
                  </a:cubicBezTo>
                  <a:cubicBezTo>
                    <a:pt x="73152" y="2210"/>
                    <a:pt x="73348" y="2072"/>
                    <a:pt x="73548" y="1940"/>
                  </a:cubicBezTo>
                  <a:cubicBezTo>
                    <a:pt x="73748" y="1807"/>
                    <a:pt x="73953" y="1681"/>
                    <a:pt x="74160" y="1562"/>
                  </a:cubicBezTo>
                  <a:cubicBezTo>
                    <a:pt x="74368" y="1442"/>
                    <a:pt x="74580" y="1329"/>
                    <a:pt x="74794" y="1222"/>
                  </a:cubicBezTo>
                  <a:cubicBezTo>
                    <a:pt x="75009" y="1115"/>
                    <a:pt x="75227" y="1015"/>
                    <a:pt x="75448" y="922"/>
                  </a:cubicBezTo>
                  <a:cubicBezTo>
                    <a:pt x="75669" y="829"/>
                    <a:pt x="75892" y="742"/>
                    <a:pt x="76119" y="663"/>
                  </a:cubicBezTo>
                  <a:cubicBezTo>
                    <a:pt x="76345" y="583"/>
                    <a:pt x="76574" y="510"/>
                    <a:pt x="76804" y="445"/>
                  </a:cubicBezTo>
                  <a:cubicBezTo>
                    <a:pt x="77035" y="379"/>
                    <a:pt x="77268" y="321"/>
                    <a:pt x="77502" y="270"/>
                  </a:cubicBezTo>
                  <a:cubicBezTo>
                    <a:pt x="77736" y="219"/>
                    <a:pt x="77972" y="175"/>
                    <a:pt x="78209" y="138"/>
                  </a:cubicBezTo>
                  <a:cubicBezTo>
                    <a:pt x="78446" y="101"/>
                    <a:pt x="78684" y="72"/>
                    <a:pt x="78923" y="50"/>
                  </a:cubicBezTo>
                  <a:cubicBezTo>
                    <a:pt x="79161" y="28"/>
                    <a:pt x="79401" y="13"/>
                    <a:pt x="79640" y="6"/>
                  </a:cubicBezTo>
                  <a:cubicBezTo>
                    <a:pt x="79880" y="-2"/>
                    <a:pt x="80120" y="-2"/>
                    <a:pt x="80360" y="6"/>
                  </a:cubicBezTo>
                  <a:cubicBezTo>
                    <a:pt x="80599" y="13"/>
                    <a:pt x="80839" y="28"/>
                    <a:pt x="81077" y="50"/>
                  </a:cubicBezTo>
                  <a:cubicBezTo>
                    <a:pt x="81316" y="72"/>
                    <a:pt x="81554" y="101"/>
                    <a:pt x="81791" y="138"/>
                  </a:cubicBezTo>
                  <a:cubicBezTo>
                    <a:pt x="82028" y="175"/>
                    <a:pt x="82264" y="219"/>
                    <a:pt x="82498" y="270"/>
                  </a:cubicBezTo>
                  <a:cubicBezTo>
                    <a:pt x="82732" y="321"/>
                    <a:pt x="82965" y="379"/>
                    <a:pt x="83196" y="445"/>
                  </a:cubicBezTo>
                  <a:cubicBezTo>
                    <a:pt x="83426" y="510"/>
                    <a:pt x="83655" y="583"/>
                    <a:pt x="83881" y="663"/>
                  </a:cubicBezTo>
                  <a:cubicBezTo>
                    <a:pt x="84108" y="742"/>
                    <a:pt x="84331" y="829"/>
                    <a:pt x="84552" y="922"/>
                  </a:cubicBezTo>
                  <a:cubicBezTo>
                    <a:pt x="84773" y="1015"/>
                    <a:pt x="84991" y="1115"/>
                    <a:pt x="85206" y="1222"/>
                  </a:cubicBezTo>
                  <a:cubicBezTo>
                    <a:pt x="85420" y="1329"/>
                    <a:pt x="85632" y="1442"/>
                    <a:pt x="85840" y="1562"/>
                  </a:cubicBezTo>
                  <a:cubicBezTo>
                    <a:pt x="86047" y="1681"/>
                    <a:pt x="86252" y="1807"/>
                    <a:pt x="86452" y="1940"/>
                  </a:cubicBezTo>
                  <a:cubicBezTo>
                    <a:pt x="86652" y="2072"/>
                    <a:pt x="86848" y="2210"/>
                    <a:pt x="87039" y="2354"/>
                  </a:cubicBezTo>
                  <a:cubicBezTo>
                    <a:pt x="87231" y="2499"/>
                    <a:pt x="87418" y="2649"/>
                    <a:pt x="87600" y="2804"/>
                  </a:cubicBezTo>
                  <a:cubicBezTo>
                    <a:pt x="105100" y="18104"/>
                    <a:pt x="130000" y="30004"/>
                    <a:pt x="150000" y="30004"/>
                  </a:cubicBezTo>
                  <a:cubicBezTo>
                    <a:pt x="150209" y="30004"/>
                    <a:pt x="150419" y="30011"/>
                    <a:pt x="150628" y="30024"/>
                  </a:cubicBezTo>
                  <a:cubicBezTo>
                    <a:pt x="150837" y="30037"/>
                    <a:pt x="151046" y="30057"/>
                    <a:pt x="151253" y="30083"/>
                  </a:cubicBezTo>
                  <a:cubicBezTo>
                    <a:pt x="151461" y="30110"/>
                    <a:pt x="151668" y="30142"/>
                    <a:pt x="151874" y="30182"/>
                  </a:cubicBezTo>
                  <a:cubicBezTo>
                    <a:pt x="152080" y="30221"/>
                    <a:pt x="152284" y="30267"/>
                    <a:pt x="152487" y="30319"/>
                  </a:cubicBezTo>
                  <a:cubicBezTo>
                    <a:pt x="152690" y="30371"/>
                    <a:pt x="152891" y="30429"/>
                    <a:pt x="153090" y="30494"/>
                  </a:cubicBezTo>
                  <a:cubicBezTo>
                    <a:pt x="153289" y="30559"/>
                    <a:pt x="153486" y="30630"/>
                    <a:pt x="153681" y="30707"/>
                  </a:cubicBezTo>
                  <a:cubicBezTo>
                    <a:pt x="153876" y="30784"/>
                    <a:pt x="154068" y="30867"/>
                    <a:pt x="154258" y="30956"/>
                  </a:cubicBezTo>
                  <a:cubicBezTo>
                    <a:pt x="154447" y="31045"/>
                    <a:pt x="154634" y="31141"/>
                    <a:pt x="154818" y="31241"/>
                  </a:cubicBezTo>
                  <a:cubicBezTo>
                    <a:pt x="155001" y="31342"/>
                    <a:pt x="155181" y="31449"/>
                    <a:pt x="155358" y="31561"/>
                  </a:cubicBezTo>
                  <a:cubicBezTo>
                    <a:pt x="155535" y="31673"/>
                    <a:pt x="155708" y="31791"/>
                    <a:pt x="155878" y="31914"/>
                  </a:cubicBezTo>
                  <a:cubicBezTo>
                    <a:pt x="156047" y="32037"/>
                    <a:pt x="156213" y="32166"/>
                    <a:pt x="156374" y="32299"/>
                  </a:cubicBezTo>
                  <a:cubicBezTo>
                    <a:pt x="156536" y="32433"/>
                    <a:pt x="156693" y="32571"/>
                    <a:pt x="156845" y="32715"/>
                  </a:cubicBezTo>
                  <a:cubicBezTo>
                    <a:pt x="156998" y="32858"/>
                    <a:pt x="157146" y="33006"/>
                    <a:pt x="157290" y="33159"/>
                  </a:cubicBezTo>
                  <a:cubicBezTo>
                    <a:pt x="157433" y="33312"/>
                    <a:pt x="157572" y="33469"/>
                    <a:pt x="157705" y="33630"/>
                  </a:cubicBezTo>
                  <a:cubicBezTo>
                    <a:pt x="157839" y="33792"/>
                    <a:pt x="157967" y="33957"/>
                    <a:pt x="158090" y="34127"/>
                  </a:cubicBezTo>
                  <a:cubicBezTo>
                    <a:pt x="158213" y="34296"/>
                    <a:pt x="158331" y="34469"/>
                    <a:pt x="158443" y="34646"/>
                  </a:cubicBezTo>
                  <a:cubicBezTo>
                    <a:pt x="158556" y="34823"/>
                    <a:pt x="158662" y="35003"/>
                    <a:pt x="158763" y="35187"/>
                  </a:cubicBezTo>
                  <a:cubicBezTo>
                    <a:pt x="158864" y="35371"/>
                    <a:pt x="158959" y="35557"/>
                    <a:pt x="159048" y="35747"/>
                  </a:cubicBezTo>
                  <a:cubicBezTo>
                    <a:pt x="159137" y="35936"/>
                    <a:pt x="159221" y="36129"/>
                    <a:pt x="159298" y="36323"/>
                  </a:cubicBezTo>
                  <a:cubicBezTo>
                    <a:pt x="159375" y="36518"/>
                    <a:pt x="159446" y="36715"/>
                    <a:pt x="159511" y="36914"/>
                  </a:cubicBezTo>
                  <a:cubicBezTo>
                    <a:pt x="159575" y="37114"/>
                    <a:pt x="159634" y="37315"/>
                    <a:pt x="159686" y="37518"/>
                  </a:cubicBezTo>
                  <a:cubicBezTo>
                    <a:pt x="159738" y="37720"/>
                    <a:pt x="159784" y="37925"/>
                    <a:pt x="159823" y="38131"/>
                  </a:cubicBezTo>
                  <a:cubicBezTo>
                    <a:pt x="159862" y="38336"/>
                    <a:pt x="159895" y="38543"/>
                    <a:pt x="159921" y="38751"/>
                  </a:cubicBezTo>
                  <a:cubicBezTo>
                    <a:pt x="159947" y="38959"/>
                    <a:pt x="159967" y="39168"/>
                    <a:pt x="159980" y="39377"/>
                  </a:cubicBezTo>
                  <a:cubicBezTo>
                    <a:pt x="159993" y="39586"/>
                    <a:pt x="160000" y="39795"/>
                    <a:pt x="160000" y="40004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0" name="probe-lucide-shield-check-part-2"/>
            <p:cNvSpPr/>
            <p:nvPr/>
          </p:nvSpPr>
          <p:spPr>
            <a:xfrm>
              <a:off x="90000" y="10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1" name="probe-lucide-triangle-alert" descr="triangle-alert — Lucide Icons and Contributors; preserve the bundled full upstream license. Source: https://github.com/lucide-icons/lucide/blob/20aef31db93fe4d9f398dbb15b120d99c48eef95/icons/triangle-alert.svg; SVG SHA256: 4866f38b8560d410f21e3226413e0b77997b6dfbb6931fadfe0a0d5aef9ffeb4; native DrawingML derivative; original colors retained"/>
          <p:cNvGrpSpPr/>
          <p:nvPr/>
        </p:nvGrpSpPr>
        <p:grpSpPr>
          <a:xfrm>
            <a:off x="5572125" y="2190750"/>
            <a:ext cx="1028700" cy="1028700"/>
            <a:chOff x="0" y="0"/>
            <a:chExt cx="240000" cy="240000"/>
          </a:xfrm>
        </p:grpSpPr>
        <p:sp>
          <p:nvSpPr>
            <p:cNvPr id="52" name="probe-lucide-triangle-alert-part-1"/>
            <p:cNvSpPr/>
            <p:nvPr/>
          </p:nvSpPr>
          <p:spPr>
            <a:xfrm>
              <a:off x="19820" y="29861"/>
              <a:ext cx="200159" cy="180140"/>
            </a:xfrm>
            <a:custGeom>
              <a:avLst/>
              <a:gdLst/>
              <a:ahLst/>
              <a:cxnLst/>
              <a:rect l="0" t="0" r="r" b="b"/>
              <a:pathLst>
                <a:path w="200159" h="180140">
                  <a:moveTo>
                    <a:pt x="197480" y="150139"/>
                  </a:moveTo>
                  <a:lnTo>
                    <a:pt x="117480" y="10139"/>
                  </a:lnTo>
                  <a:cubicBezTo>
                    <a:pt x="117276" y="9779"/>
                    <a:pt x="117061" y="9425"/>
                    <a:pt x="116835" y="9079"/>
                  </a:cubicBezTo>
                  <a:cubicBezTo>
                    <a:pt x="116609" y="8732"/>
                    <a:pt x="116372" y="8392"/>
                    <a:pt x="116125" y="8060"/>
                  </a:cubicBezTo>
                  <a:cubicBezTo>
                    <a:pt x="115878" y="7728"/>
                    <a:pt x="115621" y="7404"/>
                    <a:pt x="115354" y="7088"/>
                  </a:cubicBezTo>
                  <a:cubicBezTo>
                    <a:pt x="115086" y="6772"/>
                    <a:pt x="114809" y="6464"/>
                    <a:pt x="114523" y="6165"/>
                  </a:cubicBezTo>
                  <a:cubicBezTo>
                    <a:pt x="114237" y="5867"/>
                    <a:pt x="113941" y="5577"/>
                    <a:pt x="113637" y="5296"/>
                  </a:cubicBezTo>
                  <a:cubicBezTo>
                    <a:pt x="113333" y="5016"/>
                    <a:pt x="113020" y="4745"/>
                    <a:pt x="112699" y="4484"/>
                  </a:cubicBezTo>
                  <a:cubicBezTo>
                    <a:pt x="112378" y="4222"/>
                    <a:pt x="112049" y="3971"/>
                    <a:pt x="111712" y="3731"/>
                  </a:cubicBezTo>
                  <a:cubicBezTo>
                    <a:pt x="111376" y="3490"/>
                    <a:pt x="111031" y="3260"/>
                    <a:pt x="110681" y="3040"/>
                  </a:cubicBezTo>
                  <a:cubicBezTo>
                    <a:pt x="110330" y="2821"/>
                    <a:pt x="109972" y="2613"/>
                    <a:pt x="109608" y="2416"/>
                  </a:cubicBezTo>
                  <a:cubicBezTo>
                    <a:pt x="109244" y="2218"/>
                    <a:pt x="108874" y="2033"/>
                    <a:pt x="108499" y="1858"/>
                  </a:cubicBezTo>
                  <a:cubicBezTo>
                    <a:pt x="108124" y="1684"/>
                    <a:pt x="107743" y="1522"/>
                    <a:pt x="107357" y="1371"/>
                  </a:cubicBezTo>
                  <a:cubicBezTo>
                    <a:pt x="106972" y="1220"/>
                    <a:pt x="106582" y="1082"/>
                    <a:pt x="106188" y="955"/>
                  </a:cubicBezTo>
                  <a:cubicBezTo>
                    <a:pt x="105794" y="829"/>
                    <a:pt x="105396" y="715"/>
                    <a:pt x="104995" y="613"/>
                  </a:cubicBezTo>
                  <a:cubicBezTo>
                    <a:pt x="104594" y="512"/>
                    <a:pt x="104189" y="422"/>
                    <a:pt x="103783" y="346"/>
                  </a:cubicBezTo>
                  <a:cubicBezTo>
                    <a:pt x="103376" y="269"/>
                    <a:pt x="102967" y="205"/>
                    <a:pt x="102556" y="154"/>
                  </a:cubicBezTo>
                  <a:cubicBezTo>
                    <a:pt x="102146" y="103"/>
                    <a:pt x="101734" y="64"/>
                    <a:pt x="101321" y="39"/>
                  </a:cubicBezTo>
                  <a:cubicBezTo>
                    <a:pt x="100908" y="13"/>
                    <a:pt x="100494" y="0"/>
                    <a:pt x="100080" y="0"/>
                  </a:cubicBezTo>
                  <a:cubicBezTo>
                    <a:pt x="99666" y="0"/>
                    <a:pt x="99252" y="13"/>
                    <a:pt x="98839" y="39"/>
                  </a:cubicBezTo>
                  <a:cubicBezTo>
                    <a:pt x="98426" y="64"/>
                    <a:pt x="98014" y="103"/>
                    <a:pt x="97604" y="154"/>
                  </a:cubicBezTo>
                  <a:cubicBezTo>
                    <a:pt x="97193" y="205"/>
                    <a:pt x="96784" y="269"/>
                    <a:pt x="96377" y="346"/>
                  </a:cubicBezTo>
                  <a:cubicBezTo>
                    <a:pt x="95971" y="422"/>
                    <a:pt x="95566" y="512"/>
                    <a:pt x="95165" y="613"/>
                  </a:cubicBezTo>
                  <a:cubicBezTo>
                    <a:pt x="94764" y="715"/>
                    <a:pt x="94366" y="829"/>
                    <a:pt x="93972" y="955"/>
                  </a:cubicBezTo>
                  <a:cubicBezTo>
                    <a:pt x="93578" y="1082"/>
                    <a:pt x="93188" y="1220"/>
                    <a:pt x="92802" y="1371"/>
                  </a:cubicBezTo>
                  <a:cubicBezTo>
                    <a:pt x="92417" y="1522"/>
                    <a:pt x="92036" y="1684"/>
                    <a:pt x="91661" y="1858"/>
                  </a:cubicBezTo>
                  <a:cubicBezTo>
                    <a:pt x="91286" y="2033"/>
                    <a:pt x="90916" y="2218"/>
                    <a:pt x="90552" y="2416"/>
                  </a:cubicBezTo>
                  <a:cubicBezTo>
                    <a:pt x="90188" y="2613"/>
                    <a:pt x="89830" y="2821"/>
                    <a:pt x="89479" y="3040"/>
                  </a:cubicBezTo>
                  <a:cubicBezTo>
                    <a:pt x="89128" y="3260"/>
                    <a:pt x="88784" y="3490"/>
                    <a:pt x="88448" y="3731"/>
                  </a:cubicBezTo>
                  <a:cubicBezTo>
                    <a:pt x="88111" y="3971"/>
                    <a:pt x="87782" y="4222"/>
                    <a:pt x="87461" y="4484"/>
                  </a:cubicBezTo>
                  <a:cubicBezTo>
                    <a:pt x="87140" y="4745"/>
                    <a:pt x="86827" y="5016"/>
                    <a:pt x="86523" y="5296"/>
                  </a:cubicBezTo>
                  <a:cubicBezTo>
                    <a:pt x="86218" y="5577"/>
                    <a:pt x="85923" y="5867"/>
                    <a:pt x="85637" y="6165"/>
                  </a:cubicBezTo>
                  <a:cubicBezTo>
                    <a:pt x="85351" y="6464"/>
                    <a:pt x="85074" y="6772"/>
                    <a:pt x="84806" y="7088"/>
                  </a:cubicBezTo>
                  <a:cubicBezTo>
                    <a:pt x="84539" y="7404"/>
                    <a:pt x="84282" y="7728"/>
                    <a:pt x="84035" y="8060"/>
                  </a:cubicBezTo>
                  <a:cubicBezTo>
                    <a:pt x="83788" y="8392"/>
                    <a:pt x="83551" y="8732"/>
                    <a:pt x="83325" y="9079"/>
                  </a:cubicBezTo>
                  <a:cubicBezTo>
                    <a:pt x="83099" y="9425"/>
                    <a:pt x="82884" y="9779"/>
                    <a:pt x="82680" y="10139"/>
                  </a:cubicBezTo>
                  <a:lnTo>
                    <a:pt x="2680" y="150139"/>
                  </a:lnTo>
                  <a:cubicBezTo>
                    <a:pt x="2474" y="150496"/>
                    <a:pt x="2279" y="150860"/>
                    <a:pt x="2095" y="151229"/>
                  </a:cubicBezTo>
                  <a:cubicBezTo>
                    <a:pt x="1911" y="151598"/>
                    <a:pt x="1739" y="151973"/>
                    <a:pt x="1578" y="152353"/>
                  </a:cubicBezTo>
                  <a:cubicBezTo>
                    <a:pt x="1418" y="152733"/>
                    <a:pt x="1269" y="153118"/>
                    <a:pt x="1132" y="153507"/>
                  </a:cubicBezTo>
                  <a:cubicBezTo>
                    <a:pt x="995" y="153896"/>
                    <a:pt x="870" y="154289"/>
                    <a:pt x="758" y="154686"/>
                  </a:cubicBezTo>
                  <a:cubicBezTo>
                    <a:pt x="645" y="155083"/>
                    <a:pt x="545" y="155483"/>
                    <a:pt x="458" y="155886"/>
                  </a:cubicBezTo>
                  <a:cubicBezTo>
                    <a:pt x="370" y="156289"/>
                    <a:pt x="295" y="156695"/>
                    <a:pt x="232" y="157103"/>
                  </a:cubicBezTo>
                  <a:cubicBezTo>
                    <a:pt x="169" y="157510"/>
                    <a:pt x="119" y="157920"/>
                    <a:pt x="82" y="158331"/>
                  </a:cubicBezTo>
                  <a:cubicBezTo>
                    <a:pt x="45" y="158741"/>
                    <a:pt x="20" y="159153"/>
                    <a:pt x="8" y="159565"/>
                  </a:cubicBezTo>
                  <a:cubicBezTo>
                    <a:pt x="-4" y="159978"/>
                    <a:pt x="-3" y="160390"/>
                    <a:pt x="11" y="160803"/>
                  </a:cubicBezTo>
                  <a:cubicBezTo>
                    <a:pt x="25" y="161215"/>
                    <a:pt x="51" y="161627"/>
                    <a:pt x="90" y="162037"/>
                  </a:cubicBezTo>
                  <a:cubicBezTo>
                    <a:pt x="129" y="162448"/>
                    <a:pt x="181" y="162857"/>
                    <a:pt x="246" y="163265"/>
                  </a:cubicBezTo>
                  <a:cubicBezTo>
                    <a:pt x="310" y="163672"/>
                    <a:pt x="387" y="164077"/>
                    <a:pt x="477" y="164480"/>
                  </a:cubicBezTo>
                  <a:cubicBezTo>
                    <a:pt x="566" y="164883"/>
                    <a:pt x="668" y="165282"/>
                    <a:pt x="782" y="165679"/>
                  </a:cubicBezTo>
                  <a:cubicBezTo>
                    <a:pt x="897" y="166075"/>
                    <a:pt x="1023" y="166468"/>
                    <a:pt x="1161" y="166856"/>
                  </a:cubicBezTo>
                  <a:cubicBezTo>
                    <a:pt x="1300" y="167245"/>
                    <a:pt x="1451" y="167629"/>
                    <a:pt x="1613" y="168008"/>
                  </a:cubicBezTo>
                  <a:cubicBezTo>
                    <a:pt x="1775" y="168387"/>
                    <a:pt x="1949" y="168761"/>
                    <a:pt x="2134" y="169130"/>
                  </a:cubicBezTo>
                  <a:cubicBezTo>
                    <a:pt x="2320" y="169498"/>
                    <a:pt x="2517" y="169861"/>
                    <a:pt x="2724" y="170217"/>
                  </a:cubicBezTo>
                  <a:cubicBezTo>
                    <a:pt x="2932" y="170573"/>
                    <a:pt x="3151" y="170923"/>
                    <a:pt x="3381" y="171266"/>
                  </a:cubicBezTo>
                  <a:cubicBezTo>
                    <a:pt x="3610" y="171609"/>
                    <a:pt x="3850" y="171944"/>
                    <a:pt x="4100" y="172272"/>
                  </a:cubicBezTo>
                  <a:cubicBezTo>
                    <a:pt x="4350" y="172600"/>
                    <a:pt x="4611" y="172920"/>
                    <a:pt x="4881" y="173232"/>
                  </a:cubicBezTo>
                  <a:cubicBezTo>
                    <a:pt x="5151" y="173544"/>
                    <a:pt x="5430" y="173847"/>
                    <a:pt x="5719" y="174142"/>
                  </a:cubicBezTo>
                  <a:cubicBezTo>
                    <a:pt x="6008" y="174436"/>
                    <a:pt x="6306" y="174722"/>
                    <a:pt x="6612" y="174998"/>
                  </a:cubicBezTo>
                  <a:cubicBezTo>
                    <a:pt x="6919" y="175274"/>
                    <a:pt x="7233" y="175541"/>
                    <a:pt x="7556" y="175797"/>
                  </a:cubicBezTo>
                  <a:cubicBezTo>
                    <a:pt x="7879" y="176054"/>
                    <a:pt x="8210" y="176300"/>
                    <a:pt x="8548" y="176537"/>
                  </a:cubicBezTo>
                  <a:cubicBezTo>
                    <a:pt x="8886" y="176773"/>
                    <a:pt x="9232" y="176998"/>
                    <a:pt x="9584" y="177213"/>
                  </a:cubicBezTo>
                  <a:cubicBezTo>
                    <a:pt x="9936" y="177428"/>
                    <a:pt x="10295" y="177632"/>
                    <a:pt x="10659" y="177825"/>
                  </a:cubicBezTo>
                  <a:cubicBezTo>
                    <a:pt x="11024" y="178017"/>
                    <a:pt x="11395" y="178199"/>
                    <a:pt x="11771" y="178368"/>
                  </a:cubicBezTo>
                  <a:cubicBezTo>
                    <a:pt x="12147" y="178538"/>
                    <a:pt x="12528" y="178696"/>
                    <a:pt x="12913" y="178842"/>
                  </a:cubicBezTo>
                  <a:cubicBezTo>
                    <a:pt x="13299" y="178988"/>
                    <a:pt x="13689" y="179123"/>
                    <a:pt x="14083" y="179245"/>
                  </a:cubicBezTo>
                  <a:cubicBezTo>
                    <a:pt x="14477" y="179367"/>
                    <a:pt x="14875" y="179476"/>
                    <a:pt x="15276" y="179574"/>
                  </a:cubicBezTo>
                  <a:cubicBezTo>
                    <a:pt x="15677" y="179671"/>
                    <a:pt x="16080" y="179756"/>
                    <a:pt x="16486" y="179829"/>
                  </a:cubicBezTo>
                  <a:cubicBezTo>
                    <a:pt x="16892" y="179901"/>
                    <a:pt x="17301" y="179961"/>
                    <a:pt x="17710" y="180008"/>
                  </a:cubicBezTo>
                  <a:cubicBezTo>
                    <a:pt x="18120" y="180056"/>
                    <a:pt x="18531" y="180090"/>
                    <a:pt x="18943" y="180112"/>
                  </a:cubicBezTo>
                  <a:cubicBezTo>
                    <a:pt x="19355" y="180134"/>
                    <a:pt x="19768" y="180143"/>
                    <a:pt x="20180" y="180139"/>
                  </a:cubicBezTo>
                  <a:lnTo>
                    <a:pt x="180180" y="180139"/>
                  </a:lnTo>
                  <a:cubicBezTo>
                    <a:pt x="180590" y="180139"/>
                    <a:pt x="181001" y="180125"/>
                    <a:pt x="181411" y="180100"/>
                  </a:cubicBezTo>
                  <a:cubicBezTo>
                    <a:pt x="181820" y="180074"/>
                    <a:pt x="182229" y="180036"/>
                    <a:pt x="182636" y="179985"/>
                  </a:cubicBezTo>
                  <a:cubicBezTo>
                    <a:pt x="183044" y="179934"/>
                    <a:pt x="183449" y="179871"/>
                    <a:pt x="183853" y="179795"/>
                  </a:cubicBezTo>
                  <a:cubicBezTo>
                    <a:pt x="184256" y="179719"/>
                    <a:pt x="184657" y="179631"/>
                    <a:pt x="185055" y="179530"/>
                  </a:cubicBezTo>
                  <a:cubicBezTo>
                    <a:pt x="185453" y="179430"/>
                    <a:pt x="185848" y="179317"/>
                    <a:pt x="186239" y="179193"/>
                  </a:cubicBezTo>
                  <a:cubicBezTo>
                    <a:pt x="186630" y="179068"/>
                    <a:pt x="187017" y="178931"/>
                    <a:pt x="187400" y="178782"/>
                  </a:cubicBezTo>
                  <a:cubicBezTo>
                    <a:pt x="187783" y="178634"/>
                    <a:pt x="188161" y="178473"/>
                    <a:pt x="188533" y="178301"/>
                  </a:cubicBezTo>
                  <a:cubicBezTo>
                    <a:pt x="188906" y="178130"/>
                    <a:pt x="189274" y="177946"/>
                    <a:pt x="189635" y="177752"/>
                  </a:cubicBezTo>
                  <a:cubicBezTo>
                    <a:pt x="189997" y="177557"/>
                    <a:pt x="190352" y="177352"/>
                    <a:pt x="190701" y="177135"/>
                  </a:cubicBezTo>
                  <a:cubicBezTo>
                    <a:pt x="191050" y="176919"/>
                    <a:pt x="191392" y="176692"/>
                    <a:pt x="191727" y="176455"/>
                  </a:cubicBezTo>
                  <a:cubicBezTo>
                    <a:pt x="192062" y="176217"/>
                    <a:pt x="192389" y="175969"/>
                    <a:pt x="192709" y="175712"/>
                  </a:cubicBezTo>
                  <a:cubicBezTo>
                    <a:pt x="193028" y="175454"/>
                    <a:pt x="193340" y="175187"/>
                    <a:pt x="193643" y="174910"/>
                  </a:cubicBezTo>
                  <a:cubicBezTo>
                    <a:pt x="193946" y="174633"/>
                    <a:pt x="194241" y="174347"/>
                    <a:pt x="194527" y="174053"/>
                  </a:cubicBezTo>
                  <a:cubicBezTo>
                    <a:pt x="194812" y="173758"/>
                    <a:pt x="195089" y="173454"/>
                    <a:pt x="195355" y="173142"/>
                  </a:cubicBezTo>
                  <a:cubicBezTo>
                    <a:pt x="195622" y="172830"/>
                    <a:pt x="195880" y="172510"/>
                    <a:pt x="196127" y="172183"/>
                  </a:cubicBezTo>
                  <a:cubicBezTo>
                    <a:pt x="196374" y="171855"/>
                    <a:pt x="196611" y="171520"/>
                    <a:pt x="196838" y="171177"/>
                  </a:cubicBezTo>
                  <a:cubicBezTo>
                    <a:pt x="197064" y="170835"/>
                    <a:pt x="197280" y="170486"/>
                    <a:pt x="197485" y="170130"/>
                  </a:cubicBezTo>
                  <a:cubicBezTo>
                    <a:pt x="197690" y="169774"/>
                    <a:pt x="197884" y="169413"/>
                    <a:pt x="198067" y="169045"/>
                  </a:cubicBezTo>
                  <a:cubicBezTo>
                    <a:pt x="198250" y="168678"/>
                    <a:pt x="198421" y="168304"/>
                    <a:pt x="198581" y="167926"/>
                  </a:cubicBezTo>
                  <a:cubicBezTo>
                    <a:pt x="198741" y="167548"/>
                    <a:pt x="198889" y="167165"/>
                    <a:pt x="199025" y="166778"/>
                  </a:cubicBezTo>
                  <a:cubicBezTo>
                    <a:pt x="199162" y="166391"/>
                    <a:pt x="199286" y="166000"/>
                    <a:pt x="199398" y="165605"/>
                  </a:cubicBezTo>
                  <a:cubicBezTo>
                    <a:pt x="199510" y="165210"/>
                    <a:pt x="199610" y="164812"/>
                    <a:pt x="199698" y="164411"/>
                  </a:cubicBezTo>
                  <a:cubicBezTo>
                    <a:pt x="199786" y="164010"/>
                    <a:pt x="199861" y="163606"/>
                    <a:pt x="199924" y="163200"/>
                  </a:cubicBezTo>
                  <a:cubicBezTo>
                    <a:pt x="199987" y="162795"/>
                    <a:pt x="200037" y="162387"/>
                    <a:pt x="200075" y="161978"/>
                  </a:cubicBezTo>
                  <a:cubicBezTo>
                    <a:pt x="200112" y="161570"/>
                    <a:pt x="200138" y="161160"/>
                    <a:pt x="200150" y="160749"/>
                  </a:cubicBezTo>
                  <a:cubicBezTo>
                    <a:pt x="200163" y="160339"/>
                    <a:pt x="200163" y="159929"/>
                    <a:pt x="200150" y="159518"/>
                  </a:cubicBezTo>
                  <a:cubicBezTo>
                    <a:pt x="200137" y="159108"/>
                    <a:pt x="200112" y="158698"/>
                    <a:pt x="200074" y="158289"/>
                  </a:cubicBezTo>
                  <a:cubicBezTo>
                    <a:pt x="200036" y="157881"/>
                    <a:pt x="199985" y="157473"/>
                    <a:pt x="199922" y="157068"/>
                  </a:cubicBezTo>
                  <a:cubicBezTo>
                    <a:pt x="199859" y="156662"/>
                    <a:pt x="199784" y="156258"/>
                    <a:pt x="199696" y="155857"/>
                  </a:cubicBezTo>
                  <a:cubicBezTo>
                    <a:pt x="199608" y="155456"/>
                    <a:pt x="199508" y="155058"/>
                    <a:pt x="199395" y="154663"/>
                  </a:cubicBezTo>
                  <a:cubicBezTo>
                    <a:pt x="199283" y="154269"/>
                    <a:pt x="199158" y="153877"/>
                    <a:pt x="199022" y="153490"/>
                  </a:cubicBezTo>
                  <a:cubicBezTo>
                    <a:pt x="198885" y="153103"/>
                    <a:pt x="198737" y="152720"/>
                    <a:pt x="198577" y="152342"/>
                  </a:cubicBezTo>
                  <a:cubicBezTo>
                    <a:pt x="198417" y="151964"/>
                    <a:pt x="198245" y="151591"/>
                    <a:pt x="198062" y="151224"/>
                  </a:cubicBezTo>
                  <a:cubicBezTo>
                    <a:pt x="197879" y="150856"/>
                    <a:pt x="197685" y="150494"/>
                    <a:pt x="197480" y="150139"/>
                  </a:cubicBez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3" name="probe-lucide-triangle-alert-part-2"/>
            <p:cNvSpPr/>
            <p:nvPr/>
          </p:nvSpPr>
          <p:spPr>
            <a:xfrm>
              <a:off x="120000" y="9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4" name="probe-lucide-triangle-alert-part-3"/>
            <p:cNvSpPr/>
            <p:nvPr/>
          </p:nvSpPr>
          <p:spPr>
            <a:xfrm>
              <a:off x="120000" y="170000"/>
              <a:ext cx="100" cy="10"/>
            </a:xfrm>
            <a:custGeom>
              <a:avLst/>
              <a:gdLst/>
              <a:ahLst/>
              <a:cxnLst/>
              <a:rect l="0" t="0" r="r" b="b"/>
              <a:pathLst>
                <a:path w="100" h="10">
                  <a:moveTo>
                    <a:pt x="0" y="0"/>
                  </a:moveTo>
                  <a:lnTo>
                    <a:pt x="1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5" name="probe-lucide-zoom-in" descr="zoom-in — Cole Bemis; Lucide contributors; preserve the bundled full upstream license. Source: https://github.com/lucide-icons/lucide/blob/20aef31db93fe4d9f398dbb15b120d99c48eef95/icons/zoom-in.svg; SVG SHA256: 91206ae20013e2c84f2f5d09db5a7200f11698a84fc4e857b06fab2ce7c933f1; native DrawingML derivative; original colors retained"/>
          <p:cNvGrpSpPr/>
          <p:nvPr/>
        </p:nvGrpSpPr>
        <p:grpSpPr>
          <a:xfrm>
            <a:off x="7915274" y="2190750"/>
            <a:ext cx="1028700" cy="1028700"/>
            <a:chOff x="0" y="0"/>
            <a:chExt cx="240000" cy="240000"/>
          </a:xfrm>
        </p:grpSpPr>
        <p:sp>
          <p:nvSpPr>
            <p:cNvPr id="56" name="probe-lucide-zoom-in-part-1"/>
            <p:cNvSpPr/>
            <p:nvPr/>
          </p:nvSpPr>
          <p:spPr>
            <a:xfrm>
              <a:off x="30000" y="30000"/>
              <a:ext cx="160000" cy="160000"/>
            </a:xfrm>
            <a:custGeom>
              <a:avLst/>
              <a:gdLst/>
              <a:ahLst/>
              <a:cxnLst/>
              <a:rect l="0" t="0" r="r" b="b"/>
              <a:pathLst>
                <a:path w="160000" h="160000">
                  <a:moveTo>
                    <a:pt x="160000" y="80000"/>
                  </a:moveTo>
                  <a:cubicBezTo>
                    <a:pt x="160000" y="81676"/>
                    <a:pt x="159947" y="83351"/>
                    <a:pt x="159842" y="85023"/>
                  </a:cubicBezTo>
                  <a:cubicBezTo>
                    <a:pt x="159737" y="86696"/>
                    <a:pt x="159579" y="88364"/>
                    <a:pt x="159369" y="90027"/>
                  </a:cubicBezTo>
                  <a:cubicBezTo>
                    <a:pt x="159159" y="91689"/>
                    <a:pt x="158897" y="93345"/>
                    <a:pt x="158583" y="94991"/>
                  </a:cubicBezTo>
                  <a:cubicBezTo>
                    <a:pt x="158269" y="96636"/>
                    <a:pt x="157903" y="98272"/>
                    <a:pt x="157487" y="99895"/>
                  </a:cubicBezTo>
                  <a:cubicBezTo>
                    <a:pt x="157070" y="101518"/>
                    <a:pt x="156602" y="103128"/>
                    <a:pt x="156085" y="104721"/>
                  </a:cubicBezTo>
                  <a:cubicBezTo>
                    <a:pt x="155567" y="106315"/>
                    <a:pt x="154999" y="107892"/>
                    <a:pt x="154382" y="109450"/>
                  </a:cubicBezTo>
                  <a:cubicBezTo>
                    <a:pt x="153765" y="111008"/>
                    <a:pt x="153100" y="112546"/>
                    <a:pt x="152386" y="114062"/>
                  </a:cubicBezTo>
                  <a:cubicBezTo>
                    <a:pt x="151673" y="115579"/>
                    <a:pt x="150912" y="117072"/>
                    <a:pt x="150105" y="118540"/>
                  </a:cubicBezTo>
                  <a:cubicBezTo>
                    <a:pt x="149297" y="120009"/>
                    <a:pt x="148444" y="121451"/>
                    <a:pt x="147546" y="122866"/>
                  </a:cubicBezTo>
                  <a:cubicBezTo>
                    <a:pt x="146648" y="124281"/>
                    <a:pt x="145706" y="125667"/>
                    <a:pt x="144721" y="127023"/>
                  </a:cubicBezTo>
                  <a:cubicBezTo>
                    <a:pt x="143736" y="128378"/>
                    <a:pt x="142709" y="129703"/>
                    <a:pt x="141641" y="130994"/>
                  </a:cubicBezTo>
                  <a:cubicBezTo>
                    <a:pt x="140573" y="132285"/>
                    <a:pt x="139465" y="133542"/>
                    <a:pt x="138317" y="134764"/>
                  </a:cubicBezTo>
                  <a:cubicBezTo>
                    <a:pt x="137170" y="135985"/>
                    <a:pt x="135985" y="137170"/>
                    <a:pt x="134764" y="138317"/>
                  </a:cubicBezTo>
                  <a:cubicBezTo>
                    <a:pt x="133542" y="139465"/>
                    <a:pt x="132285" y="140573"/>
                    <a:pt x="130994" y="141641"/>
                  </a:cubicBezTo>
                  <a:cubicBezTo>
                    <a:pt x="129703" y="142709"/>
                    <a:pt x="128378" y="143736"/>
                    <a:pt x="127023" y="144721"/>
                  </a:cubicBezTo>
                  <a:cubicBezTo>
                    <a:pt x="125667" y="145706"/>
                    <a:pt x="124281" y="146648"/>
                    <a:pt x="122866" y="147546"/>
                  </a:cubicBezTo>
                  <a:cubicBezTo>
                    <a:pt x="121451" y="148444"/>
                    <a:pt x="120009" y="149297"/>
                    <a:pt x="118540" y="150105"/>
                  </a:cubicBezTo>
                  <a:cubicBezTo>
                    <a:pt x="117072" y="150912"/>
                    <a:pt x="115579" y="151673"/>
                    <a:pt x="114062" y="152386"/>
                  </a:cubicBezTo>
                  <a:cubicBezTo>
                    <a:pt x="112546" y="153100"/>
                    <a:pt x="111008" y="153765"/>
                    <a:pt x="109450" y="154382"/>
                  </a:cubicBezTo>
                  <a:cubicBezTo>
                    <a:pt x="107892" y="154999"/>
                    <a:pt x="106315" y="155567"/>
                    <a:pt x="104721" y="156085"/>
                  </a:cubicBezTo>
                  <a:cubicBezTo>
                    <a:pt x="103128" y="156602"/>
                    <a:pt x="101518" y="157070"/>
                    <a:pt x="99895" y="157487"/>
                  </a:cubicBezTo>
                  <a:cubicBezTo>
                    <a:pt x="98272" y="157903"/>
                    <a:pt x="96636" y="158269"/>
                    <a:pt x="94991" y="158583"/>
                  </a:cubicBezTo>
                  <a:cubicBezTo>
                    <a:pt x="93345" y="158897"/>
                    <a:pt x="91689" y="159159"/>
                    <a:pt x="90027" y="159369"/>
                  </a:cubicBezTo>
                  <a:cubicBezTo>
                    <a:pt x="88364" y="159579"/>
                    <a:pt x="86696" y="159737"/>
                    <a:pt x="85023" y="159842"/>
                  </a:cubicBezTo>
                  <a:cubicBezTo>
                    <a:pt x="83351" y="159947"/>
                    <a:pt x="81676" y="160000"/>
                    <a:pt x="80000" y="160000"/>
                  </a:cubicBezTo>
                  <a:cubicBezTo>
                    <a:pt x="78324" y="160000"/>
                    <a:pt x="76649" y="159947"/>
                    <a:pt x="74977" y="159842"/>
                  </a:cubicBezTo>
                  <a:cubicBezTo>
                    <a:pt x="73304" y="159737"/>
                    <a:pt x="71636" y="159579"/>
                    <a:pt x="69973" y="159369"/>
                  </a:cubicBezTo>
                  <a:cubicBezTo>
                    <a:pt x="68311" y="159159"/>
                    <a:pt x="66655" y="158897"/>
                    <a:pt x="65009" y="158583"/>
                  </a:cubicBezTo>
                  <a:cubicBezTo>
                    <a:pt x="63364" y="158269"/>
                    <a:pt x="61728" y="157903"/>
                    <a:pt x="60105" y="157487"/>
                  </a:cubicBezTo>
                  <a:cubicBezTo>
                    <a:pt x="58482" y="157070"/>
                    <a:pt x="56872" y="156602"/>
                    <a:pt x="55279" y="156085"/>
                  </a:cubicBezTo>
                  <a:cubicBezTo>
                    <a:pt x="53685" y="155567"/>
                    <a:pt x="52108" y="154999"/>
                    <a:pt x="50550" y="154382"/>
                  </a:cubicBezTo>
                  <a:cubicBezTo>
                    <a:pt x="48992" y="153765"/>
                    <a:pt x="47454" y="153100"/>
                    <a:pt x="45938" y="152386"/>
                  </a:cubicBezTo>
                  <a:cubicBezTo>
                    <a:pt x="44421" y="151673"/>
                    <a:pt x="42928" y="150912"/>
                    <a:pt x="41460" y="150105"/>
                  </a:cubicBezTo>
                  <a:cubicBezTo>
                    <a:pt x="39991" y="149297"/>
                    <a:pt x="38549" y="148444"/>
                    <a:pt x="37134" y="147546"/>
                  </a:cubicBezTo>
                  <a:cubicBezTo>
                    <a:pt x="35719" y="146648"/>
                    <a:pt x="34333" y="145706"/>
                    <a:pt x="32977" y="144721"/>
                  </a:cubicBezTo>
                  <a:cubicBezTo>
                    <a:pt x="31622" y="143736"/>
                    <a:pt x="30297" y="142709"/>
                    <a:pt x="29006" y="141641"/>
                  </a:cubicBezTo>
                  <a:cubicBezTo>
                    <a:pt x="27715" y="140573"/>
                    <a:pt x="26458" y="139465"/>
                    <a:pt x="25236" y="138317"/>
                  </a:cubicBezTo>
                  <a:cubicBezTo>
                    <a:pt x="24015" y="137170"/>
                    <a:pt x="22830" y="135985"/>
                    <a:pt x="21683" y="134764"/>
                  </a:cubicBezTo>
                  <a:cubicBezTo>
                    <a:pt x="20535" y="133542"/>
                    <a:pt x="19427" y="132285"/>
                    <a:pt x="18359" y="130994"/>
                  </a:cubicBezTo>
                  <a:cubicBezTo>
                    <a:pt x="17291" y="129703"/>
                    <a:pt x="16264" y="128378"/>
                    <a:pt x="15279" y="127023"/>
                  </a:cubicBezTo>
                  <a:cubicBezTo>
                    <a:pt x="14294" y="125667"/>
                    <a:pt x="13352" y="124281"/>
                    <a:pt x="12454" y="122866"/>
                  </a:cubicBezTo>
                  <a:cubicBezTo>
                    <a:pt x="11556" y="121451"/>
                    <a:pt x="10703" y="120009"/>
                    <a:pt x="9895" y="118540"/>
                  </a:cubicBezTo>
                  <a:cubicBezTo>
                    <a:pt x="9088" y="117072"/>
                    <a:pt x="8327" y="115579"/>
                    <a:pt x="7614" y="114062"/>
                  </a:cubicBezTo>
                  <a:cubicBezTo>
                    <a:pt x="6900" y="112546"/>
                    <a:pt x="6235" y="111008"/>
                    <a:pt x="5618" y="109450"/>
                  </a:cubicBezTo>
                  <a:cubicBezTo>
                    <a:pt x="5001" y="107892"/>
                    <a:pt x="4433" y="106315"/>
                    <a:pt x="3915" y="104721"/>
                  </a:cubicBezTo>
                  <a:cubicBezTo>
                    <a:pt x="3398" y="103128"/>
                    <a:pt x="2930" y="101518"/>
                    <a:pt x="2513" y="99895"/>
                  </a:cubicBezTo>
                  <a:cubicBezTo>
                    <a:pt x="2097" y="98272"/>
                    <a:pt x="1731" y="96636"/>
                    <a:pt x="1417" y="94991"/>
                  </a:cubicBezTo>
                  <a:cubicBezTo>
                    <a:pt x="1103" y="93345"/>
                    <a:pt x="841" y="91689"/>
                    <a:pt x="631" y="90027"/>
                  </a:cubicBezTo>
                  <a:cubicBezTo>
                    <a:pt x="421" y="88364"/>
                    <a:pt x="263" y="86696"/>
                    <a:pt x="158" y="85023"/>
                  </a:cubicBezTo>
                  <a:cubicBezTo>
                    <a:pt x="53" y="83351"/>
                    <a:pt x="0" y="81676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  <a:close/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7" name="probe-lucide-zoom-in-part-2"/>
            <p:cNvSpPr/>
            <p:nvPr/>
          </p:nvSpPr>
          <p:spPr>
            <a:xfrm>
              <a:off x="166500" y="166500"/>
              <a:ext cx="43500" cy="43500"/>
            </a:xfrm>
            <a:custGeom>
              <a:avLst/>
              <a:gdLst/>
              <a:ahLst/>
              <a:cxnLst/>
              <a:rect l="0" t="0" r="r" b="b"/>
              <a:pathLst>
                <a:path w="43500" h="43500">
                  <a:moveTo>
                    <a:pt x="43500" y="43500"/>
                  </a:moveTo>
                  <a:lnTo>
                    <a:pt x="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8" name="probe-lucide-zoom-in-part-3"/>
            <p:cNvSpPr/>
            <p:nvPr/>
          </p:nvSpPr>
          <p:spPr>
            <a:xfrm>
              <a:off x="110000" y="80000"/>
              <a:ext cx="10" cy="60000"/>
            </a:xfrm>
            <a:custGeom>
              <a:avLst/>
              <a:gdLst/>
              <a:ahLst/>
              <a:cxnLst/>
              <a:rect l="0" t="0" r="r" b="b"/>
              <a:pathLst>
                <a:path w="10" h="60000">
                  <a:moveTo>
                    <a:pt x="0" y="0"/>
                  </a:moveTo>
                  <a:lnTo>
                    <a:pt x="0" y="6000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9" name="probe-lucide-zoom-in-part-4"/>
            <p:cNvSpPr/>
            <p:nvPr/>
          </p:nvSpPr>
          <p:spPr>
            <a:xfrm>
              <a:off x="80000" y="110000"/>
              <a:ext cx="60000" cy="10"/>
            </a:xfrm>
            <a:custGeom>
              <a:avLst/>
              <a:gdLst/>
              <a:ahLst/>
              <a:cxnLst/>
              <a:rect l="0" t="0" r="r" b="b"/>
              <a:pathLst>
                <a:path w="60000" h="10">
                  <a:moveTo>
                    <a:pt x="0" y="0"/>
                  </a:moveTo>
                  <a:lnTo>
                    <a:pt x="60000" y="0"/>
                  </a:lnTo>
                </a:path>
              </a:pathLst>
            </a:custGeom>
            <a:noFill/>
            <a:ln w="857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60" name="probe-tabler-circle-check" descr="circle-check — Tabler contributors; preserve the bundled full upstream license. Source: https://github.com/tabler/tabler-icons/blob/a4ce1404bc6d24d3c365afe7b258d6bf6f48d62d/icons/filled/circle-check.svg; SVG SHA256: c97f7118e8eea509624430c767b1dfdfdb3b63b08f22b31a1957d5a350e6afca; native DrawingML derivative; original colors retained"/>
          <p:cNvGrpSpPr/>
          <p:nvPr/>
        </p:nvGrpSpPr>
        <p:grpSpPr>
          <a:xfrm>
            <a:off x="10258424" y="2190750"/>
            <a:ext cx="1028700" cy="1028700"/>
            <a:chOff x="0" y="0"/>
            <a:chExt cx="240000" cy="240000"/>
          </a:xfrm>
        </p:grpSpPr>
        <p:sp>
          <p:nvSpPr>
            <p:cNvPr id="61" name="probe-tabler-circle-check-part-1"/>
            <p:cNvSpPr/>
            <p:nvPr/>
          </p:nvSpPr>
          <p:spPr>
            <a:xfrm>
              <a:off x="20000" y="20001"/>
              <a:ext cx="199998" cy="200000"/>
            </a:xfrm>
            <a:custGeom>
              <a:avLst/>
              <a:gdLst/>
              <a:ahLst/>
              <a:cxnLst/>
              <a:rect l="0" t="0" r="r" b="b"/>
              <a:pathLst>
                <a:path w="199998" h="200000">
                  <a:moveTo>
                    <a:pt x="150000" y="13399"/>
                  </a:moveTo>
                  <a:cubicBezTo>
                    <a:pt x="151791" y="14433"/>
                    <a:pt x="153549" y="15522"/>
                    <a:pt x="155273" y="16665"/>
                  </a:cubicBezTo>
                  <a:cubicBezTo>
                    <a:pt x="156996" y="17809"/>
                    <a:pt x="158684" y="19005"/>
                    <a:pt x="160333" y="20253"/>
                  </a:cubicBezTo>
                  <a:cubicBezTo>
                    <a:pt x="161982" y="21500"/>
                    <a:pt x="163592" y="22799"/>
                    <a:pt x="165161" y="24146"/>
                  </a:cubicBezTo>
                  <a:cubicBezTo>
                    <a:pt x="166729" y="25494"/>
                    <a:pt x="168256" y="26890"/>
                    <a:pt x="169738" y="28332"/>
                  </a:cubicBezTo>
                  <a:cubicBezTo>
                    <a:pt x="171220" y="29774"/>
                    <a:pt x="172657" y="31262"/>
                    <a:pt x="174047" y="32794"/>
                  </a:cubicBezTo>
                  <a:cubicBezTo>
                    <a:pt x="175437" y="34325"/>
                    <a:pt x="176779" y="35899"/>
                    <a:pt x="178071" y="37514"/>
                  </a:cubicBezTo>
                  <a:cubicBezTo>
                    <a:pt x="179363" y="39128"/>
                    <a:pt x="180605" y="40782"/>
                    <a:pt x="181795" y="42474"/>
                  </a:cubicBezTo>
                  <a:cubicBezTo>
                    <a:pt x="182984" y="44166"/>
                    <a:pt x="184121" y="45894"/>
                    <a:pt x="185204" y="47656"/>
                  </a:cubicBezTo>
                  <a:cubicBezTo>
                    <a:pt x="186286" y="49418"/>
                    <a:pt x="187314" y="51213"/>
                    <a:pt x="188285" y="53039"/>
                  </a:cubicBezTo>
                  <a:cubicBezTo>
                    <a:pt x="189256" y="54865"/>
                    <a:pt x="190170" y="56720"/>
                    <a:pt x="191026" y="58603"/>
                  </a:cubicBezTo>
                  <a:cubicBezTo>
                    <a:pt x="191882" y="60485"/>
                    <a:pt x="192680" y="62394"/>
                    <a:pt x="193418" y="64326"/>
                  </a:cubicBezTo>
                  <a:cubicBezTo>
                    <a:pt x="194155" y="66258"/>
                    <a:pt x="194833" y="68212"/>
                    <a:pt x="195450" y="70186"/>
                  </a:cubicBezTo>
                  <a:cubicBezTo>
                    <a:pt x="196066" y="72160"/>
                    <a:pt x="196621" y="74152"/>
                    <a:pt x="197114" y="76161"/>
                  </a:cubicBezTo>
                  <a:cubicBezTo>
                    <a:pt x="197607" y="78169"/>
                    <a:pt x="198038" y="80192"/>
                    <a:pt x="198406" y="82228"/>
                  </a:cubicBezTo>
                  <a:cubicBezTo>
                    <a:pt x="198773" y="84263"/>
                    <a:pt x="199077" y="86309"/>
                    <a:pt x="199318" y="88363"/>
                  </a:cubicBezTo>
                  <a:cubicBezTo>
                    <a:pt x="199559" y="90417"/>
                    <a:pt x="199736" y="92477"/>
                    <a:pt x="199848" y="94542"/>
                  </a:cubicBezTo>
                  <a:cubicBezTo>
                    <a:pt x="199961" y="96607"/>
                    <a:pt x="200010" y="98675"/>
                    <a:pt x="199995" y="100743"/>
                  </a:cubicBezTo>
                  <a:cubicBezTo>
                    <a:pt x="199979" y="102811"/>
                    <a:pt x="199900" y="104878"/>
                    <a:pt x="199756" y="106941"/>
                  </a:cubicBezTo>
                  <a:cubicBezTo>
                    <a:pt x="199613" y="109004"/>
                    <a:pt x="199405" y="111062"/>
                    <a:pt x="199134" y="113112"/>
                  </a:cubicBezTo>
                  <a:cubicBezTo>
                    <a:pt x="198863" y="115163"/>
                    <a:pt x="198528" y="117204"/>
                    <a:pt x="198131" y="119233"/>
                  </a:cubicBezTo>
                  <a:cubicBezTo>
                    <a:pt x="197733" y="121263"/>
                    <a:pt x="197272" y="123279"/>
                    <a:pt x="196749" y="125280"/>
                  </a:cubicBezTo>
                  <a:cubicBezTo>
                    <a:pt x="196227" y="127281"/>
                    <a:pt x="195642" y="129265"/>
                    <a:pt x="194996" y="131230"/>
                  </a:cubicBezTo>
                  <a:cubicBezTo>
                    <a:pt x="194350" y="133194"/>
                    <a:pt x="193644" y="135138"/>
                    <a:pt x="192877" y="137059"/>
                  </a:cubicBezTo>
                  <a:cubicBezTo>
                    <a:pt x="192111" y="138980"/>
                    <a:pt x="191285" y="140876"/>
                    <a:pt x="190401" y="142746"/>
                  </a:cubicBezTo>
                  <a:cubicBezTo>
                    <a:pt x="189517" y="144615"/>
                    <a:pt x="188575" y="146457"/>
                    <a:pt x="187577" y="148268"/>
                  </a:cubicBezTo>
                  <a:cubicBezTo>
                    <a:pt x="186579" y="150079"/>
                    <a:pt x="185525" y="151859"/>
                    <a:pt x="184416" y="153605"/>
                  </a:cubicBezTo>
                  <a:cubicBezTo>
                    <a:pt x="183308" y="155351"/>
                    <a:pt x="182145" y="157062"/>
                    <a:pt x="180931" y="158735"/>
                  </a:cubicBezTo>
                  <a:cubicBezTo>
                    <a:pt x="179716" y="160409"/>
                    <a:pt x="178450" y="162045"/>
                    <a:pt x="177134" y="163640"/>
                  </a:cubicBezTo>
                  <a:cubicBezTo>
                    <a:pt x="175818" y="165235"/>
                    <a:pt x="174452" y="166789"/>
                    <a:pt x="173040" y="168300"/>
                  </a:cubicBezTo>
                  <a:cubicBezTo>
                    <a:pt x="171627" y="169810"/>
                    <a:pt x="170168" y="171276"/>
                    <a:pt x="168665" y="172696"/>
                  </a:cubicBezTo>
                  <a:cubicBezTo>
                    <a:pt x="167162" y="174117"/>
                    <a:pt x="165615" y="175490"/>
                    <a:pt x="164026" y="176814"/>
                  </a:cubicBezTo>
                  <a:cubicBezTo>
                    <a:pt x="162438" y="178138"/>
                    <a:pt x="160808" y="179412"/>
                    <a:pt x="159141" y="180635"/>
                  </a:cubicBezTo>
                  <a:cubicBezTo>
                    <a:pt x="157473" y="181859"/>
                    <a:pt x="155768" y="183030"/>
                    <a:pt x="154028" y="184147"/>
                  </a:cubicBezTo>
                  <a:cubicBezTo>
                    <a:pt x="152288" y="185264"/>
                    <a:pt x="150513" y="186327"/>
                    <a:pt x="148707" y="187335"/>
                  </a:cubicBezTo>
                  <a:cubicBezTo>
                    <a:pt x="146901" y="188342"/>
                    <a:pt x="145064" y="189293"/>
                    <a:pt x="143199" y="190187"/>
                  </a:cubicBezTo>
                  <a:cubicBezTo>
                    <a:pt x="141334" y="191080"/>
                    <a:pt x="139442" y="191915"/>
                    <a:pt x="137525" y="192691"/>
                  </a:cubicBezTo>
                  <a:cubicBezTo>
                    <a:pt x="135608" y="193467"/>
                    <a:pt x="133668" y="194184"/>
                    <a:pt x="131706" y="194840"/>
                  </a:cubicBezTo>
                  <a:cubicBezTo>
                    <a:pt x="129745" y="195495"/>
                    <a:pt x="127764" y="196090"/>
                    <a:pt x="125766" y="196623"/>
                  </a:cubicBezTo>
                  <a:cubicBezTo>
                    <a:pt x="123768" y="197156"/>
                    <a:pt x="121753" y="197627"/>
                    <a:pt x="119726" y="198035"/>
                  </a:cubicBezTo>
                  <a:cubicBezTo>
                    <a:pt x="117699" y="198443"/>
                    <a:pt x="115659" y="198788"/>
                    <a:pt x="113610" y="199069"/>
                  </a:cubicBezTo>
                  <a:cubicBezTo>
                    <a:pt x="111562" y="199351"/>
                    <a:pt x="109505" y="199569"/>
                    <a:pt x="107442" y="199723"/>
                  </a:cubicBezTo>
                  <a:cubicBezTo>
                    <a:pt x="105380" y="199876"/>
                    <a:pt x="103313" y="199966"/>
                    <a:pt x="101246" y="199992"/>
                  </a:cubicBezTo>
                  <a:cubicBezTo>
                    <a:pt x="99178" y="200018"/>
                    <a:pt x="97110" y="199980"/>
                    <a:pt x="95044" y="199877"/>
                  </a:cubicBezTo>
                  <a:cubicBezTo>
                    <a:pt x="92979" y="199775"/>
                    <a:pt x="90917" y="199608"/>
                    <a:pt x="88862" y="199378"/>
                  </a:cubicBezTo>
                  <a:cubicBezTo>
                    <a:pt x="86807" y="199148"/>
                    <a:pt x="84759" y="198854"/>
                    <a:pt x="82722" y="198497"/>
                  </a:cubicBezTo>
                  <a:cubicBezTo>
                    <a:pt x="80685" y="198139"/>
                    <a:pt x="78660" y="197719"/>
                    <a:pt x="76649" y="197236"/>
                  </a:cubicBezTo>
                  <a:cubicBezTo>
                    <a:pt x="74638" y="196753"/>
                    <a:pt x="72643" y="196208"/>
                    <a:pt x="70666" y="195602"/>
                  </a:cubicBezTo>
                  <a:cubicBezTo>
                    <a:pt x="68689" y="194995"/>
                    <a:pt x="66731" y="194327"/>
                    <a:pt x="64795" y="193599"/>
                  </a:cubicBezTo>
                  <a:cubicBezTo>
                    <a:pt x="62860" y="192871"/>
                    <a:pt x="60947" y="192083"/>
                    <a:pt x="59060" y="191237"/>
                  </a:cubicBezTo>
                  <a:cubicBezTo>
                    <a:pt x="57174" y="190390"/>
                    <a:pt x="55313" y="189485"/>
                    <a:pt x="53483" y="188523"/>
                  </a:cubicBezTo>
                  <a:cubicBezTo>
                    <a:pt x="51652" y="187561"/>
                    <a:pt x="49852" y="186543"/>
                    <a:pt x="48084" y="185469"/>
                  </a:cubicBezTo>
                  <a:cubicBezTo>
                    <a:pt x="46317" y="184396"/>
                    <a:pt x="44583" y="183268"/>
                    <a:pt x="42885" y="182087"/>
                  </a:cubicBezTo>
                  <a:cubicBezTo>
                    <a:pt x="41188" y="180905"/>
                    <a:pt x="39527" y="179672"/>
                    <a:pt x="37906" y="178388"/>
                  </a:cubicBezTo>
                  <a:cubicBezTo>
                    <a:pt x="36285" y="177104"/>
                    <a:pt x="34704" y="175770"/>
                    <a:pt x="33166" y="174388"/>
                  </a:cubicBezTo>
                  <a:cubicBezTo>
                    <a:pt x="31628" y="173006"/>
                    <a:pt x="30132" y="171576"/>
                    <a:pt x="28683" y="170101"/>
                  </a:cubicBezTo>
                  <a:cubicBezTo>
                    <a:pt x="27233" y="168627"/>
                    <a:pt x="25829" y="167107"/>
                    <a:pt x="24474" y="165545"/>
                  </a:cubicBezTo>
                  <a:cubicBezTo>
                    <a:pt x="23119" y="163984"/>
                    <a:pt x="21812" y="162380"/>
                    <a:pt x="20556" y="160737"/>
                  </a:cubicBezTo>
                  <a:cubicBezTo>
                    <a:pt x="19300" y="159094"/>
                    <a:pt x="18095" y="157413"/>
                    <a:pt x="16943" y="155695"/>
                  </a:cubicBezTo>
                  <a:cubicBezTo>
                    <a:pt x="15791" y="153978"/>
                    <a:pt x="14693" y="152225"/>
                    <a:pt x="13650" y="150439"/>
                  </a:cubicBezTo>
                  <a:cubicBezTo>
                    <a:pt x="12607" y="148654"/>
                    <a:pt x="11619" y="146836"/>
                    <a:pt x="10689" y="144989"/>
                  </a:cubicBezTo>
                  <a:cubicBezTo>
                    <a:pt x="9759" y="143142"/>
                    <a:pt x="8886" y="141267"/>
                    <a:pt x="8072" y="139366"/>
                  </a:cubicBezTo>
                  <a:cubicBezTo>
                    <a:pt x="7258" y="137465"/>
                    <a:pt x="6503" y="135539"/>
                    <a:pt x="5808" y="133591"/>
                  </a:cubicBezTo>
                  <a:cubicBezTo>
                    <a:pt x="5113" y="131643"/>
                    <a:pt x="4479" y="129674"/>
                    <a:pt x="3907" y="127687"/>
                  </a:cubicBezTo>
                  <a:cubicBezTo>
                    <a:pt x="3334" y="125700"/>
                    <a:pt x="2823" y="123695"/>
                    <a:pt x="2375" y="121677"/>
                  </a:cubicBezTo>
                  <a:cubicBezTo>
                    <a:pt x="1927" y="119658"/>
                    <a:pt x="1541" y="117626"/>
                    <a:pt x="1219" y="115583"/>
                  </a:cubicBezTo>
                  <a:cubicBezTo>
                    <a:pt x="897" y="113540"/>
                    <a:pt x="638" y="111488"/>
                    <a:pt x="443" y="109429"/>
                  </a:cubicBezTo>
                  <a:cubicBezTo>
                    <a:pt x="248" y="107370"/>
                    <a:pt x="117" y="105306"/>
                    <a:pt x="50" y="103239"/>
                  </a:cubicBezTo>
                  <a:lnTo>
                    <a:pt x="0" y="99999"/>
                  </a:lnTo>
                  <a:lnTo>
                    <a:pt x="50" y="96759"/>
                  </a:lnTo>
                  <a:cubicBezTo>
                    <a:pt x="118" y="94677"/>
                    <a:pt x="250" y="92598"/>
                    <a:pt x="447" y="90524"/>
                  </a:cubicBezTo>
                  <a:cubicBezTo>
                    <a:pt x="645" y="88450"/>
                    <a:pt x="907" y="86383"/>
                    <a:pt x="1233" y="84326"/>
                  </a:cubicBezTo>
                  <a:cubicBezTo>
                    <a:pt x="1560" y="82269"/>
                    <a:pt x="1951" y="80222"/>
                    <a:pt x="2405" y="78190"/>
                  </a:cubicBezTo>
                  <a:cubicBezTo>
                    <a:pt x="2859" y="76157"/>
                    <a:pt x="3377" y="74139"/>
                    <a:pt x="3957" y="72138"/>
                  </a:cubicBezTo>
                  <a:cubicBezTo>
                    <a:pt x="4538" y="70137"/>
                    <a:pt x="5180" y="68156"/>
                    <a:pt x="5885" y="66195"/>
                  </a:cubicBezTo>
                  <a:cubicBezTo>
                    <a:pt x="6589" y="64235"/>
                    <a:pt x="7354" y="62297"/>
                    <a:pt x="8179" y="60384"/>
                  </a:cubicBezTo>
                  <a:cubicBezTo>
                    <a:pt x="9004" y="58472"/>
                    <a:pt x="9889" y="56585"/>
                    <a:pt x="10832" y="54728"/>
                  </a:cubicBezTo>
                  <a:cubicBezTo>
                    <a:pt x="11775" y="52871"/>
                    <a:pt x="12776" y="51043"/>
                    <a:pt x="13833" y="49249"/>
                  </a:cubicBezTo>
                  <a:cubicBezTo>
                    <a:pt x="14890" y="47454"/>
                    <a:pt x="16003" y="45692"/>
                    <a:pt x="17170" y="43967"/>
                  </a:cubicBezTo>
                  <a:cubicBezTo>
                    <a:pt x="18338" y="42242"/>
                    <a:pt x="19558" y="40553"/>
                    <a:pt x="20831" y="38904"/>
                  </a:cubicBezTo>
                  <a:cubicBezTo>
                    <a:pt x="22104" y="37255"/>
                    <a:pt x="23427" y="35647"/>
                    <a:pt x="24801" y="34080"/>
                  </a:cubicBezTo>
                  <a:cubicBezTo>
                    <a:pt x="26174" y="32514"/>
                    <a:pt x="27595" y="30991"/>
                    <a:pt x="29064" y="29513"/>
                  </a:cubicBezTo>
                  <a:cubicBezTo>
                    <a:pt x="30532" y="28036"/>
                    <a:pt x="32046" y="26604"/>
                    <a:pt x="33604" y="25221"/>
                  </a:cubicBezTo>
                  <a:cubicBezTo>
                    <a:pt x="35161" y="23838"/>
                    <a:pt x="36762" y="22504"/>
                    <a:pt x="38403" y="21221"/>
                  </a:cubicBezTo>
                  <a:cubicBezTo>
                    <a:pt x="40044" y="19938"/>
                    <a:pt x="41724" y="18707"/>
                    <a:pt x="43442" y="17529"/>
                  </a:cubicBezTo>
                  <a:cubicBezTo>
                    <a:pt x="45160" y="16351"/>
                    <a:pt x="46914" y="15227"/>
                    <a:pt x="48702" y="14158"/>
                  </a:cubicBezTo>
                  <a:cubicBezTo>
                    <a:pt x="50490" y="13090"/>
                    <a:pt x="52312" y="12077"/>
                    <a:pt x="54163" y="11123"/>
                  </a:cubicBezTo>
                  <a:cubicBezTo>
                    <a:pt x="56014" y="10168"/>
                    <a:pt x="57895" y="9271"/>
                    <a:pt x="59802" y="8434"/>
                  </a:cubicBezTo>
                  <a:cubicBezTo>
                    <a:pt x="61710" y="7597"/>
                    <a:pt x="63643" y="6819"/>
                    <a:pt x="65598" y="6103"/>
                  </a:cubicBezTo>
                  <a:cubicBezTo>
                    <a:pt x="67554" y="5386"/>
                    <a:pt x="69532" y="4731"/>
                    <a:pt x="71529" y="4138"/>
                  </a:cubicBezTo>
                  <a:cubicBezTo>
                    <a:pt x="73526" y="3545"/>
                    <a:pt x="75541" y="3014"/>
                    <a:pt x="77571" y="2547"/>
                  </a:cubicBezTo>
                  <a:cubicBezTo>
                    <a:pt x="79600" y="2080"/>
                    <a:pt x="81645" y="1677"/>
                    <a:pt x="83700" y="1337"/>
                  </a:cubicBezTo>
                  <a:cubicBezTo>
                    <a:pt x="85755" y="998"/>
                    <a:pt x="87820" y="722"/>
                    <a:pt x="89892" y="512"/>
                  </a:cubicBezTo>
                  <a:cubicBezTo>
                    <a:pt x="91965" y="301"/>
                    <a:pt x="94043" y="156"/>
                    <a:pt x="96125" y="75"/>
                  </a:cubicBezTo>
                  <a:cubicBezTo>
                    <a:pt x="98206" y="-6"/>
                    <a:pt x="100290" y="-21"/>
                    <a:pt x="102372" y="28"/>
                  </a:cubicBezTo>
                  <a:cubicBezTo>
                    <a:pt x="104454" y="78"/>
                    <a:pt x="106535" y="192"/>
                    <a:pt x="108610" y="372"/>
                  </a:cubicBezTo>
                  <a:cubicBezTo>
                    <a:pt x="110685" y="551"/>
                    <a:pt x="112754" y="795"/>
                    <a:pt x="114814" y="1104"/>
                  </a:cubicBezTo>
                  <a:cubicBezTo>
                    <a:pt x="116874" y="1412"/>
                    <a:pt x="118924" y="1785"/>
                    <a:pt x="120961" y="2222"/>
                  </a:cubicBezTo>
                  <a:cubicBezTo>
                    <a:pt x="122998" y="2659"/>
                    <a:pt x="125020" y="3159"/>
                    <a:pt x="127026" y="3722"/>
                  </a:cubicBezTo>
                  <a:cubicBezTo>
                    <a:pt x="129031" y="4285"/>
                    <a:pt x="131019" y="4910"/>
                    <a:pt x="132985" y="5598"/>
                  </a:cubicBezTo>
                  <a:cubicBezTo>
                    <a:pt x="134952" y="6285"/>
                    <a:pt x="136896" y="7033"/>
                    <a:pt x="138816" y="7842"/>
                  </a:cubicBezTo>
                  <a:cubicBezTo>
                    <a:pt x="140735" y="8650"/>
                    <a:pt x="142629" y="9519"/>
                    <a:pt x="144495" y="10446"/>
                  </a:cubicBezTo>
                  <a:cubicBezTo>
                    <a:pt x="146360" y="11372"/>
                    <a:pt x="148196" y="12357"/>
                    <a:pt x="150000" y="13399"/>
                  </a:cubicBezTo>
                  <a:close/>
                  <a:moveTo>
                    <a:pt x="137070" y="72929"/>
                  </a:moveTo>
                  <a:cubicBezTo>
                    <a:pt x="136922" y="72781"/>
                    <a:pt x="136769" y="72637"/>
                    <a:pt x="136612" y="72499"/>
                  </a:cubicBezTo>
                  <a:cubicBezTo>
                    <a:pt x="136455" y="72360"/>
                    <a:pt x="136293" y="72227"/>
                    <a:pt x="136128" y="72098"/>
                  </a:cubicBezTo>
                  <a:cubicBezTo>
                    <a:pt x="135962" y="71970"/>
                    <a:pt x="135793" y="71847"/>
                    <a:pt x="135620" y="71729"/>
                  </a:cubicBezTo>
                  <a:cubicBezTo>
                    <a:pt x="135446" y="71612"/>
                    <a:pt x="135270" y="71499"/>
                    <a:pt x="135089" y="71393"/>
                  </a:cubicBezTo>
                  <a:cubicBezTo>
                    <a:pt x="134909" y="71286"/>
                    <a:pt x="134725" y="71185"/>
                    <a:pt x="134539" y="71090"/>
                  </a:cubicBezTo>
                  <a:cubicBezTo>
                    <a:pt x="134352" y="70995"/>
                    <a:pt x="134163" y="70906"/>
                    <a:pt x="133970" y="70823"/>
                  </a:cubicBezTo>
                  <a:cubicBezTo>
                    <a:pt x="133778" y="70739"/>
                    <a:pt x="133583" y="70662"/>
                    <a:pt x="133386" y="70591"/>
                  </a:cubicBezTo>
                  <a:cubicBezTo>
                    <a:pt x="133189" y="70520"/>
                    <a:pt x="132990" y="70456"/>
                    <a:pt x="132789" y="70397"/>
                  </a:cubicBezTo>
                  <a:cubicBezTo>
                    <a:pt x="132588" y="70339"/>
                    <a:pt x="132385" y="70287"/>
                    <a:pt x="132180" y="70241"/>
                  </a:cubicBezTo>
                  <a:cubicBezTo>
                    <a:pt x="131976" y="70195"/>
                    <a:pt x="131770" y="70156"/>
                    <a:pt x="131563" y="70123"/>
                  </a:cubicBezTo>
                  <a:cubicBezTo>
                    <a:pt x="131356" y="70091"/>
                    <a:pt x="131149" y="70064"/>
                    <a:pt x="130940" y="70045"/>
                  </a:cubicBezTo>
                  <a:cubicBezTo>
                    <a:pt x="130731" y="70025"/>
                    <a:pt x="130522" y="70012"/>
                    <a:pt x="130313" y="70005"/>
                  </a:cubicBezTo>
                  <a:cubicBezTo>
                    <a:pt x="130104" y="69999"/>
                    <a:pt x="129894" y="69999"/>
                    <a:pt x="129685" y="70005"/>
                  </a:cubicBezTo>
                  <a:cubicBezTo>
                    <a:pt x="129475" y="70012"/>
                    <a:pt x="129266" y="70025"/>
                    <a:pt x="129058" y="70045"/>
                  </a:cubicBezTo>
                  <a:cubicBezTo>
                    <a:pt x="128849" y="70064"/>
                    <a:pt x="128641" y="70091"/>
                    <a:pt x="128435" y="70123"/>
                  </a:cubicBezTo>
                  <a:cubicBezTo>
                    <a:pt x="128228" y="70156"/>
                    <a:pt x="128022" y="70196"/>
                    <a:pt x="127818" y="70241"/>
                  </a:cubicBezTo>
                  <a:cubicBezTo>
                    <a:pt x="127613" y="70287"/>
                    <a:pt x="127410" y="70339"/>
                    <a:pt x="127209" y="70397"/>
                  </a:cubicBezTo>
                  <a:cubicBezTo>
                    <a:pt x="127008" y="70456"/>
                    <a:pt x="126809" y="70521"/>
                    <a:pt x="126612" y="70592"/>
                  </a:cubicBezTo>
                  <a:cubicBezTo>
                    <a:pt x="126415" y="70663"/>
                    <a:pt x="126220" y="70740"/>
                    <a:pt x="126028" y="70823"/>
                  </a:cubicBezTo>
                  <a:cubicBezTo>
                    <a:pt x="125835" y="70906"/>
                    <a:pt x="125646" y="70995"/>
                    <a:pt x="125459" y="71090"/>
                  </a:cubicBezTo>
                  <a:cubicBezTo>
                    <a:pt x="125272" y="71185"/>
                    <a:pt x="125089" y="71286"/>
                    <a:pt x="124909" y="71393"/>
                  </a:cubicBezTo>
                  <a:cubicBezTo>
                    <a:pt x="124728" y="71500"/>
                    <a:pt x="124551" y="71612"/>
                    <a:pt x="124378" y="71730"/>
                  </a:cubicBezTo>
                  <a:cubicBezTo>
                    <a:pt x="124205" y="71847"/>
                    <a:pt x="124035" y="71971"/>
                    <a:pt x="123870" y="72099"/>
                  </a:cubicBezTo>
                  <a:lnTo>
                    <a:pt x="122930" y="72929"/>
                  </a:lnTo>
                  <a:lnTo>
                    <a:pt x="90000" y="105849"/>
                  </a:lnTo>
                  <a:lnTo>
                    <a:pt x="77070" y="92929"/>
                  </a:lnTo>
                  <a:lnTo>
                    <a:pt x="76130" y="92099"/>
                  </a:lnTo>
                  <a:cubicBezTo>
                    <a:pt x="75964" y="91971"/>
                    <a:pt x="75795" y="91848"/>
                    <a:pt x="75622" y="91730"/>
                  </a:cubicBezTo>
                  <a:cubicBezTo>
                    <a:pt x="75449" y="91612"/>
                    <a:pt x="75272" y="91500"/>
                    <a:pt x="75091" y="91394"/>
                  </a:cubicBezTo>
                  <a:cubicBezTo>
                    <a:pt x="74911" y="91287"/>
                    <a:pt x="74727" y="91186"/>
                    <a:pt x="74541" y="91091"/>
                  </a:cubicBezTo>
                  <a:cubicBezTo>
                    <a:pt x="74354" y="90996"/>
                    <a:pt x="74165" y="90907"/>
                    <a:pt x="73973" y="90824"/>
                  </a:cubicBezTo>
                  <a:cubicBezTo>
                    <a:pt x="73780" y="90741"/>
                    <a:pt x="73586" y="90664"/>
                    <a:pt x="73388" y="90593"/>
                  </a:cubicBezTo>
                  <a:cubicBezTo>
                    <a:pt x="73191" y="90522"/>
                    <a:pt x="72992" y="90457"/>
                    <a:pt x="72791" y="90399"/>
                  </a:cubicBezTo>
                  <a:cubicBezTo>
                    <a:pt x="72590" y="90341"/>
                    <a:pt x="72387" y="90289"/>
                    <a:pt x="72183" y="90243"/>
                  </a:cubicBezTo>
                  <a:cubicBezTo>
                    <a:pt x="71978" y="90197"/>
                    <a:pt x="71773" y="90158"/>
                    <a:pt x="71566" y="90125"/>
                  </a:cubicBezTo>
                  <a:cubicBezTo>
                    <a:pt x="71359" y="90093"/>
                    <a:pt x="71151" y="90066"/>
                    <a:pt x="70943" y="90047"/>
                  </a:cubicBezTo>
                  <a:cubicBezTo>
                    <a:pt x="70734" y="90027"/>
                    <a:pt x="70525" y="90014"/>
                    <a:pt x="70316" y="90007"/>
                  </a:cubicBezTo>
                  <a:cubicBezTo>
                    <a:pt x="70107" y="90001"/>
                    <a:pt x="69897" y="90001"/>
                    <a:pt x="69688" y="90008"/>
                  </a:cubicBezTo>
                  <a:cubicBezTo>
                    <a:pt x="69478" y="90014"/>
                    <a:pt x="69269" y="90027"/>
                    <a:pt x="69061" y="90047"/>
                  </a:cubicBezTo>
                  <a:cubicBezTo>
                    <a:pt x="68852" y="90067"/>
                    <a:pt x="68645" y="90093"/>
                    <a:pt x="68438" y="90126"/>
                  </a:cubicBezTo>
                  <a:cubicBezTo>
                    <a:pt x="68231" y="90159"/>
                    <a:pt x="68025" y="90198"/>
                    <a:pt x="67821" y="90244"/>
                  </a:cubicBezTo>
                  <a:cubicBezTo>
                    <a:pt x="67617" y="90289"/>
                    <a:pt x="67414" y="90342"/>
                    <a:pt x="67213" y="90400"/>
                  </a:cubicBezTo>
                  <a:cubicBezTo>
                    <a:pt x="67012" y="90458"/>
                    <a:pt x="66812" y="90523"/>
                    <a:pt x="66615" y="90594"/>
                  </a:cubicBezTo>
                  <a:cubicBezTo>
                    <a:pt x="66418" y="90665"/>
                    <a:pt x="66224" y="90742"/>
                    <a:pt x="66031" y="90825"/>
                  </a:cubicBezTo>
                  <a:cubicBezTo>
                    <a:pt x="65839" y="90909"/>
                    <a:pt x="65650" y="90998"/>
                    <a:pt x="65463" y="91093"/>
                  </a:cubicBezTo>
                  <a:cubicBezTo>
                    <a:pt x="65277" y="91188"/>
                    <a:pt x="65093" y="91289"/>
                    <a:pt x="64913" y="91396"/>
                  </a:cubicBezTo>
                  <a:cubicBezTo>
                    <a:pt x="64733" y="91502"/>
                    <a:pt x="64556" y="91614"/>
                    <a:pt x="64382" y="91732"/>
                  </a:cubicBezTo>
                  <a:cubicBezTo>
                    <a:pt x="64209" y="91850"/>
                    <a:pt x="64040" y="91973"/>
                    <a:pt x="63874" y="92101"/>
                  </a:cubicBezTo>
                  <a:cubicBezTo>
                    <a:pt x="63709" y="92230"/>
                    <a:pt x="63548" y="92363"/>
                    <a:pt x="63390" y="92502"/>
                  </a:cubicBezTo>
                  <a:cubicBezTo>
                    <a:pt x="63233" y="92640"/>
                    <a:pt x="63081" y="92783"/>
                    <a:pt x="62933" y="92932"/>
                  </a:cubicBezTo>
                  <a:cubicBezTo>
                    <a:pt x="62785" y="93080"/>
                    <a:pt x="62641" y="93232"/>
                    <a:pt x="62503" y="93389"/>
                  </a:cubicBezTo>
                  <a:cubicBezTo>
                    <a:pt x="62364" y="93546"/>
                    <a:pt x="62231" y="93708"/>
                    <a:pt x="62102" y="93873"/>
                  </a:cubicBezTo>
                  <a:cubicBezTo>
                    <a:pt x="61974" y="94039"/>
                    <a:pt x="61851" y="94208"/>
                    <a:pt x="61733" y="94381"/>
                  </a:cubicBezTo>
                  <a:cubicBezTo>
                    <a:pt x="61615" y="94555"/>
                    <a:pt x="61503" y="94731"/>
                    <a:pt x="61397" y="94912"/>
                  </a:cubicBezTo>
                  <a:cubicBezTo>
                    <a:pt x="61290" y="95092"/>
                    <a:pt x="61189" y="95275"/>
                    <a:pt x="61094" y="95462"/>
                  </a:cubicBezTo>
                  <a:cubicBezTo>
                    <a:pt x="60999" y="95649"/>
                    <a:pt x="60910" y="95838"/>
                    <a:pt x="60827" y="96030"/>
                  </a:cubicBezTo>
                  <a:cubicBezTo>
                    <a:pt x="60743" y="96222"/>
                    <a:pt x="60666" y="96417"/>
                    <a:pt x="60595" y="96614"/>
                  </a:cubicBezTo>
                  <a:cubicBezTo>
                    <a:pt x="60524" y="96811"/>
                    <a:pt x="60460" y="97010"/>
                    <a:pt x="60401" y="97212"/>
                  </a:cubicBezTo>
                  <a:cubicBezTo>
                    <a:pt x="60343" y="97413"/>
                    <a:pt x="60291" y="97615"/>
                    <a:pt x="60245" y="97820"/>
                  </a:cubicBezTo>
                  <a:cubicBezTo>
                    <a:pt x="60199" y="98024"/>
                    <a:pt x="60160" y="98230"/>
                    <a:pt x="60127" y="98437"/>
                  </a:cubicBezTo>
                  <a:cubicBezTo>
                    <a:pt x="60094" y="98644"/>
                    <a:pt x="60068" y="98851"/>
                    <a:pt x="60048" y="99060"/>
                  </a:cubicBezTo>
                  <a:cubicBezTo>
                    <a:pt x="60028" y="99268"/>
                    <a:pt x="60015" y="99477"/>
                    <a:pt x="60009" y="99687"/>
                  </a:cubicBezTo>
                  <a:cubicBezTo>
                    <a:pt x="60002" y="99896"/>
                    <a:pt x="60002" y="100105"/>
                    <a:pt x="60009" y="100315"/>
                  </a:cubicBezTo>
                  <a:cubicBezTo>
                    <a:pt x="60015" y="100524"/>
                    <a:pt x="60028" y="100733"/>
                    <a:pt x="60048" y="100942"/>
                  </a:cubicBezTo>
                  <a:cubicBezTo>
                    <a:pt x="60068" y="101150"/>
                    <a:pt x="60094" y="101358"/>
                    <a:pt x="60126" y="101565"/>
                  </a:cubicBezTo>
                  <a:cubicBezTo>
                    <a:pt x="60159" y="101772"/>
                    <a:pt x="60198" y="101977"/>
                    <a:pt x="60244" y="102182"/>
                  </a:cubicBezTo>
                  <a:cubicBezTo>
                    <a:pt x="60290" y="102386"/>
                    <a:pt x="60342" y="102589"/>
                    <a:pt x="60400" y="102790"/>
                  </a:cubicBezTo>
                  <a:cubicBezTo>
                    <a:pt x="60458" y="102991"/>
                    <a:pt x="60523" y="103190"/>
                    <a:pt x="60594" y="103387"/>
                  </a:cubicBezTo>
                  <a:cubicBezTo>
                    <a:pt x="60665" y="103584"/>
                    <a:pt x="60742" y="103779"/>
                    <a:pt x="60825" y="103971"/>
                  </a:cubicBezTo>
                  <a:cubicBezTo>
                    <a:pt x="60908" y="104164"/>
                    <a:pt x="60997" y="104353"/>
                    <a:pt x="61092" y="104540"/>
                  </a:cubicBezTo>
                  <a:cubicBezTo>
                    <a:pt x="61187" y="104726"/>
                    <a:pt x="61288" y="104910"/>
                    <a:pt x="61395" y="105090"/>
                  </a:cubicBezTo>
                  <a:cubicBezTo>
                    <a:pt x="61501" y="105271"/>
                    <a:pt x="61613" y="105447"/>
                    <a:pt x="61731" y="105621"/>
                  </a:cubicBezTo>
                  <a:cubicBezTo>
                    <a:pt x="61849" y="105794"/>
                    <a:pt x="61972" y="105963"/>
                    <a:pt x="62100" y="106129"/>
                  </a:cubicBezTo>
                  <a:lnTo>
                    <a:pt x="62930" y="107069"/>
                  </a:lnTo>
                  <a:lnTo>
                    <a:pt x="82930" y="127069"/>
                  </a:lnTo>
                  <a:lnTo>
                    <a:pt x="83870" y="127899"/>
                  </a:lnTo>
                  <a:cubicBezTo>
                    <a:pt x="84028" y="128022"/>
                    <a:pt x="84190" y="128139"/>
                    <a:pt x="84355" y="128252"/>
                  </a:cubicBezTo>
                  <a:cubicBezTo>
                    <a:pt x="84520" y="128365"/>
                    <a:pt x="84688" y="128473"/>
                    <a:pt x="84860" y="128576"/>
                  </a:cubicBezTo>
                  <a:cubicBezTo>
                    <a:pt x="85031" y="128679"/>
                    <a:pt x="85206" y="128776"/>
                    <a:pt x="85383" y="128869"/>
                  </a:cubicBezTo>
                  <a:cubicBezTo>
                    <a:pt x="85561" y="128961"/>
                    <a:pt x="85741" y="129048"/>
                    <a:pt x="85923" y="129129"/>
                  </a:cubicBezTo>
                  <a:cubicBezTo>
                    <a:pt x="86106" y="129211"/>
                    <a:pt x="86291" y="129287"/>
                    <a:pt x="86478" y="129357"/>
                  </a:cubicBezTo>
                  <a:cubicBezTo>
                    <a:pt x="86665" y="129428"/>
                    <a:pt x="86854" y="129493"/>
                    <a:pt x="87045" y="129552"/>
                  </a:cubicBezTo>
                  <a:cubicBezTo>
                    <a:pt x="87236" y="129611"/>
                    <a:pt x="87429" y="129664"/>
                    <a:pt x="87623" y="129712"/>
                  </a:cubicBezTo>
                  <a:cubicBezTo>
                    <a:pt x="87818" y="129759"/>
                    <a:pt x="88013" y="129801"/>
                    <a:pt x="88210" y="129837"/>
                  </a:cubicBezTo>
                  <a:cubicBezTo>
                    <a:pt x="88407" y="129872"/>
                    <a:pt x="88605" y="129902"/>
                    <a:pt x="88803" y="129926"/>
                  </a:cubicBezTo>
                  <a:cubicBezTo>
                    <a:pt x="89002" y="129950"/>
                    <a:pt x="89201" y="129968"/>
                    <a:pt x="89400" y="129980"/>
                  </a:cubicBezTo>
                  <a:cubicBezTo>
                    <a:pt x="89600" y="129992"/>
                    <a:pt x="89800" y="129998"/>
                    <a:pt x="90000" y="129998"/>
                  </a:cubicBezTo>
                  <a:cubicBezTo>
                    <a:pt x="90200" y="129998"/>
                    <a:pt x="90400" y="129992"/>
                    <a:pt x="90600" y="129980"/>
                  </a:cubicBezTo>
                  <a:cubicBezTo>
                    <a:pt x="90799" y="129968"/>
                    <a:pt x="90998" y="129950"/>
                    <a:pt x="91197" y="129926"/>
                  </a:cubicBezTo>
                  <a:cubicBezTo>
                    <a:pt x="91395" y="129902"/>
                    <a:pt x="91593" y="129872"/>
                    <a:pt x="91790" y="129837"/>
                  </a:cubicBezTo>
                  <a:cubicBezTo>
                    <a:pt x="91987" y="129801"/>
                    <a:pt x="92182" y="129759"/>
                    <a:pt x="92377" y="129712"/>
                  </a:cubicBezTo>
                  <a:cubicBezTo>
                    <a:pt x="92571" y="129664"/>
                    <a:pt x="92764" y="129611"/>
                    <a:pt x="92955" y="129552"/>
                  </a:cubicBezTo>
                  <a:cubicBezTo>
                    <a:pt x="93146" y="129493"/>
                    <a:pt x="93335" y="129428"/>
                    <a:pt x="93522" y="129357"/>
                  </a:cubicBezTo>
                  <a:cubicBezTo>
                    <a:pt x="93709" y="129287"/>
                    <a:pt x="93894" y="129211"/>
                    <a:pt x="94077" y="129129"/>
                  </a:cubicBezTo>
                  <a:cubicBezTo>
                    <a:pt x="94259" y="129048"/>
                    <a:pt x="94439" y="128961"/>
                    <a:pt x="94617" y="128869"/>
                  </a:cubicBezTo>
                  <a:cubicBezTo>
                    <a:pt x="94794" y="128776"/>
                    <a:pt x="94969" y="128679"/>
                    <a:pt x="95140" y="128576"/>
                  </a:cubicBezTo>
                  <a:cubicBezTo>
                    <a:pt x="95312" y="128473"/>
                    <a:pt x="95480" y="128365"/>
                    <a:pt x="95645" y="128252"/>
                  </a:cubicBezTo>
                  <a:cubicBezTo>
                    <a:pt x="95810" y="128139"/>
                    <a:pt x="95972" y="128022"/>
                    <a:pt x="96130" y="127899"/>
                  </a:cubicBezTo>
                  <a:lnTo>
                    <a:pt x="97070" y="127069"/>
                  </a:lnTo>
                  <a:lnTo>
                    <a:pt x="137070" y="87069"/>
                  </a:lnTo>
                  <a:lnTo>
                    <a:pt x="137900" y="86129"/>
                  </a:lnTo>
                  <a:cubicBezTo>
                    <a:pt x="138028" y="85963"/>
                    <a:pt x="138152" y="85794"/>
                    <a:pt x="138269" y="85621"/>
                  </a:cubicBezTo>
                  <a:cubicBezTo>
                    <a:pt x="138387" y="85447"/>
                    <a:pt x="138499" y="85271"/>
                    <a:pt x="138606" y="85090"/>
                  </a:cubicBezTo>
                  <a:cubicBezTo>
                    <a:pt x="138713" y="84910"/>
                    <a:pt x="138813" y="84726"/>
                    <a:pt x="138909" y="84540"/>
                  </a:cubicBezTo>
                  <a:cubicBezTo>
                    <a:pt x="139004" y="84353"/>
                    <a:pt x="139093" y="84164"/>
                    <a:pt x="139176" y="83971"/>
                  </a:cubicBezTo>
                  <a:cubicBezTo>
                    <a:pt x="139259" y="83779"/>
                    <a:pt x="139336" y="83584"/>
                    <a:pt x="139407" y="83387"/>
                  </a:cubicBezTo>
                  <a:cubicBezTo>
                    <a:pt x="139478" y="83190"/>
                    <a:pt x="139543" y="82991"/>
                    <a:pt x="139601" y="82790"/>
                  </a:cubicBezTo>
                  <a:cubicBezTo>
                    <a:pt x="139660" y="82589"/>
                    <a:pt x="139712" y="82386"/>
                    <a:pt x="139758" y="82181"/>
                  </a:cubicBezTo>
                  <a:cubicBezTo>
                    <a:pt x="139803" y="81977"/>
                    <a:pt x="139843" y="81771"/>
                    <a:pt x="139875" y="81564"/>
                  </a:cubicBezTo>
                  <a:cubicBezTo>
                    <a:pt x="139908" y="81357"/>
                    <a:pt x="139934" y="81150"/>
                    <a:pt x="139954" y="80941"/>
                  </a:cubicBezTo>
                  <a:cubicBezTo>
                    <a:pt x="139974" y="80733"/>
                    <a:pt x="139987" y="80523"/>
                    <a:pt x="139994" y="80314"/>
                  </a:cubicBezTo>
                  <a:cubicBezTo>
                    <a:pt x="140000" y="80105"/>
                    <a:pt x="140000" y="79895"/>
                    <a:pt x="139994" y="79686"/>
                  </a:cubicBezTo>
                  <a:cubicBezTo>
                    <a:pt x="139987" y="79477"/>
                    <a:pt x="139974" y="79267"/>
                    <a:pt x="139954" y="79059"/>
                  </a:cubicBezTo>
                  <a:cubicBezTo>
                    <a:pt x="139935" y="78850"/>
                    <a:pt x="139908" y="78643"/>
                    <a:pt x="139876" y="78436"/>
                  </a:cubicBezTo>
                  <a:cubicBezTo>
                    <a:pt x="139843" y="78229"/>
                    <a:pt x="139804" y="78023"/>
                    <a:pt x="139758" y="77819"/>
                  </a:cubicBezTo>
                  <a:cubicBezTo>
                    <a:pt x="139712" y="77614"/>
                    <a:pt x="139660" y="77411"/>
                    <a:pt x="139602" y="77210"/>
                  </a:cubicBezTo>
                  <a:cubicBezTo>
                    <a:pt x="139543" y="77009"/>
                    <a:pt x="139478" y="76810"/>
                    <a:pt x="139408" y="76613"/>
                  </a:cubicBezTo>
                  <a:cubicBezTo>
                    <a:pt x="139337" y="76416"/>
                    <a:pt x="139259" y="76221"/>
                    <a:pt x="139176" y="76029"/>
                  </a:cubicBezTo>
                  <a:cubicBezTo>
                    <a:pt x="139093" y="75836"/>
                    <a:pt x="139004" y="75647"/>
                    <a:pt x="138909" y="75460"/>
                  </a:cubicBezTo>
                  <a:cubicBezTo>
                    <a:pt x="138814" y="75274"/>
                    <a:pt x="138713" y="75090"/>
                    <a:pt x="138606" y="74910"/>
                  </a:cubicBezTo>
                  <a:cubicBezTo>
                    <a:pt x="138500" y="74729"/>
                    <a:pt x="138387" y="74552"/>
                    <a:pt x="138270" y="74379"/>
                  </a:cubicBezTo>
                  <a:cubicBezTo>
                    <a:pt x="138152" y="74206"/>
                    <a:pt x="138029" y="74036"/>
                    <a:pt x="137900" y="73871"/>
                  </a:cubicBezTo>
                  <a:cubicBezTo>
                    <a:pt x="137772" y="73705"/>
                    <a:pt x="137639" y="73544"/>
                    <a:pt x="137500" y="73387"/>
                  </a:cubicBezTo>
                  <a:cubicBezTo>
                    <a:pt x="137362" y="73230"/>
                    <a:pt x="137218" y="73077"/>
                    <a:pt x="137070" y="72929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62" name="probe-tabler-clipboard-check" descr="clipboard-check — Tabler contributors; preserve the bundled full upstream license. Source: https://github.com/tabler/tabler-icons/blob/a4ce1404bc6d24d3c365afe7b258d6bf6f48d62d/icons/filled/clipboard-check.svg; SVG SHA256: 708e2ca65fea8be92b4b26b45cc5d06aeac4e5f2cf8c7ba1b3d8f6c24c2d0138; native DrawingML derivative; original colors retained"/>
          <p:cNvGrpSpPr/>
          <p:nvPr/>
        </p:nvGrpSpPr>
        <p:grpSpPr>
          <a:xfrm>
            <a:off x="885825" y="3657600"/>
            <a:ext cx="1028700" cy="1028700"/>
            <a:chOff x="0" y="0"/>
            <a:chExt cx="240000" cy="240000"/>
          </a:xfrm>
        </p:grpSpPr>
        <p:sp>
          <p:nvSpPr>
            <p:cNvPr id="63" name="probe-tabler-clipboard-check-part-1"/>
            <p:cNvSpPr/>
            <p:nvPr/>
          </p:nvSpPr>
          <p:spPr>
            <a:xfrm>
              <a:off x="40000" y="20000"/>
              <a:ext cx="160000" cy="200000"/>
            </a:xfrm>
            <a:custGeom>
              <a:avLst/>
              <a:gdLst/>
              <a:ahLst/>
              <a:cxnLst/>
              <a:rect l="0" t="0" r="r" b="b"/>
              <a:pathLst>
                <a:path w="160000" h="200000">
                  <a:moveTo>
                    <a:pt x="139970" y="21700"/>
                  </a:moveTo>
                  <a:cubicBezTo>
                    <a:pt x="140551" y="21905"/>
                    <a:pt x="141126" y="22127"/>
                    <a:pt x="141693" y="22368"/>
                  </a:cubicBezTo>
                  <a:cubicBezTo>
                    <a:pt x="142261" y="22608"/>
                    <a:pt x="142821" y="22865"/>
                    <a:pt x="143372" y="23140"/>
                  </a:cubicBezTo>
                  <a:cubicBezTo>
                    <a:pt x="143924" y="23415"/>
                    <a:pt x="144467" y="23706"/>
                    <a:pt x="145000" y="24014"/>
                  </a:cubicBezTo>
                  <a:cubicBezTo>
                    <a:pt x="145534" y="24322"/>
                    <a:pt x="146058" y="24647"/>
                    <a:pt x="146571" y="24987"/>
                  </a:cubicBezTo>
                  <a:cubicBezTo>
                    <a:pt x="147085" y="25327"/>
                    <a:pt x="147588" y="25683"/>
                    <a:pt x="148080" y="26055"/>
                  </a:cubicBezTo>
                  <a:cubicBezTo>
                    <a:pt x="148571" y="26426"/>
                    <a:pt x="149051" y="26813"/>
                    <a:pt x="149519" y="27213"/>
                  </a:cubicBezTo>
                  <a:cubicBezTo>
                    <a:pt x="149987" y="27614"/>
                    <a:pt x="150443" y="28030"/>
                    <a:pt x="150885" y="28458"/>
                  </a:cubicBezTo>
                  <a:cubicBezTo>
                    <a:pt x="151327" y="28887"/>
                    <a:pt x="151756" y="29330"/>
                    <a:pt x="152171" y="29785"/>
                  </a:cubicBezTo>
                  <a:cubicBezTo>
                    <a:pt x="152586" y="30241"/>
                    <a:pt x="152987" y="30709"/>
                    <a:pt x="153374" y="31189"/>
                  </a:cubicBezTo>
                  <a:cubicBezTo>
                    <a:pt x="153760" y="31669"/>
                    <a:pt x="154131" y="32161"/>
                    <a:pt x="154487" y="32663"/>
                  </a:cubicBezTo>
                  <a:cubicBezTo>
                    <a:pt x="154843" y="33166"/>
                    <a:pt x="155184" y="33680"/>
                    <a:pt x="155508" y="34204"/>
                  </a:cubicBezTo>
                  <a:cubicBezTo>
                    <a:pt x="155832" y="34728"/>
                    <a:pt x="156140" y="35262"/>
                    <a:pt x="156432" y="35805"/>
                  </a:cubicBezTo>
                  <a:cubicBezTo>
                    <a:pt x="156723" y="36347"/>
                    <a:pt x="156998" y="36899"/>
                    <a:pt x="157255" y="37459"/>
                  </a:cubicBezTo>
                  <a:cubicBezTo>
                    <a:pt x="157513" y="38019"/>
                    <a:pt x="157753" y="38586"/>
                    <a:pt x="157975" y="39161"/>
                  </a:cubicBezTo>
                  <a:cubicBezTo>
                    <a:pt x="158198" y="39735"/>
                    <a:pt x="158403" y="40317"/>
                    <a:pt x="158589" y="40904"/>
                  </a:cubicBezTo>
                  <a:cubicBezTo>
                    <a:pt x="158776" y="41491"/>
                    <a:pt x="158945" y="42084"/>
                    <a:pt x="159095" y="42681"/>
                  </a:cubicBezTo>
                  <a:cubicBezTo>
                    <a:pt x="159245" y="43279"/>
                    <a:pt x="159377" y="43881"/>
                    <a:pt x="159490" y="44487"/>
                  </a:cubicBezTo>
                  <a:cubicBezTo>
                    <a:pt x="159603" y="45092"/>
                    <a:pt x="159698" y="45701"/>
                    <a:pt x="159773" y="46313"/>
                  </a:cubicBezTo>
                  <a:cubicBezTo>
                    <a:pt x="159849" y="46924"/>
                    <a:pt x="159906" y="47538"/>
                    <a:pt x="159943" y="48153"/>
                  </a:cubicBezTo>
                  <a:cubicBezTo>
                    <a:pt x="159981" y="48768"/>
                    <a:pt x="160000" y="49384"/>
                    <a:pt x="160000" y="50000"/>
                  </a:cubicBezTo>
                  <a:lnTo>
                    <a:pt x="160000" y="170000"/>
                  </a:lnTo>
                  <a:cubicBezTo>
                    <a:pt x="160000" y="170628"/>
                    <a:pt x="159980" y="171257"/>
                    <a:pt x="159941" y="171884"/>
                  </a:cubicBezTo>
                  <a:cubicBezTo>
                    <a:pt x="159901" y="172511"/>
                    <a:pt x="159842" y="173137"/>
                    <a:pt x="159763" y="173760"/>
                  </a:cubicBezTo>
                  <a:cubicBezTo>
                    <a:pt x="159685" y="174383"/>
                    <a:pt x="159586" y="175004"/>
                    <a:pt x="159469" y="175621"/>
                  </a:cubicBezTo>
                  <a:cubicBezTo>
                    <a:pt x="159351" y="176239"/>
                    <a:pt x="159214" y="176852"/>
                    <a:pt x="159057" y="177461"/>
                  </a:cubicBezTo>
                  <a:cubicBezTo>
                    <a:pt x="158901" y="178069"/>
                    <a:pt x="158726" y="178673"/>
                    <a:pt x="158532" y="179271"/>
                  </a:cubicBezTo>
                  <a:cubicBezTo>
                    <a:pt x="158338" y="179868"/>
                    <a:pt x="158125" y="180459"/>
                    <a:pt x="157893" y="181044"/>
                  </a:cubicBezTo>
                  <a:cubicBezTo>
                    <a:pt x="157662" y="181628"/>
                    <a:pt x="157412" y="182205"/>
                    <a:pt x="157145" y="182773"/>
                  </a:cubicBezTo>
                  <a:cubicBezTo>
                    <a:pt x="156877" y="183342"/>
                    <a:pt x="156592" y="183902"/>
                    <a:pt x="156289" y="184453"/>
                  </a:cubicBezTo>
                  <a:cubicBezTo>
                    <a:pt x="155986" y="185003"/>
                    <a:pt x="155667" y="185544"/>
                    <a:pt x="155330" y="186075"/>
                  </a:cubicBezTo>
                  <a:cubicBezTo>
                    <a:pt x="154993" y="186605"/>
                    <a:pt x="154640" y="187125"/>
                    <a:pt x="154271" y="187634"/>
                  </a:cubicBezTo>
                  <a:cubicBezTo>
                    <a:pt x="153901" y="188142"/>
                    <a:pt x="153516" y="188639"/>
                    <a:pt x="153115" y="189123"/>
                  </a:cubicBezTo>
                  <a:cubicBezTo>
                    <a:pt x="152715" y="189607"/>
                    <a:pt x="152299" y="190078"/>
                    <a:pt x="151869" y="190536"/>
                  </a:cubicBezTo>
                  <a:cubicBezTo>
                    <a:pt x="151439" y="190994"/>
                    <a:pt x="150994" y="191439"/>
                    <a:pt x="150536" y="191869"/>
                  </a:cubicBezTo>
                  <a:cubicBezTo>
                    <a:pt x="150078" y="192299"/>
                    <a:pt x="149607" y="192715"/>
                    <a:pt x="149123" y="193115"/>
                  </a:cubicBezTo>
                  <a:cubicBezTo>
                    <a:pt x="148639" y="193516"/>
                    <a:pt x="148142" y="193901"/>
                    <a:pt x="147634" y="194271"/>
                  </a:cubicBezTo>
                  <a:cubicBezTo>
                    <a:pt x="147125" y="194640"/>
                    <a:pt x="146605" y="194993"/>
                    <a:pt x="146075" y="195330"/>
                  </a:cubicBezTo>
                  <a:cubicBezTo>
                    <a:pt x="145544" y="195667"/>
                    <a:pt x="145003" y="195986"/>
                    <a:pt x="144453" y="196289"/>
                  </a:cubicBezTo>
                  <a:cubicBezTo>
                    <a:pt x="143902" y="196592"/>
                    <a:pt x="143342" y="196877"/>
                    <a:pt x="142773" y="197145"/>
                  </a:cubicBezTo>
                  <a:cubicBezTo>
                    <a:pt x="142205" y="197412"/>
                    <a:pt x="141628" y="197662"/>
                    <a:pt x="141044" y="197893"/>
                  </a:cubicBezTo>
                  <a:cubicBezTo>
                    <a:pt x="140459" y="198125"/>
                    <a:pt x="139868" y="198338"/>
                    <a:pt x="139271" y="198532"/>
                  </a:cubicBezTo>
                  <a:cubicBezTo>
                    <a:pt x="138673" y="198726"/>
                    <a:pt x="138069" y="198901"/>
                    <a:pt x="137461" y="199057"/>
                  </a:cubicBezTo>
                  <a:cubicBezTo>
                    <a:pt x="136852" y="199214"/>
                    <a:pt x="136239" y="199351"/>
                    <a:pt x="135621" y="199469"/>
                  </a:cubicBezTo>
                  <a:cubicBezTo>
                    <a:pt x="135004" y="199586"/>
                    <a:pt x="134383" y="199685"/>
                    <a:pt x="133760" y="199763"/>
                  </a:cubicBezTo>
                  <a:cubicBezTo>
                    <a:pt x="133137" y="199842"/>
                    <a:pt x="132511" y="199901"/>
                    <a:pt x="131884" y="199941"/>
                  </a:cubicBezTo>
                  <a:cubicBezTo>
                    <a:pt x="131257" y="199980"/>
                    <a:pt x="130628" y="200000"/>
                    <a:pt x="130000" y="200000"/>
                  </a:cubicBezTo>
                  <a:lnTo>
                    <a:pt x="30000" y="200000"/>
                  </a:lnTo>
                  <a:cubicBezTo>
                    <a:pt x="29372" y="200000"/>
                    <a:pt x="28743" y="199980"/>
                    <a:pt x="28116" y="199941"/>
                  </a:cubicBezTo>
                  <a:cubicBezTo>
                    <a:pt x="27489" y="199901"/>
                    <a:pt x="26863" y="199842"/>
                    <a:pt x="26240" y="199763"/>
                  </a:cubicBezTo>
                  <a:cubicBezTo>
                    <a:pt x="25617" y="199685"/>
                    <a:pt x="24996" y="199586"/>
                    <a:pt x="24379" y="199469"/>
                  </a:cubicBezTo>
                  <a:cubicBezTo>
                    <a:pt x="23761" y="199351"/>
                    <a:pt x="23148" y="199214"/>
                    <a:pt x="22539" y="199057"/>
                  </a:cubicBezTo>
                  <a:cubicBezTo>
                    <a:pt x="21931" y="198901"/>
                    <a:pt x="21327" y="198726"/>
                    <a:pt x="20729" y="198532"/>
                  </a:cubicBezTo>
                  <a:cubicBezTo>
                    <a:pt x="20132" y="198338"/>
                    <a:pt x="19541" y="198125"/>
                    <a:pt x="18956" y="197893"/>
                  </a:cubicBezTo>
                  <a:cubicBezTo>
                    <a:pt x="18372" y="197662"/>
                    <a:pt x="17795" y="197412"/>
                    <a:pt x="17227" y="197145"/>
                  </a:cubicBezTo>
                  <a:cubicBezTo>
                    <a:pt x="16658" y="196877"/>
                    <a:pt x="16098" y="196592"/>
                    <a:pt x="15547" y="196289"/>
                  </a:cubicBezTo>
                  <a:cubicBezTo>
                    <a:pt x="14997" y="195986"/>
                    <a:pt x="14456" y="195667"/>
                    <a:pt x="13925" y="195330"/>
                  </a:cubicBezTo>
                  <a:cubicBezTo>
                    <a:pt x="13395" y="194993"/>
                    <a:pt x="12875" y="194640"/>
                    <a:pt x="12366" y="194271"/>
                  </a:cubicBezTo>
                  <a:cubicBezTo>
                    <a:pt x="11858" y="193901"/>
                    <a:pt x="11361" y="193516"/>
                    <a:pt x="10877" y="193115"/>
                  </a:cubicBezTo>
                  <a:cubicBezTo>
                    <a:pt x="10393" y="192715"/>
                    <a:pt x="9922" y="192299"/>
                    <a:pt x="9464" y="191869"/>
                  </a:cubicBezTo>
                  <a:cubicBezTo>
                    <a:pt x="9006" y="191439"/>
                    <a:pt x="8561" y="190994"/>
                    <a:pt x="8131" y="190536"/>
                  </a:cubicBezTo>
                  <a:cubicBezTo>
                    <a:pt x="7701" y="190078"/>
                    <a:pt x="7285" y="189607"/>
                    <a:pt x="6885" y="189123"/>
                  </a:cubicBezTo>
                  <a:cubicBezTo>
                    <a:pt x="6484" y="188639"/>
                    <a:pt x="6099" y="188142"/>
                    <a:pt x="5729" y="187634"/>
                  </a:cubicBezTo>
                  <a:cubicBezTo>
                    <a:pt x="5360" y="187125"/>
                    <a:pt x="5007" y="186605"/>
                    <a:pt x="4670" y="186075"/>
                  </a:cubicBezTo>
                  <a:cubicBezTo>
                    <a:pt x="4333" y="185544"/>
                    <a:pt x="4014" y="185003"/>
                    <a:pt x="3711" y="184453"/>
                  </a:cubicBezTo>
                  <a:cubicBezTo>
                    <a:pt x="3408" y="183902"/>
                    <a:pt x="3123" y="183342"/>
                    <a:pt x="2855" y="182773"/>
                  </a:cubicBezTo>
                  <a:cubicBezTo>
                    <a:pt x="2588" y="182205"/>
                    <a:pt x="2338" y="181628"/>
                    <a:pt x="2107" y="181044"/>
                  </a:cubicBezTo>
                  <a:cubicBezTo>
                    <a:pt x="1875" y="180459"/>
                    <a:pt x="1662" y="179868"/>
                    <a:pt x="1468" y="179271"/>
                  </a:cubicBezTo>
                  <a:cubicBezTo>
                    <a:pt x="1274" y="178673"/>
                    <a:pt x="1099" y="178069"/>
                    <a:pt x="943" y="177461"/>
                  </a:cubicBezTo>
                  <a:cubicBezTo>
                    <a:pt x="786" y="176852"/>
                    <a:pt x="649" y="176239"/>
                    <a:pt x="531" y="175621"/>
                  </a:cubicBezTo>
                  <a:cubicBezTo>
                    <a:pt x="414" y="175004"/>
                    <a:pt x="315" y="174383"/>
                    <a:pt x="237" y="173760"/>
                  </a:cubicBezTo>
                  <a:cubicBezTo>
                    <a:pt x="158" y="173137"/>
                    <a:pt x="99" y="172511"/>
                    <a:pt x="59" y="171884"/>
                  </a:cubicBezTo>
                  <a:cubicBezTo>
                    <a:pt x="20" y="171257"/>
                    <a:pt x="0" y="170628"/>
                    <a:pt x="0" y="170000"/>
                  </a:cubicBezTo>
                  <a:lnTo>
                    <a:pt x="0" y="50000"/>
                  </a:lnTo>
                  <a:cubicBezTo>
                    <a:pt x="0" y="49384"/>
                    <a:pt x="19" y="48768"/>
                    <a:pt x="57" y="48153"/>
                  </a:cubicBezTo>
                  <a:cubicBezTo>
                    <a:pt x="94" y="47538"/>
                    <a:pt x="151" y="46924"/>
                    <a:pt x="227" y="46313"/>
                  </a:cubicBezTo>
                  <a:cubicBezTo>
                    <a:pt x="302" y="45701"/>
                    <a:pt x="397" y="45092"/>
                    <a:pt x="510" y="44487"/>
                  </a:cubicBezTo>
                  <a:cubicBezTo>
                    <a:pt x="623" y="43881"/>
                    <a:pt x="755" y="43279"/>
                    <a:pt x="905" y="42681"/>
                  </a:cubicBezTo>
                  <a:cubicBezTo>
                    <a:pt x="1055" y="42084"/>
                    <a:pt x="1224" y="41491"/>
                    <a:pt x="1411" y="40904"/>
                  </a:cubicBezTo>
                  <a:cubicBezTo>
                    <a:pt x="1597" y="40317"/>
                    <a:pt x="1802" y="39735"/>
                    <a:pt x="2025" y="39161"/>
                  </a:cubicBezTo>
                  <a:cubicBezTo>
                    <a:pt x="2247" y="38586"/>
                    <a:pt x="2487" y="38019"/>
                    <a:pt x="2745" y="37459"/>
                  </a:cubicBezTo>
                  <a:cubicBezTo>
                    <a:pt x="3002" y="36899"/>
                    <a:pt x="3277" y="36347"/>
                    <a:pt x="3568" y="35805"/>
                  </a:cubicBezTo>
                  <a:cubicBezTo>
                    <a:pt x="3860" y="35262"/>
                    <a:pt x="4168" y="34728"/>
                    <a:pt x="4492" y="34204"/>
                  </a:cubicBezTo>
                  <a:cubicBezTo>
                    <a:pt x="4816" y="33680"/>
                    <a:pt x="5157" y="33166"/>
                    <a:pt x="5513" y="32663"/>
                  </a:cubicBezTo>
                  <a:cubicBezTo>
                    <a:pt x="5869" y="32161"/>
                    <a:pt x="6240" y="31669"/>
                    <a:pt x="6626" y="31189"/>
                  </a:cubicBezTo>
                  <a:cubicBezTo>
                    <a:pt x="7013" y="30709"/>
                    <a:pt x="7414" y="30241"/>
                    <a:pt x="7829" y="29785"/>
                  </a:cubicBezTo>
                  <a:cubicBezTo>
                    <a:pt x="8244" y="29330"/>
                    <a:pt x="8673" y="28887"/>
                    <a:pt x="9115" y="28458"/>
                  </a:cubicBezTo>
                  <a:cubicBezTo>
                    <a:pt x="9557" y="28030"/>
                    <a:pt x="10013" y="27614"/>
                    <a:pt x="10481" y="27213"/>
                  </a:cubicBezTo>
                  <a:cubicBezTo>
                    <a:pt x="10949" y="26813"/>
                    <a:pt x="11429" y="26426"/>
                    <a:pt x="11920" y="26055"/>
                  </a:cubicBezTo>
                  <a:cubicBezTo>
                    <a:pt x="12412" y="25683"/>
                    <a:pt x="12915" y="25327"/>
                    <a:pt x="13429" y="24987"/>
                  </a:cubicBezTo>
                  <a:cubicBezTo>
                    <a:pt x="13942" y="24647"/>
                    <a:pt x="14466" y="24322"/>
                    <a:pt x="15000" y="24014"/>
                  </a:cubicBezTo>
                  <a:cubicBezTo>
                    <a:pt x="15533" y="23706"/>
                    <a:pt x="16076" y="23415"/>
                    <a:pt x="16628" y="23140"/>
                  </a:cubicBezTo>
                  <a:cubicBezTo>
                    <a:pt x="17179" y="22865"/>
                    <a:pt x="17739" y="22608"/>
                    <a:pt x="18307" y="22368"/>
                  </a:cubicBezTo>
                  <a:cubicBezTo>
                    <a:pt x="18874" y="22127"/>
                    <a:pt x="19449" y="21905"/>
                    <a:pt x="20030" y="21700"/>
                  </a:cubicBezTo>
                  <a:cubicBezTo>
                    <a:pt x="20065" y="22514"/>
                    <a:pt x="20124" y="23328"/>
                    <a:pt x="20209" y="24139"/>
                  </a:cubicBezTo>
                  <a:cubicBezTo>
                    <a:pt x="20293" y="24949"/>
                    <a:pt x="20402" y="25758"/>
                    <a:pt x="20536" y="26562"/>
                  </a:cubicBezTo>
                  <a:cubicBezTo>
                    <a:pt x="20669" y="27366"/>
                    <a:pt x="20828" y="28166"/>
                    <a:pt x="21010" y="28960"/>
                  </a:cubicBezTo>
                  <a:cubicBezTo>
                    <a:pt x="21193" y="29755"/>
                    <a:pt x="21400" y="30544"/>
                    <a:pt x="21631" y="31325"/>
                  </a:cubicBezTo>
                  <a:cubicBezTo>
                    <a:pt x="21861" y="32107"/>
                    <a:pt x="22116" y="32882"/>
                    <a:pt x="22394" y="33648"/>
                  </a:cubicBezTo>
                  <a:cubicBezTo>
                    <a:pt x="22672" y="34415"/>
                    <a:pt x="22974" y="35172"/>
                    <a:pt x="23298" y="35920"/>
                  </a:cubicBezTo>
                  <a:cubicBezTo>
                    <a:pt x="23623" y="36668"/>
                    <a:pt x="23970" y="37406"/>
                    <a:pt x="24340" y="38132"/>
                  </a:cubicBezTo>
                  <a:cubicBezTo>
                    <a:pt x="24709" y="38859"/>
                    <a:pt x="25101" y="39574"/>
                    <a:pt x="25514" y="40277"/>
                  </a:cubicBezTo>
                  <a:cubicBezTo>
                    <a:pt x="25927" y="40980"/>
                    <a:pt x="26362" y="41670"/>
                    <a:pt x="26818" y="42346"/>
                  </a:cubicBezTo>
                  <a:cubicBezTo>
                    <a:pt x="27273" y="43022"/>
                    <a:pt x="27749" y="43684"/>
                    <a:pt x="28245" y="44331"/>
                  </a:cubicBezTo>
                  <a:cubicBezTo>
                    <a:pt x="28741" y="44978"/>
                    <a:pt x="29256" y="45610"/>
                    <a:pt x="29791" y="46225"/>
                  </a:cubicBezTo>
                  <a:cubicBezTo>
                    <a:pt x="30325" y="46841"/>
                    <a:pt x="30878" y="47440"/>
                    <a:pt x="31450" y="48022"/>
                  </a:cubicBezTo>
                  <a:cubicBezTo>
                    <a:pt x="32021" y="48604"/>
                    <a:pt x="32609" y="49168"/>
                    <a:pt x="33215" y="49714"/>
                  </a:cubicBezTo>
                  <a:cubicBezTo>
                    <a:pt x="33821" y="50259"/>
                    <a:pt x="34443" y="50786"/>
                    <a:pt x="35081" y="51294"/>
                  </a:cubicBezTo>
                  <a:cubicBezTo>
                    <a:pt x="35718" y="51802"/>
                    <a:pt x="36372" y="52290"/>
                    <a:pt x="37039" y="52758"/>
                  </a:cubicBezTo>
                  <a:cubicBezTo>
                    <a:pt x="37707" y="53226"/>
                    <a:pt x="38389" y="53673"/>
                    <a:pt x="39084" y="54099"/>
                  </a:cubicBezTo>
                  <a:cubicBezTo>
                    <a:pt x="39778" y="54525"/>
                    <a:pt x="40486" y="54930"/>
                    <a:pt x="41206" y="55313"/>
                  </a:cubicBezTo>
                  <a:cubicBezTo>
                    <a:pt x="41926" y="55696"/>
                    <a:pt x="42657" y="56057"/>
                    <a:pt x="43399" y="56395"/>
                  </a:cubicBezTo>
                  <a:cubicBezTo>
                    <a:pt x="44140" y="56733"/>
                    <a:pt x="44892" y="57049"/>
                    <a:pt x="45653" y="57341"/>
                  </a:cubicBezTo>
                  <a:cubicBezTo>
                    <a:pt x="46414" y="57633"/>
                    <a:pt x="47184" y="57902"/>
                    <a:pt x="47962" y="58147"/>
                  </a:cubicBezTo>
                  <a:cubicBezTo>
                    <a:pt x="48739" y="58393"/>
                    <a:pt x="49524" y="58614"/>
                    <a:pt x="50315" y="58811"/>
                  </a:cubicBezTo>
                  <a:cubicBezTo>
                    <a:pt x="51106" y="59009"/>
                    <a:pt x="51903" y="59182"/>
                    <a:pt x="52704" y="59330"/>
                  </a:cubicBezTo>
                  <a:cubicBezTo>
                    <a:pt x="53506" y="59479"/>
                    <a:pt x="54312" y="59603"/>
                    <a:pt x="55121" y="59702"/>
                  </a:cubicBezTo>
                  <a:cubicBezTo>
                    <a:pt x="55930" y="59801"/>
                    <a:pt x="56742" y="59876"/>
                    <a:pt x="57556" y="59926"/>
                  </a:cubicBezTo>
                  <a:cubicBezTo>
                    <a:pt x="58370" y="59975"/>
                    <a:pt x="59185" y="60000"/>
                    <a:pt x="60000" y="60000"/>
                  </a:cubicBezTo>
                  <a:lnTo>
                    <a:pt x="100000" y="60000"/>
                  </a:lnTo>
                  <a:cubicBezTo>
                    <a:pt x="100817" y="60000"/>
                    <a:pt x="101633" y="59975"/>
                    <a:pt x="102448" y="59925"/>
                  </a:cubicBezTo>
                  <a:cubicBezTo>
                    <a:pt x="103264" y="59875"/>
                    <a:pt x="104077" y="59800"/>
                    <a:pt x="104888" y="59701"/>
                  </a:cubicBezTo>
                  <a:cubicBezTo>
                    <a:pt x="105698" y="59601"/>
                    <a:pt x="106506" y="59476"/>
                    <a:pt x="107309" y="59327"/>
                  </a:cubicBezTo>
                  <a:cubicBezTo>
                    <a:pt x="108112" y="59178"/>
                    <a:pt x="108910" y="59004"/>
                    <a:pt x="109702" y="58806"/>
                  </a:cubicBezTo>
                  <a:cubicBezTo>
                    <a:pt x="110494" y="58608"/>
                    <a:pt x="111281" y="58386"/>
                    <a:pt x="112059" y="58140"/>
                  </a:cubicBezTo>
                  <a:cubicBezTo>
                    <a:pt x="112838" y="57894"/>
                    <a:pt x="113609" y="57624"/>
                    <a:pt x="114371" y="57331"/>
                  </a:cubicBezTo>
                  <a:cubicBezTo>
                    <a:pt x="115133" y="57037"/>
                    <a:pt x="115886" y="56721"/>
                    <a:pt x="116629" y="56381"/>
                  </a:cubicBezTo>
                  <a:cubicBezTo>
                    <a:pt x="117372" y="56042"/>
                    <a:pt x="118104" y="55679"/>
                    <a:pt x="118825" y="55295"/>
                  </a:cubicBezTo>
                  <a:cubicBezTo>
                    <a:pt x="119546" y="54911"/>
                    <a:pt x="120254" y="54505"/>
                    <a:pt x="120950" y="54077"/>
                  </a:cubicBezTo>
                  <a:cubicBezTo>
                    <a:pt x="121646" y="53649"/>
                    <a:pt x="122328" y="53200"/>
                    <a:pt x="122997" y="52731"/>
                  </a:cubicBezTo>
                  <a:cubicBezTo>
                    <a:pt x="123665" y="52261"/>
                    <a:pt x="124319" y="51772"/>
                    <a:pt x="124957" y="51262"/>
                  </a:cubicBezTo>
                  <a:cubicBezTo>
                    <a:pt x="125595" y="50753"/>
                    <a:pt x="126218" y="50224"/>
                    <a:pt x="126824" y="49676"/>
                  </a:cubicBezTo>
                  <a:cubicBezTo>
                    <a:pt x="127430" y="49128"/>
                    <a:pt x="128019" y="48562"/>
                    <a:pt x="128590" y="47979"/>
                  </a:cubicBezTo>
                  <a:cubicBezTo>
                    <a:pt x="129161" y="47395"/>
                    <a:pt x="129715" y="46794"/>
                    <a:pt x="130249" y="46177"/>
                  </a:cubicBezTo>
                  <a:cubicBezTo>
                    <a:pt x="130783" y="45559"/>
                    <a:pt x="131299" y="44925"/>
                    <a:pt x="131795" y="44276"/>
                  </a:cubicBezTo>
                  <a:cubicBezTo>
                    <a:pt x="132290" y="43627"/>
                    <a:pt x="132766" y="42963"/>
                    <a:pt x="133221" y="42285"/>
                  </a:cubicBezTo>
                  <a:cubicBezTo>
                    <a:pt x="133676" y="41606"/>
                    <a:pt x="134110" y="40914"/>
                    <a:pt x="134523" y="40210"/>
                  </a:cubicBezTo>
                  <a:cubicBezTo>
                    <a:pt x="134935" y="39505"/>
                    <a:pt x="135326" y="38788"/>
                    <a:pt x="135695" y="38059"/>
                  </a:cubicBezTo>
                  <a:cubicBezTo>
                    <a:pt x="136064" y="37330"/>
                    <a:pt x="136410" y="36590"/>
                    <a:pt x="136733" y="35840"/>
                  </a:cubicBezTo>
                  <a:cubicBezTo>
                    <a:pt x="137057" y="35090"/>
                    <a:pt x="137357" y="34331"/>
                    <a:pt x="137634" y="33562"/>
                  </a:cubicBezTo>
                  <a:cubicBezTo>
                    <a:pt x="137911" y="32794"/>
                    <a:pt x="138164" y="32017"/>
                    <a:pt x="138394" y="31234"/>
                  </a:cubicBezTo>
                  <a:cubicBezTo>
                    <a:pt x="138623" y="30450"/>
                    <a:pt x="138828" y="29659"/>
                    <a:pt x="139009" y="28863"/>
                  </a:cubicBezTo>
                  <a:cubicBezTo>
                    <a:pt x="139190" y="28066"/>
                    <a:pt x="139347" y="27264"/>
                    <a:pt x="139479" y="26458"/>
                  </a:cubicBezTo>
                  <a:cubicBezTo>
                    <a:pt x="139611" y="25652"/>
                    <a:pt x="139718" y="24843"/>
                    <a:pt x="139800" y="24030"/>
                  </a:cubicBezTo>
                  <a:close/>
                  <a:moveTo>
                    <a:pt x="102930" y="92930"/>
                  </a:moveTo>
                  <a:lnTo>
                    <a:pt x="70000" y="125850"/>
                  </a:lnTo>
                  <a:lnTo>
                    <a:pt x="57070" y="112930"/>
                  </a:lnTo>
                  <a:cubicBezTo>
                    <a:pt x="56926" y="112781"/>
                    <a:pt x="56777" y="112636"/>
                    <a:pt x="56624" y="112496"/>
                  </a:cubicBezTo>
                  <a:cubicBezTo>
                    <a:pt x="56470" y="112356"/>
                    <a:pt x="56313" y="112220"/>
                    <a:pt x="56151" y="112090"/>
                  </a:cubicBezTo>
                  <a:cubicBezTo>
                    <a:pt x="55989" y="111960"/>
                    <a:pt x="55824" y="111835"/>
                    <a:pt x="55654" y="111715"/>
                  </a:cubicBezTo>
                  <a:cubicBezTo>
                    <a:pt x="55485" y="111595"/>
                    <a:pt x="55312" y="111480"/>
                    <a:pt x="55135" y="111371"/>
                  </a:cubicBezTo>
                  <a:cubicBezTo>
                    <a:pt x="54958" y="111262"/>
                    <a:pt x="54779" y="111158"/>
                    <a:pt x="54595" y="111060"/>
                  </a:cubicBezTo>
                  <a:cubicBezTo>
                    <a:pt x="54412" y="110962"/>
                    <a:pt x="54226" y="110870"/>
                    <a:pt x="54038" y="110784"/>
                  </a:cubicBezTo>
                  <a:cubicBezTo>
                    <a:pt x="53849" y="110697"/>
                    <a:pt x="53657" y="110617"/>
                    <a:pt x="53463" y="110542"/>
                  </a:cubicBezTo>
                  <a:cubicBezTo>
                    <a:pt x="53270" y="110468"/>
                    <a:pt x="53074" y="110399"/>
                    <a:pt x="52876" y="110337"/>
                  </a:cubicBezTo>
                  <a:cubicBezTo>
                    <a:pt x="52677" y="110275"/>
                    <a:pt x="52478" y="110219"/>
                    <a:pt x="52276" y="110169"/>
                  </a:cubicBezTo>
                  <a:cubicBezTo>
                    <a:pt x="52074" y="110119"/>
                    <a:pt x="51871" y="110076"/>
                    <a:pt x="51667" y="110039"/>
                  </a:cubicBezTo>
                  <a:cubicBezTo>
                    <a:pt x="51463" y="110001"/>
                    <a:pt x="51257" y="109971"/>
                    <a:pt x="51051" y="109946"/>
                  </a:cubicBezTo>
                  <a:cubicBezTo>
                    <a:pt x="50845" y="109922"/>
                    <a:pt x="50638" y="109904"/>
                    <a:pt x="50431" y="109892"/>
                  </a:cubicBezTo>
                  <a:cubicBezTo>
                    <a:pt x="50224" y="109881"/>
                    <a:pt x="50016" y="109876"/>
                    <a:pt x="49808" y="109877"/>
                  </a:cubicBezTo>
                  <a:cubicBezTo>
                    <a:pt x="49601" y="109879"/>
                    <a:pt x="49393" y="109887"/>
                    <a:pt x="49186" y="109901"/>
                  </a:cubicBezTo>
                  <a:cubicBezTo>
                    <a:pt x="48979" y="109915"/>
                    <a:pt x="48772" y="109936"/>
                    <a:pt x="48566" y="109963"/>
                  </a:cubicBezTo>
                  <a:cubicBezTo>
                    <a:pt x="48361" y="109991"/>
                    <a:pt x="48156" y="110024"/>
                    <a:pt x="47952" y="110064"/>
                  </a:cubicBezTo>
                  <a:cubicBezTo>
                    <a:pt x="47748" y="110104"/>
                    <a:pt x="47546" y="110150"/>
                    <a:pt x="47345" y="110203"/>
                  </a:cubicBezTo>
                  <a:cubicBezTo>
                    <a:pt x="47144" y="110256"/>
                    <a:pt x="46945" y="110314"/>
                    <a:pt x="46748" y="110379"/>
                  </a:cubicBezTo>
                  <a:cubicBezTo>
                    <a:pt x="46551" y="110444"/>
                    <a:pt x="46355" y="110515"/>
                    <a:pt x="46163" y="110593"/>
                  </a:cubicBezTo>
                  <a:cubicBezTo>
                    <a:pt x="45970" y="110670"/>
                    <a:pt x="45780" y="110753"/>
                    <a:pt x="45592" y="110842"/>
                  </a:cubicBezTo>
                  <a:cubicBezTo>
                    <a:pt x="45404" y="110931"/>
                    <a:pt x="45220" y="111026"/>
                    <a:pt x="45038" y="111126"/>
                  </a:cubicBezTo>
                  <a:cubicBezTo>
                    <a:pt x="44856" y="111226"/>
                    <a:pt x="44678" y="111333"/>
                    <a:pt x="44503" y="111444"/>
                  </a:cubicBezTo>
                  <a:cubicBezTo>
                    <a:pt x="44328" y="111556"/>
                    <a:pt x="44156" y="111673"/>
                    <a:pt x="43988" y="111795"/>
                  </a:cubicBezTo>
                  <a:cubicBezTo>
                    <a:pt x="43820" y="111917"/>
                    <a:pt x="43656" y="112045"/>
                    <a:pt x="43497" y="112177"/>
                  </a:cubicBezTo>
                  <a:cubicBezTo>
                    <a:pt x="43337" y="112310"/>
                    <a:pt x="43181" y="112447"/>
                    <a:pt x="43030" y="112589"/>
                  </a:cubicBezTo>
                  <a:cubicBezTo>
                    <a:pt x="42878" y="112731"/>
                    <a:pt x="42731" y="112878"/>
                    <a:pt x="42589" y="113030"/>
                  </a:cubicBezTo>
                  <a:cubicBezTo>
                    <a:pt x="42447" y="113181"/>
                    <a:pt x="42310" y="113337"/>
                    <a:pt x="42177" y="113497"/>
                  </a:cubicBezTo>
                  <a:cubicBezTo>
                    <a:pt x="42045" y="113656"/>
                    <a:pt x="41917" y="113820"/>
                    <a:pt x="41795" y="113988"/>
                  </a:cubicBezTo>
                  <a:cubicBezTo>
                    <a:pt x="41673" y="114156"/>
                    <a:pt x="41556" y="114328"/>
                    <a:pt x="41444" y="114503"/>
                  </a:cubicBezTo>
                  <a:cubicBezTo>
                    <a:pt x="41333" y="114678"/>
                    <a:pt x="41226" y="114856"/>
                    <a:pt x="41126" y="115038"/>
                  </a:cubicBezTo>
                  <a:cubicBezTo>
                    <a:pt x="41026" y="115220"/>
                    <a:pt x="40931" y="115404"/>
                    <a:pt x="40842" y="115592"/>
                  </a:cubicBezTo>
                  <a:cubicBezTo>
                    <a:pt x="40753" y="115780"/>
                    <a:pt x="40670" y="115970"/>
                    <a:pt x="40593" y="116163"/>
                  </a:cubicBezTo>
                  <a:cubicBezTo>
                    <a:pt x="40515" y="116355"/>
                    <a:pt x="40444" y="116551"/>
                    <a:pt x="40379" y="116748"/>
                  </a:cubicBezTo>
                  <a:cubicBezTo>
                    <a:pt x="40314" y="116945"/>
                    <a:pt x="40256" y="117144"/>
                    <a:pt x="40203" y="117345"/>
                  </a:cubicBezTo>
                  <a:cubicBezTo>
                    <a:pt x="40150" y="117546"/>
                    <a:pt x="40104" y="117748"/>
                    <a:pt x="40064" y="117952"/>
                  </a:cubicBezTo>
                  <a:cubicBezTo>
                    <a:pt x="40024" y="118156"/>
                    <a:pt x="39991" y="118361"/>
                    <a:pt x="39963" y="118566"/>
                  </a:cubicBezTo>
                  <a:cubicBezTo>
                    <a:pt x="39936" y="118772"/>
                    <a:pt x="39915" y="118979"/>
                    <a:pt x="39901" y="119186"/>
                  </a:cubicBezTo>
                  <a:cubicBezTo>
                    <a:pt x="39887" y="119393"/>
                    <a:pt x="39879" y="119601"/>
                    <a:pt x="39877" y="119808"/>
                  </a:cubicBezTo>
                  <a:cubicBezTo>
                    <a:pt x="39876" y="120016"/>
                    <a:pt x="39881" y="120224"/>
                    <a:pt x="39892" y="120431"/>
                  </a:cubicBezTo>
                  <a:cubicBezTo>
                    <a:pt x="39904" y="120638"/>
                    <a:pt x="39922" y="120845"/>
                    <a:pt x="39946" y="121051"/>
                  </a:cubicBezTo>
                  <a:cubicBezTo>
                    <a:pt x="39971" y="121257"/>
                    <a:pt x="40001" y="121463"/>
                    <a:pt x="40039" y="121667"/>
                  </a:cubicBezTo>
                  <a:cubicBezTo>
                    <a:pt x="40076" y="121871"/>
                    <a:pt x="40119" y="122074"/>
                    <a:pt x="40169" y="122276"/>
                  </a:cubicBezTo>
                  <a:cubicBezTo>
                    <a:pt x="40219" y="122478"/>
                    <a:pt x="40275" y="122677"/>
                    <a:pt x="40337" y="122876"/>
                  </a:cubicBezTo>
                  <a:cubicBezTo>
                    <a:pt x="40399" y="123074"/>
                    <a:pt x="40468" y="123270"/>
                    <a:pt x="40542" y="123463"/>
                  </a:cubicBezTo>
                  <a:cubicBezTo>
                    <a:pt x="40617" y="123657"/>
                    <a:pt x="40697" y="123849"/>
                    <a:pt x="40784" y="124038"/>
                  </a:cubicBezTo>
                  <a:cubicBezTo>
                    <a:pt x="40870" y="124226"/>
                    <a:pt x="40962" y="124412"/>
                    <a:pt x="41060" y="124595"/>
                  </a:cubicBezTo>
                  <a:cubicBezTo>
                    <a:pt x="41158" y="124779"/>
                    <a:pt x="41262" y="124958"/>
                    <a:pt x="41371" y="125135"/>
                  </a:cubicBezTo>
                  <a:cubicBezTo>
                    <a:pt x="41480" y="125312"/>
                    <a:pt x="41595" y="125485"/>
                    <a:pt x="41715" y="125654"/>
                  </a:cubicBezTo>
                  <a:cubicBezTo>
                    <a:pt x="41835" y="125824"/>
                    <a:pt x="41960" y="125989"/>
                    <a:pt x="42090" y="126151"/>
                  </a:cubicBezTo>
                  <a:cubicBezTo>
                    <a:pt x="42220" y="126313"/>
                    <a:pt x="42356" y="126470"/>
                    <a:pt x="42496" y="126624"/>
                  </a:cubicBezTo>
                  <a:cubicBezTo>
                    <a:pt x="42636" y="126777"/>
                    <a:pt x="42781" y="126926"/>
                    <a:pt x="42930" y="127070"/>
                  </a:cubicBezTo>
                  <a:lnTo>
                    <a:pt x="62930" y="147070"/>
                  </a:lnTo>
                  <a:cubicBezTo>
                    <a:pt x="63078" y="147218"/>
                    <a:pt x="63231" y="147361"/>
                    <a:pt x="63388" y="147500"/>
                  </a:cubicBezTo>
                  <a:cubicBezTo>
                    <a:pt x="63545" y="147638"/>
                    <a:pt x="63706" y="147772"/>
                    <a:pt x="63872" y="147900"/>
                  </a:cubicBezTo>
                  <a:cubicBezTo>
                    <a:pt x="64037" y="148029"/>
                    <a:pt x="64207" y="148152"/>
                    <a:pt x="64380" y="148269"/>
                  </a:cubicBezTo>
                  <a:cubicBezTo>
                    <a:pt x="64553" y="148387"/>
                    <a:pt x="64730" y="148499"/>
                    <a:pt x="64910" y="148606"/>
                  </a:cubicBezTo>
                  <a:cubicBezTo>
                    <a:pt x="65091" y="148712"/>
                    <a:pt x="65274" y="148813"/>
                    <a:pt x="65461" y="148908"/>
                  </a:cubicBezTo>
                  <a:cubicBezTo>
                    <a:pt x="65648" y="149003"/>
                    <a:pt x="65837" y="149093"/>
                    <a:pt x="66029" y="149176"/>
                  </a:cubicBezTo>
                  <a:cubicBezTo>
                    <a:pt x="66221" y="149259"/>
                    <a:pt x="66416" y="149336"/>
                    <a:pt x="66613" y="149407"/>
                  </a:cubicBezTo>
                  <a:cubicBezTo>
                    <a:pt x="66810" y="149478"/>
                    <a:pt x="67010" y="149543"/>
                    <a:pt x="67211" y="149601"/>
                  </a:cubicBezTo>
                  <a:cubicBezTo>
                    <a:pt x="67412" y="149659"/>
                    <a:pt x="67615" y="149711"/>
                    <a:pt x="67819" y="149757"/>
                  </a:cubicBezTo>
                  <a:cubicBezTo>
                    <a:pt x="68023" y="149803"/>
                    <a:pt x="68229" y="149842"/>
                    <a:pt x="68436" y="149875"/>
                  </a:cubicBezTo>
                  <a:cubicBezTo>
                    <a:pt x="68643" y="149908"/>
                    <a:pt x="68851" y="149934"/>
                    <a:pt x="69059" y="149954"/>
                  </a:cubicBezTo>
                  <a:cubicBezTo>
                    <a:pt x="69268" y="149973"/>
                    <a:pt x="69477" y="149986"/>
                    <a:pt x="69686" y="149993"/>
                  </a:cubicBezTo>
                  <a:cubicBezTo>
                    <a:pt x="69895" y="150000"/>
                    <a:pt x="70105" y="150000"/>
                    <a:pt x="70314" y="149993"/>
                  </a:cubicBezTo>
                  <a:cubicBezTo>
                    <a:pt x="70523" y="149986"/>
                    <a:pt x="70732" y="149973"/>
                    <a:pt x="70941" y="149954"/>
                  </a:cubicBezTo>
                  <a:cubicBezTo>
                    <a:pt x="71149" y="149934"/>
                    <a:pt x="71357" y="149908"/>
                    <a:pt x="71564" y="149875"/>
                  </a:cubicBezTo>
                  <a:cubicBezTo>
                    <a:pt x="71771" y="149842"/>
                    <a:pt x="71977" y="149803"/>
                    <a:pt x="72181" y="149757"/>
                  </a:cubicBezTo>
                  <a:cubicBezTo>
                    <a:pt x="72385" y="149711"/>
                    <a:pt x="72588" y="149659"/>
                    <a:pt x="72789" y="149601"/>
                  </a:cubicBezTo>
                  <a:cubicBezTo>
                    <a:pt x="72990" y="149543"/>
                    <a:pt x="73190" y="149478"/>
                    <a:pt x="73387" y="149407"/>
                  </a:cubicBezTo>
                  <a:cubicBezTo>
                    <a:pt x="73584" y="149336"/>
                    <a:pt x="73779" y="149259"/>
                    <a:pt x="73971" y="149176"/>
                  </a:cubicBezTo>
                  <a:cubicBezTo>
                    <a:pt x="74163" y="149093"/>
                    <a:pt x="74352" y="149003"/>
                    <a:pt x="74539" y="148908"/>
                  </a:cubicBezTo>
                  <a:cubicBezTo>
                    <a:pt x="74726" y="148813"/>
                    <a:pt x="74909" y="148712"/>
                    <a:pt x="75090" y="148606"/>
                  </a:cubicBezTo>
                  <a:cubicBezTo>
                    <a:pt x="75270" y="148499"/>
                    <a:pt x="75447" y="148387"/>
                    <a:pt x="75620" y="148269"/>
                  </a:cubicBezTo>
                  <a:cubicBezTo>
                    <a:pt x="75793" y="148152"/>
                    <a:pt x="75963" y="148029"/>
                    <a:pt x="76128" y="147900"/>
                  </a:cubicBezTo>
                  <a:cubicBezTo>
                    <a:pt x="76294" y="147772"/>
                    <a:pt x="76455" y="147638"/>
                    <a:pt x="76612" y="147500"/>
                  </a:cubicBezTo>
                  <a:cubicBezTo>
                    <a:pt x="76769" y="147361"/>
                    <a:pt x="76922" y="147218"/>
                    <a:pt x="77070" y="147070"/>
                  </a:cubicBezTo>
                  <a:lnTo>
                    <a:pt x="117070" y="107070"/>
                  </a:lnTo>
                  <a:cubicBezTo>
                    <a:pt x="117214" y="106921"/>
                    <a:pt x="117353" y="106768"/>
                    <a:pt x="117488" y="106610"/>
                  </a:cubicBezTo>
                  <a:cubicBezTo>
                    <a:pt x="117622" y="106452"/>
                    <a:pt x="117751" y="106291"/>
                    <a:pt x="117876" y="106125"/>
                  </a:cubicBezTo>
                  <a:cubicBezTo>
                    <a:pt x="118000" y="105959"/>
                    <a:pt x="118119" y="105790"/>
                    <a:pt x="118233" y="105617"/>
                  </a:cubicBezTo>
                  <a:cubicBezTo>
                    <a:pt x="118347" y="105443"/>
                    <a:pt x="118455" y="105267"/>
                    <a:pt x="118558" y="105087"/>
                  </a:cubicBezTo>
                  <a:cubicBezTo>
                    <a:pt x="118661" y="104907"/>
                    <a:pt x="118758" y="104724"/>
                    <a:pt x="118849" y="104538"/>
                  </a:cubicBezTo>
                  <a:cubicBezTo>
                    <a:pt x="118941" y="104353"/>
                    <a:pt x="119027" y="104164"/>
                    <a:pt x="119106" y="103973"/>
                  </a:cubicBezTo>
                  <a:cubicBezTo>
                    <a:pt x="119186" y="103782"/>
                    <a:pt x="119260" y="103588"/>
                    <a:pt x="119328" y="103392"/>
                  </a:cubicBezTo>
                  <a:cubicBezTo>
                    <a:pt x="119395" y="103197"/>
                    <a:pt x="119457" y="102999"/>
                    <a:pt x="119512" y="102799"/>
                  </a:cubicBezTo>
                  <a:cubicBezTo>
                    <a:pt x="119568" y="102600"/>
                    <a:pt x="119617" y="102398"/>
                    <a:pt x="119660" y="102196"/>
                  </a:cubicBezTo>
                  <a:cubicBezTo>
                    <a:pt x="119703" y="101993"/>
                    <a:pt x="119740" y="101789"/>
                    <a:pt x="119770" y="101584"/>
                  </a:cubicBezTo>
                  <a:cubicBezTo>
                    <a:pt x="119800" y="101379"/>
                    <a:pt x="119824" y="101173"/>
                    <a:pt x="119841" y="100967"/>
                  </a:cubicBezTo>
                  <a:cubicBezTo>
                    <a:pt x="119859" y="100761"/>
                    <a:pt x="119870" y="100554"/>
                    <a:pt x="119875" y="100347"/>
                  </a:cubicBezTo>
                  <a:cubicBezTo>
                    <a:pt x="119879" y="100140"/>
                    <a:pt x="119877" y="99932"/>
                    <a:pt x="119869" y="99725"/>
                  </a:cubicBezTo>
                  <a:cubicBezTo>
                    <a:pt x="119861" y="99518"/>
                    <a:pt x="119846" y="99312"/>
                    <a:pt x="119825" y="99106"/>
                  </a:cubicBezTo>
                  <a:cubicBezTo>
                    <a:pt x="119804" y="98900"/>
                    <a:pt x="119777" y="98694"/>
                    <a:pt x="119743" y="98490"/>
                  </a:cubicBezTo>
                  <a:cubicBezTo>
                    <a:pt x="119709" y="98286"/>
                    <a:pt x="119669" y="98082"/>
                    <a:pt x="119622" y="97880"/>
                  </a:cubicBezTo>
                  <a:cubicBezTo>
                    <a:pt x="119576" y="97679"/>
                    <a:pt x="119523" y="97478"/>
                    <a:pt x="119464" y="97280"/>
                  </a:cubicBezTo>
                  <a:cubicBezTo>
                    <a:pt x="119405" y="97081"/>
                    <a:pt x="119340" y="96884"/>
                    <a:pt x="119269" y="96690"/>
                  </a:cubicBezTo>
                  <a:cubicBezTo>
                    <a:pt x="119198" y="96495"/>
                    <a:pt x="119121" y="96303"/>
                    <a:pt x="119038" y="96113"/>
                  </a:cubicBezTo>
                  <a:cubicBezTo>
                    <a:pt x="118955" y="95923"/>
                    <a:pt x="118866" y="95736"/>
                    <a:pt x="118771" y="95552"/>
                  </a:cubicBezTo>
                  <a:cubicBezTo>
                    <a:pt x="118677" y="95368"/>
                    <a:pt x="118576" y="95187"/>
                    <a:pt x="118470" y="95009"/>
                  </a:cubicBezTo>
                  <a:cubicBezTo>
                    <a:pt x="118364" y="94831"/>
                    <a:pt x="118253" y="94656"/>
                    <a:pt x="118136" y="94485"/>
                  </a:cubicBezTo>
                  <a:cubicBezTo>
                    <a:pt x="118019" y="94314"/>
                    <a:pt x="117897" y="94146"/>
                    <a:pt x="117770" y="93983"/>
                  </a:cubicBezTo>
                  <a:cubicBezTo>
                    <a:pt x="117643" y="93819"/>
                    <a:pt x="117511" y="93660"/>
                    <a:pt x="117374" y="93505"/>
                  </a:cubicBezTo>
                  <a:cubicBezTo>
                    <a:pt x="117237" y="93349"/>
                    <a:pt x="117095" y="93198"/>
                    <a:pt x="116948" y="93052"/>
                  </a:cubicBezTo>
                  <a:cubicBezTo>
                    <a:pt x="116802" y="92905"/>
                    <a:pt x="116651" y="92763"/>
                    <a:pt x="116495" y="92626"/>
                  </a:cubicBezTo>
                  <a:cubicBezTo>
                    <a:pt x="116340" y="92489"/>
                    <a:pt x="116181" y="92357"/>
                    <a:pt x="116017" y="92230"/>
                  </a:cubicBezTo>
                  <a:cubicBezTo>
                    <a:pt x="115854" y="92103"/>
                    <a:pt x="115686" y="91981"/>
                    <a:pt x="115515" y="91864"/>
                  </a:cubicBezTo>
                  <a:cubicBezTo>
                    <a:pt x="115344" y="91747"/>
                    <a:pt x="115169" y="91636"/>
                    <a:pt x="114991" y="91530"/>
                  </a:cubicBezTo>
                  <a:cubicBezTo>
                    <a:pt x="114813" y="91424"/>
                    <a:pt x="114632" y="91323"/>
                    <a:pt x="114448" y="91229"/>
                  </a:cubicBezTo>
                  <a:cubicBezTo>
                    <a:pt x="114264" y="91134"/>
                    <a:pt x="114077" y="91045"/>
                    <a:pt x="113887" y="90962"/>
                  </a:cubicBezTo>
                  <a:cubicBezTo>
                    <a:pt x="113697" y="90879"/>
                    <a:pt x="113505" y="90802"/>
                    <a:pt x="113310" y="90731"/>
                  </a:cubicBezTo>
                  <a:cubicBezTo>
                    <a:pt x="113116" y="90660"/>
                    <a:pt x="112919" y="90595"/>
                    <a:pt x="112720" y="90536"/>
                  </a:cubicBezTo>
                  <a:cubicBezTo>
                    <a:pt x="112522" y="90477"/>
                    <a:pt x="112321" y="90424"/>
                    <a:pt x="112120" y="90378"/>
                  </a:cubicBezTo>
                  <a:cubicBezTo>
                    <a:pt x="111918" y="90331"/>
                    <a:pt x="111714" y="90291"/>
                    <a:pt x="111510" y="90257"/>
                  </a:cubicBezTo>
                  <a:cubicBezTo>
                    <a:pt x="111306" y="90223"/>
                    <a:pt x="111100" y="90196"/>
                    <a:pt x="110894" y="90175"/>
                  </a:cubicBezTo>
                  <a:cubicBezTo>
                    <a:pt x="110688" y="90154"/>
                    <a:pt x="110482" y="90139"/>
                    <a:pt x="110275" y="90131"/>
                  </a:cubicBezTo>
                  <a:cubicBezTo>
                    <a:pt x="110068" y="90123"/>
                    <a:pt x="109860" y="90121"/>
                    <a:pt x="109653" y="90125"/>
                  </a:cubicBezTo>
                  <a:cubicBezTo>
                    <a:pt x="109446" y="90130"/>
                    <a:pt x="109239" y="90141"/>
                    <a:pt x="109033" y="90159"/>
                  </a:cubicBezTo>
                  <a:cubicBezTo>
                    <a:pt x="108827" y="90176"/>
                    <a:pt x="108621" y="90200"/>
                    <a:pt x="108416" y="90230"/>
                  </a:cubicBezTo>
                  <a:cubicBezTo>
                    <a:pt x="108211" y="90260"/>
                    <a:pt x="108007" y="90297"/>
                    <a:pt x="107804" y="90340"/>
                  </a:cubicBezTo>
                  <a:cubicBezTo>
                    <a:pt x="107602" y="90383"/>
                    <a:pt x="107400" y="90432"/>
                    <a:pt x="107201" y="90488"/>
                  </a:cubicBezTo>
                  <a:cubicBezTo>
                    <a:pt x="107001" y="90543"/>
                    <a:pt x="106803" y="90605"/>
                    <a:pt x="106608" y="90672"/>
                  </a:cubicBezTo>
                  <a:cubicBezTo>
                    <a:pt x="106412" y="90740"/>
                    <a:pt x="106218" y="90814"/>
                    <a:pt x="106027" y="90894"/>
                  </a:cubicBezTo>
                  <a:cubicBezTo>
                    <a:pt x="105836" y="90973"/>
                    <a:pt x="105647" y="91059"/>
                    <a:pt x="105462" y="91151"/>
                  </a:cubicBezTo>
                  <a:cubicBezTo>
                    <a:pt x="105276" y="91242"/>
                    <a:pt x="105093" y="91339"/>
                    <a:pt x="104913" y="91442"/>
                  </a:cubicBezTo>
                  <a:cubicBezTo>
                    <a:pt x="104733" y="91545"/>
                    <a:pt x="104557" y="91653"/>
                    <a:pt x="104383" y="91767"/>
                  </a:cubicBezTo>
                  <a:cubicBezTo>
                    <a:pt x="104210" y="91881"/>
                    <a:pt x="104041" y="92000"/>
                    <a:pt x="103875" y="92124"/>
                  </a:cubicBezTo>
                  <a:cubicBezTo>
                    <a:pt x="103709" y="92249"/>
                    <a:pt x="103548" y="92378"/>
                    <a:pt x="103390" y="92512"/>
                  </a:cubicBezTo>
                  <a:cubicBezTo>
                    <a:pt x="103232" y="92647"/>
                    <a:pt x="103079" y="92786"/>
                    <a:pt x="102930" y="92930"/>
                  </a:cubicBezTo>
                  <a:moveTo>
                    <a:pt x="100000" y="0"/>
                  </a:moveTo>
                  <a:cubicBezTo>
                    <a:pt x="100419" y="0"/>
                    <a:pt x="100838" y="13"/>
                    <a:pt x="101256" y="39"/>
                  </a:cubicBezTo>
                  <a:cubicBezTo>
                    <a:pt x="101674" y="66"/>
                    <a:pt x="102091" y="105"/>
                    <a:pt x="102507" y="158"/>
                  </a:cubicBezTo>
                  <a:cubicBezTo>
                    <a:pt x="102922" y="210"/>
                    <a:pt x="103336" y="276"/>
                    <a:pt x="103748" y="354"/>
                  </a:cubicBezTo>
                  <a:cubicBezTo>
                    <a:pt x="104159" y="433"/>
                    <a:pt x="104568" y="524"/>
                    <a:pt x="104974" y="628"/>
                  </a:cubicBezTo>
                  <a:cubicBezTo>
                    <a:pt x="105380" y="733"/>
                    <a:pt x="105782" y="849"/>
                    <a:pt x="106180" y="979"/>
                  </a:cubicBezTo>
                  <a:cubicBezTo>
                    <a:pt x="106579" y="1108"/>
                    <a:pt x="106973" y="1250"/>
                    <a:pt x="107362" y="1404"/>
                  </a:cubicBezTo>
                  <a:cubicBezTo>
                    <a:pt x="107752" y="1559"/>
                    <a:pt x="108137" y="1725"/>
                    <a:pt x="108516" y="1903"/>
                  </a:cubicBezTo>
                  <a:cubicBezTo>
                    <a:pt x="108895" y="2082"/>
                    <a:pt x="109268" y="2272"/>
                    <a:pt x="109635" y="2474"/>
                  </a:cubicBezTo>
                  <a:cubicBezTo>
                    <a:pt x="110002" y="2676"/>
                    <a:pt x="110363" y="2889"/>
                    <a:pt x="110717" y="3113"/>
                  </a:cubicBezTo>
                  <a:cubicBezTo>
                    <a:pt x="111070" y="3338"/>
                    <a:pt x="111417" y="3573"/>
                    <a:pt x="111756" y="3820"/>
                  </a:cubicBezTo>
                  <a:cubicBezTo>
                    <a:pt x="112095" y="4066"/>
                    <a:pt x="112426" y="4323"/>
                    <a:pt x="112748" y="4590"/>
                  </a:cubicBezTo>
                  <a:cubicBezTo>
                    <a:pt x="113071" y="4857"/>
                    <a:pt x="113386" y="5134"/>
                    <a:pt x="113691" y="5421"/>
                  </a:cubicBezTo>
                  <a:cubicBezTo>
                    <a:pt x="113996" y="5707"/>
                    <a:pt x="114293" y="6004"/>
                    <a:pt x="114579" y="6309"/>
                  </a:cubicBezTo>
                  <a:cubicBezTo>
                    <a:pt x="114866" y="6614"/>
                    <a:pt x="115143" y="6929"/>
                    <a:pt x="115410" y="7252"/>
                  </a:cubicBezTo>
                  <a:cubicBezTo>
                    <a:pt x="115677" y="7574"/>
                    <a:pt x="115934" y="7905"/>
                    <a:pt x="116180" y="8244"/>
                  </a:cubicBezTo>
                  <a:cubicBezTo>
                    <a:pt x="116427" y="8583"/>
                    <a:pt x="116662" y="8930"/>
                    <a:pt x="116887" y="9283"/>
                  </a:cubicBezTo>
                  <a:cubicBezTo>
                    <a:pt x="117111" y="9637"/>
                    <a:pt x="117324" y="9998"/>
                    <a:pt x="117526" y="10365"/>
                  </a:cubicBezTo>
                  <a:cubicBezTo>
                    <a:pt x="117728" y="10732"/>
                    <a:pt x="117918" y="11105"/>
                    <a:pt x="118097" y="11484"/>
                  </a:cubicBezTo>
                  <a:cubicBezTo>
                    <a:pt x="118275" y="11863"/>
                    <a:pt x="118441" y="12248"/>
                    <a:pt x="118596" y="12638"/>
                  </a:cubicBezTo>
                  <a:cubicBezTo>
                    <a:pt x="118750" y="13027"/>
                    <a:pt x="118892" y="13421"/>
                    <a:pt x="119021" y="13820"/>
                  </a:cubicBezTo>
                  <a:cubicBezTo>
                    <a:pt x="119151" y="14218"/>
                    <a:pt x="119267" y="14620"/>
                    <a:pt x="119372" y="15026"/>
                  </a:cubicBezTo>
                  <a:cubicBezTo>
                    <a:pt x="119476" y="15432"/>
                    <a:pt x="119567" y="15841"/>
                    <a:pt x="119646" y="16252"/>
                  </a:cubicBezTo>
                  <a:cubicBezTo>
                    <a:pt x="119724" y="16664"/>
                    <a:pt x="119790" y="17078"/>
                    <a:pt x="119842" y="17493"/>
                  </a:cubicBezTo>
                  <a:cubicBezTo>
                    <a:pt x="119895" y="17909"/>
                    <a:pt x="119934" y="18326"/>
                    <a:pt x="119961" y="18744"/>
                  </a:cubicBezTo>
                  <a:cubicBezTo>
                    <a:pt x="119987" y="19162"/>
                    <a:pt x="120000" y="19581"/>
                    <a:pt x="120000" y="20000"/>
                  </a:cubicBezTo>
                  <a:cubicBezTo>
                    <a:pt x="120000" y="20419"/>
                    <a:pt x="119987" y="20838"/>
                    <a:pt x="119961" y="21256"/>
                  </a:cubicBezTo>
                  <a:cubicBezTo>
                    <a:pt x="119934" y="21674"/>
                    <a:pt x="119895" y="22091"/>
                    <a:pt x="119842" y="22507"/>
                  </a:cubicBezTo>
                  <a:cubicBezTo>
                    <a:pt x="119790" y="22922"/>
                    <a:pt x="119724" y="23336"/>
                    <a:pt x="119646" y="23748"/>
                  </a:cubicBezTo>
                  <a:cubicBezTo>
                    <a:pt x="119567" y="24159"/>
                    <a:pt x="119476" y="24568"/>
                    <a:pt x="119372" y="24974"/>
                  </a:cubicBezTo>
                  <a:cubicBezTo>
                    <a:pt x="119267" y="25380"/>
                    <a:pt x="119151" y="25782"/>
                    <a:pt x="119021" y="26180"/>
                  </a:cubicBezTo>
                  <a:cubicBezTo>
                    <a:pt x="118892" y="26579"/>
                    <a:pt x="118750" y="26973"/>
                    <a:pt x="118596" y="27362"/>
                  </a:cubicBezTo>
                  <a:cubicBezTo>
                    <a:pt x="118441" y="27752"/>
                    <a:pt x="118275" y="28137"/>
                    <a:pt x="118097" y="28516"/>
                  </a:cubicBezTo>
                  <a:cubicBezTo>
                    <a:pt x="117918" y="28895"/>
                    <a:pt x="117728" y="29268"/>
                    <a:pt x="117526" y="29635"/>
                  </a:cubicBezTo>
                  <a:cubicBezTo>
                    <a:pt x="117324" y="30002"/>
                    <a:pt x="117111" y="30363"/>
                    <a:pt x="116887" y="30717"/>
                  </a:cubicBezTo>
                  <a:cubicBezTo>
                    <a:pt x="116662" y="31070"/>
                    <a:pt x="116427" y="31417"/>
                    <a:pt x="116180" y="31756"/>
                  </a:cubicBezTo>
                  <a:cubicBezTo>
                    <a:pt x="115934" y="32095"/>
                    <a:pt x="115677" y="32426"/>
                    <a:pt x="115410" y="32748"/>
                  </a:cubicBezTo>
                  <a:cubicBezTo>
                    <a:pt x="115143" y="33071"/>
                    <a:pt x="114866" y="33386"/>
                    <a:pt x="114579" y="33691"/>
                  </a:cubicBezTo>
                  <a:cubicBezTo>
                    <a:pt x="114293" y="33996"/>
                    <a:pt x="113996" y="34293"/>
                    <a:pt x="113691" y="34579"/>
                  </a:cubicBezTo>
                  <a:cubicBezTo>
                    <a:pt x="113386" y="34866"/>
                    <a:pt x="113071" y="35143"/>
                    <a:pt x="112748" y="35410"/>
                  </a:cubicBezTo>
                  <a:cubicBezTo>
                    <a:pt x="112426" y="35677"/>
                    <a:pt x="112095" y="35934"/>
                    <a:pt x="111756" y="36180"/>
                  </a:cubicBezTo>
                  <a:cubicBezTo>
                    <a:pt x="111417" y="36427"/>
                    <a:pt x="111070" y="36662"/>
                    <a:pt x="110717" y="36887"/>
                  </a:cubicBezTo>
                  <a:cubicBezTo>
                    <a:pt x="110363" y="37111"/>
                    <a:pt x="110002" y="37324"/>
                    <a:pt x="109635" y="37526"/>
                  </a:cubicBezTo>
                  <a:cubicBezTo>
                    <a:pt x="109268" y="37728"/>
                    <a:pt x="108895" y="37918"/>
                    <a:pt x="108516" y="38097"/>
                  </a:cubicBezTo>
                  <a:cubicBezTo>
                    <a:pt x="108137" y="38275"/>
                    <a:pt x="107752" y="38441"/>
                    <a:pt x="107362" y="38596"/>
                  </a:cubicBezTo>
                  <a:cubicBezTo>
                    <a:pt x="106973" y="38750"/>
                    <a:pt x="106579" y="38892"/>
                    <a:pt x="106180" y="39021"/>
                  </a:cubicBezTo>
                  <a:cubicBezTo>
                    <a:pt x="105782" y="39151"/>
                    <a:pt x="105380" y="39267"/>
                    <a:pt x="104974" y="39372"/>
                  </a:cubicBezTo>
                  <a:cubicBezTo>
                    <a:pt x="104568" y="39476"/>
                    <a:pt x="104159" y="39567"/>
                    <a:pt x="103748" y="39646"/>
                  </a:cubicBezTo>
                  <a:cubicBezTo>
                    <a:pt x="103336" y="39724"/>
                    <a:pt x="102922" y="39790"/>
                    <a:pt x="102507" y="39842"/>
                  </a:cubicBezTo>
                  <a:cubicBezTo>
                    <a:pt x="102091" y="39895"/>
                    <a:pt x="101674" y="39934"/>
                    <a:pt x="101256" y="39961"/>
                  </a:cubicBezTo>
                  <a:cubicBezTo>
                    <a:pt x="100838" y="39987"/>
                    <a:pt x="100419" y="40000"/>
                    <a:pt x="100000" y="40000"/>
                  </a:cubicBezTo>
                  <a:lnTo>
                    <a:pt x="60000" y="40000"/>
                  </a:lnTo>
                  <a:cubicBezTo>
                    <a:pt x="59581" y="40000"/>
                    <a:pt x="59162" y="39987"/>
                    <a:pt x="58744" y="39961"/>
                  </a:cubicBezTo>
                  <a:cubicBezTo>
                    <a:pt x="58326" y="39934"/>
                    <a:pt x="57909" y="39895"/>
                    <a:pt x="57493" y="39842"/>
                  </a:cubicBezTo>
                  <a:cubicBezTo>
                    <a:pt x="57078" y="39790"/>
                    <a:pt x="56664" y="39724"/>
                    <a:pt x="56252" y="39646"/>
                  </a:cubicBezTo>
                  <a:cubicBezTo>
                    <a:pt x="55841" y="39567"/>
                    <a:pt x="55432" y="39476"/>
                    <a:pt x="55026" y="39372"/>
                  </a:cubicBezTo>
                  <a:cubicBezTo>
                    <a:pt x="54620" y="39267"/>
                    <a:pt x="54218" y="39151"/>
                    <a:pt x="53820" y="39021"/>
                  </a:cubicBezTo>
                  <a:cubicBezTo>
                    <a:pt x="53421" y="38892"/>
                    <a:pt x="53027" y="38750"/>
                    <a:pt x="52638" y="38596"/>
                  </a:cubicBezTo>
                  <a:cubicBezTo>
                    <a:pt x="52248" y="38441"/>
                    <a:pt x="51863" y="38275"/>
                    <a:pt x="51484" y="38097"/>
                  </a:cubicBezTo>
                  <a:cubicBezTo>
                    <a:pt x="51105" y="37918"/>
                    <a:pt x="50732" y="37728"/>
                    <a:pt x="50365" y="37526"/>
                  </a:cubicBezTo>
                  <a:cubicBezTo>
                    <a:pt x="49998" y="37324"/>
                    <a:pt x="49637" y="37111"/>
                    <a:pt x="49283" y="36887"/>
                  </a:cubicBezTo>
                  <a:cubicBezTo>
                    <a:pt x="48930" y="36662"/>
                    <a:pt x="48583" y="36427"/>
                    <a:pt x="48244" y="36180"/>
                  </a:cubicBezTo>
                  <a:cubicBezTo>
                    <a:pt x="47905" y="35934"/>
                    <a:pt x="47574" y="35677"/>
                    <a:pt x="47252" y="35410"/>
                  </a:cubicBezTo>
                  <a:cubicBezTo>
                    <a:pt x="46929" y="35143"/>
                    <a:pt x="46614" y="34866"/>
                    <a:pt x="46309" y="34579"/>
                  </a:cubicBezTo>
                  <a:cubicBezTo>
                    <a:pt x="46004" y="34293"/>
                    <a:pt x="45707" y="33996"/>
                    <a:pt x="45421" y="33691"/>
                  </a:cubicBezTo>
                  <a:cubicBezTo>
                    <a:pt x="45134" y="33386"/>
                    <a:pt x="44857" y="33071"/>
                    <a:pt x="44590" y="32748"/>
                  </a:cubicBezTo>
                  <a:cubicBezTo>
                    <a:pt x="44323" y="32426"/>
                    <a:pt x="44066" y="32095"/>
                    <a:pt x="43820" y="31756"/>
                  </a:cubicBezTo>
                  <a:cubicBezTo>
                    <a:pt x="43573" y="31417"/>
                    <a:pt x="43338" y="31070"/>
                    <a:pt x="43113" y="30717"/>
                  </a:cubicBezTo>
                  <a:cubicBezTo>
                    <a:pt x="42889" y="30363"/>
                    <a:pt x="42676" y="30002"/>
                    <a:pt x="42474" y="29635"/>
                  </a:cubicBezTo>
                  <a:cubicBezTo>
                    <a:pt x="42272" y="29268"/>
                    <a:pt x="42082" y="28895"/>
                    <a:pt x="41903" y="28516"/>
                  </a:cubicBezTo>
                  <a:cubicBezTo>
                    <a:pt x="41725" y="28137"/>
                    <a:pt x="41559" y="27752"/>
                    <a:pt x="41404" y="27362"/>
                  </a:cubicBezTo>
                  <a:cubicBezTo>
                    <a:pt x="41250" y="26973"/>
                    <a:pt x="41108" y="26579"/>
                    <a:pt x="40979" y="26180"/>
                  </a:cubicBezTo>
                  <a:cubicBezTo>
                    <a:pt x="40849" y="25782"/>
                    <a:pt x="40733" y="25380"/>
                    <a:pt x="40628" y="24974"/>
                  </a:cubicBezTo>
                  <a:cubicBezTo>
                    <a:pt x="40524" y="24568"/>
                    <a:pt x="40433" y="24159"/>
                    <a:pt x="40354" y="23748"/>
                  </a:cubicBezTo>
                  <a:cubicBezTo>
                    <a:pt x="40276" y="23336"/>
                    <a:pt x="40210" y="22922"/>
                    <a:pt x="40158" y="22507"/>
                  </a:cubicBezTo>
                  <a:cubicBezTo>
                    <a:pt x="40105" y="22091"/>
                    <a:pt x="40066" y="21674"/>
                    <a:pt x="40039" y="21256"/>
                  </a:cubicBezTo>
                  <a:cubicBezTo>
                    <a:pt x="40013" y="20838"/>
                    <a:pt x="40000" y="20419"/>
                    <a:pt x="40000" y="20000"/>
                  </a:cubicBezTo>
                  <a:cubicBezTo>
                    <a:pt x="40000" y="19581"/>
                    <a:pt x="40013" y="19162"/>
                    <a:pt x="40039" y="18744"/>
                  </a:cubicBezTo>
                  <a:cubicBezTo>
                    <a:pt x="40066" y="18326"/>
                    <a:pt x="40105" y="17909"/>
                    <a:pt x="40158" y="17493"/>
                  </a:cubicBezTo>
                  <a:cubicBezTo>
                    <a:pt x="40210" y="17078"/>
                    <a:pt x="40276" y="16664"/>
                    <a:pt x="40354" y="16252"/>
                  </a:cubicBezTo>
                  <a:cubicBezTo>
                    <a:pt x="40433" y="15841"/>
                    <a:pt x="40524" y="15432"/>
                    <a:pt x="40628" y="15026"/>
                  </a:cubicBezTo>
                  <a:cubicBezTo>
                    <a:pt x="40733" y="14620"/>
                    <a:pt x="40849" y="14218"/>
                    <a:pt x="40979" y="13820"/>
                  </a:cubicBezTo>
                  <a:cubicBezTo>
                    <a:pt x="41108" y="13421"/>
                    <a:pt x="41250" y="13027"/>
                    <a:pt x="41404" y="12638"/>
                  </a:cubicBezTo>
                  <a:cubicBezTo>
                    <a:pt x="41559" y="12248"/>
                    <a:pt x="41725" y="11863"/>
                    <a:pt x="41903" y="11484"/>
                  </a:cubicBezTo>
                  <a:cubicBezTo>
                    <a:pt x="42082" y="11105"/>
                    <a:pt x="42272" y="10732"/>
                    <a:pt x="42474" y="10365"/>
                  </a:cubicBezTo>
                  <a:cubicBezTo>
                    <a:pt x="42676" y="9998"/>
                    <a:pt x="42889" y="9637"/>
                    <a:pt x="43113" y="9283"/>
                  </a:cubicBezTo>
                  <a:cubicBezTo>
                    <a:pt x="43338" y="8930"/>
                    <a:pt x="43573" y="8583"/>
                    <a:pt x="43820" y="8244"/>
                  </a:cubicBezTo>
                  <a:cubicBezTo>
                    <a:pt x="44066" y="7905"/>
                    <a:pt x="44323" y="7574"/>
                    <a:pt x="44590" y="7252"/>
                  </a:cubicBezTo>
                  <a:cubicBezTo>
                    <a:pt x="44857" y="6929"/>
                    <a:pt x="45134" y="6614"/>
                    <a:pt x="45421" y="6309"/>
                  </a:cubicBezTo>
                  <a:cubicBezTo>
                    <a:pt x="45707" y="6004"/>
                    <a:pt x="46004" y="5707"/>
                    <a:pt x="46309" y="5421"/>
                  </a:cubicBezTo>
                  <a:cubicBezTo>
                    <a:pt x="46614" y="5134"/>
                    <a:pt x="46929" y="4857"/>
                    <a:pt x="47252" y="4590"/>
                  </a:cubicBezTo>
                  <a:cubicBezTo>
                    <a:pt x="47574" y="4323"/>
                    <a:pt x="47905" y="4066"/>
                    <a:pt x="48244" y="3820"/>
                  </a:cubicBezTo>
                  <a:cubicBezTo>
                    <a:pt x="48583" y="3573"/>
                    <a:pt x="48930" y="3338"/>
                    <a:pt x="49283" y="3113"/>
                  </a:cubicBezTo>
                  <a:cubicBezTo>
                    <a:pt x="49637" y="2889"/>
                    <a:pt x="49998" y="2676"/>
                    <a:pt x="50365" y="2474"/>
                  </a:cubicBezTo>
                  <a:cubicBezTo>
                    <a:pt x="50732" y="2272"/>
                    <a:pt x="51105" y="2082"/>
                    <a:pt x="51484" y="1903"/>
                  </a:cubicBezTo>
                  <a:cubicBezTo>
                    <a:pt x="51863" y="1725"/>
                    <a:pt x="52248" y="1559"/>
                    <a:pt x="52638" y="1404"/>
                  </a:cubicBezTo>
                  <a:cubicBezTo>
                    <a:pt x="53027" y="1250"/>
                    <a:pt x="53421" y="1108"/>
                    <a:pt x="53820" y="979"/>
                  </a:cubicBezTo>
                  <a:cubicBezTo>
                    <a:pt x="54218" y="849"/>
                    <a:pt x="54620" y="733"/>
                    <a:pt x="55026" y="628"/>
                  </a:cubicBezTo>
                  <a:cubicBezTo>
                    <a:pt x="55432" y="524"/>
                    <a:pt x="55841" y="433"/>
                    <a:pt x="56252" y="354"/>
                  </a:cubicBezTo>
                  <a:cubicBezTo>
                    <a:pt x="56664" y="276"/>
                    <a:pt x="57078" y="210"/>
                    <a:pt x="57493" y="158"/>
                  </a:cubicBezTo>
                  <a:cubicBezTo>
                    <a:pt x="57909" y="105"/>
                    <a:pt x="58326" y="66"/>
                    <a:pt x="58744" y="39"/>
                  </a:cubicBezTo>
                  <a:cubicBezTo>
                    <a:pt x="59162" y="13"/>
                    <a:pt x="59581" y="0"/>
                    <a:pt x="60000" y="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  <p:grpSp>
        <p:nvGrpSpPr>
          <p:cNvPr id="64" name="probe-tabler-shield-check" descr="shield-check — Tabler contributors; preserve the bundled full upstream license. Source: https://github.com/tabler/tabler-icons/blob/a4ce1404bc6d24d3c365afe7b258d6bf6f48d62d/icons/filled/shield-check.svg; SVG SHA256: c40eef564211090062c8331b538350e54cb418258c199e2c85b741011fb1343f; native DrawingML derivative; original colors retained"/>
          <p:cNvGrpSpPr/>
          <p:nvPr/>
        </p:nvGrpSpPr>
        <p:grpSpPr>
          <a:xfrm>
            <a:off x="3228975" y="3657600"/>
            <a:ext cx="1028700" cy="1028700"/>
            <a:chOff x="0" y="0"/>
            <a:chExt cx="240000" cy="240000"/>
          </a:xfrm>
        </p:grpSpPr>
        <p:sp>
          <p:nvSpPr>
            <p:cNvPr id="65" name="probe-tabler-shield-check-part-1"/>
            <p:cNvSpPr/>
            <p:nvPr/>
          </p:nvSpPr>
          <p:spPr>
            <a:xfrm>
              <a:off x="20123" y="20000"/>
              <a:ext cx="199744" cy="200000"/>
            </a:xfrm>
            <a:custGeom>
              <a:avLst/>
              <a:gdLst/>
              <a:ahLst/>
              <a:cxnLst/>
              <a:rect l="0" t="0" r="r" b="b"/>
              <a:pathLst>
                <a:path w="199744" h="200000">
                  <a:moveTo>
                    <a:pt x="99857" y="0"/>
                  </a:moveTo>
                  <a:lnTo>
                    <a:pt x="101037" y="70"/>
                  </a:lnTo>
                  <a:lnTo>
                    <a:pt x="101627" y="150"/>
                  </a:lnTo>
                  <a:lnTo>
                    <a:pt x="102237" y="280"/>
                  </a:lnTo>
                  <a:lnTo>
                    <a:pt x="103347" y="620"/>
                  </a:lnTo>
                  <a:cubicBezTo>
                    <a:pt x="103538" y="691"/>
                    <a:pt x="103728" y="767"/>
                    <a:pt x="103914" y="849"/>
                  </a:cubicBezTo>
                  <a:cubicBezTo>
                    <a:pt x="104101" y="931"/>
                    <a:pt x="104285" y="1019"/>
                    <a:pt x="104466" y="1113"/>
                  </a:cubicBezTo>
                  <a:cubicBezTo>
                    <a:pt x="104648" y="1207"/>
                    <a:pt x="104826" y="1306"/>
                    <a:pt x="105001" y="1410"/>
                  </a:cubicBezTo>
                  <a:cubicBezTo>
                    <a:pt x="105177" y="1515"/>
                    <a:pt x="105348" y="1625"/>
                    <a:pt x="105517" y="1740"/>
                  </a:cubicBezTo>
                  <a:lnTo>
                    <a:pt x="106557" y="2560"/>
                  </a:lnTo>
                  <a:lnTo>
                    <a:pt x="109107" y="4740"/>
                  </a:lnTo>
                  <a:cubicBezTo>
                    <a:pt x="110770" y="6122"/>
                    <a:pt x="112475" y="7454"/>
                    <a:pt x="114217" y="8736"/>
                  </a:cubicBezTo>
                  <a:cubicBezTo>
                    <a:pt x="115959" y="10017"/>
                    <a:pt x="117738" y="11247"/>
                    <a:pt x="119553" y="12423"/>
                  </a:cubicBezTo>
                  <a:cubicBezTo>
                    <a:pt x="121368" y="13599"/>
                    <a:pt x="123217" y="14722"/>
                    <a:pt x="125098" y="15790"/>
                  </a:cubicBezTo>
                  <a:cubicBezTo>
                    <a:pt x="126979" y="16857"/>
                    <a:pt x="128891" y="17869"/>
                    <a:pt x="130831" y="18823"/>
                  </a:cubicBezTo>
                  <a:cubicBezTo>
                    <a:pt x="132772" y="19778"/>
                    <a:pt x="134740" y="20675"/>
                    <a:pt x="136733" y="21514"/>
                  </a:cubicBezTo>
                  <a:cubicBezTo>
                    <a:pt x="138727" y="22353"/>
                    <a:pt x="140744" y="23132"/>
                    <a:pt x="142784" y="23852"/>
                  </a:cubicBezTo>
                  <a:cubicBezTo>
                    <a:pt x="144823" y="24572"/>
                    <a:pt x="146883" y="25231"/>
                    <a:pt x="148962" y="25829"/>
                  </a:cubicBezTo>
                  <a:cubicBezTo>
                    <a:pt x="151040" y="26428"/>
                    <a:pt x="153135" y="26964"/>
                    <a:pt x="155245" y="27439"/>
                  </a:cubicBezTo>
                  <a:cubicBezTo>
                    <a:pt x="157355" y="27914"/>
                    <a:pt x="159479" y="28326"/>
                    <a:pt x="161613" y="28676"/>
                  </a:cubicBezTo>
                  <a:cubicBezTo>
                    <a:pt x="163747" y="29025"/>
                    <a:pt x="165891" y="29312"/>
                    <a:pt x="168042" y="29535"/>
                  </a:cubicBezTo>
                  <a:cubicBezTo>
                    <a:pt x="170193" y="29758"/>
                    <a:pt x="172351" y="29918"/>
                    <a:pt x="174511" y="30013"/>
                  </a:cubicBezTo>
                  <a:cubicBezTo>
                    <a:pt x="176672" y="30109"/>
                    <a:pt x="178834" y="30142"/>
                    <a:pt x="180997" y="30110"/>
                  </a:cubicBezTo>
                  <a:lnTo>
                    <a:pt x="184417" y="30010"/>
                  </a:lnTo>
                  <a:cubicBezTo>
                    <a:pt x="184618" y="30001"/>
                    <a:pt x="184820" y="29998"/>
                    <a:pt x="185021" y="30001"/>
                  </a:cubicBezTo>
                  <a:cubicBezTo>
                    <a:pt x="185223" y="30004"/>
                    <a:pt x="185425" y="30013"/>
                    <a:pt x="185626" y="30028"/>
                  </a:cubicBezTo>
                  <a:cubicBezTo>
                    <a:pt x="185827" y="30043"/>
                    <a:pt x="186027" y="30064"/>
                    <a:pt x="186227" y="30092"/>
                  </a:cubicBezTo>
                  <a:cubicBezTo>
                    <a:pt x="186427" y="30119"/>
                    <a:pt x="186626" y="30152"/>
                    <a:pt x="186823" y="30192"/>
                  </a:cubicBezTo>
                  <a:cubicBezTo>
                    <a:pt x="187021" y="30231"/>
                    <a:pt x="187218" y="30276"/>
                    <a:pt x="187413" y="30328"/>
                  </a:cubicBezTo>
                  <a:cubicBezTo>
                    <a:pt x="187608" y="30379"/>
                    <a:pt x="187801" y="30436"/>
                    <a:pt x="187993" y="30499"/>
                  </a:cubicBezTo>
                  <a:cubicBezTo>
                    <a:pt x="188184" y="30562"/>
                    <a:pt x="188374" y="30630"/>
                    <a:pt x="188561" y="30705"/>
                  </a:cubicBezTo>
                  <a:cubicBezTo>
                    <a:pt x="188748" y="30779"/>
                    <a:pt x="188934" y="30859"/>
                    <a:pt x="189116" y="30945"/>
                  </a:cubicBezTo>
                  <a:cubicBezTo>
                    <a:pt x="189299" y="31030"/>
                    <a:pt x="189479" y="31121"/>
                    <a:pt x="189656" y="31218"/>
                  </a:cubicBezTo>
                  <a:cubicBezTo>
                    <a:pt x="189833" y="31314"/>
                    <a:pt x="190007" y="31416"/>
                    <a:pt x="190178" y="31523"/>
                  </a:cubicBezTo>
                  <a:cubicBezTo>
                    <a:pt x="190349" y="31630"/>
                    <a:pt x="190516" y="31742"/>
                    <a:pt x="190680" y="31859"/>
                  </a:cubicBezTo>
                  <a:cubicBezTo>
                    <a:pt x="190845" y="31976"/>
                    <a:pt x="191005" y="32098"/>
                    <a:pt x="191162" y="32225"/>
                  </a:cubicBezTo>
                  <a:cubicBezTo>
                    <a:pt x="191319" y="32352"/>
                    <a:pt x="191471" y="32483"/>
                    <a:pt x="191620" y="32619"/>
                  </a:cubicBezTo>
                  <a:cubicBezTo>
                    <a:pt x="191769" y="32755"/>
                    <a:pt x="191914" y="32896"/>
                    <a:pt x="192054" y="33041"/>
                  </a:cubicBezTo>
                  <a:cubicBezTo>
                    <a:pt x="192194" y="33185"/>
                    <a:pt x="192330" y="33334"/>
                    <a:pt x="192461" y="33487"/>
                  </a:cubicBezTo>
                  <a:cubicBezTo>
                    <a:pt x="192593" y="33640"/>
                    <a:pt x="192719" y="33797"/>
                    <a:pt x="192841" y="33958"/>
                  </a:cubicBezTo>
                  <a:cubicBezTo>
                    <a:pt x="192963" y="34119"/>
                    <a:pt x="193080" y="34283"/>
                    <a:pt x="193192" y="34451"/>
                  </a:cubicBezTo>
                  <a:cubicBezTo>
                    <a:pt x="193304" y="34618"/>
                    <a:pt x="193410" y="34789"/>
                    <a:pt x="193512" y="34964"/>
                  </a:cubicBezTo>
                  <a:cubicBezTo>
                    <a:pt x="193614" y="35138"/>
                    <a:pt x="193710" y="35315"/>
                    <a:pt x="193801" y="35495"/>
                  </a:cubicBezTo>
                  <a:cubicBezTo>
                    <a:pt x="193891" y="35675"/>
                    <a:pt x="193977" y="35858"/>
                    <a:pt x="194057" y="36043"/>
                  </a:cubicBezTo>
                  <a:cubicBezTo>
                    <a:pt x="194136" y="36228"/>
                    <a:pt x="194210" y="36416"/>
                    <a:pt x="194279" y="36605"/>
                  </a:cubicBezTo>
                  <a:cubicBezTo>
                    <a:pt x="194347" y="36795"/>
                    <a:pt x="194410" y="36987"/>
                    <a:pt x="194467" y="37180"/>
                  </a:cubicBezTo>
                  <a:cubicBezTo>
                    <a:pt x="195220" y="39743"/>
                    <a:pt x="195895" y="42329"/>
                    <a:pt x="196489" y="44934"/>
                  </a:cubicBezTo>
                  <a:cubicBezTo>
                    <a:pt x="197083" y="47539"/>
                    <a:pt x="197597" y="50161"/>
                    <a:pt x="198029" y="52798"/>
                  </a:cubicBezTo>
                  <a:cubicBezTo>
                    <a:pt x="198462" y="55434"/>
                    <a:pt x="198813" y="58083"/>
                    <a:pt x="199082" y="60741"/>
                  </a:cubicBezTo>
                  <a:cubicBezTo>
                    <a:pt x="199352" y="63400"/>
                    <a:pt x="199539" y="66065"/>
                    <a:pt x="199644" y="68735"/>
                  </a:cubicBezTo>
                  <a:cubicBezTo>
                    <a:pt x="199749" y="71405"/>
                    <a:pt x="199772" y="74077"/>
                    <a:pt x="199712" y="76748"/>
                  </a:cubicBezTo>
                  <a:cubicBezTo>
                    <a:pt x="199652" y="79419"/>
                    <a:pt x="199510" y="82088"/>
                    <a:pt x="199286" y="84750"/>
                  </a:cubicBezTo>
                  <a:cubicBezTo>
                    <a:pt x="199062" y="87412"/>
                    <a:pt x="198756" y="90067"/>
                    <a:pt x="198368" y="92710"/>
                  </a:cubicBezTo>
                  <a:cubicBezTo>
                    <a:pt x="197981" y="95354"/>
                    <a:pt x="197511" y="97985"/>
                    <a:pt x="196962" y="100599"/>
                  </a:cubicBezTo>
                  <a:cubicBezTo>
                    <a:pt x="196412" y="103214"/>
                    <a:pt x="195781" y="105811"/>
                    <a:pt x="195072" y="108386"/>
                  </a:cubicBezTo>
                  <a:cubicBezTo>
                    <a:pt x="194362" y="110962"/>
                    <a:pt x="193573" y="113515"/>
                    <a:pt x="192705" y="116042"/>
                  </a:cubicBezTo>
                  <a:cubicBezTo>
                    <a:pt x="191838" y="118569"/>
                    <a:pt x="190893" y="121069"/>
                    <a:pt x="189872" y="123538"/>
                  </a:cubicBezTo>
                  <a:cubicBezTo>
                    <a:pt x="188851" y="126007"/>
                    <a:pt x="187754" y="128443"/>
                    <a:pt x="186582" y="130845"/>
                  </a:cubicBezTo>
                  <a:cubicBezTo>
                    <a:pt x="185411" y="133246"/>
                    <a:pt x="184165" y="135610"/>
                    <a:pt x="182848" y="137935"/>
                  </a:cubicBezTo>
                  <a:cubicBezTo>
                    <a:pt x="181531" y="140259"/>
                    <a:pt x="180143" y="142543"/>
                    <a:pt x="178685" y="144781"/>
                  </a:cubicBezTo>
                  <a:cubicBezTo>
                    <a:pt x="177227" y="147020"/>
                    <a:pt x="175700" y="149214"/>
                    <a:pt x="174107" y="151359"/>
                  </a:cubicBezTo>
                  <a:cubicBezTo>
                    <a:pt x="172514" y="153503"/>
                    <a:pt x="170856" y="155599"/>
                    <a:pt x="169133" y="157641"/>
                  </a:cubicBezTo>
                  <a:cubicBezTo>
                    <a:pt x="167411" y="159684"/>
                    <a:pt x="165627" y="161673"/>
                    <a:pt x="163782" y="163606"/>
                  </a:cubicBezTo>
                  <a:cubicBezTo>
                    <a:pt x="161937" y="165538"/>
                    <a:pt x="160033" y="167413"/>
                    <a:pt x="158073" y="169229"/>
                  </a:cubicBezTo>
                  <a:cubicBezTo>
                    <a:pt x="156113" y="171044"/>
                    <a:pt x="154097" y="172798"/>
                    <a:pt x="152028" y="174490"/>
                  </a:cubicBezTo>
                  <a:cubicBezTo>
                    <a:pt x="149960" y="176181"/>
                    <a:pt x="147840" y="177808"/>
                    <a:pt x="145671" y="179368"/>
                  </a:cubicBezTo>
                  <a:cubicBezTo>
                    <a:pt x="143503" y="180928"/>
                    <a:pt x="141286" y="182422"/>
                    <a:pt x="139026" y="183845"/>
                  </a:cubicBezTo>
                  <a:cubicBezTo>
                    <a:pt x="136765" y="185269"/>
                    <a:pt x="134461" y="186623"/>
                    <a:pt x="132117" y="187905"/>
                  </a:cubicBezTo>
                  <a:cubicBezTo>
                    <a:pt x="129773" y="189187"/>
                    <a:pt x="127390" y="190396"/>
                    <a:pt x="124971" y="191531"/>
                  </a:cubicBezTo>
                  <a:cubicBezTo>
                    <a:pt x="122552" y="192666"/>
                    <a:pt x="120099" y="193726"/>
                    <a:pt x="117615" y="194710"/>
                  </a:cubicBezTo>
                  <a:cubicBezTo>
                    <a:pt x="115131" y="195694"/>
                    <a:pt x="112618" y="196601"/>
                    <a:pt x="110078" y="197430"/>
                  </a:cubicBezTo>
                  <a:cubicBezTo>
                    <a:pt x="107538" y="198259"/>
                    <a:pt x="104973" y="199009"/>
                    <a:pt x="102387" y="199680"/>
                  </a:cubicBezTo>
                  <a:cubicBezTo>
                    <a:pt x="102205" y="199727"/>
                    <a:pt x="102022" y="199769"/>
                    <a:pt x="101837" y="199806"/>
                  </a:cubicBezTo>
                  <a:cubicBezTo>
                    <a:pt x="101653" y="199843"/>
                    <a:pt x="101468" y="199875"/>
                    <a:pt x="101282" y="199901"/>
                  </a:cubicBezTo>
                  <a:cubicBezTo>
                    <a:pt x="101096" y="199927"/>
                    <a:pt x="100909" y="199949"/>
                    <a:pt x="100722" y="199964"/>
                  </a:cubicBezTo>
                  <a:cubicBezTo>
                    <a:pt x="100534" y="199980"/>
                    <a:pt x="100347" y="199991"/>
                    <a:pt x="100159" y="199996"/>
                  </a:cubicBezTo>
                  <a:cubicBezTo>
                    <a:pt x="99971" y="200001"/>
                    <a:pt x="99783" y="200001"/>
                    <a:pt x="99595" y="199996"/>
                  </a:cubicBezTo>
                  <a:cubicBezTo>
                    <a:pt x="99407" y="199991"/>
                    <a:pt x="99219" y="199980"/>
                    <a:pt x="99032" y="199964"/>
                  </a:cubicBezTo>
                  <a:cubicBezTo>
                    <a:pt x="98845" y="199949"/>
                    <a:pt x="98658" y="199927"/>
                    <a:pt x="98472" y="199901"/>
                  </a:cubicBezTo>
                  <a:cubicBezTo>
                    <a:pt x="98286" y="199875"/>
                    <a:pt x="98101" y="199843"/>
                    <a:pt x="97916" y="199806"/>
                  </a:cubicBezTo>
                  <a:cubicBezTo>
                    <a:pt x="97732" y="199769"/>
                    <a:pt x="97549" y="199727"/>
                    <a:pt x="97367" y="199680"/>
                  </a:cubicBezTo>
                  <a:cubicBezTo>
                    <a:pt x="94781" y="199009"/>
                    <a:pt x="92216" y="198259"/>
                    <a:pt x="89676" y="197430"/>
                  </a:cubicBezTo>
                  <a:cubicBezTo>
                    <a:pt x="87136" y="196602"/>
                    <a:pt x="84622" y="195695"/>
                    <a:pt x="82138" y="194711"/>
                  </a:cubicBezTo>
                  <a:cubicBezTo>
                    <a:pt x="79653" y="193727"/>
                    <a:pt x="77200" y="192667"/>
                    <a:pt x="74781" y="191532"/>
                  </a:cubicBezTo>
                  <a:cubicBezTo>
                    <a:pt x="72363" y="190398"/>
                    <a:pt x="69979" y="189188"/>
                    <a:pt x="67635" y="187907"/>
                  </a:cubicBezTo>
                  <a:cubicBezTo>
                    <a:pt x="65291" y="186625"/>
                    <a:pt x="62987" y="185271"/>
                    <a:pt x="60726" y="183847"/>
                  </a:cubicBezTo>
                  <a:cubicBezTo>
                    <a:pt x="58465" y="182424"/>
                    <a:pt x="56248" y="180931"/>
                    <a:pt x="54080" y="179370"/>
                  </a:cubicBezTo>
                  <a:cubicBezTo>
                    <a:pt x="51911" y="177810"/>
                    <a:pt x="49791" y="176183"/>
                    <a:pt x="47722" y="174492"/>
                  </a:cubicBezTo>
                  <a:cubicBezTo>
                    <a:pt x="45653" y="172801"/>
                    <a:pt x="43637" y="171047"/>
                    <a:pt x="41677" y="169231"/>
                  </a:cubicBezTo>
                  <a:cubicBezTo>
                    <a:pt x="39717" y="167416"/>
                    <a:pt x="37812" y="165541"/>
                    <a:pt x="35968" y="163608"/>
                  </a:cubicBezTo>
                  <a:cubicBezTo>
                    <a:pt x="34123" y="161676"/>
                    <a:pt x="32338" y="159687"/>
                    <a:pt x="30615" y="157644"/>
                  </a:cubicBezTo>
                  <a:cubicBezTo>
                    <a:pt x="28893" y="155602"/>
                    <a:pt x="27234" y="153506"/>
                    <a:pt x="25641" y="151362"/>
                  </a:cubicBezTo>
                  <a:cubicBezTo>
                    <a:pt x="24048" y="149217"/>
                    <a:pt x="22521" y="147023"/>
                    <a:pt x="21063" y="144784"/>
                  </a:cubicBezTo>
                  <a:cubicBezTo>
                    <a:pt x="19605" y="142545"/>
                    <a:pt x="18216" y="140262"/>
                    <a:pt x="16899" y="137938"/>
                  </a:cubicBezTo>
                  <a:cubicBezTo>
                    <a:pt x="15582" y="135613"/>
                    <a:pt x="14336" y="133249"/>
                    <a:pt x="13165" y="130847"/>
                  </a:cubicBezTo>
                  <a:cubicBezTo>
                    <a:pt x="11993" y="128446"/>
                    <a:pt x="10896" y="126009"/>
                    <a:pt x="9875" y="123540"/>
                  </a:cubicBezTo>
                  <a:cubicBezTo>
                    <a:pt x="8853" y="121072"/>
                    <a:pt x="7908" y="118572"/>
                    <a:pt x="7041" y="116045"/>
                  </a:cubicBezTo>
                  <a:cubicBezTo>
                    <a:pt x="6173" y="113518"/>
                    <a:pt x="5384" y="110964"/>
                    <a:pt x="4674" y="108389"/>
                  </a:cubicBezTo>
                  <a:cubicBezTo>
                    <a:pt x="3964" y="105813"/>
                    <a:pt x="3334" y="103216"/>
                    <a:pt x="2784" y="100601"/>
                  </a:cubicBezTo>
                  <a:cubicBezTo>
                    <a:pt x="2234" y="97987"/>
                    <a:pt x="1765" y="95356"/>
                    <a:pt x="1377" y="92712"/>
                  </a:cubicBezTo>
                  <a:cubicBezTo>
                    <a:pt x="989" y="90069"/>
                    <a:pt x="683" y="87414"/>
                    <a:pt x="459" y="84752"/>
                  </a:cubicBezTo>
                  <a:cubicBezTo>
                    <a:pt x="234" y="82089"/>
                    <a:pt x="92" y="79421"/>
                    <a:pt x="33" y="76749"/>
                  </a:cubicBezTo>
                  <a:cubicBezTo>
                    <a:pt x="-27" y="74078"/>
                    <a:pt x="-5" y="71406"/>
                    <a:pt x="100" y="68736"/>
                  </a:cubicBezTo>
                  <a:cubicBezTo>
                    <a:pt x="205" y="66066"/>
                    <a:pt x="392" y="63401"/>
                    <a:pt x="662" y="60742"/>
                  </a:cubicBezTo>
                  <a:cubicBezTo>
                    <a:pt x="931" y="58084"/>
                    <a:pt x="1282" y="55435"/>
                    <a:pt x="1715" y="52798"/>
                  </a:cubicBezTo>
                  <a:cubicBezTo>
                    <a:pt x="2147" y="50162"/>
                    <a:pt x="2661" y="47539"/>
                    <a:pt x="3255" y="44934"/>
                  </a:cubicBezTo>
                  <a:cubicBezTo>
                    <a:pt x="3849" y="42329"/>
                    <a:pt x="4523" y="39743"/>
                    <a:pt x="5277" y="37180"/>
                  </a:cubicBezTo>
                  <a:cubicBezTo>
                    <a:pt x="5334" y="36987"/>
                    <a:pt x="5396" y="36795"/>
                    <a:pt x="5465" y="36605"/>
                  </a:cubicBezTo>
                  <a:cubicBezTo>
                    <a:pt x="5533" y="36416"/>
                    <a:pt x="5607" y="36228"/>
                    <a:pt x="5687" y="36043"/>
                  </a:cubicBezTo>
                  <a:cubicBezTo>
                    <a:pt x="5767" y="35858"/>
                    <a:pt x="5852" y="35675"/>
                    <a:pt x="5943" y="35495"/>
                  </a:cubicBezTo>
                  <a:cubicBezTo>
                    <a:pt x="6034" y="35315"/>
                    <a:pt x="6130" y="35138"/>
                    <a:pt x="6232" y="34964"/>
                  </a:cubicBezTo>
                  <a:cubicBezTo>
                    <a:pt x="6333" y="34789"/>
                    <a:pt x="6440" y="34618"/>
                    <a:pt x="6552" y="34451"/>
                  </a:cubicBezTo>
                  <a:cubicBezTo>
                    <a:pt x="6664" y="34283"/>
                    <a:pt x="6781" y="34119"/>
                    <a:pt x="6903" y="33958"/>
                  </a:cubicBezTo>
                  <a:cubicBezTo>
                    <a:pt x="7024" y="33797"/>
                    <a:pt x="7151" y="33640"/>
                    <a:pt x="7282" y="33487"/>
                  </a:cubicBezTo>
                  <a:cubicBezTo>
                    <a:pt x="7414" y="33334"/>
                    <a:pt x="7549" y="33185"/>
                    <a:pt x="7690" y="33041"/>
                  </a:cubicBezTo>
                  <a:cubicBezTo>
                    <a:pt x="7830" y="32896"/>
                    <a:pt x="7975" y="32755"/>
                    <a:pt x="8123" y="32619"/>
                  </a:cubicBezTo>
                  <a:cubicBezTo>
                    <a:pt x="8272" y="32483"/>
                    <a:pt x="8425" y="32352"/>
                    <a:pt x="8582" y="32225"/>
                  </a:cubicBezTo>
                  <a:cubicBezTo>
                    <a:pt x="8739" y="32098"/>
                    <a:pt x="8899" y="31976"/>
                    <a:pt x="9063" y="31859"/>
                  </a:cubicBezTo>
                  <a:cubicBezTo>
                    <a:pt x="9227" y="31742"/>
                    <a:pt x="9395" y="31630"/>
                    <a:pt x="9566" y="31523"/>
                  </a:cubicBezTo>
                  <a:cubicBezTo>
                    <a:pt x="9737" y="31416"/>
                    <a:pt x="9911" y="31314"/>
                    <a:pt x="10088" y="31218"/>
                  </a:cubicBezTo>
                  <a:cubicBezTo>
                    <a:pt x="10265" y="31121"/>
                    <a:pt x="10445" y="31030"/>
                    <a:pt x="10628" y="30945"/>
                  </a:cubicBezTo>
                  <a:cubicBezTo>
                    <a:pt x="10810" y="30859"/>
                    <a:pt x="10995" y="30779"/>
                    <a:pt x="11183" y="30705"/>
                  </a:cubicBezTo>
                  <a:cubicBezTo>
                    <a:pt x="11370" y="30630"/>
                    <a:pt x="11560" y="30562"/>
                    <a:pt x="11751" y="30499"/>
                  </a:cubicBezTo>
                  <a:cubicBezTo>
                    <a:pt x="11943" y="30436"/>
                    <a:pt x="12136" y="30379"/>
                    <a:pt x="12331" y="30328"/>
                  </a:cubicBezTo>
                  <a:cubicBezTo>
                    <a:pt x="12526" y="30276"/>
                    <a:pt x="12723" y="30231"/>
                    <a:pt x="12920" y="30192"/>
                  </a:cubicBezTo>
                  <a:cubicBezTo>
                    <a:pt x="13118" y="30152"/>
                    <a:pt x="13317" y="30119"/>
                    <a:pt x="13517" y="30092"/>
                  </a:cubicBezTo>
                  <a:cubicBezTo>
                    <a:pt x="13717" y="30064"/>
                    <a:pt x="13917" y="30043"/>
                    <a:pt x="14118" y="30028"/>
                  </a:cubicBezTo>
                  <a:cubicBezTo>
                    <a:pt x="14319" y="30013"/>
                    <a:pt x="14521" y="30004"/>
                    <a:pt x="14722" y="30001"/>
                  </a:cubicBezTo>
                  <a:cubicBezTo>
                    <a:pt x="14924" y="29998"/>
                    <a:pt x="15125" y="30001"/>
                    <a:pt x="15327" y="30010"/>
                  </a:cubicBezTo>
                  <a:cubicBezTo>
                    <a:pt x="17582" y="30113"/>
                    <a:pt x="19840" y="30147"/>
                    <a:pt x="22098" y="30111"/>
                  </a:cubicBezTo>
                  <a:cubicBezTo>
                    <a:pt x="24355" y="30075"/>
                    <a:pt x="26611" y="29970"/>
                    <a:pt x="28862" y="29795"/>
                  </a:cubicBezTo>
                  <a:cubicBezTo>
                    <a:pt x="31113" y="29620"/>
                    <a:pt x="33358" y="29376"/>
                    <a:pt x="35594" y="29063"/>
                  </a:cubicBezTo>
                  <a:cubicBezTo>
                    <a:pt x="37830" y="28750"/>
                    <a:pt x="40056" y="28369"/>
                    <a:pt x="42268" y="27919"/>
                  </a:cubicBezTo>
                  <a:cubicBezTo>
                    <a:pt x="44481" y="27469"/>
                    <a:pt x="46679" y="26951"/>
                    <a:pt x="48859" y="26366"/>
                  </a:cubicBezTo>
                  <a:cubicBezTo>
                    <a:pt x="51040" y="25781"/>
                    <a:pt x="53202" y="25129"/>
                    <a:pt x="55343" y="24410"/>
                  </a:cubicBezTo>
                  <a:cubicBezTo>
                    <a:pt x="57483" y="23692"/>
                    <a:pt x="59601" y="22908"/>
                    <a:pt x="61693" y="22060"/>
                  </a:cubicBezTo>
                  <a:cubicBezTo>
                    <a:pt x="63785" y="21211"/>
                    <a:pt x="65851" y="20298"/>
                    <a:pt x="67887" y="19323"/>
                  </a:cubicBezTo>
                  <a:cubicBezTo>
                    <a:pt x="69923" y="18347"/>
                    <a:pt x="71929" y="17309"/>
                    <a:pt x="73901" y="16210"/>
                  </a:cubicBezTo>
                  <a:cubicBezTo>
                    <a:pt x="75873" y="15111"/>
                    <a:pt x="77811" y="13951"/>
                    <a:pt x="79711" y="12733"/>
                  </a:cubicBezTo>
                  <a:cubicBezTo>
                    <a:pt x="81612" y="11514"/>
                    <a:pt x="83475" y="10238"/>
                    <a:pt x="85297" y="8905"/>
                  </a:cubicBezTo>
                  <a:cubicBezTo>
                    <a:pt x="87119" y="7571"/>
                    <a:pt x="88900" y="6183"/>
                    <a:pt x="90637" y="4740"/>
                  </a:cubicBezTo>
                  <a:lnTo>
                    <a:pt x="93267" y="2490"/>
                  </a:lnTo>
                  <a:lnTo>
                    <a:pt x="94227" y="1740"/>
                  </a:lnTo>
                  <a:cubicBezTo>
                    <a:pt x="94395" y="1625"/>
                    <a:pt x="94567" y="1515"/>
                    <a:pt x="94742" y="1410"/>
                  </a:cubicBezTo>
                  <a:cubicBezTo>
                    <a:pt x="94918" y="1306"/>
                    <a:pt x="95096" y="1207"/>
                    <a:pt x="95277" y="1113"/>
                  </a:cubicBezTo>
                  <a:cubicBezTo>
                    <a:pt x="95459" y="1019"/>
                    <a:pt x="95643" y="931"/>
                    <a:pt x="95829" y="849"/>
                  </a:cubicBezTo>
                  <a:cubicBezTo>
                    <a:pt x="96016" y="767"/>
                    <a:pt x="96205" y="691"/>
                    <a:pt x="96397" y="620"/>
                  </a:cubicBezTo>
                  <a:lnTo>
                    <a:pt x="97517" y="280"/>
                  </a:lnTo>
                  <a:cubicBezTo>
                    <a:pt x="97713" y="233"/>
                    <a:pt x="97910" y="191"/>
                    <a:pt x="98109" y="156"/>
                  </a:cubicBezTo>
                  <a:cubicBezTo>
                    <a:pt x="98307" y="121"/>
                    <a:pt x="98507" y="93"/>
                    <a:pt x="98707" y="70"/>
                  </a:cubicBezTo>
                  <a:lnTo>
                    <a:pt x="99857" y="0"/>
                  </a:lnTo>
                  <a:close/>
                  <a:moveTo>
                    <a:pt x="136957" y="72930"/>
                  </a:moveTo>
                  <a:cubicBezTo>
                    <a:pt x="136814" y="72787"/>
                    <a:pt x="136668" y="72649"/>
                    <a:pt x="136517" y="72515"/>
                  </a:cubicBezTo>
                  <a:cubicBezTo>
                    <a:pt x="136366" y="72382"/>
                    <a:pt x="136211" y="72253"/>
                    <a:pt x="136053" y="72128"/>
                  </a:cubicBezTo>
                  <a:cubicBezTo>
                    <a:pt x="135894" y="72004"/>
                    <a:pt x="135732" y="71884"/>
                    <a:pt x="135566" y="71770"/>
                  </a:cubicBezTo>
                  <a:cubicBezTo>
                    <a:pt x="135400" y="71655"/>
                    <a:pt x="135231" y="71546"/>
                    <a:pt x="135059" y="71441"/>
                  </a:cubicBezTo>
                  <a:cubicBezTo>
                    <a:pt x="134886" y="71337"/>
                    <a:pt x="134711" y="71238"/>
                    <a:pt x="134532" y="71144"/>
                  </a:cubicBezTo>
                  <a:cubicBezTo>
                    <a:pt x="134354" y="71050"/>
                    <a:pt x="134172" y="70962"/>
                    <a:pt x="133989" y="70879"/>
                  </a:cubicBezTo>
                  <a:cubicBezTo>
                    <a:pt x="133805" y="70797"/>
                    <a:pt x="133619" y="70719"/>
                    <a:pt x="133430" y="70648"/>
                  </a:cubicBezTo>
                  <a:cubicBezTo>
                    <a:pt x="133242" y="70576"/>
                    <a:pt x="133051" y="70511"/>
                    <a:pt x="132859" y="70451"/>
                  </a:cubicBezTo>
                  <a:cubicBezTo>
                    <a:pt x="132667" y="70391"/>
                    <a:pt x="132472" y="70336"/>
                    <a:pt x="132277" y="70288"/>
                  </a:cubicBezTo>
                  <a:cubicBezTo>
                    <a:pt x="132081" y="70240"/>
                    <a:pt x="131884" y="70198"/>
                    <a:pt x="131686" y="70161"/>
                  </a:cubicBezTo>
                  <a:cubicBezTo>
                    <a:pt x="131487" y="70125"/>
                    <a:pt x="131288" y="70094"/>
                    <a:pt x="131088" y="70070"/>
                  </a:cubicBezTo>
                  <a:cubicBezTo>
                    <a:pt x="130888" y="70046"/>
                    <a:pt x="130687" y="70028"/>
                    <a:pt x="130486" y="70015"/>
                  </a:cubicBezTo>
                  <a:cubicBezTo>
                    <a:pt x="130285" y="70003"/>
                    <a:pt x="130083" y="69997"/>
                    <a:pt x="129882" y="69997"/>
                  </a:cubicBezTo>
                  <a:cubicBezTo>
                    <a:pt x="129680" y="69997"/>
                    <a:pt x="129479" y="70003"/>
                    <a:pt x="129278" y="70015"/>
                  </a:cubicBezTo>
                  <a:cubicBezTo>
                    <a:pt x="129076" y="70028"/>
                    <a:pt x="128876" y="70046"/>
                    <a:pt x="128676" y="70070"/>
                  </a:cubicBezTo>
                  <a:cubicBezTo>
                    <a:pt x="128476" y="70094"/>
                    <a:pt x="128276" y="70125"/>
                    <a:pt x="128078" y="70161"/>
                  </a:cubicBezTo>
                  <a:cubicBezTo>
                    <a:pt x="127880" y="70198"/>
                    <a:pt x="127683" y="70240"/>
                    <a:pt x="127487" y="70288"/>
                  </a:cubicBezTo>
                  <a:cubicBezTo>
                    <a:pt x="127291" y="70336"/>
                    <a:pt x="127097" y="70391"/>
                    <a:pt x="126905" y="70451"/>
                  </a:cubicBezTo>
                  <a:cubicBezTo>
                    <a:pt x="126712" y="70511"/>
                    <a:pt x="126522" y="70576"/>
                    <a:pt x="126333" y="70648"/>
                  </a:cubicBezTo>
                  <a:cubicBezTo>
                    <a:pt x="126145" y="70719"/>
                    <a:pt x="125959" y="70797"/>
                    <a:pt x="125775" y="70879"/>
                  </a:cubicBezTo>
                  <a:cubicBezTo>
                    <a:pt x="125591" y="70962"/>
                    <a:pt x="125410" y="71050"/>
                    <a:pt x="125232" y="71144"/>
                  </a:cubicBezTo>
                  <a:cubicBezTo>
                    <a:pt x="125053" y="71238"/>
                    <a:pt x="124878" y="71337"/>
                    <a:pt x="124705" y="71441"/>
                  </a:cubicBezTo>
                  <a:cubicBezTo>
                    <a:pt x="124533" y="71546"/>
                    <a:pt x="124364" y="71655"/>
                    <a:pt x="124198" y="71770"/>
                  </a:cubicBezTo>
                  <a:cubicBezTo>
                    <a:pt x="124032" y="71884"/>
                    <a:pt x="123870" y="72004"/>
                    <a:pt x="123711" y="72128"/>
                  </a:cubicBezTo>
                  <a:cubicBezTo>
                    <a:pt x="123552" y="72253"/>
                    <a:pt x="123398" y="72382"/>
                    <a:pt x="123247" y="72515"/>
                  </a:cubicBezTo>
                  <a:cubicBezTo>
                    <a:pt x="123096" y="72649"/>
                    <a:pt x="122949" y="72787"/>
                    <a:pt x="122807" y="72930"/>
                  </a:cubicBezTo>
                  <a:lnTo>
                    <a:pt x="89877" y="105850"/>
                  </a:lnTo>
                  <a:lnTo>
                    <a:pt x="76947" y="92930"/>
                  </a:lnTo>
                  <a:lnTo>
                    <a:pt x="76007" y="92100"/>
                  </a:lnTo>
                  <a:cubicBezTo>
                    <a:pt x="75841" y="91972"/>
                    <a:pt x="75672" y="91849"/>
                    <a:pt x="75499" y="91732"/>
                  </a:cubicBezTo>
                  <a:cubicBezTo>
                    <a:pt x="75325" y="91615"/>
                    <a:pt x="75149" y="91503"/>
                    <a:pt x="74968" y="91396"/>
                  </a:cubicBezTo>
                  <a:cubicBezTo>
                    <a:pt x="74788" y="91290"/>
                    <a:pt x="74605" y="91190"/>
                    <a:pt x="74418" y="91095"/>
                  </a:cubicBezTo>
                  <a:cubicBezTo>
                    <a:pt x="74231" y="91000"/>
                    <a:pt x="74042" y="90911"/>
                    <a:pt x="73850" y="90828"/>
                  </a:cubicBezTo>
                  <a:cubicBezTo>
                    <a:pt x="73658" y="90746"/>
                    <a:pt x="73463" y="90669"/>
                    <a:pt x="73266" y="90598"/>
                  </a:cubicBezTo>
                  <a:cubicBezTo>
                    <a:pt x="73069" y="90527"/>
                    <a:pt x="72870" y="90463"/>
                    <a:pt x="72669" y="90405"/>
                  </a:cubicBezTo>
                  <a:cubicBezTo>
                    <a:pt x="72468" y="90347"/>
                    <a:pt x="72265" y="90295"/>
                    <a:pt x="72061" y="90249"/>
                  </a:cubicBezTo>
                  <a:cubicBezTo>
                    <a:pt x="71857" y="90204"/>
                    <a:pt x="71651" y="90165"/>
                    <a:pt x="71444" y="90133"/>
                  </a:cubicBezTo>
                  <a:cubicBezTo>
                    <a:pt x="71238" y="90100"/>
                    <a:pt x="71030" y="90074"/>
                    <a:pt x="70822" y="90054"/>
                  </a:cubicBezTo>
                  <a:cubicBezTo>
                    <a:pt x="70613" y="90035"/>
                    <a:pt x="70405" y="90022"/>
                    <a:pt x="70195" y="90016"/>
                  </a:cubicBezTo>
                  <a:cubicBezTo>
                    <a:pt x="69986" y="90009"/>
                    <a:pt x="69777" y="90009"/>
                    <a:pt x="69568" y="90016"/>
                  </a:cubicBezTo>
                  <a:cubicBezTo>
                    <a:pt x="69359" y="90023"/>
                    <a:pt x="69150" y="90036"/>
                    <a:pt x="68942" y="90056"/>
                  </a:cubicBezTo>
                  <a:cubicBezTo>
                    <a:pt x="68733" y="90076"/>
                    <a:pt x="68526" y="90102"/>
                    <a:pt x="68319" y="90135"/>
                  </a:cubicBezTo>
                  <a:cubicBezTo>
                    <a:pt x="68112" y="90168"/>
                    <a:pt x="67907" y="90207"/>
                    <a:pt x="67703" y="90253"/>
                  </a:cubicBezTo>
                  <a:cubicBezTo>
                    <a:pt x="67499" y="90299"/>
                    <a:pt x="67296" y="90351"/>
                    <a:pt x="67095" y="90409"/>
                  </a:cubicBezTo>
                  <a:cubicBezTo>
                    <a:pt x="66894" y="90468"/>
                    <a:pt x="66695" y="90533"/>
                    <a:pt x="66498" y="90604"/>
                  </a:cubicBezTo>
                  <a:cubicBezTo>
                    <a:pt x="66301" y="90675"/>
                    <a:pt x="66107" y="90752"/>
                    <a:pt x="65915" y="90835"/>
                  </a:cubicBezTo>
                  <a:cubicBezTo>
                    <a:pt x="65723" y="90918"/>
                    <a:pt x="65534" y="91007"/>
                    <a:pt x="65347" y="91102"/>
                  </a:cubicBezTo>
                  <a:cubicBezTo>
                    <a:pt x="65161" y="91197"/>
                    <a:pt x="64977" y="91298"/>
                    <a:pt x="64797" y="91405"/>
                  </a:cubicBezTo>
                  <a:cubicBezTo>
                    <a:pt x="64617" y="91511"/>
                    <a:pt x="64441" y="91624"/>
                    <a:pt x="64268" y="91741"/>
                  </a:cubicBezTo>
                  <a:cubicBezTo>
                    <a:pt x="64095" y="91859"/>
                    <a:pt x="63925" y="91982"/>
                    <a:pt x="63760" y="92110"/>
                  </a:cubicBezTo>
                  <a:cubicBezTo>
                    <a:pt x="63595" y="92238"/>
                    <a:pt x="63433" y="92372"/>
                    <a:pt x="63276" y="92510"/>
                  </a:cubicBezTo>
                  <a:cubicBezTo>
                    <a:pt x="63119" y="92649"/>
                    <a:pt x="62967" y="92792"/>
                    <a:pt x="62819" y="92940"/>
                  </a:cubicBezTo>
                  <a:cubicBezTo>
                    <a:pt x="62671" y="93088"/>
                    <a:pt x="62528" y="93240"/>
                    <a:pt x="62389" y="93397"/>
                  </a:cubicBezTo>
                  <a:cubicBezTo>
                    <a:pt x="62251" y="93554"/>
                    <a:pt x="62118" y="93715"/>
                    <a:pt x="61989" y="93881"/>
                  </a:cubicBezTo>
                  <a:cubicBezTo>
                    <a:pt x="61861" y="94046"/>
                    <a:pt x="61738" y="94215"/>
                    <a:pt x="61620" y="94388"/>
                  </a:cubicBezTo>
                  <a:cubicBezTo>
                    <a:pt x="61503" y="94561"/>
                    <a:pt x="61391" y="94738"/>
                    <a:pt x="61284" y="94918"/>
                  </a:cubicBezTo>
                  <a:cubicBezTo>
                    <a:pt x="61177" y="95098"/>
                    <a:pt x="61077" y="95282"/>
                    <a:pt x="60981" y="95468"/>
                  </a:cubicBezTo>
                  <a:cubicBezTo>
                    <a:pt x="60886" y="95654"/>
                    <a:pt x="60797" y="95844"/>
                    <a:pt x="60714" y="96036"/>
                  </a:cubicBezTo>
                  <a:cubicBezTo>
                    <a:pt x="60631" y="96228"/>
                    <a:pt x="60554" y="96422"/>
                    <a:pt x="60483" y="96619"/>
                  </a:cubicBezTo>
                  <a:cubicBezTo>
                    <a:pt x="60412" y="96816"/>
                    <a:pt x="60347" y="97015"/>
                    <a:pt x="60289" y="97216"/>
                  </a:cubicBezTo>
                  <a:cubicBezTo>
                    <a:pt x="60230" y="97417"/>
                    <a:pt x="60178" y="97619"/>
                    <a:pt x="60132" y="97823"/>
                  </a:cubicBezTo>
                  <a:cubicBezTo>
                    <a:pt x="60086" y="98028"/>
                    <a:pt x="60047" y="98233"/>
                    <a:pt x="60014" y="98440"/>
                  </a:cubicBezTo>
                  <a:cubicBezTo>
                    <a:pt x="59981" y="98646"/>
                    <a:pt x="59955" y="98854"/>
                    <a:pt x="59935" y="99062"/>
                  </a:cubicBezTo>
                  <a:cubicBezTo>
                    <a:pt x="59915" y="99271"/>
                    <a:pt x="59902" y="99479"/>
                    <a:pt x="59895" y="99689"/>
                  </a:cubicBezTo>
                  <a:cubicBezTo>
                    <a:pt x="59888" y="99898"/>
                    <a:pt x="59888" y="100107"/>
                    <a:pt x="59895" y="100316"/>
                  </a:cubicBezTo>
                  <a:cubicBezTo>
                    <a:pt x="59901" y="100525"/>
                    <a:pt x="59914" y="100734"/>
                    <a:pt x="59933" y="100943"/>
                  </a:cubicBezTo>
                  <a:cubicBezTo>
                    <a:pt x="59953" y="101151"/>
                    <a:pt x="59979" y="101358"/>
                    <a:pt x="60011" y="101565"/>
                  </a:cubicBezTo>
                  <a:cubicBezTo>
                    <a:pt x="60044" y="101772"/>
                    <a:pt x="60083" y="101977"/>
                    <a:pt x="60128" y="102182"/>
                  </a:cubicBezTo>
                  <a:cubicBezTo>
                    <a:pt x="60174" y="102386"/>
                    <a:pt x="60226" y="102589"/>
                    <a:pt x="60284" y="102790"/>
                  </a:cubicBezTo>
                  <a:cubicBezTo>
                    <a:pt x="60342" y="102991"/>
                    <a:pt x="60406" y="103190"/>
                    <a:pt x="60477" y="103387"/>
                  </a:cubicBezTo>
                  <a:cubicBezTo>
                    <a:pt x="60548" y="103584"/>
                    <a:pt x="60624" y="103778"/>
                    <a:pt x="60707" y="103971"/>
                  </a:cubicBezTo>
                  <a:cubicBezTo>
                    <a:pt x="60790" y="104163"/>
                    <a:pt x="60879" y="104352"/>
                    <a:pt x="60974" y="104539"/>
                  </a:cubicBezTo>
                  <a:cubicBezTo>
                    <a:pt x="61068" y="104725"/>
                    <a:pt x="61169" y="104909"/>
                    <a:pt x="61275" y="105089"/>
                  </a:cubicBezTo>
                  <a:cubicBezTo>
                    <a:pt x="61381" y="105269"/>
                    <a:pt x="61493" y="105446"/>
                    <a:pt x="61611" y="105619"/>
                  </a:cubicBezTo>
                  <a:cubicBezTo>
                    <a:pt x="61728" y="105793"/>
                    <a:pt x="61851" y="105962"/>
                    <a:pt x="61979" y="106128"/>
                  </a:cubicBezTo>
                  <a:cubicBezTo>
                    <a:pt x="62107" y="106293"/>
                    <a:pt x="62240" y="106455"/>
                    <a:pt x="62378" y="106612"/>
                  </a:cubicBezTo>
                  <a:cubicBezTo>
                    <a:pt x="62516" y="106769"/>
                    <a:pt x="62659" y="106922"/>
                    <a:pt x="62807" y="107070"/>
                  </a:cubicBezTo>
                  <a:lnTo>
                    <a:pt x="82807" y="127070"/>
                  </a:lnTo>
                  <a:lnTo>
                    <a:pt x="83747" y="127900"/>
                  </a:lnTo>
                  <a:cubicBezTo>
                    <a:pt x="83912" y="128028"/>
                    <a:pt x="84082" y="128152"/>
                    <a:pt x="84255" y="128269"/>
                  </a:cubicBezTo>
                  <a:cubicBezTo>
                    <a:pt x="84428" y="128387"/>
                    <a:pt x="84605" y="128499"/>
                    <a:pt x="84785" y="128606"/>
                  </a:cubicBezTo>
                  <a:cubicBezTo>
                    <a:pt x="84966" y="128713"/>
                    <a:pt x="85149" y="128813"/>
                    <a:pt x="85336" y="128909"/>
                  </a:cubicBezTo>
                  <a:cubicBezTo>
                    <a:pt x="85523" y="129004"/>
                    <a:pt x="85712" y="129093"/>
                    <a:pt x="85904" y="129176"/>
                  </a:cubicBezTo>
                  <a:cubicBezTo>
                    <a:pt x="86097" y="129259"/>
                    <a:pt x="86291" y="129336"/>
                    <a:pt x="86488" y="129407"/>
                  </a:cubicBezTo>
                  <a:cubicBezTo>
                    <a:pt x="86686" y="129478"/>
                    <a:pt x="86885" y="129543"/>
                    <a:pt x="87086" y="129601"/>
                  </a:cubicBezTo>
                  <a:cubicBezTo>
                    <a:pt x="87287" y="129660"/>
                    <a:pt x="87490" y="129712"/>
                    <a:pt x="87694" y="129758"/>
                  </a:cubicBezTo>
                  <a:cubicBezTo>
                    <a:pt x="87899" y="129803"/>
                    <a:pt x="88105" y="129843"/>
                    <a:pt x="88311" y="129875"/>
                  </a:cubicBezTo>
                  <a:cubicBezTo>
                    <a:pt x="88518" y="129908"/>
                    <a:pt x="88726" y="129934"/>
                    <a:pt x="88935" y="129954"/>
                  </a:cubicBezTo>
                  <a:cubicBezTo>
                    <a:pt x="89143" y="129974"/>
                    <a:pt x="89352" y="129987"/>
                    <a:pt x="89562" y="129994"/>
                  </a:cubicBezTo>
                  <a:cubicBezTo>
                    <a:pt x="89771" y="130000"/>
                    <a:pt x="89981" y="130000"/>
                    <a:pt x="90190" y="129994"/>
                  </a:cubicBezTo>
                  <a:cubicBezTo>
                    <a:pt x="90399" y="129987"/>
                    <a:pt x="90608" y="129974"/>
                    <a:pt x="90817" y="129954"/>
                  </a:cubicBezTo>
                  <a:cubicBezTo>
                    <a:pt x="91025" y="129935"/>
                    <a:pt x="91233" y="129908"/>
                    <a:pt x="91440" y="129876"/>
                  </a:cubicBezTo>
                  <a:cubicBezTo>
                    <a:pt x="91647" y="129843"/>
                    <a:pt x="91853" y="129804"/>
                    <a:pt x="92057" y="129758"/>
                  </a:cubicBezTo>
                  <a:cubicBezTo>
                    <a:pt x="92262" y="129712"/>
                    <a:pt x="92465" y="129660"/>
                    <a:pt x="92666" y="129602"/>
                  </a:cubicBezTo>
                  <a:cubicBezTo>
                    <a:pt x="92867" y="129543"/>
                    <a:pt x="93066" y="129478"/>
                    <a:pt x="93263" y="129408"/>
                  </a:cubicBezTo>
                  <a:cubicBezTo>
                    <a:pt x="93460" y="129337"/>
                    <a:pt x="93655" y="129259"/>
                    <a:pt x="93847" y="129176"/>
                  </a:cubicBezTo>
                  <a:cubicBezTo>
                    <a:pt x="94039" y="129093"/>
                    <a:pt x="94229" y="129004"/>
                    <a:pt x="94416" y="128909"/>
                  </a:cubicBezTo>
                  <a:cubicBezTo>
                    <a:pt x="94602" y="128814"/>
                    <a:pt x="94786" y="128713"/>
                    <a:pt x="94966" y="128606"/>
                  </a:cubicBezTo>
                  <a:cubicBezTo>
                    <a:pt x="95146" y="128500"/>
                    <a:pt x="95323" y="128387"/>
                    <a:pt x="95497" y="128270"/>
                  </a:cubicBezTo>
                  <a:cubicBezTo>
                    <a:pt x="95670" y="128152"/>
                    <a:pt x="95839" y="128029"/>
                    <a:pt x="96005" y="127900"/>
                  </a:cubicBezTo>
                  <a:cubicBezTo>
                    <a:pt x="96170" y="127772"/>
                    <a:pt x="96332" y="127639"/>
                    <a:pt x="96489" y="127500"/>
                  </a:cubicBezTo>
                  <a:cubicBezTo>
                    <a:pt x="96646" y="127362"/>
                    <a:pt x="96799" y="127218"/>
                    <a:pt x="96947" y="127070"/>
                  </a:cubicBezTo>
                  <a:lnTo>
                    <a:pt x="136947" y="87070"/>
                  </a:lnTo>
                  <a:lnTo>
                    <a:pt x="137777" y="86130"/>
                  </a:lnTo>
                  <a:cubicBezTo>
                    <a:pt x="137905" y="85965"/>
                    <a:pt x="138028" y="85795"/>
                    <a:pt x="138146" y="85622"/>
                  </a:cubicBezTo>
                  <a:cubicBezTo>
                    <a:pt x="138264" y="85449"/>
                    <a:pt x="138376" y="85272"/>
                    <a:pt x="138483" y="85091"/>
                  </a:cubicBezTo>
                  <a:cubicBezTo>
                    <a:pt x="138589" y="84911"/>
                    <a:pt x="138690" y="84728"/>
                    <a:pt x="138785" y="84541"/>
                  </a:cubicBezTo>
                  <a:cubicBezTo>
                    <a:pt x="138880" y="84354"/>
                    <a:pt x="138970" y="84165"/>
                    <a:pt x="139053" y="83972"/>
                  </a:cubicBezTo>
                  <a:cubicBezTo>
                    <a:pt x="139136" y="83780"/>
                    <a:pt x="139213" y="83585"/>
                    <a:pt x="139284" y="83388"/>
                  </a:cubicBezTo>
                  <a:cubicBezTo>
                    <a:pt x="139355" y="83191"/>
                    <a:pt x="139420" y="82992"/>
                    <a:pt x="139478" y="82791"/>
                  </a:cubicBezTo>
                  <a:cubicBezTo>
                    <a:pt x="139537" y="82590"/>
                    <a:pt x="139589" y="82387"/>
                    <a:pt x="139635" y="82182"/>
                  </a:cubicBezTo>
                  <a:cubicBezTo>
                    <a:pt x="139680" y="81978"/>
                    <a:pt x="139720" y="81772"/>
                    <a:pt x="139752" y="81565"/>
                  </a:cubicBezTo>
                  <a:cubicBezTo>
                    <a:pt x="139785" y="81359"/>
                    <a:pt x="139811" y="81151"/>
                    <a:pt x="139831" y="80942"/>
                  </a:cubicBezTo>
                  <a:cubicBezTo>
                    <a:pt x="139851" y="80734"/>
                    <a:pt x="139864" y="80525"/>
                    <a:pt x="139871" y="80315"/>
                  </a:cubicBezTo>
                  <a:cubicBezTo>
                    <a:pt x="139877" y="80106"/>
                    <a:pt x="139877" y="79896"/>
                    <a:pt x="139871" y="79687"/>
                  </a:cubicBezTo>
                  <a:cubicBezTo>
                    <a:pt x="139864" y="79478"/>
                    <a:pt x="139851" y="79269"/>
                    <a:pt x="139831" y="79060"/>
                  </a:cubicBezTo>
                  <a:cubicBezTo>
                    <a:pt x="139811" y="78851"/>
                    <a:pt x="139785" y="78644"/>
                    <a:pt x="139752" y="78437"/>
                  </a:cubicBezTo>
                  <a:cubicBezTo>
                    <a:pt x="139720" y="78230"/>
                    <a:pt x="139680" y="78024"/>
                    <a:pt x="139635" y="77820"/>
                  </a:cubicBezTo>
                  <a:cubicBezTo>
                    <a:pt x="139589" y="77615"/>
                    <a:pt x="139537" y="77412"/>
                    <a:pt x="139479" y="77211"/>
                  </a:cubicBezTo>
                  <a:cubicBezTo>
                    <a:pt x="139420" y="77010"/>
                    <a:pt x="139355" y="76811"/>
                    <a:pt x="139284" y="76614"/>
                  </a:cubicBezTo>
                  <a:cubicBezTo>
                    <a:pt x="139213" y="76417"/>
                    <a:pt x="139136" y="76222"/>
                    <a:pt x="139053" y="76030"/>
                  </a:cubicBezTo>
                  <a:cubicBezTo>
                    <a:pt x="138970" y="75837"/>
                    <a:pt x="138881" y="75648"/>
                    <a:pt x="138786" y="75461"/>
                  </a:cubicBezTo>
                  <a:cubicBezTo>
                    <a:pt x="138691" y="75275"/>
                    <a:pt x="138590" y="75091"/>
                    <a:pt x="138483" y="74911"/>
                  </a:cubicBezTo>
                  <a:cubicBezTo>
                    <a:pt x="138376" y="74730"/>
                    <a:pt x="138264" y="74554"/>
                    <a:pt x="138147" y="74380"/>
                  </a:cubicBezTo>
                  <a:cubicBezTo>
                    <a:pt x="138029" y="74207"/>
                    <a:pt x="137906" y="74038"/>
                    <a:pt x="137777" y="73872"/>
                  </a:cubicBezTo>
                  <a:cubicBezTo>
                    <a:pt x="137649" y="73707"/>
                    <a:pt x="137515" y="73545"/>
                    <a:pt x="137377" y="73388"/>
                  </a:cubicBezTo>
                  <a:cubicBezTo>
                    <a:pt x="137238" y="73231"/>
                    <a:pt x="137095" y="73078"/>
                    <a:pt x="136947" y="72930"/>
                  </a:cubicBezTo>
                  <a:close/>
                </a:path>
              </a:pathLst>
            </a:custGeom>
            <a:solidFill>
              <a:srgbClr val="000000"/>
            </a:solidFill>
            <a:ln w="42862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ScholarFlow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